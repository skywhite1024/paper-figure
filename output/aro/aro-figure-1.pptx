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d5358cbcb4305" /><Relationship Type="http://schemas.openxmlformats.org/officeDocument/2006/relationships/extended-properties" Target="/docProps/app.xml" Id="Rd815f28117ef4c39" /><Relationship Type="http://schemas.openxmlformats.org/officeDocument/2006/relationships/officeDocument" Target="/ppt/presentation.xml" Id="Rf74b401fa0de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630568ef44e6a"/>
  </p:sldMasterIdLst>
  <p:notesMasterIdLst>
    <p:notesMasterId xmlns:r="http://schemas.openxmlformats.org/officeDocument/2006/relationships" r:id="R33723f512c2e400d"/>
  </p:notesMasterIdLst>
  <p:sldIdLst>
    <p:sldId xmlns:r="http://schemas.openxmlformats.org/officeDocument/2006/relationships" id="256" r:id="R4126de7bceb64efc"/>
  </p:sldIdLst>
  <p:sldSz cx="13144500" cy="3571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8f05fe3b54b52" /><Relationship Type="http://schemas.openxmlformats.org/officeDocument/2006/relationships/slideMaster" Target="/ppt/slideMasters/slideMaster1.xml" Id="Rdd3630568ef44e6a" /><Relationship Type="http://schemas.openxmlformats.org/officeDocument/2006/relationships/notesMaster" Target="/ppt/notesMasters/notesMaster1.xml" Id="R33723f512c2e400d" /><Relationship Type="http://schemas.openxmlformats.org/officeDocument/2006/relationships/presProps" Target="/ppt/presProps.xml" Id="Rda20d22b9ed44958" /><Relationship Type="http://schemas.openxmlformats.org/officeDocument/2006/relationships/tableStyles" Target="/ppt/tableStyles.xml" Id="R75b0cd50ce5d4dd4" /><Relationship Type="http://schemas.openxmlformats.org/officeDocument/2006/relationships/slide" Target="/ppt/slides/slide1.xml" Id="R4126de7bceb6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1846e9caf5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fbc6202d445fa" /><Relationship Type="http://schemas.openxmlformats.org/officeDocument/2006/relationships/notesMaster" Target="/ppt/notesMasters/notesMaster1.xml" Id="R23d8b80370b7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"ARO: Large Language Model Supervised Robotics Text2Skill Autonomous Learning",</a:t>
            </a:r>
          </a:p>
          <a:p xmlns:a="http://schemas.openxmlformats.org/drawingml/2006/main">
            <a:r>
              <a:t>  "paper_url": "https://arxiv.org/abs/2403.15834v1",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"Manually recreated from actual original 1380×338 Figure1 raster. All module boxes, labels, document icons, human outlines and arrows are native objects; no full-figure raster backdrop. Font, icon outlines and corner curvature are approximate. Native freeform return loop is not automatically attached to module endpoints.",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"0ab55e2e71676eee57bb6970e7dcf7d0960080c0bd55991667b2f7aea1d2df69",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344,</a:t>
            </a:r>
          </a:p>
          <a:p xmlns:a="http://schemas.openxmlformats.org/drawingml/2006/main">
            <a:r>
              <a:t>    429,</a:t>
            </a:r>
          </a:p>
          <a:p xmlns:a="http://schemas.openxmlformats.org/drawingml/2006/main">
            <a:r>
              <a:t>    524,</a:t>
            </a:r>
          </a:p>
          <a:p xmlns:a="http://schemas.openxmlformats.org/drawingml/2006/main">
            <a:r>
              <a:t>    472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"visual_inspection": "Original PDFpage2 and embedded1380×338 figure pixels inspected2026-10-09"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3824ba30c4f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1a653eb8745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cc7081cde49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fd326779b4d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38b78c5204b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b5e87641b4e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38AE7-4585-462A-B6E2-A063ED6621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14450" y="1349375"/>
            <a:ext cx="10515600" cy="515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F48510-2046-4167-B2F9-055F098AEC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71675" y="1964531"/>
            <a:ext cx="9201150" cy="3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8122A6-13C1-4298-8ED2-6C813FF9E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14450" y="1488281"/>
            <a:ext cx="1051560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339CD9-9265-460F-83F9-E6B5E73D0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9378" y="277813"/>
            <a:ext cx="11665744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DB600C-6D35-4760-AD61-0032819A3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9378" y="992188"/>
            <a:ext cx="11665744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E52228-5B80-4DD1-BB93-D8139AE1D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9378" y="277813"/>
            <a:ext cx="11665744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1933E3-9F4A-4C2E-B995-A6D40535E4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9378" y="992188"/>
            <a:ext cx="5422106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02F357-1AB4-4CE5-89CE-643760695B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83016" y="992188"/>
            <a:ext cx="5422106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7B5ABA-B50A-4723-A14E-1CDB6674C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9378" y="277813"/>
            <a:ext cx="11665744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2E8CF9-0183-4BC6-A1AA-39584C7DEC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9378" y="992188"/>
            <a:ext cx="5422106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7aa06bc6a646ea" /><Relationship Type="http://schemas.openxmlformats.org/officeDocument/2006/relationships/slideLayout" Target="/ppt/slideLayouts/slideLayout1.xml" Id="Re6390ab8fe0b4e0a" /><Relationship Type="http://schemas.openxmlformats.org/officeDocument/2006/relationships/slideLayout" Target="/ppt/slideLayouts/slideLayout2.xml" Id="R6fd0b06f3e34407d" /><Relationship Type="http://schemas.openxmlformats.org/officeDocument/2006/relationships/slideLayout" Target="/ppt/slideLayouts/slideLayout3.xml" Id="R2b00d566dbe94f89" /><Relationship Type="http://schemas.openxmlformats.org/officeDocument/2006/relationships/slideLayout" Target="/ppt/slideLayouts/slideLayout4.xml" Id="R91cea841a6854172" /><Relationship Type="http://schemas.openxmlformats.org/officeDocument/2006/relationships/slideLayout" Target="/ppt/slideLayouts/slideLayout5.xml" Id="Ra0e7747be6c84d45" /><Relationship Type="http://schemas.openxmlformats.org/officeDocument/2006/relationships/slideLayout" Target="/ppt/slideLayouts/slideLayout6.xml" Id="R0a57062433db41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90ab8fe0b4e0a"/>
    <p:sldLayoutId xmlns:r="http://schemas.openxmlformats.org/officeDocument/2006/relationships" id="2147483650" r:id="R6fd0b06f3e34407d"/>
    <p:sldLayoutId xmlns:r="http://schemas.openxmlformats.org/officeDocument/2006/relationships" id="2147483651" r:id="R2b00d566dbe94f89"/>
    <p:sldLayoutId xmlns:r="http://schemas.openxmlformats.org/officeDocument/2006/relationships" id="2147483652" r:id="R91cea841a6854172"/>
    <p:sldLayoutId xmlns:r="http://schemas.openxmlformats.org/officeDocument/2006/relationships" id="2147483653" r:id="Ra0e7747be6c84d45"/>
    <p:sldLayoutId xmlns:r="http://schemas.openxmlformats.org/officeDocument/2006/relationships" id="2147483654" r:id="R0a57062433db41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9eeb74363497a" /><Relationship Type="http://schemas.openxmlformats.org/officeDocument/2006/relationships/notesSlide" Target="/ppt/notesSlides/notesSlide1.xml" Id="R081825c05c1a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fg">
            <a:extLst xmlns:a="http://schemas.openxmlformats.org/drawingml/2006/main">
              <a:ext uri="{FF2B5EF4-FFF2-40B4-BE49-F238E27FC236}">
                <a16:creationId xmlns:a16="http://schemas.microsoft.com/office/drawing/2014/main" id="{A734C5C1-82B7-45B3-B270-3BD1F09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1475"/>
            <a:ext cx="128587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5F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RFG</a:t>
            </a:r>
          </a:p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(LLM-based)</a:t>
            </a:r>
          </a:p>
        </p:txBody>
      </p:sp>
      <p:sp>
        <p:nvSpPr>
          <p:cNvPr id="2" name="rl">
            <a:extLst xmlns:a="http://schemas.openxmlformats.org/drawingml/2006/main">
              <a:ext uri="{FF2B5EF4-FFF2-40B4-BE49-F238E27FC236}">
                <a16:creationId xmlns:a16="http://schemas.microsoft.com/office/drawing/2014/main" id="{A1801847-3D54-4434-A3FB-2137976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52425"/>
            <a:ext cx="1285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Training</a:t>
            </a:r>
          </a:p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(RL)</a:t>
            </a:r>
          </a:p>
        </p:txBody>
      </p:sp>
      <p:sp>
        <p:nvSpPr>
          <p:cNvPr id="3" name="efg">
            <a:extLst xmlns:a="http://schemas.openxmlformats.org/drawingml/2006/main">
              <a:ext uri="{FF2B5EF4-FFF2-40B4-BE49-F238E27FC236}">
                <a16:creationId xmlns:a16="http://schemas.microsoft.com/office/drawing/2014/main" id="{8E454891-C35D-4BA6-A10D-FD43950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2425"/>
            <a:ext cx="1285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EFG</a:t>
            </a:r>
          </a:p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(LLM-based)</a:t>
            </a:r>
          </a:p>
        </p:txBody>
      </p:sp>
      <p:sp>
        <p:nvSpPr>
          <p:cNvPr id="4" name="pe">
            <a:extLst xmlns:a="http://schemas.openxmlformats.org/drawingml/2006/main">
              <a:ext uri="{FF2B5EF4-FFF2-40B4-BE49-F238E27FC236}">
                <a16:creationId xmlns:a16="http://schemas.microsoft.com/office/drawing/2014/main" id="{4E0610E5-539A-4798-AFCE-49235035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1285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PE</a:t>
            </a:r>
          </a:p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(LLM-based)</a:t>
            </a:r>
          </a:p>
        </p:txBody>
      </p:sp>
      <p:sp>
        <p:nvSpPr>
          <p:cNvPr id="5" name="ee">
            <a:extLst xmlns:a="http://schemas.openxmlformats.org/drawingml/2006/main">
              <a:ext uri="{FF2B5EF4-FFF2-40B4-BE49-F238E27FC236}">
                <a16:creationId xmlns:a16="http://schemas.microsoft.com/office/drawing/2014/main" id="{63C3BC7A-C8B1-4D5E-B9DC-C4E4C4EC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47850"/>
            <a:ext cx="1285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5F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EE</a:t>
            </a:r>
          </a:p>
          <a:p xmlns:a="http://schemas.openxmlformats.org/drawingml/2006/main">
            <a:pPr algn="ctr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(LLM-based)</a:t>
            </a:r>
          </a:p>
        </p:txBody>
      </p:sp>
      <p:sp>
        <p:nvSpPr>
          <p:cNvPr id="6" name="task-document">
            <a:extLst xmlns:a="http://schemas.openxmlformats.org/drawingml/2006/main">
              <a:ext uri="{FF2B5EF4-FFF2-40B4-BE49-F238E27FC236}">
                <a16:creationId xmlns:a16="http://schemas.microsoft.com/office/drawing/2014/main" id="{839E5C8C-0480-4065-AD20-55D3360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"/>
            <a:ext cx="352425" cy="438150"/>
          </a:xfrm>
          <a:custGeom xmlns:a="http://schemas.openxmlformats.org/drawingml/2006/main">
            <a:pathLst>
              <a:path w="352425" h="438150">
                <a:moveTo>
                  <a:pt x="0" y="0"/>
                </a:moveTo>
                <a:lnTo>
                  <a:pt x="238125" y="0"/>
                </a:lnTo>
                <a:lnTo>
                  <a:pt x="352425" y="114300"/>
                </a:lnTo>
                <a:lnTo>
                  <a:pt x="3524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BFC3C7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task-document-fold">
            <a:extLst xmlns:a="http://schemas.openxmlformats.org/drawingml/2006/main">
              <a:ext uri="{FF2B5EF4-FFF2-40B4-BE49-F238E27FC236}">
                <a16:creationId xmlns:a16="http://schemas.microsoft.com/office/drawing/2014/main" id="{977E958F-2EA6-4456-A54F-E8BE4C1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334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task-document-label">
            <a:extLst xmlns:a="http://schemas.openxmlformats.org/drawingml/2006/main">
              <a:ext uri="{FF2B5EF4-FFF2-40B4-BE49-F238E27FC236}">
                <a16:creationId xmlns:a16="http://schemas.microsoft.com/office/drawing/2014/main" id="{C388EC6F-C2B3-4C12-AFA1-17C8B9B7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9" name="reward-document">
            <a:extLst xmlns:a="http://schemas.openxmlformats.org/drawingml/2006/main">
              <a:ext uri="{FF2B5EF4-FFF2-40B4-BE49-F238E27FC236}">
                <a16:creationId xmlns:a16="http://schemas.microsoft.com/office/drawing/2014/main" id="{8470C6DE-E792-43C8-8387-7D644BAF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057275"/>
            <a:ext cx="352425" cy="438150"/>
          </a:xfrm>
          <a:custGeom xmlns:a="http://schemas.openxmlformats.org/drawingml/2006/main">
            <a:pathLst>
              <a:path w="352425" h="438150">
                <a:moveTo>
                  <a:pt x="0" y="0"/>
                </a:moveTo>
                <a:lnTo>
                  <a:pt x="238125" y="0"/>
                </a:lnTo>
                <a:lnTo>
                  <a:pt x="352425" y="114300"/>
                </a:lnTo>
                <a:lnTo>
                  <a:pt x="3524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reward-document-fold">
            <a:extLst xmlns:a="http://schemas.openxmlformats.org/drawingml/2006/main">
              <a:ext uri="{FF2B5EF4-FFF2-40B4-BE49-F238E27FC236}">
                <a16:creationId xmlns:a16="http://schemas.microsoft.com/office/drawing/2014/main" id="{7614DE29-8F88-414A-A7A3-8F744277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572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reward-document-label">
            <a:extLst xmlns:a="http://schemas.openxmlformats.org/drawingml/2006/main">
              <a:ext uri="{FF2B5EF4-FFF2-40B4-BE49-F238E27FC236}">
                <a16:creationId xmlns:a16="http://schemas.microsoft.com/office/drawing/2014/main" id="{11EA8DAD-8BB8-40CB-A86D-F5B1CA7E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18110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‹›</a:t>
            </a:r>
          </a:p>
        </p:txBody>
      </p:sp>
      <p:sp>
        <p:nvSpPr>
          <p:cNvPr id="12" name="evaluation-document">
            <a:extLst xmlns:a="http://schemas.openxmlformats.org/drawingml/2006/main">
              <a:ext uri="{FF2B5EF4-FFF2-40B4-BE49-F238E27FC236}">
                <a16:creationId xmlns:a16="http://schemas.microsoft.com/office/drawing/2014/main" id="{504C0DF7-A965-4F4B-905B-2755E94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057275"/>
            <a:ext cx="352425" cy="438150"/>
          </a:xfrm>
          <a:custGeom xmlns:a="http://schemas.openxmlformats.org/drawingml/2006/main">
            <a:pathLst>
              <a:path w="352425" h="438150">
                <a:moveTo>
                  <a:pt x="0" y="0"/>
                </a:moveTo>
                <a:lnTo>
                  <a:pt x="238125" y="0"/>
                </a:lnTo>
                <a:lnTo>
                  <a:pt x="352425" y="114300"/>
                </a:lnTo>
                <a:lnTo>
                  <a:pt x="3524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evaluation-document-fold">
            <a:extLst xmlns:a="http://schemas.openxmlformats.org/drawingml/2006/main">
              <a:ext uri="{FF2B5EF4-FFF2-40B4-BE49-F238E27FC236}">
                <a16:creationId xmlns:a16="http://schemas.microsoft.com/office/drawing/2014/main" id="{9C0B6805-9879-40B0-8807-F340843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0572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4" name="evaluation-document-label">
            <a:extLst xmlns:a="http://schemas.openxmlformats.org/drawingml/2006/main">
              <a:ext uri="{FF2B5EF4-FFF2-40B4-BE49-F238E27FC236}">
                <a16:creationId xmlns:a16="http://schemas.microsoft.com/office/drawing/2014/main" id="{B6AA95FC-494B-4E4D-A4AA-A82644C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18110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‹›</a:t>
            </a:r>
          </a:p>
        </p:txBody>
      </p:sp>
      <p:sp>
        <p:nvSpPr>
          <p:cNvPr id="15" name="env-document">
            <a:extLst xmlns:a="http://schemas.openxmlformats.org/drawingml/2006/main">
              <a:ext uri="{FF2B5EF4-FFF2-40B4-BE49-F238E27FC236}">
                <a16:creationId xmlns:a16="http://schemas.microsoft.com/office/drawing/2014/main" id="{394C1991-E1E3-4241-97B7-532E491C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71675"/>
            <a:ext cx="352425" cy="438150"/>
          </a:xfrm>
          <a:custGeom xmlns:a="http://schemas.openxmlformats.org/drawingml/2006/main">
            <a:pathLst>
              <a:path w="352425" h="438150">
                <a:moveTo>
                  <a:pt x="0" y="0"/>
                </a:moveTo>
                <a:lnTo>
                  <a:pt x="238125" y="0"/>
                </a:lnTo>
                <a:lnTo>
                  <a:pt x="352425" y="114300"/>
                </a:lnTo>
                <a:lnTo>
                  <a:pt x="3524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" name="env-document-fold">
            <a:extLst xmlns:a="http://schemas.openxmlformats.org/drawingml/2006/main">
              <a:ext uri="{FF2B5EF4-FFF2-40B4-BE49-F238E27FC236}">
                <a16:creationId xmlns:a16="http://schemas.microsoft.com/office/drawing/2014/main" id="{0F0B92C0-F426-4E0A-9388-9F6ACD33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716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" name="env-document-label">
            <a:extLst xmlns:a="http://schemas.openxmlformats.org/drawingml/2006/main">
              <a:ext uri="{FF2B5EF4-FFF2-40B4-BE49-F238E27FC236}">
                <a16:creationId xmlns:a16="http://schemas.microsoft.com/office/drawing/2014/main" id="{BBACA331-CB74-4632-BA00-5749202F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9550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‹›</a:t>
            </a:r>
          </a:p>
        </p:txBody>
      </p:sp>
      <p:sp>
        <p:nvSpPr>
          <p:cNvPr id="18" name="feedback-document">
            <a:extLst xmlns:a="http://schemas.openxmlformats.org/drawingml/2006/main">
              <a:ext uri="{FF2B5EF4-FFF2-40B4-BE49-F238E27FC236}">
                <a16:creationId xmlns:a16="http://schemas.microsoft.com/office/drawing/2014/main" id="{ADEE071A-7AF0-4EF5-97A7-8CDC4C20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0"/>
            <a:ext cx="352425" cy="438150"/>
          </a:xfrm>
          <a:custGeom xmlns:a="http://schemas.openxmlformats.org/drawingml/2006/main">
            <a:pathLst>
              <a:path w="352425" h="438150">
                <a:moveTo>
                  <a:pt x="0" y="0"/>
                </a:moveTo>
                <a:lnTo>
                  <a:pt x="238125" y="0"/>
                </a:lnTo>
                <a:lnTo>
                  <a:pt x="352425" y="114300"/>
                </a:lnTo>
                <a:lnTo>
                  <a:pt x="3524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feedback-document-fold">
            <a:extLst xmlns:a="http://schemas.openxmlformats.org/drawingml/2006/main">
              <a:ext uri="{FF2B5EF4-FFF2-40B4-BE49-F238E27FC236}">
                <a16:creationId xmlns:a16="http://schemas.microsoft.com/office/drawing/2014/main" id="{DAFD6260-7B1A-431A-8870-A2D9EF9B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2860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0" name="feedback-document-label">
            <a:extLst xmlns:a="http://schemas.openxmlformats.org/drawingml/2006/main">
              <a:ext uri="{FF2B5EF4-FFF2-40B4-BE49-F238E27FC236}">
                <a16:creationId xmlns:a16="http://schemas.microsoft.com/office/drawing/2014/main" id="{CA4E2EE1-B30B-4E42-B2F7-76E6231C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09825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1" name="task-person">
            <a:extLst xmlns:a="http://schemas.openxmlformats.org/drawingml/2006/main">
              <a:ext uri="{FF2B5EF4-FFF2-40B4-BE49-F238E27FC236}">
                <a16:creationId xmlns:a16="http://schemas.microsoft.com/office/drawing/2014/main" id="{72508125-DCE3-421E-B6DB-8D877DDB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723900"/>
            <a:ext cx="438150" cy="447675"/>
          </a:xfrm>
          <a:custGeom xmlns:a="http://schemas.openxmlformats.org/drawingml/2006/main">
            <a:pathLst>
              <a:path w="438150" h="447675">
                <a:moveTo>
                  <a:pt x="0" y="438150"/>
                </a:moveTo>
                <a:lnTo>
                  <a:pt x="9525" y="371475"/>
                </a:lnTo>
                <a:cubicBezTo>
                  <a:pt x="38100" y="323850"/>
                  <a:pt x="133350" y="333375"/>
                  <a:pt x="142875" y="285750"/>
                </a:cubicBezTo>
                <a:lnTo>
                  <a:pt x="142875" y="238125"/>
                </a:lnTo>
                <a:cubicBezTo>
                  <a:pt x="85725" y="200025"/>
                  <a:pt x="104775" y="152400"/>
                  <a:pt x="114300" y="133350"/>
                </a:cubicBezTo>
                <a:cubicBezTo>
                  <a:pt x="104775" y="47625"/>
                  <a:pt x="133350" y="19050"/>
                  <a:pt x="190500" y="19050"/>
                </a:cubicBezTo>
                <a:cubicBezTo>
                  <a:pt x="266700" y="0"/>
                  <a:pt x="342900" y="38100"/>
                  <a:pt x="323850" y="123825"/>
                </a:cubicBezTo>
                <a:cubicBezTo>
                  <a:pt x="361950" y="180975"/>
                  <a:pt x="333375" y="228600"/>
                  <a:pt x="295275" y="247650"/>
                </a:cubicBezTo>
                <a:lnTo>
                  <a:pt x="295275" y="295275"/>
                </a:lnTo>
                <a:cubicBezTo>
                  <a:pt x="323850" y="333375"/>
                  <a:pt x="409575" y="333375"/>
                  <a:pt x="428625" y="390525"/>
                </a:cubicBezTo>
                <a:lnTo>
                  <a:pt x="43815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agent-person">
            <a:extLst xmlns:a="http://schemas.openxmlformats.org/drawingml/2006/main">
              <a:ext uri="{FF2B5EF4-FFF2-40B4-BE49-F238E27FC236}">
                <a16:creationId xmlns:a16="http://schemas.microsoft.com/office/drawing/2014/main" id="{795FB15C-C272-45C1-B58F-BB2500C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057275"/>
            <a:ext cx="438150" cy="447675"/>
          </a:xfrm>
          <a:custGeom xmlns:a="http://schemas.openxmlformats.org/drawingml/2006/main">
            <a:pathLst>
              <a:path w="438150" h="447675">
                <a:moveTo>
                  <a:pt x="0" y="438150"/>
                </a:moveTo>
                <a:lnTo>
                  <a:pt x="9525" y="371475"/>
                </a:lnTo>
                <a:cubicBezTo>
                  <a:pt x="38100" y="323850"/>
                  <a:pt x="133350" y="333375"/>
                  <a:pt x="142875" y="285750"/>
                </a:cubicBezTo>
                <a:lnTo>
                  <a:pt x="142875" y="238125"/>
                </a:lnTo>
                <a:cubicBezTo>
                  <a:pt x="85725" y="200025"/>
                  <a:pt x="104775" y="152400"/>
                  <a:pt x="114300" y="133350"/>
                </a:cubicBezTo>
                <a:cubicBezTo>
                  <a:pt x="104775" y="47625"/>
                  <a:pt x="133350" y="19050"/>
                  <a:pt x="190500" y="19050"/>
                </a:cubicBezTo>
                <a:cubicBezTo>
                  <a:pt x="266700" y="0"/>
                  <a:pt x="342900" y="38100"/>
                  <a:pt x="323850" y="123825"/>
                </a:cubicBezTo>
                <a:cubicBezTo>
                  <a:pt x="361950" y="180975"/>
                  <a:pt x="333375" y="228600"/>
                  <a:pt x="295275" y="247650"/>
                </a:cubicBezTo>
                <a:lnTo>
                  <a:pt x="295275" y="295275"/>
                </a:lnTo>
                <a:cubicBezTo>
                  <a:pt x="323850" y="333375"/>
                  <a:pt x="409575" y="333375"/>
                  <a:pt x="428625" y="390525"/>
                </a:cubicBezTo>
                <a:lnTo>
                  <a:pt x="438150" y="438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3" name="task-desc">
            <a:extLst xmlns:a="http://schemas.openxmlformats.org/drawingml/2006/main">
              <a:ext uri="{FF2B5EF4-FFF2-40B4-BE49-F238E27FC236}">
                <a16:creationId xmlns:a16="http://schemas.microsoft.com/office/drawing/2014/main" id="{A535529D-E070-4EAD-A294-C6C4F9C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8700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Task Description</a:t>
            </a:r>
          </a:p>
        </p:txBody>
      </p:sp>
      <p:sp>
        <p:nvSpPr>
          <p:cNvPr id="24" name="reward-code">
            <a:extLst xmlns:a="http://schemas.openxmlformats.org/drawingml/2006/main">
              <a:ext uri="{FF2B5EF4-FFF2-40B4-BE49-F238E27FC236}">
                <a16:creationId xmlns:a16="http://schemas.microsoft.com/office/drawing/2014/main" id="{D6389345-F5F8-4141-9494-E400372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18110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RF Code</a:t>
            </a:r>
          </a:p>
        </p:txBody>
      </p:sp>
      <p:sp>
        <p:nvSpPr>
          <p:cNvPr id="25" name="agent-label">
            <a:extLst xmlns:a="http://schemas.openxmlformats.org/drawingml/2006/main">
              <a:ext uri="{FF2B5EF4-FFF2-40B4-BE49-F238E27FC236}">
                <a16:creationId xmlns:a16="http://schemas.microsoft.com/office/drawing/2014/main" id="{665BEFE5-AD32-4022-BB53-1A492B1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8110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RL Agent</a:t>
            </a:r>
          </a:p>
        </p:txBody>
      </p:sp>
      <p:sp>
        <p:nvSpPr>
          <p:cNvPr id="26" name="evaluation-code">
            <a:extLst xmlns:a="http://schemas.openxmlformats.org/drawingml/2006/main">
              <a:ext uri="{FF2B5EF4-FFF2-40B4-BE49-F238E27FC236}">
                <a16:creationId xmlns:a16="http://schemas.microsoft.com/office/drawing/2014/main" id="{62657A9F-6B0E-4EA6-812D-891F377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18110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EF Code</a:t>
            </a:r>
          </a:p>
        </p:txBody>
      </p:sp>
      <p:sp>
        <p:nvSpPr>
          <p:cNvPr id="27" name="env-code">
            <a:extLst xmlns:a="http://schemas.openxmlformats.org/drawingml/2006/main">
              <a:ext uri="{FF2B5EF4-FFF2-40B4-BE49-F238E27FC236}">
                <a16:creationId xmlns:a16="http://schemas.microsoft.com/office/drawing/2014/main" id="{594BC48E-1259-436E-A9D7-F0D6B14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66925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Env Code</a:t>
            </a:r>
          </a:p>
        </p:txBody>
      </p:sp>
      <p:sp>
        <p:nvSpPr>
          <p:cNvPr id="28" name="improvement">
            <a:extLst xmlns:a="http://schemas.openxmlformats.org/drawingml/2006/main">
              <a:ext uri="{FF2B5EF4-FFF2-40B4-BE49-F238E27FC236}">
                <a16:creationId xmlns:a16="http://schemas.microsoft.com/office/drawing/2014/main" id="{87F78559-BFAC-422F-A76E-F18408DD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36220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Improvement</a:t>
            </a:r>
          </a:p>
          <a:p xmlns:a="http://schemas.openxmlformats.org/drawingml/2006/main">
            <a:pPr algn="l">
              <a:defRPr sz="1275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Suggestion</a:t>
            </a:r>
          </a:p>
        </p:txBody>
      </p:sp>
      <p:sp>
        <p:nvSpPr>
          <p:cNvPr id="29" name="task-start">
            <a:extLst xmlns:a="http://schemas.openxmlformats.org/drawingml/2006/main">
              <a:ext uri="{FF2B5EF4-FFF2-40B4-BE49-F238E27FC236}">
                <a16:creationId xmlns:a16="http://schemas.microsoft.com/office/drawing/2014/main" id="{7D1EEE63-38A1-4171-9667-99776357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env-start">
            <a:extLst xmlns:a="http://schemas.openxmlformats.org/drawingml/2006/main">
              <a:ext uri="{FF2B5EF4-FFF2-40B4-BE49-F238E27FC236}">
                <a16:creationId xmlns:a16="http://schemas.microsoft.com/office/drawing/2014/main" id="{24ABE4D0-1724-4EAD-8CC5-CF0D33D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feedback-return">
            <a:extLst xmlns:a="http://schemas.openxmlformats.org/drawingml/2006/main">
              <a:ext uri="{FF2B5EF4-FFF2-40B4-BE49-F238E27FC236}">
                <a16:creationId xmlns:a16="http://schemas.microsoft.com/office/drawing/2014/main" id="{36895E2D-A0AE-4C48-8572-5E4F1B7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42975"/>
            <a:ext cx="9277350" cy="2009775"/>
          </a:xfrm>
          <a:custGeom xmlns:a="http://schemas.openxmlformats.org/drawingml/2006/main">
            <a:pathLst>
              <a:path w="9277350" h="2009775">
                <a:moveTo>
                  <a:pt x="8886825" y="9525"/>
                </a:moveTo>
                <a:lnTo>
                  <a:pt x="9124950" y="9525"/>
                </a:lnTo>
                <a:cubicBezTo>
                  <a:pt x="9248775" y="9525"/>
                  <a:pt x="9267825" y="76200"/>
                  <a:pt x="9267825" y="152400"/>
                </a:cubicBezTo>
                <a:lnTo>
                  <a:pt x="9267825" y="1847850"/>
                </a:lnTo>
                <a:cubicBezTo>
                  <a:pt x="9267825" y="1962150"/>
                  <a:pt x="9239250" y="2009775"/>
                  <a:pt x="9134475" y="2009775"/>
                </a:cubicBezTo>
                <a:lnTo>
                  <a:pt x="152400" y="2009775"/>
                </a:lnTo>
                <a:cubicBezTo>
                  <a:pt x="38100" y="2009775"/>
                  <a:pt x="0" y="1952625"/>
                  <a:pt x="0" y="1857375"/>
                </a:cubicBezTo>
                <a:lnTo>
                  <a:pt x="0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2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16CF7B56-AB65-4C2C-9F55-1767303F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71750"/>
            <a:ext cx="142875" cy="123825"/>
          </a:xfrm>
          <a:custGeom xmlns:a="http://schemas.openxmlformats.org/drawingml/2006/main">
            <a:pathLst>
              <a:path w="142875" h="123825">
                <a:moveTo>
                  <a:pt x="0" y="85725"/>
                </a:moveTo>
                <a:lnTo>
                  <a:pt x="71438" y="0"/>
                </a:lnTo>
                <a:lnTo>
                  <a:pt x="14287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3" name="credit">
            <a:extLst xmlns:a="http://schemas.openxmlformats.org/drawingml/2006/main">
              <a:ext uri="{FF2B5EF4-FFF2-40B4-BE49-F238E27FC236}">
                <a16:creationId xmlns:a16="http://schemas.microsoft.com/office/drawing/2014/main" id="{8DEC0D56-BC97-4692-AE4F-0CBA3AF6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8612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2D32"/>
                </a:solidFill>
                <a:latin typeface="Arial"/>
                <a:ea typeface="Arial"/>
                <a:cs typeface="Arial"/>
              </a:rPr>
              <a:t>Adapted from ARO (2024), Fig.1, p.2 · All diagram elements are native editable objects; typography and icon outlines approximate the source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782A7-280D-4420-BA76-C317AAAA8CBA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4210050" y="952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B576E7-89CF-443E-B79F-E59E9D139A2A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6877050" y="95250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AC6E1-76DC-4EDD-8F4B-A4B792C090E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725025" y="952500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B93622-7D86-487A-8F1E-35C973723B4C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40" idx="2"/>
          </p:cNvCxnSpPr>
          <p:nvPr/>
        </p:nvCxnSpPr>
        <p:spPr>
          <a:xfrm xmlns:a="http://schemas.openxmlformats.org/drawingml/2006/main" flipV="1">
            <a:off x="3567113" y="15335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C287E-9148-4A65-9896-BDBD8DD75DF7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258253" y="952500"/>
            <a:ext cx="1665922" cy="4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75D52A-12DD-4622-BEDD-EB30CE653836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620328" y="2190750"/>
            <a:ext cx="303847" cy="4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41262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2026-10-09T20:09:00.7080000Z</dcterms:created>
  <dcterms:modified xsi:type="dcterms:W3CDTF">2026-10-09T20:09:00.7080000Z</dcterms:modified>
</coreProperties>
</file>