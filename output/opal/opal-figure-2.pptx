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75bc44b365487a" /><Relationship Type="http://schemas.openxmlformats.org/officeDocument/2006/relationships/extended-properties" Target="/docProps/app.xml" Id="R1410df99750a4821" /><Relationship Type="http://schemas.openxmlformats.org/officeDocument/2006/relationships/officeDocument" Target="/ppt/presentation.xml" Id="Rad4938b2a63440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0a50e0555a42d0"/>
  </p:sldMasterIdLst>
  <p:notesMasterIdLst>
    <p:notesMasterId xmlns:r="http://schemas.openxmlformats.org/officeDocument/2006/relationships" r:id="R3cb15055b3e2470b"/>
  </p:notesMasterIdLst>
  <p:sldIdLst>
    <p:sldId xmlns:r="http://schemas.openxmlformats.org/officeDocument/2006/relationships" id="256" r:id="R86634ca5cbd94b10"/>
  </p:sldIdLst>
  <p:sldSz cx="15125700" cy="533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b2efcdf0a64224" /><Relationship Type="http://schemas.openxmlformats.org/officeDocument/2006/relationships/slideMaster" Target="/ppt/slideMasters/slideMaster1.xml" Id="Rcc0a50e0555a42d0" /><Relationship Type="http://schemas.openxmlformats.org/officeDocument/2006/relationships/notesMaster" Target="/ppt/notesMasters/notesMaster1.xml" Id="R3cb15055b3e2470b" /><Relationship Type="http://schemas.openxmlformats.org/officeDocument/2006/relationships/presProps" Target="/ppt/presProps.xml" Id="R41baae3b592d4815" /><Relationship Type="http://schemas.openxmlformats.org/officeDocument/2006/relationships/tableStyles" Target="/ppt/tableStyles.xml" Id="R2cb32b8bc2a84fbb" /><Relationship Type="http://schemas.openxmlformats.org/officeDocument/2006/relationships/slide" Target="/ppt/slides/slide1.xml" Id="R86634ca5cbd94b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0177f4b4b24e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87467de0574a0c" /><Relationship Type="http://schemas.openxmlformats.org/officeDocument/2006/relationships/notesMaster" Target="/ppt/notesMasters/notesMaster1.xml" Id="Rb385e3bb0cf64c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"OPAL: Offline Primitive Discovery for Accelerating Offline Reinforcement Learning",</a:t>
            </a:r>
          </a:p>
          <a:p xmlns:a="http://schemas.openxmlformats.org/drawingml/2006/main">
            <a:r>
              <a:t>  "paper_url": "https://arxiv.org/pdf/2010.13611v3",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"Original OPAL autoencoding, offline task-policy training and execution architecture. Density-distribution mini-plots are two original raster inserts; architecture paths and ordinary labels remain native, formulas preserve editable glyph outlines.",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"41b49f2151ee1529cf51955726809f873e76b1de8f07988efd5ebcdb65ca8d31",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107,</a:t>
            </a:r>
          </a:p>
          <a:p xmlns:a="http://schemas.openxmlformats.org/drawingml/2006/main">
            <a:r>
              <a:t>    82,</a:t>
            </a:r>
          </a:p>
          <a:p xmlns:a="http://schemas.openxmlformats.org/drawingml/2006/main">
            <a:r>
              <a:t>    504,</a:t>
            </a:r>
          </a:p>
          <a:p xmlns:a="http://schemas.openxmlformats.org/drawingml/2006/main">
            <a:r>
              <a:t>    222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"CMMI",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"CMEX"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"48 source clipping groups intersect crop; extracted paths require explicit clipping review",</a:t>
            </a:r>
          </a:p>
          <a:p xmlns:a="http://schemas.openxmlformats.org/drawingml/2006/main">
            <a:r>
              <a:t>    "unhandled image/shading at seq 259: [461.71209716796875, 148.6272430419922, 490.50360107421875, 167.5546112060547]; requires reviewed raster region",</a:t>
            </a:r>
          </a:p>
          <a:p xmlns:a="http://schemas.openxmlformats.org/drawingml/2006/main">
            <a:r>
              <a:t>    "unhandled image/shading at seq 260: [461.45623779296875, 108.89569091796875, 490.5470275878906, 128.01979064941406];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"text_repairs": "Invisible near-zero-size Courier LaTeXiT payload metadata removed; ordinary labels remain live text with merged source ligatures and fitted Arial metrics. Math remains original glyph outlines."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5e8a1e86c4b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84f54b2b94d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bdda7b2a34f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4316acbd549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b3cfb67df4c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44468394d4a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3788F9-79B4-4BC6-8D6B-9AB573246A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570" y="2015067"/>
            <a:ext cx="12100560" cy="770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91F695-5666-4AB5-A473-FB5F5E53D7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68855" y="2933700"/>
            <a:ext cx="10587990" cy="592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9E164C4-17C0-41A0-8EE5-951FCB186E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570" y="2222500"/>
            <a:ext cx="1210056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8DED10-2CCD-4353-A6B7-E311C7E3C2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821" y="414867"/>
            <a:ext cx="13424059" cy="65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9C57D0-D4E6-4336-82B8-E19D7549E1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821" y="1481667"/>
            <a:ext cx="13424059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78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1pPr>
            <a:lvl2pPr marL="4148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2pPr>
            <a:lvl3pPr marL="6519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3pPr>
            <a:lvl4pPr marL="8890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4pPr>
            <a:lvl5pPr marL="11260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5pPr>
            <a:lvl6pPr marL="13631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6pPr>
            <a:lvl7pPr marL="16002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7pPr>
            <a:lvl8pPr marL="18372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8pPr>
            <a:lvl9pPr marL="20743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0CD696-1879-4C43-9FE3-58192C4552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821" y="414867"/>
            <a:ext cx="13424059" cy="65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285BDA-3679-4B70-AC1E-D629955648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821" y="1481667"/>
            <a:ext cx="6239351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78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1pPr>
            <a:lvl2pPr marL="4148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2pPr>
            <a:lvl3pPr marL="6519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3pPr>
            <a:lvl4pPr marL="8890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4pPr>
            <a:lvl5pPr marL="11260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5pPr>
            <a:lvl6pPr marL="13631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6pPr>
            <a:lvl7pPr marL="16002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7pPr>
            <a:lvl8pPr marL="18372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8pPr>
            <a:lvl9pPr marL="20743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04FBC0-0103-49AA-907A-E9A65CC0C3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35528" y="1481667"/>
            <a:ext cx="6239351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78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1pPr>
            <a:lvl2pPr marL="4148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2pPr>
            <a:lvl3pPr marL="6519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3pPr>
            <a:lvl4pPr marL="8890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4pPr>
            <a:lvl5pPr marL="11260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5pPr>
            <a:lvl6pPr marL="13631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6pPr>
            <a:lvl7pPr marL="16002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7pPr>
            <a:lvl8pPr marL="18372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8pPr>
            <a:lvl9pPr marL="20743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D60883-8EBB-44E7-AEDE-A9DD10F1D1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821" y="414867"/>
            <a:ext cx="13424059" cy="65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7E1066-9A5D-48E4-ABA9-0738664886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821" y="1481667"/>
            <a:ext cx="6239351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78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1pPr>
            <a:lvl2pPr marL="4148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2pPr>
            <a:lvl3pPr marL="6519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3pPr>
            <a:lvl4pPr marL="8890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4pPr>
            <a:lvl5pPr marL="11260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5pPr>
            <a:lvl6pPr marL="13631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6pPr>
            <a:lvl7pPr marL="16002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7pPr>
            <a:lvl8pPr marL="18372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8pPr>
            <a:lvl9pPr marL="20743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9f123c59d84723" /><Relationship Type="http://schemas.openxmlformats.org/officeDocument/2006/relationships/slideLayout" Target="/ppt/slideLayouts/slideLayout1.xml" Id="Rd32029397d524562" /><Relationship Type="http://schemas.openxmlformats.org/officeDocument/2006/relationships/slideLayout" Target="/ppt/slideLayouts/slideLayout2.xml" Id="R3564d2ec75934164" /><Relationship Type="http://schemas.openxmlformats.org/officeDocument/2006/relationships/slideLayout" Target="/ppt/slideLayouts/slideLayout3.xml" Id="R6841345274864c1c" /><Relationship Type="http://schemas.openxmlformats.org/officeDocument/2006/relationships/slideLayout" Target="/ppt/slideLayouts/slideLayout4.xml" Id="Re7dea4c1989f4e64" /><Relationship Type="http://schemas.openxmlformats.org/officeDocument/2006/relationships/slideLayout" Target="/ppt/slideLayouts/slideLayout5.xml" Id="Rf3fec1f5bf354dc1" /><Relationship Type="http://schemas.openxmlformats.org/officeDocument/2006/relationships/slideLayout" Target="/ppt/slideLayouts/slideLayout6.xml" Id="R1cc4aa5cbb9745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2029397d524562"/>
    <p:sldLayoutId xmlns:r="http://schemas.openxmlformats.org/officeDocument/2006/relationships" id="2147483650" r:id="R3564d2ec75934164"/>
    <p:sldLayoutId xmlns:r="http://schemas.openxmlformats.org/officeDocument/2006/relationships" id="2147483651" r:id="R6841345274864c1c"/>
    <p:sldLayoutId xmlns:r="http://schemas.openxmlformats.org/officeDocument/2006/relationships" id="2147483652" r:id="Re7dea4c1989f4e64"/>
    <p:sldLayoutId xmlns:r="http://schemas.openxmlformats.org/officeDocument/2006/relationships" id="2147483653" r:id="Rf3fec1f5bf354dc1"/>
    <p:sldLayoutId xmlns:r="http://schemas.openxmlformats.org/officeDocument/2006/relationships" id="2147483654" r:id="R1cc4aa5cbb9745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2a1912369a4b34" /><Relationship Type="http://schemas.openxmlformats.org/officeDocument/2006/relationships/image" Target="/ppt/media/image.png" Id="R244af1cc45f64250" /><Relationship Type="http://schemas.openxmlformats.org/officeDocument/2006/relationships/image" Target="/ppt/media/image2.png" Id="Rd5ae8f4df39f44f5" /><Relationship Type="http://schemas.openxmlformats.org/officeDocument/2006/relationships/notesSlide" Target="/ppt/notesSlides/notesSlide1.xml" Id="R6224e01583c045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pdf-path-2">
            <a:extLst xmlns:a="http://schemas.openxmlformats.org/drawingml/2006/main">
              <a:ext uri="{FF2B5EF4-FFF2-40B4-BE49-F238E27FC236}">
                <a16:creationId xmlns:a16="http://schemas.microsoft.com/office/drawing/2014/main" id="{DE1D6256-9B16-4DCA-B471-210DEC5E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8925" y="2812269"/>
            <a:ext cx="1899900" cy="1095831"/>
          </a:xfrm>
          <a:custGeom xmlns:a="http://schemas.openxmlformats.org/drawingml/2006/main">
            <a:pathLst>
              <a:path w="1899900" h="1095831">
                <a:moveTo>
                  <a:pt x="0" y="986249"/>
                </a:moveTo>
                <a:lnTo>
                  <a:pt x="0" y="109585"/>
                </a:lnTo>
                <a:cubicBezTo>
                  <a:pt x="0" y="49095"/>
                  <a:pt x="425579" y="0"/>
                  <a:pt x="949951" y="0"/>
                </a:cubicBezTo>
                <a:cubicBezTo>
                  <a:pt x="1474324" y="0"/>
                  <a:pt x="1899900" y="49095"/>
                  <a:pt x="1899900" y="109585"/>
                </a:cubicBezTo>
                <a:lnTo>
                  <a:pt x="1899900" y="986249"/>
                </a:lnTo>
                <a:cubicBezTo>
                  <a:pt x="1899900" y="1046738"/>
                  <a:pt x="1474324" y="1095831"/>
                  <a:pt x="949951" y="1095831"/>
                </a:cubicBezTo>
                <a:cubicBezTo>
                  <a:pt x="425579" y="1095831"/>
                  <a:pt x="0" y="1046738"/>
                  <a:pt x="0" y="986249"/>
                </a:cubicBezTo>
              </a:path>
            </a:pathLst>
          </a:custGeom>
          <a:solidFill xmlns:a="http://schemas.openxmlformats.org/drawingml/2006/main">
            <a:srgbClr val="BFF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3">
            <a:extLst xmlns:a="http://schemas.openxmlformats.org/drawingml/2006/main">
              <a:ext uri="{FF2B5EF4-FFF2-40B4-BE49-F238E27FC236}">
                <a16:creationId xmlns:a16="http://schemas.microsoft.com/office/drawing/2014/main" id="{30693D49-F7BB-4445-A6B6-8F3646D3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8925" y="2812264"/>
            <a:ext cx="1899899" cy="1095837"/>
          </a:xfrm>
          <a:custGeom xmlns:a="http://schemas.openxmlformats.org/drawingml/2006/main">
            <a:pathLst>
              <a:path w="1899899" h="1095837">
                <a:moveTo>
                  <a:pt x="0" y="986254"/>
                </a:moveTo>
                <a:lnTo>
                  <a:pt x="0" y="109586"/>
                </a:lnTo>
                <a:cubicBezTo>
                  <a:pt x="0" y="49099"/>
                  <a:pt x="425576" y="0"/>
                  <a:pt x="949950" y="0"/>
                </a:cubicBezTo>
                <a:cubicBezTo>
                  <a:pt x="1474322" y="0"/>
                  <a:pt x="1899899" y="49099"/>
                  <a:pt x="1899899" y="109586"/>
                </a:cubicBezTo>
                <a:lnTo>
                  <a:pt x="1899899" y="986254"/>
                </a:lnTo>
                <a:cubicBezTo>
                  <a:pt x="1899899" y="1046742"/>
                  <a:pt x="1474322" y="1095837"/>
                  <a:pt x="949950" y="1095837"/>
                </a:cubicBezTo>
                <a:cubicBezTo>
                  <a:pt x="425576" y="1095837"/>
                  <a:pt x="0" y="1046742"/>
                  <a:pt x="0" y="986254"/>
                </a:cubicBezTo>
                <a:moveTo>
                  <a:pt x="0" y="109586"/>
                </a:moveTo>
                <a:cubicBezTo>
                  <a:pt x="0" y="170075"/>
                  <a:pt x="425576" y="219174"/>
                  <a:pt x="949950" y="219174"/>
                </a:cubicBezTo>
                <a:cubicBezTo>
                  <a:pt x="1474322" y="219174"/>
                  <a:pt x="1899899" y="170075"/>
                  <a:pt x="1899899" y="10958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" name="pdf-path-4">
            <a:extLst xmlns:a="http://schemas.openxmlformats.org/drawingml/2006/main">
              <a:ext uri="{FF2B5EF4-FFF2-40B4-BE49-F238E27FC236}">
                <a16:creationId xmlns:a16="http://schemas.microsoft.com/office/drawing/2014/main" id="{B6AF7110-17C9-4F3D-8C0B-30ACDEDA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583" y="2792566"/>
            <a:ext cx="1962767" cy="1095830"/>
          </a:xfrm>
          <a:custGeom xmlns:a="http://schemas.openxmlformats.org/drawingml/2006/main">
            <a:pathLst>
              <a:path w="1962767" h="1095830">
                <a:moveTo>
                  <a:pt x="0" y="986247"/>
                </a:moveTo>
                <a:lnTo>
                  <a:pt x="0" y="109583"/>
                </a:lnTo>
                <a:cubicBezTo>
                  <a:pt x="0" y="49092"/>
                  <a:pt x="439659" y="0"/>
                  <a:pt x="981383" y="0"/>
                </a:cubicBezTo>
                <a:cubicBezTo>
                  <a:pt x="1523106" y="0"/>
                  <a:pt x="1962767" y="49092"/>
                  <a:pt x="1962767" y="109583"/>
                </a:cubicBezTo>
                <a:lnTo>
                  <a:pt x="1962767" y="986247"/>
                </a:lnTo>
                <a:cubicBezTo>
                  <a:pt x="1962767" y="1046737"/>
                  <a:pt x="1523106" y="1095830"/>
                  <a:pt x="981383" y="1095830"/>
                </a:cubicBezTo>
                <a:cubicBezTo>
                  <a:pt x="439659" y="1095830"/>
                  <a:pt x="0" y="1046737"/>
                  <a:pt x="0" y="986247"/>
                </a:cubicBezTo>
              </a:path>
            </a:pathLst>
          </a:custGeom>
          <a:solidFill xmlns:a="http://schemas.openxmlformats.org/drawingml/2006/main">
            <a:srgbClr val="BFF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5">
            <a:extLst xmlns:a="http://schemas.openxmlformats.org/drawingml/2006/main">
              <a:ext uri="{FF2B5EF4-FFF2-40B4-BE49-F238E27FC236}">
                <a16:creationId xmlns:a16="http://schemas.microsoft.com/office/drawing/2014/main" id="{BEF22036-063C-44C4-95E9-60A738E3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587" y="2792568"/>
            <a:ext cx="1962765" cy="1095828"/>
          </a:xfrm>
          <a:custGeom xmlns:a="http://schemas.openxmlformats.org/drawingml/2006/main">
            <a:pathLst>
              <a:path w="1962765" h="1095828">
                <a:moveTo>
                  <a:pt x="0" y="986244"/>
                </a:moveTo>
                <a:lnTo>
                  <a:pt x="0" y="109574"/>
                </a:lnTo>
                <a:cubicBezTo>
                  <a:pt x="0" y="49087"/>
                  <a:pt x="439656" y="0"/>
                  <a:pt x="981376" y="0"/>
                </a:cubicBezTo>
                <a:cubicBezTo>
                  <a:pt x="1523097" y="0"/>
                  <a:pt x="1962765" y="49087"/>
                  <a:pt x="1962765" y="109574"/>
                </a:cubicBezTo>
                <a:lnTo>
                  <a:pt x="1962765" y="986244"/>
                </a:lnTo>
                <a:cubicBezTo>
                  <a:pt x="1962765" y="1046735"/>
                  <a:pt x="1523097" y="1095828"/>
                  <a:pt x="981376" y="1095828"/>
                </a:cubicBezTo>
                <a:cubicBezTo>
                  <a:pt x="439656" y="1095828"/>
                  <a:pt x="0" y="1046735"/>
                  <a:pt x="0" y="986244"/>
                </a:cubicBezTo>
                <a:moveTo>
                  <a:pt x="0" y="109574"/>
                </a:moveTo>
                <a:cubicBezTo>
                  <a:pt x="0" y="170076"/>
                  <a:pt x="439656" y="219161"/>
                  <a:pt x="981376" y="219161"/>
                </a:cubicBezTo>
                <a:cubicBezTo>
                  <a:pt x="1523097" y="219161"/>
                  <a:pt x="1962765" y="170076"/>
                  <a:pt x="1962765" y="10957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" name="pdf-path-6">
            <a:extLst xmlns:a="http://schemas.openxmlformats.org/drawingml/2006/main">
              <a:ext uri="{FF2B5EF4-FFF2-40B4-BE49-F238E27FC236}">
                <a16:creationId xmlns:a16="http://schemas.microsoft.com/office/drawing/2014/main" id="{4ACCA297-823A-4A6F-8323-AA337BB7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151" y="1535819"/>
            <a:ext cx="1517338" cy="747906"/>
          </a:xfrm>
          <a:custGeom xmlns:a="http://schemas.openxmlformats.org/drawingml/2006/main">
            <a:pathLst>
              <a:path w="1517338" h="747906">
                <a:moveTo>
                  <a:pt x="0" y="0"/>
                </a:moveTo>
                <a:lnTo>
                  <a:pt x="1517338" y="0"/>
                </a:lnTo>
                <a:lnTo>
                  <a:pt x="1517338" y="747906"/>
                </a:lnTo>
                <a:lnTo>
                  <a:pt x="0" y="747906"/>
                </a:lnTo>
                <a:close/>
              </a:path>
            </a:pathLst>
          </a:custGeom>
          <a:solidFill xmlns:a="http://schemas.openxmlformats.org/drawingml/2006/main">
            <a:srgbClr val="AA7942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7">
            <a:extLst xmlns:a="http://schemas.openxmlformats.org/drawingml/2006/main">
              <a:ext uri="{FF2B5EF4-FFF2-40B4-BE49-F238E27FC236}">
                <a16:creationId xmlns:a16="http://schemas.microsoft.com/office/drawing/2014/main" id="{7C0110E4-884F-4B02-B1F5-6D3549ED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144" y="1535825"/>
            <a:ext cx="1517350" cy="747907"/>
          </a:xfrm>
          <a:custGeom xmlns:a="http://schemas.openxmlformats.org/drawingml/2006/main">
            <a:pathLst>
              <a:path w="1517350" h="747907">
                <a:moveTo>
                  <a:pt x="0" y="0"/>
                </a:moveTo>
                <a:lnTo>
                  <a:pt x="1517350" y="0"/>
                </a:lnTo>
                <a:lnTo>
                  <a:pt x="1517350" y="747907"/>
                </a:lnTo>
                <a:lnTo>
                  <a:pt x="0" y="7479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51A6CA76-BBA3-40C0-B5BB-D9B01904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5817" y="1666086"/>
            <a:ext cx="145789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Primitive Policy</a:t>
            </a:r>
          </a:p>
        </p:txBody>
      </p:sp>
      <p:sp>
        <p:nvSpPr>
          <p:cNvPr id="8" name="pdf-path-17">
            <a:extLst xmlns:a="http://schemas.openxmlformats.org/drawingml/2006/main">
              <a:ext uri="{FF2B5EF4-FFF2-40B4-BE49-F238E27FC236}">
                <a16:creationId xmlns:a16="http://schemas.microsoft.com/office/drawing/2014/main" id="{379EE9DB-D30B-4F05-89B4-4A143402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6852" y="1354180"/>
            <a:ext cx="1221006" cy="783762"/>
          </a:xfrm>
          <a:custGeom xmlns:a="http://schemas.openxmlformats.org/drawingml/2006/main">
            <a:pathLst>
              <a:path w="1221006" h="783762">
                <a:moveTo>
                  <a:pt x="0" y="783762"/>
                </a:moveTo>
                <a:lnTo>
                  <a:pt x="1221006" y="783762"/>
                </a:lnTo>
                <a:lnTo>
                  <a:pt x="976804" y="0"/>
                </a:lnTo>
                <a:lnTo>
                  <a:pt x="244201" y="0"/>
                </a:lnTo>
                <a:lnTo>
                  <a:pt x="0" y="783762"/>
                </a:lnTo>
              </a:path>
            </a:pathLst>
          </a:custGeom>
          <a:solidFill xmlns:a="http://schemas.openxmlformats.org/drawingml/2006/main">
            <a:srgbClr val="F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18">
            <a:extLst xmlns:a="http://schemas.openxmlformats.org/drawingml/2006/main">
              <a:ext uri="{FF2B5EF4-FFF2-40B4-BE49-F238E27FC236}">
                <a16:creationId xmlns:a16="http://schemas.microsoft.com/office/drawing/2014/main" id="{38585B15-C3B0-45D0-A28B-6EBF5D09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6855" y="1354174"/>
            <a:ext cx="1221003" cy="783765"/>
          </a:xfrm>
          <a:custGeom xmlns:a="http://schemas.openxmlformats.org/drawingml/2006/main">
            <a:pathLst>
              <a:path w="1221003" h="783765">
                <a:moveTo>
                  <a:pt x="0" y="783765"/>
                </a:moveTo>
                <a:lnTo>
                  <a:pt x="1221003" y="783765"/>
                </a:lnTo>
                <a:lnTo>
                  <a:pt x="976802" y="0"/>
                </a:lnTo>
                <a:lnTo>
                  <a:pt x="244191" y="0"/>
                </a:lnTo>
                <a:lnTo>
                  <a:pt x="0" y="78376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0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AE23EBDD-0627-4414-AB98-18CBD9AD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3923" y="1485276"/>
            <a:ext cx="798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1" name="pdf-path-28">
            <a:extLst xmlns:a="http://schemas.openxmlformats.org/drawingml/2006/main">
              <a:ext uri="{FF2B5EF4-FFF2-40B4-BE49-F238E27FC236}">
                <a16:creationId xmlns:a16="http://schemas.microsoft.com/office/drawing/2014/main" id="{DBF1B23E-2CA3-40FB-85B7-CCFF775B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9854" y="2934339"/>
            <a:ext cx="2026943" cy="1293495"/>
          </a:xfrm>
          <a:custGeom xmlns:a="http://schemas.openxmlformats.org/drawingml/2006/main">
            <a:pathLst>
              <a:path w="2026943" h="1293495">
                <a:moveTo>
                  <a:pt x="0" y="1164146"/>
                </a:moveTo>
                <a:lnTo>
                  <a:pt x="0" y="129350"/>
                </a:lnTo>
                <a:cubicBezTo>
                  <a:pt x="0" y="57949"/>
                  <a:pt x="454036" y="0"/>
                  <a:pt x="1013471" y="0"/>
                </a:cubicBezTo>
                <a:cubicBezTo>
                  <a:pt x="1572908" y="0"/>
                  <a:pt x="2026943" y="57949"/>
                  <a:pt x="2026943" y="129350"/>
                </a:cubicBezTo>
                <a:lnTo>
                  <a:pt x="2026943" y="1164146"/>
                </a:lnTo>
                <a:cubicBezTo>
                  <a:pt x="2026943" y="1235547"/>
                  <a:pt x="1572908" y="1293495"/>
                  <a:pt x="1013471" y="1293495"/>
                </a:cubicBezTo>
                <a:cubicBezTo>
                  <a:pt x="454036" y="1293495"/>
                  <a:pt x="0" y="1235547"/>
                  <a:pt x="0" y="1164146"/>
                </a:cubicBezTo>
              </a:path>
            </a:pathLst>
          </a:custGeom>
          <a:solidFill xmlns:a="http://schemas.openxmlformats.org/drawingml/2006/main">
            <a:srgbClr val="BFF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29">
            <a:extLst xmlns:a="http://schemas.openxmlformats.org/drawingml/2006/main">
              <a:ext uri="{FF2B5EF4-FFF2-40B4-BE49-F238E27FC236}">
                <a16:creationId xmlns:a16="http://schemas.microsoft.com/office/drawing/2014/main" id="{D01473B6-FE9C-4AE8-857F-2FD84E0F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9857" y="2934346"/>
            <a:ext cx="2026933" cy="1293488"/>
          </a:xfrm>
          <a:custGeom xmlns:a="http://schemas.openxmlformats.org/drawingml/2006/main">
            <a:pathLst>
              <a:path w="2026933" h="1293488">
                <a:moveTo>
                  <a:pt x="0" y="1164138"/>
                </a:moveTo>
                <a:lnTo>
                  <a:pt x="0" y="129349"/>
                </a:lnTo>
                <a:cubicBezTo>
                  <a:pt x="0" y="57939"/>
                  <a:pt x="454029" y="0"/>
                  <a:pt x="1013473" y="0"/>
                </a:cubicBezTo>
                <a:cubicBezTo>
                  <a:pt x="1572903" y="0"/>
                  <a:pt x="2026933" y="57939"/>
                  <a:pt x="2026933" y="129349"/>
                </a:cubicBezTo>
                <a:lnTo>
                  <a:pt x="2026933" y="1164138"/>
                </a:lnTo>
                <a:cubicBezTo>
                  <a:pt x="2026933" y="1235539"/>
                  <a:pt x="1572903" y="1293488"/>
                  <a:pt x="1013473" y="1293488"/>
                </a:cubicBezTo>
                <a:cubicBezTo>
                  <a:pt x="454029" y="1293488"/>
                  <a:pt x="0" y="1235539"/>
                  <a:pt x="0" y="1164138"/>
                </a:cubicBezTo>
                <a:moveTo>
                  <a:pt x="0" y="129349"/>
                </a:moveTo>
                <a:cubicBezTo>
                  <a:pt x="0" y="200744"/>
                  <a:pt x="454029" y="258691"/>
                  <a:pt x="1013473" y="258691"/>
                </a:cubicBezTo>
                <a:cubicBezTo>
                  <a:pt x="1572903" y="258691"/>
                  <a:pt x="2026933" y="200744"/>
                  <a:pt x="2026933" y="12934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3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B790CA3F-E694-481E-BAAE-E56B67E8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482" y="3366085"/>
            <a:ext cx="1881590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Unlabelled &amp; Undirected</a:t>
            </a:r>
          </a:p>
        </p:txBody>
      </p:sp>
      <p:sp>
        <p:nvSpPr>
          <p:cNvPr id="14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977E4F37-9FD5-4B1E-884E-5B3892AD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9857" y="3570963"/>
            <a:ext cx="362831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5" name="pdf-path-34">
            <a:extLst xmlns:a="http://schemas.openxmlformats.org/drawingml/2006/main">
              <a:ext uri="{FF2B5EF4-FFF2-40B4-BE49-F238E27FC236}">
                <a16:creationId xmlns:a16="http://schemas.microsoft.com/office/drawing/2014/main" id="{A82B42FB-9235-4568-B3F3-B5F53BE6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4960" y="2520987"/>
            <a:ext cx="3601" cy="279089"/>
          </a:xfrm>
          <a:custGeom xmlns:a="http://schemas.openxmlformats.org/drawingml/2006/main">
            <a:pathLst>
              <a:path w="3601" h="279089">
                <a:moveTo>
                  <a:pt x="0" y="0"/>
                </a:moveTo>
                <a:lnTo>
                  <a:pt x="3601" y="279089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433FF"/>
            </a:solidFill>
            <a:prstDash val="solid"/>
          </a:ln>
        </p:spPr>
      </p:sp>
      <p:sp>
        <p:nvSpPr>
          <p:cNvPr id="16" name="pdf-path-35">
            <a:extLst xmlns:a="http://schemas.openxmlformats.org/drawingml/2006/main">
              <a:ext uri="{FF2B5EF4-FFF2-40B4-BE49-F238E27FC236}">
                <a16:creationId xmlns:a16="http://schemas.microsoft.com/office/drawing/2014/main" id="{4CA12338-FEEF-4CC7-9DD2-50874607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8566" y="2799565"/>
            <a:ext cx="80003" cy="107188"/>
          </a:xfrm>
          <a:custGeom xmlns:a="http://schemas.openxmlformats.org/drawingml/2006/main">
            <a:pathLst>
              <a:path w="80003" h="107188">
                <a:moveTo>
                  <a:pt x="41381" y="107188"/>
                </a:moveTo>
                <a:lnTo>
                  <a:pt x="80003" y="0"/>
                </a:lnTo>
                <a:lnTo>
                  <a:pt x="0" y="1033"/>
                </a:lnTo>
                <a:lnTo>
                  <a:pt x="41381" y="107188"/>
                </a:lnTo>
              </a:path>
            </a:pathLst>
          </a:custGeom>
          <a:solidFill xmlns:a="http://schemas.openxmlformats.org/drawingml/2006/main">
            <a:srgbClr val="043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36">
            <a:extLst xmlns:a="http://schemas.openxmlformats.org/drawingml/2006/main">
              <a:ext uri="{FF2B5EF4-FFF2-40B4-BE49-F238E27FC236}">
                <a16:creationId xmlns:a16="http://schemas.microsoft.com/office/drawing/2014/main" id="{2B099482-1449-418D-8088-432A7676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8570" y="2799570"/>
            <a:ext cx="79997" cy="107185"/>
          </a:xfrm>
          <a:custGeom xmlns:a="http://schemas.openxmlformats.org/drawingml/2006/main">
            <a:pathLst>
              <a:path w="79997" h="107185">
                <a:moveTo>
                  <a:pt x="41379" y="107185"/>
                </a:moveTo>
                <a:lnTo>
                  <a:pt x="79997" y="0"/>
                </a:lnTo>
                <a:lnTo>
                  <a:pt x="0" y="1026"/>
                </a:lnTo>
                <a:lnTo>
                  <a:pt x="41379" y="10718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433FF"/>
            </a:solidFill>
            <a:prstDash val="solid"/>
          </a:ln>
        </p:spPr>
      </p:sp>
      <p:sp>
        <p:nvSpPr>
          <p:cNvPr id="18" name="pdf-path-37">
            <a:extLst xmlns:a="http://schemas.openxmlformats.org/drawingml/2006/main">
              <a:ext uri="{FF2B5EF4-FFF2-40B4-BE49-F238E27FC236}">
                <a16:creationId xmlns:a16="http://schemas.microsoft.com/office/drawing/2014/main" id="{ABC4514E-9F77-46A5-B572-01414AF5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4959" y="2414314"/>
            <a:ext cx="80004" cy="107188"/>
          </a:xfrm>
          <a:custGeom xmlns:a="http://schemas.openxmlformats.org/drawingml/2006/main">
            <a:pathLst>
              <a:path w="80004" h="107188">
                <a:moveTo>
                  <a:pt x="38623" y="0"/>
                </a:moveTo>
                <a:lnTo>
                  <a:pt x="0" y="107188"/>
                </a:lnTo>
                <a:lnTo>
                  <a:pt x="80004" y="106155"/>
                </a:lnTo>
                <a:lnTo>
                  <a:pt x="38623" y="0"/>
                </a:lnTo>
              </a:path>
            </a:pathLst>
          </a:custGeom>
          <a:solidFill xmlns:a="http://schemas.openxmlformats.org/drawingml/2006/main">
            <a:srgbClr val="043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38">
            <a:extLst xmlns:a="http://schemas.openxmlformats.org/drawingml/2006/main">
              <a:ext uri="{FF2B5EF4-FFF2-40B4-BE49-F238E27FC236}">
                <a16:creationId xmlns:a16="http://schemas.microsoft.com/office/drawing/2014/main" id="{7E090882-FAC8-4D78-AAB8-2647736C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4956" y="2414307"/>
            <a:ext cx="80010" cy="107200"/>
          </a:xfrm>
          <a:custGeom xmlns:a="http://schemas.openxmlformats.org/drawingml/2006/main">
            <a:pathLst>
              <a:path w="80010" h="107200">
                <a:moveTo>
                  <a:pt x="38631" y="0"/>
                </a:moveTo>
                <a:lnTo>
                  <a:pt x="0" y="107200"/>
                </a:lnTo>
                <a:lnTo>
                  <a:pt x="80010" y="106161"/>
                </a:lnTo>
                <a:lnTo>
                  <a:pt x="386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433FF"/>
            </a:solidFill>
            <a:prstDash val="solid"/>
          </a:ln>
        </p:spPr>
      </p:sp>
      <p:sp>
        <p:nvSpPr>
          <p:cNvPr id="20" name="pdf-path-39">
            <a:extLst xmlns:a="http://schemas.openxmlformats.org/drawingml/2006/main">
              <a:ext uri="{FF2B5EF4-FFF2-40B4-BE49-F238E27FC236}">
                <a16:creationId xmlns:a16="http://schemas.microsoft.com/office/drawing/2014/main" id="{301A465A-DAE2-4422-8844-5950F71B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8103" y="1200885"/>
            <a:ext cx="2011610" cy="1095830"/>
          </a:xfrm>
          <a:custGeom xmlns:a="http://schemas.openxmlformats.org/drawingml/2006/main">
            <a:pathLst>
              <a:path w="2011610" h="1095830">
                <a:moveTo>
                  <a:pt x="0" y="986248"/>
                </a:moveTo>
                <a:lnTo>
                  <a:pt x="0" y="109583"/>
                </a:lnTo>
                <a:cubicBezTo>
                  <a:pt x="0" y="49093"/>
                  <a:pt x="450600" y="0"/>
                  <a:pt x="1005805" y="0"/>
                </a:cubicBezTo>
                <a:cubicBezTo>
                  <a:pt x="1561009" y="0"/>
                  <a:pt x="2011610" y="49093"/>
                  <a:pt x="2011610" y="109583"/>
                </a:cubicBezTo>
                <a:lnTo>
                  <a:pt x="2011610" y="986248"/>
                </a:lnTo>
                <a:cubicBezTo>
                  <a:pt x="2011610" y="1046736"/>
                  <a:pt x="1561009" y="1095830"/>
                  <a:pt x="1005805" y="1095830"/>
                </a:cubicBezTo>
                <a:cubicBezTo>
                  <a:pt x="450600" y="1095830"/>
                  <a:pt x="0" y="1046736"/>
                  <a:pt x="0" y="986248"/>
                </a:cubicBezTo>
              </a:path>
            </a:pathLst>
          </a:custGeom>
          <a:solidFill xmlns:a="http://schemas.openxmlformats.org/drawingml/2006/main">
            <a:srgbClr val="BFF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40">
            <a:extLst xmlns:a="http://schemas.openxmlformats.org/drawingml/2006/main">
              <a:ext uri="{FF2B5EF4-FFF2-40B4-BE49-F238E27FC236}">
                <a16:creationId xmlns:a16="http://schemas.microsoft.com/office/drawing/2014/main" id="{A550B0A8-1FBD-40DD-9A64-2413AE29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8103" y="1200889"/>
            <a:ext cx="2011609" cy="1095830"/>
          </a:xfrm>
          <a:custGeom xmlns:a="http://schemas.openxmlformats.org/drawingml/2006/main">
            <a:pathLst>
              <a:path w="2011609" h="1095830">
                <a:moveTo>
                  <a:pt x="0" y="986242"/>
                </a:moveTo>
                <a:lnTo>
                  <a:pt x="0" y="109574"/>
                </a:lnTo>
                <a:cubicBezTo>
                  <a:pt x="0" y="49087"/>
                  <a:pt x="450599" y="0"/>
                  <a:pt x="1005804" y="0"/>
                </a:cubicBezTo>
                <a:cubicBezTo>
                  <a:pt x="1561008" y="0"/>
                  <a:pt x="2011609" y="49087"/>
                  <a:pt x="2011609" y="109574"/>
                </a:cubicBezTo>
                <a:lnTo>
                  <a:pt x="2011609" y="986242"/>
                </a:lnTo>
                <a:cubicBezTo>
                  <a:pt x="2011609" y="1046730"/>
                  <a:pt x="1561008" y="1095830"/>
                  <a:pt x="1005804" y="1095830"/>
                </a:cubicBezTo>
                <a:cubicBezTo>
                  <a:pt x="450599" y="1095830"/>
                  <a:pt x="0" y="1046730"/>
                  <a:pt x="0" y="986242"/>
                </a:cubicBezTo>
                <a:moveTo>
                  <a:pt x="0" y="109574"/>
                </a:moveTo>
                <a:cubicBezTo>
                  <a:pt x="0" y="170075"/>
                  <a:pt x="450599" y="219161"/>
                  <a:pt x="1005804" y="219161"/>
                </a:cubicBezTo>
                <a:cubicBezTo>
                  <a:pt x="1561008" y="219161"/>
                  <a:pt x="2011609" y="170075"/>
                  <a:pt x="2011609" y="10957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2" name="pdf-path-41">
            <a:extLst xmlns:a="http://schemas.openxmlformats.org/drawingml/2006/main">
              <a:ext uri="{FF2B5EF4-FFF2-40B4-BE49-F238E27FC236}">
                <a16:creationId xmlns:a16="http://schemas.microsoft.com/office/drawing/2014/main" id="{60764567-35ED-4652-A358-C6D7BE43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9290" y="3109718"/>
            <a:ext cx="1591239" cy="747908"/>
          </a:xfrm>
          <a:custGeom xmlns:a="http://schemas.openxmlformats.org/drawingml/2006/main">
            <a:pathLst>
              <a:path w="1591239" h="747908">
                <a:moveTo>
                  <a:pt x="0" y="747908"/>
                </a:moveTo>
                <a:lnTo>
                  <a:pt x="1591239" y="747908"/>
                </a:lnTo>
                <a:lnTo>
                  <a:pt x="1272991" y="0"/>
                </a:lnTo>
                <a:lnTo>
                  <a:pt x="318248" y="0"/>
                </a:lnTo>
                <a:lnTo>
                  <a:pt x="0" y="747908"/>
                </a:lnTo>
              </a:path>
            </a:pathLst>
          </a:custGeom>
          <a:solidFill xmlns:a="http://schemas.openxmlformats.org/drawingml/2006/main">
            <a:srgbClr val="FF91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42">
            <a:extLst xmlns:a="http://schemas.openxmlformats.org/drawingml/2006/main">
              <a:ext uri="{FF2B5EF4-FFF2-40B4-BE49-F238E27FC236}">
                <a16:creationId xmlns:a16="http://schemas.microsoft.com/office/drawing/2014/main" id="{35C26E68-3475-49D0-80DE-37D2F31A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9289" y="3109718"/>
            <a:ext cx="1591239" cy="747908"/>
          </a:xfrm>
          <a:custGeom xmlns:a="http://schemas.openxmlformats.org/drawingml/2006/main">
            <a:pathLst>
              <a:path w="1591239" h="747908">
                <a:moveTo>
                  <a:pt x="0" y="747908"/>
                </a:moveTo>
                <a:lnTo>
                  <a:pt x="1591239" y="747908"/>
                </a:lnTo>
                <a:lnTo>
                  <a:pt x="1272992" y="0"/>
                </a:lnTo>
                <a:lnTo>
                  <a:pt x="318248" y="0"/>
                </a:lnTo>
                <a:lnTo>
                  <a:pt x="0" y="74790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4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1A17119E-6E67-4FB4-B1FF-C9EB06DC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5137" y="3248858"/>
            <a:ext cx="106679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Policy</a:t>
            </a:r>
          </a:p>
        </p:txBody>
      </p:sp>
      <p:sp>
        <p:nvSpPr>
          <p:cNvPr id="25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112DEF1F-0CBF-48D5-8EF0-941DA8BC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3964" y="1580985"/>
            <a:ext cx="1151504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Labelled Data</a:t>
            </a:r>
          </a:p>
        </p:txBody>
      </p:sp>
      <p:sp>
        <p:nvSpPr>
          <p:cNvPr id="26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797760AB-33E2-47EC-A12A-60EC39E9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7983" y="1746918"/>
            <a:ext cx="360120" cy="493"/>
          </a:xfrm>
          <a:custGeom xmlns:a="http://schemas.openxmlformats.org/drawingml/2006/main">
            <a:pathLst>
              <a:path w="360120" h="493">
                <a:moveTo>
                  <a:pt x="360120" y="4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dash"/>
          </a:ln>
        </p:spPr>
      </p:sp>
      <p:sp>
        <p:nvSpPr>
          <p:cNvPr id="27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1B6048B7-DFCA-4347-9F75-20BF692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1303" y="1706912"/>
            <a:ext cx="106737" cy="80010"/>
          </a:xfrm>
          <a:custGeom xmlns:a="http://schemas.openxmlformats.org/drawingml/2006/main">
            <a:pathLst>
              <a:path w="106737" h="80010">
                <a:moveTo>
                  <a:pt x="0" y="39857"/>
                </a:moveTo>
                <a:lnTo>
                  <a:pt x="106626" y="80010"/>
                </a:lnTo>
                <a:lnTo>
                  <a:pt x="106737" y="0"/>
                </a:lnTo>
                <a:lnTo>
                  <a:pt x="0" y="398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ABDE9871-2BA3-4C36-A630-A68C4C9B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1302" y="1706912"/>
            <a:ext cx="106737" cy="80010"/>
          </a:xfrm>
          <a:custGeom xmlns:a="http://schemas.openxmlformats.org/drawingml/2006/main">
            <a:pathLst>
              <a:path w="106737" h="80010">
                <a:moveTo>
                  <a:pt x="0" y="39859"/>
                </a:moveTo>
                <a:lnTo>
                  <a:pt x="106626" y="80010"/>
                </a:lnTo>
                <a:lnTo>
                  <a:pt x="106737" y="0"/>
                </a:lnTo>
                <a:lnTo>
                  <a:pt x="0" y="39859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9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9943E59E-20D2-4E61-8F9B-47E2258E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9056" y="2137939"/>
            <a:ext cx="477621" cy="566032"/>
          </a:xfrm>
          <a:custGeom xmlns:a="http://schemas.openxmlformats.org/drawingml/2006/main">
            <a:pathLst>
              <a:path w="477621" h="566032">
                <a:moveTo>
                  <a:pt x="477621" y="0"/>
                </a:moveTo>
                <a:lnTo>
                  <a:pt x="0" y="56603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dash"/>
          </a:ln>
        </p:spPr>
      </p:sp>
      <p:sp>
        <p:nvSpPr>
          <p:cNvPr id="30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6CD25555-51F5-4BED-9A74-6BFA5486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0265" y="2678170"/>
            <a:ext cx="99372" cy="107331"/>
          </a:xfrm>
          <a:custGeom xmlns:a="http://schemas.openxmlformats.org/drawingml/2006/main">
            <a:pathLst>
              <a:path w="99372" h="107331">
                <a:moveTo>
                  <a:pt x="0" y="107331"/>
                </a:moveTo>
                <a:lnTo>
                  <a:pt x="99372" y="51598"/>
                </a:lnTo>
                <a:lnTo>
                  <a:pt x="38223" y="0"/>
                </a:lnTo>
                <a:lnTo>
                  <a:pt x="0" y="1073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7DDD7D55-2504-4A5B-BB73-A64DEC19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0262" y="2678167"/>
            <a:ext cx="99373" cy="107334"/>
          </a:xfrm>
          <a:custGeom xmlns:a="http://schemas.openxmlformats.org/drawingml/2006/main">
            <a:pathLst>
              <a:path w="99373" h="107334">
                <a:moveTo>
                  <a:pt x="0" y="107334"/>
                </a:moveTo>
                <a:lnTo>
                  <a:pt x="99373" y="51606"/>
                </a:lnTo>
                <a:lnTo>
                  <a:pt x="38219" y="0"/>
                </a:lnTo>
                <a:lnTo>
                  <a:pt x="0" y="107334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2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AB98732E-9E0F-4C29-99FE-62BE461F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4496" y="2137939"/>
            <a:ext cx="407154" cy="575725"/>
          </a:xfrm>
          <a:custGeom xmlns:a="http://schemas.openxmlformats.org/drawingml/2006/main">
            <a:pathLst>
              <a:path w="407154" h="575725">
                <a:moveTo>
                  <a:pt x="0" y="0"/>
                </a:moveTo>
                <a:lnTo>
                  <a:pt x="407154" y="5757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dash"/>
          </a:ln>
        </p:spPr>
      </p:sp>
      <p:sp>
        <p:nvSpPr>
          <p:cNvPr id="33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D8694799-083A-44E6-A5EF-FCAACE23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8988" y="2690565"/>
            <a:ext cx="94261" cy="110199"/>
          </a:xfrm>
          <a:custGeom xmlns:a="http://schemas.openxmlformats.org/drawingml/2006/main">
            <a:pathLst>
              <a:path w="94261" h="110199">
                <a:moveTo>
                  <a:pt x="94261" y="110199"/>
                </a:moveTo>
                <a:lnTo>
                  <a:pt x="65326" y="0"/>
                </a:lnTo>
                <a:lnTo>
                  <a:pt x="0" y="46199"/>
                </a:lnTo>
                <a:lnTo>
                  <a:pt x="94261" y="1101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23690940-ACC9-4368-91AD-44C5ACFE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8987" y="2690569"/>
            <a:ext cx="94261" cy="110199"/>
          </a:xfrm>
          <a:custGeom xmlns:a="http://schemas.openxmlformats.org/drawingml/2006/main">
            <a:pathLst>
              <a:path w="94261" h="110199">
                <a:moveTo>
                  <a:pt x="94261" y="110199"/>
                </a:moveTo>
                <a:lnTo>
                  <a:pt x="65326" y="0"/>
                </a:lnTo>
                <a:lnTo>
                  <a:pt x="0" y="46191"/>
                </a:lnTo>
                <a:lnTo>
                  <a:pt x="94261" y="110199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5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7076B071-E67E-45AE-884F-5F804879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7127" y="2409587"/>
            <a:ext cx="81969" cy="258820"/>
          </a:xfrm>
          <a:custGeom xmlns:a="http://schemas.openxmlformats.org/drawingml/2006/main">
            <a:pathLst>
              <a:path w="81969" h="258820">
                <a:moveTo>
                  <a:pt x="81969" y="2588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42192"/>
            </a:solidFill>
            <a:prstDash val="solid"/>
          </a:ln>
        </p:spPr>
      </p:sp>
      <p:sp>
        <p:nvSpPr>
          <p:cNvPr id="36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370AA396-72D0-4BAB-BEB5-B6E6D7CD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987" y="2307879"/>
            <a:ext cx="76274" cy="113781"/>
          </a:xfrm>
          <a:custGeom xmlns:a="http://schemas.openxmlformats.org/drawingml/2006/main">
            <a:pathLst>
              <a:path w="76274" h="113781">
                <a:moveTo>
                  <a:pt x="5926" y="0"/>
                </a:moveTo>
                <a:lnTo>
                  <a:pt x="0" y="113781"/>
                </a:lnTo>
                <a:lnTo>
                  <a:pt x="76274" y="89622"/>
                </a:lnTo>
                <a:lnTo>
                  <a:pt x="5926" y="0"/>
                </a:lnTo>
              </a:path>
            </a:pathLst>
          </a:custGeom>
          <a:solidFill xmlns:a="http://schemas.openxmlformats.org/drawingml/2006/main">
            <a:srgbClr val="942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390767C6-E4D7-489E-9FD0-C0AAE356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988" y="2307881"/>
            <a:ext cx="76276" cy="113774"/>
          </a:xfrm>
          <a:custGeom xmlns:a="http://schemas.openxmlformats.org/drawingml/2006/main">
            <a:pathLst>
              <a:path w="76276" h="113774">
                <a:moveTo>
                  <a:pt x="5921" y="0"/>
                </a:moveTo>
                <a:lnTo>
                  <a:pt x="0" y="113774"/>
                </a:lnTo>
                <a:lnTo>
                  <a:pt x="76276" y="89624"/>
                </a:lnTo>
                <a:lnTo>
                  <a:pt x="59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42192"/>
            </a:solidFill>
            <a:prstDash val="solid"/>
          </a:ln>
        </p:spPr>
      </p:sp>
      <p:sp>
        <p:nvSpPr>
          <p:cNvPr id="38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39BFD848-0E7D-4765-A1DD-D55DBAE4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0965" y="2656331"/>
            <a:ext cx="76275" cy="113780"/>
          </a:xfrm>
          <a:custGeom xmlns:a="http://schemas.openxmlformats.org/drawingml/2006/main">
            <a:pathLst>
              <a:path w="76275" h="113780">
                <a:moveTo>
                  <a:pt x="70349" y="113780"/>
                </a:moveTo>
                <a:lnTo>
                  <a:pt x="76275" y="0"/>
                </a:lnTo>
                <a:lnTo>
                  <a:pt x="0" y="24159"/>
                </a:lnTo>
                <a:lnTo>
                  <a:pt x="70349" y="113780"/>
                </a:lnTo>
              </a:path>
            </a:pathLst>
          </a:custGeom>
          <a:solidFill xmlns:a="http://schemas.openxmlformats.org/drawingml/2006/main">
            <a:srgbClr val="942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39AC0B86-DCBC-4BBE-B489-1632E72B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0958" y="2656325"/>
            <a:ext cx="76278" cy="113787"/>
          </a:xfrm>
          <a:custGeom xmlns:a="http://schemas.openxmlformats.org/drawingml/2006/main">
            <a:pathLst>
              <a:path w="76278" h="113787">
                <a:moveTo>
                  <a:pt x="70356" y="113787"/>
                </a:moveTo>
                <a:lnTo>
                  <a:pt x="76278" y="0"/>
                </a:lnTo>
                <a:lnTo>
                  <a:pt x="0" y="24162"/>
                </a:lnTo>
                <a:lnTo>
                  <a:pt x="70356" y="11378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42192"/>
            </a:solidFill>
            <a:prstDash val="solid"/>
          </a:ln>
        </p:spPr>
      </p:sp>
      <p:sp>
        <p:nvSpPr>
          <p:cNvPr id="40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92953EB7-FC90-4D4F-B8D8-9772C787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0839" y="3351021"/>
            <a:ext cx="305609" cy="2018"/>
          </a:xfrm>
          <a:custGeom xmlns:a="http://schemas.openxmlformats.org/drawingml/2006/main">
            <a:pathLst>
              <a:path w="305609" h="2018">
                <a:moveTo>
                  <a:pt x="0" y="2018"/>
                </a:moveTo>
                <a:lnTo>
                  <a:pt x="3056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600"/>
            </a:solidFill>
            <a:prstDash val="solid"/>
          </a:ln>
        </p:spPr>
      </p:sp>
      <p:sp>
        <p:nvSpPr>
          <p:cNvPr id="41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11BF0DCA-82DD-482B-9184-C3FF8F4D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6185" y="3311017"/>
            <a:ext cx="106941" cy="80007"/>
          </a:xfrm>
          <a:custGeom xmlns:a="http://schemas.openxmlformats.org/drawingml/2006/main">
            <a:pathLst>
              <a:path w="106941" h="80007">
                <a:moveTo>
                  <a:pt x="106941" y="39299"/>
                </a:moveTo>
                <a:lnTo>
                  <a:pt x="0" y="0"/>
                </a:lnTo>
                <a:lnTo>
                  <a:pt x="528" y="80007"/>
                </a:lnTo>
                <a:lnTo>
                  <a:pt x="106941" y="39299"/>
                </a:lnTo>
              </a:path>
            </a:pathLst>
          </a:custGeom>
          <a:solidFill xmlns:a="http://schemas.openxmlformats.org/drawingml/2006/main">
            <a:srgbClr val="FF2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005E6764-B118-455B-A004-477B70FB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6183" y="3311017"/>
            <a:ext cx="106942" cy="80008"/>
          </a:xfrm>
          <a:custGeom xmlns:a="http://schemas.openxmlformats.org/drawingml/2006/main">
            <a:pathLst>
              <a:path w="106942" h="80008">
                <a:moveTo>
                  <a:pt x="106942" y="39300"/>
                </a:moveTo>
                <a:lnTo>
                  <a:pt x="0" y="0"/>
                </a:lnTo>
                <a:lnTo>
                  <a:pt x="529" y="80008"/>
                </a:lnTo>
                <a:lnTo>
                  <a:pt x="106942" y="393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600"/>
            </a:solidFill>
            <a:prstDash val="solid"/>
          </a:ln>
        </p:spPr>
      </p:sp>
      <p:sp>
        <p:nvSpPr>
          <p:cNvPr id="43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79EEA21D-AA38-4EA1-873E-3E93F59B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4162" y="3313034"/>
            <a:ext cx="106941" cy="80009"/>
          </a:xfrm>
          <a:custGeom xmlns:a="http://schemas.openxmlformats.org/drawingml/2006/main">
            <a:pathLst>
              <a:path w="106941" h="80009">
                <a:moveTo>
                  <a:pt x="0" y="40709"/>
                </a:moveTo>
                <a:lnTo>
                  <a:pt x="106941" y="80009"/>
                </a:lnTo>
                <a:lnTo>
                  <a:pt x="106413" y="0"/>
                </a:lnTo>
                <a:lnTo>
                  <a:pt x="0" y="40709"/>
                </a:lnTo>
              </a:path>
            </a:pathLst>
          </a:custGeom>
          <a:solidFill xmlns:a="http://schemas.openxmlformats.org/drawingml/2006/main">
            <a:srgbClr val="FF2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23D65FF3-636A-43B3-9193-6679D55B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4161" y="3313035"/>
            <a:ext cx="106941" cy="80009"/>
          </a:xfrm>
          <a:custGeom xmlns:a="http://schemas.openxmlformats.org/drawingml/2006/main">
            <a:pathLst>
              <a:path w="106941" h="80009">
                <a:moveTo>
                  <a:pt x="0" y="40708"/>
                </a:moveTo>
                <a:lnTo>
                  <a:pt x="106941" y="80009"/>
                </a:lnTo>
                <a:lnTo>
                  <a:pt x="106413" y="0"/>
                </a:lnTo>
                <a:lnTo>
                  <a:pt x="0" y="4070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600"/>
            </a:solidFill>
            <a:prstDash val="solid"/>
          </a:ln>
        </p:spPr>
      </p:sp>
      <p:sp>
        <p:nvSpPr>
          <p:cNvPr id="45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1ADE5C6A-F1DC-4778-8C3D-0113ED7A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3261" y="192871"/>
            <a:ext cx="929983" cy="9027"/>
          </a:xfrm>
          <a:custGeom xmlns:a="http://schemas.openxmlformats.org/drawingml/2006/main">
            <a:pathLst>
              <a:path w="929983" h="9027">
                <a:moveTo>
                  <a:pt x="0" y="9027"/>
                </a:moveTo>
                <a:lnTo>
                  <a:pt x="92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dash"/>
          </a:ln>
        </p:spPr>
      </p:sp>
      <p:sp>
        <p:nvSpPr>
          <p:cNvPr id="46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AC8D85FB-C79F-4F92-B96C-4D1C1F11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2839" y="152862"/>
            <a:ext cx="107077" cy="80006"/>
          </a:xfrm>
          <a:custGeom xmlns:a="http://schemas.openxmlformats.org/drawingml/2006/main">
            <a:pathLst>
              <a:path w="107077" h="80006">
                <a:moveTo>
                  <a:pt x="107077" y="38929"/>
                </a:moveTo>
                <a:lnTo>
                  <a:pt x="0" y="0"/>
                </a:lnTo>
                <a:lnTo>
                  <a:pt x="806" y="80006"/>
                </a:lnTo>
                <a:lnTo>
                  <a:pt x="107077" y="389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21506804-ADCA-4C63-AD50-13ACF019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2842" y="152866"/>
            <a:ext cx="107068" cy="79995"/>
          </a:xfrm>
          <a:custGeom xmlns:a="http://schemas.openxmlformats.org/drawingml/2006/main">
            <a:pathLst>
              <a:path w="107068" h="79995">
                <a:moveTo>
                  <a:pt x="107068" y="38923"/>
                </a:moveTo>
                <a:lnTo>
                  <a:pt x="0" y="0"/>
                </a:lnTo>
                <a:lnTo>
                  <a:pt x="801" y="79995"/>
                </a:lnTo>
                <a:lnTo>
                  <a:pt x="107068" y="38923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8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C356FC15-0DBD-4E1F-943F-93829937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8939" y="181135"/>
            <a:ext cx="797962" cy="7747"/>
          </a:xfrm>
          <a:custGeom xmlns:a="http://schemas.openxmlformats.org/drawingml/2006/main">
            <a:pathLst>
              <a:path w="797962" h="7747">
                <a:moveTo>
                  <a:pt x="0" y="7747"/>
                </a:moveTo>
                <a:lnTo>
                  <a:pt x="7979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433FF"/>
            </a:solidFill>
            <a:prstDash val="solid"/>
          </a:ln>
        </p:spPr>
      </p:sp>
      <p:sp>
        <p:nvSpPr>
          <p:cNvPr id="49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CB3171F4-8E12-4B05-AD34-106E6D3B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6499" y="141127"/>
            <a:ext cx="107077" cy="80006"/>
          </a:xfrm>
          <a:custGeom xmlns:a="http://schemas.openxmlformats.org/drawingml/2006/main">
            <a:pathLst>
              <a:path w="107077" h="80006">
                <a:moveTo>
                  <a:pt x="107077" y="38929"/>
                </a:moveTo>
                <a:lnTo>
                  <a:pt x="0" y="0"/>
                </a:lnTo>
                <a:lnTo>
                  <a:pt x="806" y="80006"/>
                </a:lnTo>
                <a:lnTo>
                  <a:pt x="107077" y="38929"/>
                </a:lnTo>
              </a:path>
            </a:pathLst>
          </a:custGeom>
          <a:solidFill xmlns:a="http://schemas.openxmlformats.org/drawingml/2006/main">
            <a:srgbClr val="043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26D61DEC-8D8B-48A1-AE24-DC1D993A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6498" y="141131"/>
            <a:ext cx="107077" cy="79995"/>
          </a:xfrm>
          <a:custGeom xmlns:a="http://schemas.openxmlformats.org/drawingml/2006/main">
            <a:pathLst>
              <a:path w="107077" h="79995">
                <a:moveTo>
                  <a:pt x="107077" y="38924"/>
                </a:moveTo>
                <a:lnTo>
                  <a:pt x="0" y="0"/>
                </a:lnTo>
                <a:lnTo>
                  <a:pt x="806" y="79995"/>
                </a:lnTo>
                <a:lnTo>
                  <a:pt x="107077" y="38924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433FF"/>
            </a:solidFill>
            <a:prstDash val="solid"/>
          </a:ln>
        </p:spPr>
      </p:sp>
      <p:sp>
        <p:nvSpPr>
          <p:cNvPr id="51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7A77F671-C4C5-4DF2-9E36-35B5D61B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2263" y="148876"/>
            <a:ext cx="107063" cy="80006"/>
          </a:xfrm>
          <a:custGeom xmlns:a="http://schemas.openxmlformats.org/drawingml/2006/main">
            <a:pathLst>
              <a:path w="107063" h="80006">
                <a:moveTo>
                  <a:pt x="0" y="41039"/>
                </a:moveTo>
                <a:lnTo>
                  <a:pt x="107063" y="80006"/>
                </a:lnTo>
                <a:lnTo>
                  <a:pt x="106287" y="0"/>
                </a:lnTo>
                <a:lnTo>
                  <a:pt x="0" y="41039"/>
                </a:lnTo>
              </a:path>
            </a:pathLst>
          </a:custGeom>
          <a:solidFill xmlns:a="http://schemas.openxmlformats.org/drawingml/2006/main">
            <a:srgbClr val="043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F55B4E62-C80D-4212-9DD5-B5CC1E4E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2258" y="148878"/>
            <a:ext cx="107067" cy="80009"/>
          </a:xfrm>
          <a:custGeom xmlns:a="http://schemas.openxmlformats.org/drawingml/2006/main">
            <a:pathLst>
              <a:path w="107067" h="80009">
                <a:moveTo>
                  <a:pt x="0" y="41031"/>
                </a:moveTo>
                <a:lnTo>
                  <a:pt x="107067" y="80009"/>
                </a:lnTo>
                <a:lnTo>
                  <a:pt x="106294" y="0"/>
                </a:lnTo>
                <a:lnTo>
                  <a:pt x="0" y="41031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433FF"/>
            </a:solidFill>
            <a:prstDash val="solid"/>
          </a:ln>
        </p:spPr>
      </p:sp>
      <p:sp>
        <p:nvSpPr>
          <p:cNvPr id="53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6B2BF376-117A-42A7-9F96-E04A18C7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5074" y="179161"/>
            <a:ext cx="797964" cy="7748"/>
          </a:xfrm>
          <a:custGeom xmlns:a="http://schemas.openxmlformats.org/drawingml/2006/main">
            <a:pathLst>
              <a:path w="797964" h="7748">
                <a:moveTo>
                  <a:pt x="0" y="7748"/>
                </a:moveTo>
                <a:lnTo>
                  <a:pt x="7979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42192"/>
            </a:solidFill>
            <a:prstDash val="solid"/>
          </a:ln>
        </p:spPr>
      </p:sp>
      <p:sp>
        <p:nvSpPr>
          <p:cNvPr id="54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C77E7128-8F2D-4C96-BE86-EAC41974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2636" y="139154"/>
            <a:ext cx="107078" cy="80006"/>
          </a:xfrm>
          <a:custGeom xmlns:a="http://schemas.openxmlformats.org/drawingml/2006/main">
            <a:pathLst>
              <a:path w="107078" h="80006">
                <a:moveTo>
                  <a:pt x="107078" y="38929"/>
                </a:moveTo>
                <a:lnTo>
                  <a:pt x="0" y="0"/>
                </a:lnTo>
                <a:lnTo>
                  <a:pt x="806" y="80006"/>
                </a:lnTo>
                <a:lnTo>
                  <a:pt x="107078" y="38929"/>
                </a:lnTo>
              </a:path>
            </a:pathLst>
          </a:custGeom>
          <a:solidFill xmlns:a="http://schemas.openxmlformats.org/drawingml/2006/main">
            <a:srgbClr val="942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36B8EA15-F522-4363-81DB-40B90833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2635" y="139157"/>
            <a:ext cx="107078" cy="79996"/>
          </a:xfrm>
          <a:custGeom xmlns:a="http://schemas.openxmlformats.org/drawingml/2006/main">
            <a:pathLst>
              <a:path w="107078" h="79996">
                <a:moveTo>
                  <a:pt x="107078" y="38926"/>
                </a:moveTo>
                <a:lnTo>
                  <a:pt x="0" y="0"/>
                </a:lnTo>
                <a:lnTo>
                  <a:pt x="806" y="79996"/>
                </a:lnTo>
                <a:lnTo>
                  <a:pt x="107078" y="38926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42192"/>
            </a:solidFill>
            <a:prstDash val="solid"/>
          </a:ln>
        </p:spPr>
      </p:sp>
      <p:sp>
        <p:nvSpPr>
          <p:cNvPr id="56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7C0111DE-39CF-490B-915A-E412284A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8399" y="146903"/>
            <a:ext cx="107064" cy="80006"/>
          </a:xfrm>
          <a:custGeom xmlns:a="http://schemas.openxmlformats.org/drawingml/2006/main">
            <a:pathLst>
              <a:path w="107064" h="80006">
                <a:moveTo>
                  <a:pt x="0" y="41039"/>
                </a:moveTo>
                <a:lnTo>
                  <a:pt x="107064" y="80006"/>
                </a:lnTo>
                <a:lnTo>
                  <a:pt x="106287" y="0"/>
                </a:lnTo>
                <a:lnTo>
                  <a:pt x="0" y="41039"/>
                </a:lnTo>
              </a:path>
            </a:pathLst>
          </a:custGeom>
          <a:solidFill xmlns:a="http://schemas.openxmlformats.org/drawingml/2006/main">
            <a:srgbClr val="942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E1136434-F0CC-4F0D-AB6E-0B390FC4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8398" y="146905"/>
            <a:ext cx="107064" cy="80010"/>
          </a:xfrm>
          <a:custGeom xmlns:a="http://schemas.openxmlformats.org/drawingml/2006/main">
            <a:pathLst>
              <a:path w="107064" h="80010">
                <a:moveTo>
                  <a:pt x="0" y="41032"/>
                </a:moveTo>
                <a:lnTo>
                  <a:pt x="107064" y="80010"/>
                </a:lnTo>
                <a:lnTo>
                  <a:pt x="106287" y="0"/>
                </a:lnTo>
                <a:lnTo>
                  <a:pt x="0" y="4103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42192"/>
            </a:solidFill>
            <a:prstDash val="solid"/>
          </a:ln>
        </p:spPr>
      </p:sp>
      <p:sp>
        <p:nvSpPr>
          <p:cNvPr id="58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CCC92FBF-3D15-4A9F-9F8D-4A24AF0A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4295" y="163480"/>
            <a:ext cx="797964" cy="7748"/>
          </a:xfrm>
          <a:custGeom xmlns:a="http://schemas.openxmlformats.org/drawingml/2006/main">
            <a:pathLst>
              <a:path w="797964" h="7748">
                <a:moveTo>
                  <a:pt x="0" y="7748"/>
                </a:moveTo>
                <a:lnTo>
                  <a:pt x="7979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600"/>
            </a:solidFill>
            <a:prstDash val="solid"/>
          </a:ln>
        </p:spPr>
      </p:sp>
      <p:sp>
        <p:nvSpPr>
          <p:cNvPr id="59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B7889914-96E2-454D-8E30-E961771D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1858" y="123472"/>
            <a:ext cx="107080" cy="80006"/>
          </a:xfrm>
          <a:custGeom xmlns:a="http://schemas.openxmlformats.org/drawingml/2006/main">
            <a:pathLst>
              <a:path w="107080" h="80006">
                <a:moveTo>
                  <a:pt x="107080" y="38929"/>
                </a:moveTo>
                <a:lnTo>
                  <a:pt x="0" y="0"/>
                </a:lnTo>
                <a:lnTo>
                  <a:pt x="800" y="80006"/>
                </a:lnTo>
                <a:lnTo>
                  <a:pt x="107080" y="38929"/>
                </a:lnTo>
              </a:path>
            </a:pathLst>
          </a:custGeom>
          <a:solidFill xmlns:a="http://schemas.openxmlformats.org/drawingml/2006/main">
            <a:srgbClr val="FF2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D094F5FE-3020-4811-AEBC-B21021D9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1855" y="123474"/>
            <a:ext cx="107077" cy="80010"/>
          </a:xfrm>
          <a:custGeom xmlns:a="http://schemas.openxmlformats.org/drawingml/2006/main">
            <a:pathLst>
              <a:path w="107077" h="80010">
                <a:moveTo>
                  <a:pt x="107077" y="38926"/>
                </a:moveTo>
                <a:lnTo>
                  <a:pt x="0" y="0"/>
                </a:lnTo>
                <a:lnTo>
                  <a:pt x="807" y="80010"/>
                </a:lnTo>
                <a:lnTo>
                  <a:pt x="107077" y="38926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600"/>
            </a:solidFill>
            <a:prstDash val="solid"/>
          </a:ln>
        </p:spPr>
      </p:sp>
      <p:sp>
        <p:nvSpPr>
          <p:cNvPr id="61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F4E3C01F-22EC-41C7-B85D-95B6F93B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7620" y="131221"/>
            <a:ext cx="107064" cy="80007"/>
          </a:xfrm>
          <a:custGeom xmlns:a="http://schemas.openxmlformats.org/drawingml/2006/main">
            <a:pathLst>
              <a:path w="107064" h="80007">
                <a:moveTo>
                  <a:pt x="0" y="41039"/>
                </a:moveTo>
                <a:lnTo>
                  <a:pt x="107064" y="80007"/>
                </a:lnTo>
                <a:lnTo>
                  <a:pt x="106287" y="0"/>
                </a:lnTo>
                <a:lnTo>
                  <a:pt x="0" y="41039"/>
                </a:lnTo>
              </a:path>
            </a:pathLst>
          </a:custGeom>
          <a:solidFill xmlns:a="http://schemas.openxmlformats.org/drawingml/2006/main">
            <a:srgbClr val="FF2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AE7D8426-7032-4D3B-A1F2-84A3E765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7619" y="131222"/>
            <a:ext cx="107064" cy="80010"/>
          </a:xfrm>
          <a:custGeom xmlns:a="http://schemas.openxmlformats.org/drawingml/2006/main">
            <a:pathLst>
              <a:path w="107064" h="80010">
                <a:moveTo>
                  <a:pt x="0" y="41032"/>
                </a:moveTo>
                <a:lnTo>
                  <a:pt x="107064" y="80010"/>
                </a:lnTo>
                <a:lnTo>
                  <a:pt x="106288" y="0"/>
                </a:lnTo>
                <a:lnTo>
                  <a:pt x="0" y="4103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600"/>
            </a:solidFill>
            <a:prstDash val="solid"/>
          </a:ln>
        </p:spPr>
      </p:sp>
      <p:sp>
        <p:nvSpPr>
          <p:cNvPr id="63" name="pdf-text-112-0">
            <a:extLst xmlns:a="http://schemas.openxmlformats.org/drawingml/2006/main">
              <a:ext uri="{FF2B5EF4-FFF2-40B4-BE49-F238E27FC236}">
                <a16:creationId xmlns:a16="http://schemas.microsoft.com/office/drawing/2014/main" id="{C3F56D67-D34C-4BD2-AA74-283BE32B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914" y="99516"/>
            <a:ext cx="78601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Forward</a:t>
            </a:r>
          </a:p>
        </p:txBody>
      </p:sp>
      <p:sp>
        <p:nvSpPr>
          <p:cNvPr id="64" name="pdf-text-113-0">
            <a:extLst xmlns:a="http://schemas.openxmlformats.org/drawingml/2006/main">
              <a:ext uri="{FF2B5EF4-FFF2-40B4-BE49-F238E27FC236}">
                <a16:creationId xmlns:a16="http://schemas.microsoft.com/office/drawing/2014/main" id="{24926B42-13D3-4D4E-A152-3B182F51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5832" y="100876"/>
            <a:ext cx="3289586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433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433FF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433FF"/>
                </a:solidFill>
                <a:latin typeface="Arial"/>
                <a:ea typeface="Arial"/>
                <a:cs typeface="Arial"/>
              </a:rPr>
              <a:t>Autoencoding loss + KL constraint</a:t>
            </a:r>
          </a:p>
        </p:txBody>
      </p:sp>
      <p:sp>
        <p:nvSpPr>
          <p:cNvPr id="65" name="pdf-text-114-0">
            <a:extLst xmlns:a="http://schemas.openxmlformats.org/drawingml/2006/main">
              <a:ext uri="{FF2B5EF4-FFF2-40B4-BE49-F238E27FC236}">
                <a16:creationId xmlns:a16="http://schemas.microsoft.com/office/drawing/2014/main" id="{64399899-C8FC-477B-ADFD-707B91D7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0563" y="100876"/>
            <a:ext cx="1892717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9421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942192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942192"/>
                </a:solidFill>
                <a:latin typeface="Arial"/>
                <a:ea typeface="Arial"/>
                <a:cs typeface="Arial"/>
              </a:rPr>
              <a:t>Fine-tuning with BC</a:t>
            </a:r>
          </a:p>
        </p:txBody>
      </p:sp>
      <p:sp>
        <p:nvSpPr>
          <p:cNvPr id="66" name="pdf-text-115-0">
            <a:extLst xmlns:a="http://schemas.openxmlformats.org/drawingml/2006/main">
              <a:ext uri="{FF2B5EF4-FFF2-40B4-BE49-F238E27FC236}">
                <a16:creationId xmlns:a16="http://schemas.microsoft.com/office/drawing/2014/main" id="{170F58E2-9FC8-40E0-83D5-7F4767F8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3309" y="87168"/>
            <a:ext cx="162154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FF26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FF26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FF2600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67" name="pdf-text-116-0">
            <a:extLst xmlns:a="http://schemas.openxmlformats.org/drawingml/2006/main">
              <a:ext uri="{FF2B5EF4-FFF2-40B4-BE49-F238E27FC236}">
                <a16:creationId xmlns:a16="http://schemas.microsoft.com/office/drawing/2014/main" id="{FDFE991E-960D-492D-8854-3849B637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5464" y="87168"/>
            <a:ext cx="170474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FF26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FF26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FF2600"/>
                </a:solidFill>
                <a:latin typeface="Arial"/>
                <a:ea typeface="Arial"/>
                <a:cs typeface="Arial"/>
              </a:rPr>
              <a:t>ﬄ</a:t>
            </a:r>
          </a:p>
        </p:txBody>
      </p:sp>
      <p:sp>
        <p:nvSpPr>
          <p:cNvPr id="68" name="pdf-text-117-0">
            <a:extLst xmlns:a="http://schemas.openxmlformats.org/drawingml/2006/main">
              <a:ext uri="{FF2B5EF4-FFF2-40B4-BE49-F238E27FC236}">
                <a16:creationId xmlns:a16="http://schemas.microsoft.com/office/drawing/2014/main" id="{9D758319-7A1F-4643-9C34-34833A15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5939" y="87168"/>
            <a:ext cx="604662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FF26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FF26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FF2600"/>
                </a:solidFill>
                <a:latin typeface="Arial"/>
                <a:ea typeface="Arial"/>
                <a:cs typeface="Arial"/>
              </a:rPr>
              <a:t>ine RL</a:t>
            </a:r>
          </a:p>
        </p:txBody>
      </p:sp>
      <p:sp>
        <p:nvSpPr>
          <p:cNvPr id="69" name="pdf-text-118-0">
            <a:extLst xmlns:a="http://schemas.openxmlformats.org/drawingml/2006/main">
              <a:ext uri="{FF2B5EF4-FFF2-40B4-BE49-F238E27FC236}">
                <a16:creationId xmlns:a16="http://schemas.microsoft.com/office/drawing/2014/main" id="{053410B7-8BFA-45BF-AE88-D4BEFB36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8001" y="3944419"/>
            <a:ext cx="1066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70" name="pdf-text-119-0">
            <a:extLst xmlns:a="http://schemas.openxmlformats.org/drawingml/2006/main">
              <a:ext uri="{FF2B5EF4-FFF2-40B4-BE49-F238E27FC236}">
                <a16:creationId xmlns:a16="http://schemas.microsoft.com/office/drawing/2014/main" id="{CA02477C-1E38-4B44-9B7F-A03E458F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9648" y="2455864"/>
            <a:ext cx="102412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71" name="pdf-text-120-0">
            <a:extLst xmlns:a="http://schemas.openxmlformats.org/drawingml/2006/main">
              <a:ext uri="{FF2B5EF4-FFF2-40B4-BE49-F238E27FC236}">
                <a16:creationId xmlns:a16="http://schemas.microsoft.com/office/drawing/2014/main" id="{36C40E47-9057-4563-8CCB-10CE915E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9496" y="3311511"/>
            <a:ext cx="1596572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FF7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FF71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FF7100"/>
                </a:solidFill>
                <a:latin typeface="Arial"/>
                <a:ea typeface="Arial"/>
                <a:cs typeface="Arial"/>
              </a:rPr>
              <a:t>once per c steps</a:t>
            </a:r>
          </a:p>
        </p:txBody>
      </p:sp>
      <p:sp>
        <p:nvSpPr>
          <p:cNvPr id="72" name="pdf-text-121-0">
            <a:extLst xmlns:a="http://schemas.openxmlformats.org/drawingml/2006/main">
              <a:ext uri="{FF2B5EF4-FFF2-40B4-BE49-F238E27FC236}">
                <a16:creationId xmlns:a16="http://schemas.microsoft.com/office/drawing/2014/main" id="{E918F952-F0FF-495E-96F8-9A5CF797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6474" y="1781660"/>
            <a:ext cx="987857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AA79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AA7942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AA7942"/>
                </a:solidFill>
                <a:latin typeface="Arial"/>
                <a:ea typeface="Arial"/>
                <a:cs typeface="Arial"/>
              </a:rPr>
              <a:t>every step</a:t>
            </a:r>
          </a:p>
        </p:txBody>
      </p:sp>
      <p:sp>
        <p:nvSpPr>
          <p:cNvPr id="73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377EB19C-6C38-4C28-8DD7-A5F5A01B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583" y="2831298"/>
            <a:ext cx="1591241" cy="698911"/>
          </a:xfrm>
          <a:custGeom xmlns:a="http://schemas.openxmlformats.org/drawingml/2006/main">
            <a:pathLst>
              <a:path w="1591241" h="698911">
                <a:moveTo>
                  <a:pt x="0" y="698911"/>
                </a:moveTo>
                <a:lnTo>
                  <a:pt x="1591241" y="698911"/>
                </a:lnTo>
                <a:lnTo>
                  <a:pt x="1272992" y="0"/>
                </a:lnTo>
                <a:lnTo>
                  <a:pt x="318248" y="0"/>
                </a:lnTo>
                <a:lnTo>
                  <a:pt x="0" y="698911"/>
                </a:lnTo>
              </a:path>
            </a:pathLst>
          </a:custGeom>
          <a:solidFill xmlns:a="http://schemas.openxmlformats.org/drawingml/2006/main">
            <a:srgbClr val="FF91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488FE8A5-E459-4511-9C9F-E3EB1DDE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581" y="2831293"/>
            <a:ext cx="1591240" cy="698917"/>
          </a:xfrm>
          <a:custGeom xmlns:a="http://schemas.openxmlformats.org/drawingml/2006/main">
            <a:pathLst>
              <a:path w="1591240" h="698917">
                <a:moveTo>
                  <a:pt x="0" y="698917"/>
                </a:moveTo>
                <a:lnTo>
                  <a:pt x="1591240" y="698917"/>
                </a:lnTo>
                <a:lnTo>
                  <a:pt x="1272992" y="0"/>
                </a:lnTo>
                <a:lnTo>
                  <a:pt x="318248" y="0"/>
                </a:lnTo>
                <a:lnTo>
                  <a:pt x="0" y="69891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5" name="pdf-text-122-0">
            <a:extLst xmlns:a="http://schemas.openxmlformats.org/drawingml/2006/main">
              <a:ext uri="{FF2B5EF4-FFF2-40B4-BE49-F238E27FC236}">
                <a16:creationId xmlns:a16="http://schemas.microsoft.com/office/drawing/2014/main" id="{4F8AB5D1-0A17-4318-9224-5367921D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9481" y="2959489"/>
            <a:ext cx="1066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Policy</a:t>
            </a:r>
          </a:p>
        </p:txBody>
      </p:sp>
      <p:sp>
        <p:nvSpPr>
          <p:cNvPr id="76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095441D9-A41B-4513-92F3-EBFFF3A2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4978" y="1527225"/>
            <a:ext cx="1517339" cy="747907"/>
          </a:xfrm>
          <a:custGeom xmlns:a="http://schemas.openxmlformats.org/drawingml/2006/main">
            <a:pathLst>
              <a:path w="1517339" h="747907">
                <a:moveTo>
                  <a:pt x="0" y="0"/>
                </a:moveTo>
                <a:lnTo>
                  <a:pt x="1517339" y="0"/>
                </a:lnTo>
                <a:lnTo>
                  <a:pt x="1517339" y="747907"/>
                </a:lnTo>
                <a:lnTo>
                  <a:pt x="0" y="747907"/>
                </a:lnTo>
                <a:close/>
              </a:path>
            </a:pathLst>
          </a:custGeom>
          <a:solidFill xmlns:a="http://schemas.openxmlformats.org/drawingml/2006/main">
            <a:srgbClr val="AA7942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E9A68035-A839-4C56-A25A-AD1792E4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4978" y="1527224"/>
            <a:ext cx="1517338" cy="747906"/>
          </a:xfrm>
          <a:custGeom xmlns:a="http://schemas.openxmlformats.org/drawingml/2006/main">
            <a:pathLst>
              <a:path w="1517338" h="747906">
                <a:moveTo>
                  <a:pt x="0" y="0"/>
                </a:moveTo>
                <a:lnTo>
                  <a:pt x="1517338" y="0"/>
                </a:lnTo>
                <a:lnTo>
                  <a:pt x="1517338" y="747906"/>
                </a:lnTo>
                <a:lnTo>
                  <a:pt x="0" y="7479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8" name="pdf-text-139-0">
            <a:extLst xmlns:a="http://schemas.openxmlformats.org/drawingml/2006/main">
              <a:ext uri="{FF2B5EF4-FFF2-40B4-BE49-F238E27FC236}">
                <a16:creationId xmlns:a16="http://schemas.microsoft.com/office/drawing/2014/main" id="{4411E36B-4125-476C-98BE-DEED7DDE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0641" y="1610692"/>
            <a:ext cx="1457888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Primitive Policy</a:t>
            </a:r>
          </a:p>
        </p:txBody>
      </p:sp>
      <p:sp>
        <p:nvSpPr>
          <p:cNvPr id="79" name="pdf-text-140-0">
            <a:extLst xmlns:a="http://schemas.openxmlformats.org/drawingml/2006/main">
              <a:ext uri="{FF2B5EF4-FFF2-40B4-BE49-F238E27FC236}">
                <a16:creationId xmlns:a16="http://schemas.microsoft.com/office/drawing/2014/main" id="{CC5EB205-37E5-4D09-8D8F-D555B19F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6359" y="780801"/>
            <a:ext cx="114574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0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7FBC94A9-7CB7-414E-A43B-2E61507C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8495" y="1205437"/>
            <a:ext cx="4173" cy="321787"/>
          </a:xfrm>
          <a:custGeom xmlns:a="http://schemas.openxmlformats.org/drawingml/2006/main">
            <a:pathLst>
              <a:path w="4173" h="321787">
                <a:moveTo>
                  <a:pt x="0" y="321787"/>
                </a:moveTo>
                <a:lnTo>
                  <a:pt x="41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dash"/>
          </a:ln>
        </p:spPr>
      </p:sp>
      <p:sp>
        <p:nvSpPr>
          <p:cNvPr id="81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54B4D4EC-CC31-4290-8067-58B424F1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2668" y="1098765"/>
            <a:ext cx="80003" cy="107189"/>
          </a:xfrm>
          <a:custGeom xmlns:a="http://schemas.openxmlformats.org/drawingml/2006/main">
            <a:pathLst>
              <a:path w="80003" h="107189">
                <a:moveTo>
                  <a:pt x="41385" y="0"/>
                </a:moveTo>
                <a:lnTo>
                  <a:pt x="0" y="106152"/>
                </a:lnTo>
                <a:lnTo>
                  <a:pt x="80003" y="107189"/>
                </a:lnTo>
                <a:lnTo>
                  <a:pt x="4138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FD859022-482D-4C03-AA92-4E72AE70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2667" y="1098770"/>
            <a:ext cx="80003" cy="107186"/>
          </a:xfrm>
          <a:custGeom xmlns:a="http://schemas.openxmlformats.org/drawingml/2006/main">
            <a:pathLst>
              <a:path w="80003" h="107186">
                <a:moveTo>
                  <a:pt x="41385" y="0"/>
                </a:moveTo>
                <a:lnTo>
                  <a:pt x="0" y="106146"/>
                </a:lnTo>
                <a:lnTo>
                  <a:pt x="80003" y="107186"/>
                </a:lnTo>
                <a:lnTo>
                  <a:pt x="413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3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70AB6FBE-2630-4ECC-9F1F-965AF972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37461" y="3661966"/>
            <a:ext cx="11954" cy="190104"/>
          </a:xfrm>
          <a:custGeom xmlns:a="http://schemas.openxmlformats.org/drawingml/2006/main">
            <a:pathLst>
              <a:path w="11954" h="190104">
                <a:moveTo>
                  <a:pt x="11954" y="1901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dash"/>
          </a:ln>
        </p:spPr>
      </p:sp>
      <p:sp>
        <p:nvSpPr>
          <p:cNvPr id="84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C948F749-8A24-4A6B-BEE6-33D5486A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7537" y="3555497"/>
            <a:ext cx="79852" cy="108981"/>
          </a:xfrm>
          <a:custGeom xmlns:a="http://schemas.openxmlformats.org/drawingml/2006/main">
            <a:pathLst>
              <a:path w="79852" h="108981">
                <a:moveTo>
                  <a:pt x="33229" y="0"/>
                </a:moveTo>
                <a:lnTo>
                  <a:pt x="0" y="108981"/>
                </a:lnTo>
                <a:lnTo>
                  <a:pt x="79852" y="103958"/>
                </a:lnTo>
                <a:lnTo>
                  <a:pt x="3322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C6B0D52F-94C6-49DD-AA0D-7DC0BECD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7536" y="3555497"/>
            <a:ext cx="79852" cy="108981"/>
          </a:xfrm>
          <a:custGeom xmlns:a="http://schemas.openxmlformats.org/drawingml/2006/main">
            <a:pathLst>
              <a:path w="79852" h="108981">
                <a:moveTo>
                  <a:pt x="33231" y="0"/>
                </a:moveTo>
                <a:lnTo>
                  <a:pt x="0" y="108981"/>
                </a:lnTo>
                <a:lnTo>
                  <a:pt x="79852" y="103959"/>
                </a:lnTo>
                <a:lnTo>
                  <a:pt x="33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6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03D73E33-3E57-4BFA-82C8-BA74C120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9454" y="2375876"/>
            <a:ext cx="911872" cy="1656281"/>
          </a:xfrm>
          <a:custGeom xmlns:a="http://schemas.openxmlformats.org/drawingml/2006/main">
            <a:pathLst>
              <a:path w="911872" h="1656281">
                <a:moveTo>
                  <a:pt x="911872" y="1656281"/>
                </a:moveTo>
                <a:cubicBezTo>
                  <a:pt x="645120" y="1626374"/>
                  <a:pt x="25174" y="1505751"/>
                  <a:pt x="10132" y="1030129"/>
                </a:cubicBezTo>
                <a:cubicBezTo>
                  <a:pt x="0" y="709730"/>
                  <a:pt x="266880" y="307838"/>
                  <a:pt x="52089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dash"/>
          </a:ln>
        </p:spPr>
      </p:sp>
      <p:sp>
        <p:nvSpPr>
          <p:cNvPr id="87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A9FB80ED-F192-49AD-9930-41D5FD52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9876" y="2294458"/>
            <a:ext cx="99502" cy="107243"/>
          </a:xfrm>
          <a:custGeom xmlns:a="http://schemas.openxmlformats.org/drawingml/2006/main">
            <a:pathLst>
              <a:path w="99502" h="107243">
                <a:moveTo>
                  <a:pt x="99502" y="0"/>
                </a:moveTo>
                <a:lnTo>
                  <a:pt x="0" y="55502"/>
                </a:lnTo>
                <a:lnTo>
                  <a:pt x="61029" y="107243"/>
                </a:lnTo>
                <a:lnTo>
                  <a:pt x="9950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93B15170-EDB2-43B0-81ED-D4B17C4F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9876" y="2294453"/>
            <a:ext cx="99501" cy="107254"/>
          </a:xfrm>
          <a:custGeom xmlns:a="http://schemas.openxmlformats.org/drawingml/2006/main">
            <a:pathLst>
              <a:path w="99501" h="107254">
                <a:moveTo>
                  <a:pt x="99501" y="0"/>
                </a:moveTo>
                <a:lnTo>
                  <a:pt x="0" y="55514"/>
                </a:lnTo>
                <a:lnTo>
                  <a:pt x="61029" y="107254"/>
                </a:lnTo>
                <a:lnTo>
                  <a:pt x="99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9" name="pdf-path-211">
            <a:extLst xmlns:a="http://schemas.openxmlformats.org/drawingml/2006/main">
              <a:ext uri="{FF2B5EF4-FFF2-40B4-BE49-F238E27FC236}">
                <a16:creationId xmlns:a16="http://schemas.microsoft.com/office/drawing/2014/main" id="{D7A5EC6A-86BB-4BC1-845E-C63C46FC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6699" y="2426336"/>
            <a:ext cx="270" cy="404958"/>
          </a:xfrm>
          <a:custGeom xmlns:a="http://schemas.openxmlformats.org/drawingml/2006/main">
            <a:pathLst>
              <a:path w="270" h="404958">
                <a:moveTo>
                  <a:pt x="270" y="4049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dash"/>
          </a:ln>
        </p:spPr>
      </p:sp>
      <p:sp>
        <p:nvSpPr>
          <p:cNvPr id="90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B9C01D95-0084-4A6A-A35D-95F47E81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6696" y="2319657"/>
            <a:ext cx="80009" cy="106706"/>
          </a:xfrm>
          <a:custGeom xmlns:a="http://schemas.openxmlformats.org/drawingml/2006/main">
            <a:pathLst>
              <a:path w="80009" h="106706">
                <a:moveTo>
                  <a:pt x="39932" y="0"/>
                </a:moveTo>
                <a:lnTo>
                  <a:pt x="0" y="106706"/>
                </a:lnTo>
                <a:lnTo>
                  <a:pt x="80009" y="106653"/>
                </a:lnTo>
                <a:lnTo>
                  <a:pt x="3993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2BB666E7-1C3E-4316-99FA-8601DC5B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6693" y="2319655"/>
            <a:ext cx="80011" cy="106707"/>
          </a:xfrm>
          <a:custGeom xmlns:a="http://schemas.openxmlformats.org/drawingml/2006/main">
            <a:pathLst>
              <a:path w="80011" h="106707">
                <a:moveTo>
                  <a:pt x="39934" y="0"/>
                </a:moveTo>
                <a:lnTo>
                  <a:pt x="0" y="106707"/>
                </a:lnTo>
                <a:lnTo>
                  <a:pt x="80011" y="106654"/>
                </a:lnTo>
                <a:lnTo>
                  <a:pt x="399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92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40D5217E-351A-4057-A614-AE997188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5543" y="565117"/>
            <a:ext cx="76628" cy="4603149"/>
          </a:xfrm>
          <a:custGeom xmlns:a="http://schemas.openxmlformats.org/drawingml/2006/main">
            <a:pathLst>
              <a:path w="76628" h="4603149">
                <a:moveTo>
                  <a:pt x="0" y="0"/>
                </a:moveTo>
                <a:lnTo>
                  <a:pt x="76628" y="4603149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dash"/>
          </a:ln>
        </p:spPr>
      </p:sp>
      <p:sp>
        <p:nvSpPr>
          <p:cNvPr id="93" name="pdf-text-141-0">
            <a:extLst xmlns:a="http://schemas.openxmlformats.org/drawingml/2006/main">
              <a:ext uri="{FF2B5EF4-FFF2-40B4-BE49-F238E27FC236}">
                <a16:creationId xmlns:a16="http://schemas.microsoft.com/office/drawing/2014/main" id="{F795FA55-8B7E-4E4E-B896-DD910A3F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5834" y="4698173"/>
            <a:ext cx="29960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(2) Offline training of task policy</a:t>
            </a:r>
          </a:p>
        </p:txBody>
      </p:sp>
      <p:sp>
        <p:nvSpPr>
          <p:cNvPr id="94" name="pdf-text-144-0">
            <a:extLst xmlns:a="http://schemas.openxmlformats.org/drawingml/2006/main">
              <a:ext uri="{FF2B5EF4-FFF2-40B4-BE49-F238E27FC236}">
                <a16:creationId xmlns:a16="http://schemas.microsoft.com/office/drawing/2014/main" id="{795E1CDF-287B-4E22-8FFA-35FF3EDB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06261" y="4695402"/>
            <a:ext cx="278199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(3) Test-time policy execution</a:t>
            </a:r>
          </a:p>
        </p:txBody>
      </p:sp>
      <p:sp>
        <p:nvSpPr>
          <p:cNvPr id="95" name="pdf-path-219">
            <a:extLst xmlns:a="http://schemas.openxmlformats.org/drawingml/2006/main">
              <a:ext uri="{FF2B5EF4-FFF2-40B4-BE49-F238E27FC236}">
                <a16:creationId xmlns:a16="http://schemas.microsoft.com/office/drawing/2014/main" id="{F9BFE9D3-60B0-4DC0-AC1D-ED584DEF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48" y="887249"/>
            <a:ext cx="4098618" cy="1490946"/>
          </a:xfrm>
          <a:custGeom xmlns:a="http://schemas.openxmlformats.org/drawingml/2006/main">
            <a:pathLst>
              <a:path w="4098618" h="1490946">
                <a:moveTo>
                  <a:pt x="0" y="0"/>
                </a:moveTo>
                <a:lnTo>
                  <a:pt x="4098618" y="0"/>
                </a:lnTo>
                <a:lnTo>
                  <a:pt x="4098618" y="1490946"/>
                </a:lnTo>
                <a:lnTo>
                  <a:pt x="0" y="1490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96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E9D64F18-28D4-44AF-822C-771392C7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43" y="1426539"/>
            <a:ext cx="1066800" cy="698913"/>
          </a:xfrm>
          <a:custGeom xmlns:a="http://schemas.openxmlformats.org/drawingml/2006/main">
            <a:pathLst>
              <a:path w="1066800" h="698913">
                <a:moveTo>
                  <a:pt x="0" y="698913"/>
                </a:moveTo>
                <a:lnTo>
                  <a:pt x="1066800" y="698913"/>
                </a:lnTo>
                <a:lnTo>
                  <a:pt x="853440" y="0"/>
                </a:lnTo>
                <a:lnTo>
                  <a:pt x="213360" y="0"/>
                </a:lnTo>
                <a:lnTo>
                  <a:pt x="0" y="698913"/>
                </a:lnTo>
              </a:path>
            </a:pathLst>
          </a:custGeom>
          <a:solidFill xmlns:a="http://schemas.openxmlformats.org/drawingml/2006/main">
            <a:srgbClr val="BFB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60A22627-61B4-43E6-8212-ADF63C7A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41" y="1426544"/>
            <a:ext cx="1066800" cy="698900"/>
          </a:xfrm>
          <a:custGeom xmlns:a="http://schemas.openxmlformats.org/drawingml/2006/main">
            <a:pathLst>
              <a:path w="1066800" h="698900">
                <a:moveTo>
                  <a:pt x="0" y="698900"/>
                </a:moveTo>
                <a:lnTo>
                  <a:pt x="1066800" y="698900"/>
                </a:lnTo>
                <a:lnTo>
                  <a:pt x="853440" y="0"/>
                </a:lnTo>
                <a:lnTo>
                  <a:pt x="213359" y="0"/>
                </a:lnTo>
                <a:lnTo>
                  <a:pt x="0" y="698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98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9A0F92DA-2858-4F51-9A00-1AE336B2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398" y="1375243"/>
            <a:ext cx="1517338" cy="776492"/>
          </a:xfrm>
          <a:custGeom xmlns:a="http://schemas.openxmlformats.org/drawingml/2006/main">
            <a:pathLst>
              <a:path w="1517338" h="776492">
                <a:moveTo>
                  <a:pt x="0" y="0"/>
                </a:moveTo>
                <a:lnTo>
                  <a:pt x="1517338" y="0"/>
                </a:lnTo>
                <a:lnTo>
                  <a:pt x="1517338" y="776492"/>
                </a:lnTo>
                <a:lnTo>
                  <a:pt x="0" y="776492"/>
                </a:lnTo>
                <a:close/>
              </a:path>
            </a:pathLst>
          </a:custGeom>
          <a:solidFill xmlns:a="http://schemas.openxmlformats.org/drawingml/2006/main">
            <a:srgbClr val="AA7942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22B18F6D-7EB6-4DE8-84BD-E0491013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404" y="1375245"/>
            <a:ext cx="1517334" cy="776484"/>
          </a:xfrm>
          <a:custGeom xmlns:a="http://schemas.openxmlformats.org/drawingml/2006/main">
            <a:pathLst>
              <a:path w="1517334" h="776484">
                <a:moveTo>
                  <a:pt x="0" y="0"/>
                </a:moveTo>
                <a:lnTo>
                  <a:pt x="1517334" y="0"/>
                </a:lnTo>
                <a:lnTo>
                  <a:pt x="1517334" y="776484"/>
                </a:lnTo>
                <a:lnTo>
                  <a:pt x="0" y="7764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00" name="pdf-text-153-0">
            <a:extLst xmlns:a="http://schemas.openxmlformats.org/drawingml/2006/main">
              <a:ext uri="{FF2B5EF4-FFF2-40B4-BE49-F238E27FC236}">
                <a16:creationId xmlns:a16="http://schemas.microsoft.com/office/drawing/2014/main" id="{FF92963D-30D0-40D7-AD0F-72918337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061" y="1505506"/>
            <a:ext cx="1457891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Primitive Policy</a:t>
            </a:r>
          </a:p>
        </p:txBody>
      </p:sp>
      <p:sp>
        <p:nvSpPr>
          <p:cNvPr id="101" name="pdf-text-154-0">
            <a:extLst xmlns:a="http://schemas.openxmlformats.org/drawingml/2006/main">
              <a:ext uri="{FF2B5EF4-FFF2-40B4-BE49-F238E27FC236}">
                <a16:creationId xmlns:a16="http://schemas.microsoft.com/office/drawing/2014/main" id="{83BA630B-2A72-480D-8406-8BB8865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353" y="1490304"/>
            <a:ext cx="45018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</a:t>
            </a:r>
          </a:p>
        </p:txBody>
      </p:sp>
      <p:sp>
        <p:nvSpPr>
          <p:cNvPr id="102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0D6D4701-44F6-4527-BBEA-0D509570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5602" y="1341688"/>
            <a:ext cx="1200151" cy="817753"/>
          </a:xfrm>
          <a:custGeom xmlns:a="http://schemas.openxmlformats.org/drawingml/2006/main">
            <a:pathLst>
              <a:path w="1200151" h="817753">
                <a:moveTo>
                  <a:pt x="0" y="817753"/>
                </a:moveTo>
                <a:lnTo>
                  <a:pt x="1200151" y="817753"/>
                </a:lnTo>
                <a:lnTo>
                  <a:pt x="960120" y="0"/>
                </a:lnTo>
                <a:lnTo>
                  <a:pt x="240030" y="0"/>
                </a:lnTo>
                <a:lnTo>
                  <a:pt x="0" y="817753"/>
                </a:lnTo>
              </a:path>
            </a:pathLst>
          </a:custGeom>
          <a:solidFill xmlns:a="http://schemas.openxmlformats.org/drawingml/2006/main">
            <a:srgbClr val="F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A014AB76-4E16-44B3-A0B3-B81202EB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5602" y="1341695"/>
            <a:ext cx="1200150" cy="817742"/>
          </a:xfrm>
          <a:custGeom xmlns:a="http://schemas.openxmlformats.org/drawingml/2006/main">
            <a:pathLst>
              <a:path w="1200150" h="817742">
                <a:moveTo>
                  <a:pt x="0" y="817742"/>
                </a:moveTo>
                <a:lnTo>
                  <a:pt x="1200150" y="817742"/>
                </a:lnTo>
                <a:lnTo>
                  <a:pt x="960119" y="0"/>
                </a:lnTo>
                <a:lnTo>
                  <a:pt x="240030" y="0"/>
                </a:lnTo>
                <a:lnTo>
                  <a:pt x="0" y="81774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04" name="pdf-text-163-0">
            <a:extLst xmlns:a="http://schemas.openxmlformats.org/drawingml/2006/main">
              <a:ext uri="{FF2B5EF4-FFF2-40B4-BE49-F238E27FC236}">
                <a16:creationId xmlns:a16="http://schemas.microsoft.com/office/drawing/2014/main" id="{0FFA58E2-6425-4AF6-8F2B-DB8A845F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2094" y="1514386"/>
            <a:ext cx="798182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05" name="pdf-text-172-0">
            <a:extLst xmlns:a="http://schemas.openxmlformats.org/drawingml/2006/main">
              <a:ext uri="{FF2B5EF4-FFF2-40B4-BE49-F238E27FC236}">
                <a16:creationId xmlns:a16="http://schemas.microsoft.com/office/drawing/2014/main" id="{D8FB5552-8A14-401A-B8FC-D4BE0CFC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7806" y="997028"/>
            <a:ext cx="54150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OPAL</a:t>
            </a:r>
          </a:p>
        </p:txBody>
      </p:sp>
      <p:sp>
        <p:nvSpPr>
          <p:cNvPr id="106" name="pdf-text-173-0">
            <a:extLst xmlns:a="http://schemas.openxmlformats.org/drawingml/2006/main">
              <a:ext uri="{FF2B5EF4-FFF2-40B4-BE49-F238E27FC236}">
                <a16:creationId xmlns:a16="http://schemas.microsoft.com/office/drawing/2014/main" id="{F10E7AE3-5B9E-4D1E-8E43-15461EEC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047" y="4660669"/>
            <a:ext cx="3984073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(1) Offline unsupervised primitive learning</a:t>
            </a:r>
          </a:p>
        </p:txBody>
      </p:sp>
      <p:sp>
        <p:nvSpPr>
          <p:cNvPr id="107" name="pdf-text-176-0">
            <a:extLst xmlns:a="http://schemas.openxmlformats.org/drawingml/2006/main">
              <a:ext uri="{FF2B5EF4-FFF2-40B4-BE49-F238E27FC236}">
                <a16:creationId xmlns:a16="http://schemas.microsoft.com/office/drawing/2014/main" id="{BAE6F6AF-E0A8-4E06-982B-DE1AE96B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550" y="4906673"/>
            <a:ext cx="995754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OPAL</a:t>
            </a:r>
          </a:p>
        </p:txBody>
      </p:sp>
      <p:sp>
        <p:nvSpPr>
          <p:cNvPr id="108" name="pdf-path-258">
            <a:extLst xmlns:a="http://schemas.openxmlformats.org/drawingml/2006/main">
              <a:ext uri="{FF2B5EF4-FFF2-40B4-BE49-F238E27FC236}">
                <a16:creationId xmlns:a16="http://schemas.microsoft.com/office/drawing/2014/main" id="{00497F86-3D31-41B4-9EAC-CD374E1C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5501" y="621563"/>
            <a:ext cx="76635" cy="4603149"/>
          </a:xfrm>
          <a:custGeom xmlns:a="http://schemas.openxmlformats.org/drawingml/2006/main">
            <a:pathLst>
              <a:path w="76635" h="4603149">
                <a:moveTo>
                  <a:pt x="0" y="0"/>
                </a:moveTo>
                <a:lnTo>
                  <a:pt x="76635" y="4603149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dash"/>
          </a:ln>
        </p:spPr>
      </p:sp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892F694-E441-4A7E-94F2-33076AD5E6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af1cc45f64250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14531" y="2538498"/>
            <a:ext cx="1096956" cy="721133"/>
          </a:xfrm>
          <a:prstGeom xmlns:a="http://schemas.openxmlformats.org/drawingml/2006/main" prst="rect">
            <a:avLst/>
          </a:prstGeom>
        </p:spPr>
      </p:pic>
      <p:sp>
        <p:nvSpPr>
          <p:cNvPr id="110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E647CE42-EDCE-423B-8BEA-5D14EBC6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14531" y="2538498"/>
            <a:ext cx="1096956" cy="721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F6D9DD2-5802-4470-913E-E56E884A12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e8f4df39f44f5"/>
          <a:srcRect xmlns:a="http://schemas.openxmlformats.org/drawingml/2006/main" l="0" t="274" r="0" b="2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04783" y="1024726"/>
            <a:ext cx="1108359" cy="728628"/>
          </a:xfrm>
          <a:prstGeom xmlns:a="http://schemas.openxmlformats.org/drawingml/2006/main" prst="rect">
            <a:avLst/>
          </a:prstGeom>
        </p:spPr>
      </p:pic>
      <p:sp>
        <p:nvSpPr>
          <p:cNvPr id="112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C3088EB0-AA29-471C-8CFB-DAF4AD92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04783" y="1024726"/>
            <a:ext cx="1108359" cy="728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0CF8BE0E-C0BD-4AB0-AF7D-C682F522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2951" y="2028873"/>
            <a:ext cx="139204" cy="113789"/>
          </a:xfrm>
          <a:custGeom xmlns:a="http://schemas.openxmlformats.org/drawingml/2006/main">
            <a:pathLst>
              <a:path w="139204" h="113789">
                <a:moveTo>
                  <a:pt x="61356" y="14955"/>
                </a:moveTo>
                <a:lnTo>
                  <a:pt x="90483" y="14955"/>
                </a:lnTo>
                <a:cubicBezTo>
                  <a:pt x="81975" y="53044"/>
                  <a:pt x="79658" y="64112"/>
                  <a:pt x="79658" y="81353"/>
                </a:cubicBezTo>
                <a:cubicBezTo>
                  <a:pt x="79658" y="85216"/>
                  <a:pt x="79658" y="92162"/>
                  <a:pt x="81719" y="100915"/>
                </a:cubicBezTo>
                <a:cubicBezTo>
                  <a:pt x="84296" y="112243"/>
                  <a:pt x="87132" y="113789"/>
                  <a:pt x="90999" y="113789"/>
                </a:cubicBezTo>
                <a:cubicBezTo>
                  <a:pt x="96155" y="113789"/>
                  <a:pt x="101568" y="109151"/>
                  <a:pt x="101568" y="104002"/>
                </a:cubicBezTo>
                <a:cubicBezTo>
                  <a:pt x="101568" y="102457"/>
                  <a:pt x="101568" y="101946"/>
                  <a:pt x="100022" y="98342"/>
                </a:cubicBezTo>
                <a:cubicBezTo>
                  <a:pt x="92544" y="79811"/>
                  <a:pt x="92544" y="63082"/>
                  <a:pt x="92544" y="55876"/>
                </a:cubicBezTo>
                <a:cubicBezTo>
                  <a:pt x="92544" y="42234"/>
                  <a:pt x="94350" y="28337"/>
                  <a:pt x="97186" y="14955"/>
                </a:cubicBezTo>
                <a:lnTo>
                  <a:pt x="126573" y="14955"/>
                </a:lnTo>
                <a:cubicBezTo>
                  <a:pt x="129925" y="14955"/>
                  <a:pt x="139204" y="14955"/>
                  <a:pt x="139204" y="6187"/>
                </a:cubicBezTo>
                <a:cubicBezTo>
                  <a:pt x="139204" y="0"/>
                  <a:pt x="133791" y="0"/>
                  <a:pt x="128894" y="0"/>
                </a:cubicBezTo>
                <a:lnTo>
                  <a:pt x="42533" y="0"/>
                </a:lnTo>
                <a:cubicBezTo>
                  <a:pt x="36865" y="0"/>
                  <a:pt x="27067" y="0"/>
                  <a:pt x="15726" y="12119"/>
                </a:cubicBezTo>
                <a:cubicBezTo>
                  <a:pt x="6703" y="22161"/>
                  <a:pt x="0" y="33997"/>
                  <a:pt x="0" y="35284"/>
                </a:cubicBezTo>
                <a:cubicBezTo>
                  <a:pt x="0" y="35543"/>
                  <a:pt x="0" y="37860"/>
                  <a:pt x="3092" y="37860"/>
                </a:cubicBezTo>
                <a:cubicBezTo>
                  <a:pt x="5157" y="37860"/>
                  <a:pt x="5672" y="36830"/>
                  <a:pt x="7218" y="34772"/>
                </a:cubicBezTo>
                <a:cubicBezTo>
                  <a:pt x="19849" y="14955"/>
                  <a:pt x="34800" y="14955"/>
                  <a:pt x="39957" y="14955"/>
                </a:cubicBezTo>
                <a:lnTo>
                  <a:pt x="54652" y="14955"/>
                </a:lnTo>
                <a:cubicBezTo>
                  <a:pt x="46400" y="46093"/>
                  <a:pt x="32483" y="77235"/>
                  <a:pt x="21654" y="100655"/>
                </a:cubicBezTo>
                <a:cubicBezTo>
                  <a:pt x="19593" y="104518"/>
                  <a:pt x="19593" y="105033"/>
                  <a:pt x="19593" y="106835"/>
                </a:cubicBezTo>
                <a:cubicBezTo>
                  <a:pt x="19593" y="111728"/>
                  <a:pt x="23715" y="113789"/>
                  <a:pt x="27067" y="113789"/>
                </a:cubicBezTo>
                <a:cubicBezTo>
                  <a:pt x="34800" y="113789"/>
                  <a:pt x="36865" y="106575"/>
                  <a:pt x="39957" y="97052"/>
                </a:cubicBezTo>
                <a:cubicBezTo>
                  <a:pt x="43568" y="85216"/>
                  <a:pt x="43568" y="84701"/>
                  <a:pt x="46919" y="71830"/>
                </a:cubicBezTo>
                <a:lnTo>
                  <a:pt x="61356" y="149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AE32A9A4-FB88-4EA7-B252-5415FE8C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4307" y="2051520"/>
            <a:ext cx="80842" cy="128818"/>
          </a:xfrm>
          <a:custGeom xmlns:a="http://schemas.openxmlformats.org/drawingml/2006/main">
            <a:pathLst>
              <a:path w="80842" h="128818">
                <a:moveTo>
                  <a:pt x="80842" y="39160"/>
                </a:moveTo>
                <a:cubicBezTo>
                  <a:pt x="80842" y="20211"/>
                  <a:pt x="73625" y="0"/>
                  <a:pt x="55940" y="0"/>
                </a:cubicBezTo>
                <a:cubicBezTo>
                  <a:pt x="28873" y="0"/>
                  <a:pt x="0" y="48362"/>
                  <a:pt x="0" y="89678"/>
                </a:cubicBezTo>
                <a:cubicBezTo>
                  <a:pt x="0" y="111141"/>
                  <a:pt x="8302" y="128818"/>
                  <a:pt x="24903" y="128818"/>
                </a:cubicBezTo>
                <a:cubicBezTo>
                  <a:pt x="52332" y="128818"/>
                  <a:pt x="80842" y="79575"/>
                  <a:pt x="80842" y="39160"/>
                </a:cubicBezTo>
                <a:moveTo>
                  <a:pt x="20392" y="61174"/>
                </a:moveTo>
                <a:cubicBezTo>
                  <a:pt x="29594" y="22196"/>
                  <a:pt x="45113" y="5056"/>
                  <a:pt x="55761" y="5056"/>
                </a:cubicBezTo>
                <a:cubicBezTo>
                  <a:pt x="67309" y="5056"/>
                  <a:pt x="67309" y="25085"/>
                  <a:pt x="67309" y="28512"/>
                </a:cubicBezTo>
                <a:cubicBezTo>
                  <a:pt x="67309" y="35550"/>
                  <a:pt x="65866" y="46016"/>
                  <a:pt x="62077" y="61174"/>
                </a:cubicBezTo>
                <a:lnTo>
                  <a:pt x="20392" y="61174"/>
                </a:lnTo>
                <a:moveTo>
                  <a:pt x="60453" y="67670"/>
                </a:moveTo>
                <a:cubicBezTo>
                  <a:pt x="55400" y="87332"/>
                  <a:pt x="51250" y="97071"/>
                  <a:pt x="45834" y="105910"/>
                </a:cubicBezTo>
                <a:cubicBezTo>
                  <a:pt x="40242" y="115291"/>
                  <a:pt x="33022" y="123766"/>
                  <a:pt x="25084" y="123766"/>
                </a:cubicBezTo>
                <a:cubicBezTo>
                  <a:pt x="15158" y="123766"/>
                  <a:pt x="13533" y="110059"/>
                  <a:pt x="13533" y="100317"/>
                </a:cubicBezTo>
                <a:cubicBezTo>
                  <a:pt x="13533" y="88414"/>
                  <a:pt x="16964" y="74344"/>
                  <a:pt x="18768" y="67670"/>
                </a:cubicBezTo>
                <a:lnTo>
                  <a:pt x="60453" y="6767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57A76D3E-F7BF-493E-A32C-740B9044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5082" y="1946551"/>
            <a:ext cx="59806" cy="257788"/>
          </a:xfrm>
          <a:custGeom xmlns:a="http://schemas.openxmlformats.org/drawingml/2006/main">
            <a:pathLst>
              <a:path w="59806" h="257788">
                <a:moveTo>
                  <a:pt x="59806" y="255212"/>
                </a:moveTo>
                <a:cubicBezTo>
                  <a:pt x="59806" y="254441"/>
                  <a:pt x="59806" y="253922"/>
                  <a:pt x="55424" y="249539"/>
                </a:cubicBezTo>
                <a:cubicBezTo>
                  <a:pt x="23200" y="217061"/>
                  <a:pt x="14951" y="168336"/>
                  <a:pt x="14951" y="128894"/>
                </a:cubicBezTo>
                <a:cubicBezTo>
                  <a:pt x="14951" y="84040"/>
                  <a:pt x="24746" y="39186"/>
                  <a:pt x="56454" y="6962"/>
                </a:cubicBezTo>
                <a:cubicBezTo>
                  <a:pt x="59806" y="3871"/>
                  <a:pt x="59806" y="3352"/>
                  <a:pt x="59806" y="2581"/>
                </a:cubicBezTo>
                <a:cubicBezTo>
                  <a:pt x="59806" y="775"/>
                  <a:pt x="58775" y="0"/>
                  <a:pt x="57229" y="0"/>
                </a:cubicBezTo>
                <a:cubicBezTo>
                  <a:pt x="54649" y="0"/>
                  <a:pt x="31449" y="17532"/>
                  <a:pt x="16238" y="50271"/>
                </a:cubicBezTo>
                <a:cubicBezTo>
                  <a:pt x="3092" y="78628"/>
                  <a:pt x="0" y="107240"/>
                  <a:pt x="0" y="128894"/>
                </a:cubicBezTo>
                <a:cubicBezTo>
                  <a:pt x="0" y="149003"/>
                  <a:pt x="2832" y="180195"/>
                  <a:pt x="17013" y="209327"/>
                </a:cubicBezTo>
                <a:cubicBezTo>
                  <a:pt x="32479" y="241035"/>
                  <a:pt x="54649" y="257788"/>
                  <a:pt x="57229" y="257788"/>
                </a:cubicBezTo>
                <a:cubicBezTo>
                  <a:pt x="58775" y="257788"/>
                  <a:pt x="59806" y="257017"/>
                  <a:pt x="59806" y="2552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D34876AE-7BBA-4B44-A0F2-A7C10283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0141" y="2025851"/>
            <a:ext cx="118065" cy="116810"/>
          </a:xfrm>
          <a:custGeom xmlns:a="http://schemas.openxmlformats.org/drawingml/2006/main">
            <a:pathLst>
              <a:path w="118065" h="116810">
                <a:moveTo>
                  <a:pt x="85841" y="16505"/>
                </a:moveTo>
                <a:cubicBezTo>
                  <a:pt x="81204" y="6962"/>
                  <a:pt x="73726" y="0"/>
                  <a:pt x="62126" y="0"/>
                </a:cubicBezTo>
                <a:cubicBezTo>
                  <a:pt x="31964" y="0"/>
                  <a:pt x="0" y="37907"/>
                  <a:pt x="0" y="75555"/>
                </a:cubicBezTo>
                <a:cubicBezTo>
                  <a:pt x="0" y="99793"/>
                  <a:pt x="14176" y="116810"/>
                  <a:pt x="34285" y="116810"/>
                </a:cubicBezTo>
                <a:cubicBezTo>
                  <a:pt x="39441" y="116810"/>
                  <a:pt x="52332" y="115780"/>
                  <a:pt x="67798" y="97473"/>
                </a:cubicBezTo>
                <a:cubicBezTo>
                  <a:pt x="69860" y="108306"/>
                  <a:pt x="78883" y="116810"/>
                  <a:pt x="91258" y="116810"/>
                </a:cubicBezTo>
                <a:cubicBezTo>
                  <a:pt x="100282" y="116810"/>
                  <a:pt x="106209" y="110882"/>
                  <a:pt x="110332" y="102630"/>
                </a:cubicBezTo>
                <a:cubicBezTo>
                  <a:pt x="114717" y="93347"/>
                  <a:pt x="118065" y="77616"/>
                  <a:pt x="118065" y="77101"/>
                </a:cubicBezTo>
                <a:cubicBezTo>
                  <a:pt x="118065" y="74525"/>
                  <a:pt x="115748" y="74525"/>
                  <a:pt x="114973" y="74525"/>
                </a:cubicBezTo>
                <a:cubicBezTo>
                  <a:pt x="112397" y="74525"/>
                  <a:pt x="112137" y="75555"/>
                  <a:pt x="111366" y="79166"/>
                </a:cubicBezTo>
                <a:cubicBezTo>
                  <a:pt x="106980" y="95927"/>
                  <a:pt x="102343" y="111141"/>
                  <a:pt x="91773" y="111141"/>
                </a:cubicBezTo>
                <a:cubicBezTo>
                  <a:pt x="84811" y="111141"/>
                  <a:pt x="84040" y="104435"/>
                  <a:pt x="84040" y="99278"/>
                </a:cubicBezTo>
                <a:cubicBezTo>
                  <a:pt x="84040" y="93606"/>
                  <a:pt x="84555" y="91541"/>
                  <a:pt x="87391" y="80197"/>
                </a:cubicBezTo>
                <a:cubicBezTo>
                  <a:pt x="90227" y="69368"/>
                  <a:pt x="90743" y="66787"/>
                  <a:pt x="93059" y="56989"/>
                </a:cubicBezTo>
                <a:lnTo>
                  <a:pt x="102343" y="20887"/>
                </a:lnTo>
                <a:cubicBezTo>
                  <a:pt x="104148" y="13669"/>
                  <a:pt x="104148" y="13153"/>
                  <a:pt x="104148" y="12119"/>
                </a:cubicBezTo>
                <a:cubicBezTo>
                  <a:pt x="104148" y="7737"/>
                  <a:pt x="101053" y="5157"/>
                  <a:pt x="96670" y="5157"/>
                </a:cubicBezTo>
                <a:cubicBezTo>
                  <a:pt x="90483" y="5157"/>
                  <a:pt x="86616" y="10832"/>
                  <a:pt x="85841" y="16505"/>
                </a:cubicBezTo>
                <a:moveTo>
                  <a:pt x="69089" y="83292"/>
                </a:moveTo>
                <a:cubicBezTo>
                  <a:pt x="67798" y="87934"/>
                  <a:pt x="67798" y="88449"/>
                  <a:pt x="63932" y="92831"/>
                </a:cubicBezTo>
                <a:cubicBezTo>
                  <a:pt x="52587" y="107016"/>
                  <a:pt x="42018" y="111141"/>
                  <a:pt x="34800" y="111141"/>
                </a:cubicBezTo>
                <a:cubicBezTo>
                  <a:pt x="21914" y="111141"/>
                  <a:pt x="18303" y="96957"/>
                  <a:pt x="18303" y="86899"/>
                </a:cubicBezTo>
                <a:cubicBezTo>
                  <a:pt x="18303" y="74009"/>
                  <a:pt x="26551" y="42289"/>
                  <a:pt x="32479" y="30430"/>
                </a:cubicBezTo>
                <a:cubicBezTo>
                  <a:pt x="40472" y="15215"/>
                  <a:pt x="52072" y="5672"/>
                  <a:pt x="62386" y="5672"/>
                </a:cubicBezTo>
                <a:cubicBezTo>
                  <a:pt x="79143" y="5672"/>
                  <a:pt x="82750" y="26819"/>
                  <a:pt x="82750" y="28365"/>
                </a:cubicBezTo>
                <a:cubicBezTo>
                  <a:pt x="82750" y="29914"/>
                  <a:pt x="82235" y="31460"/>
                  <a:pt x="81975" y="32750"/>
                </a:cubicBezTo>
                <a:lnTo>
                  <a:pt x="69089" y="832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B5E2192F-64E5-4116-9D68-D0CA7FA3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6765" y="1946551"/>
            <a:ext cx="10314" cy="257788"/>
          </a:xfrm>
          <a:custGeom xmlns:a="http://schemas.openxmlformats.org/drawingml/2006/main">
            <a:pathLst>
              <a:path w="10314" h="257788">
                <a:moveTo>
                  <a:pt x="10314" y="9283"/>
                </a:moveTo>
                <a:cubicBezTo>
                  <a:pt x="10314" y="4642"/>
                  <a:pt x="10314" y="0"/>
                  <a:pt x="5157" y="0"/>
                </a:cubicBezTo>
                <a:cubicBezTo>
                  <a:pt x="0" y="0"/>
                  <a:pt x="0" y="4642"/>
                  <a:pt x="0" y="9283"/>
                </a:cubicBezTo>
                <a:lnTo>
                  <a:pt x="0" y="248509"/>
                </a:lnTo>
                <a:cubicBezTo>
                  <a:pt x="0" y="253150"/>
                  <a:pt x="0" y="257788"/>
                  <a:pt x="5157" y="257788"/>
                </a:cubicBezTo>
                <a:cubicBezTo>
                  <a:pt x="10314" y="257788"/>
                  <a:pt x="10314" y="253150"/>
                  <a:pt x="10314" y="248509"/>
                </a:cubicBezTo>
                <a:lnTo>
                  <a:pt x="10314" y="92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970BC270-8FB9-4F1D-893D-D11ACB24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1090" y="2025851"/>
            <a:ext cx="94869" cy="116810"/>
          </a:xfrm>
          <a:custGeom xmlns:a="http://schemas.openxmlformats.org/drawingml/2006/main">
            <a:pathLst>
              <a:path w="94869" h="116810">
                <a:moveTo>
                  <a:pt x="87391" y="17614"/>
                </a:moveTo>
                <a:cubicBezTo>
                  <a:pt x="80173" y="17874"/>
                  <a:pt x="75016" y="23546"/>
                  <a:pt x="75016" y="29218"/>
                </a:cubicBezTo>
                <a:cubicBezTo>
                  <a:pt x="75016" y="32829"/>
                  <a:pt x="77337" y="36695"/>
                  <a:pt x="83009" y="36695"/>
                </a:cubicBezTo>
                <a:cubicBezTo>
                  <a:pt x="88682" y="36695"/>
                  <a:pt x="94869" y="32314"/>
                  <a:pt x="94869" y="22260"/>
                </a:cubicBezTo>
                <a:cubicBezTo>
                  <a:pt x="94869" y="10605"/>
                  <a:pt x="83784" y="0"/>
                  <a:pt x="64191" y="0"/>
                </a:cubicBezTo>
                <a:cubicBezTo>
                  <a:pt x="30162" y="0"/>
                  <a:pt x="20624" y="26382"/>
                  <a:pt x="20624" y="37722"/>
                </a:cubicBezTo>
                <a:cubicBezTo>
                  <a:pt x="20624" y="57791"/>
                  <a:pt x="39701" y="61650"/>
                  <a:pt x="47175" y="63192"/>
                </a:cubicBezTo>
                <a:cubicBezTo>
                  <a:pt x="60581" y="65765"/>
                  <a:pt x="73986" y="68596"/>
                  <a:pt x="73986" y="82761"/>
                </a:cubicBezTo>
                <a:cubicBezTo>
                  <a:pt x="73986" y="89464"/>
                  <a:pt x="68058" y="111141"/>
                  <a:pt x="37124" y="111141"/>
                </a:cubicBezTo>
                <a:cubicBezTo>
                  <a:pt x="33514" y="111141"/>
                  <a:pt x="13665" y="111141"/>
                  <a:pt x="7733" y="97457"/>
                </a:cubicBezTo>
                <a:cubicBezTo>
                  <a:pt x="17532" y="98747"/>
                  <a:pt x="23975" y="91010"/>
                  <a:pt x="23975" y="83792"/>
                </a:cubicBezTo>
                <a:cubicBezTo>
                  <a:pt x="23975" y="77864"/>
                  <a:pt x="19853" y="74768"/>
                  <a:pt x="14436" y="74768"/>
                </a:cubicBezTo>
                <a:cubicBezTo>
                  <a:pt x="7733" y="74768"/>
                  <a:pt x="0" y="80185"/>
                  <a:pt x="0" y="91785"/>
                </a:cubicBezTo>
                <a:cubicBezTo>
                  <a:pt x="0" y="106492"/>
                  <a:pt x="14696" y="116810"/>
                  <a:pt x="36865" y="116810"/>
                </a:cubicBezTo>
                <a:cubicBezTo>
                  <a:pt x="78627" y="116810"/>
                  <a:pt x="88682" y="85597"/>
                  <a:pt x="88682" y="73997"/>
                </a:cubicBezTo>
                <a:cubicBezTo>
                  <a:pt x="88682" y="64738"/>
                  <a:pt x="83784" y="58306"/>
                  <a:pt x="80689" y="55219"/>
                </a:cubicBezTo>
                <a:cubicBezTo>
                  <a:pt x="73730" y="48012"/>
                  <a:pt x="66252" y="46726"/>
                  <a:pt x="54912" y="44413"/>
                </a:cubicBezTo>
                <a:cubicBezTo>
                  <a:pt x="45629" y="42356"/>
                  <a:pt x="35319" y="40555"/>
                  <a:pt x="35319" y="28962"/>
                </a:cubicBezTo>
                <a:cubicBezTo>
                  <a:pt x="35319" y="21485"/>
                  <a:pt x="41507" y="5672"/>
                  <a:pt x="64191" y="5672"/>
                </a:cubicBezTo>
                <a:cubicBezTo>
                  <a:pt x="70635" y="5672"/>
                  <a:pt x="83525" y="7489"/>
                  <a:pt x="87391" y="17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5EFBBE19-FA05-4B9A-A80B-FF28A907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0709" y="2112570"/>
            <a:ext cx="30158" cy="77168"/>
          </a:xfrm>
          <a:custGeom xmlns:a="http://schemas.openxmlformats.org/drawingml/2006/main">
            <a:pathLst>
              <a:path w="30158" h="77168">
                <a:moveTo>
                  <a:pt x="30158" y="27066"/>
                </a:moveTo>
                <a:cubicBezTo>
                  <a:pt x="30158" y="10054"/>
                  <a:pt x="23715" y="0"/>
                  <a:pt x="13661" y="0"/>
                </a:cubicBezTo>
                <a:cubicBezTo>
                  <a:pt x="5153" y="0"/>
                  <a:pt x="0" y="6443"/>
                  <a:pt x="0" y="13661"/>
                </a:cubicBezTo>
                <a:cubicBezTo>
                  <a:pt x="0" y="20623"/>
                  <a:pt x="5153" y="27322"/>
                  <a:pt x="13661" y="27322"/>
                </a:cubicBezTo>
                <a:cubicBezTo>
                  <a:pt x="16752" y="27322"/>
                  <a:pt x="20104" y="26291"/>
                  <a:pt x="22685" y="23975"/>
                </a:cubicBezTo>
                <a:cubicBezTo>
                  <a:pt x="23456" y="23456"/>
                  <a:pt x="23715" y="23200"/>
                  <a:pt x="23971" y="23200"/>
                </a:cubicBezTo>
                <a:cubicBezTo>
                  <a:pt x="24230" y="23200"/>
                  <a:pt x="24490" y="23456"/>
                  <a:pt x="24490" y="27066"/>
                </a:cubicBezTo>
                <a:cubicBezTo>
                  <a:pt x="24490" y="46183"/>
                  <a:pt x="15466" y="61682"/>
                  <a:pt x="6958" y="70206"/>
                </a:cubicBezTo>
                <a:cubicBezTo>
                  <a:pt x="4122" y="73046"/>
                  <a:pt x="4122" y="73561"/>
                  <a:pt x="4122" y="74336"/>
                </a:cubicBezTo>
                <a:cubicBezTo>
                  <a:pt x="4122" y="76137"/>
                  <a:pt x="5412" y="77168"/>
                  <a:pt x="6702" y="77168"/>
                </a:cubicBezTo>
                <a:cubicBezTo>
                  <a:pt x="9535" y="77168"/>
                  <a:pt x="30158" y="57292"/>
                  <a:pt x="30158" y="270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8F8B04D0-3064-45E0-AAB3-D48C6112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4287" y="2025851"/>
            <a:ext cx="109301" cy="116810"/>
          </a:xfrm>
          <a:custGeom xmlns:a="http://schemas.openxmlformats.org/drawingml/2006/main">
            <a:pathLst>
              <a:path w="109301" h="116810">
                <a:moveTo>
                  <a:pt x="23201" y="92528"/>
                </a:moveTo>
                <a:cubicBezTo>
                  <a:pt x="37121" y="77592"/>
                  <a:pt x="44595" y="71153"/>
                  <a:pt x="53878" y="63172"/>
                </a:cubicBezTo>
                <a:cubicBezTo>
                  <a:pt x="53878" y="62912"/>
                  <a:pt x="69860" y="49263"/>
                  <a:pt x="79139" y="39992"/>
                </a:cubicBezTo>
                <a:cubicBezTo>
                  <a:pt x="103630" y="15986"/>
                  <a:pt x="109301" y="3611"/>
                  <a:pt x="109301" y="2580"/>
                </a:cubicBezTo>
                <a:cubicBezTo>
                  <a:pt x="109301" y="0"/>
                  <a:pt x="106981" y="0"/>
                  <a:pt x="106466" y="0"/>
                </a:cubicBezTo>
                <a:cubicBezTo>
                  <a:pt x="104660" y="0"/>
                  <a:pt x="103889" y="519"/>
                  <a:pt x="102598" y="2836"/>
                </a:cubicBezTo>
                <a:cubicBezTo>
                  <a:pt x="94865" y="15211"/>
                  <a:pt x="89453" y="19384"/>
                  <a:pt x="83266" y="19384"/>
                </a:cubicBezTo>
                <a:cubicBezTo>
                  <a:pt x="77078" y="19384"/>
                  <a:pt x="73983" y="15471"/>
                  <a:pt x="70115" y="11088"/>
                </a:cubicBezTo>
                <a:cubicBezTo>
                  <a:pt x="65218" y="5157"/>
                  <a:pt x="60837" y="0"/>
                  <a:pt x="52328" y="0"/>
                </a:cubicBezTo>
                <a:cubicBezTo>
                  <a:pt x="32994" y="0"/>
                  <a:pt x="21139" y="24026"/>
                  <a:pt x="21139" y="29434"/>
                </a:cubicBezTo>
                <a:cubicBezTo>
                  <a:pt x="21139" y="30724"/>
                  <a:pt x="21910" y="32267"/>
                  <a:pt x="24231" y="32267"/>
                </a:cubicBezTo>
                <a:cubicBezTo>
                  <a:pt x="26552" y="32267"/>
                  <a:pt x="27067" y="30980"/>
                  <a:pt x="27582" y="29434"/>
                </a:cubicBezTo>
                <a:cubicBezTo>
                  <a:pt x="32479" y="17540"/>
                  <a:pt x="47431" y="17272"/>
                  <a:pt x="49492" y="17272"/>
                </a:cubicBezTo>
                <a:cubicBezTo>
                  <a:pt x="54908" y="17272"/>
                  <a:pt x="59806" y="19120"/>
                  <a:pt x="65733" y="21189"/>
                </a:cubicBezTo>
                <a:cubicBezTo>
                  <a:pt x="76048" y="25057"/>
                  <a:pt x="78884" y="25057"/>
                  <a:pt x="85587" y="25057"/>
                </a:cubicBezTo>
                <a:cubicBezTo>
                  <a:pt x="76303" y="36129"/>
                  <a:pt x="54649" y="54672"/>
                  <a:pt x="49752" y="58794"/>
                </a:cubicBezTo>
                <a:lnTo>
                  <a:pt x="26552" y="80425"/>
                </a:lnTo>
                <a:cubicBezTo>
                  <a:pt x="9020" y="97693"/>
                  <a:pt x="0" y="112428"/>
                  <a:pt x="0" y="114234"/>
                </a:cubicBezTo>
                <a:cubicBezTo>
                  <a:pt x="0" y="116810"/>
                  <a:pt x="2577" y="116810"/>
                  <a:pt x="3092" y="116810"/>
                </a:cubicBezTo>
                <a:cubicBezTo>
                  <a:pt x="5153" y="116810"/>
                  <a:pt x="5668" y="116295"/>
                  <a:pt x="7218" y="113462"/>
                </a:cubicBezTo>
                <a:cubicBezTo>
                  <a:pt x="13147" y="104439"/>
                  <a:pt x="20880" y="97425"/>
                  <a:pt x="29128" y="97425"/>
                </a:cubicBezTo>
                <a:cubicBezTo>
                  <a:pt x="35056" y="97425"/>
                  <a:pt x="37636" y="99797"/>
                  <a:pt x="44080" y="107275"/>
                </a:cubicBezTo>
                <a:cubicBezTo>
                  <a:pt x="48462" y="112687"/>
                  <a:pt x="53104" y="116810"/>
                  <a:pt x="60581" y="116810"/>
                </a:cubicBezTo>
                <a:cubicBezTo>
                  <a:pt x="86102" y="116810"/>
                  <a:pt x="101053" y="84032"/>
                  <a:pt x="101053" y="77077"/>
                </a:cubicBezTo>
                <a:cubicBezTo>
                  <a:pt x="101053" y="75791"/>
                  <a:pt x="100022" y="74501"/>
                  <a:pt x="97957" y="74501"/>
                </a:cubicBezTo>
                <a:cubicBezTo>
                  <a:pt x="95636" y="74501"/>
                  <a:pt x="95121" y="76047"/>
                  <a:pt x="94350" y="77848"/>
                </a:cubicBezTo>
                <a:cubicBezTo>
                  <a:pt x="88418" y="94593"/>
                  <a:pt x="71921" y="99542"/>
                  <a:pt x="63412" y="99542"/>
                </a:cubicBezTo>
                <a:cubicBezTo>
                  <a:pt x="58260" y="99542"/>
                  <a:pt x="53619" y="97956"/>
                  <a:pt x="48206" y="96139"/>
                </a:cubicBezTo>
                <a:cubicBezTo>
                  <a:pt x="39442" y="92788"/>
                  <a:pt x="35576" y="91757"/>
                  <a:pt x="30159" y="91757"/>
                </a:cubicBezTo>
                <a:cubicBezTo>
                  <a:pt x="29644" y="91757"/>
                  <a:pt x="25522" y="91757"/>
                  <a:pt x="23201" y="9252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BBFBA67D-90B2-46F0-821C-0210EF59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012" y="1946551"/>
            <a:ext cx="59804" cy="257788"/>
          </a:xfrm>
          <a:custGeom xmlns:a="http://schemas.openxmlformats.org/drawingml/2006/main">
            <a:pathLst>
              <a:path w="59804" h="257788">
                <a:moveTo>
                  <a:pt x="59804" y="128894"/>
                </a:moveTo>
                <a:cubicBezTo>
                  <a:pt x="59804" y="108790"/>
                  <a:pt x="56973" y="77597"/>
                  <a:pt x="42793" y="48465"/>
                </a:cubicBezTo>
                <a:cubicBezTo>
                  <a:pt x="27326" y="16757"/>
                  <a:pt x="5157" y="0"/>
                  <a:pt x="2577" y="0"/>
                </a:cubicBezTo>
                <a:cubicBezTo>
                  <a:pt x="1030" y="0"/>
                  <a:pt x="0" y="1035"/>
                  <a:pt x="0" y="2581"/>
                </a:cubicBezTo>
                <a:cubicBezTo>
                  <a:pt x="0" y="3352"/>
                  <a:pt x="0" y="3871"/>
                  <a:pt x="4897" y="8508"/>
                </a:cubicBezTo>
                <a:cubicBezTo>
                  <a:pt x="30162" y="34029"/>
                  <a:pt x="44854" y="75016"/>
                  <a:pt x="44854" y="128894"/>
                </a:cubicBezTo>
                <a:cubicBezTo>
                  <a:pt x="44854" y="172977"/>
                  <a:pt x="35319" y="218347"/>
                  <a:pt x="3351" y="250829"/>
                </a:cubicBezTo>
                <a:cubicBezTo>
                  <a:pt x="0" y="253922"/>
                  <a:pt x="0" y="254441"/>
                  <a:pt x="0" y="255212"/>
                </a:cubicBezTo>
                <a:cubicBezTo>
                  <a:pt x="0" y="256758"/>
                  <a:pt x="1030" y="257788"/>
                  <a:pt x="2577" y="257788"/>
                </a:cubicBezTo>
                <a:cubicBezTo>
                  <a:pt x="5157" y="257788"/>
                  <a:pt x="28356" y="240260"/>
                  <a:pt x="43567" y="207522"/>
                </a:cubicBezTo>
                <a:cubicBezTo>
                  <a:pt x="56713" y="179165"/>
                  <a:pt x="59804" y="150548"/>
                  <a:pt x="59804" y="1288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ADA9D2C7-DF36-471E-8D1B-57CFCD0E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9689" y="1824326"/>
            <a:ext cx="103167" cy="159437"/>
          </a:xfrm>
          <a:custGeom xmlns:a="http://schemas.openxmlformats.org/drawingml/2006/main">
            <a:pathLst>
              <a:path w="103167" h="159437">
                <a:moveTo>
                  <a:pt x="103167" y="2755"/>
                </a:moveTo>
                <a:cubicBezTo>
                  <a:pt x="103167" y="1754"/>
                  <a:pt x="102415" y="252"/>
                  <a:pt x="100660" y="252"/>
                </a:cubicBezTo>
                <a:cubicBezTo>
                  <a:pt x="97909" y="252"/>
                  <a:pt x="87891" y="10271"/>
                  <a:pt x="83634" y="17534"/>
                </a:cubicBezTo>
                <a:cubicBezTo>
                  <a:pt x="78125" y="4008"/>
                  <a:pt x="68359" y="0"/>
                  <a:pt x="60346" y="0"/>
                </a:cubicBezTo>
                <a:cubicBezTo>
                  <a:pt x="30800" y="0"/>
                  <a:pt x="0" y="37070"/>
                  <a:pt x="0" y="73391"/>
                </a:cubicBezTo>
                <a:cubicBezTo>
                  <a:pt x="0" y="97936"/>
                  <a:pt x="14775" y="113465"/>
                  <a:pt x="33054" y="113465"/>
                </a:cubicBezTo>
                <a:cubicBezTo>
                  <a:pt x="43822" y="113465"/>
                  <a:pt x="53587" y="107458"/>
                  <a:pt x="62601" y="98441"/>
                </a:cubicBezTo>
                <a:cubicBezTo>
                  <a:pt x="60346" y="107206"/>
                  <a:pt x="52082" y="141120"/>
                  <a:pt x="51333" y="143382"/>
                </a:cubicBezTo>
                <a:cubicBezTo>
                  <a:pt x="49331" y="150420"/>
                  <a:pt x="47325" y="151424"/>
                  <a:pt x="33303" y="151677"/>
                </a:cubicBezTo>
                <a:cubicBezTo>
                  <a:pt x="30047" y="151677"/>
                  <a:pt x="27545" y="151677"/>
                  <a:pt x="27545" y="156686"/>
                </a:cubicBezTo>
                <a:cubicBezTo>
                  <a:pt x="27545" y="156935"/>
                  <a:pt x="27545" y="159437"/>
                  <a:pt x="30800" y="159437"/>
                </a:cubicBezTo>
                <a:cubicBezTo>
                  <a:pt x="38813" y="159437"/>
                  <a:pt x="47577" y="158688"/>
                  <a:pt x="55842" y="158688"/>
                </a:cubicBezTo>
                <a:cubicBezTo>
                  <a:pt x="64354" y="158688"/>
                  <a:pt x="73368" y="159437"/>
                  <a:pt x="81632" y="159437"/>
                </a:cubicBezTo>
                <a:cubicBezTo>
                  <a:pt x="82882" y="159437"/>
                  <a:pt x="86138" y="159437"/>
                  <a:pt x="86138" y="154432"/>
                </a:cubicBezTo>
                <a:cubicBezTo>
                  <a:pt x="86138" y="151677"/>
                  <a:pt x="83634" y="151677"/>
                  <a:pt x="79627" y="151677"/>
                </a:cubicBezTo>
                <a:cubicBezTo>
                  <a:pt x="67610" y="151677"/>
                  <a:pt x="67610" y="149915"/>
                  <a:pt x="67610" y="147654"/>
                </a:cubicBezTo>
                <a:cubicBezTo>
                  <a:pt x="67610" y="145896"/>
                  <a:pt x="68111" y="144387"/>
                  <a:pt x="68611" y="142125"/>
                </a:cubicBezTo>
                <a:lnTo>
                  <a:pt x="103167" y="2755"/>
                </a:lnTo>
                <a:moveTo>
                  <a:pt x="33803" y="107959"/>
                </a:moveTo>
                <a:cubicBezTo>
                  <a:pt x="18779" y="107959"/>
                  <a:pt x="17778" y="88671"/>
                  <a:pt x="17778" y="84411"/>
                </a:cubicBezTo>
                <a:cubicBezTo>
                  <a:pt x="17778" y="72390"/>
                  <a:pt x="25041" y="45086"/>
                  <a:pt x="29298" y="34568"/>
                </a:cubicBezTo>
                <a:cubicBezTo>
                  <a:pt x="37058" y="16033"/>
                  <a:pt x="50080" y="5510"/>
                  <a:pt x="60346" y="5510"/>
                </a:cubicBezTo>
                <a:cubicBezTo>
                  <a:pt x="76623" y="5510"/>
                  <a:pt x="80131" y="25798"/>
                  <a:pt x="80131" y="27552"/>
                </a:cubicBezTo>
                <a:cubicBezTo>
                  <a:pt x="80131" y="29058"/>
                  <a:pt x="66356" y="83910"/>
                  <a:pt x="65604" y="84915"/>
                </a:cubicBezTo>
                <a:cubicBezTo>
                  <a:pt x="61849" y="91926"/>
                  <a:pt x="47826" y="107959"/>
                  <a:pt x="33803" y="10795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32DF6EA4-5822-4550-9F91-35D9DF4C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3713" y="1850973"/>
            <a:ext cx="101138" cy="157480"/>
          </a:xfrm>
          <a:custGeom xmlns:a="http://schemas.openxmlformats.org/drawingml/2006/main">
            <a:pathLst>
              <a:path w="101138" h="157480">
                <a:moveTo>
                  <a:pt x="73969" y="2279"/>
                </a:moveTo>
                <a:cubicBezTo>
                  <a:pt x="73969" y="0"/>
                  <a:pt x="71867" y="0"/>
                  <a:pt x="70990" y="0"/>
                </a:cubicBezTo>
                <a:cubicBezTo>
                  <a:pt x="68361" y="0"/>
                  <a:pt x="68187" y="877"/>
                  <a:pt x="67483" y="3857"/>
                </a:cubicBezTo>
                <a:lnTo>
                  <a:pt x="57494" y="43992"/>
                </a:lnTo>
                <a:cubicBezTo>
                  <a:pt x="26468" y="45396"/>
                  <a:pt x="0" y="67659"/>
                  <a:pt x="0" y="91153"/>
                </a:cubicBezTo>
                <a:cubicBezTo>
                  <a:pt x="0" y="110964"/>
                  <a:pt x="18054" y="122884"/>
                  <a:pt x="37512" y="123585"/>
                </a:cubicBezTo>
                <a:cubicBezTo>
                  <a:pt x="36107" y="129030"/>
                  <a:pt x="34883" y="134652"/>
                  <a:pt x="33478" y="140098"/>
                </a:cubicBezTo>
                <a:cubicBezTo>
                  <a:pt x="31376" y="148354"/>
                  <a:pt x="29798" y="154851"/>
                  <a:pt x="29798" y="155378"/>
                </a:cubicBezTo>
                <a:cubicBezTo>
                  <a:pt x="29798" y="157480"/>
                  <a:pt x="32077" y="157480"/>
                  <a:pt x="32604" y="157480"/>
                </a:cubicBezTo>
                <a:cubicBezTo>
                  <a:pt x="35233" y="157480"/>
                  <a:pt x="35407" y="156956"/>
                  <a:pt x="36284" y="153273"/>
                </a:cubicBezTo>
                <a:lnTo>
                  <a:pt x="43647" y="123759"/>
                </a:lnTo>
                <a:cubicBezTo>
                  <a:pt x="73619" y="122534"/>
                  <a:pt x="101138" y="100444"/>
                  <a:pt x="101138" y="76601"/>
                </a:cubicBezTo>
                <a:cubicBezTo>
                  <a:pt x="101138" y="58194"/>
                  <a:pt x="85012" y="45046"/>
                  <a:pt x="63629" y="44168"/>
                </a:cubicBezTo>
                <a:lnTo>
                  <a:pt x="73969" y="2279"/>
                </a:lnTo>
                <a:moveTo>
                  <a:pt x="38739" y="118677"/>
                </a:moveTo>
                <a:cubicBezTo>
                  <a:pt x="25240" y="117977"/>
                  <a:pt x="12796" y="110613"/>
                  <a:pt x="12796" y="94133"/>
                </a:cubicBezTo>
                <a:cubicBezTo>
                  <a:pt x="12796" y="76601"/>
                  <a:pt x="26118" y="51882"/>
                  <a:pt x="56092" y="49076"/>
                </a:cubicBezTo>
                <a:lnTo>
                  <a:pt x="38739" y="118677"/>
                </a:lnTo>
                <a:moveTo>
                  <a:pt x="62225" y="49076"/>
                </a:moveTo>
                <a:cubicBezTo>
                  <a:pt x="75723" y="49603"/>
                  <a:pt x="88342" y="56966"/>
                  <a:pt x="88342" y="73621"/>
                </a:cubicBezTo>
                <a:cubicBezTo>
                  <a:pt x="88342" y="92731"/>
                  <a:pt x="73269" y="116222"/>
                  <a:pt x="44872" y="118677"/>
                </a:cubicBezTo>
                <a:lnTo>
                  <a:pt x="62225" y="490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F17FBE0D-B28E-4F84-B3EF-6B18984B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9170" y="1747298"/>
            <a:ext cx="58093" cy="250404"/>
          </a:xfrm>
          <a:custGeom xmlns:a="http://schemas.openxmlformats.org/drawingml/2006/main">
            <a:pathLst>
              <a:path w="58093" h="250404">
                <a:moveTo>
                  <a:pt x="58093" y="247901"/>
                </a:moveTo>
                <a:cubicBezTo>
                  <a:pt x="58093" y="247152"/>
                  <a:pt x="58093" y="246648"/>
                  <a:pt x="53836" y="242391"/>
                </a:cubicBezTo>
                <a:cubicBezTo>
                  <a:pt x="22536" y="210843"/>
                  <a:pt x="14524" y="163514"/>
                  <a:pt x="14524" y="125202"/>
                </a:cubicBezTo>
                <a:cubicBezTo>
                  <a:pt x="14524" y="81633"/>
                  <a:pt x="24038" y="38063"/>
                  <a:pt x="54837" y="6763"/>
                </a:cubicBezTo>
                <a:cubicBezTo>
                  <a:pt x="58093" y="3760"/>
                  <a:pt x="58093" y="3255"/>
                  <a:pt x="58093" y="2506"/>
                </a:cubicBezTo>
                <a:cubicBezTo>
                  <a:pt x="58093" y="753"/>
                  <a:pt x="57092" y="0"/>
                  <a:pt x="55591" y="0"/>
                </a:cubicBezTo>
                <a:cubicBezTo>
                  <a:pt x="53084" y="0"/>
                  <a:pt x="30548" y="17029"/>
                  <a:pt x="15773" y="48830"/>
                </a:cubicBezTo>
                <a:cubicBezTo>
                  <a:pt x="3003" y="76375"/>
                  <a:pt x="0" y="104168"/>
                  <a:pt x="0" y="125202"/>
                </a:cubicBezTo>
                <a:cubicBezTo>
                  <a:pt x="0" y="144734"/>
                  <a:pt x="2751" y="175033"/>
                  <a:pt x="16526" y="203331"/>
                </a:cubicBezTo>
                <a:cubicBezTo>
                  <a:pt x="31549" y="234131"/>
                  <a:pt x="53084" y="250404"/>
                  <a:pt x="55591" y="250404"/>
                </a:cubicBezTo>
                <a:cubicBezTo>
                  <a:pt x="57092" y="250404"/>
                  <a:pt x="58093" y="249655"/>
                  <a:pt x="58093" y="2479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E8FF126F-C691-4552-BEEF-CAE9C30A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519" y="1824326"/>
            <a:ext cx="106170" cy="113465"/>
          </a:xfrm>
          <a:custGeom xmlns:a="http://schemas.openxmlformats.org/drawingml/2006/main">
            <a:pathLst>
              <a:path w="106170" h="113465">
                <a:moveTo>
                  <a:pt x="22536" y="89878"/>
                </a:moveTo>
                <a:cubicBezTo>
                  <a:pt x="36058" y="75370"/>
                  <a:pt x="43317" y="69116"/>
                  <a:pt x="52335" y="61363"/>
                </a:cubicBezTo>
                <a:cubicBezTo>
                  <a:pt x="52335" y="61111"/>
                  <a:pt x="67859" y="47853"/>
                  <a:pt x="76872" y="38847"/>
                </a:cubicBezTo>
                <a:cubicBezTo>
                  <a:pt x="100661" y="15528"/>
                  <a:pt x="106170" y="3508"/>
                  <a:pt x="106170" y="2507"/>
                </a:cubicBezTo>
                <a:cubicBezTo>
                  <a:pt x="106170" y="0"/>
                  <a:pt x="103917" y="0"/>
                  <a:pt x="103416" y="0"/>
                </a:cubicBezTo>
                <a:cubicBezTo>
                  <a:pt x="101662" y="0"/>
                  <a:pt x="100914" y="505"/>
                  <a:pt x="99660" y="2755"/>
                </a:cubicBezTo>
                <a:cubicBezTo>
                  <a:pt x="92148" y="14775"/>
                  <a:pt x="86890" y="18830"/>
                  <a:pt x="80880" y="18830"/>
                </a:cubicBezTo>
                <a:cubicBezTo>
                  <a:pt x="74870" y="18830"/>
                  <a:pt x="71863" y="15028"/>
                  <a:pt x="68107" y="10771"/>
                </a:cubicBezTo>
                <a:cubicBezTo>
                  <a:pt x="63351" y="5010"/>
                  <a:pt x="59094" y="0"/>
                  <a:pt x="50829" y="0"/>
                </a:cubicBezTo>
                <a:cubicBezTo>
                  <a:pt x="32049" y="0"/>
                  <a:pt x="20534" y="23338"/>
                  <a:pt x="20534" y="28592"/>
                </a:cubicBezTo>
                <a:cubicBezTo>
                  <a:pt x="20534" y="29845"/>
                  <a:pt x="21282" y="31343"/>
                  <a:pt x="23537" y="31343"/>
                </a:cubicBezTo>
                <a:cubicBezTo>
                  <a:pt x="25791" y="31343"/>
                  <a:pt x="26291" y="30094"/>
                  <a:pt x="26793" y="28592"/>
                </a:cubicBezTo>
                <a:cubicBezTo>
                  <a:pt x="31549" y="17037"/>
                  <a:pt x="46073" y="16777"/>
                  <a:pt x="48075" y="16777"/>
                </a:cubicBezTo>
                <a:cubicBezTo>
                  <a:pt x="53336" y="16777"/>
                  <a:pt x="58093" y="18573"/>
                  <a:pt x="63851" y="20583"/>
                </a:cubicBezTo>
                <a:cubicBezTo>
                  <a:pt x="73869" y="24339"/>
                  <a:pt x="76624" y="24339"/>
                  <a:pt x="83134" y="24339"/>
                </a:cubicBezTo>
                <a:cubicBezTo>
                  <a:pt x="74118" y="35095"/>
                  <a:pt x="53084" y="53107"/>
                  <a:pt x="48326" y="57110"/>
                </a:cubicBezTo>
                <a:lnTo>
                  <a:pt x="25791" y="78121"/>
                </a:lnTo>
                <a:cubicBezTo>
                  <a:pt x="8761" y="94895"/>
                  <a:pt x="0" y="109208"/>
                  <a:pt x="0" y="110962"/>
                </a:cubicBezTo>
                <a:cubicBezTo>
                  <a:pt x="0" y="113465"/>
                  <a:pt x="2503" y="113465"/>
                  <a:pt x="3003" y="113465"/>
                </a:cubicBezTo>
                <a:cubicBezTo>
                  <a:pt x="5006" y="113465"/>
                  <a:pt x="5507" y="112964"/>
                  <a:pt x="7011" y="110213"/>
                </a:cubicBezTo>
                <a:cubicBezTo>
                  <a:pt x="12770" y="101448"/>
                  <a:pt x="20281" y="94636"/>
                  <a:pt x="28294" y="94636"/>
                </a:cubicBezTo>
                <a:cubicBezTo>
                  <a:pt x="34051" y="94636"/>
                  <a:pt x="36558" y="96939"/>
                  <a:pt x="42817" y="104203"/>
                </a:cubicBezTo>
                <a:cubicBezTo>
                  <a:pt x="47074" y="109460"/>
                  <a:pt x="51582" y="113465"/>
                  <a:pt x="58845" y="113465"/>
                </a:cubicBezTo>
                <a:cubicBezTo>
                  <a:pt x="83636" y="113465"/>
                  <a:pt x="98158" y="81625"/>
                  <a:pt x="98158" y="74870"/>
                </a:cubicBezTo>
                <a:cubicBezTo>
                  <a:pt x="98158" y="73621"/>
                  <a:pt x="97157" y="72367"/>
                  <a:pt x="95151" y="72367"/>
                </a:cubicBezTo>
                <a:cubicBezTo>
                  <a:pt x="92897" y="72367"/>
                  <a:pt x="92397" y="73869"/>
                  <a:pt x="91648" y="75619"/>
                </a:cubicBezTo>
                <a:cubicBezTo>
                  <a:pt x="85885" y="91885"/>
                  <a:pt x="69861" y="96691"/>
                  <a:pt x="61596" y="96691"/>
                </a:cubicBezTo>
                <a:cubicBezTo>
                  <a:pt x="56591" y="96691"/>
                  <a:pt x="52083" y="95151"/>
                  <a:pt x="46825" y="93386"/>
                </a:cubicBezTo>
                <a:cubicBezTo>
                  <a:pt x="38312" y="90131"/>
                  <a:pt x="34556" y="89129"/>
                  <a:pt x="29295" y="89129"/>
                </a:cubicBezTo>
                <a:cubicBezTo>
                  <a:pt x="28795" y="89129"/>
                  <a:pt x="24790" y="89129"/>
                  <a:pt x="22536" y="898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F7D73143-3A67-4254-B6F5-6935C808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9004" y="1747298"/>
            <a:ext cx="10019" cy="250404"/>
          </a:xfrm>
          <a:custGeom xmlns:a="http://schemas.openxmlformats.org/drawingml/2006/main">
            <a:pathLst>
              <a:path w="10019" h="250404">
                <a:moveTo>
                  <a:pt x="10019" y="9017"/>
                </a:moveTo>
                <a:cubicBezTo>
                  <a:pt x="10019" y="4508"/>
                  <a:pt x="10019" y="0"/>
                  <a:pt x="5009" y="0"/>
                </a:cubicBezTo>
                <a:cubicBezTo>
                  <a:pt x="0" y="0"/>
                  <a:pt x="0" y="4508"/>
                  <a:pt x="0" y="9017"/>
                </a:cubicBezTo>
                <a:lnTo>
                  <a:pt x="0" y="241390"/>
                </a:lnTo>
                <a:cubicBezTo>
                  <a:pt x="0" y="245899"/>
                  <a:pt x="0" y="250404"/>
                  <a:pt x="5009" y="250404"/>
                </a:cubicBezTo>
                <a:cubicBezTo>
                  <a:pt x="10019" y="250404"/>
                  <a:pt x="10019" y="245899"/>
                  <a:pt x="10019" y="241390"/>
                </a:cubicBezTo>
                <a:lnTo>
                  <a:pt x="10019" y="90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4C1553CE-CE6F-4BE2-99BD-5C67D9CD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540" y="1827261"/>
            <a:ext cx="121194" cy="110775"/>
          </a:xfrm>
          <a:custGeom xmlns:a="http://schemas.openxmlformats.org/drawingml/2006/main">
            <a:pathLst>
              <a:path w="121194" h="110775">
                <a:moveTo>
                  <a:pt x="66858" y="14527"/>
                </a:moveTo>
                <a:lnTo>
                  <a:pt x="108925" y="14527"/>
                </a:lnTo>
                <a:cubicBezTo>
                  <a:pt x="112180" y="14527"/>
                  <a:pt x="121194" y="14527"/>
                  <a:pt x="121194" y="6010"/>
                </a:cubicBezTo>
                <a:cubicBezTo>
                  <a:pt x="121194" y="0"/>
                  <a:pt x="115937" y="0"/>
                  <a:pt x="111179" y="0"/>
                </a:cubicBezTo>
                <a:lnTo>
                  <a:pt x="41067" y="0"/>
                </a:lnTo>
                <a:cubicBezTo>
                  <a:pt x="36057" y="0"/>
                  <a:pt x="26291" y="0"/>
                  <a:pt x="15276" y="11772"/>
                </a:cubicBezTo>
                <a:cubicBezTo>
                  <a:pt x="7011" y="20774"/>
                  <a:pt x="0" y="32775"/>
                  <a:pt x="0" y="34273"/>
                </a:cubicBezTo>
                <a:cubicBezTo>
                  <a:pt x="0" y="34525"/>
                  <a:pt x="0" y="36772"/>
                  <a:pt x="3003" y="36772"/>
                </a:cubicBezTo>
                <a:cubicBezTo>
                  <a:pt x="5009" y="36772"/>
                  <a:pt x="5510" y="35775"/>
                  <a:pt x="7011" y="33772"/>
                </a:cubicBezTo>
                <a:cubicBezTo>
                  <a:pt x="19280" y="14527"/>
                  <a:pt x="33555" y="14527"/>
                  <a:pt x="38813" y="14527"/>
                </a:cubicBezTo>
                <a:lnTo>
                  <a:pt x="59598" y="14527"/>
                </a:lnTo>
                <a:lnTo>
                  <a:pt x="35057" y="94769"/>
                </a:lnTo>
                <a:cubicBezTo>
                  <a:pt x="34056" y="97768"/>
                  <a:pt x="32554" y="103018"/>
                  <a:pt x="32554" y="104019"/>
                </a:cubicBezTo>
                <a:cubicBezTo>
                  <a:pt x="32554" y="106770"/>
                  <a:pt x="34304" y="110775"/>
                  <a:pt x="39814" y="110775"/>
                </a:cubicBezTo>
                <a:cubicBezTo>
                  <a:pt x="48078" y="110775"/>
                  <a:pt x="49332" y="103767"/>
                  <a:pt x="50081" y="100019"/>
                </a:cubicBezTo>
                <a:lnTo>
                  <a:pt x="66858" y="14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D5887D1E-7D5F-4F97-BD44-4C471C76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0864" y="1747298"/>
            <a:ext cx="58092" cy="250404"/>
          </a:xfrm>
          <a:custGeom xmlns:a="http://schemas.openxmlformats.org/drawingml/2006/main">
            <a:pathLst>
              <a:path w="58092" h="250404">
                <a:moveTo>
                  <a:pt x="58092" y="125202"/>
                </a:moveTo>
                <a:cubicBezTo>
                  <a:pt x="58092" y="105673"/>
                  <a:pt x="55341" y="75374"/>
                  <a:pt x="41567" y="47076"/>
                </a:cubicBezTo>
                <a:cubicBezTo>
                  <a:pt x="26544" y="16277"/>
                  <a:pt x="5009" y="0"/>
                  <a:pt x="2502" y="0"/>
                </a:cubicBezTo>
                <a:cubicBezTo>
                  <a:pt x="1001" y="0"/>
                  <a:pt x="0" y="1005"/>
                  <a:pt x="0" y="2506"/>
                </a:cubicBezTo>
                <a:cubicBezTo>
                  <a:pt x="0" y="3255"/>
                  <a:pt x="0" y="3760"/>
                  <a:pt x="4757" y="8264"/>
                </a:cubicBezTo>
                <a:cubicBezTo>
                  <a:pt x="29298" y="33054"/>
                  <a:pt x="43569" y="72867"/>
                  <a:pt x="43569" y="125202"/>
                </a:cubicBezTo>
                <a:cubicBezTo>
                  <a:pt x="43569" y="168022"/>
                  <a:pt x="34307" y="212092"/>
                  <a:pt x="3256" y="243645"/>
                </a:cubicBezTo>
                <a:cubicBezTo>
                  <a:pt x="0" y="246648"/>
                  <a:pt x="0" y="247152"/>
                  <a:pt x="0" y="247901"/>
                </a:cubicBezTo>
                <a:cubicBezTo>
                  <a:pt x="0" y="249403"/>
                  <a:pt x="1001" y="250404"/>
                  <a:pt x="2502" y="250404"/>
                </a:cubicBezTo>
                <a:cubicBezTo>
                  <a:pt x="5009" y="250404"/>
                  <a:pt x="27545" y="233378"/>
                  <a:pt x="42320" y="201577"/>
                </a:cubicBezTo>
                <a:cubicBezTo>
                  <a:pt x="55088" y="174033"/>
                  <a:pt x="58092" y="146236"/>
                  <a:pt x="58092" y="1252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1E7E2BF2-590C-48BA-BD1D-2949F94F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3146" y="2971944"/>
            <a:ext cx="171946" cy="157549"/>
          </a:xfrm>
          <a:custGeom xmlns:a="http://schemas.openxmlformats.org/drawingml/2006/main">
            <a:pathLst>
              <a:path w="171946" h="157549">
                <a:moveTo>
                  <a:pt x="42236" y="157549"/>
                </a:moveTo>
                <a:cubicBezTo>
                  <a:pt x="96013" y="157549"/>
                  <a:pt x="171946" y="116485"/>
                  <a:pt x="171946" y="53520"/>
                </a:cubicBezTo>
                <a:cubicBezTo>
                  <a:pt x="171946" y="32992"/>
                  <a:pt x="162254" y="20077"/>
                  <a:pt x="150942" y="12925"/>
                </a:cubicBezTo>
                <a:cubicBezTo>
                  <a:pt x="131094" y="0"/>
                  <a:pt x="109861" y="0"/>
                  <a:pt x="87934" y="0"/>
                </a:cubicBezTo>
                <a:cubicBezTo>
                  <a:pt x="68086" y="0"/>
                  <a:pt x="54467" y="0"/>
                  <a:pt x="35080" y="8311"/>
                </a:cubicBezTo>
                <a:cubicBezTo>
                  <a:pt x="4384" y="21923"/>
                  <a:pt x="0" y="41067"/>
                  <a:pt x="0" y="42909"/>
                </a:cubicBezTo>
                <a:cubicBezTo>
                  <a:pt x="0" y="44293"/>
                  <a:pt x="923" y="44754"/>
                  <a:pt x="2306" y="44754"/>
                </a:cubicBezTo>
                <a:cubicBezTo>
                  <a:pt x="6001" y="44754"/>
                  <a:pt x="11308" y="41528"/>
                  <a:pt x="13153" y="40373"/>
                </a:cubicBezTo>
                <a:cubicBezTo>
                  <a:pt x="18003" y="37144"/>
                  <a:pt x="18693" y="35760"/>
                  <a:pt x="20077" y="31379"/>
                </a:cubicBezTo>
                <a:cubicBezTo>
                  <a:pt x="23310" y="22152"/>
                  <a:pt x="29773" y="14080"/>
                  <a:pt x="58852" y="12696"/>
                </a:cubicBezTo>
                <a:cubicBezTo>
                  <a:pt x="55161" y="60902"/>
                  <a:pt x="43392" y="104955"/>
                  <a:pt x="27233" y="145318"/>
                </a:cubicBezTo>
                <a:cubicBezTo>
                  <a:pt x="18693" y="148319"/>
                  <a:pt x="13153" y="153626"/>
                  <a:pt x="13153" y="155936"/>
                </a:cubicBezTo>
                <a:cubicBezTo>
                  <a:pt x="13153" y="157320"/>
                  <a:pt x="13386" y="157549"/>
                  <a:pt x="18464" y="157549"/>
                </a:cubicBezTo>
                <a:lnTo>
                  <a:pt x="42236" y="157549"/>
                </a:lnTo>
                <a:moveTo>
                  <a:pt x="43392" y="144857"/>
                </a:moveTo>
                <a:cubicBezTo>
                  <a:pt x="69702" y="80507"/>
                  <a:pt x="74548" y="40373"/>
                  <a:pt x="77778" y="12696"/>
                </a:cubicBezTo>
                <a:cubicBezTo>
                  <a:pt x="93241" y="12696"/>
                  <a:pt x="152330" y="12696"/>
                  <a:pt x="152330" y="63437"/>
                </a:cubicBezTo>
                <a:cubicBezTo>
                  <a:pt x="152330" y="108646"/>
                  <a:pt x="111706" y="144857"/>
                  <a:pt x="55855" y="144857"/>
                </a:cubicBezTo>
                <a:lnTo>
                  <a:pt x="43392" y="1448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0EC029D8-5ED5-4ABE-862B-F5722298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3799" y="3590664"/>
            <a:ext cx="134777" cy="110171"/>
          </a:xfrm>
          <a:custGeom xmlns:a="http://schemas.openxmlformats.org/drawingml/2006/main">
            <a:pathLst>
              <a:path w="134777" h="110171">
                <a:moveTo>
                  <a:pt x="59405" y="14480"/>
                </a:moveTo>
                <a:lnTo>
                  <a:pt x="87606" y="14480"/>
                </a:lnTo>
                <a:cubicBezTo>
                  <a:pt x="79368" y="51357"/>
                  <a:pt x="77126" y="62074"/>
                  <a:pt x="77126" y="78766"/>
                </a:cubicBezTo>
                <a:cubicBezTo>
                  <a:pt x="77126" y="82506"/>
                  <a:pt x="77126" y="89232"/>
                  <a:pt x="79121" y="97706"/>
                </a:cubicBezTo>
                <a:cubicBezTo>
                  <a:pt x="81615" y="108674"/>
                  <a:pt x="84361" y="110171"/>
                  <a:pt x="88105" y="110171"/>
                </a:cubicBezTo>
                <a:cubicBezTo>
                  <a:pt x="93098" y="110171"/>
                  <a:pt x="98338" y="105680"/>
                  <a:pt x="98338" y="100695"/>
                </a:cubicBezTo>
                <a:cubicBezTo>
                  <a:pt x="98338" y="99199"/>
                  <a:pt x="98338" y="98703"/>
                  <a:pt x="96842" y="95215"/>
                </a:cubicBezTo>
                <a:cubicBezTo>
                  <a:pt x="89602" y="77273"/>
                  <a:pt x="89602" y="61076"/>
                  <a:pt x="89602" y="54099"/>
                </a:cubicBezTo>
                <a:cubicBezTo>
                  <a:pt x="89602" y="40891"/>
                  <a:pt x="91349" y="27436"/>
                  <a:pt x="94095" y="14480"/>
                </a:cubicBezTo>
                <a:lnTo>
                  <a:pt x="122548" y="14480"/>
                </a:lnTo>
                <a:cubicBezTo>
                  <a:pt x="125793" y="14480"/>
                  <a:pt x="134777" y="14480"/>
                  <a:pt x="134777" y="5991"/>
                </a:cubicBezTo>
                <a:cubicBezTo>
                  <a:pt x="134777" y="0"/>
                  <a:pt x="129536" y="0"/>
                  <a:pt x="124795" y="0"/>
                </a:cubicBezTo>
                <a:lnTo>
                  <a:pt x="41181" y="0"/>
                </a:lnTo>
                <a:cubicBezTo>
                  <a:pt x="35693" y="0"/>
                  <a:pt x="26207" y="0"/>
                  <a:pt x="15227" y="11734"/>
                </a:cubicBezTo>
                <a:cubicBezTo>
                  <a:pt x="6490" y="21457"/>
                  <a:pt x="0" y="32917"/>
                  <a:pt x="0" y="34162"/>
                </a:cubicBezTo>
                <a:cubicBezTo>
                  <a:pt x="0" y="34413"/>
                  <a:pt x="0" y="36656"/>
                  <a:pt x="2994" y="36656"/>
                </a:cubicBezTo>
                <a:cubicBezTo>
                  <a:pt x="4993" y="36656"/>
                  <a:pt x="5492" y="35658"/>
                  <a:pt x="6989" y="33667"/>
                </a:cubicBezTo>
                <a:cubicBezTo>
                  <a:pt x="19217" y="14480"/>
                  <a:pt x="33693" y="14480"/>
                  <a:pt x="38686" y="14480"/>
                </a:cubicBezTo>
                <a:lnTo>
                  <a:pt x="52914" y="14480"/>
                </a:lnTo>
                <a:cubicBezTo>
                  <a:pt x="44925" y="44628"/>
                  <a:pt x="31450" y="74779"/>
                  <a:pt x="20966" y="97454"/>
                </a:cubicBezTo>
                <a:cubicBezTo>
                  <a:pt x="18970" y="101194"/>
                  <a:pt x="18970" y="101693"/>
                  <a:pt x="18970" y="103437"/>
                </a:cubicBezTo>
                <a:cubicBezTo>
                  <a:pt x="18970" y="108175"/>
                  <a:pt x="22961" y="110171"/>
                  <a:pt x="26207" y="110171"/>
                </a:cubicBezTo>
                <a:cubicBezTo>
                  <a:pt x="33693" y="110171"/>
                  <a:pt x="35693" y="103186"/>
                  <a:pt x="38686" y="93966"/>
                </a:cubicBezTo>
                <a:cubicBezTo>
                  <a:pt x="42182" y="82506"/>
                  <a:pt x="42182" y="82007"/>
                  <a:pt x="45427" y="69546"/>
                </a:cubicBezTo>
                <a:lnTo>
                  <a:pt x="59405" y="144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D7E79FD4-AF6D-4DFE-8316-C7BC66D0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7548" y="3614298"/>
            <a:ext cx="117230" cy="156968"/>
          </a:xfrm>
          <a:custGeom xmlns:a="http://schemas.openxmlformats.org/drawingml/2006/main">
            <a:pathLst>
              <a:path w="117230" h="156968">
                <a:moveTo>
                  <a:pt x="86831" y="4718"/>
                </a:moveTo>
                <a:cubicBezTo>
                  <a:pt x="87356" y="2972"/>
                  <a:pt x="87356" y="2271"/>
                  <a:pt x="87356" y="2098"/>
                </a:cubicBezTo>
                <a:cubicBezTo>
                  <a:pt x="87356" y="0"/>
                  <a:pt x="85084" y="0"/>
                  <a:pt x="84560" y="0"/>
                </a:cubicBezTo>
                <a:cubicBezTo>
                  <a:pt x="81939" y="0"/>
                  <a:pt x="81939" y="701"/>
                  <a:pt x="81065" y="3844"/>
                </a:cubicBezTo>
                <a:lnTo>
                  <a:pt x="52587" y="117774"/>
                </a:lnTo>
                <a:cubicBezTo>
                  <a:pt x="38260" y="116028"/>
                  <a:pt x="30575" y="109910"/>
                  <a:pt x="30575" y="98198"/>
                </a:cubicBezTo>
                <a:cubicBezTo>
                  <a:pt x="30575" y="95578"/>
                  <a:pt x="30575" y="90683"/>
                  <a:pt x="39308" y="69009"/>
                </a:cubicBezTo>
                <a:cubicBezTo>
                  <a:pt x="40708" y="65162"/>
                  <a:pt x="41929" y="62193"/>
                  <a:pt x="41929" y="59220"/>
                </a:cubicBezTo>
                <a:cubicBezTo>
                  <a:pt x="41929" y="50132"/>
                  <a:pt x="34243" y="44190"/>
                  <a:pt x="25331" y="44190"/>
                </a:cubicBezTo>
                <a:cubicBezTo>
                  <a:pt x="7861" y="44190"/>
                  <a:pt x="0" y="68135"/>
                  <a:pt x="0" y="70931"/>
                </a:cubicBezTo>
                <a:cubicBezTo>
                  <a:pt x="0" y="73203"/>
                  <a:pt x="2444" y="73203"/>
                  <a:pt x="2970" y="73203"/>
                </a:cubicBezTo>
                <a:cubicBezTo>
                  <a:pt x="5415" y="73203"/>
                  <a:pt x="5590" y="72331"/>
                  <a:pt x="6112" y="70406"/>
                </a:cubicBezTo>
                <a:cubicBezTo>
                  <a:pt x="10306" y="56074"/>
                  <a:pt x="17994" y="49084"/>
                  <a:pt x="24809" y="49084"/>
                </a:cubicBezTo>
                <a:cubicBezTo>
                  <a:pt x="27779" y="49084"/>
                  <a:pt x="29175" y="51006"/>
                  <a:pt x="29175" y="55200"/>
                </a:cubicBezTo>
                <a:cubicBezTo>
                  <a:pt x="29175" y="59220"/>
                  <a:pt x="27779" y="62542"/>
                  <a:pt x="25857" y="67785"/>
                </a:cubicBezTo>
                <a:cubicBezTo>
                  <a:pt x="17120" y="89808"/>
                  <a:pt x="17120" y="93829"/>
                  <a:pt x="17120" y="96974"/>
                </a:cubicBezTo>
                <a:cubicBezTo>
                  <a:pt x="17120" y="117075"/>
                  <a:pt x="38260" y="121968"/>
                  <a:pt x="51363" y="122666"/>
                </a:cubicBezTo>
                <a:cubicBezTo>
                  <a:pt x="50142" y="127217"/>
                  <a:pt x="43502" y="153998"/>
                  <a:pt x="43502" y="154699"/>
                </a:cubicBezTo>
                <a:cubicBezTo>
                  <a:pt x="43502" y="156968"/>
                  <a:pt x="45600" y="156968"/>
                  <a:pt x="46298" y="156968"/>
                </a:cubicBezTo>
                <a:cubicBezTo>
                  <a:pt x="48744" y="156968"/>
                  <a:pt x="49092" y="156096"/>
                  <a:pt x="49791" y="153299"/>
                </a:cubicBezTo>
                <a:lnTo>
                  <a:pt x="57306" y="123015"/>
                </a:lnTo>
                <a:cubicBezTo>
                  <a:pt x="64117" y="123015"/>
                  <a:pt x="80193" y="123015"/>
                  <a:pt x="98537" y="104666"/>
                </a:cubicBezTo>
                <a:cubicBezTo>
                  <a:pt x="103255" y="99771"/>
                  <a:pt x="107971" y="93653"/>
                  <a:pt x="111118" y="85965"/>
                </a:cubicBezTo>
                <a:cubicBezTo>
                  <a:pt x="113562" y="80195"/>
                  <a:pt x="117230" y="65863"/>
                  <a:pt x="117230" y="57823"/>
                </a:cubicBezTo>
                <a:cubicBezTo>
                  <a:pt x="117230" y="44190"/>
                  <a:pt x="109019" y="44016"/>
                  <a:pt x="108497" y="44016"/>
                </a:cubicBezTo>
                <a:cubicBezTo>
                  <a:pt x="103954" y="44016"/>
                  <a:pt x="99061" y="48732"/>
                  <a:pt x="99061" y="53278"/>
                </a:cubicBezTo>
                <a:cubicBezTo>
                  <a:pt x="99061" y="56250"/>
                  <a:pt x="100808" y="57647"/>
                  <a:pt x="101507" y="58173"/>
                </a:cubicBezTo>
                <a:cubicBezTo>
                  <a:pt x="104303" y="60620"/>
                  <a:pt x="108497" y="64989"/>
                  <a:pt x="108497" y="72680"/>
                </a:cubicBezTo>
                <a:cubicBezTo>
                  <a:pt x="108497" y="87362"/>
                  <a:pt x="88404" y="118123"/>
                  <a:pt x="58527" y="118123"/>
                </a:cubicBezTo>
                <a:lnTo>
                  <a:pt x="86831" y="471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F7D6CD7A-BD07-4643-9618-755D9D42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4862" y="3510961"/>
            <a:ext cx="57903" cy="249589"/>
          </a:xfrm>
          <a:custGeom xmlns:a="http://schemas.openxmlformats.org/drawingml/2006/main">
            <a:pathLst>
              <a:path w="57903" h="249589">
                <a:moveTo>
                  <a:pt x="57903" y="247095"/>
                </a:moveTo>
                <a:cubicBezTo>
                  <a:pt x="57903" y="246348"/>
                  <a:pt x="57903" y="245846"/>
                  <a:pt x="53661" y="241603"/>
                </a:cubicBezTo>
                <a:cubicBezTo>
                  <a:pt x="22463" y="210157"/>
                  <a:pt x="14476" y="162982"/>
                  <a:pt x="14476" y="124795"/>
                </a:cubicBezTo>
                <a:cubicBezTo>
                  <a:pt x="14476" y="81367"/>
                  <a:pt x="23959" y="37940"/>
                  <a:pt x="54658" y="6741"/>
                </a:cubicBezTo>
                <a:cubicBezTo>
                  <a:pt x="57903" y="3747"/>
                  <a:pt x="57903" y="3245"/>
                  <a:pt x="57903" y="2498"/>
                </a:cubicBezTo>
                <a:cubicBezTo>
                  <a:pt x="57903" y="750"/>
                  <a:pt x="56906" y="0"/>
                  <a:pt x="55409" y="0"/>
                </a:cubicBezTo>
                <a:cubicBezTo>
                  <a:pt x="52911" y="0"/>
                  <a:pt x="30448" y="16974"/>
                  <a:pt x="15721" y="48671"/>
                </a:cubicBezTo>
                <a:cubicBezTo>
                  <a:pt x="2994" y="76127"/>
                  <a:pt x="0" y="103829"/>
                  <a:pt x="0" y="124795"/>
                </a:cubicBezTo>
                <a:cubicBezTo>
                  <a:pt x="0" y="144263"/>
                  <a:pt x="2742" y="174464"/>
                  <a:pt x="16471" y="202670"/>
                </a:cubicBezTo>
                <a:cubicBezTo>
                  <a:pt x="31447" y="233369"/>
                  <a:pt x="52911" y="249589"/>
                  <a:pt x="55409" y="249589"/>
                </a:cubicBezTo>
                <a:cubicBezTo>
                  <a:pt x="56906" y="249589"/>
                  <a:pt x="57903" y="248843"/>
                  <a:pt x="57903" y="2470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A0DD027F-4541-4F18-BACB-AB313610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7940" y="3587739"/>
            <a:ext cx="105825" cy="113095"/>
          </a:xfrm>
          <a:custGeom xmlns:a="http://schemas.openxmlformats.org/drawingml/2006/main">
            <a:pathLst>
              <a:path w="105825" h="113095">
                <a:moveTo>
                  <a:pt x="22463" y="89586"/>
                </a:moveTo>
                <a:cubicBezTo>
                  <a:pt x="35941" y="75125"/>
                  <a:pt x="43176" y="68891"/>
                  <a:pt x="52164" y="61164"/>
                </a:cubicBezTo>
                <a:cubicBezTo>
                  <a:pt x="52164" y="60912"/>
                  <a:pt x="67638" y="47697"/>
                  <a:pt x="76622" y="38720"/>
                </a:cubicBezTo>
                <a:cubicBezTo>
                  <a:pt x="100333" y="15478"/>
                  <a:pt x="105825" y="3496"/>
                  <a:pt x="105825" y="2498"/>
                </a:cubicBezTo>
                <a:cubicBezTo>
                  <a:pt x="105825" y="0"/>
                  <a:pt x="103579" y="0"/>
                  <a:pt x="103080" y="0"/>
                </a:cubicBezTo>
                <a:cubicBezTo>
                  <a:pt x="101331" y="0"/>
                  <a:pt x="100585" y="503"/>
                  <a:pt x="99336" y="2746"/>
                </a:cubicBezTo>
                <a:cubicBezTo>
                  <a:pt x="91848" y="14727"/>
                  <a:pt x="86608" y="18768"/>
                  <a:pt x="80617" y="18768"/>
                </a:cubicBezTo>
                <a:cubicBezTo>
                  <a:pt x="74627" y="18768"/>
                  <a:pt x="71629" y="14979"/>
                  <a:pt x="67885" y="10736"/>
                </a:cubicBezTo>
                <a:cubicBezTo>
                  <a:pt x="63144" y="4993"/>
                  <a:pt x="58901" y="0"/>
                  <a:pt x="50664" y="0"/>
                </a:cubicBezTo>
                <a:cubicBezTo>
                  <a:pt x="31946" y="0"/>
                  <a:pt x="20467" y="23262"/>
                  <a:pt x="20467" y="28498"/>
                </a:cubicBezTo>
                <a:cubicBezTo>
                  <a:pt x="20467" y="29748"/>
                  <a:pt x="21214" y="31241"/>
                  <a:pt x="23460" y="31241"/>
                </a:cubicBezTo>
                <a:cubicBezTo>
                  <a:pt x="25708" y="31241"/>
                  <a:pt x="26207" y="29995"/>
                  <a:pt x="26705" y="28498"/>
                </a:cubicBezTo>
                <a:cubicBezTo>
                  <a:pt x="31447" y="16982"/>
                  <a:pt x="45923" y="16723"/>
                  <a:pt x="47918" y="16723"/>
                </a:cubicBezTo>
                <a:cubicBezTo>
                  <a:pt x="53162" y="16723"/>
                  <a:pt x="57903" y="18513"/>
                  <a:pt x="63643" y="20516"/>
                </a:cubicBezTo>
                <a:cubicBezTo>
                  <a:pt x="73629" y="24260"/>
                  <a:pt x="76374" y="24260"/>
                  <a:pt x="82865" y="24260"/>
                </a:cubicBezTo>
                <a:cubicBezTo>
                  <a:pt x="73877" y="34980"/>
                  <a:pt x="52911" y="52933"/>
                  <a:pt x="48169" y="56924"/>
                </a:cubicBezTo>
                <a:lnTo>
                  <a:pt x="25708" y="77867"/>
                </a:lnTo>
                <a:cubicBezTo>
                  <a:pt x="8733" y="94586"/>
                  <a:pt x="0" y="108853"/>
                  <a:pt x="0" y="110601"/>
                </a:cubicBezTo>
                <a:cubicBezTo>
                  <a:pt x="0" y="113095"/>
                  <a:pt x="2495" y="113095"/>
                  <a:pt x="2994" y="113095"/>
                </a:cubicBezTo>
                <a:cubicBezTo>
                  <a:pt x="4989" y="113095"/>
                  <a:pt x="5488" y="112597"/>
                  <a:pt x="6989" y="109854"/>
                </a:cubicBezTo>
                <a:cubicBezTo>
                  <a:pt x="12728" y="101118"/>
                  <a:pt x="20215" y="94327"/>
                  <a:pt x="28202" y="94327"/>
                </a:cubicBezTo>
                <a:cubicBezTo>
                  <a:pt x="33941" y="94327"/>
                  <a:pt x="36440" y="96624"/>
                  <a:pt x="42678" y="103863"/>
                </a:cubicBezTo>
                <a:cubicBezTo>
                  <a:pt x="46920" y="109104"/>
                  <a:pt x="51414" y="113095"/>
                  <a:pt x="58655" y="113095"/>
                </a:cubicBezTo>
                <a:cubicBezTo>
                  <a:pt x="83364" y="113095"/>
                  <a:pt x="97839" y="81360"/>
                  <a:pt x="97839" y="74626"/>
                </a:cubicBezTo>
                <a:cubicBezTo>
                  <a:pt x="97839" y="73381"/>
                  <a:pt x="96841" y="72132"/>
                  <a:pt x="94842" y="72132"/>
                </a:cubicBezTo>
                <a:cubicBezTo>
                  <a:pt x="92594" y="72132"/>
                  <a:pt x="92096" y="73629"/>
                  <a:pt x="91349" y="75373"/>
                </a:cubicBezTo>
                <a:cubicBezTo>
                  <a:pt x="85606" y="91585"/>
                  <a:pt x="69634" y="96376"/>
                  <a:pt x="61396" y="96376"/>
                </a:cubicBezTo>
                <a:cubicBezTo>
                  <a:pt x="56407" y="96376"/>
                  <a:pt x="51913" y="94841"/>
                  <a:pt x="46673" y="93082"/>
                </a:cubicBezTo>
                <a:cubicBezTo>
                  <a:pt x="38187" y="89837"/>
                  <a:pt x="34443" y="88839"/>
                  <a:pt x="29199" y="88839"/>
                </a:cubicBezTo>
                <a:cubicBezTo>
                  <a:pt x="28701" y="88839"/>
                  <a:pt x="24709" y="88839"/>
                  <a:pt x="22463" y="8958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F9FA4FBB-4050-4AC3-9881-B243A1F7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3948" y="3510961"/>
            <a:ext cx="9985" cy="249589"/>
          </a:xfrm>
          <a:custGeom xmlns:a="http://schemas.openxmlformats.org/drawingml/2006/main">
            <a:pathLst>
              <a:path w="9985" h="249589">
                <a:moveTo>
                  <a:pt x="9985" y="8988"/>
                </a:moveTo>
                <a:cubicBezTo>
                  <a:pt x="9985" y="4494"/>
                  <a:pt x="9985" y="0"/>
                  <a:pt x="4993" y="0"/>
                </a:cubicBezTo>
                <a:cubicBezTo>
                  <a:pt x="0" y="0"/>
                  <a:pt x="0" y="4494"/>
                  <a:pt x="0" y="8988"/>
                </a:cubicBezTo>
                <a:lnTo>
                  <a:pt x="0" y="240606"/>
                </a:lnTo>
                <a:cubicBezTo>
                  <a:pt x="0" y="245100"/>
                  <a:pt x="0" y="249589"/>
                  <a:pt x="4993" y="249589"/>
                </a:cubicBezTo>
                <a:cubicBezTo>
                  <a:pt x="9985" y="249589"/>
                  <a:pt x="9985" y="245100"/>
                  <a:pt x="9985" y="240606"/>
                </a:cubicBezTo>
                <a:lnTo>
                  <a:pt x="9985" y="89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C50A62BB-BA35-411F-A663-E289FBF7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6569" y="3587739"/>
            <a:ext cx="91853" cy="113095"/>
          </a:xfrm>
          <a:custGeom xmlns:a="http://schemas.openxmlformats.org/drawingml/2006/main">
            <a:pathLst>
              <a:path w="91853" h="113095">
                <a:moveTo>
                  <a:pt x="84612" y="17054"/>
                </a:moveTo>
                <a:cubicBezTo>
                  <a:pt x="77624" y="17305"/>
                  <a:pt x="72632" y="22797"/>
                  <a:pt x="72632" y="28289"/>
                </a:cubicBezTo>
                <a:cubicBezTo>
                  <a:pt x="72632" y="31785"/>
                  <a:pt x="74878" y="35529"/>
                  <a:pt x="80370" y="35529"/>
                </a:cubicBezTo>
                <a:cubicBezTo>
                  <a:pt x="85862" y="35529"/>
                  <a:pt x="91853" y="31286"/>
                  <a:pt x="91853" y="21552"/>
                </a:cubicBezTo>
                <a:cubicBezTo>
                  <a:pt x="91853" y="10267"/>
                  <a:pt x="81121" y="0"/>
                  <a:pt x="62151" y="0"/>
                </a:cubicBezTo>
                <a:cubicBezTo>
                  <a:pt x="29204" y="0"/>
                  <a:pt x="19969" y="25543"/>
                  <a:pt x="19969" y="36523"/>
                </a:cubicBezTo>
                <a:cubicBezTo>
                  <a:pt x="19969" y="55954"/>
                  <a:pt x="38440" y="59689"/>
                  <a:pt x="45675" y="61182"/>
                </a:cubicBezTo>
                <a:cubicBezTo>
                  <a:pt x="58655" y="63673"/>
                  <a:pt x="71633" y="66415"/>
                  <a:pt x="71633" y="80129"/>
                </a:cubicBezTo>
                <a:cubicBezTo>
                  <a:pt x="71633" y="86619"/>
                  <a:pt x="65894" y="107607"/>
                  <a:pt x="35944" y="107607"/>
                </a:cubicBezTo>
                <a:cubicBezTo>
                  <a:pt x="32448" y="107607"/>
                  <a:pt x="13231" y="107607"/>
                  <a:pt x="7488" y="94358"/>
                </a:cubicBezTo>
                <a:cubicBezTo>
                  <a:pt x="16975" y="95607"/>
                  <a:pt x="23213" y="88116"/>
                  <a:pt x="23213" y="81128"/>
                </a:cubicBezTo>
                <a:cubicBezTo>
                  <a:pt x="23213" y="75388"/>
                  <a:pt x="19222" y="72391"/>
                  <a:pt x="13977" y="72391"/>
                </a:cubicBezTo>
                <a:cubicBezTo>
                  <a:pt x="7488" y="72391"/>
                  <a:pt x="0" y="77635"/>
                  <a:pt x="0" y="88866"/>
                </a:cubicBezTo>
                <a:cubicBezTo>
                  <a:pt x="0" y="103106"/>
                  <a:pt x="14229" y="113095"/>
                  <a:pt x="35693" y="113095"/>
                </a:cubicBezTo>
                <a:cubicBezTo>
                  <a:pt x="76128" y="113095"/>
                  <a:pt x="85862" y="82875"/>
                  <a:pt x="85862" y="71644"/>
                </a:cubicBezTo>
                <a:cubicBezTo>
                  <a:pt x="85862" y="62679"/>
                  <a:pt x="81121" y="56452"/>
                  <a:pt x="78123" y="53463"/>
                </a:cubicBezTo>
                <a:cubicBezTo>
                  <a:pt x="71386" y="46486"/>
                  <a:pt x="64146" y="45240"/>
                  <a:pt x="53167" y="43001"/>
                </a:cubicBezTo>
                <a:cubicBezTo>
                  <a:pt x="44179" y="41009"/>
                  <a:pt x="34197" y="39265"/>
                  <a:pt x="34197" y="28041"/>
                </a:cubicBezTo>
                <a:cubicBezTo>
                  <a:pt x="34197" y="20802"/>
                  <a:pt x="40187" y="5492"/>
                  <a:pt x="62151" y="5492"/>
                </a:cubicBezTo>
                <a:cubicBezTo>
                  <a:pt x="68389" y="5492"/>
                  <a:pt x="80868" y="7251"/>
                  <a:pt x="84612" y="1705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DA6D63E4-363B-4A3F-8EBB-216D4C83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4814" y="3510961"/>
            <a:ext cx="57903" cy="249589"/>
          </a:xfrm>
          <a:custGeom xmlns:a="http://schemas.openxmlformats.org/drawingml/2006/main">
            <a:pathLst>
              <a:path w="57903" h="249589">
                <a:moveTo>
                  <a:pt x="57903" y="124795"/>
                </a:moveTo>
                <a:cubicBezTo>
                  <a:pt x="57903" y="105330"/>
                  <a:pt x="55162" y="75129"/>
                  <a:pt x="41431" y="46923"/>
                </a:cubicBezTo>
                <a:cubicBezTo>
                  <a:pt x="26457" y="16224"/>
                  <a:pt x="4993" y="0"/>
                  <a:pt x="2494" y="0"/>
                </a:cubicBezTo>
                <a:cubicBezTo>
                  <a:pt x="998" y="0"/>
                  <a:pt x="0" y="1002"/>
                  <a:pt x="0" y="2498"/>
                </a:cubicBezTo>
                <a:cubicBezTo>
                  <a:pt x="0" y="3245"/>
                  <a:pt x="0" y="3747"/>
                  <a:pt x="4742" y="8237"/>
                </a:cubicBezTo>
                <a:cubicBezTo>
                  <a:pt x="29203" y="32947"/>
                  <a:pt x="43428" y="72630"/>
                  <a:pt x="43428" y="124795"/>
                </a:cubicBezTo>
                <a:cubicBezTo>
                  <a:pt x="43428" y="167476"/>
                  <a:pt x="34196" y="211402"/>
                  <a:pt x="3245" y="242853"/>
                </a:cubicBezTo>
                <a:cubicBezTo>
                  <a:pt x="0" y="245846"/>
                  <a:pt x="0" y="246348"/>
                  <a:pt x="0" y="247095"/>
                </a:cubicBezTo>
                <a:cubicBezTo>
                  <a:pt x="0" y="248592"/>
                  <a:pt x="998" y="249589"/>
                  <a:pt x="2494" y="249589"/>
                </a:cubicBezTo>
                <a:cubicBezTo>
                  <a:pt x="4993" y="249589"/>
                  <a:pt x="27455" y="232619"/>
                  <a:pt x="42182" y="200921"/>
                </a:cubicBezTo>
                <a:cubicBezTo>
                  <a:pt x="54909" y="173467"/>
                  <a:pt x="57903" y="145760"/>
                  <a:pt x="57903" y="1247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95E3007E-E98F-4847-9C84-6EFB0921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2976" y="1259464"/>
            <a:ext cx="139043" cy="127401"/>
          </a:xfrm>
          <a:custGeom xmlns:a="http://schemas.openxmlformats.org/drawingml/2006/main">
            <a:pathLst>
              <a:path w="139043" h="127401">
                <a:moveTo>
                  <a:pt x="34154" y="127401"/>
                </a:moveTo>
                <a:cubicBezTo>
                  <a:pt x="77641" y="127401"/>
                  <a:pt x="139043" y="94195"/>
                  <a:pt x="139043" y="43278"/>
                </a:cubicBezTo>
                <a:cubicBezTo>
                  <a:pt x="139043" y="26679"/>
                  <a:pt x="131206" y="16236"/>
                  <a:pt x="122059" y="10452"/>
                </a:cubicBezTo>
                <a:cubicBezTo>
                  <a:pt x="106007" y="0"/>
                  <a:pt x="88839" y="0"/>
                  <a:pt x="71107" y="0"/>
                </a:cubicBezTo>
                <a:cubicBezTo>
                  <a:pt x="55057" y="0"/>
                  <a:pt x="44045" y="0"/>
                  <a:pt x="28368" y="6721"/>
                </a:cubicBezTo>
                <a:cubicBezTo>
                  <a:pt x="3546" y="17728"/>
                  <a:pt x="0" y="33209"/>
                  <a:pt x="0" y="34698"/>
                </a:cubicBezTo>
                <a:cubicBezTo>
                  <a:pt x="0" y="35817"/>
                  <a:pt x="746" y="36190"/>
                  <a:pt x="1865" y="36190"/>
                </a:cubicBezTo>
                <a:cubicBezTo>
                  <a:pt x="4853" y="36190"/>
                  <a:pt x="9145" y="33582"/>
                  <a:pt x="10637" y="32648"/>
                </a:cubicBezTo>
                <a:cubicBezTo>
                  <a:pt x="14558" y="30036"/>
                  <a:pt x="15117" y="28917"/>
                  <a:pt x="16236" y="25374"/>
                </a:cubicBezTo>
                <a:cubicBezTo>
                  <a:pt x="18850" y="17913"/>
                  <a:pt x="24075" y="11386"/>
                  <a:pt x="47590" y="10267"/>
                </a:cubicBezTo>
                <a:cubicBezTo>
                  <a:pt x="44605" y="49248"/>
                  <a:pt x="35089" y="84871"/>
                  <a:pt x="22023" y="117510"/>
                </a:cubicBezTo>
                <a:cubicBezTo>
                  <a:pt x="15117" y="119937"/>
                  <a:pt x="10637" y="124228"/>
                  <a:pt x="10637" y="126096"/>
                </a:cubicBezTo>
                <a:cubicBezTo>
                  <a:pt x="10637" y="127215"/>
                  <a:pt x="10825" y="127401"/>
                  <a:pt x="14932" y="127401"/>
                </a:cubicBezTo>
                <a:lnTo>
                  <a:pt x="34154" y="127401"/>
                </a:lnTo>
                <a:moveTo>
                  <a:pt x="35089" y="117137"/>
                </a:moveTo>
                <a:cubicBezTo>
                  <a:pt x="56364" y="65102"/>
                  <a:pt x="60284" y="32648"/>
                  <a:pt x="62895" y="10267"/>
                </a:cubicBezTo>
                <a:cubicBezTo>
                  <a:pt x="75399" y="10267"/>
                  <a:pt x="123181" y="10267"/>
                  <a:pt x="123181" y="51298"/>
                </a:cubicBezTo>
                <a:cubicBezTo>
                  <a:pt x="123181" y="87856"/>
                  <a:pt x="90331" y="117137"/>
                  <a:pt x="45167" y="117137"/>
                </a:cubicBezTo>
                <a:lnTo>
                  <a:pt x="35089" y="1171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1D7EA6F0-BA63-46F7-B3BF-90845D3E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4354" y="1252145"/>
            <a:ext cx="60749" cy="58943"/>
          </a:xfrm>
          <a:custGeom xmlns:a="http://schemas.openxmlformats.org/drawingml/2006/main">
            <a:pathLst>
              <a:path w="60749" h="58943">
                <a:moveTo>
                  <a:pt x="24559" y="31232"/>
                </a:moveTo>
                <a:cubicBezTo>
                  <a:pt x="24690" y="30448"/>
                  <a:pt x="27695" y="18683"/>
                  <a:pt x="27956" y="18029"/>
                </a:cubicBezTo>
                <a:cubicBezTo>
                  <a:pt x="28219" y="16984"/>
                  <a:pt x="32007" y="10452"/>
                  <a:pt x="36187" y="7316"/>
                </a:cubicBezTo>
                <a:cubicBezTo>
                  <a:pt x="37624" y="6272"/>
                  <a:pt x="41153" y="3660"/>
                  <a:pt x="46770" y="3660"/>
                </a:cubicBezTo>
                <a:cubicBezTo>
                  <a:pt x="48076" y="3660"/>
                  <a:pt x="51341" y="3790"/>
                  <a:pt x="53955" y="5486"/>
                </a:cubicBezTo>
                <a:cubicBezTo>
                  <a:pt x="49775" y="6662"/>
                  <a:pt x="48208" y="10320"/>
                  <a:pt x="48208" y="12673"/>
                </a:cubicBezTo>
                <a:cubicBezTo>
                  <a:pt x="48208" y="15547"/>
                  <a:pt x="50428" y="17507"/>
                  <a:pt x="53433" y="17507"/>
                </a:cubicBezTo>
                <a:cubicBezTo>
                  <a:pt x="56437" y="17507"/>
                  <a:pt x="60749" y="15025"/>
                  <a:pt x="60749" y="9537"/>
                </a:cubicBezTo>
                <a:cubicBezTo>
                  <a:pt x="60749" y="2745"/>
                  <a:pt x="53564" y="0"/>
                  <a:pt x="46901" y="0"/>
                </a:cubicBezTo>
                <a:cubicBezTo>
                  <a:pt x="40107" y="0"/>
                  <a:pt x="34228" y="2745"/>
                  <a:pt x="28481" y="9276"/>
                </a:cubicBezTo>
                <a:cubicBezTo>
                  <a:pt x="26129" y="1308"/>
                  <a:pt x="18158" y="0"/>
                  <a:pt x="15022" y="0"/>
                </a:cubicBezTo>
                <a:cubicBezTo>
                  <a:pt x="10190" y="0"/>
                  <a:pt x="6923" y="3006"/>
                  <a:pt x="4833" y="6662"/>
                </a:cubicBezTo>
                <a:cubicBezTo>
                  <a:pt x="1828" y="11758"/>
                  <a:pt x="0" y="19337"/>
                  <a:pt x="0" y="19991"/>
                </a:cubicBezTo>
                <a:cubicBezTo>
                  <a:pt x="0" y="21689"/>
                  <a:pt x="1828" y="21689"/>
                  <a:pt x="2221" y="21689"/>
                </a:cubicBezTo>
                <a:cubicBezTo>
                  <a:pt x="4049" y="21689"/>
                  <a:pt x="4180" y="21296"/>
                  <a:pt x="5095" y="17768"/>
                </a:cubicBezTo>
                <a:cubicBezTo>
                  <a:pt x="7054" y="9798"/>
                  <a:pt x="9537" y="3660"/>
                  <a:pt x="14632" y="3660"/>
                </a:cubicBezTo>
                <a:cubicBezTo>
                  <a:pt x="18029" y="3660"/>
                  <a:pt x="18942" y="6533"/>
                  <a:pt x="18942" y="10059"/>
                </a:cubicBezTo>
                <a:cubicBezTo>
                  <a:pt x="18942" y="12541"/>
                  <a:pt x="17768" y="17375"/>
                  <a:pt x="16852" y="20906"/>
                </a:cubicBezTo>
                <a:cubicBezTo>
                  <a:pt x="15937" y="24434"/>
                  <a:pt x="14632" y="29795"/>
                  <a:pt x="13978" y="32671"/>
                </a:cubicBezTo>
                <a:lnTo>
                  <a:pt x="9797" y="49403"/>
                </a:lnTo>
                <a:cubicBezTo>
                  <a:pt x="9275" y="51103"/>
                  <a:pt x="8491" y="54370"/>
                  <a:pt x="8491" y="54763"/>
                </a:cubicBezTo>
                <a:cubicBezTo>
                  <a:pt x="8491" y="57637"/>
                  <a:pt x="10842" y="58943"/>
                  <a:pt x="12933" y="58943"/>
                </a:cubicBezTo>
                <a:cubicBezTo>
                  <a:pt x="14893" y="58943"/>
                  <a:pt x="17506" y="57769"/>
                  <a:pt x="18551" y="55156"/>
                </a:cubicBezTo>
                <a:cubicBezTo>
                  <a:pt x="18812" y="54370"/>
                  <a:pt x="20249" y="48619"/>
                  <a:pt x="21032" y="45350"/>
                </a:cubicBezTo>
                <a:lnTo>
                  <a:pt x="24559" y="3123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4C73F282-3B95-4217-9F7C-1413BCA8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6689" y="3132477"/>
            <a:ext cx="182909" cy="167593"/>
          </a:xfrm>
          <a:custGeom xmlns:a="http://schemas.openxmlformats.org/drawingml/2006/main">
            <a:pathLst>
              <a:path w="182909" h="167593">
                <a:moveTo>
                  <a:pt x="44930" y="167593"/>
                </a:moveTo>
                <a:cubicBezTo>
                  <a:pt x="102134" y="167593"/>
                  <a:pt x="182909" y="123911"/>
                  <a:pt x="182909" y="56932"/>
                </a:cubicBezTo>
                <a:cubicBezTo>
                  <a:pt x="182909" y="35095"/>
                  <a:pt x="172599" y="21357"/>
                  <a:pt x="160566" y="13749"/>
                </a:cubicBezTo>
                <a:cubicBezTo>
                  <a:pt x="139452" y="0"/>
                  <a:pt x="116865" y="0"/>
                  <a:pt x="93541" y="0"/>
                </a:cubicBezTo>
                <a:cubicBezTo>
                  <a:pt x="72427" y="0"/>
                  <a:pt x="57941" y="0"/>
                  <a:pt x="37317" y="8841"/>
                </a:cubicBezTo>
                <a:cubicBezTo>
                  <a:pt x="4665" y="23320"/>
                  <a:pt x="0" y="43685"/>
                  <a:pt x="0" y="45644"/>
                </a:cubicBezTo>
                <a:cubicBezTo>
                  <a:pt x="0" y="47116"/>
                  <a:pt x="982" y="47608"/>
                  <a:pt x="2455" y="47608"/>
                </a:cubicBezTo>
                <a:cubicBezTo>
                  <a:pt x="6384" y="47608"/>
                  <a:pt x="12029" y="44176"/>
                  <a:pt x="13993" y="42947"/>
                </a:cubicBezTo>
                <a:cubicBezTo>
                  <a:pt x="19151" y="39512"/>
                  <a:pt x="19886" y="38040"/>
                  <a:pt x="21358" y="33379"/>
                </a:cubicBezTo>
                <a:cubicBezTo>
                  <a:pt x="24797" y="23564"/>
                  <a:pt x="31671" y="14978"/>
                  <a:pt x="62604" y="13505"/>
                </a:cubicBezTo>
                <a:cubicBezTo>
                  <a:pt x="58678" y="64784"/>
                  <a:pt x="46159" y="111646"/>
                  <a:pt x="28970" y="154582"/>
                </a:cubicBezTo>
                <a:cubicBezTo>
                  <a:pt x="19886" y="157774"/>
                  <a:pt x="13993" y="163419"/>
                  <a:pt x="13993" y="165877"/>
                </a:cubicBezTo>
                <a:cubicBezTo>
                  <a:pt x="13993" y="167349"/>
                  <a:pt x="14240" y="167593"/>
                  <a:pt x="19642" y="167593"/>
                </a:cubicBezTo>
                <a:lnTo>
                  <a:pt x="44930" y="167593"/>
                </a:lnTo>
                <a:moveTo>
                  <a:pt x="46159" y="154091"/>
                </a:moveTo>
                <a:cubicBezTo>
                  <a:pt x="74147" y="85640"/>
                  <a:pt x="79301" y="42947"/>
                  <a:pt x="82737" y="13505"/>
                </a:cubicBezTo>
                <a:cubicBezTo>
                  <a:pt x="99187" y="13505"/>
                  <a:pt x="162041" y="13505"/>
                  <a:pt x="162041" y="67481"/>
                </a:cubicBezTo>
                <a:cubicBezTo>
                  <a:pt x="162041" y="115572"/>
                  <a:pt x="118829" y="154091"/>
                  <a:pt x="59416" y="154091"/>
                </a:cubicBezTo>
                <a:lnTo>
                  <a:pt x="46159" y="15409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FEDE324D-360D-44A9-BA7D-4AB49B4E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5824" y="3122849"/>
            <a:ext cx="79914" cy="77538"/>
          </a:xfrm>
          <a:custGeom xmlns:a="http://schemas.openxmlformats.org/drawingml/2006/main">
            <a:pathLst>
              <a:path w="79914" h="77538">
                <a:moveTo>
                  <a:pt x="32307" y="41085"/>
                </a:moveTo>
                <a:cubicBezTo>
                  <a:pt x="32481" y="40054"/>
                  <a:pt x="36433" y="24576"/>
                  <a:pt x="36776" y="23717"/>
                </a:cubicBezTo>
                <a:cubicBezTo>
                  <a:pt x="37122" y="22342"/>
                  <a:pt x="42104" y="13749"/>
                  <a:pt x="47604" y="9624"/>
                </a:cubicBezTo>
                <a:cubicBezTo>
                  <a:pt x="49495" y="8249"/>
                  <a:pt x="54136" y="4814"/>
                  <a:pt x="61525" y="4814"/>
                </a:cubicBezTo>
                <a:cubicBezTo>
                  <a:pt x="63244" y="4814"/>
                  <a:pt x="67539" y="4985"/>
                  <a:pt x="70977" y="7216"/>
                </a:cubicBezTo>
                <a:cubicBezTo>
                  <a:pt x="65477" y="8764"/>
                  <a:pt x="63416" y="13576"/>
                  <a:pt x="63416" y="16670"/>
                </a:cubicBezTo>
                <a:cubicBezTo>
                  <a:pt x="63416" y="20452"/>
                  <a:pt x="66338" y="23029"/>
                  <a:pt x="70290" y="23029"/>
                </a:cubicBezTo>
                <a:cubicBezTo>
                  <a:pt x="74242" y="23029"/>
                  <a:pt x="79914" y="19764"/>
                  <a:pt x="79914" y="12545"/>
                </a:cubicBezTo>
                <a:cubicBezTo>
                  <a:pt x="79914" y="3611"/>
                  <a:pt x="70463" y="0"/>
                  <a:pt x="61696" y="0"/>
                </a:cubicBezTo>
                <a:cubicBezTo>
                  <a:pt x="52760" y="0"/>
                  <a:pt x="45025" y="3611"/>
                  <a:pt x="37465" y="12202"/>
                </a:cubicBezTo>
                <a:cubicBezTo>
                  <a:pt x="34371" y="1720"/>
                  <a:pt x="23887" y="0"/>
                  <a:pt x="19762" y="0"/>
                </a:cubicBezTo>
                <a:cubicBezTo>
                  <a:pt x="13405" y="0"/>
                  <a:pt x="9108" y="3954"/>
                  <a:pt x="6359" y="8764"/>
                </a:cubicBezTo>
                <a:cubicBezTo>
                  <a:pt x="2405" y="15466"/>
                  <a:pt x="0" y="25437"/>
                  <a:pt x="0" y="26297"/>
                </a:cubicBezTo>
                <a:cubicBezTo>
                  <a:pt x="0" y="28531"/>
                  <a:pt x="2405" y="28531"/>
                  <a:pt x="2921" y="28531"/>
                </a:cubicBezTo>
                <a:cubicBezTo>
                  <a:pt x="5325" y="28531"/>
                  <a:pt x="5499" y="28015"/>
                  <a:pt x="6702" y="23373"/>
                </a:cubicBezTo>
                <a:cubicBezTo>
                  <a:pt x="9280" y="12889"/>
                  <a:pt x="12545" y="4814"/>
                  <a:pt x="19248" y="4814"/>
                </a:cubicBezTo>
                <a:cubicBezTo>
                  <a:pt x="23716" y="4814"/>
                  <a:pt x="24917" y="8593"/>
                  <a:pt x="24917" y="13232"/>
                </a:cubicBezTo>
                <a:cubicBezTo>
                  <a:pt x="24917" y="16497"/>
                  <a:pt x="23373" y="22856"/>
                  <a:pt x="22170" y="27501"/>
                </a:cubicBezTo>
                <a:cubicBezTo>
                  <a:pt x="20965" y="32142"/>
                  <a:pt x="19248" y="39194"/>
                  <a:pt x="18387" y="42978"/>
                </a:cubicBezTo>
                <a:lnTo>
                  <a:pt x="12889" y="64987"/>
                </a:lnTo>
                <a:cubicBezTo>
                  <a:pt x="12202" y="67224"/>
                  <a:pt x="11171" y="71522"/>
                  <a:pt x="11171" y="72039"/>
                </a:cubicBezTo>
                <a:cubicBezTo>
                  <a:pt x="11171" y="75820"/>
                  <a:pt x="14263" y="77538"/>
                  <a:pt x="17013" y="77538"/>
                </a:cubicBezTo>
                <a:cubicBezTo>
                  <a:pt x="19592" y="77538"/>
                  <a:pt x="23029" y="75994"/>
                  <a:pt x="24403" y="72555"/>
                </a:cubicBezTo>
                <a:cubicBezTo>
                  <a:pt x="24747" y="71522"/>
                  <a:pt x="26638" y="63957"/>
                  <a:pt x="27668" y="59656"/>
                </a:cubicBezTo>
                <a:lnTo>
                  <a:pt x="32307" y="410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1A33078B-D94F-4CDB-9B18-A2EED7F7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0225" y="3241439"/>
            <a:ext cx="92119" cy="119329"/>
          </a:xfrm>
          <a:custGeom xmlns:a="http://schemas.openxmlformats.org/drawingml/2006/main">
            <a:pathLst>
              <a:path w="92119" h="119329">
                <a:moveTo>
                  <a:pt x="79229" y="67206"/>
                </a:moveTo>
                <a:cubicBezTo>
                  <a:pt x="79229" y="52240"/>
                  <a:pt x="71840" y="43469"/>
                  <a:pt x="53449" y="43469"/>
                </a:cubicBezTo>
                <a:cubicBezTo>
                  <a:pt x="38152" y="43469"/>
                  <a:pt x="29732" y="52584"/>
                  <a:pt x="25951" y="59121"/>
                </a:cubicBezTo>
                <a:lnTo>
                  <a:pt x="25780" y="59121"/>
                </a:lnTo>
                <a:lnTo>
                  <a:pt x="25780" y="0"/>
                </a:lnTo>
                <a:lnTo>
                  <a:pt x="0" y="1891"/>
                </a:lnTo>
                <a:lnTo>
                  <a:pt x="0" y="8080"/>
                </a:lnTo>
                <a:cubicBezTo>
                  <a:pt x="11514" y="8080"/>
                  <a:pt x="12891" y="9281"/>
                  <a:pt x="12891" y="17698"/>
                </a:cubicBezTo>
                <a:lnTo>
                  <a:pt x="12891" y="105745"/>
                </a:lnTo>
                <a:cubicBezTo>
                  <a:pt x="12891" y="113143"/>
                  <a:pt x="11170" y="113143"/>
                  <a:pt x="0" y="113143"/>
                </a:cubicBezTo>
                <a:lnTo>
                  <a:pt x="0" y="119329"/>
                </a:lnTo>
                <a:cubicBezTo>
                  <a:pt x="345" y="119329"/>
                  <a:pt x="12375" y="118642"/>
                  <a:pt x="19594" y="118642"/>
                </a:cubicBezTo>
                <a:cubicBezTo>
                  <a:pt x="25951" y="118642"/>
                  <a:pt x="37809" y="119158"/>
                  <a:pt x="39356" y="119329"/>
                </a:cubicBezTo>
                <a:lnTo>
                  <a:pt x="39356" y="113143"/>
                </a:lnTo>
                <a:cubicBezTo>
                  <a:pt x="28184" y="113143"/>
                  <a:pt x="26467" y="113143"/>
                  <a:pt x="26467" y="105745"/>
                </a:cubicBezTo>
                <a:lnTo>
                  <a:pt x="26467" y="74777"/>
                </a:lnTo>
                <a:cubicBezTo>
                  <a:pt x="26467" y="56712"/>
                  <a:pt x="40732" y="48283"/>
                  <a:pt x="52075" y="48283"/>
                </a:cubicBezTo>
                <a:cubicBezTo>
                  <a:pt x="64103" y="48283"/>
                  <a:pt x="65651" y="57745"/>
                  <a:pt x="65651" y="66519"/>
                </a:cubicBezTo>
                <a:lnTo>
                  <a:pt x="65651" y="105745"/>
                </a:lnTo>
                <a:cubicBezTo>
                  <a:pt x="65651" y="113143"/>
                  <a:pt x="63933" y="113143"/>
                  <a:pt x="52762" y="113143"/>
                </a:cubicBezTo>
                <a:lnTo>
                  <a:pt x="52762" y="119329"/>
                </a:lnTo>
                <a:cubicBezTo>
                  <a:pt x="53105" y="119329"/>
                  <a:pt x="65137" y="118642"/>
                  <a:pt x="72354" y="118642"/>
                </a:cubicBezTo>
                <a:cubicBezTo>
                  <a:pt x="78713" y="118642"/>
                  <a:pt x="90571" y="119158"/>
                  <a:pt x="92119" y="119329"/>
                </a:cubicBezTo>
                <a:lnTo>
                  <a:pt x="92119" y="113143"/>
                </a:lnTo>
                <a:cubicBezTo>
                  <a:pt x="80947" y="113143"/>
                  <a:pt x="79229" y="113143"/>
                  <a:pt x="79229" y="105745"/>
                </a:cubicBezTo>
                <a:lnTo>
                  <a:pt x="79229" y="6720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576C7027-69D7-4E26-906C-8A305C4A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9015" y="3244964"/>
            <a:ext cx="37464" cy="115804"/>
          </a:xfrm>
          <a:custGeom xmlns:a="http://schemas.openxmlformats.org/drawingml/2006/main">
            <a:pathLst>
              <a:path w="37464" h="115804">
                <a:moveTo>
                  <a:pt x="26638" y="9797"/>
                </a:moveTo>
                <a:cubicBezTo>
                  <a:pt x="26638" y="4814"/>
                  <a:pt x="22514" y="0"/>
                  <a:pt x="16671" y="0"/>
                </a:cubicBezTo>
                <a:cubicBezTo>
                  <a:pt x="11512" y="0"/>
                  <a:pt x="6874" y="4125"/>
                  <a:pt x="6874" y="9797"/>
                </a:cubicBezTo>
                <a:cubicBezTo>
                  <a:pt x="6874" y="15983"/>
                  <a:pt x="11859" y="19764"/>
                  <a:pt x="16671" y="19764"/>
                </a:cubicBezTo>
                <a:cubicBezTo>
                  <a:pt x="22170" y="19764"/>
                  <a:pt x="26638" y="15469"/>
                  <a:pt x="26638" y="9797"/>
                </a:cubicBezTo>
                <a:moveTo>
                  <a:pt x="514" y="41835"/>
                </a:moveTo>
                <a:lnTo>
                  <a:pt x="514" y="48023"/>
                </a:lnTo>
                <a:cubicBezTo>
                  <a:pt x="11342" y="48023"/>
                  <a:pt x="12889" y="49054"/>
                  <a:pt x="12889" y="57485"/>
                </a:cubicBezTo>
                <a:lnTo>
                  <a:pt x="12889" y="102220"/>
                </a:lnTo>
                <a:cubicBezTo>
                  <a:pt x="12889" y="109618"/>
                  <a:pt x="11169" y="109618"/>
                  <a:pt x="0" y="109618"/>
                </a:cubicBezTo>
                <a:lnTo>
                  <a:pt x="0" y="115804"/>
                </a:lnTo>
                <a:cubicBezTo>
                  <a:pt x="344" y="115804"/>
                  <a:pt x="12373" y="115117"/>
                  <a:pt x="19249" y="115117"/>
                </a:cubicBezTo>
                <a:cubicBezTo>
                  <a:pt x="25261" y="115117"/>
                  <a:pt x="31450" y="115290"/>
                  <a:pt x="37464" y="115804"/>
                </a:cubicBezTo>
                <a:lnTo>
                  <a:pt x="37464" y="109618"/>
                </a:lnTo>
                <a:cubicBezTo>
                  <a:pt x="27496" y="109618"/>
                  <a:pt x="25779" y="109618"/>
                  <a:pt x="25779" y="102393"/>
                </a:cubicBezTo>
                <a:lnTo>
                  <a:pt x="25779" y="39944"/>
                </a:lnTo>
                <a:lnTo>
                  <a:pt x="514" y="418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F0533483-C781-4686-8BD8-E585A701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1264" y="3090414"/>
            <a:ext cx="192305" cy="176203"/>
          </a:xfrm>
          <a:custGeom xmlns:a="http://schemas.openxmlformats.org/drawingml/2006/main">
            <a:pathLst>
              <a:path w="192305" h="176203">
                <a:moveTo>
                  <a:pt x="47238" y="176203"/>
                </a:moveTo>
                <a:cubicBezTo>
                  <a:pt x="107382" y="176203"/>
                  <a:pt x="192305" y="130278"/>
                  <a:pt x="192305" y="59857"/>
                </a:cubicBezTo>
                <a:cubicBezTo>
                  <a:pt x="192305" y="36898"/>
                  <a:pt x="181466" y="22454"/>
                  <a:pt x="168814" y="14455"/>
                </a:cubicBezTo>
                <a:cubicBezTo>
                  <a:pt x="146615" y="0"/>
                  <a:pt x="122869" y="0"/>
                  <a:pt x="98346" y="0"/>
                </a:cubicBezTo>
                <a:cubicBezTo>
                  <a:pt x="76148" y="0"/>
                  <a:pt x="60917" y="0"/>
                  <a:pt x="39234" y="9295"/>
                </a:cubicBezTo>
                <a:cubicBezTo>
                  <a:pt x="4904" y="24518"/>
                  <a:pt x="0" y="45930"/>
                  <a:pt x="0" y="47990"/>
                </a:cubicBezTo>
                <a:cubicBezTo>
                  <a:pt x="0" y="49538"/>
                  <a:pt x="1032" y="50053"/>
                  <a:pt x="2580" y="50053"/>
                </a:cubicBezTo>
                <a:cubicBezTo>
                  <a:pt x="6712" y="50053"/>
                  <a:pt x="12647" y="46445"/>
                  <a:pt x="14711" y="45154"/>
                </a:cubicBezTo>
                <a:cubicBezTo>
                  <a:pt x="20135" y="41542"/>
                  <a:pt x="20907" y="39994"/>
                  <a:pt x="22455" y="35094"/>
                </a:cubicBezTo>
                <a:cubicBezTo>
                  <a:pt x="26071" y="24775"/>
                  <a:pt x="33299" y="15747"/>
                  <a:pt x="65820" y="14199"/>
                </a:cubicBezTo>
                <a:cubicBezTo>
                  <a:pt x="61693" y="68113"/>
                  <a:pt x="48530" y="117382"/>
                  <a:pt x="30459" y="162524"/>
                </a:cubicBezTo>
                <a:cubicBezTo>
                  <a:pt x="20907" y="165880"/>
                  <a:pt x="14711" y="171816"/>
                  <a:pt x="14711" y="174399"/>
                </a:cubicBezTo>
                <a:cubicBezTo>
                  <a:pt x="14711" y="175947"/>
                  <a:pt x="14971" y="176203"/>
                  <a:pt x="20651" y="176203"/>
                </a:cubicBezTo>
                <a:lnTo>
                  <a:pt x="47238" y="176203"/>
                </a:lnTo>
                <a:moveTo>
                  <a:pt x="48530" y="162008"/>
                </a:moveTo>
                <a:cubicBezTo>
                  <a:pt x="77956" y="90039"/>
                  <a:pt x="83375" y="45154"/>
                  <a:pt x="86988" y="14199"/>
                </a:cubicBezTo>
                <a:cubicBezTo>
                  <a:pt x="104282" y="14199"/>
                  <a:pt x="170366" y="14199"/>
                  <a:pt x="170366" y="70949"/>
                </a:cubicBezTo>
                <a:cubicBezTo>
                  <a:pt x="170366" y="121510"/>
                  <a:pt x="124933" y="162008"/>
                  <a:pt x="62468" y="162008"/>
                </a:cubicBezTo>
                <a:lnTo>
                  <a:pt x="48530" y="16200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path-100031">
            <a:extLst xmlns:a="http://schemas.openxmlformats.org/drawingml/2006/main">
              <a:ext uri="{FF2B5EF4-FFF2-40B4-BE49-F238E27FC236}">
                <a16:creationId xmlns:a16="http://schemas.microsoft.com/office/drawing/2014/main" id="{F04325F6-6199-4B31-9CB6-FB41D82C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0631" y="3080292"/>
            <a:ext cx="84020" cy="81522"/>
          </a:xfrm>
          <a:custGeom xmlns:a="http://schemas.openxmlformats.org/drawingml/2006/main">
            <a:pathLst>
              <a:path w="84020" h="81522">
                <a:moveTo>
                  <a:pt x="33968" y="43196"/>
                </a:moveTo>
                <a:cubicBezTo>
                  <a:pt x="34150" y="42112"/>
                  <a:pt x="38305" y="25839"/>
                  <a:pt x="38666" y="24935"/>
                </a:cubicBezTo>
                <a:cubicBezTo>
                  <a:pt x="39030" y="23490"/>
                  <a:pt x="44268" y="14456"/>
                  <a:pt x="50050" y="10119"/>
                </a:cubicBezTo>
                <a:cubicBezTo>
                  <a:pt x="52039" y="8673"/>
                  <a:pt x="56919" y="5062"/>
                  <a:pt x="64688" y="5062"/>
                </a:cubicBezTo>
                <a:cubicBezTo>
                  <a:pt x="66494" y="5062"/>
                  <a:pt x="71010" y="5241"/>
                  <a:pt x="74625" y="7587"/>
                </a:cubicBezTo>
                <a:cubicBezTo>
                  <a:pt x="68842" y="9214"/>
                  <a:pt x="66676" y="14274"/>
                  <a:pt x="66676" y="17527"/>
                </a:cubicBezTo>
                <a:cubicBezTo>
                  <a:pt x="66676" y="21502"/>
                  <a:pt x="69747" y="24212"/>
                  <a:pt x="73902" y="24212"/>
                </a:cubicBezTo>
                <a:cubicBezTo>
                  <a:pt x="78057" y="24212"/>
                  <a:pt x="84020" y="20780"/>
                  <a:pt x="84020" y="13190"/>
                </a:cubicBezTo>
                <a:cubicBezTo>
                  <a:pt x="84020" y="3796"/>
                  <a:pt x="74084" y="0"/>
                  <a:pt x="64867" y="0"/>
                </a:cubicBezTo>
                <a:cubicBezTo>
                  <a:pt x="55471" y="0"/>
                  <a:pt x="47340" y="3796"/>
                  <a:pt x="39392" y="12828"/>
                </a:cubicBezTo>
                <a:cubicBezTo>
                  <a:pt x="36138" y="1809"/>
                  <a:pt x="25115" y="0"/>
                  <a:pt x="20778" y="0"/>
                </a:cubicBezTo>
                <a:cubicBezTo>
                  <a:pt x="14094" y="0"/>
                  <a:pt x="9576" y="4157"/>
                  <a:pt x="6687" y="9214"/>
                </a:cubicBezTo>
                <a:cubicBezTo>
                  <a:pt x="2529" y="16261"/>
                  <a:pt x="0" y="26744"/>
                  <a:pt x="0" y="27648"/>
                </a:cubicBezTo>
                <a:cubicBezTo>
                  <a:pt x="0" y="29997"/>
                  <a:pt x="2529" y="29997"/>
                  <a:pt x="3072" y="29997"/>
                </a:cubicBezTo>
                <a:cubicBezTo>
                  <a:pt x="5600" y="29997"/>
                  <a:pt x="5782" y="29454"/>
                  <a:pt x="7047" y="24574"/>
                </a:cubicBezTo>
                <a:cubicBezTo>
                  <a:pt x="9758" y="13551"/>
                  <a:pt x="13191" y="5062"/>
                  <a:pt x="20237" y="5062"/>
                </a:cubicBezTo>
                <a:cubicBezTo>
                  <a:pt x="24936" y="5062"/>
                  <a:pt x="26198" y="9035"/>
                  <a:pt x="26198" y="13912"/>
                </a:cubicBezTo>
                <a:cubicBezTo>
                  <a:pt x="26198" y="17345"/>
                  <a:pt x="24574" y="24031"/>
                  <a:pt x="23309" y="28913"/>
                </a:cubicBezTo>
                <a:cubicBezTo>
                  <a:pt x="22044" y="33794"/>
                  <a:pt x="20237" y="41207"/>
                  <a:pt x="19334" y="45186"/>
                </a:cubicBezTo>
                <a:lnTo>
                  <a:pt x="13551" y="68327"/>
                </a:lnTo>
                <a:cubicBezTo>
                  <a:pt x="12829" y="70678"/>
                  <a:pt x="11746" y="75197"/>
                  <a:pt x="11746" y="75740"/>
                </a:cubicBezTo>
                <a:cubicBezTo>
                  <a:pt x="11746" y="79716"/>
                  <a:pt x="14997" y="81522"/>
                  <a:pt x="17888" y="81522"/>
                </a:cubicBezTo>
                <a:cubicBezTo>
                  <a:pt x="20599" y="81522"/>
                  <a:pt x="24214" y="79898"/>
                  <a:pt x="25658" y="76283"/>
                </a:cubicBezTo>
                <a:cubicBezTo>
                  <a:pt x="26019" y="75197"/>
                  <a:pt x="28008" y="67243"/>
                  <a:pt x="29091" y="62721"/>
                </a:cubicBezTo>
                <a:lnTo>
                  <a:pt x="33968" y="4319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100032">
            <a:extLst xmlns:a="http://schemas.openxmlformats.org/drawingml/2006/main">
              <a:ext uri="{FF2B5EF4-FFF2-40B4-BE49-F238E27FC236}">
                <a16:creationId xmlns:a16="http://schemas.microsoft.com/office/drawing/2014/main" id="{8098290E-B411-4F4E-BAD7-1EBFD122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5082" y="3204975"/>
            <a:ext cx="40653" cy="125459"/>
          </a:xfrm>
          <a:custGeom xmlns:a="http://schemas.openxmlformats.org/drawingml/2006/main">
            <a:pathLst>
              <a:path w="40653" h="125459">
                <a:moveTo>
                  <a:pt x="27102" y="0"/>
                </a:moveTo>
                <a:lnTo>
                  <a:pt x="0" y="1988"/>
                </a:lnTo>
                <a:lnTo>
                  <a:pt x="0" y="8494"/>
                </a:lnTo>
                <a:cubicBezTo>
                  <a:pt x="12103" y="8494"/>
                  <a:pt x="13550" y="9760"/>
                  <a:pt x="13550" y="18619"/>
                </a:cubicBezTo>
                <a:lnTo>
                  <a:pt x="13550" y="111183"/>
                </a:lnTo>
                <a:cubicBezTo>
                  <a:pt x="13550" y="118955"/>
                  <a:pt x="11742" y="118955"/>
                  <a:pt x="0" y="118955"/>
                </a:cubicBezTo>
                <a:lnTo>
                  <a:pt x="0" y="125459"/>
                </a:lnTo>
                <a:cubicBezTo>
                  <a:pt x="360" y="125459"/>
                  <a:pt x="13007" y="124737"/>
                  <a:pt x="20237" y="124737"/>
                </a:cubicBezTo>
                <a:cubicBezTo>
                  <a:pt x="27102" y="124737"/>
                  <a:pt x="33787" y="124919"/>
                  <a:pt x="40653" y="125459"/>
                </a:cubicBezTo>
                <a:lnTo>
                  <a:pt x="40653" y="118955"/>
                </a:lnTo>
                <a:cubicBezTo>
                  <a:pt x="28908" y="118955"/>
                  <a:pt x="27102" y="118955"/>
                  <a:pt x="27102" y="111183"/>
                </a:cubicBezTo>
                <a:lnTo>
                  <a:pt x="2710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00033">
            <a:extLst xmlns:a="http://schemas.openxmlformats.org/drawingml/2006/main">
              <a:ext uri="{FF2B5EF4-FFF2-40B4-BE49-F238E27FC236}">
                <a16:creationId xmlns:a16="http://schemas.microsoft.com/office/drawing/2014/main" id="{59C4AECE-23FB-4518-8AF2-4B884261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0442" y="3249794"/>
            <a:ext cx="88539" cy="82404"/>
          </a:xfrm>
          <a:custGeom xmlns:a="http://schemas.openxmlformats.org/drawingml/2006/main">
            <a:pathLst>
              <a:path w="88539" h="82404">
                <a:moveTo>
                  <a:pt x="88539" y="42107"/>
                </a:moveTo>
                <a:cubicBezTo>
                  <a:pt x="88539" y="19517"/>
                  <a:pt x="69205" y="0"/>
                  <a:pt x="44271" y="0"/>
                </a:cubicBezTo>
                <a:cubicBezTo>
                  <a:pt x="19335" y="0"/>
                  <a:pt x="0" y="19517"/>
                  <a:pt x="0" y="42107"/>
                </a:cubicBezTo>
                <a:cubicBezTo>
                  <a:pt x="0" y="64516"/>
                  <a:pt x="19876" y="82404"/>
                  <a:pt x="44271" y="82404"/>
                </a:cubicBezTo>
                <a:cubicBezTo>
                  <a:pt x="68662" y="82404"/>
                  <a:pt x="88539" y="64516"/>
                  <a:pt x="88539" y="42107"/>
                </a:cubicBezTo>
                <a:moveTo>
                  <a:pt x="44271" y="76623"/>
                </a:moveTo>
                <a:cubicBezTo>
                  <a:pt x="37585" y="76623"/>
                  <a:pt x="27827" y="74456"/>
                  <a:pt x="21864" y="65600"/>
                </a:cubicBezTo>
                <a:cubicBezTo>
                  <a:pt x="16986" y="58191"/>
                  <a:pt x="16443" y="48792"/>
                  <a:pt x="16443" y="40480"/>
                </a:cubicBezTo>
                <a:cubicBezTo>
                  <a:pt x="16443" y="32710"/>
                  <a:pt x="16625" y="22049"/>
                  <a:pt x="22947" y="14276"/>
                </a:cubicBezTo>
                <a:cubicBezTo>
                  <a:pt x="27466" y="9038"/>
                  <a:pt x="35054" y="5062"/>
                  <a:pt x="44271" y="5062"/>
                </a:cubicBezTo>
                <a:cubicBezTo>
                  <a:pt x="54929" y="5062"/>
                  <a:pt x="62519" y="10121"/>
                  <a:pt x="66496" y="15724"/>
                </a:cubicBezTo>
                <a:cubicBezTo>
                  <a:pt x="71555" y="22771"/>
                  <a:pt x="72096" y="31806"/>
                  <a:pt x="72096" y="40480"/>
                </a:cubicBezTo>
                <a:cubicBezTo>
                  <a:pt x="72096" y="49156"/>
                  <a:pt x="71555" y="58732"/>
                  <a:pt x="66313" y="66143"/>
                </a:cubicBezTo>
                <a:cubicBezTo>
                  <a:pt x="61436" y="73008"/>
                  <a:pt x="53124" y="76623"/>
                  <a:pt x="44271" y="766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00034">
            <a:extLst xmlns:a="http://schemas.openxmlformats.org/drawingml/2006/main">
              <a:ext uri="{FF2B5EF4-FFF2-40B4-BE49-F238E27FC236}">
                <a16:creationId xmlns:a16="http://schemas.microsoft.com/office/drawing/2014/main" id="{DF15D42B-475A-48FE-B7B7-38795CE2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996" y="3834583"/>
            <a:ext cx="86037" cy="242360"/>
          </a:xfrm>
          <a:custGeom xmlns:a="http://schemas.openxmlformats.org/drawingml/2006/main">
            <a:pathLst>
              <a:path w="86037" h="242360">
                <a:moveTo>
                  <a:pt x="51138" y="32252"/>
                </a:moveTo>
                <a:cubicBezTo>
                  <a:pt x="51138" y="22551"/>
                  <a:pt x="57440" y="7030"/>
                  <a:pt x="83859" y="5333"/>
                </a:cubicBezTo>
                <a:cubicBezTo>
                  <a:pt x="85068" y="5092"/>
                  <a:pt x="86037" y="4123"/>
                  <a:pt x="86037" y="2666"/>
                </a:cubicBezTo>
                <a:cubicBezTo>
                  <a:pt x="86037" y="0"/>
                  <a:pt x="84099" y="0"/>
                  <a:pt x="81433" y="0"/>
                </a:cubicBezTo>
                <a:cubicBezTo>
                  <a:pt x="57199" y="0"/>
                  <a:pt x="35143" y="12367"/>
                  <a:pt x="34899" y="30310"/>
                </a:cubicBezTo>
                <a:lnTo>
                  <a:pt x="34899" y="85601"/>
                </a:lnTo>
                <a:cubicBezTo>
                  <a:pt x="34899" y="95056"/>
                  <a:pt x="34899" y="102815"/>
                  <a:pt x="25207" y="110818"/>
                </a:cubicBezTo>
                <a:cubicBezTo>
                  <a:pt x="16723" y="117852"/>
                  <a:pt x="7515" y="118336"/>
                  <a:pt x="2182" y="118576"/>
                </a:cubicBezTo>
                <a:cubicBezTo>
                  <a:pt x="969" y="118821"/>
                  <a:pt x="0" y="119790"/>
                  <a:pt x="0" y="121243"/>
                </a:cubicBezTo>
                <a:cubicBezTo>
                  <a:pt x="0" y="123669"/>
                  <a:pt x="1453" y="123669"/>
                  <a:pt x="3879" y="123909"/>
                </a:cubicBezTo>
                <a:cubicBezTo>
                  <a:pt x="19874" y="124878"/>
                  <a:pt x="31508" y="133598"/>
                  <a:pt x="34175" y="145470"/>
                </a:cubicBezTo>
                <a:cubicBezTo>
                  <a:pt x="34899" y="148132"/>
                  <a:pt x="34899" y="148617"/>
                  <a:pt x="34899" y="157337"/>
                </a:cubicBezTo>
                <a:lnTo>
                  <a:pt x="34899" y="205298"/>
                </a:lnTo>
                <a:cubicBezTo>
                  <a:pt x="34899" y="215471"/>
                  <a:pt x="34899" y="223222"/>
                  <a:pt x="46534" y="232427"/>
                </a:cubicBezTo>
                <a:cubicBezTo>
                  <a:pt x="55986" y="239698"/>
                  <a:pt x="71980" y="242360"/>
                  <a:pt x="81433" y="242360"/>
                </a:cubicBezTo>
                <a:cubicBezTo>
                  <a:pt x="84099" y="242360"/>
                  <a:pt x="86037" y="242360"/>
                  <a:pt x="86037" y="239698"/>
                </a:cubicBezTo>
                <a:cubicBezTo>
                  <a:pt x="86037" y="237272"/>
                  <a:pt x="84584" y="237272"/>
                  <a:pt x="82161" y="237031"/>
                </a:cubicBezTo>
                <a:cubicBezTo>
                  <a:pt x="66892" y="236062"/>
                  <a:pt x="55017" y="228311"/>
                  <a:pt x="51866" y="215956"/>
                </a:cubicBezTo>
                <a:cubicBezTo>
                  <a:pt x="51138" y="213778"/>
                  <a:pt x="51138" y="213293"/>
                  <a:pt x="51138" y="204573"/>
                </a:cubicBezTo>
                <a:lnTo>
                  <a:pt x="51138" y="153705"/>
                </a:lnTo>
                <a:cubicBezTo>
                  <a:pt x="51138" y="142563"/>
                  <a:pt x="49200" y="138443"/>
                  <a:pt x="41445" y="130692"/>
                </a:cubicBezTo>
                <a:cubicBezTo>
                  <a:pt x="36357" y="125607"/>
                  <a:pt x="29326" y="123184"/>
                  <a:pt x="22540" y="121243"/>
                </a:cubicBezTo>
                <a:cubicBezTo>
                  <a:pt x="42414" y="115670"/>
                  <a:pt x="51138" y="104513"/>
                  <a:pt x="51138" y="90449"/>
                </a:cubicBezTo>
                <a:lnTo>
                  <a:pt x="51138" y="322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100035">
            <a:extLst xmlns:a="http://schemas.openxmlformats.org/drawingml/2006/main">
              <a:ext uri="{FF2B5EF4-FFF2-40B4-BE49-F238E27FC236}">
                <a16:creationId xmlns:a16="http://schemas.microsoft.com/office/drawing/2014/main" id="{725987C0-F7D7-438F-9593-E741807F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5263" y="3911977"/>
            <a:ext cx="117301" cy="107216"/>
          </a:xfrm>
          <a:custGeom xmlns:a="http://schemas.openxmlformats.org/drawingml/2006/main">
            <a:pathLst>
              <a:path w="117301" h="107216">
                <a:moveTo>
                  <a:pt x="64710" y="14061"/>
                </a:moveTo>
                <a:lnTo>
                  <a:pt x="105426" y="14061"/>
                </a:lnTo>
                <a:cubicBezTo>
                  <a:pt x="108577" y="14061"/>
                  <a:pt x="117301" y="14061"/>
                  <a:pt x="117301" y="5817"/>
                </a:cubicBezTo>
                <a:cubicBezTo>
                  <a:pt x="117301" y="0"/>
                  <a:pt x="112212" y="0"/>
                  <a:pt x="107608" y="0"/>
                </a:cubicBezTo>
                <a:lnTo>
                  <a:pt x="39748" y="0"/>
                </a:lnTo>
                <a:cubicBezTo>
                  <a:pt x="34899" y="0"/>
                  <a:pt x="25447" y="0"/>
                  <a:pt x="14785" y="11394"/>
                </a:cubicBezTo>
                <a:cubicBezTo>
                  <a:pt x="6786" y="20107"/>
                  <a:pt x="0" y="31722"/>
                  <a:pt x="0" y="33172"/>
                </a:cubicBezTo>
                <a:cubicBezTo>
                  <a:pt x="0" y="33417"/>
                  <a:pt x="0" y="35591"/>
                  <a:pt x="2907" y="35591"/>
                </a:cubicBezTo>
                <a:cubicBezTo>
                  <a:pt x="4848" y="35591"/>
                  <a:pt x="5333" y="34626"/>
                  <a:pt x="6786" y="32688"/>
                </a:cubicBezTo>
                <a:cubicBezTo>
                  <a:pt x="18660" y="14061"/>
                  <a:pt x="32477" y="14061"/>
                  <a:pt x="37566" y="14061"/>
                </a:cubicBezTo>
                <a:lnTo>
                  <a:pt x="57683" y="14061"/>
                </a:lnTo>
                <a:lnTo>
                  <a:pt x="33930" y="91725"/>
                </a:lnTo>
                <a:cubicBezTo>
                  <a:pt x="32961" y="94628"/>
                  <a:pt x="31508" y="99709"/>
                  <a:pt x="31508" y="100678"/>
                </a:cubicBezTo>
                <a:cubicBezTo>
                  <a:pt x="31508" y="103341"/>
                  <a:pt x="33201" y="107216"/>
                  <a:pt x="38534" y="107216"/>
                </a:cubicBezTo>
                <a:cubicBezTo>
                  <a:pt x="46534" y="107216"/>
                  <a:pt x="47747" y="100434"/>
                  <a:pt x="48471" y="96806"/>
                </a:cubicBezTo>
                <a:lnTo>
                  <a:pt x="64710" y="140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path-100036">
            <a:extLst xmlns:a="http://schemas.openxmlformats.org/drawingml/2006/main">
              <a:ext uri="{FF2B5EF4-FFF2-40B4-BE49-F238E27FC236}">
                <a16:creationId xmlns:a16="http://schemas.microsoft.com/office/drawing/2014/main" id="{012B66B4-6ED6-4805-AB05-BDA0C482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3016" y="3927373"/>
            <a:ext cx="161169" cy="56785"/>
          </a:xfrm>
          <a:custGeom xmlns:a="http://schemas.openxmlformats.org/drawingml/2006/main">
            <a:pathLst>
              <a:path w="161169" h="56785">
                <a:moveTo>
                  <a:pt x="152929" y="9693"/>
                </a:moveTo>
                <a:cubicBezTo>
                  <a:pt x="156564" y="9693"/>
                  <a:pt x="161169" y="9693"/>
                  <a:pt x="161169" y="4848"/>
                </a:cubicBezTo>
                <a:cubicBezTo>
                  <a:pt x="161169" y="0"/>
                  <a:pt x="156564" y="0"/>
                  <a:pt x="153169" y="0"/>
                </a:cubicBezTo>
                <a:lnTo>
                  <a:pt x="7995" y="0"/>
                </a:lnTo>
                <a:cubicBezTo>
                  <a:pt x="4604" y="0"/>
                  <a:pt x="0" y="0"/>
                  <a:pt x="0" y="4848"/>
                </a:cubicBezTo>
                <a:cubicBezTo>
                  <a:pt x="0" y="9693"/>
                  <a:pt x="4604" y="9693"/>
                  <a:pt x="8240" y="9693"/>
                </a:cubicBezTo>
                <a:lnTo>
                  <a:pt x="152929" y="9693"/>
                </a:lnTo>
                <a:moveTo>
                  <a:pt x="153169" y="56785"/>
                </a:moveTo>
                <a:cubicBezTo>
                  <a:pt x="156564" y="56785"/>
                  <a:pt x="161169" y="56785"/>
                  <a:pt x="161169" y="51936"/>
                </a:cubicBezTo>
                <a:cubicBezTo>
                  <a:pt x="161169" y="47088"/>
                  <a:pt x="156564" y="47088"/>
                  <a:pt x="152929" y="47088"/>
                </a:cubicBezTo>
                <a:lnTo>
                  <a:pt x="8240" y="47088"/>
                </a:lnTo>
                <a:cubicBezTo>
                  <a:pt x="4604" y="47088"/>
                  <a:pt x="0" y="47088"/>
                  <a:pt x="0" y="51936"/>
                </a:cubicBezTo>
                <a:cubicBezTo>
                  <a:pt x="0" y="56785"/>
                  <a:pt x="4604" y="56785"/>
                  <a:pt x="7995" y="56785"/>
                </a:cubicBezTo>
                <a:lnTo>
                  <a:pt x="153169" y="567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00037">
            <a:extLst xmlns:a="http://schemas.openxmlformats.org/drawingml/2006/main">
              <a:ext uri="{FF2B5EF4-FFF2-40B4-BE49-F238E27FC236}">
                <a16:creationId xmlns:a16="http://schemas.microsoft.com/office/drawing/2014/main" id="{26FA5635-A190-4C06-AE3B-73321F39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9322" y="3834583"/>
            <a:ext cx="56226" cy="242360"/>
          </a:xfrm>
          <a:custGeom xmlns:a="http://schemas.openxmlformats.org/drawingml/2006/main">
            <a:pathLst>
              <a:path w="56226" h="242360">
                <a:moveTo>
                  <a:pt x="56226" y="239938"/>
                </a:moveTo>
                <a:cubicBezTo>
                  <a:pt x="56226" y="239213"/>
                  <a:pt x="56226" y="238725"/>
                  <a:pt x="52107" y="234605"/>
                </a:cubicBezTo>
                <a:cubicBezTo>
                  <a:pt x="21811" y="204070"/>
                  <a:pt x="14057" y="158261"/>
                  <a:pt x="14057" y="121180"/>
                </a:cubicBezTo>
                <a:cubicBezTo>
                  <a:pt x="14057" y="79010"/>
                  <a:pt x="23265" y="36841"/>
                  <a:pt x="53076" y="6546"/>
                </a:cubicBezTo>
                <a:cubicBezTo>
                  <a:pt x="56226" y="3639"/>
                  <a:pt x="56226" y="3151"/>
                  <a:pt x="56226" y="2426"/>
                </a:cubicBezTo>
                <a:cubicBezTo>
                  <a:pt x="56226" y="728"/>
                  <a:pt x="55258" y="0"/>
                  <a:pt x="53804" y="0"/>
                </a:cubicBezTo>
                <a:cubicBezTo>
                  <a:pt x="51378" y="0"/>
                  <a:pt x="29567" y="16483"/>
                  <a:pt x="15266" y="47262"/>
                </a:cubicBezTo>
                <a:cubicBezTo>
                  <a:pt x="2907" y="73922"/>
                  <a:pt x="0" y="100822"/>
                  <a:pt x="0" y="121180"/>
                </a:cubicBezTo>
                <a:cubicBezTo>
                  <a:pt x="0" y="140085"/>
                  <a:pt x="2663" y="169411"/>
                  <a:pt x="15994" y="196800"/>
                </a:cubicBezTo>
                <a:cubicBezTo>
                  <a:pt x="30535" y="226610"/>
                  <a:pt x="51378" y="242360"/>
                  <a:pt x="53804" y="242360"/>
                </a:cubicBezTo>
                <a:cubicBezTo>
                  <a:pt x="55258" y="242360"/>
                  <a:pt x="56226" y="241636"/>
                  <a:pt x="56226" y="2399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00038">
            <a:extLst xmlns:a="http://schemas.openxmlformats.org/drawingml/2006/main">
              <a:ext uri="{FF2B5EF4-FFF2-40B4-BE49-F238E27FC236}">
                <a16:creationId xmlns:a16="http://schemas.microsoft.com/office/drawing/2014/main" id="{D0AB22EF-D00F-4600-A43F-EF8CC130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2109" y="3909138"/>
            <a:ext cx="89191" cy="109819"/>
          </a:xfrm>
          <a:custGeom xmlns:a="http://schemas.openxmlformats.org/drawingml/2006/main">
            <a:pathLst>
              <a:path w="89191" h="109819">
                <a:moveTo>
                  <a:pt x="82161" y="16560"/>
                </a:moveTo>
                <a:cubicBezTo>
                  <a:pt x="75375" y="16804"/>
                  <a:pt x="70527" y="22137"/>
                  <a:pt x="70527" y="27470"/>
                </a:cubicBezTo>
                <a:cubicBezTo>
                  <a:pt x="70527" y="30864"/>
                  <a:pt x="72708" y="34500"/>
                  <a:pt x="78041" y="34500"/>
                </a:cubicBezTo>
                <a:cubicBezTo>
                  <a:pt x="83374" y="34500"/>
                  <a:pt x="89191" y="30380"/>
                  <a:pt x="89191" y="20928"/>
                </a:cubicBezTo>
                <a:cubicBezTo>
                  <a:pt x="89191" y="9970"/>
                  <a:pt x="78770" y="0"/>
                  <a:pt x="60349" y="0"/>
                </a:cubicBezTo>
                <a:cubicBezTo>
                  <a:pt x="28357" y="0"/>
                  <a:pt x="19389" y="24803"/>
                  <a:pt x="19389" y="35465"/>
                </a:cubicBezTo>
                <a:cubicBezTo>
                  <a:pt x="19389" y="54333"/>
                  <a:pt x="37325" y="57961"/>
                  <a:pt x="44351" y="59410"/>
                </a:cubicBezTo>
                <a:cubicBezTo>
                  <a:pt x="56955" y="61829"/>
                  <a:pt x="69558" y="64491"/>
                  <a:pt x="69558" y="77809"/>
                </a:cubicBezTo>
                <a:cubicBezTo>
                  <a:pt x="69558" y="84110"/>
                  <a:pt x="63984" y="104491"/>
                  <a:pt x="34903" y="104491"/>
                </a:cubicBezTo>
                <a:cubicBezTo>
                  <a:pt x="31508" y="104491"/>
                  <a:pt x="12847" y="104491"/>
                  <a:pt x="7270" y="91625"/>
                </a:cubicBezTo>
                <a:cubicBezTo>
                  <a:pt x="16482" y="92838"/>
                  <a:pt x="22540" y="85563"/>
                  <a:pt x="22540" y="78778"/>
                </a:cubicBezTo>
                <a:cubicBezTo>
                  <a:pt x="22540" y="73204"/>
                  <a:pt x="18664" y="70294"/>
                  <a:pt x="13572" y="70294"/>
                </a:cubicBezTo>
                <a:cubicBezTo>
                  <a:pt x="7270" y="70294"/>
                  <a:pt x="0" y="75386"/>
                  <a:pt x="0" y="86292"/>
                </a:cubicBezTo>
                <a:cubicBezTo>
                  <a:pt x="0" y="100119"/>
                  <a:pt x="13816" y="109819"/>
                  <a:pt x="34658" y="109819"/>
                </a:cubicBezTo>
                <a:cubicBezTo>
                  <a:pt x="73922" y="109819"/>
                  <a:pt x="83374" y="80475"/>
                  <a:pt x="83374" y="69569"/>
                </a:cubicBezTo>
                <a:cubicBezTo>
                  <a:pt x="83374" y="60864"/>
                  <a:pt x="78770" y="54818"/>
                  <a:pt x="75859" y="51914"/>
                </a:cubicBezTo>
                <a:cubicBezTo>
                  <a:pt x="69317" y="45139"/>
                  <a:pt x="62287" y="43930"/>
                  <a:pt x="51625" y="41756"/>
                </a:cubicBezTo>
                <a:cubicBezTo>
                  <a:pt x="42898" y="39821"/>
                  <a:pt x="33205" y="38128"/>
                  <a:pt x="33205" y="27229"/>
                </a:cubicBezTo>
                <a:cubicBezTo>
                  <a:pt x="33205" y="20199"/>
                  <a:pt x="39023" y="5333"/>
                  <a:pt x="60349" y="5333"/>
                </a:cubicBezTo>
                <a:cubicBezTo>
                  <a:pt x="66407" y="5333"/>
                  <a:pt x="78526" y="7041"/>
                  <a:pt x="82161" y="1656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00039">
            <a:extLst xmlns:a="http://schemas.openxmlformats.org/drawingml/2006/main">
              <a:ext uri="{FF2B5EF4-FFF2-40B4-BE49-F238E27FC236}">
                <a16:creationId xmlns:a16="http://schemas.microsoft.com/office/drawing/2014/main" id="{D8C9C9E5-BF10-4126-B018-5A661DE5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0241" y="3946779"/>
            <a:ext cx="57342" cy="107602"/>
          </a:xfrm>
          <a:custGeom xmlns:a="http://schemas.openxmlformats.org/drawingml/2006/main">
            <a:pathLst>
              <a:path w="57342" h="107602">
                <a:moveTo>
                  <a:pt x="34608" y="38991"/>
                </a:moveTo>
                <a:lnTo>
                  <a:pt x="51914" y="38991"/>
                </a:lnTo>
                <a:cubicBezTo>
                  <a:pt x="55136" y="38991"/>
                  <a:pt x="57342" y="38991"/>
                  <a:pt x="57342" y="35258"/>
                </a:cubicBezTo>
                <a:cubicBezTo>
                  <a:pt x="57342" y="32882"/>
                  <a:pt x="55136" y="32882"/>
                  <a:pt x="52253" y="32882"/>
                </a:cubicBezTo>
                <a:lnTo>
                  <a:pt x="36136" y="32882"/>
                </a:lnTo>
                <a:lnTo>
                  <a:pt x="42413" y="7800"/>
                </a:lnTo>
                <a:cubicBezTo>
                  <a:pt x="42584" y="6951"/>
                  <a:pt x="42923" y="6104"/>
                  <a:pt x="42923" y="5426"/>
                </a:cubicBezTo>
                <a:cubicBezTo>
                  <a:pt x="42923" y="2374"/>
                  <a:pt x="40546" y="0"/>
                  <a:pt x="37153" y="0"/>
                </a:cubicBezTo>
                <a:cubicBezTo>
                  <a:pt x="32913" y="0"/>
                  <a:pt x="30368" y="2884"/>
                  <a:pt x="29180" y="7290"/>
                </a:cubicBezTo>
                <a:cubicBezTo>
                  <a:pt x="27991" y="11528"/>
                  <a:pt x="30197" y="3392"/>
                  <a:pt x="22734" y="32882"/>
                </a:cubicBezTo>
                <a:lnTo>
                  <a:pt x="5429" y="32882"/>
                </a:lnTo>
                <a:cubicBezTo>
                  <a:pt x="2206" y="32882"/>
                  <a:pt x="0" y="32882"/>
                  <a:pt x="0" y="36615"/>
                </a:cubicBezTo>
                <a:cubicBezTo>
                  <a:pt x="0" y="38991"/>
                  <a:pt x="2035" y="38991"/>
                  <a:pt x="5089" y="38991"/>
                </a:cubicBezTo>
                <a:lnTo>
                  <a:pt x="21207" y="38991"/>
                </a:lnTo>
                <a:lnTo>
                  <a:pt x="11196" y="78968"/>
                </a:lnTo>
                <a:cubicBezTo>
                  <a:pt x="10179" y="83203"/>
                  <a:pt x="8651" y="89302"/>
                  <a:pt x="8651" y="91503"/>
                </a:cubicBezTo>
                <a:cubicBezTo>
                  <a:pt x="8651" y="101497"/>
                  <a:pt x="17134" y="107602"/>
                  <a:pt x="26806" y="107602"/>
                </a:cubicBezTo>
                <a:cubicBezTo>
                  <a:pt x="45636" y="107602"/>
                  <a:pt x="56324" y="83882"/>
                  <a:pt x="56324" y="81678"/>
                </a:cubicBezTo>
                <a:cubicBezTo>
                  <a:pt x="56324" y="79475"/>
                  <a:pt x="54119" y="79475"/>
                  <a:pt x="53609" y="79475"/>
                </a:cubicBezTo>
                <a:cubicBezTo>
                  <a:pt x="51574" y="79475"/>
                  <a:pt x="51403" y="79814"/>
                  <a:pt x="50047" y="82696"/>
                </a:cubicBezTo>
                <a:cubicBezTo>
                  <a:pt x="45297" y="93366"/>
                  <a:pt x="36645" y="102851"/>
                  <a:pt x="27313" y="102851"/>
                </a:cubicBezTo>
                <a:cubicBezTo>
                  <a:pt x="23751" y="102851"/>
                  <a:pt x="21377" y="100651"/>
                  <a:pt x="21377" y="94552"/>
                </a:cubicBezTo>
                <a:cubicBezTo>
                  <a:pt x="21377" y="92859"/>
                  <a:pt x="22056" y="89302"/>
                  <a:pt x="22395" y="87606"/>
                </a:cubicBezTo>
                <a:lnTo>
                  <a:pt x="34608" y="3899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100040">
            <a:extLst xmlns:a="http://schemas.openxmlformats.org/drawingml/2006/main">
              <a:ext uri="{FF2B5EF4-FFF2-40B4-BE49-F238E27FC236}">
                <a16:creationId xmlns:a16="http://schemas.microsoft.com/office/drawing/2014/main" id="{B7FF3B7D-796D-4560-81EC-78E099FC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9299" y="3990666"/>
            <a:ext cx="28354" cy="72550"/>
          </a:xfrm>
          <a:custGeom xmlns:a="http://schemas.openxmlformats.org/drawingml/2006/main">
            <a:pathLst>
              <a:path w="28354" h="72550">
                <a:moveTo>
                  <a:pt x="28354" y="25447"/>
                </a:moveTo>
                <a:cubicBezTo>
                  <a:pt x="28354" y="9452"/>
                  <a:pt x="22296" y="0"/>
                  <a:pt x="12843" y="0"/>
                </a:cubicBezTo>
                <a:cubicBezTo>
                  <a:pt x="4844" y="0"/>
                  <a:pt x="0" y="6058"/>
                  <a:pt x="0" y="12844"/>
                </a:cubicBezTo>
                <a:cubicBezTo>
                  <a:pt x="0" y="19390"/>
                  <a:pt x="4844" y="25687"/>
                  <a:pt x="12843" y="25687"/>
                </a:cubicBezTo>
                <a:cubicBezTo>
                  <a:pt x="15750" y="25687"/>
                  <a:pt x="18901" y="24718"/>
                  <a:pt x="21327" y="22540"/>
                </a:cubicBezTo>
                <a:cubicBezTo>
                  <a:pt x="22052" y="22052"/>
                  <a:pt x="22296" y="21811"/>
                  <a:pt x="22536" y="21811"/>
                </a:cubicBezTo>
                <a:cubicBezTo>
                  <a:pt x="22780" y="21811"/>
                  <a:pt x="23024" y="22052"/>
                  <a:pt x="23024" y="25447"/>
                </a:cubicBezTo>
                <a:cubicBezTo>
                  <a:pt x="23024" y="43420"/>
                  <a:pt x="14541" y="57991"/>
                  <a:pt x="6541" y="66004"/>
                </a:cubicBezTo>
                <a:cubicBezTo>
                  <a:pt x="3875" y="68674"/>
                  <a:pt x="3875" y="69159"/>
                  <a:pt x="3875" y="69888"/>
                </a:cubicBezTo>
                <a:cubicBezTo>
                  <a:pt x="3875" y="71581"/>
                  <a:pt x="5089" y="72550"/>
                  <a:pt x="6301" y="72550"/>
                </a:cubicBezTo>
                <a:cubicBezTo>
                  <a:pt x="8964" y="72550"/>
                  <a:pt x="28354" y="53864"/>
                  <a:pt x="28354" y="2544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00041">
            <a:extLst xmlns:a="http://schemas.openxmlformats.org/drawingml/2006/main">
              <a:ext uri="{FF2B5EF4-FFF2-40B4-BE49-F238E27FC236}">
                <a16:creationId xmlns:a16="http://schemas.microsoft.com/office/drawing/2014/main" id="{94401641-ACA6-428A-94CC-DDE9FF4F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5951" y="3909138"/>
            <a:ext cx="110999" cy="109819"/>
          </a:xfrm>
          <a:custGeom xmlns:a="http://schemas.openxmlformats.org/drawingml/2006/main">
            <a:pathLst>
              <a:path w="110999" h="109819">
                <a:moveTo>
                  <a:pt x="80704" y="15517"/>
                </a:moveTo>
                <a:cubicBezTo>
                  <a:pt x="76344" y="6546"/>
                  <a:pt x="69314" y="0"/>
                  <a:pt x="58408" y="0"/>
                </a:cubicBezTo>
                <a:cubicBezTo>
                  <a:pt x="30051" y="0"/>
                  <a:pt x="0" y="35639"/>
                  <a:pt x="0" y="71033"/>
                </a:cubicBezTo>
                <a:cubicBezTo>
                  <a:pt x="0" y="93822"/>
                  <a:pt x="13328" y="109819"/>
                  <a:pt x="32233" y="109819"/>
                </a:cubicBezTo>
                <a:cubicBezTo>
                  <a:pt x="37081" y="109819"/>
                  <a:pt x="49200" y="108851"/>
                  <a:pt x="63741" y="91640"/>
                </a:cubicBezTo>
                <a:cubicBezTo>
                  <a:pt x="65679" y="101824"/>
                  <a:pt x="74162" y="109819"/>
                  <a:pt x="85797" y="109819"/>
                </a:cubicBezTo>
                <a:cubicBezTo>
                  <a:pt x="94280" y="109819"/>
                  <a:pt x="99853" y="104247"/>
                  <a:pt x="103729" y="96488"/>
                </a:cubicBezTo>
                <a:cubicBezTo>
                  <a:pt x="107852" y="87760"/>
                  <a:pt x="110999" y="72972"/>
                  <a:pt x="110999" y="72487"/>
                </a:cubicBezTo>
                <a:cubicBezTo>
                  <a:pt x="110999" y="70065"/>
                  <a:pt x="108821" y="70065"/>
                  <a:pt x="108092" y="70065"/>
                </a:cubicBezTo>
                <a:cubicBezTo>
                  <a:pt x="105670" y="70065"/>
                  <a:pt x="105426" y="71033"/>
                  <a:pt x="104701" y="74429"/>
                </a:cubicBezTo>
                <a:cubicBezTo>
                  <a:pt x="100578" y="90186"/>
                  <a:pt x="96218" y="104491"/>
                  <a:pt x="86281" y="104491"/>
                </a:cubicBezTo>
                <a:cubicBezTo>
                  <a:pt x="79735" y="104491"/>
                  <a:pt x="79010" y="98185"/>
                  <a:pt x="79010" y="93337"/>
                </a:cubicBezTo>
                <a:cubicBezTo>
                  <a:pt x="79010" y="88005"/>
                  <a:pt x="79495" y="86063"/>
                  <a:pt x="82161" y="75397"/>
                </a:cubicBezTo>
                <a:cubicBezTo>
                  <a:pt x="84827" y="65216"/>
                  <a:pt x="85312" y="62790"/>
                  <a:pt x="87490" y="53579"/>
                </a:cubicBezTo>
                <a:lnTo>
                  <a:pt x="96218" y="19637"/>
                </a:lnTo>
                <a:cubicBezTo>
                  <a:pt x="97915" y="12851"/>
                  <a:pt x="97915" y="12367"/>
                  <a:pt x="97915" y="11394"/>
                </a:cubicBezTo>
                <a:cubicBezTo>
                  <a:pt x="97915" y="7274"/>
                  <a:pt x="95005" y="4848"/>
                  <a:pt x="90885" y="4848"/>
                </a:cubicBezTo>
                <a:cubicBezTo>
                  <a:pt x="85068" y="4848"/>
                  <a:pt x="81433" y="10185"/>
                  <a:pt x="80704" y="15517"/>
                </a:cubicBezTo>
                <a:moveTo>
                  <a:pt x="64954" y="78308"/>
                </a:moveTo>
                <a:cubicBezTo>
                  <a:pt x="63741" y="82672"/>
                  <a:pt x="63741" y="83156"/>
                  <a:pt x="60106" y="87276"/>
                </a:cubicBezTo>
                <a:cubicBezTo>
                  <a:pt x="49440" y="100611"/>
                  <a:pt x="39503" y="104491"/>
                  <a:pt x="32717" y="104491"/>
                </a:cubicBezTo>
                <a:cubicBezTo>
                  <a:pt x="20602" y="104491"/>
                  <a:pt x="17207" y="91155"/>
                  <a:pt x="17207" y="81699"/>
                </a:cubicBezTo>
                <a:cubicBezTo>
                  <a:pt x="17207" y="69580"/>
                  <a:pt x="24962" y="39759"/>
                  <a:pt x="30535" y="28609"/>
                </a:cubicBezTo>
                <a:cubicBezTo>
                  <a:pt x="38050" y="14304"/>
                  <a:pt x="48956" y="5333"/>
                  <a:pt x="58652" y="5333"/>
                </a:cubicBezTo>
                <a:cubicBezTo>
                  <a:pt x="74406" y="5333"/>
                  <a:pt x="77798" y="25214"/>
                  <a:pt x="77798" y="26667"/>
                </a:cubicBezTo>
                <a:cubicBezTo>
                  <a:pt x="77798" y="28124"/>
                  <a:pt x="77313" y="29578"/>
                  <a:pt x="77069" y="30791"/>
                </a:cubicBezTo>
                <a:lnTo>
                  <a:pt x="64954" y="7830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100042">
            <a:extLst xmlns:a="http://schemas.openxmlformats.org/drawingml/2006/main">
              <a:ext uri="{FF2B5EF4-FFF2-40B4-BE49-F238E27FC236}">
                <a16:creationId xmlns:a16="http://schemas.microsoft.com/office/drawing/2014/main" id="{7641390D-9C43-47ED-BF53-BEA8D8A4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1407" y="3946779"/>
            <a:ext cx="57342" cy="107602"/>
          </a:xfrm>
          <a:custGeom xmlns:a="http://schemas.openxmlformats.org/drawingml/2006/main">
            <a:pathLst>
              <a:path w="57342" h="107602">
                <a:moveTo>
                  <a:pt x="34608" y="38991"/>
                </a:moveTo>
                <a:lnTo>
                  <a:pt x="51914" y="38991"/>
                </a:lnTo>
                <a:cubicBezTo>
                  <a:pt x="55136" y="38991"/>
                  <a:pt x="57342" y="38991"/>
                  <a:pt x="57342" y="35258"/>
                </a:cubicBezTo>
                <a:cubicBezTo>
                  <a:pt x="57342" y="32882"/>
                  <a:pt x="55136" y="32882"/>
                  <a:pt x="52253" y="32882"/>
                </a:cubicBezTo>
                <a:lnTo>
                  <a:pt x="36136" y="32882"/>
                </a:lnTo>
                <a:lnTo>
                  <a:pt x="42413" y="7800"/>
                </a:lnTo>
                <a:cubicBezTo>
                  <a:pt x="42584" y="6951"/>
                  <a:pt x="42923" y="6104"/>
                  <a:pt x="42923" y="5426"/>
                </a:cubicBezTo>
                <a:cubicBezTo>
                  <a:pt x="42923" y="2374"/>
                  <a:pt x="40546" y="0"/>
                  <a:pt x="37153" y="0"/>
                </a:cubicBezTo>
                <a:cubicBezTo>
                  <a:pt x="32913" y="0"/>
                  <a:pt x="30368" y="2884"/>
                  <a:pt x="29180" y="7290"/>
                </a:cubicBezTo>
                <a:cubicBezTo>
                  <a:pt x="27991" y="11528"/>
                  <a:pt x="30197" y="3392"/>
                  <a:pt x="22734" y="32882"/>
                </a:cubicBezTo>
                <a:lnTo>
                  <a:pt x="5429" y="32882"/>
                </a:lnTo>
                <a:cubicBezTo>
                  <a:pt x="2206" y="32882"/>
                  <a:pt x="0" y="32882"/>
                  <a:pt x="0" y="36615"/>
                </a:cubicBezTo>
                <a:cubicBezTo>
                  <a:pt x="0" y="38991"/>
                  <a:pt x="2035" y="38991"/>
                  <a:pt x="5089" y="38991"/>
                </a:cubicBezTo>
                <a:lnTo>
                  <a:pt x="21207" y="38991"/>
                </a:lnTo>
                <a:lnTo>
                  <a:pt x="11196" y="78968"/>
                </a:lnTo>
                <a:cubicBezTo>
                  <a:pt x="10179" y="83203"/>
                  <a:pt x="8651" y="89302"/>
                  <a:pt x="8651" y="91503"/>
                </a:cubicBezTo>
                <a:cubicBezTo>
                  <a:pt x="8651" y="101497"/>
                  <a:pt x="17134" y="107602"/>
                  <a:pt x="26806" y="107602"/>
                </a:cubicBezTo>
                <a:cubicBezTo>
                  <a:pt x="45636" y="107602"/>
                  <a:pt x="56324" y="83882"/>
                  <a:pt x="56324" y="81678"/>
                </a:cubicBezTo>
                <a:cubicBezTo>
                  <a:pt x="56324" y="79475"/>
                  <a:pt x="54119" y="79475"/>
                  <a:pt x="53609" y="79475"/>
                </a:cubicBezTo>
                <a:cubicBezTo>
                  <a:pt x="51574" y="79475"/>
                  <a:pt x="51403" y="79814"/>
                  <a:pt x="50047" y="82696"/>
                </a:cubicBezTo>
                <a:cubicBezTo>
                  <a:pt x="45297" y="93366"/>
                  <a:pt x="36645" y="102851"/>
                  <a:pt x="27313" y="102851"/>
                </a:cubicBezTo>
                <a:cubicBezTo>
                  <a:pt x="23751" y="102851"/>
                  <a:pt x="21377" y="100651"/>
                  <a:pt x="21377" y="94552"/>
                </a:cubicBezTo>
                <a:cubicBezTo>
                  <a:pt x="21377" y="92859"/>
                  <a:pt x="22056" y="89302"/>
                  <a:pt x="22395" y="87606"/>
                </a:cubicBezTo>
                <a:lnTo>
                  <a:pt x="34608" y="3899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100043">
            <a:extLst xmlns:a="http://schemas.openxmlformats.org/drawingml/2006/main">
              <a:ext uri="{FF2B5EF4-FFF2-40B4-BE49-F238E27FC236}">
                <a16:creationId xmlns:a16="http://schemas.microsoft.com/office/drawing/2014/main" id="{4FE4010F-E5B3-4E5B-B9BF-66A30655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3434" y="3834583"/>
            <a:ext cx="56226" cy="242360"/>
          </a:xfrm>
          <a:custGeom xmlns:a="http://schemas.openxmlformats.org/drawingml/2006/main">
            <a:pathLst>
              <a:path w="56226" h="242360">
                <a:moveTo>
                  <a:pt x="56226" y="121180"/>
                </a:moveTo>
                <a:cubicBezTo>
                  <a:pt x="56226" y="102279"/>
                  <a:pt x="53564" y="72953"/>
                  <a:pt x="40232" y="45565"/>
                </a:cubicBezTo>
                <a:cubicBezTo>
                  <a:pt x="25691" y="15754"/>
                  <a:pt x="4848" y="0"/>
                  <a:pt x="2423" y="0"/>
                </a:cubicBezTo>
                <a:cubicBezTo>
                  <a:pt x="969" y="0"/>
                  <a:pt x="0" y="973"/>
                  <a:pt x="0" y="2426"/>
                </a:cubicBezTo>
                <a:cubicBezTo>
                  <a:pt x="0" y="3150"/>
                  <a:pt x="0" y="3639"/>
                  <a:pt x="4604" y="7999"/>
                </a:cubicBezTo>
                <a:cubicBezTo>
                  <a:pt x="28357" y="31992"/>
                  <a:pt x="42170" y="70527"/>
                  <a:pt x="42170" y="121180"/>
                </a:cubicBezTo>
                <a:cubicBezTo>
                  <a:pt x="42170" y="162625"/>
                  <a:pt x="33206" y="205279"/>
                  <a:pt x="3151" y="235819"/>
                </a:cubicBezTo>
                <a:cubicBezTo>
                  <a:pt x="0" y="238725"/>
                  <a:pt x="0" y="239213"/>
                  <a:pt x="0" y="239938"/>
                </a:cubicBezTo>
                <a:cubicBezTo>
                  <a:pt x="0" y="241392"/>
                  <a:pt x="969" y="242360"/>
                  <a:pt x="2423" y="242360"/>
                </a:cubicBezTo>
                <a:cubicBezTo>
                  <a:pt x="4848" y="242360"/>
                  <a:pt x="26660" y="225882"/>
                  <a:pt x="40960" y="195102"/>
                </a:cubicBezTo>
                <a:cubicBezTo>
                  <a:pt x="53319" y="168442"/>
                  <a:pt x="56226" y="141538"/>
                  <a:pt x="56226" y="1211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00044">
            <a:extLst xmlns:a="http://schemas.openxmlformats.org/drawingml/2006/main">
              <a:ext uri="{FF2B5EF4-FFF2-40B4-BE49-F238E27FC236}">
                <a16:creationId xmlns:a16="http://schemas.microsoft.com/office/drawing/2014/main" id="{044A2F8E-E8EC-4972-804C-8109FC96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4381" y="3837812"/>
            <a:ext cx="73459" cy="76542"/>
          </a:xfrm>
          <a:custGeom xmlns:a="http://schemas.openxmlformats.org/drawingml/2006/main">
            <a:pathLst>
              <a:path w="73459" h="76542">
                <a:moveTo>
                  <a:pt x="63787" y="9902"/>
                </a:moveTo>
                <a:cubicBezTo>
                  <a:pt x="57681" y="10922"/>
                  <a:pt x="55136" y="15672"/>
                  <a:pt x="55136" y="19405"/>
                </a:cubicBezTo>
                <a:cubicBezTo>
                  <a:pt x="55136" y="23984"/>
                  <a:pt x="58698" y="25680"/>
                  <a:pt x="61753" y="25680"/>
                </a:cubicBezTo>
                <a:cubicBezTo>
                  <a:pt x="65486" y="25680"/>
                  <a:pt x="71422" y="22967"/>
                  <a:pt x="71422" y="14823"/>
                </a:cubicBezTo>
                <a:cubicBezTo>
                  <a:pt x="71422" y="3225"/>
                  <a:pt x="58191" y="0"/>
                  <a:pt x="49030" y="0"/>
                </a:cubicBezTo>
                <a:cubicBezTo>
                  <a:pt x="23580" y="0"/>
                  <a:pt x="0" y="23477"/>
                  <a:pt x="0" y="47042"/>
                </a:cubicBezTo>
                <a:cubicBezTo>
                  <a:pt x="0" y="61621"/>
                  <a:pt x="10178" y="76542"/>
                  <a:pt x="31385" y="76542"/>
                </a:cubicBezTo>
                <a:cubicBezTo>
                  <a:pt x="60057" y="76542"/>
                  <a:pt x="73459" y="59757"/>
                  <a:pt x="73459" y="57384"/>
                </a:cubicBezTo>
                <a:cubicBezTo>
                  <a:pt x="73459" y="56366"/>
                  <a:pt x="71932" y="54502"/>
                  <a:pt x="70575" y="54502"/>
                </a:cubicBezTo>
                <a:cubicBezTo>
                  <a:pt x="69558" y="54502"/>
                  <a:pt x="69216" y="54841"/>
                  <a:pt x="67860" y="56195"/>
                </a:cubicBezTo>
                <a:cubicBezTo>
                  <a:pt x="54626" y="71792"/>
                  <a:pt x="34779" y="71792"/>
                  <a:pt x="31724" y="71792"/>
                </a:cubicBezTo>
                <a:cubicBezTo>
                  <a:pt x="19508" y="71792"/>
                  <a:pt x="14080" y="63487"/>
                  <a:pt x="14080" y="52975"/>
                </a:cubicBezTo>
                <a:cubicBezTo>
                  <a:pt x="14080" y="48059"/>
                  <a:pt x="16456" y="29581"/>
                  <a:pt x="25278" y="17877"/>
                </a:cubicBezTo>
                <a:cubicBezTo>
                  <a:pt x="31724" y="9558"/>
                  <a:pt x="40546" y="4753"/>
                  <a:pt x="49030" y="4753"/>
                </a:cubicBezTo>
                <a:cubicBezTo>
                  <a:pt x="51403" y="4753"/>
                  <a:pt x="59548" y="5094"/>
                  <a:pt x="63787" y="99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100045">
            <a:extLst xmlns:a="http://schemas.openxmlformats.org/drawingml/2006/main">
              <a:ext uri="{FF2B5EF4-FFF2-40B4-BE49-F238E27FC236}">
                <a16:creationId xmlns:a16="http://schemas.microsoft.com/office/drawing/2014/main" id="{AEC806A8-55D0-4A27-8CB3-D76BB303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8788" y="3865977"/>
            <a:ext cx="114686" cy="8315"/>
          </a:xfrm>
          <a:custGeom xmlns:a="http://schemas.openxmlformats.org/drawingml/2006/main">
            <a:pathLst>
              <a:path w="114686" h="8315">
                <a:moveTo>
                  <a:pt x="107899" y="8315"/>
                </a:moveTo>
                <a:cubicBezTo>
                  <a:pt x="110614" y="8315"/>
                  <a:pt x="114686" y="8315"/>
                  <a:pt x="114686" y="4243"/>
                </a:cubicBezTo>
                <a:cubicBezTo>
                  <a:pt x="114686" y="0"/>
                  <a:pt x="110782" y="0"/>
                  <a:pt x="107899" y="0"/>
                </a:cubicBezTo>
                <a:lnTo>
                  <a:pt x="6787" y="0"/>
                </a:lnTo>
                <a:cubicBezTo>
                  <a:pt x="4072" y="0"/>
                  <a:pt x="0" y="0"/>
                  <a:pt x="0" y="4072"/>
                </a:cubicBezTo>
                <a:cubicBezTo>
                  <a:pt x="0" y="8315"/>
                  <a:pt x="3903" y="8315"/>
                  <a:pt x="6787" y="8315"/>
                </a:cubicBezTo>
                <a:lnTo>
                  <a:pt x="107899" y="83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00046">
            <a:extLst xmlns:a="http://schemas.openxmlformats.org/drawingml/2006/main">
              <a:ext uri="{FF2B5EF4-FFF2-40B4-BE49-F238E27FC236}">
                <a16:creationId xmlns:a16="http://schemas.microsoft.com/office/drawing/2014/main" id="{4CC2829D-D3A3-4123-A292-0C123208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0444" y="3800038"/>
            <a:ext cx="61753" cy="112659"/>
          </a:xfrm>
          <a:custGeom xmlns:a="http://schemas.openxmlformats.org/drawingml/2006/main">
            <a:pathLst>
              <a:path w="61753" h="112659">
                <a:moveTo>
                  <a:pt x="38341" y="4740"/>
                </a:moveTo>
                <a:cubicBezTo>
                  <a:pt x="38341" y="171"/>
                  <a:pt x="38002" y="0"/>
                  <a:pt x="33252" y="0"/>
                </a:cubicBezTo>
                <a:cubicBezTo>
                  <a:pt x="22395" y="10624"/>
                  <a:pt x="6956" y="10792"/>
                  <a:pt x="0" y="10792"/>
                </a:cubicBezTo>
                <a:lnTo>
                  <a:pt x="0" y="16899"/>
                </a:lnTo>
                <a:cubicBezTo>
                  <a:pt x="4072" y="16899"/>
                  <a:pt x="15268" y="16899"/>
                  <a:pt x="24600" y="12149"/>
                </a:cubicBezTo>
                <a:lnTo>
                  <a:pt x="24600" y="98743"/>
                </a:lnTo>
                <a:cubicBezTo>
                  <a:pt x="24600" y="104347"/>
                  <a:pt x="24600" y="106553"/>
                  <a:pt x="7634" y="106553"/>
                </a:cubicBezTo>
                <a:lnTo>
                  <a:pt x="1188" y="106553"/>
                </a:lnTo>
                <a:lnTo>
                  <a:pt x="1188" y="112659"/>
                </a:lnTo>
                <a:cubicBezTo>
                  <a:pt x="4240" y="112491"/>
                  <a:pt x="25108" y="111981"/>
                  <a:pt x="31385" y="111981"/>
                </a:cubicBezTo>
                <a:cubicBezTo>
                  <a:pt x="36645" y="111981"/>
                  <a:pt x="58020" y="112491"/>
                  <a:pt x="61753" y="112659"/>
                </a:cubicBezTo>
                <a:lnTo>
                  <a:pt x="61753" y="106553"/>
                </a:lnTo>
                <a:lnTo>
                  <a:pt x="55308" y="106553"/>
                </a:lnTo>
                <a:cubicBezTo>
                  <a:pt x="38341" y="106553"/>
                  <a:pt x="38341" y="104347"/>
                  <a:pt x="38341" y="98743"/>
                </a:cubicBezTo>
                <a:lnTo>
                  <a:pt x="38341" y="47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100047">
            <a:extLst xmlns:a="http://schemas.openxmlformats.org/drawingml/2006/main">
              <a:ext uri="{FF2B5EF4-FFF2-40B4-BE49-F238E27FC236}">
                <a16:creationId xmlns:a16="http://schemas.microsoft.com/office/drawing/2014/main" id="{1D5ABDD1-EF03-483F-BEC1-07445C70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0987" y="3975045"/>
            <a:ext cx="57342" cy="107602"/>
          </a:xfrm>
          <a:custGeom xmlns:a="http://schemas.openxmlformats.org/drawingml/2006/main">
            <a:pathLst>
              <a:path w="57342" h="107602">
                <a:moveTo>
                  <a:pt x="34608" y="38991"/>
                </a:moveTo>
                <a:lnTo>
                  <a:pt x="51914" y="38991"/>
                </a:lnTo>
                <a:cubicBezTo>
                  <a:pt x="55136" y="38991"/>
                  <a:pt x="57342" y="38991"/>
                  <a:pt x="57342" y="35258"/>
                </a:cubicBezTo>
                <a:cubicBezTo>
                  <a:pt x="57342" y="32882"/>
                  <a:pt x="55136" y="32882"/>
                  <a:pt x="52253" y="32882"/>
                </a:cubicBezTo>
                <a:lnTo>
                  <a:pt x="36136" y="32882"/>
                </a:lnTo>
                <a:lnTo>
                  <a:pt x="42413" y="7800"/>
                </a:lnTo>
                <a:cubicBezTo>
                  <a:pt x="42584" y="6951"/>
                  <a:pt x="42923" y="6104"/>
                  <a:pt x="42923" y="5426"/>
                </a:cubicBezTo>
                <a:cubicBezTo>
                  <a:pt x="42923" y="2374"/>
                  <a:pt x="40546" y="0"/>
                  <a:pt x="37153" y="0"/>
                </a:cubicBezTo>
                <a:cubicBezTo>
                  <a:pt x="32913" y="0"/>
                  <a:pt x="30368" y="2884"/>
                  <a:pt x="29180" y="7290"/>
                </a:cubicBezTo>
                <a:cubicBezTo>
                  <a:pt x="27991" y="11528"/>
                  <a:pt x="30197" y="3392"/>
                  <a:pt x="22734" y="32882"/>
                </a:cubicBezTo>
                <a:lnTo>
                  <a:pt x="5429" y="32882"/>
                </a:lnTo>
                <a:cubicBezTo>
                  <a:pt x="2206" y="32882"/>
                  <a:pt x="0" y="32882"/>
                  <a:pt x="0" y="36615"/>
                </a:cubicBezTo>
                <a:cubicBezTo>
                  <a:pt x="0" y="38991"/>
                  <a:pt x="2035" y="38991"/>
                  <a:pt x="5089" y="38991"/>
                </a:cubicBezTo>
                <a:lnTo>
                  <a:pt x="21207" y="38991"/>
                </a:lnTo>
                <a:lnTo>
                  <a:pt x="11196" y="78968"/>
                </a:lnTo>
                <a:cubicBezTo>
                  <a:pt x="10179" y="83203"/>
                  <a:pt x="8651" y="89302"/>
                  <a:pt x="8651" y="91503"/>
                </a:cubicBezTo>
                <a:cubicBezTo>
                  <a:pt x="8651" y="101497"/>
                  <a:pt x="17134" y="107602"/>
                  <a:pt x="26806" y="107602"/>
                </a:cubicBezTo>
                <a:cubicBezTo>
                  <a:pt x="45636" y="107602"/>
                  <a:pt x="56324" y="83882"/>
                  <a:pt x="56324" y="81678"/>
                </a:cubicBezTo>
                <a:cubicBezTo>
                  <a:pt x="56324" y="79475"/>
                  <a:pt x="54119" y="79475"/>
                  <a:pt x="53609" y="79475"/>
                </a:cubicBezTo>
                <a:cubicBezTo>
                  <a:pt x="51574" y="79475"/>
                  <a:pt x="51404" y="79814"/>
                  <a:pt x="50047" y="82696"/>
                </a:cubicBezTo>
                <a:cubicBezTo>
                  <a:pt x="45297" y="93366"/>
                  <a:pt x="36645" y="102851"/>
                  <a:pt x="27313" y="102851"/>
                </a:cubicBezTo>
                <a:cubicBezTo>
                  <a:pt x="23751" y="102851"/>
                  <a:pt x="21377" y="100651"/>
                  <a:pt x="21377" y="94552"/>
                </a:cubicBezTo>
                <a:cubicBezTo>
                  <a:pt x="21377" y="92859"/>
                  <a:pt x="22056" y="89302"/>
                  <a:pt x="22395" y="87606"/>
                </a:cubicBezTo>
                <a:lnTo>
                  <a:pt x="34608" y="3899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df-path-100048">
            <a:extLst xmlns:a="http://schemas.openxmlformats.org/drawingml/2006/main">
              <a:ext uri="{FF2B5EF4-FFF2-40B4-BE49-F238E27FC236}">
                <a16:creationId xmlns:a16="http://schemas.microsoft.com/office/drawing/2014/main" id="{1E3863A4-5D7D-4AA8-B3B2-62554398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8938" y="4015685"/>
            <a:ext cx="124865" cy="45620"/>
          </a:xfrm>
          <a:custGeom xmlns:a="http://schemas.openxmlformats.org/drawingml/2006/main">
            <a:pathLst>
              <a:path w="124865" h="45620">
                <a:moveTo>
                  <a:pt x="118417" y="8312"/>
                </a:moveTo>
                <a:cubicBezTo>
                  <a:pt x="120961" y="8312"/>
                  <a:pt x="124865" y="8312"/>
                  <a:pt x="124865" y="4072"/>
                </a:cubicBezTo>
                <a:cubicBezTo>
                  <a:pt x="124865" y="0"/>
                  <a:pt x="120793" y="0"/>
                  <a:pt x="118588" y="0"/>
                </a:cubicBezTo>
                <a:lnTo>
                  <a:pt x="6278" y="0"/>
                </a:lnTo>
                <a:cubicBezTo>
                  <a:pt x="4072" y="0"/>
                  <a:pt x="0" y="0"/>
                  <a:pt x="0" y="4072"/>
                </a:cubicBezTo>
                <a:cubicBezTo>
                  <a:pt x="0" y="8312"/>
                  <a:pt x="3901" y="8312"/>
                  <a:pt x="6446" y="8312"/>
                </a:cubicBezTo>
                <a:lnTo>
                  <a:pt x="118417" y="8312"/>
                </a:lnTo>
                <a:moveTo>
                  <a:pt x="118588" y="45620"/>
                </a:moveTo>
                <a:cubicBezTo>
                  <a:pt x="120793" y="45620"/>
                  <a:pt x="124865" y="45620"/>
                  <a:pt x="124865" y="41549"/>
                </a:cubicBezTo>
                <a:cubicBezTo>
                  <a:pt x="124865" y="37305"/>
                  <a:pt x="120961" y="37305"/>
                  <a:pt x="118417" y="37305"/>
                </a:cubicBezTo>
                <a:lnTo>
                  <a:pt x="6446" y="37305"/>
                </a:lnTo>
                <a:cubicBezTo>
                  <a:pt x="3901" y="37305"/>
                  <a:pt x="0" y="37305"/>
                  <a:pt x="0" y="41549"/>
                </a:cubicBezTo>
                <a:cubicBezTo>
                  <a:pt x="0" y="45620"/>
                  <a:pt x="4072" y="45620"/>
                  <a:pt x="6278" y="45620"/>
                </a:cubicBezTo>
                <a:lnTo>
                  <a:pt x="118588" y="456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100049">
            <a:extLst xmlns:a="http://schemas.openxmlformats.org/drawingml/2006/main">
              <a:ext uri="{FF2B5EF4-FFF2-40B4-BE49-F238E27FC236}">
                <a16:creationId xmlns:a16="http://schemas.microsoft.com/office/drawing/2014/main" id="{C9006991-7DB6-4A22-AC87-909BD90B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4669" y="3968330"/>
            <a:ext cx="78719" cy="115973"/>
          </a:xfrm>
          <a:custGeom xmlns:a="http://schemas.openxmlformats.org/drawingml/2006/main">
            <a:pathLst>
              <a:path w="78719" h="115973">
                <a:moveTo>
                  <a:pt x="78719" y="58496"/>
                </a:moveTo>
                <a:cubicBezTo>
                  <a:pt x="78719" y="39848"/>
                  <a:pt x="76513" y="26454"/>
                  <a:pt x="68712" y="14585"/>
                </a:cubicBezTo>
                <a:cubicBezTo>
                  <a:pt x="63451" y="6787"/>
                  <a:pt x="52933" y="0"/>
                  <a:pt x="39361" y="0"/>
                </a:cubicBezTo>
                <a:cubicBezTo>
                  <a:pt x="0" y="0"/>
                  <a:pt x="0" y="46291"/>
                  <a:pt x="0" y="58496"/>
                </a:cubicBezTo>
                <a:cubicBezTo>
                  <a:pt x="0" y="70704"/>
                  <a:pt x="0" y="115973"/>
                  <a:pt x="39361" y="115973"/>
                </a:cubicBezTo>
                <a:cubicBezTo>
                  <a:pt x="78719" y="115973"/>
                  <a:pt x="78719" y="70704"/>
                  <a:pt x="78719" y="58496"/>
                </a:cubicBezTo>
                <a:moveTo>
                  <a:pt x="39361" y="111223"/>
                </a:moveTo>
                <a:cubicBezTo>
                  <a:pt x="31556" y="111223"/>
                  <a:pt x="21206" y="106646"/>
                  <a:pt x="17815" y="92745"/>
                </a:cubicBezTo>
                <a:cubicBezTo>
                  <a:pt x="15439" y="82742"/>
                  <a:pt x="15439" y="68838"/>
                  <a:pt x="15439" y="56294"/>
                </a:cubicBezTo>
                <a:cubicBezTo>
                  <a:pt x="15439" y="43917"/>
                  <a:pt x="15439" y="31031"/>
                  <a:pt x="17983" y="21706"/>
                </a:cubicBezTo>
                <a:cubicBezTo>
                  <a:pt x="21545" y="8312"/>
                  <a:pt x="32405" y="4753"/>
                  <a:pt x="39361" y="4753"/>
                </a:cubicBezTo>
                <a:cubicBezTo>
                  <a:pt x="48522" y="4753"/>
                  <a:pt x="57344" y="10347"/>
                  <a:pt x="60396" y="20181"/>
                </a:cubicBezTo>
                <a:cubicBezTo>
                  <a:pt x="63112" y="29335"/>
                  <a:pt x="63280" y="41543"/>
                  <a:pt x="63280" y="56294"/>
                </a:cubicBezTo>
                <a:cubicBezTo>
                  <a:pt x="63280" y="68838"/>
                  <a:pt x="63280" y="81386"/>
                  <a:pt x="61075" y="92066"/>
                </a:cubicBezTo>
                <a:cubicBezTo>
                  <a:pt x="57684" y="107495"/>
                  <a:pt x="46145" y="111223"/>
                  <a:pt x="39361" y="1112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100050">
            <a:extLst xmlns:a="http://schemas.openxmlformats.org/drawingml/2006/main">
              <a:ext uri="{FF2B5EF4-FFF2-40B4-BE49-F238E27FC236}">
                <a16:creationId xmlns:a16="http://schemas.microsoft.com/office/drawing/2014/main" id="{0E88BC86-F454-4AE5-B64C-8B21EF6F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8117" y="3834583"/>
            <a:ext cx="86037" cy="242360"/>
          </a:xfrm>
          <a:custGeom xmlns:a="http://schemas.openxmlformats.org/drawingml/2006/main">
            <a:pathLst>
              <a:path w="86037" h="242360">
                <a:moveTo>
                  <a:pt x="34899" y="210142"/>
                </a:moveTo>
                <a:cubicBezTo>
                  <a:pt x="34899" y="219831"/>
                  <a:pt x="28598" y="235334"/>
                  <a:pt x="2182" y="237031"/>
                </a:cubicBezTo>
                <a:cubicBezTo>
                  <a:pt x="969" y="237272"/>
                  <a:pt x="0" y="238241"/>
                  <a:pt x="0" y="239698"/>
                </a:cubicBezTo>
                <a:cubicBezTo>
                  <a:pt x="0" y="242360"/>
                  <a:pt x="2666" y="242360"/>
                  <a:pt x="4849" y="242360"/>
                </a:cubicBezTo>
                <a:cubicBezTo>
                  <a:pt x="28357" y="242360"/>
                  <a:pt x="50897" y="230489"/>
                  <a:pt x="51138" y="212080"/>
                </a:cubicBezTo>
                <a:lnTo>
                  <a:pt x="51138" y="156849"/>
                </a:lnTo>
                <a:cubicBezTo>
                  <a:pt x="51138" y="147404"/>
                  <a:pt x="51138" y="139653"/>
                  <a:pt x="60834" y="131657"/>
                </a:cubicBezTo>
                <a:cubicBezTo>
                  <a:pt x="69314" y="124631"/>
                  <a:pt x="78526" y="124146"/>
                  <a:pt x="83859" y="123906"/>
                </a:cubicBezTo>
                <a:cubicBezTo>
                  <a:pt x="85068" y="123662"/>
                  <a:pt x="86037" y="122693"/>
                  <a:pt x="86037" y="121239"/>
                </a:cubicBezTo>
                <a:cubicBezTo>
                  <a:pt x="86037" y="118813"/>
                  <a:pt x="84584" y="118813"/>
                  <a:pt x="82161" y="118573"/>
                </a:cubicBezTo>
                <a:cubicBezTo>
                  <a:pt x="66163" y="117604"/>
                  <a:pt x="54533" y="108873"/>
                  <a:pt x="51866" y="96991"/>
                </a:cubicBezTo>
                <a:cubicBezTo>
                  <a:pt x="51138" y="94324"/>
                  <a:pt x="51138" y="93840"/>
                  <a:pt x="51138" y="85109"/>
                </a:cubicBezTo>
                <a:lnTo>
                  <a:pt x="51138" y="37099"/>
                </a:lnTo>
                <a:cubicBezTo>
                  <a:pt x="51138" y="26915"/>
                  <a:pt x="51138" y="19156"/>
                  <a:pt x="39503" y="9941"/>
                </a:cubicBezTo>
                <a:cubicBezTo>
                  <a:pt x="29810" y="2426"/>
                  <a:pt x="13088" y="0"/>
                  <a:pt x="4849" y="0"/>
                </a:cubicBezTo>
                <a:cubicBezTo>
                  <a:pt x="2666" y="0"/>
                  <a:pt x="0" y="0"/>
                  <a:pt x="0" y="2666"/>
                </a:cubicBezTo>
                <a:cubicBezTo>
                  <a:pt x="0" y="5092"/>
                  <a:pt x="1453" y="5092"/>
                  <a:pt x="3879" y="5336"/>
                </a:cubicBezTo>
                <a:cubicBezTo>
                  <a:pt x="19145" y="6305"/>
                  <a:pt x="31024" y="14064"/>
                  <a:pt x="34175" y="26430"/>
                </a:cubicBezTo>
                <a:cubicBezTo>
                  <a:pt x="34899" y="28612"/>
                  <a:pt x="34899" y="29096"/>
                  <a:pt x="34899" y="37828"/>
                </a:cubicBezTo>
                <a:lnTo>
                  <a:pt x="34899" y="88747"/>
                </a:lnTo>
                <a:cubicBezTo>
                  <a:pt x="34899" y="99901"/>
                  <a:pt x="36841" y="104024"/>
                  <a:pt x="44596" y="111783"/>
                </a:cubicBezTo>
                <a:cubicBezTo>
                  <a:pt x="49684" y="116875"/>
                  <a:pt x="56715" y="119301"/>
                  <a:pt x="63501" y="121239"/>
                </a:cubicBezTo>
                <a:cubicBezTo>
                  <a:pt x="43627" y="126813"/>
                  <a:pt x="34899" y="137955"/>
                  <a:pt x="34899" y="152004"/>
                </a:cubicBezTo>
                <a:lnTo>
                  <a:pt x="34899" y="2101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100051">
            <a:extLst xmlns:a="http://schemas.openxmlformats.org/drawingml/2006/main">
              <a:ext uri="{FF2B5EF4-FFF2-40B4-BE49-F238E27FC236}">
                <a16:creationId xmlns:a16="http://schemas.microsoft.com/office/drawing/2014/main" id="{EBD0D372-B245-4F12-B9D1-2414DDB8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251" y="1885402"/>
            <a:ext cx="78744" cy="221817"/>
          </a:xfrm>
          <a:custGeom xmlns:a="http://schemas.openxmlformats.org/drawingml/2006/main">
            <a:pathLst>
              <a:path w="78744" h="221817">
                <a:moveTo>
                  <a:pt x="46803" y="29517"/>
                </a:moveTo>
                <a:cubicBezTo>
                  <a:pt x="46803" y="20639"/>
                  <a:pt x="52571" y="6434"/>
                  <a:pt x="76751" y="4881"/>
                </a:cubicBezTo>
                <a:cubicBezTo>
                  <a:pt x="77858" y="4661"/>
                  <a:pt x="78744" y="3774"/>
                  <a:pt x="78744" y="2441"/>
                </a:cubicBezTo>
                <a:cubicBezTo>
                  <a:pt x="78744" y="0"/>
                  <a:pt x="76971" y="0"/>
                  <a:pt x="74530" y="0"/>
                </a:cubicBezTo>
                <a:cubicBezTo>
                  <a:pt x="52350" y="0"/>
                  <a:pt x="32164" y="11318"/>
                  <a:pt x="31941" y="27741"/>
                </a:cubicBezTo>
                <a:lnTo>
                  <a:pt x="31941" y="78345"/>
                </a:lnTo>
                <a:cubicBezTo>
                  <a:pt x="31941" y="86999"/>
                  <a:pt x="31941" y="94101"/>
                  <a:pt x="23070" y="101425"/>
                </a:cubicBezTo>
                <a:cubicBezTo>
                  <a:pt x="15306" y="107863"/>
                  <a:pt x="6877" y="108306"/>
                  <a:pt x="1998" y="108526"/>
                </a:cubicBezTo>
                <a:cubicBezTo>
                  <a:pt x="887" y="108749"/>
                  <a:pt x="0" y="109636"/>
                  <a:pt x="0" y="110966"/>
                </a:cubicBezTo>
                <a:cubicBezTo>
                  <a:pt x="0" y="113187"/>
                  <a:pt x="1330" y="113187"/>
                  <a:pt x="3551" y="113406"/>
                </a:cubicBezTo>
                <a:cubicBezTo>
                  <a:pt x="18190" y="114294"/>
                  <a:pt x="28838" y="122275"/>
                  <a:pt x="31278" y="133139"/>
                </a:cubicBezTo>
                <a:cubicBezTo>
                  <a:pt x="31941" y="135576"/>
                  <a:pt x="31941" y="136020"/>
                  <a:pt x="31941" y="144001"/>
                </a:cubicBezTo>
                <a:lnTo>
                  <a:pt x="31941" y="187896"/>
                </a:lnTo>
                <a:cubicBezTo>
                  <a:pt x="31941" y="197208"/>
                  <a:pt x="31941" y="204302"/>
                  <a:pt x="42589" y="212727"/>
                </a:cubicBezTo>
                <a:cubicBezTo>
                  <a:pt x="51241" y="219381"/>
                  <a:pt x="65880" y="221817"/>
                  <a:pt x="74530" y="221817"/>
                </a:cubicBezTo>
                <a:cubicBezTo>
                  <a:pt x="76971" y="221817"/>
                  <a:pt x="78744" y="221817"/>
                  <a:pt x="78744" y="219381"/>
                </a:cubicBezTo>
                <a:cubicBezTo>
                  <a:pt x="78744" y="217160"/>
                  <a:pt x="77414" y="217160"/>
                  <a:pt x="75198" y="216940"/>
                </a:cubicBezTo>
                <a:cubicBezTo>
                  <a:pt x="61222" y="216054"/>
                  <a:pt x="50354" y="208959"/>
                  <a:pt x="47470" y="197651"/>
                </a:cubicBezTo>
                <a:cubicBezTo>
                  <a:pt x="46803" y="195657"/>
                  <a:pt x="46803" y="195214"/>
                  <a:pt x="46803" y="187233"/>
                </a:cubicBezTo>
                <a:lnTo>
                  <a:pt x="46803" y="140677"/>
                </a:lnTo>
                <a:cubicBezTo>
                  <a:pt x="46803" y="130479"/>
                  <a:pt x="45030" y="126709"/>
                  <a:pt x="37933" y="119614"/>
                </a:cubicBezTo>
                <a:cubicBezTo>
                  <a:pt x="33275" y="114960"/>
                  <a:pt x="26840" y="112743"/>
                  <a:pt x="20630" y="110966"/>
                </a:cubicBezTo>
                <a:cubicBezTo>
                  <a:pt x="38819" y="105866"/>
                  <a:pt x="46803" y="95654"/>
                  <a:pt x="46803" y="82782"/>
                </a:cubicBezTo>
                <a:lnTo>
                  <a:pt x="46803" y="295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00052">
            <a:extLst xmlns:a="http://schemas.openxmlformats.org/drawingml/2006/main">
              <a:ext uri="{FF2B5EF4-FFF2-40B4-BE49-F238E27FC236}">
                <a16:creationId xmlns:a16="http://schemas.microsoft.com/office/drawing/2014/main" id="{E2D62A4D-44A8-43E2-A58C-051B8360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3173" y="1956236"/>
            <a:ext cx="107357" cy="98128"/>
          </a:xfrm>
          <a:custGeom xmlns:a="http://schemas.openxmlformats.org/drawingml/2006/main">
            <a:pathLst>
              <a:path w="107357" h="98128">
                <a:moveTo>
                  <a:pt x="59224" y="12869"/>
                </a:moveTo>
                <a:lnTo>
                  <a:pt x="96489" y="12869"/>
                </a:lnTo>
                <a:cubicBezTo>
                  <a:pt x="99373" y="12869"/>
                  <a:pt x="107357" y="12869"/>
                  <a:pt x="107357" y="5324"/>
                </a:cubicBezTo>
                <a:cubicBezTo>
                  <a:pt x="107357" y="0"/>
                  <a:pt x="102701" y="0"/>
                  <a:pt x="98487" y="0"/>
                </a:cubicBezTo>
                <a:lnTo>
                  <a:pt x="36378" y="0"/>
                </a:lnTo>
                <a:cubicBezTo>
                  <a:pt x="31941" y="0"/>
                  <a:pt x="23289" y="0"/>
                  <a:pt x="13532" y="10428"/>
                </a:cubicBezTo>
                <a:cubicBezTo>
                  <a:pt x="6210" y="18402"/>
                  <a:pt x="0" y="29034"/>
                  <a:pt x="0" y="30361"/>
                </a:cubicBezTo>
                <a:cubicBezTo>
                  <a:pt x="0" y="30584"/>
                  <a:pt x="0" y="32574"/>
                  <a:pt x="2660" y="32574"/>
                </a:cubicBezTo>
                <a:cubicBezTo>
                  <a:pt x="4437" y="32574"/>
                  <a:pt x="4880" y="31691"/>
                  <a:pt x="6210" y="29917"/>
                </a:cubicBezTo>
                <a:cubicBezTo>
                  <a:pt x="17078" y="12869"/>
                  <a:pt x="29724" y="12869"/>
                  <a:pt x="34380" y="12869"/>
                </a:cubicBezTo>
                <a:lnTo>
                  <a:pt x="52793" y="12869"/>
                </a:lnTo>
                <a:lnTo>
                  <a:pt x="31054" y="83950"/>
                </a:lnTo>
                <a:cubicBezTo>
                  <a:pt x="30167" y="86607"/>
                  <a:pt x="28837" y="91258"/>
                  <a:pt x="28837" y="92144"/>
                </a:cubicBezTo>
                <a:cubicBezTo>
                  <a:pt x="28837" y="94581"/>
                  <a:pt x="30387" y="98128"/>
                  <a:pt x="35268" y="98128"/>
                </a:cubicBezTo>
                <a:cubicBezTo>
                  <a:pt x="42589" y="98128"/>
                  <a:pt x="43698" y="91921"/>
                  <a:pt x="44362" y="88600"/>
                </a:cubicBezTo>
                <a:lnTo>
                  <a:pt x="59224" y="128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100053">
            <a:extLst xmlns:a="http://schemas.openxmlformats.org/drawingml/2006/main">
              <a:ext uri="{FF2B5EF4-FFF2-40B4-BE49-F238E27FC236}">
                <a16:creationId xmlns:a16="http://schemas.microsoft.com/office/drawing/2014/main" id="{CC38D018-E43B-4CAA-B5F8-117D4587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314" y="1970327"/>
            <a:ext cx="147507" cy="51972"/>
          </a:xfrm>
          <a:custGeom xmlns:a="http://schemas.openxmlformats.org/drawingml/2006/main">
            <a:pathLst>
              <a:path w="147507" h="51972">
                <a:moveTo>
                  <a:pt x="139967" y="8872"/>
                </a:moveTo>
                <a:cubicBezTo>
                  <a:pt x="143294" y="8872"/>
                  <a:pt x="147507" y="8872"/>
                  <a:pt x="147507" y="4438"/>
                </a:cubicBezTo>
                <a:cubicBezTo>
                  <a:pt x="147507" y="0"/>
                  <a:pt x="143294" y="0"/>
                  <a:pt x="140187" y="0"/>
                </a:cubicBezTo>
                <a:lnTo>
                  <a:pt x="7318" y="0"/>
                </a:lnTo>
                <a:cubicBezTo>
                  <a:pt x="4215" y="0"/>
                  <a:pt x="0" y="0"/>
                  <a:pt x="0" y="4438"/>
                </a:cubicBezTo>
                <a:cubicBezTo>
                  <a:pt x="0" y="8872"/>
                  <a:pt x="4215" y="8872"/>
                  <a:pt x="7541" y="8872"/>
                </a:cubicBezTo>
                <a:lnTo>
                  <a:pt x="139967" y="8872"/>
                </a:lnTo>
                <a:moveTo>
                  <a:pt x="140187" y="51972"/>
                </a:moveTo>
                <a:cubicBezTo>
                  <a:pt x="143294" y="51972"/>
                  <a:pt x="147507" y="51972"/>
                  <a:pt x="147507" y="47534"/>
                </a:cubicBezTo>
                <a:cubicBezTo>
                  <a:pt x="147507" y="43097"/>
                  <a:pt x="143294" y="43097"/>
                  <a:pt x="139967" y="43097"/>
                </a:cubicBezTo>
                <a:lnTo>
                  <a:pt x="7541" y="43097"/>
                </a:lnTo>
                <a:cubicBezTo>
                  <a:pt x="4215" y="43097"/>
                  <a:pt x="0" y="43097"/>
                  <a:pt x="0" y="47534"/>
                </a:cubicBezTo>
                <a:cubicBezTo>
                  <a:pt x="0" y="51972"/>
                  <a:pt x="4215" y="51972"/>
                  <a:pt x="7318" y="51972"/>
                </a:cubicBezTo>
                <a:lnTo>
                  <a:pt x="140187" y="519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path-100054">
            <a:extLst xmlns:a="http://schemas.openxmlformats.org/drawingml/2006/main">
              <a:ext uri="{FF2B5EF4-FFF2-40B4-BE49-F238E27FC236}">
                <a16:creationId xmlns:a16="http://schemas.microsoft.com/office/drawing/2014/main" id="{86FC0256-5DED-4BE5-A76D-00987E6A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7049" y="1885402"/>
            <a:ext cx="51460" cy="221817"/>
          </a:xfrm>
          <a:custGeom xmlns:a="http://schemas.openxmlformats.org/drawingml/2006/main">
            <a:pathLst>
              <a:path w="51460" h="221817">
                <a:moveTo>
                  <a:pt x="51460" y="219601"/>
                </a:moveTo>
                <a:cubicBezTo>
                  <a:pt x="51460" y="218937"/>
                  <a:pt x="51460" y="218490"/>
                  <a:pt x="47689" y="214720"/>
                </a:cubicBezTo>
                <a:cubicBezTo>
                  <a:pt x="19963" y="186773"/>
                  <a:pt x="12864" y="144847"/>
                  <a:pt x="12864" y="110909"/>
                </a:cubicBezTo>
                <a:cubicBezTo>
                  <a:pt x="12864" y="72314"/>
                  <a:pt x="21293" y="33718"/>
                  <a:pt x="48576" y="5991"/>
                </a:cubicBezTo>
                <a:cubicBezTo>
                  <a:pt x="51460" y="3331"/>
                  <a:pt x="51460" y="2884"/>
                  <a:pt x="51460" y="2220"/>
                </a:cubicBezTo>
                <a:cubicBezTo>
                  <a:pt x="51460" y="667"/>
                  <a:pt x="50574" y="0"/>
                  <a:pt x="49244" y="0"/>
                </a:cubicBezTo>
                <a:cubicBezTo>
                  <a:pt x="47023" y="0"/>
                  <a:pt x="27060" y="15085"/>
                  <a:pt x="13971" y="43256"/>
                </a:cubicBezTo>
                <a:cubicBezTo>
                  <a:pt x="2660" y="67656"/>
                  <a:pt x="0" y="92276"/>
                  <a:pt x="0" y="110909"/>
                </a:cubicBezTo>
                <a:cubicBezTo>
                  <a:pt x="0" y="128211"/>
                  <a:pt x="2436" y="155052"/>
                  <a:pt x="14639" y="180119"/>
                </a:cubicBezTo>
                <a:cubicBezTo>
                  <a:pt x="27947" y="207402"/>
                  <a:pt x="47023" y="221817"/>
                  <a:pt x="49244" y="221817"/>
                </a:cubicBezTo>
                <a:cubicBezTo>
                  <a:pt x="50574" y="221817"/>
                  <a:pt x="51460" y="221154"/>
                  <a:pt x="51460" y="2196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path-100055">
            <a:extLst xmlns:a="http://schemas.openxmlformats.org/drawingml/2006/main">
              <a:ext uri="{FF2B5EF4-FFF2-40B4-BE49-F238E27FC236}">
                <a16:creationId xmlns:a16="http://schemas.microsoft.com/office/drawing/2014/main" id="{B7F7CA06-2E45-4F15-ADD5-4861DC0B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819" y="1953637"/>
            <a:ext cx="81631" cy="100511"/>
          </a:xfrm>
          <a:custGeom xmlns:a="http://schemas.openxmlformats.org/drawingml/2006/main">
            <a:pathLst>
              <a:path w="81631" h="100511">
                <a:moveTo>
                  <a:pt x="75197" y="15157"/>
                </a:moveTo>
                <a:cubicBezTo>
                  <a:pt x="68986" y="15380"/>
                  <a:pt x="64548" y="20260"/>
                  <a:pt x="64548" y="25141"/>
                </a:cubicBezTo>
                <a:cubicBezTo>
                  <a:pt x="64548" y="28248"/>
                  <a:pt x="66546" y="31575"/>
                  <a:pt x="71426" y="31575"/>
                </a:cubicBezTo>
                <a:cubicBezTo>
                  <a:pt x="76307" y="31575"/>
                  <a:pt x="81631" y="27805"/>
                  <a:pt x="81631" y="19154"/>
                </a:cubicBezTo>
                <a:cubicBezTo>
                  <a:pt x="81631" y="9125"/>
                  <a:pt x="72093" y="0"/>
                  <a:pt x="55234" y="0"/>
                </a:cubicBezTo>
                <a:cubicBezTo>
                  <a:pt x="25953" y="0"/>
                  <a:pt x="17745" y="22701"/>
                  <a:pt x="17745" y="32459"/>
                </a:cubicBezTo>
                <a:cubicBezTo>
                  <a:pt x="17745" y="49728"/>
                  <a:pt x="34161" y="53048"/>
                  <a:pt x="40592" y="54375"/>
                </a:cubicBezTo>
                <a:cubicBezTo>
                  <a:pt x="52127" y="56588"/>
                  <a:pt x="63662" y="59025"/>
                  <a:pt x="63662" y="71214"/>
                </a:cubicBezTo>
                <a:cubicBezTo>
                  <a:pt x="63662" y="76981"/>
                  <a:pt x="58562" y="95634"/>
                  <a:pt x="31945" y="95634"/>
                </a:cubicBezTo>
                <a:cubicBezTo>
                  <a:pt x="28837" y="95634"/>
                  <a:pt x="11759" y="95634"/>
                  <a:pt x="6654" y="83859"/>
                </a:cubicBezTo>
                <a:cubicBezTo>
                  <a:pt x="15085" y="84969"/>
                  <a:pt x="20629" y="78311"/>
                  <a:pt x="20629" y="72100"/>
                </a:cubicBezTo>
                <a:cubicBezTo>
                  <a:pt x="20629" y="66999"/>
                  <a:pt x="17083" y="64336"/>
                  <a:pt x="12421" y="64336"/>
                </a:cubicBezTo>
                <a:cubicBezTo>
                  <a:pt x="6654" y="64336"/>
                  <a:pt x="0" y="68996"/>
                  <a:pt x="0" y="78978"/>
                </a:cubicBezTo>
                <a:cubicBezTo>
                  <a:pt x="0" y="91633"/>
                  <a:pt x="12645" y="100511"/>
                  <a:pt x="31721" y="100511"/>
                </a:cubicBezTo>
                <a:cubicBezTo>
                  <a:pt x="67656" y="100511"/>
                  <a:pt x="76307" y="73654"/>
                  <a:pt x="76307" y="63672"/>
                </a:cubicBezTo>
                <a:cubicBezTo>
                  <a:pt x="76307" y="55705"/>
                  <a:pt x="72093" y="50171"/>
                  <a:pt x="69429" y="47514"/>
                </a:cubicBezTo>
                <a:cubicBezTo>
                  <a:pt x="63441" y="41313"/>
                  <a:pt x="57008" y="40206"/>
                  <a:pt x="47249" y="38216"/>
                </a:cubicBezTo>
                <a:cubicBezTo>
                  <a:pt x="39262" y="36446"/>
                  <a:pt x="30391" y="34896"/>
                  <a:pt x="30391" y="24921"/>
                </a:cubicBezTo>
                <a:cubicBezTo>
                  <a:pt x="30391" y="18487"/>
                  <a:pt x="35715" y="4881"/>
                  <a:pt x="55234" y="4881"/>
                </a:cubicBezTo>
                <a:cubicBezTo>
                  <a:pt x="60778" y="4881"/>
                  <a:pt x="71870" y="6444"/>
                  <a:pt x="75197" y="151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df-path-100056">
            <a:extLst xmlns:a="http://schemas.openxmlformats.org/drawingml/2006/main">
              <a:ext uri="{FF2B5EF4-FFF2-40B4-BE49-F238E27FC236}">
                <a16:creationId xmlns:a16="http://schemas.microsoft.com/office/drawing/2014/main" id="{23D48BEA-986F-4BC5-81F8-975FDD58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1785" y="1988087"/>
            <a:ext cx="52482" cy="98481"/>
          </a:xfrm>
          <a:custGeom xmlns:a="http://schemas.openxmlformats.org/drawingml/2006/main">
            <a:pathLst>
              <a:path w="52482" h="98481">
                <a:moveTo>
                  <a:pt x="31675" y="35686"/>
                </a:moveTo>
                <a:lnTo>
                  <a:pt x="47513" y="35686"/>
                </a:lnTo>
                <a:cubicBezTo>
                  <a:pt x="50462" y="35686"/>
                  <a:pt x="52482" y="35686"/>
                  <a:pt x="52482" y="32270"/>
                </a:cubicBezTo>
                <a:cubicBezTo>
                  <a:pt x="52482" y="30095"/>
                  <a:pt x="50462" y="30095"/>
                  <a:pt x="47823" y="30095"/>
                </a:cubicBezTo>
                <a:lnTo>
                  <a:pt x="33072" y="30095"/>
                </a:lnTo>
                <a:lnTo>
                  <a:pt x="38817" y="7139"/>
                </a:lnTo>
                <a:cubicBezTo>
                  <a:pt x="38974" y="6362"/>
                  <a:pt x="39285" y="5587"/>
                  <a:pt x="39285" y="4966"/>
                </a:cubicBezTo>
                <a:cubicBezTo>
                  <a:pt x="39285" y="2173"/>
                  <a:pt x="37109" y="0"/>
                  <a:pt x="34004" y="0"/>
                </a:cubicBezTo>
                <a:cubicBezTo>
                  <a:pt x="30123" y="0"/>
                  <a:pt x="27794" y="2639"/>
                  <a:pt x="26707" y="6672"/>
                </a:cubicBezTo>
                <a:cubicBezTo>
                  <a:pt x="25618" y="10551"/>
                  <a:pt x="27637" y="3104"/>
                  <a:pt x="20807" y="30095"/>
                </a:cubicBezTo>
                <a:lnTo>
                  <a:pt x="4968" y="30095"/>
                </a:lnTo>
                <a:cubicBezTo>
                  <a:pt x="2018" y="30095"/>
                  <a:pt x="0" y="30095"/>
                  <a:pt x="0" y="33511"/>
                </a:cubicBezTo>
                <a:cubicBezTo>
                  <a:pt x="0" y="35686"/>
                  <a:pt x="1862" y="35686"/>
                  <a:pt x="4658" y="35686"/>
                </a:cubicBezTo>
                <a:lnTo>
                  <a:pt x="19408" y="35686"/>
                </a:lnTo>
                <a:lnTo>
                  <a:pt x="10247" y="72275"/>
                </a:lnTo>
                <a:cubicBezTo>
                  <a:pt x="9316" y="76151"/>
                  <a:pt x="7918" y="81732"/>
                  <a:pt x="7918" y="83746"/>
                </a:cubicBezTo>
                <a:cubicBezTo>
                  <a:pt x="7918" y="92894"/>
                  <a:pt x="15682" y="98481"/>
                  <a:pt x="24533" y="98481"/>
                </a:cubicBezTo>
                <a:cubicBezTo>
                  <a:pt x="41767" y="98481"/>
                  <a:pt x="51550" y="76771"/>
                  <a:pt x="51550" y="74755"/>
                </a:cubicBezTo>
                <a:cubicBezTo>
                  <a:pt x="51550" y="72739"/>
                  <a:pt x="49532" y="72739"/>
                  <a:pt x="49064" y="72739"/>
                </a:cubicBezTo>
                <a:cubicBezTo>
                  <a:pt x="47203" y="72739"/>
                  <a:pt x="47046" y="73049"/>
                  <a:pt x="45804" y="75686"/>
                </a:cubicBezTo>
                <a:cubicBezTo>
                  <a:pt x="41457" y="85452"/>
                  <a:pt x="33539" y="94133"/>
                  <a:pt x="24997" y="94133"/>
                </a:cubicBezTo>
                <a:cubicBezTo>
                  <a:pt x="21738" y="94133"/>
                  <a:pt x="19565" y="92119"/>
                  <a:pt x="19565" y="86537"/>
                </a:cubicBezTo>
                <a:cubicBezTo>
                  <a:pt x="19565" y="84988"/>
                  <a:pt x="20186" y="81732"/>
                  <a:pt x="20496" y="80181"/>
                </a:cubicBezTo>
                <a:lnTo>
                  <a:pt x="31675" y="356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df-path-100057">
            <a:extLst xmlns:a="http://schemas.openxmlformats.org/drawingml/2006/main">
              <a:ext uri="{FF2B5EF4-FFF2-40B4-BE49-F238E27FC236}">
                <a16:creationId xmlns:a16="http://schemas.microsoft.com/office/drawing/2014/main" id="{A0CC89D3-4674-47E2-8BBD-B42D4508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445" y="2028256"/>
            <a:ext cx="25951" cy="66400"/>
          </a:xfrm>
          <a:custGeom xmlns:a="http://schemas.openxmlformats.org/drawingml/2006/main">
            <a:pathLst>
              <a:path w="25951" h="66400">
                <a:moveTo>
                  <a:pt x="25951" y="23290"/>
                </a:moveTo>
                <a:cubicBezTo>
                  <a:pt x="25951" y="8651"/>
                  <a:pt x="20407" y="0"/>
                  <a:pt x="11755" y="0"/>
                </a:cubicBezTo>
                <a:cubicBezTo>
                  <a:pt x="4435" y="0"/>
                  <a:pt x="0" y="5544"/>
                  <a:pt x="0" y="11755"/>
                </a:cubicBezTo>
                <a:cubicBezTo>
                  <a:pt x="0" y="17745"/>
                  <a:pt x="4435" y="23510"/>
                  <a:pt x="11755" y="23510"/>
                </a:cubicBezTo>
                <a:cubicBezTo>
                  <a:pt x="14415" y="23510"/>
                  <a:pt x="17299" y="22623"/>
                  <a:pt x="19520" y="20629"/>
                </a:cubicBezTo>
                <a:cubicBezTo>
                  <a:pt x="20184" y="20182"/>
                  <a:pt x="20407" y="19963"/>
                  <a:pt x="20627" y="19963"/>
                </a:cubicBezTo>
                <a:cubicBezTo>
                  <a:pt x="20850" y="19963"/>
                  <a:pt x="21073" y="20182"/>
                  <a:pt x="21073" y="23290"/>
                </a:cubicBezTo>
                <a:cubicBezTo>
                  <a:pt x="21073" y="39739"/>
                  <a:pt x="13308" y="53075"/>
                  <a:pt x="5988" y="60409"/>
                </a:cubicBezTo>
                <a:cubicBezTo>
                  <a:pt x="3547" y="62853"/>
                  <a:pt x="3547" y="63296"/>
                  <a:pt x="3547" y="63963"/>
                </a:cubicBezTo>
                <a:cubicBezTo>
                  <a:pt x="3547" y="65513"/>
                  <a:pt x="4658" y="66400"/>
                  <a:pt x="5768" y="66400"/>
                </a:cubicBezTo>
                <a:cubicBezTo>
                  <a:pt x="8205" y="66400"/>
                  <a:pt x="25951" y="49298"/>
                  <a:pt x="25951" y="2329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100058">
            <a:extLst xmlns:a="http://schemas.openxmlformats.org/drawingml/2006/main">
              <a:ext uri="{FF2B5EF4-FFF2-40B4-BE49-F238E27FC236}">
                <a16:creationId xmlns:a16="http://schemas.microsoft.com/office/drawing/2014/main" id="{4490E093-7DA2-453E-84FA-31B73F50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0906" y="1953637"/>
            <a:ext cx="101590" cy="100511"/>
          </a:xfrm>
          <a:custGeom xmlns:a="http://schemas.openxmlformats.org/drawingml/2006/main">
            <a:pathLst>
              <a:path w="101590" h="100511">
                <a:moveTo>
                  <a:pt x="73863" y="14202"/>
                </a:moveTo>
                <a:cubicBezTo>
                  <a:pt x="69872" y="5991"/>
                  <a:pt x="63438" y="0"/>
                  <a:pt x="53457" y="0"/>
                </a:cubicBezTo>
                <a:cubicBezTo>
                  <a:pt x="27503" y="0"/>
                  <a:pt x="0" y="32618"/>
                  <a:pt x="0" y="65013"/>
                </a:cubicBezTo>
                <a:cubicBezTo>
                  <a:pt x="0" y="85869"/>
                  <a:pt x="12198" y="100511"/>
                  <a:pt x="29501" y="100511"/>
                </a:cubicBezTo>
                <a:cubicBezTo>
                  <a:pt x="33937" y="100511"/>
                  <a:pt x="45030" y="99624"/>
                  <a:pt x="58338" y="83872"/>
                </a:cubicBezTo>
                <a:cubicBezTo>
                  <a:pt x="60111" y="93194"/>
                  <a:pt x="67876" y="100511"/>
                  <a:pt x="78524" y="100511"/>
                </a:cubicBezTo>
                <a:cubicBezTo>
                  <a:pt x="86289" y="100511"/>
                  <a:pt x="91389" y="95410"/>
                  <a:pt x="94936" y="88309"/>
                </a:cubicBezTo>
                <a:cubicBezTo>
                  <a:pt x="98710" y="80322"/>
                  <a:pt x="101590" y="66786"/>
                  <a:pt x="101590" y="66343"/>
                </a:cubicBezTo>
                <a:cubicBezTo>
                  <a:pt x="101590" y="64126"/>
                  <a:pt x="99597" y="64126"/>
                  <a:pt x="98930" y="64126"/>
                </a:cubicBezTo>
                <a:cubicBezTo>
                  <a:pt x="96713" y="64126"/>
                  <a:pt x="96489" y="65013"/>
                  <a:pt x="95827" y="68120"/>
                </a:cubicBezTo>
                <a:cubicBezTo>
                  <a:pt x="92053" y="82542"/>
                  <a:pt x="88062" y="95634"/>
                  <a:pt x="78967" y="95634"/>
                </a:cubicBezTo>
                <a:cubicBezTo>
                  <a:pt x="72977" y="95634"/>
                  <a:pt x="72313" y="89863"/>
                  <a:pt x="72313" y="85426"/>
                </a:cubicBezTo>
                <a:cubicBezTo>
                  <a:pt x="72313" y="80545"/>
                  <a:pt x="72756" y="78768"/>
                  <a:pt x="75197" y="69007"/>
                </a:cubicBezTo>
                <a:cubicBezTo>
                  <a:pt x="77637" y="59689"/>
                  <a:pt x="78080" y="57469"/>
                  <a:pt x="80074" y="49037"/>
                </a:cubicBezTo>
                <a:lnTo>
                  <a:pt x="88062" y="17973"/>
                </a:lnTo>
                <a:cubicBezTo>
                  <a:pt x="89615" y="11761"/>
                  <a:pt x="89615" y="11318"/>
                  <a:pt x="89615" y="10428"/>
                </a:cubicBezTo>
                <a:cubicBezTo>
                  <a:pt x="89615" y="6658"/>
                  <a:pt x="86952" y="4438"/>
                  <a:pt x="83181" y="4438"/>
                </a:cubicBezTo>
                <a:cubicBezTo>
                  <a:pt x="77857" y="4438"/>
                  <a:pt x="74530" y="9322"/>
                  <a:pt x="73863" y="14202"/>
                </a:cubicBezTo>
                <a:moveTo>
                  <a:pt x="59448" y="71671"/>
                </a:moveTo>
                <a:cubicBezTo>
                  <a:pt x="58338" y="75665"/>
                  <a:pt x="58338" y="76108"/>
                  <a:pt x="55011" y="79878"/>
                </a:cubicBezTo>
                <a:cubicBezTo>
                  <a:pt x="45250" y="92083"/>
                  <a:pt x="36155" y="95634"/>
                  <a:pt x="29944" y="95634"/>
                </a:cubicBezTo>
                <a:cubicBezTo>
                  <a:pt x="18856" y="95634"/>
                  <a:pt x="15749" y="83429"/>
                  <a:pt x="15749" y="74774"/>
                </a:cubicBezTo>
                <a:cubicBezTo>
                  <a:pt x="15749" y="63683"/>
                  <a:pt x="22846" y="36388"/>
                  <a:pt x="27947" y="26184"/>
                </a:cubicBezTo>
                <a:cubicBezTo>
                  <a:pt x="34825" y="13092"/>
                  <a:pt x="44805" y="4881"/>
                  <a:pt x="53680" y="4881"/>
                </a:cubicBezTo>
                <a:cubicBezTo>
                  <a:pt x="68099" y="4881"/>
                  <a:pt x="71203" y="23076"/>
                  <a:pt x="71203" y="24407"/>
                </a:cubicBezTo>
                <a:cubicBezTo>
                  <a:pt x="71203" y="25740"/>
                  <a:pt x="70760" y="27070"/>
                  <a:pt x="70536" y="28181"/>
                </a:cubicBezTo>
                <a:lnTo>
                  <a:pt x="59448" y="716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df-path-100059">
            <a:extLst xmlns:a="http://schemas.openxmlformats.org/drawingml/2006/main">
              <a:ext uri="{FF2B5EF4-FFF2-40B4-BE49-F238E27FC236}">
                <a16:creationId xmlns:a16="http://schemas.microsoft.com/office/drawing/2014/main" id="{D3A047CD-6E90-4A63-B9D2-10C2815B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5727" y="1988087"/>
            <a:ext cx="52482" cy="98481"/>
          </a:xfrm>
          <a:custGeom xmlns:a="http://schemas.openxmlformats.org/drawingml/2006/main">
            <a:pathLst>
              <a:path w="52482" h="98481">
                <a:moveTo>
                  <a:pt x="31675" y="35686"/>
                </a:moveTo>
                <a:lnTo>
                  <a:pt x="47513" y="35686"/>
                </a:lnTo>
                <a:cubicBezTo>
                  <a:pt x="50462" y="35686"/>
                  <a:pt x="52482" y="35686"/>
                  <a:pt x="52482" y="32270"/>
                </a:cubicBezTo>
                <a:cubicBezTo>
                  <a:pt x="52482" y="30095"/>
                  <a:pt x="50462" y="30095"/>
                  <a:pt x="47823" y="30095"/>
                </a:cubicBezTo>
                <a:lnTo>
                  <a:pt x="33072" y="30095"/>
                </a:lnTo>
                <a:lnTo>
                  <a:pt x="38817" y="7139"/>
                </a:lnTo>
                <a:cubicBezTo>
                  <a:pt x="38974" y="6362"/>
                  <a:pt x="39285" y="5587"/>
                  <a:pt x="39285" y="4966"/>
                </a:cubicBezTo>
                <a:cubicBezTo>
                  <a:pt x="39285" y="2173"/>
                  <a:pt x="37109" y="0"/>
                  <a:pt x="34004" y="0"/>
                </a:cubicBezTo>
                <a:cubicBezTo>
                  <a:pt x="30123" y="0"/>
                  <a:pt x="27794" y="2639"/>
                  <a:pt x="26707" y="6672"/>
                </a:cubicBezTo>
                <a:cubicBezTo>
                  <a:pt x="25618" y="10551"/>
                  <a:pt x="27637" y="3104"/>
                  <a:pt x="20807" y="30095"/>
                </a:cubicBezTo>
                <a:lnTo>
                  <a:pt x="4968" y="30095"/>
                </a:lnTo>
                <a:cubicBezTo>
                  <a:pt x="2018" y="30095"/>
                  <a:pt x="0" y="30095"/>
                  <a:pt x="0" y="33511"/>
                </a:cubicBezTo>
                <a:cubicBezTo>
                  <a:pt x="0" y="35686"/>
                  <a:pt x="1862" y="35686"/>
                  <a:pt x="4658" y="35686"/>
                </a:cubicBezTo>
                <a:lnTo>
                  <a:pt x="19408" y="35686"/>
                </a:lnTo>
                <a:lnTo>
                  <a:pt x="10247" y="72275"/>
                </a:lnTo>
                <a:cubicBezTo>
                  <a:pt x="9316" y="76151"/>
                  <a:pt x="7918" y="81732"/>
                  <a:pt x="7918" y="83746"/>
                </a:cubicBezTo>
                <a:cubicBezTo>
                  <a:pt x="7918" y="92894"/>
                  <a:pt x="15682" y="98481"/>
                  <a:pt x="24533" y="98481"/>
                </a:cubicBezTo>
                <a:cubicBezTo>
                  <a:pt x="41767" y="98481"/>
                  <a:pt x="51550" y="76771"/>
                  <a:pt x="51550" y="74755"/>
                </a:cubicBezTo>
                <a:cubicBezTo>
                  <a:pt x="51550" y="72739"/>
                  <a:pt x="49532" y="72739"/>
                  <a:pt x="49064" y="72739"/>
                </a:cubicBezTo>
                <a:cubicBezTo>
                  <a:pt x="47203" y="72739"/>
                  <a:pt x="47046" y="73049"/>
                  <a:pt x="45804" y="75686"/>
                </a:cubicBezTo>
                <a:cubicBezTo>
                  <a:pt x="41457" y="85452"/>
                  <a:pt x="33539" y="94133"/>
                  <a:pt x="24997" y="94133"/>
                </a:cubicBezTo>
                <a:cubicBezTo>
                  <a:pt x="21737" y="94133"/>
                  <a:pt x="19565" y="92119"/>
                  <a:pt x="19565" y="86537"/>
                </a:cubicBezTo>
                <a:cubicBezTo>
                  <a:pt x="19565" y="84988"/>
                  <a:pt x="20186" y="81732"/>
                  <a:pt x="20496" y="80181"/>
                </a:cubicBezTo>
                <a:lnTo>
                  <a:pt x="31675" y="356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df-path-100060">
            <a:extLst xmlns:a="http://schemas.openxmlformats.org/drawingml/2006/main">
              <a:ext uri="{FF2B5EF4-FFF2-40B4-BE49-F238E27FC236}">
                <a16:creationId xmlns:a16="http://schemas.microsoft.com/office/drawing/2014/main" id="{7E32E3B8-3B24-490F-BC36-F3897ADD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6366" y="2028256"/>
            <a:ext cx="25951" cy="66400"/>
          </a:xfrm>
          <a:custGeom xmlns:a="http://schemas.openxmlformats.org/drawingml/2006/main">
            <a:pathLst>
              <a:path w="25951" h="66400">
                <a:moveTo>
                  <a:pt x="25951" y="23290"/>
                </a:moveTo>
                <a:cubicBezTo>
                  <a:pt x="25951" y="8651"/>
                  <a:pt x="20407" y="0"/>
                  <a:pt x="11755" y="0"/>
                </a:cubicBezTo>
                <a:cubicBezTo>
                  <a:pt x="4435" y="0"/>
                  <a:pt x="0" y="5544"/>
                  <a:pt x="0" y="11755"/>
                </a:cubicBezTo>
                <a:cubicBezTo>
                  <a:pt x="0" y="17745"/>
                  <a:pt x="4435" y="23510"/>
                  <a:pt x="11755" y="23510"/>
                </a:cubicBezTo>
                <a:cubicBezTo>
                  <a:pt x="14415" y="23510"/>
                  <a:pt x="17299" y="22623"/>
                  <a:pt x="19520" y="20629"/>
                </a:cubicBezTo>
                <a:cubicBezTo>
                  <a:pt x="20184" y="20182"/>
                  <a:pt x="20407" y="19963"/>
                  <a:pt x="20627" y="19963"/>
                </a:cubicBezTo>
                <a:cubicBezTo>
                  <a:pt x="20850" y="19963"/>
                  <a:pt x="21073" y="20182"/>
                  <a:pt x="21073" y="23290"/>
                </a:cubicBezTo>
                <a:cubicBezTo>
                  <a:pt x="21073" y="39739"/>
                  <a:pt x="13308" y="53075"/>
                  <a:pt x="5988" y="60409"/>
                </a:cubicBezTo>
                <a:cubicBezTo>
                  <a:pt x="3547" y="62853"/>
                  <a:pt x="3547" y="63296"/>
                  <a:pt x="3547" y="63963"/>
                </a:cubicBezTo>
                <a:cubicBezTo>
                  <a:pt x="3547" y="65513"/>
                  <a:pt x="4658" y="66400"/>
                  <a:pt x="5768" y="66400"/>
                </a:cubicBezTo>
                <a:cubicBezTo>
                  <a:pt x="8205" y="66400"/>
                  <a:pt x="25951" y="49298"/>
                  <a:pt x="25951" y="2329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df-path-100061">
            <a:extLst xmlns:a="http://schemas.openxmlformats.org/drawingml/2006/main">
              <a:ext uri="{FF2B5EF4-FFF2-40B4-BE49-F238E27FC236}">
                <a16:creationId xmlns:a16="http://schemas.microsoft.com/office/drawing/2014/main" id="{038D8B59-1F24-4E60-AC4A-FA81012F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2385" y="1953637"/>
            <a:ext cx="90279" cy="100511"/>
          </a:xfrm>
          <a:custGeom xmlns:a="http://schemas.openxmlformats.org/drawingml/2006/main">
            <a:pathLst>
              <a:path w="90279" h="100511">
                <a:moveTo>
                  <a:pt x="13089" y="84982"/>
                </a:moveTo>
                <a:cubicBezTo>
                  <a:pt x="12421" y="88309"/>
                  <a:pt x="11091" y="93413"/>
                  <a:pt x="11091" y="94524"/>
                </a:cubicBezTo>
                <a:cubicBezTo>
                  <a:pt x="11091" y="98518"/>
                  <a:pt x="14196" y="100511"/>
                  <a:pt x="17522" y="100511"/>
                </a:cubicBezTo>
                <a:cubicBezTo>
                  <a:pt x="20186" y="100511"/>
                  <a:pt x="24176" y="98738"/>
                  <a:pt x="25730" y="94300"/>
                </a:cubicBezTo>
                <a:cubicBezTo>
                  <a:pt x="26174" y="93413"/>
                  <a:pt x="33718" y="63236"/>
                  <a:pt x="34605" y="59242"/>
                </a:cubicBezTo>
                <a:cubicBezTo>
                  <a:pt x="36378" y="51921"/>
                  <a:pt x="40372" y="36388"/>
                  <a:pt x="41702" y="30398"/>
                </a:cubicBezTo>
                <a:cubicBezTo>
                  <a:pt x="42589" y="27511"/>
                  <a:pt x="48801" y="17086"/>
                  <a:pt x="54125" y="12209"/>
                </a:cubicBezTo>
                <a:cubicBezTo>
                  <a:pt x="55898" y="10655"/>
                  <a:pt x="62332" y="4881"/>
                  <a:pt x="71870" y="4881"/>
                </a:cubicBezTo>
                <a:cubicBezTo>
                  <a:pt x="77637" y="4881"/>
                  <a:pt x="80965" y="7548"/>
                  <a:pt x="81185" y="7548"/>
                </a:cubicBezTo>
                <a:cubicBezTo>
                  <a:pt x="74530" y="8658"/>
                  <a:pt x="69649" y="13982"/>
                  <a:pt x="69649" y="19749"/>
                </a:cubicBezTo>
                <a:cubicBezTo>
                  <a:pt x="69649" y="23297"/>
                  <a:pt x="72090" y="27511"/>
                  <a:pt x="78081" y="27511"/>
                </a:cubicBezTo>
                <a:cubicBezTo>
                  <a:pt x="84068" y="27511"/>
                  <a:pt x="90279" y="22410"/>
                  <a:pt x="90279" y="14425"/>
                </a:cubicBezTo>
                <a:cubicBezTo>
                  <a:pt x="90279" y="6661"/>
                  <a:pt x="83181" y="0"/>
                  <a:pt x="71870" y="0"/>
                </a:cubicBezTo>
                <a:cubicBezTo>
                  <a:pt x="57451" y="0"/>
                  <a:pt x="47690" y="10875"/>
                  <a:pt x="43476" y="17086"/>
                </a:cubicBezTo>
                <a:cubicBezTo>
                  <a:pt x="41702" y="7104"/>
                  <a:pt x="33718" y="0"/>
                  <a:pt x="23289" y="0"/>
                </a:cubicBezTo>
                <a:cubicBezTo>
                  <a:pt x="13089" y="0"/>
                  <a:pt x="8872" y="8658"/>
                  <a:pt x="6877" y="12652"/>
                </a:cubicBezTo>
                <a:cubicBezTo>
                  <a:pt x="2884" y="20193"/>
                  <a:pt x="0" y="33505"/>
                  <a:pt x="0" y="34168"/>
                </a:cubicBezTo>
                <a:cubicBezTo>
                  <a:pt x="0" y="36388"/>
                  <a:pt x="2217" y="36388"/>
                  <a:pt x="2660" y="36388"/>
                </a:cubicBezTo>
                <a:cubicBezTo>
                  <a:pt x="4881" y="36388"/>
                  <a:pt x="5101" y="36165"/>
                  <a:pt x="6434" y="31285"/>
                </a:cubicBezTo>
                <a:cubicBezTo>
                  <a:pt x="10205" y="15536"/>
                  <a:pt x="14639" y="4881"/>
                  <a:pt x="22627" y="4881"/>
                </a:cubicBezTo>
                <a:cubicBezTo>
                  <a:pt x="26397" y="4881"/>
                  <a:pt x="29501" y="6661"/>
                  <a:pt x="29501" y="15089"/>
                </a:cubicBezTo>
                <a:cubicBezTo>
                  <a:pt x="29501" y="19749"/>
                  <a:pt x="28838" y="22190"/>
                  <a:pt x="25953" y="33725"/>
                </a:cubicBezTo>
                <a:lnTo>
                  <a:pt x="13089" y="849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df-path-100062">
            <a:extLst xmlns:a="http://schemas.openxmlformats.org/drawingml/2006/main">
              <a:ext uri="{FF2B5EF4-FFF2-40B4-BE49-F238E27FC236}">
                <a16:creationId xmlns:a16="http://schemas.microsoft.com/office/drawing/2014/main" id="{7E5A9FDA-9A3E-4907-9A1E-C08D1B95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2482" y="1988087"/>
            <a:ext cx="52482" cy="98481"/>
          </a:xfrm>
          <a:custGeom xmlns:a="http://schemas.openxmlformats.org/drawingml/2006/main">
            <a:pathLst>
              <a:path w="52482" h="98481">
                <a:moveTo>
                  <a:pt x="31675" y="35686"/>
                </a:moveTo>
                <a:lnTo>
                  <a:pt x="47512" y="35686"/>
                </a:lnTo>
                <a:cubicBezTo>
                  <a:pt x="50462" y="35686"/>
                  <a:pt x="52482" y="35686"/>
                  <a:pt x="52482" y="32270"/>
                </a:cubicBezTo>
                <a:cubicBezTo>
                  <a:pt x="52482" y="30095"/>
                  <a:pt x="50462" y="30095"/>
                  <a:pt x="47823" y="30095"/>
                </a:cubicBezTo>
                <a:lnTo>
                  <a:pt x="33072" y="30095"/>
                </a:lnTo>
                <a:lnTo>
                  <a:pt x="38817" y="7139"/>
                </a:lnTo>
                <a:cubicBezTo>
                  <a:pt x="38974" y="6362"/>
                  <a:pt x="39285" y="5587"/>
                  <a:pt x="39285" y="4966"/>
                </a:cubicBezTo>
                <a:cubicBezTo>
                  <a:pt x="39285" y="2173"/>
                  <a:pt x="37109" y="0"/>
                  <a:pt x="34004" y="0"/>
                </a:cubicBezTo>
                <a:cubicBezTo>
                  <a:pt x="30123" y="0"/>
                  <a:pt x="27794" y="2639"/>
                  <a:pt x="26707" y="6672"/>
                </a:cubicBezTo>
                <a:cubicBezTo>
                  <a:pt x="25618" y="10551"/>
                  <a:pt x="27637" y="3104"/>
                  <a:pt x="20807" y="30095"/>
                </a:cubicBezTo>
                <a:lnTo>
                  <a:pt x="4968" y="30095"/>
                </a:lnTo>
                <a:cubicBezTo>
                  <a:pt x="2018" y="30095"/>
                  <a:pt x="0" y="30095"/>
                  <a:pt x="0" y="33511"/>
                </a:cubicBezTo>
                <a:cubicBezTo>
                  <a:pt x="0" y="35686"/>
                  <a:pt x="1862" y="35686"/>
                  <a:pt x="4658" y="35686"/>
                </a:cubicBezTo>
                <a:lnTo>
                  <a:pt x="19408" y="35686"/>
                </a:lnTo>
                <a:lnTo>
                  <a:pt x="10247" y="72275"/>
                </a:lnTo>
                <a:cubicBezTo>
                  <a:pt x="9316" y="76151"/>
                  <a:pt x="7918" y="81732"/>
                  <a:pt x="7918" y="83746"/>
                </a:cubicBezTo>
                <a:cubicBezTo>
                  <a:pt x="7918" y="92894"/>
                  <a:pt x="15682" y="98481"/>
                  <a:pt x="24533" y="98481"/>
                </a:cubicBezTo>
                <a:cubicBezTo>
                  <a:pt x="41767" y="98481"/>
                  <a:pt x="51550" y="76771"/>
                  <a:pt x="51550" y="74755"/>
                </a:cubicBezTo>
                <a:cubicBezTo>
                  <a:pt x="51550" y="72739"/>
                  <a:pt x="49532" y="72739"/>
                  <a:pt x="49064" y="72739"/>
                </a:cubicBezTo>
                <a:cubicBezTo>
                  <a:pt x="47203" y="72739"/>
                  <a:pt x="47046" y="73049"/>
                  <a:pt x="45804" y="75686"/>
                </a:cubicBezTo>
                <a:cubicBezTo>
                  <a:pt x="41457" y="85452"/>
                  <a:pt x="33539" y="94133"/>
                  <a:pt x="24997" y="94133"/>
                </a:cubicBezTo>
                <a:cubicBezTo>
                  <a:pt x="21737" y="94133"/>
                  <a:pt x="19565" y="92119"/>
                  <a:pt x="19565" y="86537"/>
                </a:cubicBezTo>
                <a:cubicBezTo>
                  <a:pt x="19565" y="84988"/>
                  <a:pt x="20186" y="81732"/>
                  <a:pt x="20496" y="80181"/>
                </a:cubicBezTo>
                <a:lnTo>
                  <a:pt x="31675" y="356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df-path-100063">
            <a:extLst xmlns:a="http://schemas.openxmlformats.org/drawingml/2006/main">
              <a:ext uri="{FF2B5EF4-FFF2-40B4-BE49-F238E27FC236}">
                <a16:creationId xmlns:a16="http://schemas.microsoft.com/office/drawing/2014/main" id="{A249ADB9-4EC4-45C6-AF19-AF149FCB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6709" y="1885402"/>
            <a:ext cx="51460" cy="221817"/>
          </a:xfrm>
          <a:custGeom xmlns:a="http://schemas.openxmlformats.org/drawingml/2006/main">
            <a:pathLst>
              <a:path w="51460" h="221817">
                <a:moveTo>
                  <a:pt x="51460" y="110909"/>
                </a:moveTo>
                <a:cubicBezTo>
                  <a:pt x="51460" y="93610"/>
                  <a:pt x="49023" y="66769"/>
                  <a:pt x="36821" y="41703"/>
                </a:cubicBezTo>
                <a:cubicBezTo>
                  <a:pt x="23513" y="14419"/>
                  <a:pt x="4437" y="0"/>
                  <a:pt x="2216" y="0"/>
                </a:cubicBezTo>
                <a:cubicBezTo>
                  <a:pt x="886" y="0"/>
                  <a:pt x="0" y="890"/>
                  <a:pt x="0" y="2220"/>
                </a:cubicBezTo>
                <a:cubicBezTo>
                  <a:pt x="0" y="2884"/>
                  <a:pt x="0" y="3331"/>
                  <a:pt x="4214" y="7321"/>
                </a:cubicBezTo>
                <a:cubicBezTo>
                  <a:pt x="25953" y="29281"/>
                  <a:pt x="38595" y="64549"/>
                  <a:pt x="38595" y="110909"/>
                </a:cubicBezTo>
                <a:cubicBezTo>
                  <a:pt x="38595" y="148841"/>
                  <a:pt x="30390" y="187879"/>
                  <a:pt x="2884" y="215830"/>
                </a:cubicBezTo>
                <a:cubicBezTo>
                  <a:pt x="0" y="218490"/>
                  <a:pt x="0" y="218937"/>
                  <a:pt x="0" y="219601"/>
                </a:cubicBezTo>
                <a:cubicBezTo>
                  <a:pt x="0" y="220931"/>
                  <a:pt x="886" y="221817"/>
                  <a:pt x="2216" y="221817"/>
                </a:cubicBezTo>
                <a:cubicBezTo>
                  <a:pt x="4437" y="221817"/>
                  <a:pt x="24400" y="206736"/>
                  <a:pt x="37488" y="178565"/>
                </a:cubicBezTo>
                <a:cubicBezTo>
                  <a:pt x="48799" y="154165"/>
                  <a:pt x="51460" y="129542"/>
                  <a:pt x="51460" y="11090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100064">
            <a:extLst xmlns:a="http://schemas.openxmlformats.org/drawingml/2006/main">
              <a:ext uri="{FF2B5EF4-FFF2-40B4-BE49-F238E27FC236}">
                <a16:creationId xmlns:a16="http://schemas.microsoft.com/office/drawing/2014/main" id="{4A5A9AC4-A3E0-444E-A86A-D67B7C58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9948" y="1888357"/>
            <a:ext cx="67233" cy="70054"/>
          </a:xfrm>
          <a:custGeom xmlns:a="http://schemas.openxmlformats.org/drawingml/2006/main">
            <a:pathLst>
              <a:path w="67233" h="70054">
                <a:moveTo>
                  <a:pt x="58381" y="9062"/>
                </a:moveTo>
                <a:cubicBezTo>
                  <a:pt x="52792" y="9996"/>
                  <a:pt x="50463" y="14343"/>
                  <a:pt x="50463" y="17760"/>
                </a:cubicBezTo>
                <a:cubicBezTo>
                  <a:pt x="50463" y="21951"/>
                  <a:pt x="53723" y="23503"/>
                  <a:pt x="56519" y="23503"/>
                </a:cubicBezTo>
                <a:cubicBezTo>
                  <a:pt x="59936" y="23503"/>
                  <a:pt x="65368" y="21020"/>
                  <a:pt x="65368" y="13566"/>
                </a:cubicBezTo>
                <a:cubicBezTo>
                  <a:pt x="65368" y="2952"/>
                  <a:pt x="53258" y="0"/>
                  <a:pt x="44874" y="0"/>
                </a:cubicBezTo>
                <a:cubicBezTo>
                  <a:pt x="21581" y="0"/>
                  <a:pt x="0" y="21486"/>
                  <a:pt x="0" y="43054"/>
                </a:cubicBezTo>
                <a:cubicBezTo>
                  <a:pt x="0" y="56398"/>
                  <a:pt x="9316" y="70054"/>
                  <a:pt x="28725" y="70054"/>
                </a:cubicBezTo>
                <a:cubicBezTo>
                  <a:pt x="54966" y="70054"/>
                  <a:pt x="67233" y="54692"/>
                  <a:pt x="67233" y="52519"/>
                </a:cubicBezTo>
                <a:cubicBezTo>
                  <a:pt x="67233" y="51588"/>
                  <a:pt x="65834" y="49882"/>
                  <a:pt x="64594" y="49882"/>
                </a:cubicBezTo>
                <a:cubicBezTo>
                  <a:pt x="63662" y="49882"/>
                  <a:pt x="63350" y="50192"/>
                  <a:pt x="62108" y="51432"/>
                </a:cubicBezTo>
                <a:cubicBezTo>
                  <a:pt x="49996" y="65706"/>
                  <a:pt x="31831" y="65706"/>
                  <a:pt x="29035" y="65706"/>
                </a:cubicBezTo>
                <a:cubicBezTo>
                  <a:pt x="17855" y="65706"/>
                  <a:pt x="12886" y="58106"/>
                  <a:pt x="12886" y="48484"/>
                </a:cubicBezTo>
                <a:cubicBezTo>
                  <a:pt x="12886" y="43985"/>
                  <a:pt x="15062" y="27073"/>
                  <a:pt x="23136" y="16362"/>
                </a:cubicBezTo>
                <a:cubicBezTo>
                  <a:pt x="29035" y="8747"/>
                  <a:pt x="37109" y="4350"/>
                  <a:pt x="44874" y="4350"/>
                </a:cubicBezTo>
                <a:cubicBezTo>
                  <a:pt x="47046" y="4350"/>
                  <a:pt x="54500" y="4663"/>
                  <a:pt x="58381" y="90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df-path-100065">
            <a:extLst xmlns:a="http://schemas.openxmlformats.org/drawingml/2006/main">
              <a:ext uri="{FF2B5EF4-FFF2-40B4-BE49-F238E27FC236}">
                <a16:creationId xmlns:a16="http://schemas.microsoft.com/office/drawing/2014/main" id="{0A34CFD9-A96D-473F-87E4-07806BEA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6352" y="1914134"/>
            <a:ext cx="104965" cy="7610"/>
          </a:xfrm>
          <a:custGeom xmlns:a="http://schemas.openxmlformats.org/drawingml/2006/main">
            <a:pathLst>
              <a:path w="104965" h="7610">
                <a:moveTo>
                  <a:pt x="98753" y="7610"/>
                </a:moveTo>
                <a:cubicBezTo>
                  <a:pt x="101238" y="7610"/>
                  <a:pt x="104965" y="7610"/>
                  <a:pt x="104965" y="3883"/>
                </a:cubicBezTo>
                <a:cubicBezTo>
                  <a:pt x="104965" y="0"/>
                  <a:pt x="101393" y="0"/>
                  <a:pt x="98753" y="0"/>
                </a:cubicBezTo>
                <a:lnTo>
                  <a:pt x="6212" y="0"/>
                </a:lnTo>
                <a:cubicBezTo>
                  <a:pt x="3727" y="0"/>
                  <a:pt x="0" y="0"/>
                  <a:pt x="0" y="3727"/>
                </a:cubicBezTo>
                <a:cubicBezTo>
                  <a:pt x="0" y="7610"/>
                  <a:pt x="3573" y="7610"/>
                  <a:pt x="6212" y="7610"/>
                </a:cubicBezTo>
                <a:lnTo>
                  <a:pt x="98753" y="76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df-path-100066">
            <a:extLst xmlns:a="http://schemas.openxmlformats.org/drawingml/2006/main">
              <a:ext uri="{FF2B5EF4-FFF2-40B4-BE49-F238E27FC236}">
                <a16:creationId xmlns:a16="http://schemas.microsoft.com/office/drawing/2014/main" id="{952C023E-EC4B-497C-9D3D-0B0D4610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5151" y="1853785"/>
            <a:ext cx="56519" cy="103110"/>
          </a:xfrm>
          <a:custGeom xmlns:a="http://schemas.openxmlformats.org/drawingml/2006/main">
            <a:pathLst>
              <a:path w="56519" h="103110">
                <a:moveTo>
                  <a:pt x="35091" y="4338"/>
                </a:moveTo>
                <a:cubicBezTo>
                  <a:pt x="35091" y="156"/>
                  <a:pt x="34780" y="0"/>
                  <a:pt x="30433" y="0"/>
                </a:cubicBezTo>
                <a:cubicBezTo>
                  <a:pt x="20496" y="9723"/>
                  <a:pt x="6366" y="9877"/>
                  <a:pt x="0" y="9877"/>
                </a:cubicBezTo>
                <a:lnTo>
                  <a:pt x="0" y="15466"/>
                </a:lnTo>
                <a:cubicBezTo>
                  <a:pt x="3727" y="15466"/>
                  <a:pt x="13974" y="15466"/>
                  <a:pt x="22515" y="11119"/>
                </a:cubicBezTo>
                <a:lnTo>
                  <a:pt x="22515" y="90373"/>
                </a:lnTo>
                <a:cubicBezTo>
                  <a:pt x="22515" y="95502"/>
                  <a:pt x="22515" y="97521"/>
                  <a:pt x="6987" y="97521"/>
                </a:cubicBezTo>
                <a:lnTo>
                  <a:pt x="1087" y="97521"/>
                </a:lnTo>
                <a:lnTo>
                  <a:pt x="1087" y="103110"/>
                </a:lnTo>
                <a:cubicBezTo>
                  <a:pt x="3881" y="102956"/>
                  <a:pt x="22980" y="102489"/>
                  <a:pt x="28725" y="102489"/>
                </a:cubicBezTo>
                <a:cubicBezTo>
                  <a:pt x="33540" y="102489"/>
                  <a:pt x="53103" y="102956"/>
                  <a:pt x="56519" y="103110"/>
                </a:cubicBezTo>
                <a:lnTo>
                  <a:pt x="56519" y="97521"/>
                </a:lnTo>
                <a:lnTo>
                  <a:pt x="50619" y="97521"/>
                </a:lnTo>
                <a:cubicBezTo>
                  <a:pt x="35091" y="97521"/>
                  <a:pt x="35091" y="95502"/>
                  <a:pt x="35091" y="90373"/>
                </a:cubicBezTo>
                <a:lnTo>
                  <a:pt x="35091" y="43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df-path-100067">
            <a:extLst xmlns:a="http://schemas.openxmlformats.org/drawingml/2006/main">
              <a:ext uri="{FF2B5EF4-FFF2-40B4-BE49-F238E27FC236}">
                <a16:creationId xmlns:a16="http://schemas.microsoft.com/office/drawing/2014/main" id="{4354A6F7-6BB2-4671-95F1-E567429E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6842" y="2013959"/>
            <a:ext cx="52482" cy="98481"/>
          </a:xfrm>
          <a:custGeom xmlns:a="http://schemas.openxmlformats.org/drawingml/2006/main">
            <a:pathLst>
              <a:path w="52482" h="98481">
                <a:moveTo>
                  <a:pt x="31675" y="35686"/>
                </a:moveTo>
                <a:lnTo>
                  <a:pt x="47512" y="35686"/>
                </a:lnTo>
                <a:cubicBezTo>
                  <a:pt x="50462" y="35686"/>
                  <a:pt x="52482" y="35686"/>
                  <a:pt x="52482" y="32270"/>
                </a:cubicBezTo>
                <a:cubicBezTo>
                  <a:pt x="52482" y="30095"/>
                  <a:pt x="50462" y="30095"/>
                  <a:pt x="47823" y="30095"/>
                </a:cubicBezTo>
                <a:lnTo>
                  <a:pt x="33072" y="30095"/>
                </a:lnTo>
                <a:lnTo>
                  <a:pt x="38817" y="7139"/>
                </a:lnTo>
                <a:cubicBezTo>
                  <a:pt x="38974" y="6362"/>
                  <a:pt x="39285" y="5587"/>
                  <a:pt x="39285" y="4966"/>
                </a:cubicBezTo>
                <a:cubicBezTo>
                  <a:pt x="39285" y="2173"/>
                  <a:pt x="37109" y="0"/>
                  <a:pt x="34004" y="0"/>
                </a:cubicBezTo>
                <a:cubicBezTo>
                  <a:pt x="30123" y="0"/>
                  <a:pt x="27794" y="2639"/>
                  <a:pt x="26707" y="6672"/>
                </a:cubicBezTo>
                <a:cubicBezTo>
                  <a:pt x="25618" y="10551"/>
                  <a:pt x="27637" y="3104"/>
                  <a:pt x="20807" y="30095"/>
                </a:cubicBezTo>
                <a:lnTo>
                  <a:pt x="4968" y="30095"/>
                </a:lnTo>
                <a:cubicBezTo>
                  <a:pt x="2018" y="30095"/>
                  <a:pt x="0" y="30095"/>
                  <a:pt x="0" y="33511"/>
                </a:cubicBezTo>
                <a:cubicBezTo>
                  <a:pt x="0" y="35686"/>
                  <a:pt x="1862" y="35686"/>
                  <a:pt x="4658" y="35686"/>
                </a:cubicBezTo>
                <a:lnTo>
                  <a:pt x="19408" y="35686"/>
                </a:lnTo>
                <a:lnTo>
                  <a:pt x="10247" y="72275"/>
                </a:lnTo>
                <a:cubicBezTo>
                  <a:pt x="9316" y="76151"/>
                  <a:pt x="7918" y="81732"/>
                  <a:pt x="7918" y="83746"/>
                </a:cubicBezTo>
                <a:cubicBezTo>
                  <a:pt x="7918" y="92894"/>
                  <a:pt x="15682" y="98481"/>
                  <a:pt x="24533" y="98481"/>
                </a:cubicBezTo>
                <a:cubicBezTo>
                  <a:pt x="41767" y="98481"/>
                  <a:pt x="51550" y="76771"/>
                  <a:pt x="51550" y="74755"/>
                </a:cubicBezTo>
                <a:cubicBezTo>
                  <a:pt x="51550" y="72739"/>
                  <a:pt x="49532" y="72739"/>
                  <a:pt x="49064" y="72739"/>
                </a:cubicBezTo>
                <a:cubicBezTo>
                  <a:pt x="47203" y="72739"/>
                  <a:pt x="47046" y="73049"/>
                  <a:pt x="45804" y="75686"/>
                </a:cubicBezTo>
                <a:cubicBezTo>
                  <a:pt x="41457" y="85452"/>
                  <a:pt x="33539" y="94133"/>
                  <a:pt x="24997" y="94133"/>
                </a:cubicBezTo>
                <a:cubicBezTo>
                  <a:pt x="21737" y="94133"/>
                  <a:pt x="19565" y="92119"/>
                  <a:pt x="19565" y="86537"/>
                </a:cubicBezTo>
                <a:cubicBezTo>
                  <a:pt x="19565" y="84988"/>
                  <a:pt x="20186" y="81732"/>
                  <a:pt x="20496" y="80181"/>
                </a:cubicBezTo>
                <a:lnTo>
                  <a:pt x="31675" y="356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df-path-100068">
            <a:extLst xmlns:a="http://schemas.openxmlformats.org/drawingml/2006/main">
              <a:ext uri="{FF2B5EF4-FFF2-40B4-BE49-F238E27FC236}">
                <a16:creationId xmlns:a16="http://schemas.microsoft.com/office/drawing/2014/main" id="{EE090F5F-5448-405C-83B4-B6493035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8205" y="2051154"/>
            <a:ext cx="114281" cy="41753"/>
          </a:xfrm>
          <a:custGeom xmlns:a="http://schemas.openxmlformats.org/drawingml/2006/main">
            <a:pathLst>
              <a:path w="114281" h="41753">
                <a:moveTo>
                  <a:pt x="108379" y="7608"/>
                </a:moveTo>
                <a:cubicBezTo>
                  <a:pt x="110708" y="7608"/>
                  <a:pt x="114281" y="7608"/>
                  <a:pt x="114281" y="3727"/>
                </a:cubicBezTo>
                <a:cubicBezTo>
                  <a:pt x="114281" y="0"/>
                  <a:pt x="110554" y="0"/>
                  <a:pt x="108535" y="0"/>
                </a:cubicBezTo>
                <a:lnTo>
                  <a:pt x="5745" y="0"/>
                </a:lnTo>
                <a:cubicBezTo>
                  <a:pt x="3727" y="0"/>
                  <a:pt x="0" y="0"/>
                  <a:pt x="0" y="3727"/>
                </a:cubicBezTo>
                <a:cubicBezTo>
                  <a:pt x="0" y="7608"/>
                  <a:pt x="3571" y="7608"/>
                  <a:pt x="5900" y="7608"/>
                </a:cubicBezTo>
                <a:lnTo>
                  <a:pt x="108379" y="7608"/>
                </a:lnTo>
                <a:moveTo>
                  <a:pt x="108535" y="41753"/>
                </a:moveTo>
                <a:cubicBezTo>
                  <a:pt x="110554" y="41753"/>
                  <a:pt x="114281" y="41753"/>
                  <a:pt x="114281" y="38026"/>
                </a:cubicBezTo>
                <a:cubicBezTo>
                  <a:pt x="114281" y="34143"/>
                  <a:pt x="110708" y="34143"/>
                  <a:pt x="108379" y="34143"/>
                </a:cubicBezTo>
                <a:lnTo>
                  <a:pt x="5900" y="34143"/>
                </a:lnTo>
                <a:cubicBezTo>
                  <a:pt x="3571" y="34143"/>
                  <a:pt x="0" y="34143"/>
                  <a:pt x="0" y="38026"/>
                </a:cubicBezTo>
                <a:cubicBezTo>
                  <a:pt x="0" y="41753"/>
                  <a:pt x="3727" y="41753"/>
                  <a:pt x="5745" y="41753"/>
                </a:cubicBezTo>
                <a:lnTo>
                  <a:pt x="108535" y="417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df-path-100069">
            <a:extLst xmlns:a="http://schemas.openxmlformats.org/drawingml/2006/main">
              <a:ext uri="{FF2B5EF4-FFF2-40B4-BE49-F238E27FC236}">
                <a16:creationId xmlns:a16="http://schemas.microsoft.com/office/drawing/2014/main" id="{08BF8B66-3786-48A1-AFDC-13BF729F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1583" y="2007813"/>
            <a:ext cx="72047" cy="106142"/>
          </a:xfrm>
          <a:custGeom xmlns:a="http://schemas.openxmlformats.org/drawingml/2006/main">
            <a:pathLst>
              <a:path w="72047" h="106142">
                <a:moveTo>
                  <a:pt x="72047" y="53538"/>
                </a:moveTo>
                <a:cubicBezTo>
                  <a:pt x="72047" y="36470"/>
                  <a:pt x="70028" y="24211"/>
                  <a:pt x="62888" y="13348"/>
                </a:cubicBezTo>
                <a:cubicBezTo>
                  <a:pt x="58073" y="6212"/>
                  <a:pt x="48447" y="0"/>
                  <a:pt x="36025" y="0"/>
                </a:cubicBezTo>
                <a:cubicBezTo>
                  <a:pt x="0" y="0"/>
                  <a:pt x="0" y="42367"/>
                  <a:pt x="0" y="53538"/>
                </a:cubicBezTo>
                <a:cubicBezTo>
                  <a:pt x="0" y="64711"/>
                  <a:pt x="0" y="106142"/>
                  <a:pt x="36025" y="106142"/>
                </a:cubicBezTo>
                <a:cubicBezTo>
                  <a:pt x="72047" y="106142"/>
                  <a:pt x="72047" y="64711"/>
                  <a:pt x="72047" y="53538"/>
                </a:cubicBezTo>
                <a:moveTo>
                  <a:pt x="36025" y="101795"/>
                </a:moveTo>
                <a:cubicBezTo>
                  <a:pt x="28882" y="101795"/>
                  <a:pt x="19409" y="97606"/>
                  <a:pt x="16306" y="84883"/>
                </a:cubicBezTo>
                <a:cubicBezTo>
                  <a:pt x="14131" y="75729"/>
                  <a:pt x="14131" y="63003"/>
                  <a:pt x="14131" y="51522"/>
                </a:cubicBezTo>
                <a:cubicBezTo>
                  <a:pt x="14131" y="40194"/>
                  <a:pt x="14131" y="28400"/>
                  <a:pt x="16459" y="19866"/>
                </a:cubicBezTo>
                <a:cubicBezTo>
                  <a:pt x="19720" y="7608"/>
                  <a:pt x="29659" y="4350"/>
                  <a:pt x="36025" y="4350"/>
                </a:cubicBezTo>
                <a:cubicBezTo>
                  <a:pt x="44410" y="4350"/>
                  <a:pt x="52484" y="9470"/>
                  <a:pt x="55278" y="18470"/>
                </a:cubicBezTo>
                <a:cubicBezTo>
                  <a:pt x="57763" y="26848"/>
                  <a:pt x="57917" y="38022"/>
                  <a:pt x="57917" y="51522"/>
                </a:cubicBezTo>
                <a:cubicBezTo>
                  <a:pt x="57917" y="63003"/>
                  <a:pt x="57917" y="74487"/>
                  <a:pt x="55899" y="84262"/>
                </a:cubicBezTo>
                <a:cubicBezTo>
                  <a:pt x="52794" y="98384"/>
                  <a:pt x="42235" y="101795"/>
                  <a:pt x="36025" y="1017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df-path-100070">
            <a:extLst xmlns:a="http://schemas.openxmlformats.org/drawingml/2006/main">
              <a:ext uri="{FF2B5EF4-FFF2-40B4-BE49-F238E27FC236}">
                <a16:creationId xmlns:a16="http://schemas.microsoft.com/office/drawing/2014/main" id="{85EDD8E3-38FC-42D6-8EC0-97B694CE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3700" y="1885402"/>
            <a:ext cx="78744" cy="221817"/>
          </a:xfrm>
          <a:custGeom xmlns:a="http://schemas.openxmlformats.org/drawingml/2006/main">
            <a:pathLst>
              <a:path w="78744" h="221817">
                <a:moveTo>
                  <a:pt x="31941" y="192330"/>
                </a:moveTo>
                <a:cubicBezTo>
                  <a:pt x="31941" y="201198"/>
                  <a:pt x="26174" y="215387"/>
                  <a:pt x="1998" y="216940"/>
                </a:cubicBezTo>
                <a:cubicBezTo>
                  <a:pt x="887" y="217160"/>
                  <a:pt x="0" y="218047"/>
                  <a:pt x="0" y="219381"/>
                </a:cubicBezTo>
                <a:cubicBezTo>
                  <a:pt x="0" y="221817"/>
                  <a:pt x="2441" y="221817"/>
                  <a:pt x="4437" y="221817"/>
                </a:cubicBezTo>
                <a:cubicBezTo>
                  <a:pt x="25954" y="221817"/>
                  <a:pt x="46583" y="210953"/>
                  <a:pt x="46803" y="194104"/>
                </a:cubicBezTo>
                <a:lnTo>
                  <a:pt x="46803" y="143554"/>
                </a:lnTo>
                <a:cubicBezTo>
                  <a:pt x="46803" y="134909"/>
                  <a:pt x="46803" y="127815"/>
                  <a:pt x="55678" y="120497"/>
                </a:cubicBezTo>
                <a:cubicBezTo>
                  <a:pt x="63439" y="114067"/>
                  <a:pt x="71870" y="113623"/>
                  <a:pt x="76751" y="113403"/>
                </a:cubicBezTo>
                <a:cubicBezTo>
                  <a:pt x="77858" y="113180"/>
                  <a:pt x="78744" y="112293"/>
                  <a:pt x="78744" y="110963"/>
                </a:cubicBezTo>
                <a:cubicBezTo>
                  <a:pt x="78744" y="108743"/>
                  <a:pt x="77414" y="108743"/>
                  <a:pt x="75198" y="108522"/>
                </a:cubicBezTo>
                <a:cubicBezTo>
                  <a:pt x="60556" y="107636"/>
                  <a:pt x="49911" y="99644"/>
                  <a:pt x="47470" y="88770"/>
                </a:cubicBezTo>
                <a:cubicBezTo>
                  <a:pt x="46803" y="86329"/>
                  <a:pt x="46803" y="85886"/>
                  <a:pt x="46803" y="77895"/>
                </a:cubicBezTo>
                <a:lnTo>
                  <a:pt x="46803" y="33955"/>
                </a:lnTo>
                <a:cubicBezTo>
                  <a:pt x="46803" y="24633"/>
                  <a:pt x="46803" y="17533"/>
                  <a:pt x="36155" y="9098"/>
                </a:cubicBezTo>
                <a:cubicBezTo>
                  <a:pt x="27284" y="2220"/>
                  <a:pt x="11978" y="0"/>
                  <a:pt x="4437" y="0"/>
                </a:cubicBezTo>
                <a:cubicBezTo>
                  <a:pt x="2441" y="0"/>
                  <a:pt x="0" y="0"/>
                  <a:pt x="0" y="2441"/>
                </a:cubicBezTo>
                <a:cubicBezTo>
                  <a:pt x="0" y="4661"/>
                  <a:pt x="1330" y="4661"/>
                  <a:pt x="3551" y="4884"/>
                </a:cubicBezTo>
                <a:cubicBezTo>
                  <a:pt x="17522" y="5771"/>
                  <a:pt x="28394" y="12872"/>
                  <a:pt x="31278" y="24190"/>
                </a:cubicBezTo>
                <a:cubicBezTo>
                  <a:pt x="31941" y="26187"/>
                  <a:pt x="31941" y="26630"/>
                  <a:pt x="31941" y="34622"/>
                </a:cubicBezTo>
                <a:lnTo>
                  <a:pt x="31941" y="81225"/>
                </a:lnTo>
                <a:cubicBezTo>
                  <a:pt x="31941" y="91433"/>
                  <a:pt x="33718" y="95208"/>
                  <a:pt x="40816" y="102308"/>
                </a:cubicBezTo>
                <a:cubicBezTo>
                  <a:pt x="45473" y="106969"/>
                  <a:pt x="51907" y="109189"/>
                  <a:pt x="58119" y="110963"/>
                </a:cubicBezTo>
                <a:cubicBezTo>
                  <a:pt x="39929" y="116064"/>
                  <a:pt x="31941" y="126261"/>
                  <a:pt x="31941" y="139120"/>
                </a:cubicBezTo>
                <a:lnTo>
                  <a:pt x="31941" y="1923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df-path-100071">
            <a:extLst xmlns:a="http://schemas.openxmlformats.org/drawingml/2006/main">
              <a:ext uri="{FF2B5EF4-FFF2-40B4-BE49-F238E27FC236}">
                <a16:creationId xmlns:a16="http://schemas.microsoft.com/office/drawing/2014/main" id="{9A2E7236-DD3C-46CF-A4A6-B174262D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7741" y="3408191"/>
            <a:ext cx="83412" cy="234968"/>
          </a:xfrm>
          <a:custGeom xmlns:a="http://schemas.openxmlformats.org/drawingml/2006/main">
            <a:pathLst>
              <a:path w="83412" h="234968">
                <a:moveTo>
                  <a:pt x="49578" y="31268"/>
                </a:moveTo>
                <a:cubicBezTo>
                  <a:pt x="49578" y="21863"/>
                  <a:pt x="55687" y="6816"/>
                  <a:pt x="81300" y="5170"/>
                </a:cubicBezTo>
                <a:cubicBezTo>
                  <a:pt x="82473" y="4937"/>
                  <a:pt x="83412" y="3998"/>
                  <a:pt x="83412" y="2585"/>
                </a:cubicBezTo>
                <a:cubicBezTo>
                  <a:pt x="83412" y="0"/>
                  <a:pt x="81533" y="0"/>
                  <a:pt x="78949" y="0"/>
                </a:cubicBezTo>
                <a:cubicBezTo>
                  <a:pt x="55454" y="0"/>
                  <a:pt x="34071" y="11989"/>
                  <a:pt x="33835" y="29385"/>
                </a:cubicBezTo>
                <a:lnTo>
                  <a:pt x="33835" y="82990"/>
                </a:lnTo>
                <a:cubicBezTo>
                  <a:pt x="33835" y="92157"/>
                  <a:pt x="33835" y="99679"/>
                  <a:pt x="24437" y="107438"/>
                </a:cubicBezTo>
                <a:cubicBezTo>
                  <a:pt x="16212" y="114257"/>
                  <a:pt x="7285" y="114727"/>
                  <a:pt x="2115" y="114960"/>
                </a:cubicBezTo>
                <a:cubicBezTo>
                  <a:pt x="939" y="115196"/>
                  <a:pt x="0" y="116136"/>
                  <a:pt x="0" y="117545"/>
                </a:cubicBezTo>
                <a:cubicBezTo>
                  <a:pt x="0" y="119897"/>
                  <a:pt x="1409" y="119897"/>
                  <a:pt x="3761" y="120130"/>
                </a:cubicBezTo>
                <a:cubicBezTo>
                  <a:pt x="19267" y="121069"/>
                  <a:pt x="30546" y="129523"/>
                  <a:pt x="33132" y="141032"/>
                </a:cubicBezTo>
                <a:cubicBezTo>
                  <a:pt x="33835" y="143614"/>
                  <a:pt x="33835" y="144084"/>
                  <a:pt x="33835" y="152538"/>
                </a:cubicBezTo>
                <a:lnTo>
                  <a:pt x="33835" y="199036"/>
                </a:lnTo>
                <a:cubicBezTo>
                  <a:pt x="33835" y="208899"/>
                  <a:pt x="33835" y="216414"/>
                  <a:pt x="45114" y="225337"/>
                </a:cubicBezTo>
                <a:cubicBezTo>
                  <a:pt x="54278" y="232386"/>
                  <a:pt x="69784" y="234968"/>
                  <a:pt x="78949" y="234968"/>
                </a:cubicBezTo>
                <a:cubicBezTo>
                  <a:pt x="81533" y="234968"/>
                  <a:pt x="83412" y="234968"/>
                  <a:pt x="83412" y="232386"/>
                </a:cubicBezTo>
                <a:cubicBezTo>
                  <a:pt x="83412" y="230034"/>
                  <a:pt x="82003" y="230034"/>
                  <a:pt x="79655" y="229801"/>
                </a:cubicBezTo>
                <a:cubicBezTo>
                  <a:pt x="64851" y="228862"/>
                  <a:pt x="53339" y="221347"/>
                  <a:pt x="50284" y="209369"/>
                </a:cubicBezTo>
                <a:cubicBezTo>
                  <a:pt x="49578" y="207257"/>
                  <a:pt x="49578" y="206787"/>
                  <a:pt x="49578" y="198333"/>
                </a:cubicBezTo>
                <a:lnTo>
                  <a:pt x="49578" y="149017"/>
                </a:lnTo>
                <a:cubicBezTo>
                  <a:pt x="49578" y="138214"/>
                  <a:pt x="47699" y="134220"/>
                  <a:pt x="40181" y="126706"/>
                </a:cubicBezTo>
                <a:cubicBezTo>
                  <a:pt x="35247" y="121776"/>
                  <a:pt x="28431" y="119427"/>
                  <a:pt x="21852" y="117545"/>
                </a:cubicBezTo>
                <a:cubicBezTo>
                  <a:pt x="41120" y="112142"/>
                  <a:pt x="49578" y="101325"/>
                  <a:pt x="49578" y="87690"/>
                </a:cubicBezTo>
                <a:lnTo>
                  <a:pt x="49578" y="312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df-path-100072">
            <a:extLst xmlns:a="http://schemas.openxmlformats.org/drawingml/2006/main">
              <a:ext uri="{FF2B5EF4-FFF2-40B4-BE49-F238E27FC236}">
                <a16:creationId xmlns:a16="http://schemas.microsoft.com/office/drawing/2014/main" id="{8FCCF101-EA50-4D76-9FCA-DAF50F80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4645" y="3483225"/>
            <a:ext cx="113723" cy="103945"/>
          </a:xfrm>
          <a:custGeom xmlns:a="http://schemas.openxmlformats.org/drawingml/2006/main">
            <a:pathLst>
              <a:path w="113723" h="103945">
                <a:moveTo>
                  <a:pt x="62736" y="13631"/>
                </a:moveTo>
                <a:lnTo>
                  <a:pt x="102210" y="13631"/>
                </a:lnTo>
                <a:cubicBezTo>
                  <a:pt x="105265" y="13631"/>
                  <a:pt x="113723" y="13631"/>
                  <a:pt x="113723" y="5640"/>
                </a:cubicBezTo>
                <a:cubicBezTo>
                  <a:pt x="113723" y="0"/>
                  <a:pt x="108789" y="0"/>
                  <a:pt x="104326" y="0"/>
                </a:cubicBezTo>
                <a:lnTo>
                  <a:pt x="38535" y="0"/>
                </a:lnTo>
                <a:cubicBezTo>
                  <a:pt x="33835" y="0"/>
                  <a:pt x="24671" y="0"/>
                  <a:pt x="14334" y="11046"/>
                </a:cubicBezTo>
                <a:cubicBezTo>
                  <a:pt x="6579" y="19494"/>
                  <a:pt x="0" y="30755"/>
                  <a:pt x="0" y="32160"/>
                </a:cubicBezTo>
                <a:cubicBezTo>
                  <a:pt x="0" y="32397"/>
                  <a:pt x="0" y="34505"/>
                  <a:pt x="2818" y="34505"/>
                </a:cubicBezTo>
                <a:cubicBezTo>
                  <a:pt x="4700" y="34505"/>
                  <a:pt x="5170" y="33569"/>
                  <a:pt x="6579" y="31691"/>
                </a:cubicBezTo>
                <a:cubicBezTo>
                  <a:pt x="18091" y="13631"/>
                  <a:pt x="31486" y="13631"/>
                  <a:pt x="36419" y="13631"/>
                </a:cubicBezTo>
                <a:lnTo>
                  <a:pt x="55924" y="13631"/>
                </a:lnTo>
                <a:lnTo>
                  <a:pt x="32895" y="88927"/>
                </a:lnTo>
                <a:cubicBezTo>
                  <a:pt x="31956" y="91741"/>
                  <a:pt x="30547" y="96667"/>
                  <a:pt x="30547" y="97607"/>
                </a:cubicBezTo>
                <a:cubicBezTo>
                  <a:pt x="30547" y="100188"/>
                  <a:pt x="32189" y="103945"/>
                  <a:pt x="37359" y="103945"/>
                </a:cubicBezTo>
                <a:cubicBezTo>
                  <a:pt x="45114" y="103945"/>
                  <a:pt x="46290" y="97370"/>
                  <a:pt x="46992" y="93853"/>
                </a:cubicBezTo>
                <a:lnTo>
                  <a:pt x="62736" y="136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df-path-100073">
            <a:extLst xmlns:a="http://schemas.openxmlformats.org/drawingml/2006/main">
              <a:ext uri="{FF2B5EF4-FFF2-40B4-BE49-F238E27FC236}">
                <a16:creationId xmlns:a16="http://schemas.microsoft.com/office/drawing/2014/main" id="{47BA976E-5BC1-4835-B0EA-C450B599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6037" y="3498151"/>
            <a:ext cx="156252" cy="55052"/>
          </a:xfrm>
          <a:custGeom xmlns:a="http://schemas.openxmlformats.org/drawingml/2006/main">
            <a:pathLst>
              <a:path w="156252" h="55052">
                <a:moveTo>
                  <a:pt x="148264" y="9397"/>
                </a:moveTo>
                <a:cubicBezTo>
                  <a:pt x="151788" y="9397"/>
                  <a:pt x="156252" y="9397"/>
                  <a:pt x="156252" y="4700"/>
                </a:cubicBezTo>
                <a:cubicBezTo>
                  <a:pt x="156252" y="0"/>
                  <a:pt x="151788" y="0"/>
                  <a:pt x="148497" y="0"/>
                </a:cubicBezTo>
                <a:lnTo>
                  <a:pt x="7752" y="0"/>
                </a:lnTo>
                <a:cubicBezTo>
                  <a:pt x="4464" y="0"/>
                  <a:pt x="0" y="0"/>
                  <a:pt x="0" y="4700"/>
                </a:cubicBezTo>
                <a:cubicBezTo>
                  <a:pt x="0" y="9397"/>
                  <a:pt x="4464" y="9397"/>
                  <a:pt x="7988" y="9397"/>
                </a:cubicBezTo>
                <a:lnTo>
                  <a:pt x="148264" y="9397"/>
                </a:lnTo>
                <a:moveTo>
                  <a:pt x="148497" y="55052"/>
                </a:moveTo>
                <a:cubicBezTo>
                  <a:pt x="151788" y="55052"/>
                  <a:pt x="156252" y="55052"/>
                  <a:pt x="156252" y="50352"/>
                </a:cubicBezTo>
                <a:cubicBezTo>
                  <a:pt x="156252" y="45652"/>
                  <a:pt x="151788" y="45652"/>
                  <a:pt x="148264" y="45652"/>
                </a:cubicBezTo>
                <a:lnTo>
                  <a:pt x="7988" y="45652"/>
                </a:lnTo>
                <a:cubicBezTo>
                  <a:pt x="4464" y="45652"/>
                  <a:pt x="0" y="45652"/>
                  <a:pt x="0" y="50352"/>
                </a:cubicBezTo>
                <a:cubicBezTo>
                  <a:pt x="0" y="55052"/>
                  <a:pt x="4464" y="55052"/>
                  <a:pt x="7752" y="55052"/>
                </a:cubicBezTo>
                <a:lnTo>
                  <a:pt x="148497" y="550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df-path-100074">
            <a:extLst xmlns:a="http://schemas.openxmlformats.org/drawingml/2006/main">
              <a:ext uri="{FF2B5EF4-FFF2-40B4-BE49-F238E27FC236}">
                <a16:creationId xmlns:a16="http://schemas.microsoft.com/office/drawing/2014/main" id="{9CEADD3D-01C4-4DCA-BE76-A23C111F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4219" y="3408191"/>
            <a:ext cx="54511" cy="234968"/>
          </a:xfrm>
          <a:custGeom xmlns:a="http://schemas.openxmlformats.org/drawingml/2006/main">
            <a:pathLst>
              <a:path w="54511" h="234968">
                <a:moveTo>
                  <a:pt x="54511" y="232620"/>
                </a:moveTo>
                <a:cubicBezTo>
                  <a:pt x="54511" y="231917"/>
                  <a:pt x="54511" y="231443"/>
                  <a:pt x="50517" y="227449"/>
                </a:cubicBezTo>
                <a:cubicBezTo>
                  <a:pt x="21146" y="197845"/>
                  <a:pt x="13628" y="153434"/>
                  <a:pt x="13628" y="117484"/>
                </a:cubicBezTo>
                <a:cubicBezTo>
                  <a:pt x="13628" y="76601"/>
                  <a:pt x="22556" y="35717"/>
                  <a:pt x="51457" y="6346"/>
                </a:cubicBezTo>
                <a:cubicBezTo>
                  <a:pt x="54511" y="3528"/>
                  <a:pt x="54511" y="3055"/>
                  <a:pt x="54511" y="2352"/>
                </a:cubicBezTo>
                <a:cubicBezTo>
                  <a:pt x="54511" y="706"/>
                  <a:pt x="53572" y="0"/>
                  <a:pt x="52163" y="0"/>
                </a:cubicBezTo>
                <a:cubicBezTo>
                  <a:pt x="49811" y="0"/>
                  <a:pt x="28665" y="15980"/>
                  <a:pt x="14800" y="45820"/>
                </a:cubicBezTo>
                <a:cubicBezTo>
                  <a:pt x="2818" y="71667"/>
                  <a:pt x="0" y="97747"/>
                  <a:pt x="0" y="117484"/>
                </a:cubicBezTo>
                <a:cubicBezTo>
                  <a:pt x="0" y="135812"/>
                  <a:pt x="2582" y="164243"/>
                  <a:pt x="15507" y="190796"/>
                </a:cubicBezTo>
                <a:cubicBezTo>
                  <a:pt x="29604" y="219698"/>
                  <a:pt x="49811" y="234968"/>
                  <a:pt x="52163" y="234968"/>
                </a:cubicBezTo>
                <a:cubicBezTo>
                  <a:pt x="53572" y="234968"/>
                  <a:pt x="54511" y="234265"/>
                  <a:pt x="54511" y="2326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df-path-100075">
            <a:extLst xmlns:a="http://schemas.openxmlformats.org/drawingml/2006/main">
              <a:ext uri="{FF2B5EF4-FFF2-40B4-BE49-F238E27FC236}">
                <a16:creationId xmlns:a16="http://schemas.microsoft.com/office/drawing/2014/main" id="{6C31DC2C-BDC6-47D8-BE3B-D3ECFE78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4505" y="3480472"/>
            <a:ext cx="86471" cy="106470"/>
          </a:xfrm>
          <a:custGeom xmlns:a="http://schemas.openxmlformats.org/drawingml/2006/main">
            <a:pathLst>
              <a:path w="86471" h="106470">
                <a:moveTo>
                  <a:pt x="79655" y="16055"/>
                </a:moveTo>
                <a:cubicBezTo>
                  <a:pt x="73076" y="16291"/>
                  <a:pt x="68376" y="21461"/>
                  <a:pt x="68376" y="26632"/>
                </a:cubicBezTo>
                <a:cubicBezTo>
                  <a:pt x="68376" y="29923"/>
                  <a:pt x="70491" y="33447"/>
                  <a:pt x="75661" y="33447"/>
                </a:cubicBezTo>
                <a:cubicBezTo>
                  <a:pt x="80831" y="33447"/>
                  <a:pt x="86471" y="29453"/>
                  <a:pt x="86471" y="20289"/>
                </a:cubicBezTo>
                <a:cubicBezTo>
                  <a:pt x="86471" y="9666"/>
                  <a:pt x="76367" y="0"/>
                  <a:pt x="58509" y="0"/>
                </a:cubicBezTo>
                <a:cubicBezTo>
                  <a:pt x="27493" y="0"/>
                  <a:pt x="18798" y="24047"/>
                  <a:pt x="18798" y="34383"/>
                </a:cubicBezTo>
                <a:cubicBezTo>
                  <a:pt x="18798" y="52675"/>
                  <a:pt x="36187" y="56193"/>
                  <a:pt x="42999" y="57598"/>
                </a:cubicBezTo>
                <a:cubicBezTo>
                  <a:pt x="55218" y="59943"/>
                  <a:pt x="67437" y="62524"/>
                  <a:pt x="67437" y="75435"/>
                </a:cubicBezTo>
                <a:cubicBezTo>
                  <a:pt x="67437" y="81544"/>
                  <a:pt x="62033" y="101303"/>
                  <a:pt x="33839" y="101303"/>
                </a:cubicBezTo>
                <a:cubicBezTo>
                  <a:pt x="30547" y="101303"/>
                  <a:pt x="12456" y="101303"/>
                  <a:pt x="7049" y="88829"/>
                </a:cubicBezTo>
                <a:cubicBezTo>
                  <a:pt x="15980" y="90006"/>
                  <a:pt x="21853" y="82953"/>
                  <a:pt x="21853" y="76374"/>
                </a:cubicBezTo>
                <a:cubicBezTo>
                  <a:pt x="21853" y="70971"/>
                  <a:pt x="18095" y="68149"/>
                  <a:pt x="13158" y="68149"/>
                </a:cubicBezTo>
                <a:cubicBezTo>
                  <a:pt x="7049" y="68149"/>
                  <a:pt x="0" y="73087"/>
                  <a:pt x="0" y="83659"/>
                </a:cubicBezTo>
                <a:cubicBezTo>
                  <a:pt x="0" y="97065"/>
                  <a:pt x="13395" y="106470"/>
                  <a:pt x="33602" y="106470"/>
                </a:cubicBezTo>
                <a:cubicBezTo>
                  <a:pt x="71667" y="106470"/>
                  <a:pt x="80831" y="78020"/>
                  <a:pt x="80831" y="67447"/>
                </a:cubicBezTo>
                <a:cubicBezTo>
                  <a:pt x="80831" y="59007"/>
                  <a:pt x="76367" y="53145"/>
                  <a:pt x="73546" y="50331"/>
                </a:cubicBezTo>
                <a:cubicBezTo>
                  <a:pt x="67203" y="43762"/>
                  <a:pt x="60388" y="42590"/>
                  <a:pt x="50052" y="40482"/>
                </a:cubicBezTo>
                <a:cubicBezTo>
                  <a:pt x="41590" y="38606"/>
                  <a:pt x="32193" y="36965"/>
                  <a:pt x="32193" y="26398"/>
                </a:cubicBezTo>
                <a:cubicBezTo>
                  <a:pt x="32193" y="19583"/>
                  <a:pt x="37833" y="5170"/>
                  <a:pt x="58509" y="5170"/>
                </a:cubicBezTo>
                <a:cubicBezTo>
                  <a:pt x="64382" y="5170"/>
                  <a:pt x="76131" y="6826"/>
                  <a:pt x="79655" y="1605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df-path-100076">
            <a:extLst xmlns:a="http://schemas.openxmlformats.org/drawingml/2006/main">
              <a:ext uri="{FF2B5EF4-FFF2-40B4-BE49-F238E27FC236}">
                <a16:creationId xmlns:a16="http://schemas.microsoft.com/office/drawing/2014/main" id="{B1441B8B-068A-4F14-BBE9-7BDA9C22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9338" y="3516964"/>
            <a:ext cx="55593" cy="104319"/>
          </a:xfrm>
          <a:custGeom xmlns:a="http://schemas.openxmlformats.org/drawingml/2006/main">
            <a:pathLst>
              <a:path w="55593" h="104319">
                <a:moveTo>
                  <a:pt x="33553" y="37802"/>
                </a:moveTo>
                <a:lnTo>
                  <a:pt x="50330" y="37802"/>
                </a:lnTo>
                <a:cubicBezTo>
                  <a:pt x="53455" y="37802"/>
                  <a:pt x="55593" y="37802"/>
                  <a:pt x="55593" y="34183"/>
                </a:cubicBezTo>
                <a:cubicBezTo>
                  <a:pt x="55593" y="31879"/>
                  <a:pt x="53455" y="31879"/>
                  <a:pt x="50659" y="31879"/>
                </a:cubicBezTo>
                <a:lnTo>
                  <a:pt x="35033" y="31879"/>
                </a:lnTo>
                <a:lnTo>
                  <a:pt x="41120" y="7562"/>
                </a:lnTo>
                <a:cubicBezTo>
                  <a:pt x="41285" y="6739"/>
                  <a:pt x="41614" y="5918"/>
                  <a:pt x="41614" y="5261"/>
                </a:cubicBezTo>
                <a:cubicBezTo>
                  <a:pt x="41614" y="2302"/>
                  <a:pt x="39310" y="0"/>
                  <a:pt x="36020" y="0"/>
                </a:cubicBezTo>
                <a:cubicBezTo>
                  <a:pt x="31909" y="0"/>
                  <a:pt x="29442" y="2796"/>
                  <a:pt x="28290" y="7068"/>
                </a:cubicBezTo>
                <a:cubicBezTo>
                  <a:pt x="27138" y="11176"/>
                  <a:pt x="29276" y="3288"/>
                  <a:pt x="22041" y="31879"/>
                </a:cubicBezTo>
                <a:lnTo>
                  <a:pt x="5263" y="31879"/>
                </a:lnTo>
                <a:cubicBezTo>
                  <a:pt x="2138" y="31879"/>
                  <a:pt x="0" y="31879"/>
                  <a:pt x="0" y="35498"/>
                </a:cubicBezTo>
                <a:cubicBezTo>
                  <a:pt x="0" y="37802"/>
                  <a:pt x="1973" y="37802"/>
                  <a:pt x="4934" y="37802"/>
                </a:cubicBezTo>
                <a:lnTo>
                  <a:pt x="20560" y="37802"/>
                </a:lnTo>
                <a:lnTo>
                  <a:pt x="10855" y="76559"/>
                </a:lnTo>
                <a:cubicBezTo>
                  <a:pt x="9869" y="80665"/>
                  <a:pt x="8388" y="86578"/>
                  <a:pt x="8388" y="88711"/>
                </a:cubicBezTo>
                <a:cubicBezTo>
                  <a:pt x="8388" y="98401"/>
                  <a:pt x="16612" y="104319"/>
                  <a:pt x="25989" y="104319"/>
                </a:cubicBezTo>
                <a:cubicBezTo>
                  <a:pt x="44244" y="104319"/>
                  <a:pt x="54607" y="81322"/>
                  <a:pt x="54607" y="79187"/>
                </a:cubicBezTo>
                <a:cubicBezTo>
                  <a:pt x="54607" y="77051"/>
                  <a:pt x="52468" y="77051"/>
                  <a:pt x="51974" y="77051"/>
                </a:cubicBezTo>
                <a:cubicBezTo>
                  <a:pt x="50001" y="77051"/>
                  <a:pt x="49836" y="77380"/>
                  <a:pt x="48520" y="80173"/>
                </a:cubicBezTo>
                <a:cubicBezTo>
                  <a:pt x="43915" y="90518"/>
                  <a:pt x="35527" y="99714"/>
                  <a:pt x="26480" y="99714"/>
                </a:cubicBezTo>
                <a:cubicBezTo>
                  <a:pt x="23027" y="99714"/>
                  <a:pt x="20725" y="97581"/>
                  <a:pt x="20725" y="91668"/>
                </a:cubicBezTo>
                <a:cubicBezTo>
                  <a:pt x="20725" y="90026"/>
                  <a:pt x="21383" y="86578"/>
                  <a:pt x="21711" y="84934"/>
                </a:cubicBezTo>
                <a:lnTo>
                  <a:pt x="33553" y="378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df-path-100077">
            <a:extLst xmlns:a="http://schemas.openxmlformats.org/drawingml/2006/main">
              <a:ext uri="{FF2B5EF4-FFF2-40B4-BE49-F238E27FC236}">
                <a16:creationId xmlns:a16="http://schemas.microsoft.com/office/drawing/2014/main" id="{E5472603-EC8C-40C8-8A3A-6DC0F8C1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5352" y="3559514"/>
            <a:ext cx="27489" cy="70337"/>
          </a:xfrm>
          <a:custGeom xmlns:a="http://schemas.openxmlformats.org/drawingml/2006/main">
            <a:pathLst>
              <a:path w="27489" h="70337">
                <a:moveTo>
                  <a:pt x="27489" y="24671"/>
                </a:moveTo>
                <a:cubicBezTo>
                  <a:pt x="27489" y="9164"/>
                  <a:pt x="21616" y="0"/>
                  <a:pt x="12452" y="0"/>
                </a:cubicBezTo>
                <a:cubicBezTo>
                  <a:pt x="4696" y="0"/>
                  <a:pt x="0" y="5873"/>
                  <a:pt x="0" y="12452"/>
                </a:cubicBezTo>
                <a:cubicBezTo>
                  <a:pt x="0" y="18798"/>
                  <a:pt x="4696" y="24904"/>
                  <a:pt x="12452" y="24904"/>
                </a:cubicBezTo>
                <a:cubicBezTo>
                  <a:pt x="15270" y="24904"/>
                  <a:pt x="18324" y="23964"/>
                  <a:pt x="20677" y="21853"/>
                </a:cubicBezTo>
                <a:cubicBezTo>
                  <a:pt x="21379" y="21380"/>
                  <a:pt x="21616" y="21146"/>
                  <a:pt x="21849" y="21146"/>
                </a:cubicBezTo>
                <a:cubicBezTo>
                  <a:pt x="22086" y="21146"/>
                  <a:pt x="22322" y="21380"/>
                  <a:pt x="22322" y="24671"/>
                </a:cubicBezTo>
                <a:cubicBezTo>
                  <a:pt x="22322" y="42095"/>
                  <a:pt x="14098" y="56222"/>
                  <a:pt x="6343" y="63991"/>
                </a:cubicBezTo>
                <a:cubicBezTo>
                  <a:pt x="3758" y="66580"/>
                  <a:pt x="3758" y="67049"/>
                  <a:pt x="3758" y="67756"/>
                </a:cubicBezTo>
                <a:cubicBezTo>
                  <a:pt x="3758" y="69398"/>
                  <a:pt x="4933" y="70337"/>
                  <a:pt x="6109" y="70337"/>
                </a:cubicBezTo>
                <a:cubicBezTo>
                  <a:pt x="8691" y="70337"/>
                  <a:pt x="27489" y="52220"/>
                  <a:pt x="27489" y="246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df-path-100078">
            <a:extLst xmlns:a="http://schemas.openxmlformats.org/drawingml/2006/main">
              <a:ext uri="{FF2B5EF4-FFF2-40B4-BE49-F238E27FC236}">
                <a16:creationId xmlns:a16="http://schemas.microsoft.com/office/drawing/2014/main" id="{630B6208-F193-4212-B87F-34411EAD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9055" y="3480472"/>
            <a:ext cx="107613" cy="106470"/>
          </a:xfrm>
          <a:custGeom xmlns:a="http://schemas.openxmlformats.org/drawingml/2006/main">
            <a:pathLst>
              <a:path w="107613" h="106470">
                <a:moveTo>
                  <a:pt x="78243" y="15044"/>
                </a:moveTo>
                <a:cubicBezTo>
                  <a:pt x="74015" y="6346"/>
                  <a:pt x="67199" y="0"/>
                  <a:pt x="56627" y="0"/>
                </a:cubicBezTo>
                <a:cubicBezTo>
                  <a:pt x="29134" y="0"/>
                  <a:pt x="0" y="34551"/>
                  <a:pt x="0" y="68867"/>
                </a:cubicBezTo>
                <a:cubicBezTo>
                  <a:pt x="0" y="90960"/>
                  <a:pt x="12921" y="106470"/>
                  <a:pt x="31249" y="106470"/>
                </a:cubicBezTo>
                <a:cubicBezTo>
                  <a:pt x="35950" y="106470"/>
                  <a:pt x="47699" y="105530"/>
                  <a:pt x="61796" y="88844"/>
                </a:cubicBezTo>
                <a:cubicBezTo>
                  <a:pt x="63675" y="98718"/>
                  <a:pt x="71900" y="106470"/>
                  <a:pt x="83180" y="106470"/>
                </a:cubicBezTo>
                <a:cubicBezTo>
                  <a:pt x="91404" y="106470"/>
                  <a:pt x="96807" y="101067"/>
                  <a:pt x="100565" y="93544"/>
                </a:cubicBezTo>
                <a:cubicBezTo>
                  <a:pt x="104562" y="85083"/>
                  <a:pt x="107613" y="70745"/>
                  <a:pt x="107613" y="70276"/>
                </a:cubicBezTo>
                <a:cubicBezTo>
                  <a:pt x="107613" y="67927"/>
                  <a:pt x="105502" y="67927"/>
                  <a:pt x="104796" y="67927"/>
                </a:cubicBezTo>
                <a:cubicBezTo>
                  <a:pt x="102447" y="67927"/>
                  <a:pt x="102210" y="68867"/>
                  <a:pt x="101508" y="72158"/>
                </a:cubicBezTo>
                <a:cubicBezTo>
                  <a:pt x="97510" y="87435"/>
                  <a:pt x="93283" y="101303"/>
                  <a:pt x="83650" y="101303"/>
                </a:cubicBezTo>
                <a:cubicBezTo>
                  <a:pt x="77303" y="101303"/>
                  <a:pt x="76600" y="95190"/>
                  <a:pt x="76600" y="90490"/>
                </a:cubicBezTo>
                <a:cubicBezTo>
                  <a:pt x="76600" y="85320"/>
                  <a:pt x="77070" y="83437"/>
                  <a:pt x="79656" y="73097"/>
                </a:cubicBezTo>
                <a:cubicBezTo>
                  <a:pt x="82240" y="63227"/>
                  <a:pt x="82710" y="60875"/>
                  <a:pt x="84822" y="51944"/>
                </a:cubicBezTo>
                <a:lnTo>
                  <a:pt x="93283" y="19038"/>
                </a:lnTo>
                <a:cubicBezTo>
                  <a:pt x="94929" y="12459"/>
                  <a:pt x="94929" y="11989"/>
                  <a:pt x="94929" y="11046"/>
                </a:cubicBezTo>
                <a:cubicBezTo>
                  <a:pt x="94929" y="7052"/>
                  <a:pt x="92107" y="4700"/>
                  <a:pt x="88113" y="4700"/>
                </a:cubicBezTo>
                <a:cubicBezTo>
                  <a:pt x="82473" y="4700"/>
                  <a:pt x="78949" y="9874"/>
                  <a:pt x="78243" y="15044"/>
                </a:cubicBezTo>
                <a:moveTo>
                  <a:pt x="62973" y="75919"/>
                </a:moveTo>
                <a:cubicBezTo>
                  <a:pt x="61796" y="80150"/>
                  <a:pt x="61796" y="80619"/>
                  <a:pt x="58272" y="84613"/>
                </a:cubicBezTo>
                <a:cubicBezTo>
                  <a:pt x="47932" y="97542"/>
                  <a:pt x="38299" y="101303"/>
                  <a:pt x="31719" y="101303"/>
                </a:cubicBezTo>
                <a:cubicBezTo>
                  <a:pt x="19974" y="101303"/>
                  <a:pt x="16683" y="88374"/>
                  <a:pt x="16683" y="79207"/>
                </a:cubicBezTo>
                <a:cubicBezTo>
                  <a:pt x="16683" y="67458"/>
                  <a:pt x="24201" y="38545"/>
                  <a:pt x="29604" y="27736"/>
                </a:cubicBezTo>
                <a:cubicBezTo>
                  <a:pt x="36890" y="13868"/>
                  <a:pt x="47462" y="5170"/>
                  <a:pt x="56863" y="5170"/>
                </a:cubicBezTo>
                <a:cubicBezTo>
                  <a:pt x="72136" y="5170"/>
                  <a:pt x="75424" y="24444"/>
                  <a:pt x="75424" y="25854"/>
                </a:cubicBezTo>
                <a:cubicBezTo>
                  <a:pt x="75424" y="27266"/>
                  <a:pt x="74955" y="28675"/>
                  <a:pt x="74718" y="29851"/>
                </a:cubicBezTo>
                <a:lnTo>
                  <a:pt x="62973" y="759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df-path-100079">
            <a:extLst xmlns:a="http://schemas.openxmlformats.org/drawingml/2006/main">
              <a:ext uri="{FF2B5EF4-FFF2-40B4-BE49-F238E27FC236}">
                <a16:creationId xmlns:a16="http://schemas.microsoft.com/office/drawing/2014/main" id="{8E3D047E-C021-4AAB-8657-8A93ECAB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0685" y="3516964"/>
            <a:ext cx="55593" cy="104319"/>
          </a:xfrm>
          <a:custGeom xmlns:a="http://schemas.openxmlformats.org/drawingml/2006/main">
            <a:pathLst>
              <a:path w="55593" h="104319">
                <a:moveTo>
                  <a:pt x="33553" y="37802"/>
                </a:moveTo>
                <a:lnTo>
                  <a:pt x="50329" y="37802"/>
                </a:lnTo>
                <a:cubicBezTo>
                  <a:pt x="53455" y="37802"/>
                  <a:pt x="55593" y="37802"/>
                  <a:pt x="55593" y="34183"/>
                </a:cubicBezTo>
                <a:cubicBezTo>
                  <a:pt x="55593" y="31879"/>
                  <a:pt x="53455" y="31879"/>
                  <a:pt x="50659" y="31879"/>
                </a:cubicBezTo>
                <a:lnTo>
                  <a:pt x="35034" y="31879"/>
                </a:lnTo>
                <a:lnTo>
                  <a:pt x="41120" y="7562"/>
                </a:lnTo>
                <a:cubicBezTo>
                  <a:pt x="41285" y="6739"/>
                  <a:pt x="41614" y="5918"/>
                  <a:pt x="41614" y="5261"/>
                </a:cubicBezTo>
                <a:cubicBezTo>
                  <a:pt x="41614" y="2302"/>
                  <a:pt x="39310" y="0"/>
                  <a:pt x="36020" y="0"/>
                </a:cubicBezTo>
                <a:cubicBezTo>
                  <a:pt x="31909" y="0"/>
                  <a:pt x="29441" y="2796"/>
                  <a:pt x="28290" y="7068"/>
                </a:cubicBezTo>
                <a:cubicBezTo>
                  <a:pt x="27138" y="11176"/>
                  <a:pt x="29276" y="3288"/>
                  <a:pt x="22041" y="31879"/>
                </a:cubicBezTo>
                <a:lnTo>
                  <a:pt x="5264" y="31879"/>
                </a:lnTo>
                <a:cubicBezTo>
                  <a:pt x="2138" y="31879"/>
                  <a:pt x="0" y="31879"/>
                  <a:pt x="0" y="35498"/>
                </a:cubicBezTo>
                <a:cubicBezTo>
                  <a:pt x="0" y="37802"/>
                  <a:pt x="1973" y="37802"/>
                  <a:pt x="4935" y="37802"/>
                </a:cubicBezTo>
                <a:lnTo>
                  <a:pt x="20559" y="37802"/>
                </a:lnTo>
                <a:lnTo>
                  <a:pt x="10855" y="76559"/>
                </a:lnTo>
                <a:cubicBezTo>
                  <a:pt x="9868" y="80665"/>
                  <a:pt x="8388" y="86578"/>
                  <a:pt x="8388" y="88711"/>
                </a:cubicBezTo>
                <a:cubicBezTo>
                  <a:pt x="8388" y="98401"/>
                  <a:pt x="16612" y="104319"/>
                  <a:pt x="25988" y="104319"/>
                </a:cubicBezTo>
                <a:cubicBezTo>
                  <a:pt x="44244" y="104319"/>
                  <a:pt x="54607" y="81322"/>
                  <a:pt x="54607" y="79187"/>
                </a:cubicBezTo>
                <a:cubicBezTo>
                  <a:pt x="54607" y="77051"/>
                  <a:pt x="52469" y="77051"/>
                  <a:pt x="51974" y="77051"/>
                </a:cubicBezTo>
                <a:cubicBezTo>
                  <a:pt x="50002" y="77051"/>
                  <a:pt x="49835" y="77380"/>
                  <a:pt x="48520" y="80173"/>
                </a:cubicBezTo>
                <a:cubicBezTo>
                  <a:pt x="43915" y="90518"/>
                  <a:pt x="35528" y="99714"/>
                  <a:pt x="26480" y="99714"/>
                </a:cubicBezTo>
                <a:cubicBezTo>
                  <a:pt x="23027" y="99714"/>
                  <a:pt x="20725" y="97581"/>
                  <a:pt x="20725" y="91668"/>
                </a:cubicBezTo>
                <a:cubicBezTo>
                  <a:pt x="20725" y="90026"/>
                  <a:pt x="21382" y="86578"/>
                  <a:pt x="21711" y="84934"/>
                </a:cubicBezTo>
                <a:lnTo>
                  <a:pt x="33553" y="378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df-path-100080">
            <a:extLst xmlns:a="http://schemas.openxmlformats.org/drawingml/2006/main">
              <a:ext uri="{FF2B5EF4-FFF2-40B4-BE49-F238E27FC236}">
                <a16:creationId xmlns:a16="http://schemas.microsoft.com/office/drawing/2014/main" id="{A5D62FF3-0142-48F9-8CF2-32B39367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6721" y="3559514"/>
            <a:ext cx="27489" cy="70337"/>
          </a:xfrm>
          <a:custGeom xmlns:a="http://schemas.openxmlformats.org/drawingml/2006/main">
            <a:pathLst>
              <a:path w="27489" h="70337">
                <a:moveTo>
                  <a:pt x="27489" y="24671"/>
                </a:moveTo>
                <a:cubicBezTo>
                  <a:pt x="27489" y="9164"/>
                  <a:pt x="21616" y="0"/>
                  <a:pt x="12452" y="0"/>
                </a:cubicBezTo>
                <a:cubicBezTo>
                  <a:pt x="4696" y="0"/>
                  <a:pt x="0" y="5873"/>
                  <a:pt x="0" y="12452"/>
                </a:cubicBezTo>
                <a:cubicBezTo>
                  <a:pt x="0" y="18798"/>
                  <a:pt x="4696" y="24904"/>
                  <a:pt x="12452" y="24904"/>
                </a:cubicBezTo>
                <a:cubicBezTo>
                  <a:pt x="15270" y="24904"/>
                  <a:pt x="18324" y="23964"/>
                  <a:pt x="20677" y="21853"/>
                </a:cubicBezTo>
                <a:cubicBezTo>
                  <a:pt x="21379" y="21380"/>
                  <a:pt x="21616" y="21146"/>
                  <a:pt x="21849" y="21146"/>
                </a:cubicBezTo>
                <a:cubicBezTo>
                  <a:pt x="22086" y="21146"/>
                  <a:pt x="22322" y="21380"/>
                  <a:pt x="22322" y="24671"/>
                </a:cubicBezTo>
                <a:cubicBezTo>
                  <a:pt x="22322" y="42095"/>
                  <a:pt x="14098" y="56222"/>
                  <a:pt x="6343" y="63991"/>
                </a:cubicBezTo>
                <a:cubicBezTo>
                  <a:pt x="3758" y="66580"/>
                  <a:pt x="3758" y="67049"/>
                  <a:pt x="3758" y="67756"/>
                </a:cubicBezTo>
                <a:cubicBezTo>
                  <a:pt x="3758" y="69398"/>
                  <a:pt x="4933" y="70337"/>
                  <a:pt x="6109" y="70337"/>
                </a:cubicBezTo>
                <a:cubicBezTo>
                  <a:pt x="8691" y="70337"/>
                  <a:pt x="27489" y="52220"/>
                  <a:pt x="27489" y="246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df-path-100081">
            <a:extLst xmlns:a="http://schemas.openxmlformats.org/drawingml/2006/main">
              <a:ext uri="{FF2B5EF4-FFF2-40B4-BE49-F238E27FC236}">
                <a16:creationId xmlns:a16="http://schemas.microsoft.com/office/drawing/2014/main" id="{B9F1027A-40BD-4BA4-A4D3-F9135158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1131" y="3480472"/>
            <a:ext cx="99625" cy="106470"/>
          </a:xfrm>
          <a:custGeom xmlns:a="http://schemas.openxmlformats.org/drawingml/2006/main">
            <a:pathLst>
              <a:path w="99625" h="106470">
                <a:moveTo>
                  <a:pt x="21146" y="84337"/>
                </a:moveTo>
                <a:cubicBezTo>
                  <a:pt x="33835" y="70724"/>
                  <a:pt x="40648" y="64855"/>
                  <a:pt x="49109" y="57580"/>
                </a:cubicBezTo>
                <a:cubicBezTo>
                  <a:pt x="49109" y="57344"/>
                  <a:pt x="63676" y="44902"/>
                  <a:pt x="72134" y="36452"/>
                </a:cubicBezTo>
                <a:cubicBezTo>
                  <a:pt x="94456" y="14571"/>
                  <a:pt x="99625" y="3291"/>
                  <a:pt x="99625" y="2352"/>
                </a:cubicBezTo>
                <a:cubicBezTo>
                  <a:pt x="99625" y="0"/>
                  <a:pt x="97510" y="0"/>
                  <a:pt x="97041" y="0"/>
                </a:cubicBezTo>
                <a:cubicBezTo>
                  <a:pt x="95395" y="0"/>
                  <a:pt x="94692" y="473"/>
                  <a:pt x="93516" y="2585"/>
                </a:cubicBezTo>
                <a:cubicBezTo>
                  <a:pt x="86468" y="13864"/>
                  <a:pt x="81535" y="17668"/>
                  <a:pt x="75894" y="17668"/>
                </a:cubicBezTo>
                <a:cubicBezTo>
                  <a:pt x="70255" y="17668"/>
                  <a:pt x="67433" y="14101"/>
                  <a:pt x="63909" y="10107"/>
                </a:cubicBezTo>
                <a:cubicBezTo>
                  <a:pt x="59445" y="4700"/>
                  <a:pt x="55451" y="0"/>
                  <a:pt x="47696" y="0"/>
                </a:cubicBezTo>
                <a:cubicBezTo>
                  <a:pt x="30074" y="0"/>
                  <a:pt x="19269" y="21899"/>
                  <a:pt x="19269" y="26829"/>
                </a:cubicBezTo>
                <a:cubicBezTo>
                  <a:pt x="19269" y="28005"/>
                  <a:pt x="19971" y="29410"/>
                  <a:pt x="22086" y="29410"/>
                </a:cubicBezTo>
                <a:cubicBezTo>
                  <a:pt x="24202" y="29410"/>
                  <a:pt x="24671" y="28238"/>
                  <a:pt x="25140" y="26829"/>
                </a:cubicBezTo>
                <a:cubicBezTo>
                  <a:pt x="29604" y="15987"/>
                  <a:pt x="43232" y="15743"/>
                  <a:pt x="45111" y="15743"/>
                </a:cubicBezTo>
                <a:cubicBezTo>
                  <a:pt x="50048" y="15743"/>
                  <a:pt x="54512" y="17428"/>
                  <a:pt x="59915" y="19314"/>
                </a:cubicBezTo>
                <a:cubicBezTo>
                  <a:pt x="69316" y="22838"/>
                  <a:pt x="71900" y="22838"/>
                  <a:pt x="78010" y="22838"/>
                </a:cubicBezTo>
                <a:cubicBezTo>
                  <a:pt x="69548" y="32931"/>
                  <a:pt x="49811" y="49832"/>
                  <a:pt x="45347" y="53590"/>
                </a:cubicBezTo>
                <a:lnTo>
                  <a:pt x="24202" y="73305"/>
                </a:lnTo>
                <a:cubicBezTo>
                  <a:pt x="8222" y="89045"/>
                  <a:pt x="0" y="102475"/>
                  <a:pt x="0" y="104121"/>
                </a:cubicBezTo>
                <a:cubicBezTo>
                  <a:pt x="0" y="106470"/>
                  <a:pt x="2349" y="106470"/>
                  <a:pt x="2818" y="106470"/>
                </a:cubicBezTo>
                <a:cubicBezTo>
                  <a:pt x="4697" y="106470"/>
                  <a:pt x="5167" y="106000"/>
                  <a:pt x="6580" y="103418"/>
                </a:cubicBezTo>
                <a:cubicBezTo>
                  <a:pt x="11983" y="95194"/>
                  <a:pt x="19031" y="88801"/>
                  <a:pt x="26550" y="88801"/>
                </a:cubicBezTo>
                <a:cubicBezTo>
                  <a:pt x="31953" y="88801"/>
                  <a:pt x="34305" y="90963"/>
                  <a:pt x="40178" y="97779"/>
                </a:cubicBezTo>
                <a:cubicBezTo>
                  <a:pt x="44172" y="102712"/>
                  <a:pt x="48403" y="106470"/>
                  <a:pt x="55218" y="106470"/>
                </a:cubicBezTo>
                <a:cubicBezTo>
                  <a:pt x="78480" y="106470"/>
                  <a:pt x="92107" y="76593"/>
                  <a:pt x="92107" y="70254"/>
                </a:cubicBezTo>
                <a:cubicBezTo>
                  <a:pt x="92107" y="69082"/>
                  <a:pt x="91168" y="67906"/>
                  <a:pt x="89285" y="67906"/>
                </a:cubicBezTo>
                <a:cubicBezTo>
                  <a:pt x="87170" y="67906"/>
                  <a:pt x="86701" y="69315"/>
                  <a:pt x="85998" y="70957"/>
                </a:cubicBezTo>
                <a:cubicBezTo>
                  <a:pt x="80592" y="86220"/>
                  <a:pt x="65554" y="90730"/>
                  <a:pt x="57800" y="90730"/>
                </a:cubicBezTo>
                <a:cubicBezTo>
                  <a:pt x="53103" y="90730"/>
                  <a:pt x="48873" y="89285"/>
                  <a:pt x="43939" y="87628"/>
                </a:cubicBezTo>
                <a:cubicBezTo>
                  <a:pt x="35950" y="84574"/>
                  <a:pt x="32426" y="83634"/>
                  <a:pt x="27489" y="83634"/>
                </a:cubicBezTo>
                <a:cubicBezTo>
                  <a:pt x="27019" y="83634"/>
                  <a:pt x="23263" y="83634"/>
                  <a:pt x="21146" y="8433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df-path-100082">
            <a:extLst xmlns:a="http://schemas.openxmlformats.org/drawingml/2006/main">
              <a:ext uri="{FF2B5EF4-FFF2-40B4-BE49-F238E27FC236}">
                <a16:creationId xmlns:a16="http://schemas.microsoft.com/office/drawing/2014/main" id="{2CBC2D2E-CE84-44E8-8F79-F683730D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3939" y="3408191"/>
            <a:ext cx="54512" cy="234968"/>
          </a:xfrm>
          <a:custGeom xmlns:a="http://schemas.openxmlformats.org/drawingml/2006/main">
            <a:pathLst>
              <a:path w="54512" h="234968">
                <a:moveTo>
                  <a:pt x="54512" y="117484"/>
                </a:moveTo>
                <a:cubicBezTo>
                  <a:pt x="54512" y="99160"/>
                  <a:pt x="51929" y="70728"/>
                  <a:pt x="39005" y="44175"/>
                </a:cubicBezTo>
                <a:cubicBezTo>
                  <a:pt x="24908" y="15273"/>
                  <a:pt x="4701" y="0"/>
                  <a:pt x="2349" y="0"/>
                </a:cubicBezTo>
                <a:cubicBezTo>
                  <a:pt x="939" y="0"/>
                  <a:pt x="0" y="943"/>
                  <a:pt x="0" y="2352"/>
                </a:cubicBezTo>
                <a:cubicBezTo>
                  <a:pt x="0" y="3055"/>
                  <a:pt x="0" y="3528"/>
                  <a:pt x="4464" y="7755"/>
                </a:cubicBezTo>
                <a:cubicBezTo>
                  <a:pt x="27493" y="31017"/>
                  <a:pt x="40884" y="68376"/>
                  <a:pt x="40884" y="117484"/>
                </a:cubicBezTo>
                <a:cubicBezTo>
                  <a:pt x="40884" y="157665"/>
                  <a:pt x="32192" y="199018"/>
                  <a:pt x="3054" y="228626"/>
                </a:cubicBezTo>
                <a:cubicBezTo>
                  <a:pt x="0" y="231443"/>
                  <a:pt x="0" y="231917"/>
                  <a:pt x="0" y="232620"/>
                </a:cubicBezTo>
                <a:cubicBezTo>
                  <a:pt x="0" y="234028"/>
                  <a:pt x="939" y="234968"/>
                  <a:pt x="2349" y="234968"/>
                </a:cubicBezTo>
                <a:cubicBezTo>
                  <a:pt x="4701" y="234968"/>
                  <a:pt x="25847" y="218992"/>
                  <a:pt x="39712" y="189151"/>
                </a:cubicBezTo>
                <a:cubicBezTo>
                  <a:pt x="51693" y="163305"/>
                  <a:pt x="54512" y="137221"/>
                  <a:pt x="54512" y="1174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df-path-100083">
            <a:extLst xmlns:a="http://schemas.openxmlformats.org/drawingml/2006/main">
              <a:ext uri="{FF2B5EF4-FFF2-40B4-BE49-F238E27FC236}">
                <a16:creationId xmlns:a16="http://schemas.microsoft.com/office/drawing/2014/main" id="{8EFE0DA6-A864-461F-8B01-093F7349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2112" y="3411321"/>
            <a:ext cx="71218" cy="74208"/>
          </a:xfrm>
          <a:custGeom xmlns:a="http://schemas.openxmlformats.org/drawingml/2006/main">
            <a:pathLst>
              <a:path w="71218" h="74208">
                <a:moveTo>
                  <a:pt x="61842" y="9600"/>
                </a:moveTo>
                <a:cubicBezTo>
                  <a:pt x="55921" y="10589"/>
                  <a:pt x="53455" y="15194"/>
                  <a:pt x="53455" y="18813"/>
                </a:cubicBezTo>
                <a:cubicBezTo>
                  <a:pt x="53455" y="23253"/>
                  <a:pt x="56908" y="24897"/>
                  <a:pt x="59870" y="24897"/>
                </a:cubicBezTo>
                <a:cubicBezTo>
                  <a:pt x="63488" y="24897"/>
                  <a:pt x="69243" y="22267"/>
                  <a:pt x="69243" y="14371"/>
                </a:cubicBezTo>
                <a:cubicBezTo>
                  <a:pt x="69243" y="3127"/>
                  <a:pt x="56416" y="0"/>
                  <a:pt x="47534" y="0"/>
                </a:cubicBezTo>
                <a:cubicBezTo>
                  <a:pt x="22861" y="0"/>
                  <a:pt x="0" y="22761"/>
                  <a:pt x="0" y="45607"/>
                </a:cubicBezTo>
                <a:cubicBezTo>
                  <a:pt x="0" y="59742"/>
                  <a:pt x="9868" y="74208"/>
                  <a:pt x="30427" y="74208"/>
                </a:cubicBezTo>
                <a:cubicBezTo>
                  <a:pt x="58226" y="74208"/>
                  <a:pt x="71218" y="57935"/>
                  <a:pt x="71218" y="55633"/>
                </a:cubicBezTo>
                <a:cubicBezTo>
                  <a:pt x="71218" y="54647"/>
                  <a:pt x="69738" y="52840"/>
                  <a:pt x="68423" y="52840"/>
                </a:cubicBezTo>
                <a:cubicBezTo>
                  <a:pt x="67437" y="52840"/>
                  <a:pt x="67105" y="53169"/>
                  <a:pt x="65790" y="54481"/>
                </a:cubicBezTo>
                <a:cubicBezTo>
                  <a:pt x="52960" y="69602"/>
                  <a:pt x="33718" y="69602"/>
                  <a:pt x="30756" y="69602"/>
                </a:cubicBezTo>
                <a:cubicBezTo>
                  <a:pt x="18913" y="69602"/>
                  <a:pt x="13650" y="61551"/>
                  <a:pt x="13650" y="51359"/>
                </a:cubicBezTo>
                <a:cubicBezTo>
                  <a:pt x="13650" y="46593"/>
                  <a:pt x="15954" y="28679"/>
                  <a:pt x="24508" y="17333"/>
                </a:cubicBezTo>
                <a:cubicBezTo>
                  <a:pt x="30756" y="9266"/>
                  <a:pt x="39309" y="4608"/>
                  <a:pt x="47534" y="4608"/>
                </a:cubicBezTo>
                <a:cubicBezTo>
                  <a:pt x="49835" y="4608"/>
                  <a:pt x="57731" y="4939"/>
                  <a:pt x="61842" y="960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df-path-100084">
            <a:extLst xmlns:a="http://schemas.openxmlformats.org/drawingml/2006/main">
              <a:ext uri="{FF2B5EF4-FFF2-40B4-BE49-F238E27FC236}">
                <a16:creationId xmlns:a16="http://schemas.microsoft.com/office/drawing/2014/main" id="{6B211227-61A3-49D2-8E85-E01FFE4C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3663" y="3438627"/>
            <a:ext cx="111187" cy="8061"/>
          </a:xfrm>
          <a:custGeom xmlns:a="http://schemas.openxmlformats.org/drawingml/2006/main">
            <a:pathLst>
              <a:path w="111187" h="8061">
                <a:moveTo>
                  <a:pt x="104608" y="8061"/>
                </a:moveTo>
                <a:cubicBezTo>
                  <a:pt x="107240" y="8061"/>
                  <a:pt x="111187" y="8061"/>
                  <a:pt x="111187" y="4114"/>
                </a:cubicBezTo>
                <a:cubicBezTo>
                  <a:pt x="111187" y="0"/>
                  <a:pt x="107403" y="0"/>
                  <a:pt x="104608" y="0"/>
                </a:cubicBezTo>
                <a:lnTo>
                  <a:pt x="6580" y="0"/>
                </a:lnTo>
                <a:cubicBezTo>
                  <a:pt x="3947" y="0"/>
                  <a:pt x="0" y="0"/>
                  <a:pt x="0" y="3948"/>
                </a:cubicBezTo>
                <a:cubicBezTo>
                  <a:pt x="0" y="8061"/>
                  <a:pt x="3785" y="8061"/>
                  <a:pt x="6580" y="8061"/>
                </a:cubicBezTo>
                <a:lnTo>
                  <a:pt x="104608" y="80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path-100085">
            <a:extLst xmlns:a="http://schemas.openxmlformats.org/drawingml/2006/main">
              <a:ext uri="{FF2B5EF4-FFF2-40B4-BE49-F238E27FC236}">
                <a16:creationId xmlns:a16="http://schemas.microsoft.com/office/drawing/2014/main" id="{4B831CE2-196C-4C4E-A95D-1AD8872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0668" y="3374699"/>
            <a:ext cx="59870" cy="109223"/>
          </a:xfrm>
          <a:custGeom xmlns:a="http://schemas.openxmlformats.org/drawingml/2006/main">
            <a:pathLst>
              <a:path w="59870" h="109223">
                <a:moveTo>
                  <a:pt x="37171" y="4596"/>
                </a:moveTo>
                <a:cubicBezTo>
                  <a:pt x="37171" y="166"/>
                  <a:pt x="36843" y="0"/>
                  <a:pt x="32238" y="0"/>
                </a:cubicBezTo>
                <a:cubicBezTo>
                  <a:pt x="21711" y="10300"/>
                  <a:pt x="6744" y="10463"/>
                  <a:pt x="0" y="10463"/>
                </a:cubicBezTo>
                <a:lnTo>
                  <a:pt x="0" y="16383"/>
                </a:lnTo>
                <a:cubicBezTo>
                  <a:pt x="3947" y="16383"/>
                  <a:pt x="14803" y="16383"/>
                  <a:pt x="23850" y="11778"/>
                </a:cubicBezTo>
                <a:lnTo>
                  <a:pt x="23850" y="95731"/>
                </a:lnTo>
                <a:cubicBezTo>
                  <a:pt x="23850" y="101164"/>
                  <a:pt x="23850" y="103302"/>
                  <a:pt x="7401" y="103302"/>
                </a:cubicBezTo>
                <a:lnTo>
                  <a:pt x="1152" y="103302"/>
                </a:lnTo>
                <a:lnTo>
                  <a:pt x="1152" y="109223"/>
                </a:lnTo>
                <a:cubicBezTo>
                  <a:pt x="4111" y="109060"/>
                  <a:pt x="24342" y="108565"/>
                  <a:pt x="30428" y="108565"/>
                </a:cubicBezTo>
                <a:cubicBezTo>
                  <a:pt x="35528" y="108565"/>
                  <a:pt x="56250" y="109060"/>
                  <a:pt x="59870" y="109223"/>
                </a:cubicBezTo>
                <a:lnTo>
                  <a:pt x="59870" y="103302"/>
                </a:lnTo>
                <a:lnTo>
                  <a:pt x="53620" y="103302"/>
                </a:lnTo>
                <a:cubicBezTo>
                  <a:pt x="37171" y="103302"/>
                  <a:pt x="37171" y="101164"/>
                  <a:pt x="37171" y="95731"/>
                </a:cubicBezTo>
                <a:lnTo>
                  <a:pt x="37171" y="459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df-path-100086">
            <a:extLst xmlns:a="http://schemas.openxmlformats.org/drawingml/2006/main">
              <a:ext uri="{FF2B5EF4-FFF2-40B4-BE49-F238E27FC236}">
                <a16:creationId xmlns:a16="http://schemas.microsoft.com/office/drawing/2014/main" id="{8D3C7186-85F8-412E-B5AE-CC24E0C1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8820" y="3544369"/>
            <a:ext cx="55593" cy="104319"/>
          </a:xfrm>
          <a:custGeom xmlns:a="http://schemas.openxmlformats.org/drawingml/2006/main">
            <a:pathLst>
              <a:path w="55593" h="104319">
                <a:moveTo>
                  <a:pt x="33553" y="37802"/>
                </a:moveTo>
                <a:lnTo>
                  <a:pt x="50329" y="37802"/>
                </a:lnTo>
                <a:cubicBezTo>
                  <a:pt x="53455" y="37802"/>
                  <a:pt x="55593" y="37802"/>
                  <a:pt x="55593" y="34183"/>
                </a:cubicBezTo>
                <a:cubicBezTo>
                  <a:pt x="55593" y="31879"/>
                  <a:pt x="53455" y="31879"/>
                  <a:pt x="50659" y="31879"/>
                </a:cubicBezTo>
                <a:lnTo>
                  <a:pt x="35033" y="31879"/>
                </a:lnTo>
                <a:lnTo>
                  <a:pt x="41120" y="7562"/>
                </a:lnTo>
                <a:cubicBezTo>
                  <a:pt x="41285" y="6739"/>
                  <a:pt x="41614" y="5918"/>
                  <a:pt x="41614" y="5261"/>
                </a:cubicBezTo>
                <a:cubicBezTo>
                  <a:pt x="41614" y="2302"/>
                  <a:pt x="39310" y="0"/>
                  <a:pt x="36020" y="0"/>
                </a:cubicBezTo>
                <a:cubicBezTo>
                  <a:pt x="31909" y="0"/>
                  <a:pt x="29441" y="2796"/>
                  <a:pt x="28290" y="7068"/>
                </a:cubicBezTo>
                <a:cubicBezTo>
                  <a:pt x="27138" y="11176"/>
                  <a:pt x="29276" y="3288"/>
                  <a:pt x="22041" y="31879"/>
                </a:cubicBezTo>
                <a:lnTo>
                  <a:pt x="5264" y="31879"/>
                </a:lnTo>
                <a:cubicBezTo>
                  <a:pt x="2138" y="31879"/>
                  <a:pt x="0" y="31879"/>
                  <a:pt x="0" y="35498"/>
                </a:cubicBezTo>
                <a:cubicBezTo>
                  <a:pt x="0" y="37802"/>
                  <a:pt x="1973" y="37802"/>
                  <a:pt x="4935" y="37802"/>
                </a:cubicBezTo>
                <a:lnTo>
                  <a:pt x="20559" y="37802"/>
                </a:lnTo>
                <a:lnTo>
                  <a:pt x="10855" y="76559"/>
                </a:lnTo>
                <a:cubicBezTo>
                  <a:pt x="9868" y="80665"/>
                  <a:pt x="8388" y="86578"/>
                  <a:pt x="8388" y="88711"/>
                </a:cubicBezTo>
                <a:cubicBezTo>
                  <a:pt x="8388" y="98401"/>
                  <a:pt x="16612" y="104319"/>
                  <a:pt x="25988" y="104319"/>
                </a:cubicBezTo>
                <a:cubicBezTo>
                  <a:pt x="44244" y="104319"/>
                  <a:pt x="54607" y="81322"/>
                  <a:pt x="54607" y="79187"/>
                </a:cubicBezTo>
                <a:cubicBezTo>
                  <a:pt x="54607" y="77051"/>
                  <a:pt x="52469" y="77051"/>
                  <a:pt x="51974" y="77051"/>
                </a:cubicBezTo>
                <a:cubicBezTo>
                  <a:pt x="50002" y="77051"/>
                  <a:pt x="49835" y="77380"/>
                  <a:pt x="48520" y="80173"/>
                </a:cubicBezTo>
                <a:cubicBezTo>
                  <a:pt x="43915" y="90518"/>
                  <a:pt x="35528" y="99714"/>
                  <a:pt x="26480" y="99714"/>
                </a:cubicBezTo>
                <a:cubicBezTo>
                  <a:pt x="23027" y="99714"/>
                  <a:pt x="20725" y="97581"/>
                  <a:pt x="20725" y="91668"/>
                </a:cubicBezTo>
                <a:cubicBezTo>
                  <a:pt x="20725" y="90026"/>
                  <a:pt x="21382" y="86578"/>
                  <a:pt x="21711" y="84934"/>
                </a:cubicBezTo>
                <a:lnTo>
                  <a:pt x="33553" y="378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df-path-100087">
            <a:extLst xmlns:a="http://schemas.openxmlformats.org/drawingml/2006/main">
              <a:ext uri="{FF2B5EF4-FFF2-40B4-BE49-F238E27FC236}">
                <a16:creationId xmlns:a16="http://schemas.microsoft.com/office/drawing/2014/main" id="{0075200C-6ED3-41D2-925E-D84D0ECB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4417" y="3583770"/>
            <a:ext cx="121057" cy="44229"/>
          </a:xfrm>
          <a:custGeom xmlns:a="http://schemas.openxmlformats.org/drawingml/2006/main">
            <a:pathLst>
              <a:path w="121057" h="44229">
                <a:moveTo>
                  <a:pt x="114805" y="8058"/>
                </a:moveTo>
                <a:cubicBezTo>
                  <a:pt x="117272" y="8058"/>
                  <a:pt x="121057" y="8058"/>
                  <a:pt x="121057" y="3947"/>
                </a:cubicBezTo>
                <a:cubicBezTo>
                  <a:pt x="121057" y="0"/>
                  <a:pt x="117108" y="0"/>
                  <a:pt x="114970" y="0"/>
                </a:cubicBezTo>
                <a:lnTo>
                  <a:pt x="6086" y="0"/>
                </a:lnTo>
                <a:cubicBezTo>
                  <a:pt x="3947" y="0"/>
                  <a:pt x="0" y="0"/>
                  <a:pt x="0" y="3947"/>
                </a:cubicBezTo>
                <a:cubicBezTo>
                  <a:pt x="0" y="8058"/>
                  <a:pt x="3782" y="8058"/>
                  <a:pt x="6250" y="8058"/>
                </a:cubicBezTo>
                <a:lnTo>
                  <a:pt x="114805" y="8058"/>
                </a:lnTo>
                <a:moveTo>
                  <a:pt x="114970" y="44229"/>
                </a:moveTo>
                <a:cubicBezTo>
                  <a:pt x="117108" y="44229"/>
                  <a:pt x="121057" y="44229"/>
                  <a:pt x="121057" y="40281"/>
                </a:cubicBezTo>
                <a:cubicBezTo>
                  <a:pt x="121057" y="36168"/>
                  <a:pt x="117272" y="36168"/>
                  <a:pt x="114805" y="36168"/>
                </a:cubicBezTo>
                <a:lnTo>
                  <a:pt x="6250" y="36168"/>
                </a:lnTo>
                <a:cubicBezTo>
                  <a:pt x="3782" y="36168"/>
                  <a:pt x="0" y="36168"/>
                  <a:pt x="0" y="40281"/>
                </a:cubicBezTo>
                <a:cubicBezTo>
                  <a:pt x="0" y="44229"/>
                  <a:pt x="3947" y="44229"/>
                  <a:pt x="6086" y="44229"/>
                </a:cubicBezTo>
                <a:lnTo>
                  <a:pt x="114970" y="442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df-path-100088">
            <a:extLst xmlns:a="http://schemas.openxmlformats.org/drawingml/2006/main">
              <a:ext uri="{FF2B5EF4-FFF2-40B4-BE49-F238E27FC236}">
                <a16:creationId xmlns:a16="http://schemas.microsoft.com/office/drawing/2014/main" id="{148C267F-EB11-4DAD-9195-2B5F891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702" y="3537859"/>
            <a:ext cx="76317" cy="112436"/>
          </a:xfrm>
          <a:custGeom xmlns:a="http://schemas.openxmlformats.org/drawingml/2006/main">
            <a:pathLst>
              <a:path w="76317" h="112436">
                <a:moveTo>
                  <a:pt x="76317" y="56712"/>
                </a:moveTo>
                <a:cubicBezTo>
                  <a:pt x="76317" y="38632"/>
                  <a:pt x="74179" y="25647"/>
                  <a:pt x="66616" y="14140"/>
                </a:cubicBezTo>
                <a:cubicBezTo>
                  <a:pt x="61516" y="6580"/>
                  <a:pt x="51319" y="0"/>
                  <a:pt x="38160" y="0"/>
                </a:cubicBezTo>
                <a:cubicBezTo>
                  <a:pt x="0" y="0"/>
                  <a:pt x="0" y="44879"/>
                  <a:pt x="0" y="56712"/>
                </a:cubicBezTo>
                <a:cubicBezTo>
                  <a:pt x="0" y="68548"/>
                  <a:pt x="0" y="112436"/>
                  <a:pt x="38160" y="112436"/>
                </a:cubicBezTo>
                <a:cubicBezTo>
                  <a:pt x="76317" y="112436"/>
                  <a:pt x="76317" y="68548"/>
                  <a:pt x="76317" y="56712"/>
                </a:cubicBezTo>
                <a:moveTo>
                  <a:pt x="38160" y="107830"/>
                </a:moveTo>
                <a:cubicBezTo>
                  <a:pt x="30593" y="107830"/>
                  <a:pt x="20559" y="103393"/>
                  <a:pt x="17272" y="89915"/>
                </a:cubicBezTo>
                <a:cubicBezTo>
                  <a:pt x="14968" y="80218"/>
                  <a:pt x="14968" y="66738"/>
                  <a:pt x="14968" y="54576"/>
                </a:cubicBezTo>
                <a:cubicBezTo>
                  <a:pt x="14968" y="42578"/>
                  <a:pt x="14968" y="30084"/>
                  <a:pt x="17435" y="21044"/>
                </a:cubicBezTo>
                <a:cubicBezTo>
                  <a:pt x="20888" y="8059"/>
                  <a:pt x="31417" y="4608"/>
                  <a:pt x="38160" y="4608"/>
                </a:cubicBezTo>
                <a:cubicBezTo>
                  <a:pt x="47042" y="4608"/>
                  <a:pt x="55595" y="10031"/>
                  <a:pt x="58555" y="19566"/>
                </a:cubicBezTo>
                <a:cubicBezTo>
                  <a:pt x="61187" y="28440"/>
                  <a:pt x="61350" y="40276"/>
                  <a:pt x="61350" y="54576"/>
                </a:cubicBezTo>
                <a:cubicBezTo>
                  <a:pt x="61350" y="66738"/>
                  <a:pt x="61350" y="78903"/>
                  <a:pt x="59212" y="89258"/>
                </a:cubicBezTo>
                <a:cubicBezTo>
                  <a:pt x="55924" y="104216"/>
                  <a:pt x="44738" y="107830"/>
                  <a:pt x="38160" y="10783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df-path-100089">
            <a:extLst xmlns:a="http://schemas.openxmlformats.org/drawingml/2006/main">
              <a:ext uri="{FF2B5EF4-FFF2-40B4-BE49-F238E27FC236}">
                <a16:creationId xmlns:a16="http://schemas.microsoft.com/office/drawing/2014/main" id="{ECB0D485-6FFF-4338-81A7-C712ECB4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5080" y="3408191"/>
            <a:ext cx="83412" cy="234968"/>
          </a:xfrm>
          <a:custGeom xmlns:a="http://schemas.openxmlformats.org/drawingml/2006/main">
            <a:pathLst>
              <a:path w="83412" h="234968">
                <a:moveTo>
                  <a:pt x="33835" y="203732"/>
                </a:moveTo>
                <a:cubicBezTo>
                  <a:pt x="33835" y="213126"/>
                  <a:pt x="27725" y="228156"/>
                  <a:pt x="2116" y="229801"/>
                </a:cubicBezTo>
                <a:cubicBezTo>
                  <a:pt x="939" y="230034"/>
                  <a:pt x="0" y="230974"/>
                  <a:pt x="0" y="232386"/>
                </a:cubicBezTo>
                <a:cubicBezTo>
                  <a:pt x="0" y="234968"/>
                  <a:pt x="2586" y="234968"/>
                  <a:pt x="4701" y="234968"/>
                </a:cubicBezTo>
                <a:cubicBezTo>
                  <a:pt x="27493" y="234968"/>
                  <a:pt x="49345" y="223459"/>
                  <a:pt x="49578" y="205611"/>
                </a:cubicBezTo>
                <a:lnTo>
                  <a:pt x="49578" y="152065"/>
                </a:lnTo>
                <a:cubicBezTo>
                  <a:pt x="49578" y="142908"/>
                  <a:pt x="49578" y="135393"/>
                  <a:pt x="58979" y="127641"/>
                </a:cubicBezTo>
                <a:cubicBezTo>
                  <a:pt x="67199" y="120829"/>
                  <a:pt x="76131" y="120360"/>
                  <a:pt x="81301" y="120126"/>
                </a:cubicBezTo>
                <a:cubicBezTo>
                  <a:pt x="82473" y="119890"/>
                  <a:pt x="83412" y="118950"/>
                  <a:pt x="83412" y="117541"/>
                </a:cubicBezTo>
                <a:cubicBezTo>
                  <a:pt x="83412" y="115189"/>
                  <a:pt x="82004" y="115189"/>
                  <a:pt x="79656" y="114956"/>
                </a:cubicBezTo>
                <a:cubicBezTo>
                  <a:pt x="64145" y="114017"/>
                  <a:pt x="52869" y="105552"/>
                  <a:pt x="50284" y="94033"/>
                </a:cubicBezTo>
                <a:cubicBezTo>
                  <a:pt x="49578" y="91447"/>
                  <a:pt x="49578" y="90978"/>
                  <a:pt x="49578" y="82513"/>
                </a:cubicBezTo>
                <a:lnTo>
                  <a:pt x="49578" y="35968"/>
                </a:lnTo>
                <a:cubicBezTo>
                  <a:pt x="49578" y="26094"/>
                  <a:pt x="49578" y="18572"/>
                  <a:pt x="38299" y="9638"/>
                </a:cubicBezTo>
                <a:cubicBezTo>
                  <a:pt x="28902" y="2352"/>
                  <a:pt x="12689" y="0"/>
                  <a:pt x="4701" y="0"/>
                </a:cubicBezTo>
                <a:cubicBezTo>
                  <a:pt x="2586" y="0"/>
                  <a:pt x="0" y="0"/>
                  <a:pt x="0" y="2585"/>
                </a:cubicBezTo>
                <a:cubicBezTo>
                  <a:pt x="0" y="4937"/>
                  <a:pt x="1409" y="4937"/>
                  <a:pt x="3761" y="5174"/>
                </a:cubicBezTo>
                <a:cubicBezTo>
                  <a:pt x="18562" y="6113"/>
                  <a:pt x="30077" y="13635"/>
                  <a:pt x="33132" y="25625"/>
                </a:cubicBezTo>
                <a:cubicBezTo>
                  <a:pt x="33835" y="27740"/>
                  <a:pt x="33835" y="28209"/>
                  <a:pt x="33835" y="36675"/>
                </a:cubicBezTo>
                <a:lnTo>
                  <a:pt x="33835" y="86041"/>
                </a:lnTo>
                <a:cubicBezTo>
                  <a:pt x="33835" y="96854"/>
                  <a:pt x="35718" y="100851"/>
                  <a:pt x="43236" y="108374"/>
                </a:cubicBezTo>
                <a:cubicBezTo>
                  <a:pt x="48169" y="113311"/>
                  <a:pt x="54985" y="115663"/>
                  <a:pt x="61564" y="117541"/>
                </a:cubicBezTo>
                <a:cubicBezTo>
                  <a:pt x="42296" y="122944"/>
                  <a:pt x="33835" y="133747"/>
                  <a:pt x="33835" y="147368"/>
                </a:cubicBezTo>
                <a:lnTo>
                  <a:pt x="33835" y="20373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df-path-100090">
            <a:extLst xmlns:a="http://schemas.openxmlformats.org/drawingml/2006/main">
              <a:ext uri="{FF2B5EF4-FFF2-40B4-BE49-F238E27FC236}">
                <a16:creationId xmlns:a16="http://schemas.microsoft.com/office/drawing/2014/main" id="{6613E032-F451-4BEA-BD01-44AFE650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553" y="3451866"/>
            <a:ext cx="75191" cy="211808"/>
          </a:xfrm>
          <a:custGeom xmlns:a="http://schemas.openxmlformats.org/drawingml/2006/main">
            <a:pathLst>
              <a:path w="75191" h="211808">
                <a:moveTo>
                  <a:pt x="44691" y="28186"/>
                </a:moveTo>
                <a:cubicBezTo>
                  <a:pt x="44691" y="19709"/>
                  <a:pt x="50199" y="6144"/>
                  <a:pt x="73287" y="4661"/>
                </a:cubicBezTo>
                <a:cubicBezTo>
                  <a:pt x="74344" y="4450"/>
                  <a:pt x="75191" y="3604"/>
                  <a:pt x="75191" y="2330"/>
                </a:cubicBezTo>
                <a:cubicBezTo>
                  <a:pt x="75191" y="0"/>
                  <a:pt x="73498" y="0"/>
                  <a:pt x="71168" y="0"/>
                </a:cubicBezTo>
                <a:cubicBezTo>
                  <a:pt x="49989" y="0"/>
                  <a:pt x="30713" y="10807"/>
                  <a:pt x="30500" y="26489"/>
                </a:cubicBezTo>
                <a:lnTo>
                  <a:pt x="30500" y="74809"/>
                </a:lnTo>
                <a:cubicBezTo>
                  <a:pt x="30500" y="83073"/>
                  <a:pt x="30500" y="89854"/>
                  <a:pt x="22029" y="96848"/>
                </a:cubicBezTo>
                <a:cubicBezTo>
                  <a:pt x="14615" y="102995"/>
                  <a:pt x="6567" y="103419"/>
                  <a:pt x="1907" y="103629"/>
                </a:cubicBezTo>
                <a:cubicBezTo>
                  <a:pt x="848" y="103842"/>
                  <a:pt x="0" y="104689"/>
                  <a:pt x="0" y="105959"/>
                </a:cubicBezTo>
                <a:cubicBezTo>
                  <a:pt x="0" y="108079"/>
                  <a:pt x="1271" y="108079"/>
                  <a:pt x="3390" y="108289"/>
                </a:cubicBezTo>
                <a:cubicBezTo>
                  <a:pt x="17369" y="109136"/>
                  <a:pt x="27537" y="116757"/>
                  <a:pt x="29867" y="127131"/>
                </a:cubicBezTo>
                <a:cubicBezTo>
                  <a:pt x="30500" y="129458"/>
                  <a:pt x="30500" y="129882"/>
                  <a:pt x="30500" y="137503"/>
                </a:cubicBezTo>
                <a:lnTo>
                  <a:pt x="30500" y="179418"/>
                </a:lnTo>
                <a:cubicBezTo>
                  <a:pt x="30500" y="188309"/>
                  <a:pt x="30500" y="195083"/>
                  <a:pt x="40667" y="203127"/>
                </a:cubicBezTo>
                <a:cubicBezTo>
                  <a:pt x="48928" y="209481"/>
                  <a:pt x="62907" y="211808"/>
                  <a:pt x="71168" y="211808"/>
                </a:cubicBezTo>
                <a:cubicBezTo>
                  <a:pt x="73498" y="211808"/>
                  <a:pt x="75191" y="211808"/>
                  <a:pt x="75191" y="209481"/>
                </a:cubicBezTo>
                <a:cubicBezTo>
                  <a:pt x="75191" y="207361"/>
                  <a:pt x="73921" y="207361"/>
                  <a:pt x="71804" y="207151"/>
                </a:cubicBezTo>
                <a:cubicBezTo>
                  <a:pt x="58459" y="206304"/>
                  <a:pt x="48082" y="199530"/>
                  <a:pt x="45329" y="188732"/>
                </a:cubicBezTo>
                <a:cubicBezTo>
                  <a:pt x="44691" y="186828"/>
                  <a:pt x="44691" y="186405"/>
                  <a:pt x="44691" y="178784"/>
                </a:cubicBezTo>
                <a:lnTo>
                  <a:pt x="44691" y="134329"/>
                </a:lnTo>
                <a:cubicBezTo>
                  <a:pt x="44691" y="124591"/>
                  <a:pt x="42997" y="120991"/>
                  <a:pt x="36221" y="114217"/>
                </a:cubicBezTo>
                <a:cubicBezTo>
                  <a:pt x="31774" y="109773"/>
                  <a:pt x="25630" y="107656"/>
                  <a:pt x="19699" y="105959"/>
                </a:cubicBezTo>
                <a:cubicBezTo>
                  <a:pt x="37068" y="101089"/>
                  <a:pt x="44691" y="91338"/>
                  <a:pt x="44691" y="79047"/>
                </a:cubicBezTo>
                <a:lnTo>
                  <a:pt x="44691" y="281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df-path-100091">
            <a:extLst xmlns:a="http://schemas.openxmlformats.org/drawingml/2006/main">
              <a:ext uri="{FF2B5EF4-FFF2-40B4-BE49-F238E27FC236}">
                <a16:creationId xmlns:a16="http://schemas.microsoft.com/office/drawing/2014/main" id="{B19F7C4C-F027-4894-BD00-67F7BC86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4172" y="3451866"/>
            <a:ext cx="49139" cy="211808"/>
          </a:xfrm>
          <a:custGeom xmlns:a="http://schemas.openxmlformats.org/drawingml/2006/main">
            <a:pathLst>
              <a:path w="49139" h="211808">
                <a:moveTo>
                  <a:pt x="49139" y="209691"/>
                </a:moveTo>
                <a:cubicBezTo>
                  <a:pt x="49139" y="209058"/>
                  <a:pt x="49139" y="208631"/>
                  <a:pt x="45538" y="205031"/>
                </a:cubicBezTo>
                <a:cubicBezTo>
                  <a:pt x="19062" y="178344"/>
                  <a:pt x="12285" y="138311"/>
                  <a:pt x="12285" y="105904"/>
                </a:cubicBezTo>
                <a:cubicBezTo>
                  <a:pt x="12285" y="69050"/>
                  <a:pt x="20332" y="32197"/>
                  <a:pt x="46384" y="5721"/>
                </a:cubicBezTo>
                <a:cubicBezTo>
                  <a:pt x="49139" y="3181"/>
                  <a:pt x="49139" y="2754"/>
                  <a:pt x="49139" y="2120"/>
                </a:cubicBezTo>
                <a:cubicBezTo>
                  <a:pt x="49139" y="637"/>
                  <a:pt x="48291" y="0"/>
                  <a:pt x="47022" y="0"/>
                </a:cubicBezTo>
                <a:cubicBezTo>
                  <a:pt x="44902" y="0"/>
                  <a:pt x="25839" y="14405"/>
                  <a:pt x="13342" y="41304"/>
                </a:cubicBezTo>
                <a:cubicBezTo>
                  <a:pt x="2541" y="64603"/>
                  <a:pt x="0" y="88112"/>
                  <a:pt x="0" y="105904"/>
                </a:cubicBezTo>
                <a:cubicBezTo>
                  <a:pt x="0" y="122426"/>
                  <a:pt x="2328" y="148055"/>
                  <a:pt x="13978" y="171991"/>
                </a:cubicBezTo>
                <a:cubicBezTo>
                  <a:pt x="26687" y="198043"/>
                  <a:pt x="44902" y="211808"/>
                  <a:pt x="47022" y="211808"/>
                </a:cubicBezTo>
                <a:cubicBezTo>
                  <a:pt x="48291" y="211808"/>
                  <a:pt x="49139" y="211174"/>
                  <a:pt x="49139" y="20969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df-path-100092">
            <a:extLst xmlns:a="http://schemas.openxmlformats.org/drawingml/2006/main">
              <a:ext uri="{FF2B5EF4-FFF2-40B4-BE49-F238E27FC236}">
                <a16:creationId xmlns:a16="http://schemas.microsoft.com/office/drawing/2014/main" id="{CC613E22-5414-4A7B-918E-E8657091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6577" y="3517022"/>
            <a:ext cx="77948" cy="95976"/>
          </a:xfrm>
          <a:custGeom xmlns:a="http://schemas.openxmlformats.org/drawingml/2006/main">
            <a:pathLst>
              <a:path w="77948" h="95976">
                <a:moveTo>
                  <a:pt x="71804" y="14472"/>
                </a:moveTo>
                <a:cubicBezTo>
                  <a:pt x="65874" y="14686"/>
                  <a:pt x="61637" y="19346"/>
                  <a:pt x="61637" y="24007"/>
                </a:cubicBezTo>
                <a:cubicBezTo>
                  <a:pt x="61637" y="26974"/>
                  <a:pt x="63543" y="30150"/>
                  <a:pt x="68204" y="30150"/>
                </a:cubicBezTo>
                <a:cubicBezTo>
                  <a:pt x="72864" y="30150"/>
                  <a:pt x="77948" y="26550"/>
                  <a:pt x="77948" y="18290"/>
                </a:cubicBezTo>
                <a:cubicBezTo>
                  <a:pt x="77948" y="8713"/>
                  <a:pt x="68840" y="0"/>
                  <a:pt x="52742" y="0"/>
                </a:cubicBezTo>
                <a:cubicBezTo>
                  <a:pt x="24782" y="0"/>
                  <a:pt x="16945" y="21677"/>
                  <a:pt x="16945" y="30994"/>
                </a:cubicBezTo>
                <a:cubicBezTo>
                  <a:pt x="16945" y="47484"/>
                  <a:pt x="32620" y="50654"/>
                  <a:pt x="38760" y="51921"/>
                </a:cubicBezTo>
                <a:cubicBezTo>
                  <a:pt x="49775" y="54034"/>
                  <a:pt x="60789" y="56362"/>
                  <a:pt x="60789" y="68000"/>
                </a:cubicBezTo>
                <a:cubicBezTo>
                  <a:pt x="60789" y="73507"/>
                  <a:pt x="55919" y="91318"/>
                  <a:pt x="30503" y="91318"/>
                </a:cubicBezTo>
                <a:cubicBezTo>
                  <a:pt x="27537" y="91318"/>
                  <a:pt x="11228" y="91318"/>
                  <a:pt x="6354" y="80074"/>
                </a:cubicBezTo>
                <a:cubicBezTo>
                  <a:pt x="14405" y="81135"/>
                  <a:pt x="19699" y="74777"/>
                  <a:pt x="19699" y="68846"/>
                </a:cubicBezTo>
                <a:cubicBezTo>
                  <a:pt x="19699" y="63976"/>
                  <a:pt x="16312" y="61432"/>
                  <a:pt x="11861" y="61432"/>
                </a:cubicBezTo>
                <a:cubicBezTo>
                  <a:pt x="6354" y="61432"/>
                  <a:pt x="0" y="65883"/>
                  <a:pt x="0" y="75414"/>
                </a:cubicBezTo>
                <a:cubicBezTo>
                  <a:pt x="0" y="87498"/>
                  <a:pt x="12075" y="95976"/>
                  <a:pt x="30290" y="95976"/>
                </a:cubicBezTo>
                <a:cubicBezTo>
                  <a:pt x="64603" y="95976"/>
                  <a:pt x="72864" y="70330"/>
                  <a:pt x="72864" y="60799"/>
                </a:cubicBezTo>
                <a:cubicBezTo>
                  <a:pt x="72864" y="53191"/>
                  <a:pt x="68840" y="47907"/>
                  <a:pt x="66297" y="45370"/>
                </a:cubicBezTo>
                <a:cubicBezTo>
                  <a:pt x="60580" y="39449"/>
                  <a:pt x="54435" y="38392"/>
                  <a:pt x="45118" y="36492"/>
                </a:cubicBezTo>
                <a:cubicBezTo>
                  <a:pt x="37491" y="34801"/>
                  <a:pt x="29019" y="33321"/>
                  <a:pt x="29019" y="23797"/>
                </a:cubicBezTo>
                <a:cubicBezTo>
                  <a:pt x="29019" y="17653"/>
                  <a:pt x="34104" y="4660"/>
                  <a:pt x="52742" y="4660"/>
                </a:cubicBezTo>
                <a:cubicBezTo>
                  <a:pt x="58036" y="4660"/>
                  <a:pt x="68627" y="6154"/>
                  <a:pt x="71804" y="144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df-path-100093">
            <a:extLst xmlns:a="http://schemas.openxmlformats.org/drawingml/2006/main">
              <a:ext uri="{FF2B5EF4-FFF2-40B4-BE49-F238E27FC236}">
                <a16:creationId xmlns:a16="http://schemas.microsoft.com/office/drawing/2014/main" id="{30FA1A3F-D0E1-4323-B3DF-F2C890D2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2558" y="3544049"/>
            <a:ext cx="68796" cy="101353"/>
          </a:xfrm>
          <a:custGeom xmlns:a="http://schemas.openxmlformats.org/drawingml/2006/main">
            <a:pathLst>
              <a:path w="68796" h="101353">
                <a:moveTo>
                  <a:pt x="68796" y="51122"/>
                </a:moveTo>
                <a:cubicBezTo>
                  <a:pt x="68796" y="34825"/>
                  <a:pt x="66868" y="23119"/>
                  <a:pt x="60050" y="12746"/>
                </a:cubicBezTo>
                <a:cubicBezTo>
                  <a:pt x="55452" y="5932"/>
                  <a:pt x="46261" y="0"/>
                  <a:pt x="34399" y="0"/>
                </a:cubicBezTo>
                <a:cubicBezTo>
                  <a:pt x="0" y="0"/>
                  <a:pt x="0" y="40455"/>
                  <a:pt x="0" y="51122"/>
                </a:cubicBezTo>
                <a:cubicBezTo>
                  <a:pt x="0" y="61792"/>
                  <a:pt x="0" y="101353"/>
                  <a:pt x="34399" y="101353"/>
                </a:cubicBezTo>
                <a:cubicBezTo>
                  <a:pt x="68796" y="101353"/>
                  <a:pt x="68796" y="61792"/>
                  <a:pt x="68796" y="51122"/>
                </a:cubicBezTo>
                <a:moveTo>
                  <a:pt x="34399" y="97202"/>
                </a:moveTo>
                <a:cubicBezTo>
                  <a:pt x="27579" y="97202"/>
                  <a:pt x="18534" y="93202"/>
                  <a:pt x="15570" y="81053"/>
                </a:cubicBezTo>
                <a:cubicBezTo>
                  <a:pt x="13492" y="72311"/>
                  <a:pt x="13492" y="60160"/>
                  <a:pt x="13492" y="49197"/>
                </a:cubicBezTo>
                <a:cubicBezTo>
                  <a:pt x="13492" y="38381"/>
                  <a:pt x="13492" y="27119"/>
                  <a:pt x="15716" y="18970"/>
                </a:cubicBezTo>
                <a:cubicBezTo>
                  <a:pt x="18829" y="7265"/>
                  <a:pt x="28320" y="4154"/>
                  <a:pt x="34399" y="4154"/>
                </a:cubicBezTo>
                <a:cubicBezTo>
                  <a:pt x="42406" y="4154"/>
                  <a:pt x="50116" y="9042"/>
                  <a:pt x="52783" y="17637"/>
                </a:cubicBezTo>
                <a:cubicBezTo>
                  <a:pt x="55156" y="25637"/>
                  <a:pt x="55304" y="36307"/>
                  <a:pt x="55304" y="49197"/>
                </a:cubicBezTo>
                <a:cubicBezTo>
                  <a:pt x="55304" y="60160"/>
                  <a:pt x="55304" y="71126"/>
                  <a:pt x="53376" y="80460"/>
                </a:cubicBezTo>
                <a:cubicBezTo>
                  <a:pt x="50412" y="93944"/>
                  <a:pt x="40329" y="97202"/>
                  <a:pt x="34399" y="972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df-path-100094">
            <a:extLst xmlns:a="http://schemas.openxmlformats.org/drawingml/2006/main">
              <a:ext uri="{FF2B5EF4-FFF2-40B4-BE49-F238E27FC236}">
                <a16:creationId xmlns:a16="http://schemas.microsoft.com/office/drawing/2014/main" id="{13888626-0EC6-47B0-9A10-3576B7DB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8099" y="3588273"/>
            <a:ext cx="24779" cy="63404"/>
          </a:xfrm>
          <a:custGeom xmlns:a="http://schemas.openxmlformats.org/drawingml/2006/main">
            <a:pathLst>
              <a:path w="24779" h="63404">
                <a:moveTo>
                  <a:pt x="24779" y="22239"/>
                </a:moveTo>
                <a:cubicBezTo>
                  <a:pt x="24779" y="8261"/>
                  <a:pt x="19485" y="0"/>
                  <a:pt x="11225" y="0"/>
                </a:cubicBezTo>
                <a:cubicBezTo>
                  <a:pt x="4233" y="0"/>
                  <a:pt x="0" y="5294"/>
                  <a:pt x="0" y="11225"/>
                </a:cubicBezTo>
                <a:cubicBezTo>
                  <a:pt x="0" y="16945"/>
                  <a:pt x="4233" y="22449"/>
                  <a:pt x="11225" y="22449"/>
                </a:cubicBezTo>
                <a:cubicBezTo>
                  <a:pt x="13764" y="22449"/>
                  <a:pt x="16519" y="21602"/>
                  <a:pt x="18638" y="19699"/>
                </a:cubicBezTo>
                <a:cubicBezTo>
                  <a:pt x="19272" y="19272"/>
                  <a:pt x="19485" y="19062"/>
                  <a:pt x="19695" y="19062"/>
                </a:cubicBezTo>
                <a:cubicBezTo>
                  <a:pt x="19909" y="19062"/>
                  <a:pt x="20122" y="19272"/>
                  <a:pt x="20122" y="22239"/>
                </a:cubicBezTo>
                <a:cubicBezTo>
                  <a:pt x="20122" y="37947"/>
                  <a:pt x="12707" y="50680"/>
                  <a:pt x="5717" y="57684"/>
                </a:cubicBezTo>
                <a:cubicBezTo>
                  <a:pt x="3387" y="60017"/>
                  <a:pt x="3387" y="60440"/>
                  <a:pt x="3387" y="61077"/>
                </a:cubicBezTo>
                <a:cubicBezTo>
                  <a:pt x="3387" y="62557"/>
                  <a:pt x="4447" y="63404"/>
                  <a:pt x="5507" y="63404"/>
                </a:cubicBezTo>
                <a:cubicBezTo>
                  <a:pt x="7834" y="63404"/>
                  <a:pt x="24779" y="47073"/>
                  <a:pt x="24779" y="2223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df-path-100095">
            <a:extLst xmlns:a="http://schemas.openxmlformats.org/drawingml/2006/main">
              <a:ext uri="{FF2B5EF4-FFF2-40B4-BE49-F238E27FC236}">
                <a16:creationId xmlns:a16="http://schemas.microsoft.com/office/drawing/2014/main" id="{7F9A1D50-2A82-426E-BA31-A3D4181A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3203" y="3517022"/>
            <a:ext cx="89806" cy="95976"/>
          </a:xfrm>
          <a:custGeom xmlns:a="http://schemas.openxmlformats.org/drawingml/2006/main">
            <a:pathLst>
              <a:path w="89806" h="95976">
                <a:moveTo>
                  <a:pt x="19062" y="76024"/>
                </a:moveTo>
                <a:cubicBezTo>
                  <a:pt x="30499" y="63753"/>
                  <a:pt x="36641" y="58462"/>
                  <a:pt x="44268" y="51905"/>
                </a:cubicBezTo>
                <a:cubicBezTo>
                  <a:pt x="44268" y="51692"/>
                  <a:pt x="57399" y="40477"/>
                  <a:pt x="65023" y="32859"/>
                </a:cubicBezTo>
                <a:cubicBezTo>
                  <a:pt x="85145" y="13135"/>
                  <a:pt x="89806" y="2967"/>
                  <a:pt x="89806" y="2120"/>
                </a:cubicBezTo>
                <a:cubicBezTo>
                  <a:pt x="89806" y="0"/>
                  <a:pt x="87899" y="0"/>
                  <a:pt x="87475" y="0"/>
                </a:cubicBezTo>
                <a:cubicBezTo>
                  <a:pt x="85992" y="0"/>
                  <a:pt x="85359" y="427"/>
                  <a:pt x="84298" y="2330"/>
                </a:cubicBezTo>
                <a:cubicBezTo>
                  <a:pt x="77944" y="12498"/>
                  <a:pt x="73498" y="15927"/>
                  <a:pt x="68413" y="15927"/>
                </a:cubicBezTo>
                <a:cubicBezTo>
                  <a:pt x="63330" y="15927"/>
                  <a:pt x="60786" y="12711"/>
                  <a:pt x="57609" y="9111"/>
                </a:cubicBezTo>
                <a:cubicBezTo>
                  <a:pt x="53585" y="4237"/>
                  <a:pt x="49985" y="0"/>
                  <a:pt x="42994" y="0"/>
                </a:cubicBezTo>
                <a:cubicBezTo>
                  <a:pt x="27110" y="0"/>
                  <a:pt x="17369" y="19741"/>
                  <a:pt x="17369" y="24185"/>
                </a:cubicBezTo>
                <a:cubicBezTo>
                  <a:pt x="17369" y="25244"/>
                  <a:pt x="18002" y="26512"/>
                  <a:pt x="19909" y="26512"/>
                </a:cubicBezTo>
                <a:cubicBezTo>
                  <a:pt x="21815" y="26512"/>
                  <a:pt x="22239" y="25455"/>
                  <a:pt x="22663" y="24185"/>
                </a:cubicBezTo>
                <a:cubicBezTo>
                  <a:pt x="26686" y="14411"/>
                  <a:pt x="38971" y="14192"/>
                  <a:pt x="40664" y="14192"/>
                </a:cubicBezTo>
                <a:cubicBezTo>
                  <a:pt x="45115" y="14192"/>
                  <a:pt x="49138" y="15711"/>
                  <a:pt x="54008" y="17411"/>
                </a:cubicBezTo>
                <a:cubicBezTo>
                  <a:pt x="62483" y="20587"/>
                  <a:pt x="64813" y="20587"/>
                  <a:pt x="70320" y="20587"/>
                </a:cubicBezTo>
                <a:cubicBezTo>
                  <a:pt x="62693" y="29685"/>
                  <a:pt x="44901" y="44921"/>
                  <a:pt x="40878" y="48308"/>
                </a:cubicBezTo>
                <a:lnTo>
                  <a:pt x="21815" y="66080"/>
                </a:lnTo>
                <a:cubicBezTo>
                  <a:pt x="7411" y="80268"/>
                  <a:pt x="0" y="92375"/>
                  <a:pt x="0" y="93858"/>
                </a:cubicBezTo>
                <a:cubicBezTo>
                  <a:pt x="0" y="95976"/>
                  <a:pt x="2117" y="95976"/>
                  <a:pt x="2541" y="95976"/>
                </a:cubicBezTo>
                <a:cubicBezTo>
                  <a:pt x="4233" y="95976"/>
                  <a:pt x="4657" y="95552"/>
                  <a:pt x="5931" y="93225"/>
                </a:cubicBezTo>
                <a:cubicBezTo>
                  <a:pt x="10802" y="85811"/>
                  <a:pt x="17155" y="80049"/>
                  <a:pt x="23932" y="80049"/>
                </a:cubicBezTo>
                <a:cubicBezTo>
                  <a:pt x="28803" y="80049"/>
                  <a:pt x="30923" y="81997"/>
                  <a:pt x="36218" y="88141"/>
                </a:cubicBezTo>
                <a:cubicBezTo>
                  <a:pt x="39817" y="92589"/>
                  <a:pt x="43631" y="95976"/>
                  <a:pt x="49775" y="95976"/>
                </a:cubicBezTo>
                <a:cubicBezTo>
                  <a:pt x="70743" y="95976"/>
                  <a:pt x="83029" y="69043"/>
                  <a:pt x="83029" y="63330"/>
                </a:cubicBezTo>
                <a:cubicBezTo>
                  <a:pt x="83029" y="62273"/>
                  <a:pt x="82181" y="61213"/>
                  <a:pt x="80485" y="61213"/>
                </a:cubicBezTo>
                <a:cubicBezTo>
                  <a:pt x="78578" y="61213"/>
                  <a:pt x="78155" y="62483"/>
                  <a:pt x="77521" y="63963"/>
                </a:cubicBezTo>
                <a:cubicBezTo>
                  <a:pt x="72647" y="77721"/>
                  <a:pt x="59093" y="81787"/>
                  <a:pt x="52101" y="81787"/>
                </a:cubicBezTo>
                <a:cubicBezTo>
                  <a:pt x="47868" y="81787"/>
                  <a:pt x="44054" y="80485"/>
                  <a:pt x="39607" y="78992"/>
                </a:cubicBezTo>
                <a:cubicBezTo>
                  <a:pt x="32406" y="76238"/>
                  <a:pt x="29230" y="75391"/>
                  <a:pt x="24779" y="75391"/>
                </a:cubicBezTo>
                <a:cubicBezTo>
                  <a:pt x="24355" y="75391"/>
                  <a:pt x="20968" y="75391"/>
                  <a:pt x="19062" y="760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df-path-100096">
            <a:extLst xmlns:a="http://schemas.openxmlformats.org/drawingml/2006/main">
              <a:ext uri="{FF2B5EF4-FFF2-40B4-BE49-F238E27FC236}">
                <a16:creationId xmlns:a16="http://schemas.microsoft.com/office/drawing/2014/main" id="{5CE66BEB-9B15-4F70-9A3F-8F0F7B6C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0079" y="3588273"/>
            <a:ext cx="24779" cy="63404"/>
          </a:xfrm>
          <a:custGeom xmlns:a="http://schemas.openxmlformats.org/drawingml/2006/main">
            <a:pathLst>
              <a:path w="24779" h="63404">
                <a:moveTo>
                  <a:pt x="24779" y="22239"/>
                </a:moveTo>
                <a:cubicBezTo>
                  <a:pt x="24779" y="8261"/>
                  <a:pt x="19485" y="0"/>
                  <a:pt x="11225" y="0"/>
                </a:cubicBezTo>
                <a:cubicBezTo>
                  <a:pt x="4233" y="0"/>
                  <a:pt x="0" y="5294"/>
                  <a:pt x="0" y="11225"/>
                </a:cubicBezTo>
                <a:cubicBezTo>
                  <a:pt x="0" y="16945"/>
                  <a:pt x="4233" y="22449"/>
                  <a:pt x="11225" y="22449"/>
                </a:cubicBezTo>
                <a:cubicBezTo>
                  <a:pt x="13764" y="22449"/>
                  <a:pt x="16519" y="21602"/>
                  <a:pt x="18638" y="19699"/>
                </a:cubicBezTo>
                <a:cubicBezTo>
                  <a:pt x="19272" y="19272"/>
                  <a:pt x="19485" y="19062"/>
                  <a:pt x="19695" y="19062"/>
                </a:cubicBezTo>
                <a:cubicBezTo>
                  <a:pt x="19908" y="19062"/>
                  <a:pt x="20122" y="19272"/>
                  <a:pt x="20122" y="22239"/>
                </a:cubicBezTo>
                <a:cubicBezTo>
                  <a:pt x="20122" y="37947"/>
                  <a:pt x="12707" y="50680"/>
                  <a:pt x="5717" y="57684"/>
                </a:cubicBezTo>
                <a:cubicBezTo>
                  <a:pt x="3387" y="60017"/>
                  <a:pt x="3387" y="60440"/>
                  <a:pt x="3387" y="61077"/>
                </a:cubicBezTo>
                <a:cubicBezTo>
                  <a:pt x="3387" y="62557"/>
                  <a:pt x="4447" y="63404"/>
                  <a:pt x="5507" y="63404"/>
                </a:cubicBezTo>
                <a:cubicBezTo>
                  <a:pt x="7834" y="63404"/>
                  <a:pt x="24779" y="47073"/>
                  <a:pt x="24779" y="2223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df-path-100097">
            <a:extLst xmlns:a="http://schemas.openxmlformats.org/drawingml/2006/main">
              <a:ext uri="{FF2B5EF4-FFF2-40B4-BE49-F238E27FC236}">
                <a16:creationId xmlns:a16="http://schemas.microsoft.com/office/drawing/2014/main" id="{20CB4DCF-36F6-4E69-86C1-6EE380CE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6875" y="3517022"/>
            <a:ext cx="77948" cy="95976"/>
          </a:xfrm>
          <a:custGeom xmlns:a="http://schemas.openxmlformats.org/drawingml/2006/main">
            <a:pathLst>
              <a:path w="77948" h="95976">
                <a:moveTo>
                  <a:pt x="71804" y="14472"/>
                </a:moveTo>
                <a:cubicBezTo>
                  <a:pt x="65874" y="14686"/>
                  <a:pt x="61636" y="19346"/>
                  <a:pt x="61636" y="24007"/>
                </a:cubicBezTo>
                <a:cubicBezTo>
                  <a:pt x="61636" y="26974"/>
                  <a:pt x="63543" y="30150"/>
                  <a:pt x="68204" y="30150"/>
                </a:cubicBezTo>
                <a:cubicBezTo>
                  <a:pt x="72864" y="30150"/>
                  <a:pt x="77948" y="26550"/>
                  <a:pt x="77948" y="18290"/>
                </a:cubicBezTo>
                <a:cubicBezTo>
                  <a:pt x="77948" y="8713"/>
                  <a:pt x="68840" y="0"/>
                  <a:pt x="52742" y="0"/>
                </a:cubicBezTo>
                <a:cubicBezTo>
                  <a:pt x="24782" y="0"/>
                  <a:pt x="16945" y="21677"/>
                  <a:pt x="16945" y="30994"/>
                </a:cubicBezTo>
                <a:cubicBezTo>
                  <a:pt x="16945" y="47484"/>
                  <a:pt x="32620" y="50654"/>
                  <a:pt x="38760" y="51921"/>
                </a:cubicBezTo>
                <a:cubicBezTo>
                  <a:pt x="49775" y="54034"/>
                  <a:pt x="60789" y="56362"/>
                  <a:pt x="60789" y="68000"/>
                </a:cubicBezTo>
                <a:cubicBezTo>
                  <a:pt x="60789" y="73507"/>
                  <a:pt x="55919" y="91318"/>
                  <a:pt x="30503" y="91318"/>
                </a:cubicBezTo>
                <a:cubicBezTo>
                  <a:pt x="27537" y="91318"/>
                  <a:pt x="11228" y="91318"/>
                  <a:pt x="6354" y="80074"/>
                </a:cubicBezTo>
                <a:cubicBezTo>
                  <a:pt x="14405" y="81135"/>
                  <a:pt x="19699" y="74777"/>
                  <a:pt x="19699" y="68846"/>
                </a:cubicBezTo>
                <a:cubicBezTo>
                  <a:pt x="19699" y="63976"/>
                  <a:pt x="16312" y="61432"/>
                  <a:pt x="11861" y="61432"/>
                </a:cubicBezTo>
                <a:cubicBezTo>
                  <a:pt x="6354" y="61432"/>
                  <a:pt x="0" y="65883"/>
                  <a:pt x="0" y="75414"/>
                </a:cubicBezTo>
                <a:cubicBezTo>
                  <a:pt x="0" y="87498"/>
                  <a:pt x="12075" y="95976"/>
                  <a:pt x="30290" y="95976"/>
                </a:cubicBezTo>
                <a:cubicBezTo>
                  <a:pt x="64603" y="95976"/>
                  <a:pt x="72864" y="70330"/>
                  <a:pt x="72864" y="60799"/>
                </a:cubicBezTo>
                <a:cubicBezTo>
                  <a:pt x="72864" y="53191"/>
                  <a:pt x="68840" y="47907"/>
                  <a:pt x="66297" y="45370"/>
                </a:cubicBezTo>
                <a:cubicBezTo>
                  <a:pt x="60580" y="39449"/>
                  <a:pt x="54435" y="38392"/>
                  <a:pt x="45118" y="36492"/>
                </a:cubicBezTo>
                <a:cubicBezTo>
                  <a:pt x="37491" y="34801"/>
                  <a:pt x="29019" y="33321"/>
                  <a:pt x="29019" y="23797"/>
                </a:cubicBezTo>
                <a:cubicBezTo>
                  <a:pt x="29019" y="17653"/>
                  <a:pt x="34104" y="4660"/>
                  <a:pt x="52742" y="4660"/>
                </a:cubicBezTo>
                <a:cubicBezTo>
                  <a:pt x="58036" y="4660"/>
                  <a:pt x="68627" y="6154"/>
                  <a:pt x="71804" y="144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df-path-100098">
            <a:extLst xmlns:a="http://schemas.openxmlformats.org/drawingml/2006/main">
              <a:ext uri="{FF2B5EF4-FFF2-40B4-BE49-F238E27FC236}">
                <a16:creationId xmlns:a16="http://schemas.microsoft.com/office/drawing/2014/main" id="{198382B4-E506-4F04-8D4E-D4292FE2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455" y="3577061"/>
            <a:ext cx="64198" cy="66893"/>
          </a:xfrm>
          <a:custGeom xmlns:a="http://schemas.openxmlformats.org/drawingml/2006/main">
            <a:pathLst>
              <a:path w="64198" h="66893">
                <a:moveTo>
                  <a:pt x="55745" y="8653"/>
                </a:moveTo>
                <a:cubicBezTo>
                  <a:pt x="50409" y="9545"/>
                  <a:pt x="48185" y="13696"/>
                  <a:pt x="48185" y="16958"/>
                </a:cubicBezTo>
                <a:cubicBezTo>
                  <a:pt x="48185" y="20960"/>
                  <a:pt x="51298" y="22442"/>
                  <a:pt x="53968" y="22442"/>
                </a:cubicBezTo>
                <a:cubicBezTo>
                  <a:pt x="57230" y="22442"/>
                  <a:pt x="62417" y="20071"/>
                  <a:pt x="62417" y="12954"/>
                </a:cubicBezTo>
                <a:cubicBezTo>
                  <a:pt x="62417" y="2818"/>
                  <a:pt x="50855" y="0"/>
                  <a:pt x="42849" y="0"/>
                </a:cubicBezTo>
                <a:cubicBezTo>
                  <a:pt x="20607" y="0"/>
                  <a:pt x="0" y="20517"/>
                  <a:pt x="0" y="41111"/>
                </a:cubicBezTo>
                <a:cubicBezTo>
                  <a:pt x="0" y="53853"/>
                  <a:pt x="8895" y="66893"/>
                  <a:pt x="27429" y="66893"/>
                </a:cubicBezTo>
                <a:cubicBezTo>
                  <a:pt x="52486" y="66893"/>
                  <a:pt x="64198" y="52224"/>
                  <a:pt x="64198" y="50149"/>
                </a:cubicBezTo>
                <a:cubicBezTo>
                  <a:pt x="64198" y="49260"/>
                  <a:pt x="62864" y="47631"/>
                  <a:pt x="61678" y="47631"/>
                </a:cubicBezTo>
                <a:cubicBezTo>
                  <a:pt x="60788" y="47631"/>
                  <a:pt x="60490" y="47927"/>
                  <a:pt x="59305" y="49111"/>
                </a:cubicBezTo>
                <a:cubicBezTo>
                  <a:pt x="47739" y="62742"/>
                  <a:pt x="30393" y="62742"/>
                  <a:pt x="27724" y="62742"/>
                </a:cubicBezTo>
                <a:cubicBezTo>
                  <a:pt x="17049" y="62742"/>
                  <a:pt x="12304" y="55484"/>
                  <a:pt x="12304" y="46297"/>
                </a:cubicBezTo>
                <a:cubicBezTo>
                  <a:pt x="12304" y="42000"/>
                  <a:pt x="14382" y="25851"/>
                  <a:pt x="22092" y="15623"/>
                </a:cubicBezTo>
                <a:cubicBezTo>
                  <a:pt x="27724" y="8352"/>
                  <a:pt x="35435" y="4153"/>
                  <a:pt x="42849" y="4153"/>
                </a:cubicBezTo>
                <a:cubicBezTo>
                  <a:pt x="44923" y="4153"/>
                  <a:pt x="52040" y="4452"/>
                  <a:pt x="55745" y="865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df-path-100099">
            <a:extLst xmlns:a="http://schemas.openxmlformats.org/drawingml/2006/main">
              <a:ext uri="{FF2B5EF4-FFF2-40B4-BE49-F238E27FC236}">
                <a16:creationId xmlns:a16="http://schemas.microsoft.com/office/drawing/2014/main" id="{2ADC5E57-1476-4013-B4D9-03DA546E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751" y="3588273"/>
            <a:ext cx="24779" cy="63404"/>
          </a:xfrm>
          <a:custGeom xmlns:a="http://schemas.openxmlformats.org/drawingml/2006/main">
            <a:pathLst>
              <a:path w="24779" h="63404">
                <a:moveTo>
                  <a:pt x="24779" y="22239"/>
                </a:moveTo>
                <a:cubicBezTo>
                  <a:pt x="24779" y="8261"/>
                  <a:pt x="19485" y="0"/>
                  <a:pt x="11225" y="0"/>
                </a:cubicBezTo>
                <a:cubicBezTo>
                  <a:pt x="4233" y="0"/>
                  <a:pt x="0" y="5294"/>
                  <a:pt x="0" y="11225"/>
                </a:cubicBezTo>
                <a:cubicBezTo>
                  <a:pt x="0" y="16945"/>
                  <a:pt x="4233" y="22449"/>
                  <a:pt x="11225" y="22449"/>
                </a:cubicBezTo>
                <a:cubicBezTo>
                  <a:pt x="13764" y="22449"/>
                  <a:pt x="16519" y="21602"/>
                  <a:pt x="18638" y="19699"/>
                </a:cubicBezTo>
                <a:cubicBezTo>
                  <a:pt x="19272" y="19272"/>
                  <a:pt x="19485" y="19062"/>
                  <a:pt x="19695" y="19062"/>
                </a:cubicBezTo>
                <a:cubicBezTo>
                  <a:pt x="19908" y="19062"/>
                  <a:pt x="20122" y="19272"/>
                  <a:pt x="20122" y="22239"/>
                </a:cubicBezTo>
                <a:cubicBezTo>
                  <a:pt x="20122" y="37947"/>
                  <a:pt x="12707" y="50680"/>
                  <a:pt x="5717" y="57684"/>
                </a:cubicBezTo>
                <a:cubicBezTo>
                  <a:pt x="3387" y="60017"/>
                  <a:pt x="3387" y="60440"/>
                  <a:pt x="3387" y="61077"/>
                </a:cubicBezTo>
                <a:cubicBezTo>
                  <a:pt x="3387" y="62557"/>
                  <a:pt x="4447" y="63404"/>
                  <a:pt x="5507" y="63404"/>
                </a:cubicBezTo>
                <a:cubicBezTo>
                  <a:pt x="7834" y="63404"/>
                  <a:pt x="24779" y="47073"/>
                  <a:pt x="24779" y="2223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df-path-100100">
            <a:extLst xmlns:a="http://schemas.openxmlformats.org/drawingml/2006/main">
              <a:ext uri="{FF2B5EF4-FFF2-40B4-BE49-F238E27FC236}">
                <a16:creationId xmlns:a16="http://schemas.microsoft.com/office/drawing/2014/main" id="{D39BAF24-ABDC-4266-A5D1-9BF9DCC9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1587" y="3280523"/>
            <a:ext cx="64198" cy="66893"/>
          </a:xfrm>
          <a:custGeom xmlns:a="http://schemas.openxmlformats.org/drawingml/2006/main">
            <a:pathLst>
              <a:path w="64198" h="66893">
                <a:moveTo>
                  <a:pt x="55745" y="8653"/>
                </a:moveTo>
                <a:cubicBezTo>
                  <a:pt x="50409" y="9545"/>
                  <a:pt x="48185" y="13696"/>
                  <a:pt x="48185" y="16958"/>
                </a:cubicBezTo>
                <a:cubicBezTo>
                  <a:pt x="48185" y="20960"/>
                  <a:pt x="51298" y="22442"/>
                  <a:pt x="53968" y="22442"/>
                </a:cubicBezTo>
                <a:cubicBezTo>
                  <a:pt x="57230" y="22442"/>
                  <a:pt x="62417" y="20071"/>
                  <a:pt x="62417" y="12954"/>
                </a:cubicBezTo>
                <a:cubicBezTo>
                  <a:pt x="62417" y="2818"/>
                  <a:pt x="50855" y="0"/>
                  <a:pt x="42849" y="0"/>
                </a:cubicBezTo>
                <a:cubicBezTo>
                  <a:pt x="20607" y="0"/>
                  <a:pt x="0" y="20517"/>
                  <a:pt x="0" y="41111"/>
                </a:cubicBezTo>
                <a:cubicBezTo>
                  <a:pt x="0" y="53853"/>
                  <a:pt x="8895" y="66893"/>
                  <a:pt x="27429" y="66893"/>
                </a:cubicBezTo>
                <a:cubicBezTo>
                  <a:pt x="52486" y="66893"/>
                  <a:pt x="64198" y="52224"/>
                  <a:pt x="64198" y="50149"/>
                </a:cubicBezTo>
                <a:cubicBezTo>
                  <a:pt x="64198" y="49260"/>
                  <a:pt x="62864" y="47631"/>
                  <a:pt x="61678" y="47631"/>
                </a:cubicBezTo>
                <a:cubicBezTo>
                  <a:pt x="60788" y="47631"/>
                  <a:pt x="60490" y="47927"/>
                  <a:pt x="59305" y="49111"/>
                </a:cubicBezTo>
                <a:cubicBezTo>
                  <a:pt x="47739" y="62742"/>
                  <a:pt x="30393" y="62742"/>
                  <a:pt x="27724" y="62742"/>
                </a:cubicBezTo>
                <a:cubicBezTo>
                  <a:pt x="17049" y="62742"/>
                  <a:pt x="12304" y="55484"/>
                  <a:pt x="12304" y="46297"/>
                </a:cubicBezTo>
                <a:cubicBezTo>
                  <a:pt x="12304" y="42000"/>
                  <a:pt x="14382" y="25851"/>
                  <a:pt x="22092" y="15623"/>
                </a:cubicBezTo>
                <a:cubicBezTo>
                  <a:pt x="27724" y="8352"/>
                  <a:pt x="35435" y="4153"/>
                  <a:pt x="42849" y="4153"/>
                </a:cubicBezTo>
                <a:cubicBezTo>
                  <a:pt x="44923" y="4153"/>
                  <a:pt x="52040" y="4452"/>
                  <a:pt x="55745" y="865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df-path-100101">
            <a:extLst xmlns:a="http://schemas.openxmlformats.org/drawingml/2006/main">
              <a:ext uri="{FF2B5EF4-FFF2-40B4-BE49-F238E27FC236}">
                <a16:creationId xmlns:a16="http://schemas.microsoft.com/office/drawing/2014/main" id="{B63A5A81-FF12-4985-A6BC-F17BEEDF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4093" y="3305137"/>
            <a:ext cx="100229" cy="7266"/>
          </a:xfrm>
          <a:custGeom xmlns:a="http://schemas.openxmlformats.org/drawingml/2006/main">
            <a:pathLst>
              <a:path w="100229" h="7266">
                <a:moveTo>
                  <a:pt x="94297" y="7266"/>
                </a:moveTo>
                <a:cubicBezTo>
                  <a:pt x="96670" y="7266"/>
                  <a:pt x="100229" y="7266"/>
                  <a:pt x="100229" y="3708"/>
                </a:cubicBezTo>
                <a:cubicBezTo>
                  <a:pt x="100229" y="0"/>
                  <a:pt x="96817" y="0"/>
                  <a:pt x="94297" y="0"/>
                </a:cubicBezTo>
                <a:lnTo>
                  <a:pt x="5932" y="0"/>
                </a:lnTo>
                <a:cubicBezTo>
                  <a:pt x="3559" y="0"/>
                  <a:pt x="0" y="0"/>
                  <a:pt x="0" y="3559"/>
                </a:cubicBezTo>
                <a:cubicBezTo>
                  <a:pt x="0" y="7266"/>
                  <a:pt x="3411" y="7266"/>
                  <a:pt x="5932" y="7266"/>
                </a:cubicBezTo>
                <a:lnTo>
                  <a:pt x="94297" y="72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df-path-100102">
            <a:extLst xmlns:a="http://schemas.openxmlformats.org/drawingml/2006/main">
              <a:ext uri="{FF2B5EF4-FFF2-40B4-BE49-F238E27FC236}">
                <a16:creationId xmlns:a16="http://schemas.microsoft.com/office/drawing/2014/main" id="{E51DD1E4-C0D4-43A2-A7F8-DAC1DC1E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6629" y="3247510"/>
            <a:ext cx="53969" cy="98457"/>
          </a:xfrm>
          <a:custGeom xmlns:a="http://schemas.openxmlformats.org/drawingml/2006/main">
            <a:pathLst>
              <a:path w="53969" h="98457">
                <a:moveTo>
                  <a:pt x="33508" y="4143"/>
                </a:moveTo>
                <a:cubicBezTo>
                  <a:pt x="33508" y="149"/>
                  <a:pt x="33212" y="0"/>
                  <a:pt x="29060" y="0"/>
                </a:cubicBezTo>
                <a:cubicBezTo>
                  <a:pt x="19572" y="9285"/>
                  <a:pt x="6080" y="9432"/>
                  <a:pt x="0" y="9432"/>
                </a:cubicBezTo>
                <a:lnTo>
                  <a:pt x="0" y="14769"/>
                </a:lnTo>
                <a:cubicBezTo>
                  <a:pt x="3559" y="14769"/>
                  <a:pt x="13343" y="14769"/>
                  <a:pt x="21500" y="10617"/>
                </a:cubicBezTo>
                <a:lnTo>
                  <a:pt x="21500" y="86295"/>
                </a:lnTo>
                <a:cubicBezTo>
                  <a:pt x="21500" y="91193"/>
                  <a:pt x="21500" y="93120"/>
                  <a:pt x="6672" y="93120"/>
                </a:cubicBezTo>
                <a:lnTo>
                  <a:pt x="1038" y="93120"/>
                </a:lnTo>
                <a:lnTo>
                  <a:pt x="1038" y="98457"/>
                </a:lnTo>
                <a:cubicBezTo>
                  <a:pt x="3706" y="98310"/>
                  <a:pt x="21943" y="97864"/>
                  <a:pt x="27429" y="97864"/>
                </a:cubicBezTo>
                <a:cubicBezTo>
                  <a:pt x="32026" y="97864"/>
                  <a:pt x="50706" y="98310"/>
                  <a:pt x="53969" y="98457"/>
                </a:cubicBezTo>
                <a:lnTo>
                  <a:pt x="53969" y="93120"/>
                </a:lnTo>
                <a:lnTo>
                  <a:pt x="48335" y="93120"/>
                </a:lnTo>
                <a:cubicBezTo>
                  <a:pt x="33508" y="93120"/>
                  <a:pt x="33508" y="91193"/>
                  <a:pt x="33508" y="86295"/>
                </a:cubicBezTo>
                <a:lnTo>
                  <a:pt x="33508" y="41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df-path-100103">
            <a:extLst xmlns:a="http://schemas.openxmlformats.org/drawingml/2006/main">
              <a:ext uri="{FF2B5EF4-FFF2-40B4-BE49-F238E27FC236}">
                <a16:creationId xmlns:a16="http://schemas.microsoft.com/office/drawing/2014/main" id="{96A91F46-9C6A-429D-9AB3-3C373496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7538" y="3409515"/>
            <a:ext cx="281914" cy="296613"/>
          </a:xfrm>
          <a:custGeom xmlns:a="http://schemas.openxmlformats.org/drawingml/2006/main">
            <a:pathLst>
              <a:path w="281914" h="296613">
                <a:moveTo>
                  <a:pt x="256286" y="296613"/>
                </a:moveTo>
                <a:lnTo>
                  <a:pt x="281914" y="228820"/>
                </a:lnTo>
                <a:lnTo>
                  <a:pt x="276620" y="228820"/>
                </a:lnTo>
                <a:cubicBezTo>
                  <a:pt x="268360" y="250856"/>
                  <a:pt x="245908" y="265263"/>
                  <a:pt x="221549" y="271621"/>
                </a:cubicBezTo>
                <a:cubicBezTo>
                  <a:pt x="217102" y="272678"/>
                  <a:pt x="196346" y="278188"/>
                  <a:pt x="155679" y="278188"/>
                </a:cubicBezTo>
                <a:lnTo>
                  <a:pt x="27956" y="278188"/>
                </a:lnTo>
                <a:lnTo>
                  <a:pt x="135767" y="151700"/>
                </a:lnTo>
                <a:cubicBezTo>
                  <a:pt x="137251" y="150004"/>
                  <a:pt x="137674" y="149366"/>
                  <a:pt x="137674" y="148310"/>
                </a:cubicBezTo>
                <a:cubicBezTo>
                  <a:pt x="137674" y="147886"/>
                  <a:pt x="137674" y="147250"/>
                  <a:pt x="136191" y="145130"/>
                </a:cubicBezTo>
                <a:lnTo>
                  <a:pt x="37487" y="10167"/>
                </a:lnTo>
                <a:lnTo>
                  <a:pt x="153559" y="10167"/>
                </a:lnTo>
                <a:cubicBezTo>
                  <a:pt x="181941" y="10167"/>
                  <a:pt x="201217" y="13131"/>
                  <a:pt x="203124" y="13558"/>
                </a:cubicBezTo>
                <a:cubicBezTo>
                  <a:pt x="214561" y="15251"/>
                  <a:pt x="232987" y="18855"/>
                  <a:pt x="249722" y="29446"/>
                </a:cubicBezTo>
                <a:cubicBezTo>
                  <a:pt x="255016" y="32836"/>
                  <a:pt x="269417" y="42371"/>
                  <a:pt x="276620" y="59532"/>
                </a:cubicBezTo>
                <a:lnTo>
                  <a:pt x="281914" y="59532"/>
                </a:lnTo>
                <a:lnTo>
                  <a:pt x="256286" y="0"/>
                </a:lnTo>
                <a:lnTo>
                  <a:pt x="5931" y="0"/>
                </a:lnTo>
                <a:cubicBezTo>
                  <a:pt x="1057" y="0"/>
                  <a:pt x="846" y="213"/>
                  <a:pt x="210" y="1484"/>
                </a:cubicBezTo>
                <a:cubicBezTo>
                  <a:pt x="0" y="2120"/>
                  <a:pt x="0" y="6144"/>
                  <a:pt x="0" y="8474"/>
                </a:cubicBezTo>
                <a:lnTo>
                  <a:pt x="112044" y="161868"/>
                </a:lnTo>
                <a:lnTo>
                  <a:pt x="2328" y="290472"/>
                </a:lnTo>
                <a:cubicBezTo>
                  <a:pt x="210" y="293013"/>
                  <a:pt x="210" y="294073"/>
                  <a:pt x="210" y="294286"/>
                </a:cubicBezTo>
                <a:cubicBezTo>
                  <a:pt x="210" y="296613"/>
                  <a:pt x="2117" y="296613"/>
                  <a:pt x="5931" y="296613"/>
                </a:cubicBezTo>
                <a:lnTo>
                  <a:pt x="256286" y="296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df-path-100104">
            <a:extLst xmlns:a="http://schemas.openxmlformats.org/drawingml/2006/main">
              <a:ext uri="{FF2B5EF4-FFF2-40B4-BE49-F238E27FC236}">
                <a16:creationId xmlns:a16="http://schemas.microsoft.com/office/drawing/2014/main" id="{BF834783-A195-4F7C-AA8C-6B29342E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5658" y="3765497"/>
            <a:ext cx="50113" cy="94037"/>
          </a:xfrm>
          <a:custGeom xmlns:a="http://schemas.openxmlformats.org/drawingml/2006/main">
            <a:pathLst>
              <a:path w="50113" h="94037">
                <a:moveTo>
                  <a:pt x="30245" y="34075"/>
                </a:moveTo>
                <a:lnTo>
                  <a:pt x="45368" y="34075"/>
                </a:lnTo>
                <a:cubicBezTo>
                  <a:pt x="48185" y="34075"/>
                  <a:pt x="50113" y="34075"/>
                  <a:pt x="50113" y="30813"/>
                </a:cubicBezTo>
                <a:cubicBezTo>
                  <a:pt x="50113" y="28736"/>
                  <a:pt x="48185" y="28736"/>
                  <a:pt x="45665" y="28736"/>
                </a:cubicBezTo>
                <a:lnTo>
                  <a:pt x="31579" y="28736"/>
                </a:lnTo>
                <a:lnTo>
                  <a:pt x="37066" y="6816"/>
                </a:lnTo>
                <a:cubicBezTo>
                  <a:pt x="37215" y="6074"/>
                  <a:pt x="37512" y="5335"/>
                  <a:pt x="37512" y="4742"/>
                </a:cubicBezTo>
                <a:cubicBezTo>
                  <a:pt x="37512" y="2074"/>
                  <a:pt x="35435" y="0"/>
                  <a:pt x="32469" y="0"/>
                </a:cubicBezTo>
                <a:cubicBezTo>
                  <a:pt x="28763" y="0"/>
                  <a:pt x="26539" y="2520"/>
                  <a:pt x="25501" y="6371"/>
                </a:cubicBezTo>
                <a:cubicBezTo>
                  <a:pt x="24462" y="10074"/>
                  <a:pt x="26390" y="2964"/>
                  <a:pt x="19867" y="28736"/>
                </a:cubicBezTo>
                <a:lnTo>
                  <a:pt x="4744" y="28736"/>
                </a:lnTo>
                <a:cubicBezTo>
                  <a:pt x="1927" y="28736"/>
                  <a:pt x="0" y="28736"/>
                  <a:pt x="0" y="31999"/>
                </a:cubicBezTo>
                <a:cubicBezTo>
                  <a:pt x="0" y="34075"/>
                  <a:pt x="1778" y="34075"/>
                  <a:pt x="4447" y="34075"/>
                </a:cubicBezTo>
                <a:lnTo>
                  <a:pt x="18533" y="34075"/>
                </a:lnTo>
                <a:lnTo>
                  <a:pt x="9784" y="69013"/>
                </a:lnTo>
                <a:cubicBezTo>
                  <a:pt x="8895" y="72714"/>
                  <a:pt x="7560" y="78044"/>
                  <a:pt x="7560" y="79967"/>
                </a:cubicBezTo>
                <a:cubicBezTo>
                  <a:pt x="7560" y="88702"/>
                  <a:pt x="14974" y="94037"/>
                  <a:pt x="23426" y="94037"/>
                </a:cubicBezTo>
                <a:cubicBezTo>
                  <a:pt x="39882" y="94037"/>
                  <a:pt x="49224" y="73307"/>
                  <a:pt x="49224" y="71381"/>
                </a:cubicBezTo>
                <a:cubicBezTo>
                  <a:pt x="49224" y="69456"/>
                  <a:pt x="47296" y="69456"/>
                  <a:pt x="46851" y="69456"/>
                </a:cubicBezTo>
                <a:cubicBezTo>
                  <a:pt x="45072" y="69456"/>
                  <a:pt x="44923" y="69753"/>
                  <a:pt x="43738" y="72271"/>
                </a:cubicBezTo>
                <a:cubicBezTo>
                  <a:pt x="39586" y="81596"/>
                  <a:pt x="32025" y="89885"/>
                  <a:pt x="23869" y="89885"/>
                </a:cubicBezTo>
                <a:cubicBezTo>
                  <a:pt x="20757" y="89885"/>
                  <a:pt x="18683" y="87962"/>
                  <a:pt x="18683" y="82632"/>
                </a:cubicBezTo>
                <a:cubicBezTo>
                  <a:pt x="18683" y="81153"/>
                  <a:pt x="19274" y="78044"/>
                  <a:pt x="19571" y="76562"/>
                </a:cubicBezTo>
                <a:lnTo>
                  <a:pt x="30245" y="340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100105">
            <a:extLst xmlns:a="http://schemas.openxmlformats.org/drawingml/2006/main">
              <a:ext uri="{FF2B5EF4-FFF2-40B4-BE49-F238E27FC236}">
                <a16:creationId xmlns:a16="http://schemas.microsoft.com/office/drawing/2014/main" id="{7D2A8954-E730-4E0A-B1A4-63016F5B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3781" y="3801014"/>
            <a:ext cx="109124" cy="39869"/>
          </a:xfrm>
          <a:custGeom xmlns:a="http://schemas.openxmlformats.org/drawingml/2006/main">
            <a:pathLst>
              <a:path w="109124" h="39869">
                <a:moveTo>
                  <a:pt x="103489" y="7264"/>
                </a:moveTo>
                <a:cubicBezTo>
                  <a:pt x="105712" y="7264"/>
                  <a:pt x="109124" y="7264"/>
                  <a:pt x="109124" y="3559"/>
                </a:cubicBezTo>
                <a:cubicBezTo>
                  <a:pt x="109124" y="0"/>
                  <a:pt x="105566" y="0"/>
                  <a:pt x="103638" y="0"/>
                </a:cubicBezTo>
                <a:lnTo>
                  <a:pt x="5486" y="0"/>
                </a:lnTo>
                <a:cubicBezTo>
                  <a:pt x="3559" y="0"/>
                  <a:pt x="0" y="0"/>
                  <a:pt x="0" y="3559"/>
                </a:cubicBezTo>
                <a:cubicBezTo>
                  <a:pt x="0" y="7264"/>
                  <a:pt x="3409" y="7264"/>
                  <a:pt x="5633" y="7264"/>
                </a:cubicBezTo>
                <a:lnTo>
                  <a:pt x="103489" y="7264"/>
                </a:lnTo>
                <a:moveTo>
                  <a:pt x="103638" y="39869"/>
                </a:moveTo>
                <a:cubicBezTo>
                  <a:pt x="105566" y="39869"/>
                  <a:pt x="109124" y="39869"/>
                  <a:pt x="109124" y="36311"/>
                </a:cubicBezTo>
                <a:cubicBezTo>
                  <a:pt x="109124" y="32603"/>
                  <a:pt x="105712" y="32603"/>
                  <a:pt x="103489" y="32603"/>
                </a:cubicBezTo>
                <a:lnTo>
                  <a:pt x="5633" y="32603"/>
                </a:lnTo>
                <a:cubicBezTo>
                  <a:pt x="3409" y="32603"/>
                  <a:pt x="0" y="32603"/>
                  <a:pt x="0" y="36311"/>
                </a:cubicBezTo>
                <a:cubicBezTo>
                  <a:pt x="0" y="39869"/>
                  <a:pt x="3559" y="39869"/>
                  <a:pt x="5486" y="39869"/>
                </a:cubicBezTo>
                <a:lnTo>
                  <a:pt x="103638" y="398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df-path-100106">
            <a:extLst xmlns:a="http://schemas.openxmlformats.org/drawingml/2006/main">
              <a:ext uri="{FF2B5EF4-FFF2-40B4-BE49-F238E27FC236}">
                <a16:creationId xmlns:a16="http://schemas.microsoft.com/office/drawing/2014/main" id="{AD5719EE-5B5E-4809-AF70-FA709D21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1139" y="3759629"/>
            <a:ext cx="68796" cy="101353"/>
          </a:xfrm>
          <a:custGeom xmlns:a="http://schemas.openxmlformats.org/drawingml/2006/main">
            <a:pathLst>
              <a:path w="68796" h="101353">
                <a:moveTo>
                  <a:pt x="68796" y="51122"/>
                </a:moveTo>
                <a:cubicBezTo>
                  <a:pt x="68796" y="34825"/>
                  <a:pt x="66868" y="23119"/>
                  <a:pt x="60050" y="12746"/>
                </a:cubicBezTo>
                <a:cubicBezTo>
                  <a:pt x="55452" y="5932"/>
                  <a:pt x="46260" y="0"/>
                  <a:pt x="34399" y="0"/>
                </a:cubicBezTo>
                <a:cubicBezTo>
                  <a:pt x="0" y="0"/>
                  <a:pt x="0" y="40456"/>
                  <a:pt x="0" y="51122"/>
                </a:cubicBezTo>
                <a:cubicBezTo>
                  <a:pt x="0" y="61792"/>
                  <a:pt x="0" y="101353"/>
                  <a:pt x="34399" y="101353"/>
                </a:cubicBezTo>
                <a:cubicBezTo>
                  <a:pt x="68796" y="101353"/>
                  <a:pt x="68796" y="61792"/>
                  <a:pt x="68796" y="51122"/>
                </a:cubicBezTo>
                <a:moveTo>
                  <a:pt x="34399" y="97202"/>
                </a:moveTo>
                <a:cubicBezTo>
                  <a:pt x="27579" y="97202"/>
                  <a:pt x="18534" y="93202"/>
                  <a:pt x="15570" y="81053"/>
                </a:cubicBezTo>
                <a:cubicBezTo>
                  <a:pt x="13492" y="72311"/>
                  <a:pt x="13492" y="60160"/>
                  <a:pt x="13492" y="49197"/>
                </a:cubicBezTo>
                <a:cubicBezTo>
                  <a:pt x="13492" y="38381"/>
                  <a:pt x="13492" y="27119"/>
                  <a:pt x="15716" y="18970"/>
                </a:cubicBezTo>
                <a:cubicBezTo>
                  <a:pt x="18829" y="7265"/>
                  <a:pt x="28320" y="4154"/>
                  <a:pt x="34399" y="4154"/>
                </a:cubicBezTo>
                <a:cubicBezTo>
                  <a:pt x="42406" y="4154"/>
                  <a:pt x="50116" y="9043"/>
                  <a:pt x="52783" y="17637"/>
                </a:cubicBezTo>
                <a:cubicBezTo>
                  <a:pt x="55156" y="25637"/>
                  <a:pt x="55304" y="36307"/>
                  <a:pt x="55304" y="49197"/>
                </a:cubicBezTo>
                <a:cubicBezTo>
                  <a:pt x="55304" y="60160"/>
                  <a:pt x="55304" y="71126"/>
                  <a:pt x="53376" y="80460"/>
                </a:cubicBezTo>
                <a:cubicBezTo>
                  <a:pt x="50412" y="93944"/>
                  <a:pt x="40329" y="97202"/>
                  <a:pt x="34399" y="972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df-path-100107">
            <a:extLst xmlns:a="http://schemas.openxmlformats.org/drawingml/2006/main">
              <a:ext uri="{FF2B5EF4-FFF2-40B4-BE49-F238E27FC236}">
                <a16:creationId xmlns:a16="http://schemas.microsoft.com/office/drawing/2014/main" id="{50CF70CF-EA31-4E1C-B857-963C40B6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0735" y="3517023"/>
            <a:ext cx="111201" cy="139205"/>
          </a:xfrm>
          <a:custGeom xmlns:a="http://schemas.openxmlformats.org/drawingml/2006/main">
            <a:pathLst>
              <a:path w="111201" h="139205">
                <a:moveTo>
                  <a:pt x="4871" y="39830"/>
                </a:moveTo>
                <a:cubicBezTo>
                  <a:pt x="13132" y="15465"/>
                  <a:pt x="36220" y="15251"/>
                  <a:pt x="38551" y="15251"/>
                </a:cubicBezTo>
                <a:cubicBezTo>
                  <a:pt x="70534" y="15251"/>
                  <a:pt x="72864" y="52332"/>
                  <a:pt x="72864" y="69073"/>
                </a:cubicBezTo>
                <a:cubicBezTo>
                  <a:pt x="72864" y="81997"/>
                  <a:pt x="71804" y="85601"/>
                  <a:pt x="70320" y="89838"/>
                </a:cubicBezTo>
                <a:cubicBezTo>
                  <a:pt x="65660" y="105306"/>
                  <a:pt x="59306" y="129885"/>
                  <a:pt x="59306" y="135395"/>
                </a:cubicBezTo>
                <a:cubicBezTo>
                  <a:pt x="59306" y="137725"/>
                  <a:pt x="60366" y="139205"/>
                  <a:pt x="62060" y="139205"/>
                </a:cubicBezTo>
                <a:cubicBezTo>
                  <a:pt x="64813" y="139205"/>
                  <a:pt x="66506" y="134548"/>
                  <a:pt x="68836" y="126495"/>
                </a:cubicBezTo>
                <a:cubicBezTo>
                  <a:pt x="73711" y="108696"/>
                  <a:pt x="75828" y="96619"/>
                  <a:pt x="76674" y="90051"/>
                </a:cubicBezTo>
                <a:cubicBezTo>
                  <a:pt x="77098" y="87295"/>
                  <a:pt x="77521" y="84541"/>
                  <a:pt x="78371" y="81787"/>
                </a:cubicBezTo>
                <a:cubicBezTo>
                  <a:pt x="85148" y="60809"/>
                  <a:pt x="98703" y="29236"/>
                  <a:pt x="107174" y="12498"/>
                </a:cubicBezTo>
                <a:cubicBezTo>
                  <a:pt x="108657" y="9958"/>
                  <a:pt x="111201" y="5297"/>
                  <a:pt x="111201" y="4450"/>
                </a:cubicBezTo>
                <a:cubicBezTo>
                  <a:pt x="111201" y="2330"/>
                  <a:pt x="109081" y="2330"/>
                  <a:pt x="108657" y="2330"/>
                </a:cubicBezTo>
                <a:cubicBezTo>
                  <a:pt x="108024" y="2330"/>
                  <a:pt x="106750" y="2330"/>
                  <a:pt x="106117" y="3814"/>
                </a:cubicBezTo>
                <a:cubicBezTo>
                  <a:pt x="95102" y="23939"/>
                  <a:pt x="86628" y="45127"/>
                  <a:pt x="78158" y="66529"/>
                </a:cubicBezTo>
                <a:cubicBezTo>
                  <a:pt x="77944" y="59962"/>
                  <a:pt x="77735" y="43857"/>
                  <a:pt x="69474" y="23302"/>
                </a:cubicBezTo>
                <a:cubicBezTo>
                  <a:pt x="64390" y="10381"/>
                  <a:pt x="55919" y="0"/>
                  <a:pt x="41304" y="0"/>
                </a:cubicBezTo>
                <a:cubicBezTo>
                  <a:pt x="14828" y="0"/>
                  <a:pt x="0" y="32203"/>
                  <a:pt x="0" y="38770"/>
                </a:cubicBezTo>
                <a:cubicBezTo>
                  <a:pt x="0" y="40891"/>
                  <a:pt x="1907" y="40891"/>
                  <a:pt x="4024" y="40891"/>
                </a:cubicBezTo>
                <a:lnTo>
                  <a:pt x="4871" y="398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df-path-100108">
            <a:extLst xmlns:a="http://schemas.openxmlformats.org/drawingml/2006/main">
              <a:ext uri="{FF2B5EF4-FFF2-40B4-BE49-F238E27FC236}">
                <a16:creationId xmlns:a16="http://schemas.microsoft.com/office/drawing/2014/main" id="{F37B1EC7-98AA-4BB7-B59F-EBF6B4B1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4569" y="3430691"/>
            <a:ext cx="50113" cy="94037"/>
          </a:xfrm>
          <a:custGeom xmlns:a="http://schemas.openxmlformats.org/drawingml/2006/main">
            <a:pathLst>
              <a:path w="50113" h="94037">
                <a:moveTo>
                  <a:pt x="30245" y="34075"/>
                </a:moveTo>
                <a:lnTo>
                  <a:pt x="45368" y="34075"/>
                </a:lnTo>
                <a:cubicBezTo>
                  <a:pt x="48185" y="34075"/>
                  <a:pt x="50113" y="34075"/>
                  <a:pt x="50113" y="30813"/>
                </a:cubicBezTo>
                <a:cubicBezTo>
                  <a:pt x="50113" y="28736"/>
                  <a:pt x="48185" y="28736"/>
                  <a:pt x="45665" y="28736"/>
                </a:cubicBezTo>
                <a:lnTo>
                  <a:pt x="31579" y="28736"/>
                </a:lnTo>
                <a:lnTo>
                  <a:pt x="37066" y="6816"/>
                </a:lnTo>
                <a:cubicBezTo>
                  <a:pt x="37215" y="6074"/>
                  <a:pt x="37512" y="5335"/>
                  <a:pt x="37512" y="4742"/>
                </a:cubicBezTo>
                <a:cubicBezTo>
                  <a:pt x="37512" y="2074"/>
                  <a:pt x="35435" y="0"/>
                  <a:pt x="32469" y="0"/>
                </a:cubicBezTo>
                <a:cubicBezTo>
                  <a:pt x="28763" y="0"/>
                  <a:pt x="26539" y="2520"/>
                  <a:pt x="25501" y="6371"/>
                </a:cubicBezTo>
                <a:cubicBezTo>
                  <a:pt x="24462" y="10074"/>
                  <a:pt x="26390" y="2964"/>
                  <a:pt x="19867" y="28736"/>
                </a:cubicBezTo>
                <a:lnTo>
                  <a:pt x="4744" y="28736"/>
                </a:lnTo>
                <a:cubicBezTo>
                  <a:pt x="1927" y="28736"/>
                  <a:pt x="0" y="28736"/>
                  <a:pt x="0" y="31999"/>
                </a:cubicBezTo>
                <a:cubicBezTo>
                  <a:pt x="0" y="34075"/>
                  <a:pt x="1778" y="34075"/>
                  <a:pt x="4447" y="34075"/>
                </a:cubicBezTo>
                <a:lnTo>
                  <a:pt x="18533" y="34075"/>
                </a:lnTo>
                <a:lnTo>
                  <a:pt x="9784" y="69013"/>
                </a:lnTo>
                <a:cubicBezTo>
                  <a:pt x="8895" y="72714"/>
                  <a:pt x="7560" y="78044"/>
                  <a:pt x="7560" y="79967"/>
                </a:cubicBezTo>
                <a:cubicBezTo>
                  <a:pt x="7560" y="88702"/>
                  <a:pt x="14974" y="94037"/>
                  <a:pt x="23426" y="94037"/>
                </a:cubicBezTo>
                <a:cubicBezTo>
                  <a:pt x="39882" y="94037"/>
                  <a:pt x="49224" y="73307"/>
                  <a:pt x="49224" y="71381"/>
                </a:cubicBezTo>
                <a:cubicBezTo>
                  <a:pt x="49224" y="69456"/>
                  <a:pt x="47296" y="69456"/>
                  <a:pt x="46851" y="69456"/>
                </a:cubicBezTo>
                <a:cubicBezTo>
                  <a:pt x="45072" y="69456"/>
                  <a:pt x="44923" y="69753"/>
                  <a:pt x="43737" y="72271"/>
                </a:cubicBezTo>
                <a:cubicBezTo>
                  <a:pt x="39586" y="81596"/>
                  <a:pt x="32025" y="89885"/>
                  <a:pt x="23869" y="89885"/>
                </a:cubicBezTo>
                <a:cubicBezTo>
                  <a:pt x="20757" y="89885"/>
                  <a:pt x="18683" y="87962"/>
                  <a:pt x="18683" y="82632"/>
                </a:cubicBezTo>
                <a:cubicBezTo>
                  <a:pt x="18683" y="81153"/>
                  <a:pt x="19274" y="78044"/>
                  <a:pt x="19571" y="76562"/>
                </a:cubicBezTo>
                <a:lnTo>
                  <a:pt x="30245" y="340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df-path-100109">
            <a:extLst xmlns:a="http://schemas.openxmlformats.org/drawingml/2006/main">
              <a:ext uri="{FF2B5EF4-FFF2-40B4-BE49-F238E27FC236}">
                <a16:creationId xmlns:a16="http://schemas.microsoft.com/office/drawing/2014/main" id="{3307F174-CBB4-489A-8633-6BE8A414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9062" y="3517023"/>
            <a:ext cx="86205" cy="95976"/>
          </a:xfrm>
          <a:custGeom xmlns:a="http://schemas.openxmlformats.org/drawingml/2006/main">
            <a:pathLst>
              <a:path w="86205" h="95976">
                <a:moveTo>
                  <a:pt x="12498" y="81147"/>
                </a:moveTo>
                <a:cubicBezTo>
                  <a:pt x="11862" y="84325"/>
                  <a:pt x="10591" y="89198"/>
                  <a:pt x="10591" y="90258"/>
                </a:cubicBezTo>
                <a:cubicBezTo>
                  <a:pt x="10591" y="94072"/>
                  <a:pt x="13555" y="95976"/>
                  <a:pt x="16732" y="95976"/>
                </a:cubicBezTo>
                <a:cubicBezTo>
                  <a:pt x="19276" y="95976"/>
                  <a:pt x="23086" y="94282"/>
                  <a:pt x="24569" y="90045"/>
                </a:cubicBezTo>
                <a:cubicBezTo>
                  <a:pt x="24993" y="89198"/>
                  <a:pt x="32197" y="60382"/>
                  <a:pt x="33043" y="56569"/>
                </a:cubicBezTo>
                <a:cubicBezTo>
                  <a:pt x="34737" y="49578"/>
                  <a:pt x="38551" y="34747"/>
                  <a:pt x="39821" y="29026"/>
                </a:cubicBezTo>
                <a:cubicBezTo>
                  <a:pt x="40667" y="26269"/>
                  <a:pt x="46598" y="16315"/>
                  <a:pt x="51682" y="11657"/>
                </a:cubicBezTo>
                <a:cubicBezTo>
                  <a:pt x="53376" y="10174"/>
                  <a:pt x="59520" y="4661"/>
                  <a:pt x="68627" y="4661"/>
                </a:cubicBezTo>
                <a:cubicBezTo>
                  <a:pt x="74134" y="4661"/>
                  <a:pt x="77312" y="7207"/>
                  <a:pt x="77521" y="7207"/>
                </a:cubicBezTo>
                <a:cubicBezTo>
                  <a:pt x="71168" y="8268"/>
                  <a:pt x="66506" y="13351"/>
                  <a:pt x="66506" y="18858"/>
                </a:cubicBezTo>
                <a:cubicBezTo>
                  <a:pt x="66506" y="22246"/>
                  <a:pt x="68838" y="26269"/>
                  <a:pt x="74557" y="26269"/>
                </a:cubicBezTo>
                <a:cubicBezTo>
                  <a:pt x="80275" y="26269"/>
                  <a:pt x="86205" y="21399"/>
                  <a:pt x="86205" y="13775"/>
                </a:cubicBezTo>
                <a:cubicBezTo>
                  <a:pt x="86205" y="6361"/>
                  <a:pt x="79428" y="0"/>
                  <a:pt x="68627" y="0"/>
                </a:cubicBezTo>
                <a:cubicBezTo>
                  <a:pt x="54859" y="0"/>
                  <a:pt x="45538" y="10384"/>
                  <a:pt x="41515" y="16315"/>
                </a:cubicBezTo>
                <a:cubicBezTo>
                  <a:pt x="39821" y="6784"/>
                  <a:pt x="32197" y="0"/>
                  <a:pt x="22239" y="0"/>
                </a:cubicBezTo>
                <a:cubicBezTo>
                  <a:pt x="12498" y="0"/>
                  <a:pt x="8472" y="8268"/>
                  <a:pt x="6567" y="12081"/>
                </a:cubicBezTo>
                <a:cubicBezTo>
                  <a:pt x="2754" y="19282"/>
                  <a:pt x="0" y="31993"/>
                  <a:pt x="0" y="32626"/>
                </a:cubicBezTo>
                <a:cubicBezTo>
                  <a:pt x="0" y="34747"/>
                  <a:pt x="2117" y="34747"/>
                  <a:pt x="2541" y="34747"/>
                </a:cubicBezTo>
                <a:cubicBezTo>
                  <a:pt x="4661" y="34747"/>
                  <a:pt x="4871" y="34533"/>
                  <a:pt x="6144" y="29873"/>
                </a:cubicBezTo>
                <a:cubicBezTo>
                  <a:pt x="9745" y="14835"/>
                  <a:pt x="13978" y="4661"/>
                  <a:pt x="21606" y="4661"/>
                </a:cubicBezTo>
                <a:cubicBezTo>
                  <a:pt x="25207" y="4661"/>
                  <a:pt x="28169" y="6361"/>
                  <a:pt x="28169" y="14408"/>
                </a:cubicBezTo>
                <a:cubicBezTo>
                  <a:pt x="28169" y="18858"/>
                  <a:pt x="27537" y="21189"/>
                  <a:pt x="24782" y="32203"/>
                </a:cubicBezTo>
                <a:lnTo>
                  <a:pt x="12498" y="8114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df-path-100110">
            <a:extLst xmlns:a="http://schemas.openxmlformats.org/drawingml/2006/main">
              <a:ext uri="{FF2B5EF4-FFF2-40B4-BE49-F238E27FC236}">
                <a16:creationId xmlns:a16="http://schemas.microsoft.com/office/drawing/2014/main" id="{A6057B4B-5521-44B1-8B75-AD84A7B4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4713" y="3549918"/>
            <a:ext cx="50113" cy="94037"/>
          </a:xfrm>
          <a:custGeom xmlns:a="http://schemas.openxmlformats.org/drawingml/2006/main">
            <a:pathLst>
              <a:path w="50113" h="94037">
                <a:moveTo>
                  <a:pt x="30245" y="34075"/>
                </a:moveTo>
                <a:lnTo>
                  <a:pt x="45368" y="34075"/>
                </a:lnTo>
                <a:cubicBezTo>
                  <a:pt x="48185" y="34075"/>
                  <a:pt x="50113" y="34075"/>
                  <a:pt x="50113" y="30813"/>
                </a:cubicBezTo>
                <a:cubicBezTo>
                  <a:pt x="50113" y="28736"/>
                  <a:pt x="48185" y="28736"/>
                  <a:pt x="45665" y="28736"/>
                </a:cubicBezTo>
                <a:lnTo>
                  <a:pt x="31579" y="28736"/>
                </a:lnTo>
                <a:lnTo>
                  <a:pt x="37066" y="6816"/>
                </a:lnTo>
                <a:cubicBezTo>
                  <a:pt x="37215" y="6075"/>
                  <a:pt x="37512" y="5335"/>
                  <a:pt x="37512" y="4742"/>
                </a:cubicBezTo>
                <a:cubicBezTo>
                  <a:pt x="37512" y="2074"/>
                  <a:pt x="35435" y="0"/>
                  <a:pt x="32469" y="0"/>
                </a:cubicBezTo>
                <a:cubicBezTo>
                  <a:pt x="28763" y="0"/>
                  <a:pt x="26539" y="2520"/>
                  <a:pt x="25501" y="6371"/>
                </a:cubicBezTo>
                <a:cubicBezTo>
                  <a:pt x="24462" y="10074"/>
                  <a:pt x="26390" y="2964"/>
                  <a:pt x="19867" y="28736"/>
                </a:cubicBezTo>
                <a:lnTo>
                  <a:pt x="4744" y="28736"/>
                </a:lnTo>
                <a:cubicBezTo>
                  <a:pt x="1927" y="28736"/>
                  <a:pt x="0" y="28736"/>
                  <a:pt x="0" y="31999"/>
                </a:cubicBezTo>
                <a:cubicBezTo>
                  <a:pt x="0" y="34075"/>
                  <a:pt x="1778" y="34075"/>
                  <a:pt x="4447" y="34075"/>
                </a:cubicBezTo>
                <a:lnTo>
                  <a:pt x="18533" y="34075"/>
                </a:lnTo>
                <a:lnTo>
                  <a:pt x="9784" y="69013"/>
                </a:lnTo>
                <a:cubicBezTo>
                  <a:pt x="8895" y="72714"/>
                  <a:pt x="7560" y="78044"/>
                  <a:pt x="7560" y="79967"/>
                </a:cubicBezTo>
                <a:cubicBezTo>
                  <a:pt x="7560" y="88702"/>
                  <a:pt x="14974" y="94037"/>
                  <a:pt x="23426" y="94037"/>
                </a:cubicBezTo>
                <a:cubicBezTo>
                  <a:pt x="39882" y="94037"/>
                  <a:pt x="49224" y="73307"/>
                  <a:pt x="49224" y="71381"/>
                </a:cubicBezTo>
                <a:cubicBezTo>
                  <a:pt x="49224" y="69456"/>
                  <a:pt x="47296" y="69456"/>
                  <a:pt x="46851" y="69456"/>
                </a:cubicBezTo>
                <a:cubicBezTo>
                  <a:pt x="45072" y="69456"/>
                  <a:pt x="44923" y="69753"/>
                  <a:pt x="43737" y="72271"/>
                </a:cubicBezTo>
                <a:cubicBezTo>
                  <a:pt x="39586" y="81596"/>
                  <a:pt x="32025" y="89885"/>
                  <a:pt x="23869" y="89885"/>
                </a:cubicBezTo>
                <a:cubicBezTo>
                  <a:pt x="20757" y="89885"/>
                  <a:pt x="18683" y="87962"/>
                  <a:pt x="18683" y="82632"/>
                </a:cubicBezTo>
                <a:cubicBezTo>
                  <a:pt x="18683" y="81153"/>
                  <a:pt x="19274" y="78044"/>
                  <a:pt x="19571" y="76562"/>
                </a:cubicBezTo>
                <a:lnTo>
                  <a:pt x="30245" y="340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df-path-100111">
            <a:extLst xmlns:a="http://schemas.openxmlformats.org/drawingml/2006/main">
              <a:ext uri="{FF2B5EF4-FFF2-40B4-BE49-F238E27FC236}">
                <a16:creationId xmlns:a16="http://schemas.microsoft.com/office/drawing/2014/main" id="{08452DFD-DEBC-4DE8-864F-5ABBC604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5118" y="3451867"/>
            <a:ext cx="49138" cy="211807"/>
          </a:xfrm>
          <a:custGeom xmlns:a="http://schemas.openxmlformats.org/drawingml/2006/main">
            <a:pathLst>
              <a:path w="49138" h="211807">
                <a:moveTo>
                  <a:pt x="49138" y="105903"/>
                </a:moveTo>
                <a:cubicBezTo>
                  <a:pt x="49138" y="89385"/>
                  <a:pt x="46811" y="63756"/>
                  <a:pt x="35159" y="39820"/>
                </a:cubicBezTo>
                <a:cubicBezTo>
                  <a:pt x="22452" y="13768"/>
                  <a:pt x="4237" y="0"/>
                  <a:pt x="2117" y="0"/>
                </a:cubicBezTo>
                <a:cubicBezTo>
                  <a:pt x="846" y="0"/>
                  <a:pt x="0" y="850"/>
                  <a:pt x="0" y="2120"/>
                </a:cubicBezTo>
                <a:cubicBezTo>
                  <a:pt x="0" y="2753"/>
                  <a:pt x="0" y="3180"/>
                  <a:pt x="4024" y="6990"/>
                </a:cubicBezTo>
                <a:cubicBezTo>
                  <a:pt x="24782" y="27959"/>
                  <a:pt x="36854" y="61636"/>
                  <a:pt x="36854" y="105903"/>
                </a:cubicBezTo>
                <a:cubicBezTo>
                  <a:pt x="36854" y="142124"/>
                  <a:pt x="29019" y="179401"/>
                  <a:pt x="2753" y="206090"/>
                </a:cubicBezTo>
                <a:cubicBezTo>
                  <a:pt x="0" y="208630"/>
                  <a:pt x="0" y="209057"/>
                  <a:pt x="0" y="209690"/>
                </a:cubicBezTo>
                <a:cubicBezTo>
                  <a:pt x="0" y="210960"/>
                  <a:pt x="846" y="211807"/>
                  <a:pt x="2117" y="211807"/>
                </a:cubicBezTo>
                <a:cubicBezTo>
                  <a:pt x="4237" y="211807"/>
                  <a:pt x="23299" y="197406"/>
                  <a:pt x="35797" y="170506"/>
                </a:cubicBezTo>
                <a:cubicBezTo>
                  <a:pt x="46598" y="147207"/>
                  <a:pt x="49138" y="123695"/>
                  <a:pt x="49138" y="10590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df-path-100112">
            <a:extLst xmlns:a="http://schemas.openxmlformats.org/drawingml/2006/main">
              <a:ext uri="{FF2B5EF4-FFF2-40B4-BE49-F238E27FC236}">
                <a16:creationId xmlns:a16="http://schemas.microsoft.com/office/drawing/2014/main" id="{AC6E7D9C-41BB-430B-AD04-0FEBE8EB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0678" y="3451867"/>
            <a:ext cx="75191" cy="211807"/>
          </a:xfrm>
          <a:custGeom xmlns:a="http://schemas.openxmlformats.org/drawingml/2006/main">
            <a:pathLst>
              <a:path w="75191" h="211807">
                <a:moveTo>
                  <a:pt x="30500" y="183651"/>
                </a:moveTo>
                <a:cubicBezTo>
                  <a:pt x="30500" y="192119"/>
                  <a:pt x="24993" y="205667"/>
                  <a:pt x="1907" y="207150"/>
                </a:cubicBezTo>
                <a:cubicBezTo>
                  <a:pt x="848" y="207360"/>
                  <a:pt x="0" y="208207"/>
                  <a:pt x="0" y="209480"/>
                </a:cubicBezTo>
                <a:cubicBezTo>
                  <a:pt x="0" y="211807"/>
                  <a:pt x="2330" y="211807"/>
                  <a:pt x="4237" y="211807"/>
                </a:cubicBezTo>
                <a:cubicBezTo>
                  <a:pt x="24782" y="211807"/>
                  <a:pt x="44481" y="201433"/>
                  <a:pt x="44691" y="185345"/>
                </a:cubicBezTo>
                <a:lnTo>
                  <a:pt x="44691" y="137075"/>
                </a:lnTo>
                <a:cubicBezTo>
                  <a:pt x="44691" y="128821"/>
                  <a:pt x="44691" y="122047"/>
                  <a:pt x="53165" y="115060"/>
                </a:cubicBezTo>
                <a:cubicBezTo>
                  <a:pt x="60577" y="108919"/>
                  <a:pt x="68627" y="108496"/>
                  <a:pt x="73287" y="108285"/>
                </a:cubicBezTo>
                <a:cubicBezTo>
                  <a:pt x="74344" y="108072"/>
                  <a:pt x="75191" y="107225"/>
                  <a:pt x="75191" y="105955"/>
                </a:cubicBezTo>
                <a:cubicBezTo>
                  <a:pt x="75191" y="103835"/>
                  <a:pt x="73921" y="103835"/>
                  <a:pt x="71804" y="103625"/>
                </a:cubicBezTo>
                <a:cubicBezTo>
                  <a:pt x="57823" y="102778"/>
                  <a:pt x="47659" y="95148"/>
                  <a:pt x="45329" y="84763"/>
                </a:cubicBezTo>
                <a:cubicBezTo>
                  <a:pt x="44691" y="82433"/>
                  <a:pt x="44691" y="82010"/>
                  <a:pt x="44691" y="74379"/>
                </a:cubicBezTo>
                <a:lnTo>
                  <a:pt x="44691" y="32422"/>
                </a:lnTo>
                <a:cubicBezTo>
                  <a:pt x="44691" y="23522"/>
                  <a:pt x="44691" y="16741"/>
                  <a:pt x="34523" y="8687"/>
                </a:cubicBezTo>
                <a:cubicBezTo>
                  <a:pt x="26053" y="2120"/>
                  <a:pt x="11438" y="0"/>
                  <a:pt x="4237" y="0"/>
                </a:cubicBezTo>
                <a:cubicBezTo>
                  <a:pt x="2330" y="0"/>
                  <a:pt x="0" y="0"/>
                  <a:pt x="0" y="2330"/>
                </a:cubicBezTo>
                <a:cubicBezTo>
                  <a:pt x="0" y="4450"/>
                  <a:pt x="1271" y="4450"/>
                  <a:pt x="3390" y="4664"/>
                </a:cubicBezTo>
                <a:cubicBezTo>
                  <a:pt x="16732" y="5510"/>
                  <a:pt x="27113" y="12291"/>
                  <a:pt x="29867" y="23099"/>
                </a:cubicBezTo>
                <a:cubicBezTo>
                  <a:pt x="30500" y="25005"/>
                  <a:pt x="30500" y="25429"/>
                  <a:pt x="30500" y="33059"/>
                </a:cubicBezTo>
                <a:lnTo>
                  <a:pt x="30500" y="77560"/>
                </a:lnTo>
                <a:cubicBezTo>
                  <a:pt x="30500" y="87307"/>
                  <a:pt x="32197" y="90911"/>
                  <a:pt x="38974" y="97691"/>
                </a:cubicBezTo>
                <a:cubicBezTo>
                  <a:pt x="43422" y="102141"/>
                  <a:pt x="49566" y="104262"/>
                  <a:pt x="55495" y="105955"/>
                </a:cubicBezTo>
                <a:cubicBezTo>
                  <a:pt x="38127" y="110826"/>
                  <a:pt x="30500" y="120564"/>
                  <a:pt x="30500" y="132842"/>
                </a:cubicBezTo>
                <a:lnTo>
                  <a:pt x="30500" y="1836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df-path-100113">
            <a:extLst xmlns:a="http://schemas.openxmlformats.org/drawingml/2006/main">
              <a:ext uri="{FF2B5EF4-FFF2-40B4-BE49-F238E27FC236}">
                <a16:creationId xmlns:a16="http://schemas.microsoft.com/office/drawing/2014/main" id="{1B7C7995-692E-4360-BF40-CBE0DF36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1342" y="3301297"/>
            <a:ext cx="134777" cy="110170"/>
          </a:xfrm>
          <a:custGeom xmlns:a="http://schemas.openxmlformats.org/drawingml/2006/main">
            <a:pathLst>
              <a:path w="134777" h="110170">
                <a:moveTo>
                  <a:pt x="59405" y="14479"/>
                </a:moveTo>
                <a:lnTo>
                  <a:pt x="87605" y="14479"/>
                </a:lnTo>
                <a:cubicBezTo>
                  <a:pt x="79368" y="51356"/>
                  <a:pt x="77124" y="62074"/>
                  <a:pt x="77124" y="78766"/>
                </a:cubicBezTo>
                <a:cubicBezTo>
                  <a:pt x="77124" y="82505"/>
                  <a:pt x="77124" y="89231"/>
                  <a:pt x="79121" y="97705"/>
                </a:cubicBezTo>
                <a:cubicBezTo>
                  <a:pt x="81615" y="108673"/>
                  <a:pt x="84361" y="110170"/>
                  <a:pt x="88104" y="110170"/>
                </a:cubicBezTo>
                <a:cubicBezTo>
                  <a:pt x="93098" y="110170"/>
                  <a:pt x="98338" y="105680"/>
                  <a:pt x="98338" y="100694"/>
                </a:cubicBezTo>
                <a:cubicBezTo>
                  <a:pt x="98338" y="99198"/>
                  <a:pt x="98338" y="98703"/>
                  <a:pt x="96841" y="95214"/>
                </a:cubicBezTo>
                <a:cubicBezTo>
                  <a:pt x="89602" y="77273"/>
                  <a:pt x="89602" y="61075"/>
                  <a:pt x="89602" y="54098"/>
                </a:cubicBezTo>
                <a:cubicBezTo>
                  <a:pt x="89602" y="40891"/>
                  <a:pt x="91349" y="27436"/>
                  <a:pt x="94095" y="14479"/>
                </a:cubicBezTo>
                <a:lnTo>
                  <a:pt x="122548" y="14479"/>
                </a:lnTo>
                <a:cubicBezTo>
                  <a:pt x="125792" y="14479"/>
                  <a:pt x="134777" y="14479"/>
                  <a:pt x="134777" y="5990"/>
                </a:cubicBezTo>
                <a:cubicBezTo>
                  <a:pt x="134777" y="0"/>
                  <a:pt x="129536" y="0"/>
                  <a:pt x="124795" y="0"/>
                </a:cubicBezTo>
                <a:lnTo>
                  <a:pt x="41181" y="0"/>
                </a:lnTo>
                <a:cubicBezTo>
                  <a:pt x="35693" y="0"/>
                  <a:pt x="26207" y="0"/>
                  <a:pt x="15227" y="11734"/>
                </a:cubicBezTo>
                <a:cubicBezTo>
                  <a:pt x="6490" y="21456"/>
                  <a:pt x="0" y="32916"/>
                  <a:pt x="0" y="34161"/>
                </a:cubicBezTo>
                <a:cubicBezTo>
                  <a:pt x="0" y="34412"/>
                  <a:pt x="0" y="36656"/>
                  <a:pt x="2994" y="36656"/>
                </a:cubicBezTo>
                <a:cubicBezTo>
                  <a:pt x="4993" y="36656"/>
                  <a:pt x="5492" y="35658"/>
                  <a:pt x="6989" y="33666"/>
                </a:cubicBezTo>
                <a:cubicBezTo>
                  <a:pt x="19217" y="14479"/>
                  <a:pt x="33693" y="14479"/>
                  <a:pt x="38686" y="14479"/>
                </a:cubicBezTo>
                <a:lnTo>
                  <a:pt x="52914" y="14479"/>
                </a:lnTo>
                <a:cubicBezTo>
                  <a:pt x="44924" y="44627"/>
                  <a:pt x="31450" y="74778"/>
                  <a:pt x="20966" y="97453"/>
                </a:cubicBezTo>
                <a:cubicBezTo>
                  <a:pt x="18970" y="101193"/>
                  <a:pt x="18970" y="101693"/>
                  <a:pt x="18970" y="103437"/>
                </a:cubicBezTo>
                <a:cubicBezTo>
                  <a:pt x="18970" y="108174"/>
                  <a:pt x="22961" y="110170"/>
                  <a:pt x="26207" y="110170"/>
                </a:cubicBezTo>
                <a:cubicBezTo>
                  <a:pt x="33693" y="110170"/>
                  <a:pt x="35693" y="103185"/>
                  <a:pt x="38686" y="93965"/>
                </a:cubicBezTo>
                <a:cubicBezTo>
                  <a:pt x="42182" y="82505"/>
                  <a:pt x="42182" y="82007"/>
                  <a:pt x="45427" y="69545"/>
                </a:cubicBezTo>
                <a:lnTo>
                  <a:pt x="59405" y="144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df-path-100114">
            <a:extLst xmlns:a="http://schemas.openxmlformats.org/drawingml/2006/main">
              <a:ext uri="{FF2B5EF4-FFF2-40B4-BE49-F238E27FC236}">
                <a16:creationId xmlns:a16="http://schemas.microsoft.com/office/drawing/2014/main" id="{6DFB9741-3C49-441E-A2C2-AC7A647D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5090" y="3324930"/>
            <a:ext cx="117230" cy="156968"/>
          </a:xfrm>
          <a:custGeom xmlns:a="http://schemas.openxmlformats.org/drawingml/2006/main">
            <a:pathLst>
              <a:path w="117230" h="156968">
                <a:moveTo>
                  <a:pt x="86831" y="4719"/>
                </a:moveTo>
                <a:cubicBezTo>
                  <a:pt x="87356" y="2972"/>
                  <a:pt x="87356" y="2271"/>
                  <a:pt x="87356" y="2098"/>
                </a:cubicBezTo>
                <a:cubicBezTo>
                  <a:pt x="87356" y="0"/>
                  <a:pt x="85084" y="0"/>
                  <a:pt x="84559" y="0"/>
                </a:cubicBezTo>
                <a:cubicBezTo>
                  <a:pt x="81939" y="0"/>
                  <a:pt x="81939" y="701"/>
                  <a:pt x="81065" y="3845"/>
                </a:cubicBezTo>
                <a:lnTo>
                  <a:pt x="52587" y="117774"/>
                </a:lnTo>
                <a:cubicBezTo>
                  <a:pt x="38260" y="116028"/>
                  <a:pt x="30575" y="109910"/>
                  <a:pt x="30575" y="98198"/>
                </a:cubicBezTo>
                <a:cubicBezTo>
                  <a:pt x="30575" y="95578"/>
                  <a:pt x="30575" y="90683"/>
                  <a:pt x="39308" y="69009"/>
                </a:cubicBezTo>
                <a:cubicBezTo>
                  <a:pt x="40708" y="65162"/>
                  <a:pt x="41929" y="62193"/>
                  <a:pt x="41929" y="59220"/>
                </a:cubicBezTo>
                <a:cubicBezTo>
                  <a:pt x="41929" y="50132"/>
                  <a:pt x="34243" y="44190"/>
                  <a:pt x="25331" y="44190"/>
                </a:cubicBezTo>
                <a:cubicBezTo>
                  <a:pt x="7861" y="44190"/>
                  <a:pt x="0" y="68135"/>
                  <a:pt x="0" y="70932"/>
                </a:cubicBezTo>
                <a:cubicBezTo>
                  <a:pt x="0" y="73203"/>
                  <a:pt x="2444" y="73203"/>
                  <a:pt x="2970" y="73203"/>
                </a:cubicBezTo>
                <a:cubicBezTo>
                  <a:pt x="5415" y="73203"/>
                  <a:pt x="5590" y="72331"/>
                  <a:pt x="6112" y="70406"/>
                </a:cubicBezTo>
                <a:cubicBezTo>
                  <a:pt x="10306" y="56074"/>
                  <a:pt x="17994" y="49085"/>
                  <a:pt x="24809" y="49085"/>
                </a:cubicBezTo>
                <a:cubicBezTo>
                  <a:pt x="27779" y="49085"/>
                  <a:pt x="29175" y="51007"/>
                  <a:pt x="29175" y="55200"/>
                </a:cubicBezTo>
                <a:cubicBezTo>
                  <a:pt x="29175" y="59220"/>
                  <a:pt x="27779" y="62542"/>
                  <a:pt x="25857" y="67786"/>
                </a:cubicBezTo>
                <a:cubicBezTo>
                  <a:pt x="17120" y="89808"/>
                  <a:pt x="17120" y="93829"/>
                  <a:pt x="17120" y="96975"/>
                </a:cubicBezTo>
                <a:cubicBezTo>
                  <a:pt x="17120" y="117075"/>
                  <a:pt x="38260" y="121968"/>
                  <a:pt x="51363" y="122666"/>
                </a:cubicBezTo>
                <a:cubicBezTo>
                  <a:pt x="50142" y="127217"/>
                  <a:pt x="43502" y="153998"/>
                  <a:pt x="43502" y="154699"/>
                </a:cubicBezTo>
                <a:cubicBezTo>
                  <a:pt x="43502" y="156968"/>
                  <a:pt x="45600" y="156968"/>
                  <a:pt x="46298" y="156968"/>
                </a:cubicBezTo>
                <a:cubicBezTo>
                  <a:pt x="48744" y="156968"/>
                  <a:pt x="49092" y="156096"/>
                  <a:pt x="49791" y="153299"/>
                </a:cubicBezTo>
                <a:lnTo>
                  <a:pt x="57306" y="123015"/>
                </a:lnTo>
                <a:cubicBezTo>
                  <a:pt x="64117" y="123015"/>
                  <a:pt x="80193" y="123015"/>
                  <a:pt x="98537" y="104666"/>
                </a:cubicBezTo>
                <a:cubicBezTo>
                  <a:pt x="103255" y="99771"/>
                  <a:pt x="107971" y="93653"/>
                  <a:pt x="111116" y="85965"/>
                </a:cubicBezTo>
                <a:cubicBezTo>
                  <a:pt x="113562" y="80196"/>
                  <a:pt x="117230" y="65863"/>
                  <a:pt x="117230" y="57823"/>
                </a:cubicBezTo>
                <a:cubicBezTo>
                  <a:pt x="117230" y="44190"/>
                  <a:pt x="109019" y="44016"/>
                  <a:pt x="108497" y="44016"/>
                </a:cubicBezTo>
                <a:cubicBezTo>
                  <a:pt x="103954" y="44016"/>
                  <a:pt x="99061" y="48732"/>
                  <a:pt x="99061" y="53278"/>
                </a:cubicBezTo>
                <a:cubicBezTo>
                  <a:pt x="99061" y="56251"/>
                  <a:pt x="100808" y="57648"/>
                  <a:pt x="101507" y="58173"/>
                </a:cubicBezTo>
                <a:cubicBezTo>
                  <a:pt x="104303" y="60620"/>
                  <a:pt x="108497" y="64989"/>
                  <a:pt x="108497" y="72680"/>
                </a:cubicBezTo>
                <a:cubicBezTo>
                  <a:pt x="108497" y="87362"/>
                  <a:pt x="88404" y="118123"/>
                  <a:pt x="58527" y="118123"/>
                </a:cubicBezTo>
                <a:lnTo>
                  <a:pt x="86831" y="47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df-path-100115">
            <a:extLst xmlns:a="http://schemas.openxmlformats.org/drawingml/2006/main">
              <a:ext uri="{FF2B5EF4-FFF2-40B4-BE49-F238E27FC236}">
                <a16:creationId xmlns:a16="http://schemas.microsoft.com/office/drawing/2014/main" id="{AD529A49-7E07-4717-9456-8FA5836F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2404" y="3221593"/>
            <a:ext cx="57903" cy="249589"/>
          </a:xfrm>
          <a:custGeom xmlns:a="http://schemas.openxmlformats.org/drawingml/2006/main">
            <a:pathLst>
              <a:path w="57903" h="249589">
                <a:moveTo>
                  <a:pt x="57903" y="247095"/>
                </a:moveTo>
                <a:cubicBezTo>
                  <a:pt x="57903" y="246348"/>
                  <a:pt x="57903" y="245845"/>
                  <a:pt x="53661" y="241603"/>
                </a:cubicBezTo>
                <a:cubicBezTo>
                  <a:pt x="22463" y="210157"/>
                  <a:pt x="14476" y="162982"/>
                  <a:pt x="14476" y="124795"/>
                </a:cubicBezTo>
                <a:cubicBezTo>
                  <a:pt x="14476" y="81367"/>
                  <a:pt x="23959" y="37940"/>
                  <a:pt x="54658" y="6741"/>
                </a:cubicBezTo>
                <a:cubicBezTo>
                  <a:pt x="57903" y="3747"/>
                  <a:pt x="57903" y="3245"/>
                  <a:pt x="57903" y="2499"/>
                </a:cubicBezTo>
                <a:cubicBezTo>
                  <a:pt x="57903" y="751"/>
                  <a:pt x="56906" y="0"/>
                  <a:pt x="55409" y="0"/>
                </a:cubicBezTo>
                <a:cubicBezTo>
                  <a:pt x="52911" y="0"/>
                  <a:pt x="30448" y="16975"/>
                  <a:pt x="15721" y="48672"/>
                </a:cubicBezTo>
                <a:cubicBezTo>
                  <a:pt x="2994" y="76127"/>
                  <a:pt x="0" y="103829"/>
                  <a:pt x="0" y="124795"/>
                </a:cubicBezTo>
                <a:cubicBezTo>
                  <a:pt x="0" y="144263"/>
                  <a:pt x="2742" y="174464"/>
                  <a:pt x="16471" y="202670"/>
                </a:cubicBezTo>
                <a:cubicBezTo>
                  <a:pt x="31446" y="233369"/>
                  <a:pt x="52911" y="249589"/>
                  <a:pt x="55409" y="249589"/>
                </a:cubicBezTo>
                <a:cubicBezTo>
                  <a:pt x="56906" y="249589"/>
                  <a:pt x="57903" y="248843"/>
                  <a:pt x="57903" y="2470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df-path-100116">
            <a:extLst xmlns:a="http://schemas.openxmlformats.org/drawingml/2006/main">
              <a:ext uri="{FF2B5EF4-FFF2-40B4-BE49-F238E27FC236}">
                <a16:creationId xmlns:a16="http://schemas.microsoft.com/office/drawing/2014/main" id="{2FCE4535-3B78-490D-8416-E60F2323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5482" y="3298371"/>
            <a:ext cx="105825" cy="113095"/>
          </a:xfrm>
          <a:custGeom xmlns:a="http://schemas.openxmlformats.org/drawingml/2006/main">
            <a:pathLst>
              <a:path w="105825" h="113095">
                <a:moveTo>
                  <a:pt x="22463" y="89586"/>
                </a:moveTo>
                <a:cubicBezTo>
                  <a:pt x="35941" y="75125"/>
                  <a:pt x="43176" y="68891"/>
                  <a:pt x="52164" y="61164"/>
                </a:cubicBezTo>
                <a:cubicBezTo>
                  <a:pt x="52164" y="60912"/>
                  <a:pt x="67638" y="47697"/>
                  <a:pt x="76622" y="38720"/>
                </a:cubicBezTo>
                <a:cubicBezTo>
                  <a:pt x="100333" y="15478"/>
                  <a:pt x="105825" y="3496"/>
                  <a:pt x="105825" y="2499"/>
                </a:cubicBezTo>
                <a:cubicBezTo>
                  <a:pt x="105825" y="0"/>
                  <a:pt x="103579" y="0"/>
                  <a:pt x="103079" y="0"/>
                </a:cubicBezTo>
                <a:cubicBezTo>
                  <a:pt x="101331" y="0"/>
                  <a:pt x="100585" y="503"/>
                  <a:pt x="99336" y="2746"/>
                </a:cubicBezTo>
                <a:cubicBezTo>
                  <a:pt x="91848" y="14728"/>
                  <a:pt x="86608" y="18768"/>
                  <a:pt x="80617" y="18768"/>
                </a:cubicBezTo>
                <a:cubicBezTo>
                  <a:pt x="74627" y="18768"/>
                  <a:pt x="71629" y="14979"/>
                  <a:pt x="67885" y="10736"/>
                </a:cubicBezTo>
                <a:cubicBezTo>
                  <a:pt x="63144" y="4993"/>
                  <a:pt x="58901" y="0"/>
                  <a:pt x="50663" y="0"/>
                </a:cubicBezTo>
                <a:cubicBezTo>
                  <a:pt x="31946" y="0"/>
                  <a:pt x="20466" y="23262"/>
                  <a:pt x="20466" y="28499"/>
                </a:cubicBezTo>
                <a:cubicBezTo>
                  <a:pt x="20466" y="29748"/>
                  <a:pt x="21213" y="31241"/>
                  <a:pt x="23460" y="31241"/>
                </a:cubicBezTo>
                <a:cubicBezTo>
                  <a:pt x="25707" y="31241"/>
                  <a:pt x="26207" y="29995"/>
                  <a:pt x="26705" y="28499"/>
                </a:cubicBezTo>
                <a:cubicBezTo>
                  <a:pt x="31447" y="16982"/>
                  <a:pt x="45923" y="16723"/>
                  <a:pt x="47918" y="16723"/>
                </a:cubicBezTo>
                <a:cubicBezTo>
                  <a:pt x="53162" y="16723"/>
                  <a:pt x="57903" y="18513"/>
                  <a:pt x="63643" y="20516"/>
                </a:cubicBezTo>
                <a:cubicBezTo>
                  <a:pt x="73628" y="24260"/>
                  <a:pt x="76374" y="24260"/>
                  <a:pt x="82864" y="24260"/>
                </a:cubicBezTo>
                <a:cubicBezTo>
                  <a:pt x="73876" y="34980"/>
                  <a:pt x="52911" y="52933"/>
                  <a:pt x="48169" y="56925"/>
                </a:cubicBezTo>
                <a:lnTo>
                  <a:pt x="25707" y="77867"/>
                </a:lnTo>
                <a:cubicBezTo>
                  <a:pt x="8733" y="94586"/>
                  <a:pt x="0" y="108853"/>
                  <a:pt x="0" y="110601"/>
                </a:cubicBezTo>
                <a:cubicBezTo>
                  <a:pt x="0" y="113095"/>
                  <a:pt x="2495" y="113095"/>
                  <a:pt x="2994" y="113095"/>
                </a:cubicBezTo>
                <a:cubicBezTo>
                  <a:pt x="4989" y="113095"/>
                  <a:pt x="5488" y="112597"/>
                  <a:pt x="6989" y="109854"/>
                </a:cubicBezTo>
                <a:cubicBezTo>
                  <a:pt x="12728" y="101118"/>
                  <a:pt x="20215" y="94327"/>
                  <a:pt x="28202" y="94327"/>
                </a:cubicBezTo>
                <a:cubicBezTo>
                  <a:pt x="33941" y="94327"/>
                  <a:pt x="36440" y="96624"/>
                  <a:pt x="42678" y="103863"/>
                </a:cubicBezTo>
                <a:cubicBezTo>
                  <a:pt x="46920" y="109104"/>
                  <a:pt x="51414" y="113095"/>
                  <a:pt x="58653" y="113095"/>
                </a:cubicBezTo>
                <a:cubicBezTo>
                  <a:pt x="83362" y="113095"/>
                  <a:pt x="97838" y="81360"/>
                  <a:pt x="97838" y="74626"/>
                </a:cubicBezTo>
                <a:cubicBezTo>
                  <a:pt x="97838" y="73381"/>
                  <a:pt x="96841" y="72132"/>
                  <a:pt x="94842" y="72132"/>
                </a:cubicBezTo>
                <a:cubicBezTo>
                  <a:pt x="92594" y="72132"/>
                  <a:pt x="92096" y="73629"/>
                  <a:pt x="91349" y="75373"/>
                </a:cubicBezTo>
                <a:cubicBezTo>
                  <a:pt x="85606" y="91585"/>
                  <a:pt x="69633" y="96376"/>
                  <a:pt x="61396" y="96376"/>
                </a:cubicBezTo>
                <a:cubicBezTo>
                  <a:pt x="56407" y="96376"/>
                  <a:pt x="51913" y="94841"/>
                  <a:pt x="46673" y="93082"/>
                </a:cubicBezTo>
                <a:cubicBezTo>
                  <a:pt x="38187" y="89838"/>
                  <a:pt x="34443" y="88839"/>
                  <a:pt x="29199" y="88839"/>
                </a:cubicBezTo>
                <a:cubicBezTo>
                  <a:pt x="28701" y="88839"/>
                  <a:pt x="24709" y="88839"/>
                  <a:pt x="22463" y="8958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path-100117">
            <a:extLst xmlns:a="http://schemas.openxmlformats.org/drawingml/2006/main">
              <a:ext uri="{FF2B5EF4-FFF2-40B4-BE49-F238E27FC236}">
                <a16:creationId xmlns:a16="http://schemas.microsoft.com/office/drawing/2014/main" id="{07B64402-9D76-4452-A089-2A29CC6A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1488" y="3221593"/>
            <a:ext cx="9985" cy="249589"/>
          </a:xfrm>
          <a:custGeom xmlns:a="http://schemas.openxmlformats.org/drawingml/2006/main">
            <a:pathLst>
              <a:path w="9985" h="249589">
                <a:moveTo>
                  <a:pt x="9985" y="8988"/>
                </a:moveTo>
                <a:cubicBezTo>
                  <a:pt x="9985" y="4494"/>
                  <a:pt x="9985" y="0"/>
                  <a:pt x="4993" y="0"/>
                </a:cubicBezTo>
                <a:cubicBezTo>
                  <a:pt x="0" y="0"/>
                  <a:pt x="0" y="4494"/>
                  <a:pt x="0" y="8988"/>
                </a:cubicBezTo>
                <a:lnTo>
                  <a:pt x="0" y="240605"/>
                </a:lnTo>
                <a:cubicBezTo>
                  <a:pt x="0" y="245099"/>
                  <a:pt x="0" y="249589"/>
                  <a:pt x="4993" y="249589"/>
                </a:cubicBezTo>
                <a:cubicBezTo>
                  <a:pt x="9985" y="249589"/>
                  <a:pt x="9985" y="245099"/>
                  <a:pt x="9985" y="240605"/>
                </a:cubicBezTo>
                <a:lnTo>
                  <a:pt x="9985" y="89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df-path-100118">
            <a:extLst xmlns:a="http://schemas.openxmlformats.org/drawingml/2006/main">
              <a:ext uri="{FF2B5EF4-FFF2-40B4-BE49-F238E27FC236}">
                <a16:creationId xmlns:a16="http://schemas.microsoft.com/office/drawing/2014/main" id="{F5310ED8-103C-40BB-BE28-E47A7A78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4113" y="3298371"/>
            <a:ext cx="91853" cy="113095"/>
          </a:xfrm>
          <a:custGeom xmlns:a="http://schemas.openxmlformats.org/drawingml/2006/main">
            <a:pathLst>
              <a:path w="91853" h="113095">
                <a:moveTo>
                  <a:pt x="84612" y="17054"/>
                </a:moveTo>
                <a:cubicBezTo>
                  <a:pt x="77624" y="17306"/>
                  <a:pt x="72632" y="22797"/>
                  <a:pt x="72632" y="28290"/>
                </a:cubicBezTo>
                <a:cubicBezTo>
                  <a:pt x="72632" y="31785"/>
                  <a:pt x="74878" y="35529"/>
                  <a:pt x="80370" y="35529"/>
                </a:cubicBezTo>
                <a:cubicBezTo>
                  <a:pt x="85861" y="35529"/>
                  <a:pt x="91853" y="31286"/>
                  <a:pt x="91853" y="21552"/>
                </a:cubicBezTo>
                <a:cubicBezTo>
                  <a:pt x="91853" y="10268"/>
                  <a:pt x="81119" y="0"/>
                  <a:pt x="62150" y="0"/>
                </a:cubicBezTo>
                <a:cubicBezTo>
                  <a:pt x="29204" y="0"/>
                  <a:pt x="19969" y="25543"/>
                  <a:pt x="19969" y="36523"/>
                </a:cubicBezTo>
                <a:cubicBezTo>
                  <a:pt x="19969" y="55954"/>
                  <a:pt x="38440" y="59690"/>
                  <a:pt x="45675" y="61183"/>
                </a:cubicBezTo>
                <a:cubicBezTo>
                  <a:pt x="58655" y="63673"/>
                  <a:pt x="71633" y="66416"/>
                  <a:pt x="71633" y="80129"/>
                </a:cubicBezTo>
                <a:cubicBezTo>
                  <a:pt x="71633" y="86619"/>
                  <a:pt x="65894" y="107607"/>
                  <a:pt x="35944" y="107607"/>
                </a:cubicBezTo>
                <a:cubicBezTo>
                  <a:pt x="32448" y="107607"/>
                  <a:pt x="13231" y="107607"/>
                  <a:pt x="7488" y="94358"/>
                </a:cubicBezTo>
                <a:cubicBezTo>
                  <a:pt x="16975" y="95607"/>
                  <a:pt x="23213" y="88116"/>
                  <a:pt x="23213" y="81128"/>
                </a:cubicBezTo>
                <a:cubicBezTo>
                  <a:pt x="23213" y="75388"/>
                  <a:pt x="19222" y="72391"/>
                  <a:pt x="13977" y="72391"/>
                </a:cubicBezTo>
                <a:cubicBezTo>
                  <a:pt x="7488" y="72391"/>
                  <a:pt x="0" y="77635"/>
                  <a:pt x="0" y="88866"/>
                </a:cubicBezTo>
                <a:cubicBezTo>
                  <a:pt x="0" y="103106"/>
                  <a:pt x="14229" y="113095"/>
                  <a:pt x="35693" y="113095"/>
                </a:cubicBezTo>
                <a:cubicBezTo>
                  <a:pt x="76127" y="113095"/>
                  <a:pt x="85861" y="82875"/>
                  <a:pt x="85861" y="71644"/>
                </a:cubicBezTo>
                <a:cubicBezTo>
                  <a:pt x="85861" y="62679"/>
                  <a:pt x="81119" y="56452"/>
                  <a:pt x="78123" y="53463"/>
                </a:cubicBezTo>
                <a:cubicBezTo>
                  <a:pt x="71385" y="46486"/>
                  <a:pt x="64146" y="45241"/>
                  <a:pt x="53167" y="43001"/>
                </a:cubicBezTo>
                <a:cubicBezTo>
                  <a:pt x="44179" y="41009"/>
                  <a:pt x="34197" y="39265"/>
                  <a:pt x="34197" y="28042"/>
                </a:cubicBezTo>
                <a:cubicBezTo>
                  <a:pt x="34197" y="20802"/>
                  <a:pt x="40187" y="5492"/>
                  <a:pt x="62150" y="5492"/>
                </a:cubicBezTo>
                <a:cubicBezTo>
                  <a:pt x="68389" y="5492"/>
                  <a:pt x="80868" y="7251"/>
                  <a:pt x="84612" y="1705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df-path-100119">
            <a:extLst xmlns:a="http://schemas.openxmlformats.org/drawingml/2006/main">
              <a:ext uri="{FF2B5EF4-FFF2-40B4-BE49-F238E27FC236}">
                <a16:creationId xmlns:a16="http://schemas.microsoft.com/office/drawing/2014/main" id="{7B8F9821-3E83-40BF-A28A-68B2DC0A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2358" y="3221593"/>
            <a:ext cx="57903" cy="249589"/>
          </a:xfrm>
          <a:custGeom xmlns:a="http://schemas.openxmlformats.org/drawingml/2006/main">
            <a:pathLst>
              <a:path w="57903" h="249589">
                <a:moveTo>
                  <a:pt x="57903" y="124795"/>
                </a:moveTo>
                <a:cubicBezTo>
                  <a:pt x="57903" y="105330"/>
                  <a:pt x="55161" y="75129"/>
                  <a:pt x="41431" y="46924"/>
                </a:cubicBezTo>
                <a:cubicBezTo>
                  <a:pt x="26457" y="16224"/>
                  <a:pt x="4993" y="0"/>
                  <a:pt x="2494" y="0"/>
                </a:cubicBezTo>
                <a:cubicBezTo>
                  <a:pt x="998" y="0"/>
                  <a:pt x="0" y="1002"/>
                  <a:pt x="0" y="2499"/>
                </a:cubicBezTo>
                <a:cubicBezTo>
                  <a:pt x="0" y="3245"/>
                  <a:pt x="0" y="3747"/>
                  <a:pt x="4742" y="8238"/>
                </a:cubicBezTo>
                <a:cubicBezTo>
                  <a:pt x="29203" y="32947"/>
                  <a:pt x="43428" y="72631"/>
                  <a:pt x="43428" y="124795"/>
                </a:cubicBezTo>
                <a:cubicBezTo>
                  <a:pt x="43428" y="167476"/>
                  <a:pt x="34196" y="211402"/>
                  <a:pt x="3244" y="242852"/>
                </a:cubicBezTo>
                <a:cubicBezTo>
                  <a:pt x="0" y="245845"/>
                  <a:pt x="0" y="246348"/>
                  <a:pt x="0" y="247095"/>
                </a:cubicBezTo>
                <a:cubicBezTo>
                  <a:pt x="0" y="248592"/>
                  <a:pt x="998" y="249589"/>
                  <a:pt x="2494" y="249589"/>
                </a:cubicBezTo>
                <a:cubicBezTo>
                  <a:pt x="4993" y="249589"/>
                  <a:pt x="27455" y="232619"/>
                  <a:pt x="42182" y="200921"/>
                </a:cubicBezTo>
                <a:cubicBezTo>
                  <a:pt x="54909" y="173467"/>
                  <a:pt x="57903" y="145760"/>
                  <a:pt x="57903" y="1247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df-path-100120">
            <a:extLst xmlns:a="http://schemas.openxmlformats.org/drawingml/2006/main">
              <a:ext uri="{FF2B5EF4-FFF2-40B4-BE49-F238E27FC236}">
                <a16:creationId xmlns:a16="http://schemas.microsoft.com/office/drawing/2014/main" id="{1B0CEB3E-DA88-425A-BD0C-FA8BC244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7764" y="1973495"/>
            <a:ext cx="139203" cy="113789"/>
          </a:xfrm>
          <a:custGeom xmlns:a="http://schemas.openxmlformats.org/drawingml/2006/main">
            <a:pathLst>
              <a:path w="139203" h="113789">
                <a:moveTo>
                  <a:pt x="61354" y="14955"/>
                </a:moveTo>
                <a:lnTo>
                  <a:pt x="90483" y="14955"/>
                </a:lnTo>
                <a:cubicBezTo>
                  <a:pt x="81974" y="53044"/>
                  <a:pt x="79657" y="64113"/>
                  <a:pt x="79657" y="81353"/>
                </a:cubicBezTo>
                <a:cubicBezTo>
                  <a:pt x="79657" y="85216"/>
                  <a:pt x="79657" y="92162"/>
                  <a:pt x="81718" y="100915"/>
                </a:cubicBezTo>
                <a:cubicBezTo>
                  <a:pt x="84295" y="112243"/>
                  <a:pt x="87131" y="113789"/>
                  <a:pt x="90998" y="113789"/>
                </a:cubicBezTo>
                <a:cubicBezTo>
                  <a:pt x="96155" y="113789"/>
                  <a:pt x="101567" y="109151"/>
                  <a:pt x="101567" y="104002"/>
                </a:cubicBezTo>
                <a:cubicBezTo>
                  <a:pt x="101567" y="102457"/>
                  <a:pt x="101567" y="101946"/>
                  <a:pt x="100021" y="98342"/>
                </a:cubicBezTo>
                <a:cubicBezTo>
                  <a:pt x="92543" y="79811"/>
                  <a:pt x="92543" y="63082"/>
                  <a:pt x="92543" y="55876"/>
                </a:cubicBezTo>
                <a:cubicBezTo>
                  <a:pt x="92543" y="42235"/>
                  <a:pt x="94349" y="28337"/>
                  <a:pt x="97185" y="14955"/>
                </a:cubicBezTo>
                <a:lnTo>
                  <a:pt x="126573" y="14955"/>
                </a:lnTo>
                <a:cubicBezTo>
                  <a:pt x="129923" y="14955"/>
                  <a:pt x="139203" y="14955"/>
                  <a:pt x="139203" y="6187"/>
                </a:cubicBezTo>
                <a:cubicBezTo>
                  <a:pt x="139203" y="0"/>
                  <a:pt x="133791" y="0"/>
                  <a:pt x="128893" y="0"/>
                </a:cubicBezTo>
                <a:lnTo>
                  <a:pt x="42532" y="0"/>
                </a:lnTo>
                <a:cubicBezTo>
                  <a:pt x="36864" y="0"/>
                  <a:pt x="27066" y="0"/>
                  <a:pt x="15726" y="12120"/>
                </a:cubicBezTo>
                <a:cubicBezTo>
                  <a:pt x="6702" y="22161"/>
                  <a:pt x="0" y="33997"/>
                  <a:pt x="0" y="35284"/>
                </a:cubicBezTo>
                <a:cubicBezTo>
                  <a:pt x="0" y="35544"/>
                  <a:pt x="0" y="37860"/>
                  <a:pt x="3092" y="37860"/>
                </a:cubicBezTo>
                <a:cubicBezTo>
                  <a:pt x="5157" y="37860"/>
                  <a:pt x="5672" y="36830"/>
                  <a:pt x="7217" y="34772"/>
                </a:cubicBezTo>
                <a:cubicBezTo>
                  <a:pt x="19848" y="14955"/>
                  <a:pt x="34799" y="14955"/>
                  <a:pt x="39956" y="14955"/>
                </a:cubicBezTo>
                <a:lnTo>
                  <a:pt x="54652" y="14955"/>
                </a:lnTo>
                <a:cubicBezTo>
                  <a:pt x="46399" y="46093"/>
                  <a:pt x="32483" y="77235"/>
                  <a:pt x="21653" y="100655"/>
                </a:cubicBezTo>
                <a:cubicBezTo>
                  <a:pt x="19593" y="104518"/>
                  <a:pt x="19593" y="105033"/>
                  <a:pt x="19593" y="106835"/>
                </a:cubicBezTo>
                <a:cubicBezTo>
                  <a:pt x="19593" y="111728"/>
                  <a:pt x="23715" y="113789"/>
                  <a:pt x="27066" y="113789"/>
                </a:cubicBezTo>
                <a:cubicBezTo>
                  <a:pt x="34799" y="113789"/>
                  <a:pt x="36864" y="106575"/>
                  <a:pt x="39956" y="97052"/>
                </a:cubicBezTo>
                <a:cubicBezTo>
                  <a:pt x="43567" y="85216"/>
                  <a:pt x="43567" y="84701"/>
                  <a:pt x="46918" y="71830"/>
                </a:cubicBezTo>
                <a:lnTo>
                  <a:pt x="61354" y="149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df-path-100121">
            <a:extLst xmlns:a="http://schemas.openxmlformats.org/drawingml/2006/main">
              <a:ext uri="{FF2B5EF4-FFF2-40B4-BE49-F238E27FC236}">
                <a16:creationId xmlns:a16="http://schemas.microsoft.com/office/drawing/2014/main" id="{7A891E81-DDB9-41A7-9A22-40D502C4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9120" y="1996142"/>
            <a:ext cx="80842" cy="128818"/>
          </a:xfrm>
          <a:custGeom xmlns:a="http://schemas.openxmlformats.org/drawingml/2006/main">
            <a:pathLst>
              <a:path w="80842" h="128818">
                <a:moveTo>
                  <a:pt x="80842" y="39160"/>
                </a:moveTo>
                <a:cubicBezTo>
                  <a:pt x="80842" y="20210"/>
                  <a:pt x="73625" y="0"/>
                  <a:pt x="55938" y="0"/>
                </a:cubicBezTo>
                <a:cubicBezTo>
                  <a:pt x="28873" y="0"/>
                  <a:pt x="0" y="48362"/>
                  <a:pt x="0" y="89678"/>
                </a:cubicBezTo>
                <a:cubicBezTo>
                  <a:pt x="0" y="111141"/>
                  <a:pt x="8301" y="128818"/>
                  <a:pt x="24902" y="128818"/>
                </a:cubicBezTo>
                <a:cubicBezTo>
                  <a:pt x="52332" y="128818"/>
                  <a:pt x="80842" y="79575"/>
                  <a:pt x="80842" y="39160"/>
                </a:cubicBezTo>
                <a:moveTo>
                  <a:pt x="20392" y="61174"/>
                </a:moveTo>
                <a:cubicBezTo>
                  <a:pt x="29594" y="22196"/>
                  <a:pt x="45112" y="5056"/>
                  <a:pt x="55759" y="5056"/>
                </a:cubicBezTo>
                <a:cubicBezTo>
                  <a:pt x="67308" y="5056"/>
                  <a:pt x="67308" y="25084"/>
                  <a:pt x="67308" y="28512"/>
                </a:cubicBezTo>
                <a:cubicBezTo>
                  <a:pt x="67308" y="35550"/>
                  <a:pt x="65865" y="46016"/>
                  <a:pt x="62076" y="61174"/>
                </a:cubicBezTo>
                <a:lnTo>
                  <a:pt x="20392" y="61174"/>
                </a:lnTo>
                <a:moveTo>
                  <a:pt x="60452" y="67669"/>
                </a:moveTo>
                <a:cubicBezTo>
                  <a:pt x="55399" y="87331"/>
                  <a:pt x="51249" y="97070"/>
                  <a:pt x="45833" y="105909"/>
                </a:cubicBezTo>
                <a:cubicBezTo>
                  <a:pt x="40242" y="115290"/>
                  <a:pt x="33021" y="123765"/>
                  <a:pt x="25083" y="123765"/>
                </a:cubicBezTo>
                <a:cubicBezTo>
                  <a:pt x="15157" y="123765"/>
                  <a:pt x="13533" y="110058"/>
                  <a:pt x="13533" y="100317"/>
                </a:cubicBezTo>
                <a:cubicBezTo>
                  <a:pt x="13533" y="88414"/>
                  <a:pt x="16964" y="74343"/>
                  <a:pt x="18767" y="67669"/>
                </a:cubicBezTo>
                <a:lnTo>
                  <a:pt x="60452" y="676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df-path-100122">
            <a:extLst xmlns:a="http://schemas.openxmlformats.org/drawingml/2006/main">
              <a:ext uri="{FF2B5EF4-FFF2-40B4-BE49-F238E27FC236}">
                <a16:creationId xmlns:a16="http://schemas.microsoft.com/office/drawing/2014/main" id="{51FC4126-CD86-43F0-9AE0-120532C0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9896" y="1891174"/>
            <a:ext cx="59806" cy="257787"/>
          </a:xfrm>
          <a:custGeom xmlns:a="http://schemas.openxmlformats.org/drawingml/2006/main">
            <a:pathLst>
              <a:path w="59806" h="257787">
                <a:moveTo>
                  <a:pt x="59806" y="255211"/>
                </a:moveTo>
                <a:cubicBezTo>
                  <a:pt x="59806" y="254440"/>
                  <a:pt x="59806" y="253921"/>
                  <a:pt x="55423" y="249539"/>
                </a:cubicBezTo>
                <a:cubicBezTo>
                  <a:pt x="23200" y="217059"/>
                  <a:pt x="14951" y="168335"/>
                  <a:pt x="14951" y="128894"/>
                </a:cubicBezTo>
                <a:cubicBezTo>
                  <a:pt x="14951" y="84040"/>
                  <a:pt x="24746" y="39186"/>
                  <a:pt x="56454" y="6962"/>
                </a:cubicBezTo>
                <a:cubicBezTo>
                  <a:pt x="59806" y="3871"/>
                  <a:pt x="59806" y="3352"/>
                  <a:pt x="59806" y="2580"/>
                </a:cubicBezTo>
                <a:cubicBezTo>
                  <a:pt x="59806" y="775"/>
                  <a:pt x="58774" y="0"/>
                  <a:pt x="57229" y="0"/>
                </a:cubicBezTo>
                <a:cubicBezTo>
                  <a:pt x="54649" y="0"/>
                  <a:pt x="31449" y="17531"/>
                  <a:pt x="16237" y="50270"/>
                </a:cubicBezTo>
                <a:cubicBezTo>
                  <a:pt x="3092" y="78627"/>
                  <a:pt x="0" y="107239"/>
                  <a:pt x="0" y="128894"/>
                </a:cubicBezTo>
                <a:cubicBezTo>
                  <a:pt x="0" y="149002"/>
                  <a:pt x="2832" y="180195"/>
                  <a:pt x="17013" y="209326"/>
                </a:cubicBezTo>
                <a:cubicBezTo>
                  <a:pt x="32479" y="241035"/>
                  <a:pt x="54649" y="257787"/>
                  <a:pt x="57229" y="257787"/>
                </a:cubicBezTo>
                <a:cubicBezTo>
                  <a:pt x="58774" y="257787"/>
                  <a:pt x="59806" y="257016"/>
                  <a:pt x="59806" y="2552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df-path-100123">
            <a:extLst xmlns:a="http://schemas.openxmlformats.org/drawingml/2006/main">
              <a:ext uri="{FF2B5EF4-FFF2-40B4-BE49-F238E27FC236}">
                <a16:creationId xmlns:a16="http://schemas.microsoft.com/office/drawing/2014/main" id="{A7D979AF-42BA-4D25-936F-B0FDEF59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4954" y="1970474"/>
            <a:ext cx="118065" cy="116810"/>
          </a:xfrm>
          <a:custGeom xmlns:a="http://schemas.openxmlformats.org/drawingml/2006/main">
            <a:pathLst>
              <a:path w="118065" h="116810">
                <a:moveTo>
                  <a:pt x="85841" y="16505"/>
                </a:moveTo>
                <a:cubicBezTo>
                  <a:pt x="81203" y="6962"/>
                  <a:pt x="73726" y="0"/>
                  <a:pt x="62126" y="0"/>
                </a:cubicBezTo>
                <a:cubicBezTo>
                  <a:pt x="31964" y="0"/>
                  <a:pt x="0" y="37908"/>
                  <a:pt x="0" y="75555"/>
                </a:cubicBezTo>
                <a:cubicBezTo>
                  <a:pt x="0" y="99793"/>
                  <a:pt x="14176" y="116810"/>
                  <a:pt x="34284" y="116810"/>
                </a:cubicBezTo>
                <a:cubicBezTo>
                  <a:pt x="39442" y="116810"/>
                  <a:pt x="52332" y="115780"/>
                  <a:pt x="67798" y="97473"/>
                </a:cubicBezTo>
                <a:cubicBezTo>
                  <a:pt x="69860" y="108306"/>
                  <a:pt x="78882" y="116810"/>
                  <a:pt x="91257" y="116810"/>
                </a:cubicBezTo>
                <a:cubicBezTo>
                  <a:pt x="100281" y="116810"/>
                  <a:pt x="106209" y="110882"/>
                  <a:pt x="110332" y="102630"/>
                </a:cubicBezTo>
                <a:cubicBezTo>
                  <a:pt x="114717" y="93347"/>
                  <a:pt x="118065" y="77616"/>
                  <a:pt x="118065" y="77101"/>
                </a:cubicBezTo>
                <a:cubicBezTo>
                  <a:pt x="118065" y="74525"/>
                  <a:pt x="115748" y="74525"/>
                  <a:pt x="114973" y="74525"/>
                </a:cubicBezTo>
                <a:cubicBezTo>
                  <a:pt x="112397" y="74525"/>
                  <a:pt x="112137" y="75555"/>
                  <a:pt x="111365" y="79166"/>
                </a:cubicBezTo>
                <a:cubicBezTo>
                  <a:pt x="106980" y="95927"/>
                  <a:pt x="102343" y="111141"/>
                  <a:pt x="91773" y="111141"/>
                </a:cubicBezTo>
                <a:cubicBezTo>
                  <a:pt x="84811" y="111141"/>
                  <a:pt x="84040" y="104435"/>
                  <a:pt x="84040" y="99278"/>
                </a:cubicBezTo>
                <a:cubicBezTo>
                  <a:pt x="84040" y="93606"/>
                  <a:pt x="84555" y="91541"/>
                  <a:pt x="87391" y="80197"/>
                </a:cubicBezTo>
                <a:cubicBezTo>
                  <a:pt x="90227" y="69368"/>
                  <a:pt x="90742" y="66787"/>
                  <a:pt x="93059" y="56989"/>
                </a:cubicBezTo>
                <a:lnTo>
                  <a:pt x="102343" y="20887"/>
                </a:lnTo>
                <a:cubicBezTo>
                  <a:pt x="104148" y="13669"/>
                  <a:pt x="104148" y="13154"/>
                  <a:pt x="104148" y="12119"/>
                </a:cubicBezTo>
                <a:cubicBezTo>
                  <a:pt x="104148" y="7737"/>
                  <a:pt x="101052" y="5157"/>
                  <a:pt x="96670" y="5157"/>
                </a:cubicBezTo>
                <a:cubicBezTo>
                  <a:pt x="90483" y="5157"/>
                  <a:pt x="86616" y="10833"/>
                  <a:pt x="85841" y="16505"/>
                </a:cubicBezTo>
                <a:moveTo>
                  <a:pt x="69089" y="83293"/>
                </a:moveTo>
                <a:cubicBezTo>
                  <a:pt x="67798" y="87934"/>
                  <a:pt x="67798" y="88449"/>
                  <a:pt x="63931" y="92831"/>
                </a:cubicBezTo>
                <a:cubicBezTo>
                  <a:pt x="52587" y="107016"/>
                  <a:pt x="42018" y="111141"/>
                  <a:pt x="34800" y="111141"/>
                </a:cubicBezTo>
                <a:cubicBezTo>
                  <a:pt x="21914" y="111141"/>
                  <a:pt x="18302" y="96957"/>
                  <a:pt x="18302" y="86899"/>
                </a:cubicBezTo>
                <a:cubicBezTo>
                  <a:pt x="18302" y="74009"/>
                  <a:pt x="26551" y="42289"/>
                  <a:pt x="32479" y="30430"/>
                </a:cubicBezTo>
                <a:cubicBezTo>
                  <a:pt x="40472" y="15215"/>
                  <a:pt x="52072" y="5672"/>
                  <a:pt x="62386" y="5672"/>
                </a:cubicBezTo>
                <a:cubicBezTo>
                  <a:pt x="79143" y="5672"/>
                  <a:pt x="82750" y="26819"/>
                  <a:pt x="82750" y="28365"/>
                </a:cubicBezTo>
                <a:cubicBezTo>
                  <a:pt x="82750" y="29914"/>
                  <a:pt x="82235" y="31460"/>
                  <a:pt x="81974" y="32750"/>
                </a:cubicBezTo>
                <a:lnTo>
                  <a:pt x="69089" y="832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df-path-100124">
            <a:extLst xmlns:a="http://schemas.openxmlformats.org/drawingml/2006/main">
              <a:ext uri="{FF2B5EF4-FFF2-40B4-BE49-F238E27FC236}">
                <a16:creationId xmlns:a16="http://schemas.microsoft.com/office/drawing/2014/main" id="{69706989-830F-4822-8FE9-B7F776FE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1577" y="1891174"/>
            <a:ext cx="10313" cy="257787"/>
          </a:xfrm>
          <a:custGeom xmlns:a="http://schemas.openxmlformats.org/drawingml/2006/main">
            <a:pathLst>
              <a:path w="10313" h="257787">
                <a:moveTo>
                  <a:pt x="10313" y="9283"/>
                </a:moveTo>
                <a:cubicBezTo>
                  <a:pt x="10313" y="4642"/>
                  <a:pt x="10313" y="0"/>
                  <a:pt x="5157" y="0"/>
                </a:cubicBezTo>
                <a:cubicBezTo>
                  <a:pt x="0" y="0"/>
                  <a:pt x="0" y="4642"/>
                  <a:pt x="0" y="9283"/>
                </a:cubicBezTo>
                <a:lnTo>
                  <a:pt x="0" y="248508"/>
                </a:lnTo>
                <a:cubicBezTo>
                  <a:pt x="0" y="253150"/>
                  <a:pt x="0" y="257787"/>
                  <a:pt x="5157" y="257787"/>
                </a:cubicBezTo>
                <a:cubicBezTo>
                  <a:pt x="10313" y="257787"/>
                  <a:pt x="10313" y="253150"/>
                  <a:pt x="10313" y="248508"/>
                </a:cubicBezTo>
                <a:lnTo>
                  <a:pt x="10313" y="92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df-path-100125">
            <a:extLst xmlns:a="http://schemas.openxmlformats.org/drawingml/2006/main">
              <a:ext uri="{FF2B5EF4-FFF2-40B4-BE49-F238E27FC236}">
                <a16:creationId xmlns:a16="http://schemas.microsoft.com/office/drawing/2014/main" id="{F12474B5-133B-4CC7-B893-FCC750BF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5902" y="1970474"/>
            <a:ext cx="94869" cy="116810"/>
          </a:xfrm>
          <a:custGeom xmlns:a="http://schemas.openxmlformats.org/drawingml/2006/main">
            <a:pathLst>
              <a:path w="94869" h="116810">
                <a:moveTo>
                  <a:pt x="87391" y="17614"/>
                </a:moveTo>
                <a:cubicBezTo>
                  <a:pt x="80173" y="17874"/>
                  <a:pt x="75016" y="23546"/>
                  <a:pt x="75016" y="29218"/>
                </a:cubicBezTo>
                <a:cubicBezTo>
                  <a:pt x="75016" y="32829"/>
                  <a:pt x="77337" y="36696"/>
                  <a:pt x="83009" y="36696"/>
                </a:cubicBezTo>
                <a:cubicBezTo>
                  <a:pt x="88682" y="36696"/>
                  <a:pt x="94869" y="32314"/>
                  <a:pt x="94869" y="22260"/>
                </a:cubicBezTo>
                <a:cubicBezTo>
                  <a:pt x="94869" y="10605"/>
                  <a:pt x="83784" y="0"/>
                  <a:pt x="64191" y="0"/>
                </a:cubicBezTo>
                <a:cubicBezTo>
                  <a:pt x="30162" y="0"/>
                  <a:pt x="20623" y="26382"/>
                  <a:pt x="20623" y="37723"/>
                </a:cubicBezTo>
                <a:cubicBezTo>
                  <a:pt x="20623" y="57791"/>
                  <a:pt x="39701" y="61650"/>
                  <a:pt x="47175" y="63192"/>
                </a:cubicBezTo>
                <a:cubicBezTo>
                  <a:pt x="60580" y="65765"/>
                  <a:pt x="73986" y="68597"/>
                  <a:pt x="73986" y="82761"/>
                </a:cubicBezTo>
                <a:cubicBezTo>
                  <a:pt x="73986" y="89464"/>
                  <a:pt x="68057" y="111141"/>
                  <a:pt x="37124" y="111141"/>
                </a:cubicBezTo>
                <a:cubicBezTo>
                  <a:pt x="33513" y="111141"/>
                  <a:pt x="13665" y="111141"/>
                  <a:pt x="7733" y="97457"/>
                </a:cubicBezTo>
                <a:cubicBezTo>
                  <a:pt x="17531" y="98747"/>
                  <a:pt x="23975" y="91010"/>
                  <a:pt x="23975" y="83792"/>
                </a:cubicBezTo>
                <a:cubicBezTo>
                  <a:pt x="23975" y="77864"/>
                  <a:pt x="19852" y="74769"/>
                  <a:pt x="14436" y="74769"/>
                </a:cubicBezTo>
                <a:cubicBezTo>
                  <a:pt x="7733" y="74769"/>
                  <a:pt x="0" y="80185"/>
                  <a:pt x="0" y="91785"/>
                </a:cubicBezTo>
                <a:cubicBezTo>
                  <a:pt x="0" y="106492"/>
                  <a:pt x="14696" y="116810"/>
                  <a:pt x="36865" y="116810"/>
                </a:cubicBezTo>
                <a:cubicBezTo>
                  <a:pt x="78628" y="116810"/>
                  <a:pt x="88682" y="85598"/>
                  <a:pt x="88682" y="73997"/>
                </a:cubicBezTo>
                <a:cubicBezTo>
                  <a:pt x="88682" y="64738"/>
                  <a:pt x="83784" y="58306"/>
                  <a:pt x="80688" y="55219"/>
                </a:cubicBezTo>
                <a:cubicBezTo>
                  <a:pt x="73730" y="48013"/>
                  <a:pt x="66253" y="46726"/>
                  <a:pt x="54912" y="44414"/>
                </a:cubicBezTo>
                <a:cubicBezTo>
                  <a:pt x="45629" y="42356"/>
                  <a:pt x="35319" y="40555"/>
                  <a:pt x="35319" y="28963"/>
                </a:cubicBezTo>
                <a:cubicBezTo>
                  <a:pt x="35319" y="21485"/>
                  <a:pt x="41507" y="5672"/>
                  <a:pt x="64191" y="5672"/>
                </a:cubicBezTo>
                <a:cubicBezTo>
                  <a:pt x="70634" y="5672"/>
                  <a:pt x="83524" y="7490"/>
                  <a:pt x="87391" y="17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df-path-100126">
            <a:extLst xmlns:a="http://schemas.openxmlformats.org/drawingml/2006/main">
              <a:ext uri="{FF2B5EF4-FFF2-40B4-BE49-F238E27FC236}">
                <a16:creationId xmlns:a16="http://schemas.microsoft.com/office/drawing/2014/main" id="{679798D2-8297-4E35-A37D-7D31C70A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5522" y="2057192"/>
            <a:ext cx="30159" cy="77168"/>
          </a:xfrm>
          <a:custGeom xmlns:a="http://schemas.openxmlformats.org/drawingml/2006/main">
            <a:pathLst>
              <a:path w="30159" h="77168">
                <a:moveTo>
                  <a:pt x="30159" y="27066"/>
                </a:moveTo>
                <a:cubicBezTo>
                  <a:pt x="30159" y="10054"/>
                  <a:pt x="23715" y="0"/>
                  <a:pt x="13661" y="0"/>
                </a:cubicBezTo>
                <a:cubicBezTo>
                  <a:pt x="5153" y="0"/>
                  <a:pt x="0" y="6443"/>
                  <a:pt x="0" y="13661"/>
                </a:cubicBezTo>
                <a:cubicBezTo>
                  <a:pt x="0" y="20623"/>
                  <a:pt x="5153" y="27322"/>
                  <a:pt x="13661" y="27322"/>
                </a:cubicBezTo>
                <a:cubicBezTo>
                  <a:pt x="16752" y="27322"/>
                  <a:pt x="20105" y="26291"/>
                  <a:pt x="22685" y="23975"/>
                </a:cubicBezTo>
                <a:cubicBezTo>
                  <a:pt x="23456" y="23456"/>
                  <a:pt x="23715" y="23200"/>
                  <a:pt x="23971" y="23200"/>
                </a:cubicBezTo>
                <a:cubicBezTo>
                  <a:pt x="24230" y="23200"/>
                  <a:pt x="24490" y="23456"/>
                  <a:pt x="24490" y="27066"/>
                </a:cubicBezTo>
                <a:cubicBezTo>
                  <a:pt x="24490" y="46183"/>
                  <a:pt x="15466" y="61682"/>
                  <a:pt x="6958" y="70206"/>
                </a:cubicBezTo>
                <a:cubicBezTo>
                  <a:pt x="4122" y="73046"/>
                  <a:pt x="4122" y="73561"/>
                  <a:pt x="4122" y="74336"/>
                </a:cubicBezTo>
                <a:cubicBezTo>
                  <a:pt x="4122" y="76137"/>
                  <a:pt x="5412" y="77168"/>
                  <a:pt x="6702" y="77168"/>
                </a:cubicBezTo>
                <a:cubicBezTo>
                  <a:pt x="9534" y="77168"/>
                  <a:pt x="30159" y="57292"/>
                  <a:pt x="30159" y="270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df-path-100127">
            <a:extLst xmlns:a="http://schemas.openxmlformats.org/drawingml/2006/main">
              <a:ext uri="{FF2B5EF4-FFF2-40B4-BE49-F238E27FC236}">
                <a16:creationId xmlns:a16="http://schemas.microsoft.com/office/drawing/2014/main" id="{3BC7A14C-4925-40F1-82B5-28D30418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9100" y="1970474"/>
            <a:ext cx="109301" cy="116810"/>
          </a:xfrm>
          <a:custGeom xmlns:a="http://schemas.openxmlformats.org/drawingml/2006/main">
            <a:pathLst>
              <a:path w="109301" h="116810">
                <a:moveTo>
                  <a:pt x="23201" y="92528"/>
                </a:moveTo>
                <a:cubicBezTo>
                  <a:pt x="37121" y="77593"/>
                  <a:pt x="44595" y="71153"/>
                  <a:pt x="53878" y="63172"/>
                </a:cubicBezTo>
                <a:cubicBezTo>
                  <a:pt x="53878" y="62913"/>
                  <a:pt x="69860" y="49263"/>
                  <a:pt x="79139" y="39992"/>
                </a:cubicBezTo>
                <a:cubicBezTo>
                  <a:pt x="103630" y="15986"/>
                  <a:pt x="109301" y="3611"/>
                  <a:pt x="109301" y="2581"/>
                </a:cubicBezTo>
                <a:cubicBezTo>
                  <a:pt x="109301" y="0"/>
                  <a:pt x="106981" y="0"/>
                  <a:pt x="106466" y="0"/>
                </a:cubicBezTo>
                <a:cubicBezTo>
                  <a:pt x="104660" y="0"/>
                  <a:pt x="103889" y="519"/>
                  <a:pt x="102598" y="2836"/>
                </a:cubicBezTo>
                <a:cubicBezTo>
                  <a:pt x="94865" y="15211"/>
                  <a:pt x="89453" y="19384"/>
                  <a:pt x="83266" y="19384"/>
                </a:cubicBezTo>
                <a:cubicBezTo>
                  <a:pt x="77078" y="19384"/>
                  <a:pt x="73983" y="15471"/>
                  <a:pt x="70115" y="11089"/>
                </a:cubicBezTo>
                <a:cubicBezTo>
                  <a:pt x="65218" y="5157"/>
                  <a:pt x="60836" y="0"/>
                  <a:pt x="52328" y="0"/>
                </a:cubicBezTo>
                <a:cubicBezTo>
                  <a:pt x="32994" y="0"/>
                  <a:pt x="21139" y="24026"/>
                  <a:pt x="21139" y="29434"/>
                </a:cubicBezTo>
                <a:cubicBezTo>
                  <a:pt x="21139" y="30725"/>
                  <a:pt x="21910" y="32267"/>
                  <a:pt x="24231" y="32267"/>
                </a:cubicBezTo>
                <a:cubicBezTo>
                  <a:pt x="26552" y="32267"/>
                  <a:pt x="27067" y="30981"/>
                  <a:pt x="27582" y="29434"/>
                </a:cubicBezTo>
                <a:cubicBezTo>
                  <a:pt x="32479" y="17540"/>
                  <a:pt x="47431" y="17272"/>
                  <a:pt x="49492" y="17272"/>
                </a:cubicBezTo>
                <a:cubicBezTo>
                  <a:pt x="54908" y="17272"/>
                  <a:pt x="59806" y="19121"/>
                  <a:pt x="65733" y="21190"/>
                </a:cubicBezTo>
                <a:cubicBezTo>
                  <a:pt x="76048" y="25057"/>
                  <a:pt x="78884" y="25057"/>
                  <a:pt x="85587" y="25057"/>
                </a:cubicBezTo>
                <a:cubicBezTo>
                  <a:pt x="76303" y="36129"/>
                  <a:pt x="54649" y="54672"/>
                  <a:pt x="49752" y="58794"/>
                </a:cubicBezTo>
                <a:lnTo>
                  <a:pt x="26552" y="80425"/>
                </a:lnTo>
                <a:cubicBezTo>
                  <a:pt x="9020" y="97693"/>
                  <a:pt x="0" y="112428"/>
                  <a:pt x="0" y="114234"/>
                </a:cubicBezTo>
                <a:cubicBezTo>
                  <a:pt x="0" y="116810"/>
                  <a:pt x="2577" y="116810"/>
                  <a:pt x="3092" y="116810"/>
                </a:cubicBezTo>
                <a:cubicBezTo>
                  <a:pt x="5153" y="116810"/>
                  <a:pt x="5668" y="116295"/>
                  <a:pt x="7218" y="113462"/>
                </a:cubicBezTo>
                <a:cubicBezTo>
                  <a:pt x="13147" y="104439"/>
                  <a:pt x="20880" y="97425"/>
                  <a:pt x="29128" y="97425"/>
                </a:cubicBezTo>
                <a:cubicBezTo>
                  <a:pt x="35056" y="97425"/>
                  <a:pt x="37636" y="99797"/>
                  <a:pt x="44080" y="107275"/>
                </a:cubicBezTo>
                <a:cubicBezTo>
                  <a:pt x="48461" y="112687"/>
                  <a:pt x="53103" y="116810"/>
                  <a:pt x="60581" y="116810"/>
                </a:cubicBezTo>
                <a:cubicBezTo>
                  <a:pt x="86102" y="116810"/>
                  <a:pt x="101053" y="84032"/>
                  <a:pt x="101053" y="77077"/>
                </a:cubicBezTo>
                <a:cubicBezTo>
                  <a:pt x="101053" y="75791"/>
                  <a:pt x="100022" y="74501"/>
                  <a:pt x="97957" y="74501"/>
                </a:cubicBezTo>
                <a:cubicBezTo>
                  <a:pt x="95636" y="74501"/>
                  <a:pt x="95121" y="76047"/>
                  <a:pt x="94350" y="77848"/>
                </a:cubicBezTo>
                <a:cubicBezTo>
                  <a:pt x="88418" y="94594"/>
                  <a:pt x="71921" y="99542"/>
                  <a:pt x="63412" y="99542"/>
                </a:cubicBezTo>
                <a:cubicBezTo>
                  <a:pt x="58260" y="99542"/>
                  <a:pt x="53619" y="97957"/>
                  <a:pt x="48206" y="96139"/>
                </a:cubicBezTo>
                <a:cubicBezTo>
                  <a:pt x="39442" y="92788"/>
                  <a:pt x="35576" y="91757"/>
                  <a:pt x="30159" y="91757"/>
                </a:cubicBezTo>
                <a:cubicBezTo>
                  <a:pt x="29644" y="91757"/>
                  <a:pt x="25522" y="91757"/>
                  <a:pt x="23201" y="9252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df-path-100128">
            <a:extLst xmlns:a="http://schemas.openxmlformats.org/drawingml/2006/main">
              <a:ext uri="{FF2B5EF4-FFF2-40B4-BE49-F238E27FC236}">
                <a16:creationId xmlns:a16="http://schemas.microsoft.com/office/drawing/2014/main" id="{B3558EC8-7D33-4CA0-A32B-E5765C3A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3824" y="1891174"/>
            <a:ext cx="59804" cy="257787"/>
          </a:xfrm>
          <a:custGeom xmlns:a="http://schemas.openxmlformats.org/drawingml/2006/main">
            <a:pathLst>
              <a:path w="59804" h="257787">
                <a:moveTo>
                  <a:pt x="59804" y="128894"/>
                </a:moveTo>
                <a:cubicBezTo>
                  <a:pt x="59804" y="108789"/>
                  <a:pt x="56973" y="77596"/>
                  <a:pt x="42793" y="48465"/>
                </a:cubicBezTo>
                <a:cubicBezTo>
                  <a:pt x="27326" y="16757"/>
                  <a:pt x="5157" y="0"/>
                  <a:pt x="2577" y="0"/>
                </a:cubicBezTo>
                <a:cubicBezTo>
                  <a:pt x="1030" y="0"/>
                  <a:pt x="0" y="1034"/>
                  <a:pt x="0" y="2580"/>
                </a:cubicBezTo>
                <a:cubicBezTo>
                  <a:pt x="0" y="3352"/>
                  <a:pt x="0" y="3871"/>
                  <a:pt x="4897" y="8508"/>
                </a:cubicBezTo>
                <a:cubicBezTo>
                  <a:pt x="30162" y="34029"/>
                  <a:pt x="44853" y="75016"/>
                  <a:pt x="44853" y="128894"/>
                </a:cubicBezTo>
                <a:cubicBezTo>
                  <a:pt x="44853" y="172977"/>
                  <a:pt x="35319" y="218346"/>
                  <a:pt x="3351" y="250829"/>
                </a:cubicBezTo>
                <a:cubicBezTo>
                  <a:pt x="0" y="253921"/>
                  <a:pt x="0" y="254440"/>
                  <a:pt x="0" y="255211"/>
                </a:cubicBezTo>
                <a:cubicBezTo>
                  <a:pt x="0" y="256757"/>
                  <a:pt x="1030" y="257787"/>
                  <a:pt x="2577" y="257787"/>
                </a:cubicBezTo>
                <a:cubicBezTo>
                  <a:pt x="5157" y="257787"/>
                  <a:pt x="28356" y="240260"/>
                  <a:pt x="43567" y="207521"/>
                </a:cubicBezTo>
                <a:cubicBezTo>
                  <a:pt x="56713" y="179164"/>
                  <a:pt x="59804" y="150548"/>
                  <a:pt x="59804" y="1288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df-path-100129">
            <a:extLst xmlns:a="http://schemas.openxmlformats.org/drawingml/2006/main">
              <a:ext uri="{FF2B5EF4-FFF2-40B4-BE49-F238E27FC236}">
                <a16:creationId xmlns:a16="http://schemas.microsoft.com/office/drawing/2014/main" id="{F1BF8707-4243-4399-B1DE-F23B9FD2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7211" y="1868303"/>
            <a:ext cx="139204" cy="113789"/>
          </a:xfrm>
          <a:custGeom xmlns:a="http://schemas.openxmlformats.org/drawingml/2006/main">
            <a:pathLst>
              <a:path w="139204" h="113789">
                <a:moveTo>
                  <a:pt x="61355" y="14955"/>
                </a:moveTo>
                <a:lnTo>
                  <a:pt x="90483" y="14955"/>
                </a:lnTo>
                <a:cubicBezTo>
                  <a:pt x="81975" y="53044"/>
                  <a:pt x="79658" y="64113"/>
                  <a:pt x="79658" y="81353"/>
                </a:cubicBezTo>
                <a:cubicBezTo>
                  <a:pt x="79658" y="85216"/>
                  <a:pt x="79658" y="92162"/>
                  <a:pt x="81719" y="100915"/>
                </a:cubicBezTo>
                <a:cubicBezTo>
                  <a:pt x="84295" y="112243"/>
                  <a:pt x="87131" y="113789"/>
                  <a:pt x="90999" y="113789"/>
                </a:cubicBezTo>
                <a:cubicBezTo>
                  <a:pt x="96155" y="113789"/>
                  <a:pt x="101568" y="109151"/>
                  <a:pt x="101568" y="104002"/>
                </a:cubicBezTo>
                <a:cubicBezTo>
                  <a:pt x="101568" y="102457"/>
                  <a:pt x="101568" y="101946"/>
                  <a:pt x="100022" y="98342"/>
                </a:cubicBezTo>
                <a:cubicBezTo>
                  <a:pt x="92544" y="79811"/>
                  <a:pt x="92544" y="63082"/>
                  <a:pt x="92544" y="55876"/>
                </a:cubicBezTo>
                <a:cubicBezTo>
                  <a:pt x="92544" y="42235"/>
                  <a:pt x="94349" y="28337"/>
                  <a:pt x="97186" y="14955"/>
                </a:cubicBezTo>
                <a:lnTo>
                  <a:pt x="126573" y="14955"/>
                </a:lnTo>
                <a:cubicBezTo>
                  <a:pt x="129925" y="14955"/>
                  <a:pt x="139204" y="14955"/>
                  <a:pt x="139204" y="6187"/>
                </a:cubicBezTo>
                <a:cubicBezTo>
                  <a:pt x="139204" y="0"/>
                  <a:pt x="133791" y="0"/>
                  <a:pt x="128894" y="0"/>
                </a:cubicBezTo>
                <a:lnTo>
                  <a:pt x="42533" y="0"/>
                </a:lnTo>
                <a:cubicBezTo>
                  <a:pt x="36865" y="0"/>
                  <a:pt x="27067" y="0"/>
                  <a:pt x="15726" y="12120"/>
                </a:cubicBezTo>
                <a:cubicBezTo>
                  <a:pt x="6703" y="22161"/>
                  <a:pt x="0" y="33997"/>
                  <a:pt x="0" y="35284"/>
                </a:cubicBezTo>
                <a:cubicBezTo>
                  <a:pt x="0" y="35544"/>
                  <a:pt x="0" y="37860"/>
                  <a:pt x="3092" y="37860"/>
                </a:cubicBezTo>
                <a:cubicBezTo>
                  <a:pt x="5157" y="37860"/>
                  <a:pt x="5672" y="36830"/>
                  <a:pt x="7218" y="34772"/>
                </a:cubicBezTo>
                <a:cubicBezTo>
                  <a:pt x="19849" y="14955"/>
                  <a:pt x="34800" y="14955"/>
                  <a:pt x="39957" y="14955"/>
                </a:cubicBezTo>
                <a:lnTo>
                  <a:pt x="54652" y="14955"/>
                </a:lnTo>
                <a:cubicBezTo>
                  <a:pt x="46400" y="46093"/>
                  <a:pt x="32483" y="77235"/>
                  <a:pt x="21654" y="100655"/>
                </a:cubicBezTo>
                <a:cubicBezTo>
                  <a:pt x="19593" y="104518"/>
                  <a:pt x="19593" y="105033"/>
                  <a:pt x="19593" y="106835"/>
                </a:cubicBezTo>
                <a:cubicBezTo>
                  <a:pt x="19593" y="111728"/>
                  <a:pt x="23715" y="113789"/>
                  <a:pt x="27067" y="113789"/>
                </a:cubicBezTo>
                <a:cubicBezTo>
                  <a:pt x="34800" y="113789"/>
                  <a:pt x="36865" y="106575"/>
                  <a:pt x="39957" y="97052"/>
                </a:cubicBezTo>
                <a:cubicBezTo>
                  <a:pt x="43568" y="85216"/>
                  <a:pt x="43568" y="84701"/>
                  <a:pt x="46919" y="71830"/>
                </a:cubicBezTo>
                <a:lnTo>
                  <a:pt x="61355" y="149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df-path-100130">
            <a:extLst xmlns:a="http://schemas.openxmlformats.org/drawingml/2006/main">
              <a:ext uri="{FF2B5EF4-FFF2-40B4-BE49-F238E27FC236}">
                <a16:creationId xmlns:a16="http://schemas.microsoft.com/office/drawing/2014/main" id="{DE795717-3C9B-43C1-9100-F9AF76F8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8565" y="1890951"/>
            <a:ext cx="80842" cy="128818"/>
          </a:xfrm>
          <a:custGeom xmlns:a="http://schemas.openxmlformats.org/drawingml/2006/main">
            <a:pathLst>
              <a:path w="80842" h="128818">
                <a:moveTo>
                  <a:pt x="80842" y="39160"/>
                </a:moveTo>
                <a:cubicBezTo>
                  <a:pt x="80842" y="20210"/>
                  <a:pt x="73625" y="0"/>
                  <a:pt x="55940" y="0"/>
                </a:cubicBezTo>
                <a:cubicBezTo>
                  <a:pt x="28873" y="0"/>
                  <a:pt x="0" y="48362"/>
                  <a:pt x="0" y="89678"/>
                </a:cubicBezTo>
                <a:cubicBezTo>
                  <a:pt x="0" y="111141"/>
                  <a:pt x="8302" y="128818"/>
                  <a:pt x="24903" y="128818"/>
                </a:cubicBezTo>
                <a:cubicBezTo>
                  <a:pt x="52332" y="128818"/>
                  <a:pt x="80842" y="79575"/>
                  <a:pt x="80842" y="39160"/>
                </a:cubicBezTo>
                <a:moveTo>
                  <a:pt x="20392" y="61174"/>
                </a:moveTo>
                <a:cubicBezTo>
                  <a:pt x="29594" y="22196"/>
                  <a:pt x="45113" y="5056"/>
                  <a:pt x="55761" y="5056"/>
                </a:cubicBezTo>
                <a:cubicBezTo>
                  <a:pt x="67309" y="5056"/>
                  <a:pt x="67309" y="25084"/>
                  <a:pt x="67309" y="28512"/>
                </a:cubicBezTo>
                <a:cubicBezTo>
                  <a:pt x="67309" y="35550"/>
                  <a:pt x="65866" y="46016"/>
                  <a:pt x="62077" y="61174"/>
                </a:cubicBezTo>
                <a:lnTo>
                  <a:pt x="20392" y="61174"/>
                </a:lnTo>
                <a:moveTo>
                  <a:pt x="60452" y="67669"/>
                </a:moveTo>
                <a:cubicBezTo>
                  <a:pt x="55400" y="87331"/>
                  <a:pt x="51250" y="97070"/>
                  <a:pt x="45834" y="105909"/>
                </a:cubicBezTo>
                <a:cubicBezTo>
                  <a:pt x="40242" y="115290"/>
                  <a:pt x="33022" y="123765"/>
                  <a:pt x="25084" y="123765"/>
                </a:cubicBezTo>
                <a:cubicBezTo>
                  <a:pt x="15158" y="123765"/>
                  <a:pt x="13533" y="110058"/>
                  <a:pt x="13533" y="100317"/>
                </a:cubicBezTo>
                <a:cubicBezTo>
                  <a:pt x="13533" y="88414"/>
                  <a:pt x="16964" y="74343"/>
                  <a:pt x="18767" y="67669"/>
                </a:cubicBezTo>
                <a:lnTo>
                  <a:pt x="60452" y="676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df-path-100131">
            <a:extLst xmlns:a="http://schemas.openxmlformats.org/drawingml/2006/main">
              <a:ext uri="{FF2B5EF4-FFF2-40B4-BE49-F238E27FC236}">
                <a16:creationId xmlns:a16="http://schemas.microsoft.com/office/drawing/2014/main" id="{31D9223C-C578-47D9-8AC6-510469E7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9340" y="1785983"/>
            <a:ext cx="59806" cy="257787"/>
          </a:xfrm>
          <a:custGeom xmlns:a="http://schemas.openxmlformats.org/drawingml/2006/main">
            <a:pathLst>
              <a:path w="59806" h="257787">
                <a:moveTo>
                  <a:pt x="59806" y="255211"/>
                </a:moveTo>
                <a:cubicBezTo>
                  <a:pt x="59806" y="254440"/>
                  <a:pt x="59806" y="253921"/>
                  <a:pt x="55423" y="249539"/>
                </a:cubicBezTo>
                <a:cubicBezTo>
                  <a:pt x="23200" y="217059"/>
                  <a:pt x="14951" y="168335"/>
                  <a:pt x="14951" y="128894"/>
                </a:cubicBezTo>
                <a:cubicBezTo>
                  <a:pt x="14951" y="84040"/>
                  <a:pt x="24746" y="39186"/>
                  <a:pt x="56454" y="6962"/>
                </a:cubicBezTo>
                <a:cubicBezTo>
                  <a:pt x="59806" y="3871"/>
                  <a:pt x="59806" y="3352"/>
                  <a:pt x="59806" y="2580"/>
                </a:cubicBezTo>
                <a:cubicBezTo>
                  <a:pt x="59806" y="775"/>
                  <a:pt x="58775" y="0"/>
                  <a:pt x="57229" y="0"/>
                </a:cubicBezTo>
                <a:cubicBezTo>
                  <a:pt x="54648" y="0"/>
                  <a:pt x="31449" y="17531"/>
                  <a:pt x="16238" y="50270"/>
                </a:cubicBezTo>
                <a:cubicBezTo>
                  <a:pt x="3092" y="78627"/>
                  <a:pt x="0" y="107239"/>
                  <a:pt x="0" y="128894"/>
                </a:cubicBezTo>
                <a:cubicBezTo>
                  <a:pt x="0" y="149002"/>
                  <a:pt x="2832" y="180195"/>
                  <a:pt x="17013" y="209326"/>
                </a:cubicBezTo>
                <a:cubicBezTo>
                  <a:pt x="32479" y="241035"/>
                  <a:pt x="54648" y="257787"/>
                  <a:pt x="57229" y="257787"/>
                </a:cubicBezTo>
                <a:cubicBezTo>
                  <a:pt x="58775" y="257787"/>
                  <a:pt x="59806" y="257016"/>
                  <a:pt x="59806" y="2552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df-path-100132">
            <a:extLst xmlns:a="http://schemas.openxmlformats.org/drawingml/2006/main">
              <a:ext uri="{FF2B5EF4-FFF2-40B4-BE49-F238E27FC236}">
                <a16:creationId xmlns:a16="http://schemas.microsoft.com/office/drawing/2014/main" id="{BC7AFC94-7C31-4D3C-A206-520B56E3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4398" y="1865283"/>
            <a:ext cx="118065" cy="116810"/>
          </a:xfrm>
          <a:custGeom xmlns:a="http://schemas.openxmlformats.org/drawingml/2006/main">
            <a:pathLst>
              <a:path w="118065" h="116810">
                <a:moveTo>
                  <a:pt x="85841" y="16505"/>
                </a:moveTo>
                <a:cubicBezTo>
                  <a:pt x="81204" y="6962"/>
                  <a:pt x="73726" y="0"/>
                  <a:pt x="62126" y="0"/>
                </a:cubicBezTo>
                <a:cubicBezTo>
                  <a:pt x="31964" y="0"/>
                  <a:pt x="0" y="37908"/>
                  <a:pt x="0" y="75555"/>
                </a:cubicBezTo>
                <a:cubicBezTo>
                  <a:pt x="0" y="99793"/>
                  <a:pt x="14176" y="116810"/>
                  <a:pt x="34285" y="116810"/>
                </a:cubicBezTo>
                <a:cubicBezTo>
                  <a:pt x="39441" y="116810"/>
                  <a:pt x="52332" y="115780"/>
                  <a:pt x="67798" y="97473"/>
                </a:cubicBezTo>
                <a:cubicBezTo>
                  <a:pt x="69859" y="108306"/>
                  <a:pt x="78883" y="116810"/>
                  <a:pt x="91258" y="116810"/>
                </a:cubicBezTo>
                <a:cubicBezTo>
                  <a:pt x="100281" y="116810"/>
                  <a:pt x="106209" y="110882"/>
                  <a:pt x="110331" y="102630"/>
                </a:cubicBezTo>
                <a:cubicBezTo>
                  <a:pt x="114717" y="93347"/>
                  <a:pt x="118065" y="77616"/>
                  <a:pt x="118065" y="77101"/>
                </a:cubicBezTo>
                <a:cubicBezTo>
                  <a:pt x="118065" y="74525"/>
                  <a:pt x="115748" y="74525"/>
                  <a:pt x="114973" y="74525"/>
                </a:cubicBezTo>
                <a:cubicBezTo>
                  <a:pt x="112397" y="74525"/>
                  <a:pt x="112137" y="75555"/>
                  <a:pt x="111366" y="79166"/>
                </a:cubicBezTo>
                <a:cubicBezTo>
                  <a:pt x="106980" y="95927"/>
                  <a:pt x="102343" y="111141"/>
                  <a:pt x="91773" y="111141"/>
                </a:cubicBezTo>
                <a:cubicBezTo>
                  <a:pt x="84811" y="111141"/>
                  <a:pt x="84040" y="104435"/>
                  <a:pt x="84040" y="99278"/>
                </a:cubicBezTo>
                <a:cubicBezTo>
                  <a:pt x="84040" y="93606"/>
                  <a:pt x="84555" y="91541"/>
                  <a:pt x="87391" y="80197"/>
                </a:cubicBezTo>
                <a:cubicBezTo>
                  <a:pt x="90227" y="69368"/>
                  <a:pt x="90742" y="66787"/>
                  <a:pt x="93059" y="56989"/>
                </a:cubicBezTo>
                <a:lnTo>
                  <a:pt x="102343" y="20887"/>
                </a:lnTo>
                <a:cubicBezTo>
                  <a:pt x="104148" y="13669"/>
                  <a:pt x="104148" y="13154"/>
                  <a:pt x="104148" y="12119"/>
                </a:cubicBezTo>
                <a:cubicBezTo>
                  <a:pt x="104148" y="7737"/>
                  <a:pt x="101052" y="5157"/>
                  <a:pt x="96670" y="5157"/>
                </a:cubicBezTo>
                <a:cubicBezTo>
                  <a:pt x="90483" y="5157"/>
                  <a:pt x="86616" y="10833"/>
                  <a:pt x="85841" y="16505"/>
                </a:cubicBezTo>
                <a:moveTo>
                  <a:pt x="69088" y="83293"/>
                </a:moveTo>
                <a:cubicBezTo>
                  <a:pt x="67798" y="87934"/>
                  <a:pt x="67798" y="88449"/>
                  <a:pt x="63932" y="92831"/>
                </a:cubicBezTo>
                <a:cubicBezTo>
                  <a:pt x="52587" y="107016"/>
                  <a:pt x="42018" y="111141"/>
                  <a:pt x="34800" y="111141"/>
                </a:cubicBezTo>
                <a:cubicBezTo>
                  <a:pt x="21914" y="111141"/>
                  <a:pt x="18302" y="96957"/>
                  <a:pt x="18302" y="86899"/>
                </a:cubicBezTo>
                <a:cubicBezTo>
                  <a:pt x="18302" y="74009"/>
                  <a:pt x="26551" y="42289"/>
                  <a:pt x="32479" y="30430"/>
                </a:cubicBezTo>
                <a:cubicBezTo>
                  <a:pt x="40472" y="15215"/>
                  <a:pt x="52072" y="5672"/>
                  <a:pt x="62386" y="5672"/>
                </a:cubicBezTo>
                <a:cubicBezTo>
                  <a:pt x="79142" y="5672"/>
                  <a:pt x="82750" y="26819"/>
                  <a:pt x="82750" y="28365"/>
                </a:cubicBezTo>
                <a:cubicBezTo>
                  <a:pt x="82750" y="29914"/>
                  <a:pt x="82234" y="31460"/>
                  <a:pt x="81975" y="32750"/>
                </a:cubicBezTo>
                <a:lnTo>
                  <a:pt x="69088" y="832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path-100133">
            <a:extLst xmlns:a="http://schemas.openxmlformats.org/drawingml/2006/main">
              <a:ext uri="{FF2B5EF4-FFF2-40B4-BE49-F238E27FC236}">
                <a16:creationId xmlns:a16="http://schemas.microsoft.com/office/drawing/2014/main" id="{2F69C9C2-FDB6-4461-AB41-CF49DE9D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1022" y="1785983"/>
            <a:ext cx="10313" cy="257787"/>
          </a:xfrm>
          <a:custGeom xmlns:a="http://schemas.openxmlformats.org/drawingml/2006/main">
            <a:pathLst>
              <a:path w="10313" h="257787">
                <a:moveTo>
                  <a:pt x="10313" y="9283"/>
                </a:moveTo>
                <a:cubicBezTo>
                  <a:pt x="10313" y="4642"/>
                  <a:pt x="10313" y="0"/>
                  <a:pt x="5157" y="0"/>
                </a:cubicBezTo>
                <a:cubicBezTo>
                  <a:pt x="0" y="0"/>
                  <a:pt x="0" y="4642"/>
                  <a:pt x="0" y="9283"/>
                </a:cubicBezTo>
                <a:lnTo>
                  <a:pt x="0" y="248508"/>
                </a:lnTo>
                <a:cubicBezTo>
                  <a:pt x="0" y="253150"/>
                  <a:pt x="0" y="257787"/>
                  <a:pt x="5157" y="257787"/>
                </a:cubicBezTo>
                <a:cubicBezTo>
                  <a:pt x="10313" y="257787"/>
                  <a:pt x="10313" y="253150"/>
                  <a:pt x="10313" y="248508"/>
                </a:cubicBezTo>
                <a:lnTo>
                  <a:pt x="10313" y="92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100134">
            <a:extLst xmlns:a="http://schemas.openxmlformats.org/drawingml/2006/main">
              <a:ext uri="{FF2B5EF4-FFF2-40B4-BE49-F238E27FC236}">
                <a16:creationId xmlns:a16="http://schemas.microsoft.com/office/drawing/2014/main" id="{3303BA7E-A81A-406A-B531-1D818F82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5347" y="1865283"/>
            <a:ext cx="94869" cy="116810"/>
          </a:xfrm>
          <a:custGeom xmlns:a="http://schemas.openxmlformats.org/drawingml/2006/main">
            <a:pathLst>
              <a:path w="94869" h="116810">
                <a:moveTo>
                  <a:pt x="87391" y="17614"/>
                </a:moveTo>
                <a:cubicBezTo>
                  <a:pt x="80173" y="17874"/>
                  <a:pt x="75016" y="23546"/>
                  <a:pt x="75016" y="29218"/>
                </a:cubicBezTo>
                <a:cubicBezTo>
                  <a:pt x="75016" y="32829"/>
                  <a:pt x="77337" y="36696"/>
                  <a:pt x="83009" y="36696"/>
                </a:cubicBezTo>
                <a:cubicBezTo>
                  <a:pt x="88681" y="36696"/>
                  <a:pt x="94869" y="32314"/>
                  <a:pt x="94869" y="22260"/>
                </a:cubicBezTo>
                <a:cubicBezTo>
                  <a:pt x="94869" y="10605"/>
                  <a:pt x="83784" y="0"/>
                  <a:pt x="64191" y="0"/>
                </a:cubicBezTo>
                <a:cubicBezTo>
                  <a:pt x="30162" y="0"/>
                  <a:pt x="20624" y="26382"/>
                  <a:pt x="20624" y="37723"/>
                </a:cubicBezTo>
                <a:cubicBezTo>
                  <a:pt x="20624" y="57791"/>
                  <a:pt x="39701" y="61650"/>
                  <a:pt x="47175" y="63192"/>
                </a:cubicBezTo>
                <a:cubicBezTo>
                  <a:pt x="60580" y="65765"/>
                  <a:pt x="73986" y="68597"/>
                  <a:pt x="73986" y="82761"/>
                </a:cubicBezTo>
                <a:cubicBezTo>
                  <a:pt x="73986" y="89464"/>
                  <a:pt x="68058" y="111141"/>
                  <a:pt x="37124" y="111141"/>
                </a:cubicBezTo>
                <a:cubicBezTo>
                  <a:pt x="33514" y="111141"/>
                  <a:pt x="13665" y="111141"/>
                  <a:pt x="7733" y="97457"/>
                </a:cubicBezTo>
                <a:cubicBezTo>
                  <a:pt x="17531" y="98747"/>
                  <a:pt x="23975" y="91010"/>
                  <a:pt x="23975" y="83792"/>
                </a:cubicBezTo>
                <a:cubicBezTo>
                  <a:pt x="23975" y="77864"/>
                  <a:pt x="19852" y="74769"/>
                  <a:pt x="14436" y="74769"/>
                </a:cubicBezTo>
                <a:cubicBezTo>
                  <a:pt x="7733" y="74769"/>
                  <a:pt x="0" y="80185"/>
                  <a:pt x="0" y="91785"/>
                </a:cubicBezTo>
                <a:cubicBezTo>
                  <a:pt x="0" y="106492"/>
                  <a:pt x="14696" y="116810"/>
                  <a:pt x="36865" y="116810"/>
                </a:cubicBezTo>
                <a:cubicBezTo>
                  <a:pt x="78627" y="116810"/>
                  <a:pt x="88681" y="85598"/>
                  <a:pt x="88681" y="73997"/>
                </a:cubicBezTo>
                <a:cubicBezTo>
                  <a:pt x="88681" y="64738"/>
                  <a:pt x="83784" y="58307"/>
                  <a:pt x="80688" y="55219"/>
                </a:cubicBezTo>
                <a:cubicBezTo>
                  <a:pt x="73730" y="48013"/>
                  <a:pt x="66252" y="46726"/>
                  <a:pt x="54912" y="44414"/>
                </a:cubicBezTo>
                <a:cubicBezTo>
                  <a:pt x="45629" y="42356"/>
                  <a:pt x="35319" y="40555"/>
                  <a:pt x="35319" y="28963"/>
                </a:cubicBezTo>
                <a:cubicBezTo>
                  <a:pt x="35319" y="21485"/>
                  <a:pt x="41507" y="5672"/>
                  <a:pt x="64191" y="5672"/>
                </a:cubicBezTo>
                <a:cubicBezTo>
                  <a:pt x="70634" y="5672"/>
                  <a:pt x="83525" y="7490"/>
                  <a:pt x="87391" y="17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df-path-100135">
            <a:extLst xmlns:a="http://schemas.openxmlformats.org/drawingml/2006/main">
              <a:ext uri="{FF2B5EF4-FFF2-40B4-BE49-F238E27FC236}">
                <a16:creationId xmlns:a16="http://schemas.microsoft.com/office/drawing/2014/main" id="{636A6E05-7993-41BA-9D13-C9B8A3A6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4966" y="1952001"/>
            <a:ext cx="30158" cy="77168"/>
          </a:xfrm>
          <a:custGeom xmlns:a="http://schemas.openxmlformats.org/drawingml/2006/main">
            <a:pathLst>
              <a:path w="30158" h="77168">
                <a:moveTo>
                  <a:pt x="30158" y="27066"/>
                </a:moveTo>
                <a:cubicBezTo>
                  <a:pt x="30158" y="10054"/>
                  <a:pt x="23715" y="0"/>
                  <a:pt x="13661" y="0"/>
                </a:cubicBezTo>
                <a:cubicBezTo>
                  <a:pt x="5153" y="0"/>
                  <a:pt x="0" y="6443"/>
                  <a:pt x="0" y="13661"/>
                </a:cubicBezTo>
                <a:cubicBezTo>
                  <a:pt x="0" y="20623"/>
                  <a:pt x="5153" y="27322"/>
                  <a:pt x="13661" y="27322"/>
                </a:cubicBezTo>
                <a:cubicBezTo>
                  <a:pt x="16752" y="27322"/>
                  <a:pt x="20104" y="26291"/>
                  <a:pt x="22685" y="23975"/>
                </a:cubicBezTo>
                <a:cubicBezTo>
                  <a:pt x="23456" y="23456"/>
                  <a:pt x="23715" y="23200"/>
                  <a:pt x="23971" y="23200"/>
                </a:cubicBezTo>
                <a:cubicBezTo>
                  <a:pt x="24230" y="23200"/>
                  <a:pt x="24490" y="23456"/>
                  <a:pt x="24490" y="27066"/>
                </a:cubicBezTo>
                <a:cubicBezTo>
                  <a:pt x="24490" y="46183"/>
                  <a:pt x="15466" y="61682"/>
                  <a:pt x="6958" y="70206"/>
                </a:cubicBezTo>
                <a:cubicBezTo>
                  <a:pt x="4122" y="73046"/>
                  <a:pt x="4122" y="73561"/>
                  <a:pt x="4122" y="74336"/>
                </a:cubicBezTo>
                <a:cubicBezTo>
                  <a:pt x="4122" y="76137"/>
                  <a:pt x="5412" y="77168"/>
                  <a:pt x="6702" y="77168"/>
                </a:cubicBezTo>
                <a:cubicBezTo>
                  <a:pt x="9535" y="77168"/>
                  <a:pt x="30158" y="57292"/>
                  <a:pt x="30158" y="270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df-path-100136">
            <a:extLst xmlns:a="http://schemas.openxmlformats.org/drawingml/2006/main">
              <a:ext uri="{FF2B5EF4-FFF2-40B4-BE49-F238E27FC236}">
                <a16:creationId xmlns:a16="http://schemas.microsoft.com/office/drawing/2014/main" id="{98CC715A-A56D-4D2D-9AB1-6E990635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8545" y="1865283"/>
            <a:ext cx="109301" cy="116810"/>
          </a:xfrm>
          <a:custGeom xmlns:a="http://schemas.openxmlformats.org/drawingml/2006/main">
            <a:pathLst>
              <a:path w="109301" h="116810">
                <a:moveTo>
                  <a:pt x="23200" y="92528"/>
                </a:moveTo>
                <a:cubicBezTo>
                  <a:pt x="37120" y="77593"/>
                  <a:pt x="44594" y="71154"/>
                  <a:pt x="53878" y="63172"/>
                </a:cubicBezTo>
                <a:cubicBezTo>
                  <a:pt x="53878" y="62913"/>
                  <a:pt x="69859" y="49263"/>
                  <a:pt x="79138" y="39992"/>
                </a:cubicBezTo>
                <a:cubicBezTo>
                  <a:pt x="103629" y="15986"/>
                  <a:pt x="109301" y="3611"/>
                  <a:pt x="109301" y="2581"/>
                </a:cubicBezTo>
                <a:cubicBezTo>
                  <a:pt x="109301" y="0"/>
                  <a:pt x="106980" y="0"/>
                  <a:pt x="106464" y="0"/>
                </a:cubicBezTo>
                <a:cubicBezTo>
                  <a:pt x="104659" y="0"/>
                  <a:pt x="103888" y="519"/>
                  <a:pt x="102598" y="2836"/>
                </a:cubicBezTo>
                <a:cubicBezTo>
                  <a:pt x="94865" y="15211"/>
                  <a:pt x="89452" y="19384"/>
                  <a:pt x="83265" y="19384"/>
                </a:cubicBezTo>
                <a:cubicBezTo>
                  <a:pt x="77077" y="19384"/>
                  <a:pt x="73982" y="15471"/>
                  <a:pt x="70115" y="11089"/>
                </a:cubicBezTo>
                <a:cubicBezTo>
                  <a:pt x="65218" y="5157"/>
                  <a:pt x="60836" y="0"/>
                  <a:pt x="52328" y="0"/>
                </a:cubicBezTo>
                <a:cubicBezTo>
                  <a:pt x="32994" y="0"/>
                  <a:pt x="21139" y="24026"/>
                  <a:pt x="21139" y="29435"/>
                </a:cubicBezTo>
                <a:cubicBezTo>
                  <a:pt x="21139" y="30725"/>
                  <a:pt x="21910" y="32267"/>
                  <a:pt x="24230" y="32267"/>
                </a:cubicBezTo>
                <a:cubicBezTo>
                  <a:pt x="26551" y="32267"/>
                  <a:pt x="27066" y="30981"/>
                  <a:pt x="27582" y="29435"/>
                </a:cubicBezTo>
                <a:cubicBezTo>
                  <a:pt x="32479" y="17540"/>
                  <a:pt x="47430" y="17272"/>
                  <a:pt x="49492" y="17272"/>
                </a:cubicBezTo>
                <a:cubicBezTo>
                  <a:pt x="54908" y="17272"/>
                  <a:pt x="59805" y="19121"/>
                  <a:pt x="65733" y="21190"/>
                </a:cubicBezTo>
                <a:cubicBezTo>
                  <a:pt x="76047" y="25057"/>
                  <a:pt x="78883" y="25057"/>
                  <a:pt x="85585" y="25057"/>
                </a:cubicBezTo>
                <a:cubicBezTo>
                  <a:pt x="76302" y="36129"/>
                  <a:pt x="54648" y="54672"/>
                  <a:pt x="49751" y="58794"/>
                </a:cubicBezTo>
                <a:lnTo>
                  <a:pt x="26551" y="80425"/>
                </a:lnTo>
                <a:cubicBezTo>
                  <a:pt x="9019" y="97693"/>
                  <a:pt x="0" y="112428"/>
                  <a:pt x="0" y="114234"/>
                </a:cubicBezTo>
                <a:cubicBezTo>
                  <a:pt x="0" y="116810"/>
                  <a:pt x="2577" y="116810"/>
                  <a:pt x="3092" y="116810"/>
                </a:cubicBezTo>
                <a:cubicBezTo>
                  <a:pt x="5153" y="116810"/>
                  <a:pt x="5668" y="116295"/>
                  <a:pt x="7218" y="113462"/>
                </a:cubicBezTo>
                <a:cubicBezTo>
                  <a:pt x="13146" y="104439"/>
                  <a:pt x="20879" y="97425"/>
                  <a:pt x="29128" y="97425"/>
                </a:cubicBezTo>
                <a:cubicBezTo>
                  <a:pt x="35055" y="97425"/>
                  <a:pt x="37636" y="99797"/>
                  <a:pt x="44079" y="107275"/>
                </a:cubicBezTo>
                <a:cubicBezTo>
                  <a:pt x="48461" y="112687"/>
                  <a:pt x="53103" y="116810"/>
                  <a:pt x="60580" y="116810"/>
                </a:cubicBezTo>
                <a:cubicBezTo>
                  <a:pt x="86101" y="116810"/>
                  <a:pt x="101052" y="84032"/>
                  <a:pt x="101052" y="77077"/>
                </a:cubicBezTo>
                <a:cubicBezTo>
                  <a:pt x="101052" y="75791"/>
                  <a:pt x="100022" y="74501"/>
                  <a:pt x="97956" y="74501"/>
                </a:cubicBezTo>
                <a:cubicBezTo>
                  <a:pt x="95635" y="74501"/>
                  <a:pt x="95120" y="76047"/>
                  <a:pt x="94349" y="77848"/>
                </a:cubicBezTo>
                <a:cubicBezTo>
                  <a:pt x="88418" y="94594"/>
                  <a:pt x="71921" y="99542"/>
                  <a:pt x="63412" y="99542"/>
                </a:cubicBezTo>
                <a:cubicBezTo>
                  <a:pt x="58259" y="99542"/>
                  <a:pt x="53618" y="97957"/>
                  <a:pt x="48205" y="96139"/>
                </a:cubicBezTo>
                <a:cubicBezTo>
                  <a:pt x="39441" y="92788"/>
                  <a:pt x="35575" y="91757"/>
                  <a:pt x="30158" y="91757"/>
                </a:cubicBezTo>
                <a:cubicBezTo>
                  <a:pt x="29643" y="91757"/>
                  <a:pt x="25521" y="91757"/>
                  <a:pt x="23200" y="9252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df-path-100137">
            <a:extLst xmlns:a="http://schemas.openxmlformats.org/drawingml/2006/main">
              <a:ext uri="{FF2B5EF4-FFF2-40B4-BE49-F238E27FC236}">
                <a16:creationId xmlns:a16="http://schemas.microsoft.com/office/drawing/2014/main" id="{3A1D1563-B70B-409F-A2EE-B6772EB5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3268" y="1785983"/>
            <a:ext cx="59806" cy="257787"/>
          </a:xfrm>
          <a:custGeom xmlns:a="http://schemas.openxmlformats.org/drawingml/2006/main">
            <a:pathLst>
              <a:path w="59806" h="257787">
                <a:moveTo>
                  <a:pt x="59806" y="128894"/>
                </a:moveTo>
                <a:cubicBezTo>
                  <a:pt x="59806" y="108789"/>
                  <a:pt x="56973" y="77596"/>
                  <a:pt x="42793" y="48465"/>
                </a:cubicBezTo>
                <a:cubicBezTo>
                  <a:pt x="27326" y="16757"/>
                  <a:pt x="5157" y="0"/>
                  <a:pt x="2577" y="0"/>
                </a:cubicBezTo>
                <a:cubicBezTo>
                  <a:pt x="1031" y="0"/>
                  <a:pt x="0" y="1034"/>
                  <a:pt x="0" y="2580"/>
                </a:cubicBezTo>
                <a:cubicBezTo>
                  <a:pt x="0" y="3352"/>
                  <a:pt x="0" y="3871"/>
                  <a:pt x="4897" y="8508"/>
                </a:cubicBezTo>
                <a:cubicBezTo>
                  <a:pt x="30163" y="34029"/>
                  <a:pt x="44854" y="75016"/>
                  <a:pt x="44854" y="128894"/>
                </a:cubicBezTo>
                <a:cubicBezTo>
                  <a:pt x="44854" y="172977"/>
                  <a:pt x="35319" y="218346"/>
                  <a:pt x="3352" y="250829"/>
                </a:cubicBezTo>
                <a:cubicBezTo>
                  <a:pt x="0" y="253921"/>
                  <a:pt x="0" y="254440"/>
                  <a:pt x="0" y="255211"/>
                </a:cubicBezTo>
                <a:cubicBezTo>
                  <a:pt x="0" y="256757"/>
                  <a:pt x="1031" y="257787"/>
                  <a:pt x="2577" y="257787"/>
                </a:cubicBezTo>
                <a:cubicBezTo>
                  <a:pt x="5157" y="257787"/>
                  <a:pt x="28357" y="240260"/>
                  <a:pt x="43568" y="207521"/>
                </a:cubicBezTo>
                <a:cubicBezTo>
                  <a:pt x="56714" y="179164"/>
                  <a:pt x="59806" y="150548"/>
                  <a:pt x="59806" y="1288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df-path-100138">
            <a:extLst xmlns:a="http://schemas.openxmlformats.org/drawingml/2006/main">
              <a:ext uri="{FF2B5EF4-FFF2-40B4-BE49-F238E27FC236}">
                <a16:creationId xmlns:a16="http://schemas.microsoft.com/office/drawing/2014/main" id="{3838018C-B059-4298-B486-726FE70E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231" y="1850999"/>
            <a:ext cx="121078" cy="168844"/>
          </a:xfrm>
          <a:custGeom xmlns:a="http://schemas.openxmlformats.org/drawingml/2006/main">
            <a:pathLst>
              <a:path w="121078" h="168844">
                <a:moveTo>
                  <a:pt x="767" y="157813"/>
                </a:moveTo>
                <a:cubicBezTo>
                  <a:pt x="0" y="160894"/>
                  <a:pt x="0" y="161406"/>
                  <a:pt x="0" y="161919"/>
                </a:cubicBezTo>
                <a:cubicBezTo>
                  <a:pt x="0" y="165767"/>
                  <a:pt x="2818" y="168844"/>
                  <a:pt x="7182" y="168844"/>
                </a:cubicBezTo>
                <a:cubicBezTo>
                  <a:pt x="12568" y="168844"/>
                  <a:pt x="15645" y="164229"/>
                  <a:pt x="16158" y="163457"/>
                </a:cubicBezTo>
                <a:cubicBezTo>
                  <a:pt x="17442" y="161148"/>
                  <a:pt x="25650" y="126762"/>
                  <a:pt x="32578" y="99049"/>
                </a:cubicBezTo>
                <a:cubicBezTo>
                  <a:pt x="37706" y="109312"/>
                  <a:pt x="45918" y="116237"/>
                  <a:pt x="57973" y="116237"/>
                </a:cubicBezTo>
                <a:cubicBezTo>
                  <a:pt x="87984" y="116237"/>
                  <a:pt x="121078" y="80061"/>
                  <a:pt x="121078" y="41827"/>
                </a:cubicBezTo>
                <a:cubicBezTo>
                  <a:pt x="121078" y="14627"/>
                  <a:pt x="104145" y="0"/>
                  <a:pt x="85420" y="0"/>
                </a:cubicBezTo>
                <a:cubicBezTo>
                  <a:pt x="60537" y="0"/>
                  <a:pt x="33603" y="25661"/>
                  <a:pt x="25908" y="56967"/>
                </a:cubicBezTo>
                <a:lnTo>
                  <a:pt x="767" y="157813"/>
                </a:lnTo>
                <a:moveTo>
                  <a:pt x="57715" y="110596"/>
                </a:moveTo>
                <a:cubicBezTo>
                  <a:pt x="39761" y="110596"/>
                  <a:pt x="35655" y="90066"/>
                  <a:pt x="35655" y="87757"/>
                </a:cubicBezTo>
                <a:cubicBezTo>
                  <a:pt x="35655" y="86731"/>
                  <a:pt x="36938" y="81600"/>
                  <a:pt x="37706" y="78264"/>
                </a:cubicBezTo>
                <a:cubicBezTo>
                  <a:pt x="44888" y="49523"/>
                  <a:pt x="47456" y="40285"/>
                  <a:pt x="53100" y="30022"/>
                </a:cubicBezTo>
                <a:cubicBezTo>
                  <a:pt x="64130" y="11292"/>
                  <a:pt x="76953" y="5644"/>
                  <a:pt x="84907" y="5644"/>
                </a:cubicBezTo>
                <a:cubicBezTo>
                  <a:pt x="94399" y="5644"/>
                  <a:pt x="102607" y="13089"/>
                  <a:pt x="102607" y="30793"/>
                </a:cubicBezTo>
                <a:cubicBezTo>
                  <a:pt x="102607" y="44904"/>
                  <a:pt x="95166" y="73646"/>
                  <a:pt x="88242" y="86219"/>
                </a:cubicBezTo>
                <a:cubicBezTo>
                  <a:pt x="79776" y="102384"/>
                  <a:pt x="67465" y="110596"/>
                  <a:pt x="57715" y="1105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df-path-100139">
            <a:extLst xmlns:a="http://schemas.openxmlformats.org/drawingml/2006/main">
              <a:ext uri="{FF2B5EF4-FFF2-40B4-BE49-F238E27FC236}">
                <a16:creationId xmlns:a16="http://schemas.microsoft.com/office/drawing/2014/main" id="{70258468-3853-42A5-9F4A-AD0CA89E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271" y="1923718"/>
            <a:ext cx="116538" cy="81009"/>
          </a:xfrm>
          <a:custGeom xmlns:a="http://schemas.openxmlformats.org/drawingml/2006/main">
            <a:pathLst>
              <a:path w="116538" h="81009">
                <a:moveTo>
                  <a:pt x="116538" y="12754"/>
                </a:moveTo>
                <a:cubicBezTo>
                  <a:pt x="116538" y="7365"/>
                  <a:pt x="114204" y="0"/>
                  <a:pt x="106841" y="0"/>
                </a:cubicBezTo>
                <a:cubicBezTo>
                  <a:pt x="102532" y="0"/>
                  <a:pt x="97682" y="5387"/>
                  <a:pt x="97682" y="9880"/>
                </a:cubicBezTo>
                <a:cubicBezTo>
                  <a:pt x="97682" y="15807"/>
                  <a:pt x="107378" y="17065"/>
                  <a:pt x="107378" y="29279"/>
                </a:cubicBezTo>
                <a:cubicBezTo>
                  <a:pt x="107378" y="40776"/>
                  <a:pt x="95887" y="66647"/>
                  <a:pt x="75776" y="66647"/>
                </a:cubicBezTo>
                <a:cubicBezTo>
                  <a:pt x="67156" y="66647"/>
                  <a:pt x="59975" y="60717"/>
                  <a:pt x="57459" y="52812"/>
                </a:cubicBezTo>
                <a:cubicBezTo>
                  <a:pt x="59794" y="48862"/>
                  <a:pt x="64104" y="36466"/>
                  <a:pt x="64104" y="31795"/>
                </a:cubicBezTo>
                <a:cubicBezTo>
                  <a:pt x="64104" y="29101"/>
                  <a:pt x="62487" y="26405"/>
                  <a:pt x="59435" y="26405"/>
                </a:cubicBezTo>
                <a:cubicBezTo>
                  <a:pt x="50278" y="26405"/>
                  <a:pt x="49560" y="45807"/>
                  <a:pt x="49560" y="52094"/>
                </a:cubicBezTo>
                <a:cubicBezTo>
                  <a:pt x="44532" y="58561"/>
                  <a:pt x="35554" y="66647"/>
                  <a:pt x="23881" y="66647"/>
                </a:cubicBezTo>
                <a:cubicBezTo>
                  <a:pt x="14185" y="66647"/>
                  <a:pt x="7003" y="57843"/>
                  <a:pt x="7003" y="45807"/>
                </a:cubicBezTo>
                <a:cubicBezTo>
                  <a:pt x="7003" y="24969"/>
                  <a:pt x="25498" y="7543"/>
                  <a:pt x="25498" y="4850"/>
                </a:cubicBezTo>
                <a:cubicBezTo>
                  <a:pt x="25498" y="2693"/>
                  <a:pt x="23701" y="718"/>
                  <a:pt x="21728" y="718"/>
                </a:cubicBezTo>
                <a:cubicBezTo>
                  <a:pt x="19930" y="718"/>
                  <a:pt x="18854" y="1617"/>
                  <a:pt x="17596" y="3233"/>
                </a:cubicBezTo>
                <a:cubicBezTo>
                  <a:pt x="15262" y="5926"/>
                  <a:pt x="12927" y="9880"/>
                  <a:pt x="10773" y="13472"/>
                </a:cubicBezTo>
                <a:cubicBezTo>
                  <a:pt x="4488" y="24251"/>
                  <a:pt x="0" y="39518"/>
                  <a:pt x="0" y="52454"/>
                </a:cubicBezTo>
                <a:cubicBezTo>
                  <a:pt x="0" y="66824"/>
                  <a:pt x="5746" y="81009"/>
                  <a:pt x="22265" y="81009"/>
                </a:cubicBezTo>
                <a:cubicBezTo>
                  <a:pt x="34296" y="81009"/>
                  <a:pt x="44710" y="73110"/>
                  <a:pt x="51177" y="63411"/>
                </a:cubicBezTo>
                <a:cubicBezTo>
                  <a:pt x="54588" y="74187"/>
                  <a:pt x="62487" y="80831"/>
                  <a:pt x="73981" y="80831"/>
                </a:cubicBezTo>
                <a:cubicBezTo>
                  <a:pt x="105584" y="80831"/>
                  <a:pt x="116538" y="27662"/>
                  <a:pt x="116538" y="1275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df-path-100140">
            <a:extLst xmlns:a="http://schemas.openxmlformats.org/drawingml/2006/main">
              <a:ext uri="{FF2B5EF4-FFF2-40B4-BE49-F238E27FC236}">
                <a16:creationId xmlns:a16="http://schemas.microsoft.com/office/drawing/2014/main" id="{6F2A32EE-02F5-4F8C-B5F9-27AEFCDB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054" y="1772088"/>
            <a:ext cx="59512" cy="256522"/>
          </a:xfrm>
          <a:custGeom xmlns:a="http://schemas.openxmlformats.org/drawingml/2006/main">
            <a:pathLst>
              <a:path w="59512" h="256522">
                <a:moveTo>
                  <a:pt x="59512" y="253958"/>
                </a:moveTo>
                <a:cubicBezTo>
                  <a:pt x="59512" y="253192"/>
                  <a:pt x="59512" y="252675"/>
                  <a:pt x="55151" y="248314"/>
                </a:cubicBezTo>
                <a:cubicBezTo>
                  <a:pt x="23086" y="215994"/>
                  <a:pt x="14878" y="167509"/>
                  <a:pt x="14878" y="128261"/>
                </a:cubicBezTo>
                <a:cubicBezTo>
                  <a:pt x="14878" y="83627"/>
                  <a:pt x="24624" y="38994"/>
                  <a:pt x="56177" y="6928"/>
                </a:cubicBezTo>
                <a:cubicBezTo>
                  <a:pt x="59512" y="3852"/>
                  <a:pt x="59512" y="3335"/>
                  <a:pt x="59512" y="2568"/>
                </a:cubicBezTo>
                <a:cubicBezTo>
                  <a:pt x="59512" y="771"/>
                  <a:pt x="58486" y="0"/>
                  <a:pt x="56948" y="0"/>
                </a:cubicBezTo>
                <a:cubicBezTo>
                  <a:pt x="54380" y="0"/>
                  <a:pt x="31294" y="17446"/>
                  <a:pt x="16158" y="50024"/>
                </a:cubicBezTo>
                <a:cubicBezTo>
                  <a:pt x="3077" y="78241"/>
                  <a:pt x="0" y="106713"/>
                  <a:pt x="0" y="128261"/>
                </a:cubicBezTo>
                <a:cubicBezTo>
                  <a:pt x="0" y="148271"/>
                  <a:pt x="2818" y="179311"/>
                  <a:pt x="16929" y="208299"/>
                </a:cubicBezTo>
                <a:cubicBezTo>
                  <a:pt x="32320" y="239852"/>
                  <a:pt x="54380" y="256522"/>
                  <a:pt x="56948" y="256522"/>
                </a:cubicBezTo>
                <a:cubicBezTo>
                  <a:pt x="58486" y="256522"/>
                  <a:pt x="59512" y="255755"/>
                  <a:pt x="59512" y="2539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df-path-100141">
            <a:extLst xmlns:a="http://schemas.openxmlformats.org/drawingml/2006/main">
              <a:ext uri="{FF2B5EF4-FFF2-40B4-BE49-F238E27FC236}">
                <a16:creationId xmlns:a16="http://schemas.microsoft.com/office/drawing/2014/main" id="{A18198D0-B43D-47B8-A174-DD99E205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464" y="1850999"/>
            <a:ext cx="108764" cy="116237"/>
          </a:xfrm>
          <a:custGeom xmlns:a="http://schemas.openxmlformats.org/drawingml/2006/main">
            <a:pathLst>
              <a:path w="108764" h="116237">
                <a:moveTo>
                  <a:pt x="23086" y="92074"/>
                </a:moveTo>
                <a:cubicBezTo>
                  <a:pt x="36939" y="77212"/>
                  <a:pt x="44375" y="70804"/>
                  <a:pt x="53613" y="62862"/>
                </a:cubicBezTo>
                <a:cubicBezTo>
                  <a:pt x="53613" y="62604"/>
                  <a:pt x="69517" y="49021"/>
                  <a:pt x="78750" y="39796"/>
                </a:cubicBezTo>
                <a:cubicBezTo>
                  <a:pt x="103120" y="15907"/>
                  <a:pt x="108764" y="3593"/>
                  <a:pt x="108764" y="2568"/>
                </a:cubicBezTo>
                <a:cubicBezTo>
                  <a:pt x="108764" y="0"/>
                  <a:pt x="106455" y="0"/>
                  <a:pt x="105942" y="0"/>
                </a:cubicBezTo>
                <a:cubicBezTo>
                  <a:pt x="104146" y="0"/>
                  <a:pt x="103379" y="516"/>
                  <a:pt x="102095" y="2822"/>
                </a:cubicBezTo>
                <a:cubicBezTo>
                  <a:pt x="94399" y="15136"/>
                  <a:pt x="89013" y="19289"/>
                  <a:pt x="82856" y="19289"/>
                </a:cubicBezTo>
                <a:cubicBezTo>
                  <a:pt x="76699" y="19289"/>
                  <a:pt x="73619" y="15394"/>
                  <a:pt x="69771" y="11034"/>
                </a:cubicBezTo>
                <a:cubicBezTo>
                  <a:pt x="64898" y="5132"/>
                  <a:pt x="60537" y="0"/>
                  <a:pt x="52071" y="0"/>
                </a:cubicBezTo>
                <a:cubicBezTo>
                  <a:pt x="32833" y="0"/>
                  <a:pt x="21035" y="23908"/>
                  <a:pt x="21035" y="29290"/>
                </a:cubicBezTo>
                <a:cubicBezTo>
                  <a:pt x="21035" y="30574"/>
                  <a:pt x="21802" y="32108"/>
                  <a:pt x="24112" y="32108"/>
                </a:cubicBezTo>
                <a:cubicBezTo>
                  <a:pt x="26421" y="32108"/>
                  <a:pt x="26934" y="30828"/>
                  <a:pt x="27447" y="29290"/>
                </a:cubicBezTo>
                <a:cubicBezTo>
                  <a:pt x="32320" y="17454"/>
                  <a:pt x="47198" y="17187"/>
                  <a:pt x="49249" y="17187"/>
                </a:cubicBezTo>
                <a:cubicBezTo>
                  <a:pt x="54639" y="17187"/>
                  <a:pt x="59512" y="19027"/>
                  <a:pt x="65411" y="21086"/>
                </a:cubicBezTo>
                <a:cubicBezTo>
                  <a:pt x="75674" y="24933"/>
                  <a:pt x="78496" y="24933"/>
                  <a:pt x="85166" y="24933"/>
                </a:cubicBezTo>
                <a:cubicBezTo>
                  <a:pt x="75928" y="35952"/>
                  <a:pt x="54380" y="54404"/>
                  <a:pt x="49507" y="58506"/>
                </a:cubicBezTo>
                <a:lnTo>
                  <a:pt x="26421" y="80030"/>
                </a:lnTo>
                <a:cubicBezTo>
                  <a:pt x="8975" y="97213"/>
                  <a:pt x="0" y="111876"/>
                  <a:pt x="0" y="113673"/>
                </a:cubicBezTo>
                <a:cubicBezTo>
                  <a:pt x="0" y="116237"/>
                  <a:pt x="2564" y="116237"/>
                  <a:pt x="3077" y="116237"/>
                </a:cubicBezTo>
                <a:cubicBezTo>
                  <a:pt x="5128" y="116237"/>
                  <a:pt x="5641" y="115724"/>
                  <a:pt x="7183" y="112905"/>
                </a:cubicBezTo>
                <a:cubicBezTo>
                  <a:pt x="13081" y="103926"/>
                  <a:pt x="20777" y="96947"/>
                  <a:pt x="28985" y="96947"/>
                </a:cubicBezTo>
                <a:cubicBezTo>
                  <a:pt x="34884" y="96947"/>
                  <a:pt x="37451" y="99307"/>
                  <a:pt x="43863" y="106748"/>
                </a:cubicBezTo>
                <a:cubicBezTo>
                  <a:pt x="48223" y="112134"/>
                  <a:pt x="52842" y="116237"/>
                  <a:pt x="60283" y="116237"/>
                </a:cubicBezTo>
                <a:cubicBezTo>
                  <a:pt x="85678" y="116237"/>
                  <a:pt x="100556" y="83619"/>
                  <a:pt x="100556" y="76699"/>
                </a:cubicBezTo>
                <a:cubicBezTo>
                  <a:pt x="100556" y="75419"/>
                  <a:pt x="99531" y="74135"/>
                  <a:pt x="97476" y="74135"/>
                </a:cubicBezTo>
                <a:cubicBezTo>
                  <a:pt x="95167" y="74135"/>
                  <a:pt x="94654" y="75673"/>
                  <a:pt x="93886" y="77466"/>
                </a:cubicBezTo>
                <a:cubicBezTo>
                  <a:pt x="87984" y="94129"/>
                  <a:pt x="71568" y="99053"/>
                  <a:pt x="63101" y="99053"/>
                </a:cubicBezTo>
                <a:cubicBezTo>
                  <a:pt x="57973" y="99053"/>
                  <a:pt x="53355" y="97475"/>
                  <a:pt x="47969" y="95667"/>
                </a:cubicBezTo>
                <a:cubicBezTo>
                  <a:pt x="39248" y="92332"/>
                  <a:pt x="35400" y="91307"/>
                  <a:pt x="30010" y="91307"/>
                </a:cubicBezTo>
                <a:cubicBezTo>
                  <a:pt x="29498" y="91307"/>
                  <a:pt x="25396" y="91307"/>
                  <a:pt x="23086" y="920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df-path-100142">
            <a:extLst xmlns:a="http://schemas.openxmlformats.org/drawingml/2006/main">
              <a:ext uri="{FF2B5EF4-FFF2-40B4-BE49-F238E27FC236}">
                <a16:creationId xmlns:a16="http://schemas.microsoft.com/office/drawing/2014/main" id="{B00B7F7C-5903-4BAF-BB3E-E72EEB64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528" y="1772088"/>
            <a:ext cx="10263" cy="256522"/>
          </a:xfrm>
          <a:custGeom xmlns:a="http://schemas.openxmlformats.org/drawingml/2006/main">
            <a:pathLst>
              <a:path w="10263" h="256522">
                <a:moveTo>
                  <a:pt x="10263" y="9238"/>
                </a:moveTo>
                <a:cubicBezTo>
                  <a:pt x="10263" y="4619"/>
                  <a:pt x="10263" y="0"/>
                  <a:pt x="5132" y="0"/>
                </a:cubicBezTo>
                <a:cubicBezTo>
                  <a:pt x="0" y="0"/>
                  <a:pt x="0" y="4619"/>
                  <a:pt x="0" y="9238"/>
                </a:cubicBezTo>
                <a:lnTo>
                  <a:pt x="0" y="247288"/>
                </a:lnTo>
                <a:cubicBezTo>
                  <a:pt x="0" y="251907"/>
                  <a:pt x="0" y="256522"/>
                  <a:pt x="5132" y="256522"/>
                </a:cubicBezTo>
                <a:cubicBezTo>
                  <a:pt x="10263" y="256522"/>
                  <a:pt x="10263" y="251907"/>
                  <a:pt x="10263" y="247288"/>
                </a:cubicBezTo>
                <a:lnTo>
                  <a:pt x="10263" y="92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df-path-100143">
            <a:extLst xmlns:a="http://schemas.openxmlformats.org/drawingml/2006/main">
              <a:ext uri="{FF2B5EF4-FFF2-40B4-BE49-F238E27FC236}">
                <a16:creationId xmlns:a16="http://schemas.microsoft.com/office/drawing/2014/main" id="{705C906F-0DF5-42B6-98DC-D9F3B3D1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587" y="1850999"/>
            <a:ext cx="94403" cy="116237"/>
          </a:xfrm>
          <a:custGeom xmlns:a="http://schemas.openxmlformats.org/drawingml/2006/main">
            <a:pathLst>
              <a:path w="94403" h="116237">
                <a:moveTo>
                  <a:pt x="86962" y="17528"/>
                </a:moveTo>
                <a:cubicBezTo>
                  <a:pt x="79779" y="17786"/>
                  <a:pt x="74648" y="23431"/>
                  <a:pt x="74648" y="29074"/>
                </a:cubicBezTo>
                <a:cubicBezTo>
                  <a:pt x="74648" y="32668"/>
                  <a:pt x="76958" y="36516"/>
                  <a:pt x="82602" y="36516"/>
                </a:cubicBezTo>
                <a:cubicBezTo>
                  <a:pt x="88246" y="36516"/>
                  <a:pt x="94403" y="32155"/>
                  <a:pt x="94403" y="22150"/>
                </a:cubicBezTo>
                <a:cubicBezTo>
                  <a:pt x="94403" y="10553"/>
                  <a:pt x="83373" y="0"/>
                  <a:pt x="63876" y="0"/>
                </a:cubicBezTo>
                <a:cubicBezTo>
                  <a:pt x="30014" y="0"/>
                  <a:pt x="20522" y="26252"/>
                  <a:pt x="20522" y="37537"/>
                </a:cubicBezTo>
                <a:cubicBezTo>
                  <a:pt x="20522" y="57508"/>
                  <a:pt x="39506" y="61347"/>
                  <a:pt x="46943" y="62882"/>
                </a:cubicBezTo>
                <a:cubicBezTo>
                  <a:pt x="60283" y="65442"/>
                  <a:pt x="73622" y="68260"/>
                  <a:pt x="73622" y="82355"/>
                </a:cubicBezTo>
                <a:cubicBezTo>
                  <a:pt x="73622" y="89025"/>
                  <a:pt x="67724" y="110596"/>
                  <a:pt x="36943" y="110596"/>
                </a:cubicBezTo>
                <a:cubicBezTo>
                  <a:pt x="33349" y="110596"/>
                  <a:pt x="13598" y="110596"/>
                  <a:pt x="7695" y="96978"/>
                </a:cubicBezTo>
                <a:cubicBezTo>
                  <a:pt x="17445" y="98263"/>
                  <a:pt x="23857" y="90563"/>
                  <a:pt x="23857" y="83380"/>
                </a:cubicBezTo>
                <a:cubicBezTo>
                  <a:pt x="23857" y="77482"/>
                  <a:pt x="19755" y="74401"/>
                  <a:pt x="14365" y="74401"/>
                </a:cubicBezTo>
                <a:cubicBezTo>
                  <a:pt x="7695" y="74401"/>
                  <a:pt x="0" y="79791"/>
                  <a:pt x="0" y="91334"/>
                </a:cubicBezTo>
                <a:cubicBezTo>
                  <a:pt x="0" y="105970"/>
                  <a:pt x="14624" y="116237"/>
                  <a:pt x="36684" y="116237"/>
                </a:cubicBezTo>
                <a:cubicBezTo>
                  <a:pt x="78241" y="116237"/>
                  <a:pt x="88246" y="85177"/>
                  <a:pt x="88246" y="73634"/>
                </a:cubicBezTo>
                <a:cubicBezTo>
                  <a:pt x="88246" y="64420"/>
                  <a:pt x="83373" y="58020"/>
                  <a:pt x="80292" y="54948"/>
                </a:cubicBezTo>
                <a:cubicBezTo>
                  <a:pt x="73368" y="47777"/>
                  <a:pt x="65927" y="46497"/>
                  <a:pt x="54643" y="44196"/>
                </a:cubicBezTo>
                <a:cubicBezTo>
                  <a:pt x="45405" y="42148"/>
                  <a:pt x="35146" y="40356"/>
                  <a:pt x="35146" y="28820"/>
                </a:cubicBezTo>
                <a:cubicBezTo>
                  <a:pt x="35146" y="21380"/>
                  <a:pt x="41303" y="5644"/>
                  <a:pt x="63876" y="5644"/>
                </a:cubicBezTo>
                <a:cubicBezTo>
                  <a:pt x="70288" y="5644"/>
                  <a:pt x="83115" y="7452"/>
                  <a:pt x="86962" y="1752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df-path-100144">
            <a:extLst xmlns:a="http://schemas.openxmlformats.org/drawingml/2006/main">
              <a:ext uri="{FF2B5EF4-FFF2-40B4-BE49-F238E27FC236}">
                <a16:creationId xmlns:a16="http://schemas.microsoft.com/office/drawing/2014/main" id="{272B5D77-D88F-47F3-91C3-43AFCE8F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116" y="1772088"/>
            <a:ext cx="59512" cy="256522"/>
          </a:xfrm>
          <a:custGeom xmlns:a="http://schemas.openxmlformats.org/drawingml/2006/main">
            <a:pathLst>
              <a:path w="59512" h="256522">
                <a:moveTo>
                  <a:pt x="59512" y="128261"/>
                </a:moveTo>
                <a:cubicBezTo>
                  <a:pt x="59512" y="108256"/>
                  <a:pt x="56694" y="77216"/>
                  <a:pt x="42583" y="48227"/>
                </a:cubicBezTo>
                <a:cubicBezTo>
                  <a:pt x="27192" y="16675"/>
                  <a:pt x="5132" y="0"/>
                  <a:pt x="2564" y="0"/>
                </a:cubicBezTo>
                <a:cubicBezTo>
                  <a:pt x="1026" y="0"/>
                  <a:pt x="0" y="1030"/>
                  <a:pt x="0" y="2568"/>
                </a:cubicBezTo>
                <a:cubicBezTo>
                  <a:pt x="0" y="3335"/>
                  <a:pt x="0" y="3852"/>
                  <a:pt x="4874" y="8466"/>
                </a:cubicBezTo>
                <a:cubicBezTo>
                  <a:pt x="30014" y="33862"/>
                  <a:pt x="44634" y="74648"/>
                  <a:pt x="44634" y="128261"/>
                </a:cubicBezTo>
                <a:cubicBezTo>
                  <a:pt x="44634" y="172128"/>
                  <a:pt x="35146" y="217275"/>
                  <a:pt x="3335" y="249598"/>
                </a:cubicBezTo>
                <a:cubicBezTo>
                  <a:pt x="0" y="252675"/>
                  <a:pt x="0" y="253192"/>
                  <a:pt x="0" y="253958"/>
                </a:cubicBezTo>
                <a:cubicBezTo>
                  <a:pt x="0" y="255497"/>
                  <a:pt x="1026" y="256522"/>
                  <a:pt x="2564" y="256522"/>
                </a:cubicBezTo>
                <a:cubicBezTo>
                  <a:pt x="5132" y="256522"/>
                  <a:pt x="28217" y="239081"/>
                  <a:pt x="43354" y="206503"/>
                </a:cubicBezTo>
                <a:cubicBezTo>
                  <a:pt x="56436" y="178285"/>
                  <a:pt x="59512" y="149809"/>
                  <a:pt x="59512" y="1282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df-path-100145">
            <a:extLst xmlns:a="http://schemas.openxmlformats.org/drawingml/2006/main">
              <a:ext uri="{FF2B5EF4-FFF2-40B4-BE49-F238E27FC236}">
                <a16:creationId xmlns:a16="http://schemas.microsoft.com/office/drawing/2014/main" id="{0850DACB-63D4-429B-8388-4F430247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1264" y="1853438"/>
            <a:ext cx="103167" cy="159436"/>
          </a:xfrm>
          <a:custGeom xmlns:a="http://schemas.openxmlformats.org/drawingml/2006/main">
            <a:pathLst>
              <a:path w="103167" h="159436">
                <a:moveTo>
                  <a:pt x="103167" y="2754"/>
                </a:moveTo>
                <a:cubicBezTo>
                  <a:pt x="103167" y="1754"/>
                  <a:pt x="102414" y="252"/>
                  <a:pt x="100660" y="252"/>
                </a:cubicBezTo>
                <a:cubicBezTo>
                  <a:pt x="97909" y="252"/>
                  <a:pt x="87891" y="10270"/>
                  <a:pt x="83634" y="17534"/>
                </a:cubicBezTo>
                <a:cubicBezTo>
                  <a:pt x="78125" y="4008"/>
                  <a:pt x="68359" y="0"/>
                  <a:pt x="60346" y="0"/>
                </a:cubicBezTo>
                <a:cubicBezTo>
                  <a:pt x="30800" y="0"/>
                  <a:pt x="0" y="37070"/>
                  <a:pt x="0" y="73391"/>
                </a:cubicBezTo>
                <a:cubicBezTo>
                  <a:pt x="0" y="97936"/>
                  <a:pt x="14775" y="113464"/>
                  <a:pt x="33054" y="113464"/>
                </a:cubicBezTo>
                <a:cubicBezTo>
                  <a:pt x="43821" y="113464"/>
                  <a:pt x="53587" y="107457"/>
                  <a:pt x="62601" y="98441"/>
                </a:cubicBezTo>
                <a:cubicBezTo>
                  <a:pt x="60346" y="107206"/>
                  <a:pt x="52082" y="141119"/>
                  <a:pt x="51333" y="143381"/>
                </a:cubicBezTo>
                <a:cubicBezTo>
                  <a:pt x="49331" y="150419"/>
                  <a:pt x="47325" y="151424"/>
                  <a:pt x="33303" y="151676"/>
                </a:cubicBezTo>
                <a:cubicBezTo>
                  <a:pt x="30047" y="151676"/>
                  <a:pt x="27544" y="151676"/>
                  <a:pt x="27544" y="156685"/>
                </a:cubicBezTo>
                <a:cubicBezTo>
                  <a:pt x="27544" y="156934"/>
                  <a:pt x="27544" y="159436"/>
                  <a:pt x="30800" y="159436"/>
                </a:cubicBezTo>
                <a:cubicBezTo>
                  <a:pt x="38812" y="159436"/>
                  <a:pt x="47577" y="158687"/>
                  <a:pt x="55842" y="158687"/>
                </a:cubicBezTo>
                <a:cubicBezTo>
                  <a:pt x="64355" y="158687"/>
                  <a:pt x="73368" y="159436"/>
                  <a:pt x="81632" y="159436"/>
                </a:cubicBezTo>
                <a:cubicBezTo>
                  <a:pt x="82882" y="159436"/>
                  <a:pt x="86137" y="159436"/>
                  <a:pt x="86137" y="154431"/>
                </a:cubicBezTo>
                <a:cubicBezTo>
                  <a:pt x="86137" y="151676"/>
                  <a:pt x="83634" y="151676"/>
                  <a:pt x="79627" y="151676"/>
                </a:cubicBezTo>
                <a:cubicBezTo>
                  <a:pt x="67610" y="151676"/>
                  <a:pt x="67610" y="149915"/>
                  <a:pt x="67610" y="147653"/>
                </a:cubicBezTo>
                <a:cubicBezTo>
                  <a:pt x="67610" y="145895"/>
                  <a:pt x="68110" y="144386"/>
                  <a:pt x="68611" y="142124"/>
                </a:cubicBezTo>
                <a:lnTo>
                  <a:pt x="103167" y="2754"/>
                </a:lnTo>
                <a:moveTo>
                  <a:pt x="33803" y="107958"/>
                </a:moveTo>
                <a:cubicBezTo>
                  <a:pt x="18780" y="107958"/>
                  <a:pt x="17779" y="88670"/>
                  <a:pt x="17779" y="84410"/>
                </a:cubicBezTo>
                <a:cubicBezTo>
                  <a:pt x="17779" y="72390"/>
                  <a:pt x="25042" y="45086"/>
                  <a:pt x="29298" y="34567"/>
                </a:cubicBezTo>
                <a:cubicBezTo>
                  <a:pt x="37058" y="16032"/>
                  <a:pt x="50080" y="5510"/>
                  <a:pt x="60346" y="5510"/>
                </a:cubicBezTo>
                <a:cubicBezTo>
                  <a:pt x="76623" y="5510"/>
                  <a:pt x="80131" y="25798"/>
                  <a:pt x="80131" y="27552"/>
                </a:cubicBezTo>
                <a:cubicBezTo>
                  <a:pt x="80131" y="29058"/>
                  <a:pt x="66356" y="83909"/>
                  <a:pt x="65604" y="84915"/>
                </a:cubicBezTo>
                <a:cubicBezTo>
                  <a:pt x="61848" y="91926"/>
                  <a:pt x="47826" y="107958"/>
                  <a:pt x="33803" y="1079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df-path-100146">
            <a:extLst xmlns:a="http://schemas.openxmlformats.org/drawingml/2006/main">
              <a:ext uri="{FF2B5EF4-FFF2-40B4-BE49-F238E27FC236}">
                <a16:creationId xmlns:a16="http://schemas.microsoft.com/office/drawing/2014/main" id="{8272908B-C1FB-47CF-AEC1-382A770A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5290" y="1880084"/>
            <a:ext cx="101137" cy="157480"/>
          </a:xfrm>
          <a:custGeom xmlns:a="http://schemas.openxmlformats.org/drawingml/2006/main">
            <a:pathLst>
              <a:path w="101137" h="157480">
                <a:moveTo>
                  <a:pt x="73968" y="2279"/>
                </a:moveTo>
                <a:cubicBezTo>
                  <a:pt x="73968" y="0"/>
                  <a:pt x="71866" y="0"/>
                  <a:pt x="70989" y="0"/>
                </a:cubicBezTo>
                <a:cubicBezTo>
                  <a:pt x="68360" y="0"/>
                  <a:pt x="68186" y="877"/>
                  <a:pt x="67483" y="3857"/>
                </a:cubicBezTo>
                <a:lnTo>
                  <a:pt x="57493" y="43992"/>
                </a:lnTo>
                <a:cubicBezTo>
                  <a:pt x="26468" y="45396"/>
                  <a:pt x="0" y="67659"/>
                  <a:pt x="0" y="91153"/>
                </a:cubicBezTo>
                <a:cubicBezTo>
                  <a:pt x="0" y="110964"/>
                  <a:pt x="18054" y="122884"/>
                  <a:pt x="37511" y="123585"/>
                </a:cubicBezTo>
                <a:cubicBezTo>
                  <a:pt x="36107" y="129030"/>
                  <a:pt x="34882" y="134652"/>
                  <a:pt x="33478" y="140098"/>
                </a:cubicBezTo>
                <a:cubicBezTo>
                  <a:pt x="31375" y="148354"/>
                  <a:pt x="29798" y="154851"/>
                  <a:pt x="29798" y="155378"/>
                </a:cubicBezTo>
                <a:cubicBezTo>
                  <a:pt x="29798" y="157480"/>
                  <a:pt x="32077" y="157480"/>
                  <a:pt x="32603" y="157480"/>
                </a:cubicBezTo>
                <a:cubicBezTo>
                  <a:pt x="35232" y="157480"/>
                  <a:pt x="35406" y="156956"/>
                  <a:pt x="36283" y="153273"/>
                </a:cubicBezTo>
                <a:lnTo>
                  <a:pt x="43647" y="123759"/>
                </a:lnTo>
                <a:cubicBezTo>
                  <a:pt x="73618" y="122534"/>
                  <a:pt x="101137" y="100444"/>
                  <a:pt x="101137" y="76601"/>
                </a:cubicBezTo>
                <a:cubicBezTo>
                  <a:pt x="101137" y="58194"/>
                  <a:pt x="85012" y="45046"/>
                  <a:pt x="63628" y="44168"/>
                </a:cubicBezTo>
                <a:lnTo>
                  <a:pt x="73968" y="2279"/>
                </a:lnTo>
                <a:moveTo>
                  <a:pt x="38739" y="118677"/>
                </a:moveTo>
                <a:cubicBezTo>
                  <a:pt x="25240" y="117977"/>
                  <a:pt x="12795" y="110613"/>
                  <a:pt x="12795" y="94133"/>
                </a:cubicBezTo>
                <a:cubicBezTo>
                  <a:pt x="12795" y="76601"/>
                  <a:pt x="26117" y="51882"/>
                  <a:pt x="56091" y="49076"/>
                </a:cubicBezTo>
                <a:lnTo>
                  <a:pt x="38739" y="118677"/>
                </a:lnTo>
                <a:moveTo>
                  <a:pt x="62224" y="49076"/>
                </a:moveTo>
                <a:cubicBezTo>
                  <a:pt x="75723" y="49603"/>
                  <a:pt x="88342" y="56966"/>
                  <a:pt x="88342" y="73621"/>
                </a:cubicBezTo>
                <a:cubicBezTo>
                  <a:pt x="88342" y="92731"/>
                  <a:pt x="73268" y="116222"/>
                  <a:pt x="44872" y="118677"/>
                </a:cubicBezTo>
                <a:lnTo>
                  <a:pt x="62224" y="490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df-path-100147">
            <a:extLst xmlns:a="http://schemas.openxmlformats.org/drawingml/2006/main">
              <a:ext uri="{FF2B5EF4-FFF2-40B4-BE49-F238E27FC236}">
                <a16:creationId xmlns:a16="http://schemas.microsoft.com/office/drawing/2014/main" id="{A6EE973E-44D1-4DEE-9277-954DDEBE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0747" y="1776410"/>
            <a:ext cx="58092" cy="250403"/>
          </a:xfrm>
          <a:custGeom xmlns:a="http://schemas.openxmlformats.org/drawingml/2006/main">
            <a:pathLst>
              <a:path w="58092" h="250403">
                <a:moveTo>
                  <a:pt x="58092" y="247901"/>
                </a:moveTo>
                <a:cubicBezTo>
                  <a:pt x="58092" y="247152"/>
                  <a:pt x="58092" y="246647"/>
                  <a:pt x="53836" y="242391"/>
                </a:cubicBezTo>
                <a:cubicBezTo>
                  <a:pt x="22535" y="210842"/>
                  <a:pt x="14523" y="163513"/>
                  <a:pt x="14523" y="125202"/>
                </a:cubicBezTo>
                <a:cubicBezTo>
                  <a:pt x="14523" y="81632"/>
                  <a:pt x="24037" y="38063"/>
                  <a:pt x="54837" y="6763"/>
                </a:cubicBezTo>
                <a:cubicBezTo>
                  <a:pt x="58092" y="3760"/>
                  <a:pt x="58092" y="3256"/>
                  <a:pt x="58092" y="2506"/>
                </a:cubicBezTo>
                <a:cubicBezTo>
                  <a:pt x="58092" y="753"/>
                  <a:pt x="57091" y="0"/>
                  <a:pt x="55590" y="0"/>
                </a:cubicBezTo>
                <a:cubicBezTo>
                  <a:pt x="53083" y="0"/>
                  <a:pt x="30548" y="17030"/>
                  <a:pt x="15772" y="48831"/>
                </a:cubicBezTo>
                <a:cubicBezTo>
                  <a:pt x="3003" y="76375"/>
                  <a:pt x="0" y="104168"/>
                  <a:pt x="0" y="125202"/>
                </a:cubicBezTo>
                <a:cubicBezTo>
                  <a:pt x="0" y="144734"/>
                  <a:pt x="2751" y="175033"/>
                  <a:pt x="16525" y="203331"/>
                </a:cubicBezTo>
                <a:cubicBezTo>
                  <a:pt x="31549" y="234130"/>
                  <a:pt x="53083" y="250403"/>
                  <a:pt x="55590" y="250403"/>
                </a:cubicBezTo>
                <a:cubicBezTo>
                  <a:pt x="57091" y="250403"/>
                  <a:pt x="58092" y="249655"/>
                  <a:pt x="58092" y="2479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df-path-100148">
            <a:extLst xmlns:a="http://schemas.openxmlformats.org/drawingml/2006/main">
              <a:ext uri="{FF2B5EF4-FFF2-40B4-BE49-F238E27FC236}">
                <a16:creationId xmlns:a16="http://schemas.microsoft.com/office/drawing/2014/main" id="{BA9F1269-F13E-4A9A-AC79-20FB1AED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4094" y="1853438"/>
            <a:ext cx="106170" cy="113464"/>
          </a:xfrm>
          <a:custGeom xmlns:a="http://schemas.openxmlformats.org/drawingml/2006/main">
            <a:pathLst>
              <a:path w="106170" h="113464">
                <a:moveTo>
                  <a:pt x="22535" y="89878"/>
                </a:moveTo>
                <a:cubicBezTo>
                  <a:pt x="36057" y="75370"/>
                  <a:pt x="43317" y="69116"/>
                  <a:pt x="52334" y="61363"/>
                </a:cubicBezTo>
                <a:cubicBezTo>
                  <a:pt x="52334" y="61111"/>
                  <a:pt x="67858" y="47852"/>
                  <a:pt x="76871" y="38846"/>
                </a:cubicBezTo>
                <a:cubicBezTo>
                  <a:pt x="100660" y="15528"/>
                  <a:pt x="106170" y="3507"/>
                  <a:pt x="106170" y="2506"/>
                </a:cubicBezTo>
                <a:cubicBezTo>
                  <a:pt x="106170" y="0"/>
                  <a:pt x="103916" y="0"/>
                  <a:pt x="103415" y="0"/>
                </a:cubicBezTo>
                <a:cubicBezTo>
                  <a:pt x="101661" y="0"/>
                  <a:pt x="100912" y="504"/>
                  <a:pt x="99659" y="2754"/>
                </a:cubicBezTo>
                <a:cubicBezTo>
                  <a:pt x="92147" y="14775"/>
                  <a:pt x="86890" y="18829"/>
                  <a:pt x="80879" y="18829"/>
                </a:cubicBezTo>
                <a:cubicBezTo>
                  <a:pt x="74869" y="18829"/>
                  <a:pt x="71862" y="15028"/>
                  <a:pt x="68106" y="10771"/>
                </a:cubicBezTo>
                <a:cubicBezTo>
                  <a:pt x="63350" y="5009"/>
                  <a:pt x="59093" y="0"/>
                  <a:pt x="50828" y="0"/>
                </a:cubicBezTo>
                <a:cubicBezTo>
                  <a:pt x="32049" y="0"/>
                  <a:pt x="20533" y="23338"/>
                  <a:pt x="20533" y="28591"/>
                </a:cubicBezTo>
                <a:cubicBezTo>
                  <a:pt x="20533" y="29845"/>
                  <a:pt x="21282" y="31342"/>
                  <a:pt x="23536" y="31342"/>
                </a:cubicBezTo>
                <a:cubicBezTo>
                  <a:pt x="25790" y="31342"/>
                  <a:pt x="26291" y="30093"/>
                  <a:pt x="26791" y="28591"/>
                </a:cubicBezTo>
                <a:cubicBezTo>
                  <a:pt x="31549" y="17037"/>
                  <a:pt x="46072" y="16777"/>
                  <a:pt x="48074" y="16777"/>
                </a:cubicBezTo>
                <a:cubicBezTo>
                  <a:pt x="53335" y="16777"/>
                  <a:pt x="58092" y="18573"/>
                  <a:pt x="63850" y="20583"/>
                </a:cubicBezTo>
                <a:cubicBezTo>
                  <a:pt x="73868" y="24339"/>
                  <a:pt x="76623" y="24339"/>
                  <a:pt x="83134" y="24339"/>
                </a:cubicBezTo>
                <a:cubicBezTo>
                  <a:pt x="74116" y="35094"/>
                  <a:pt x="53083" y="53106"/>
                  <a:pt x="48326" y="57110"/>
                </a:cubicBezTo>
                <a:lnTo>
                  <a:pt x="25790" y="78121"/>
                </a:lnTo>
                <a:cubicBezTo>
                  <a:pt x="8761" y="94895"/>
                  <a:pt x="0" y="109207"/>
                  <a:pt x="0" y="110961"/>
                </a:cubicBezTo>
                <a:cubicBezTo>
                  <a:pt x="0" y="113464"/>
                  <a:pt x="2502" y="113464"/>
                  <a:pt x="3003" y="113464"/>
                </a:cubicBezTo>
                <a:cubicBezTo>
                  <a:pt x="5005" y="113464"/>
                  <a:pt x="5505" y="112963"/>
                  <a:pt x="7011" y="110212"/>
                </a:cubicBezTo>
                <a:cubicBezTo>
                  <a:pt x="12769" y="101447"/>
                  <a:pt x="20281" y="94635"/>
                  <a:pt x="28293" y="94635"/>
                </a:cubicBezTo>
                <a:cubicBezTo>
                  <a:pt x="34051" y="94635"/>
                  <a:pt x="36558" y="96939"/>
                  <a:pt x="42816" y="104202"/>
                </a:cubicBezTo>
                <a:cubicBezTo>
                  <a:pt x="47073" y="109460"/>
                  <a:pt x="51581" y="113464"/>
                  <a:pt x="58845" y="113464"/>
                </a:cubicBezTo>
                <a:cubicBezTo>
                  <a:pt x="83634" y="113464"/>
                  <a:pt x="98157" y="81625"/>
                  <a:pt x="98157" y="74869"/>
                </a:cubicBezTo>
                <a:cubicBezTo>
                  <a:pt x="98157" y="73620"/>
                  <a:pt x="97156" y="72367"/>
                  <a:pt x="95151" y="72367"/>
                </a:cubicBezTo>
                <a:cubicBezTo>
                  <a:pt x="92896" y="72367"/>
                  <a:pt x="92396" y="73868"/>
                  <a:pt x="91647" y="75619"/>
                </a:cubicBezTo>
                <a:cubicBezTo>
                  <a:pt x="85885" y="91884"/>
                  <a:pt x="69860" y="96691"/>
                  <a:pt x="61596" y="96691"/>
                </a:cubicBezTo>
                <a:cubicBezTo>
                  <a:pt x="56590" y="96691"/>
                  <a:pt x="52082" y="95151"/>
                  <a:pt x="46824" y="93386"/>
                </a:cubicBezTo>
                <a:cubicBezTo>
                  <a:pt x="38312" y="90130"/>
                  <a:pt x="34555" y="89129"/>
                  <a:pt x="29294" y="89129"/>
                </a:cubicBezTo>
                <a:cubicBezTo>
                  <a:pt x="28794" y="89129"/>
                  <a:pt x="24790" y="89129"/>
                  <a:pt x="22535" y="898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df-path-100149">
            <a:extLst xmlns:a="http://schemas.openxmlformats.org/drawingml/2006/main">
              <a:ext uri="{FF2B5EF4-FFF2-40B4-BE49-F238E27FC236}">
                <a16:creationId xmlns:a16="http://schemas.microsoft.com/office/drawing/2014/main" id="{63690514-A820-45E7-AE36-11827B7B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0579" y="1776410"/>
            <a:ext cx="10018" cy="250403"/>
          </a:xfrm>
          <a:custGeom xmlns:a="http://schemas.openxmlformats.org/drawingml/2006/main">
            <a:pathLst>
              <a:path w="10018" h="250403">
                <a:moveTo>
                  <a:pt x="10018" y="9017"/>
                </a:moveTo>
                <a:cubicBezTo>
                  <a:pt x="10018" y="4508"/>
                  <a:pt x="10018" y="0"/>
                  <a:pt x="5009" y="0"/>
                </a:cubicBezTo>
                <a:cubicBezTo>
                  <a:pt x="0" y="0"/>
                  <a:pt x="0" y="4508"/>
                  <a:pt x="0" y="9017"/>
                </a:cubicBezTo>
                <a:lnTo>
                  <a:pt x="0" y="241390"/>
                </a:lnTo>
                <a:cubicBezTo>
                  <a:pt x="0" y="245898"/>
                  <a:pt x="0" y="250403"/>
                  <a:pt x="5009" y="250403"/>
                </a:cubicBezTo>
                <a:cubicBezTo>
                  <a:pt x="10018" y="250403"/>
                  <a:pt x="10018" y="245898"/>
                  <a:pt x="10018" y="241390"/>
                </a:cubicBezTo>
                <a:lnTo>
                  <a:pt x="10018" y="90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df-path-100150">
            <a:extLst xmlns:a="http://schemas.openxmlformats.org/drawingml/2006/main">
              <a:ext uri="{FF2B5EF4-FFF2-40B4-BE49-F238E27FC236}">
                <a16:creationId xmlns:a16="http://schemas.microsoft.com/office/drawing/2014/main" id="{90041037-3ACC-4F0B-AD32-0F36293F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15" y="1856372"/>
            <a:ext cx="121194" cy="110775"/>
          </a:xfrm>
          <a:custGeom xmlns:a="http://schemas.openxmlformats.org/drawingml/2006/main">
            <a:pathLst>
              <a:path w="121194" h="110775">
                <a:moveTo>
                  <a:pt x="66858" y="14527"/>
                </a:moveTo>
                <a:lnTo>
                  <a:pt x="108925" y="14527"/>
                </a:lnTo>
                <a:cubicBezTo>
                  <a:pt x="112180" y="14527"/>
                  <a:pt x="121194" y="14527"/>
                  <a:pt x="121194" y="6011"/>
                </a:cubicBezTo>
                <a:cubicBezTo>
                  <a:pt x="121194" y="0"/>
                  <a:pt x="115937" y="0"/>
                  <a:pt x="111179" y="0"/>
                </a:cubicBezTo>
                <a:lnTo>
                  <a:pt x="41067" y="0"/>
                </a:lnTo>
                <a:cubicBezTo>
                  <a:pt x="36058" y="0"/>
                  <a:pt x="26291" y="0"/>
                  <a:pt x="15276" y="11773"/>
                </a:cubicBezTo>
                <a:cubicBezTo>
                  <a:pt x="7011" y="20774"/>
                  <a:pt x="0" y="32775"/>
                  <a:pt x="0" y="34273"/>
                </a:cubicBezTo>
                <a:cubicBezTo>
                  <a:pt x="0" y="34525"/>
                  <a:pt x="0" y="36772"/>
                  <a:pt x="3003" y="36772"/>
                </a:cubicBezTo>
                <a:cubicBezTo>
                  <a:pt x="5010" y="36772"/>
                  <a:pt x="5510" y="35775"/>
                  <a:pt x="7011" y="33773"/>
                </a:cubicBezTo>
                <a:cubicBezTo>
                  <a:pt x="19280" y="14527"/>
                  <a:pt x="33555" y="14527"/>
                  <a:pt x="38812" y="14527"/>
                </a:cubicBezTo>
                <a:lnTo>
                  <a:pt x="59598" y="14527"/>
                </a:lnTo>
                <a:lnTo>
                  <a:pt x="35057" y="94769"/>
                </a:lnTo>
                <a:cubicBezTo>
                  <a:pt x="34055" y="97768"/>
                  <a:pt x="32554" y="103018"/>
                  <a:pt x="32554" y="104019"/>
                </a:cubicBezTo>
                <a:cubicBezTo>
                  <a:pt x="32554" y="106770"/>
                  <a:pt x="34304" y="110775"/>
                  <a:pt x="39813" y="110775"/>
                </a:cubicBezTo>
                <a:cubicBezTo>
                  <a:pt x="48078" y="110775"/>
                  <a:pt x="49331" y="103767"/>
                  <a:pt x="50080" y="100019"/>
                </a:cubicBezTo>
                <a:lnTo>
                  <a:pt x="66858" y="14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df-path-100151">
            <a:extLst xmlns:a="http://schemas.openxmlformats.org/drawingml/2006/main">
              <a:ext uri="{FF2B5EF4-FFF2-40B4-BE49-F238E27FC236}">
                <a16:creationId xmlns:a16="http://schemas.microsoft.com/office/drawing/2014/main" id="{B32D0881-1ED7-4F6F-93F6-7AEA9DDA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2438" y="1776410"/>
            <a:ext cx="58092" cy="250403"/>
          </a:xfrm>
          <a:custGeom xmlns:a="http://schemas.openxmlformats.org/drawingml/2006/main">
            <a:pathLst>
              <a:path w="58092" h="250403">
                <a:moveTo>
                  <a:pt x="58092" y="125202"/>
                </a:moveTo>
                <a:cubicBezTo>
                  <a:pt x="58092" y="105673"/>
                  <a:pt x="55341" y="75374"/>
                  <a:pt x="41567" y="47077"/>
                </a:cubicBezTo>
                <a:cubicBezTo>
                  <a:pt x="26544" y="16277"/>
                  <a:pt x="5010" y="0"/>
                  <a:pt x="2503" y="0"/>
                </a:cubicBezTo>
                <a:cubicBezTo>
                  <a:pt x="1001" y="0"/>
                  <a:pt x="0" y="1005"/>
                  <a:pt x="0" y="2506"/>
                </a:cubicBezTo>
                <a:cubicBezTo>
                  <a:pt x="0" y="3256"/>
                  <a:pt x="0" y="3760"/>
                  <a:pt x="4757" y="8265"/>
                </a:cubicBezTo>
                <a:cubicBezTo>
                  <a:pt x="29299" y="33054"/>
                  <a:pt x="43569" y="72868"/>
                  <a:pt x="43569" y="125202"/>
                </a:cubicBezTo>
                <a:cubicBezTo>
                  <a:pt x="43569" y="168022"/>
                  <a:pt x="34308" y="212092"/>
                  <a:pt x="3256" y="243644"/>
                </a:cubicBezTo>
                <a:cubicBezTo>
                  <a:pt x="0" y="246647"/>
                  <a:pt x="0" y="247152"/>
                  <a:pt x="0" y="247901"/>
                </a:cubicBezTo>
                <a:cubicBezTo>
                  <a:pt x="0" y="249402"/>
                  <a:pt x="1001" y="250403"/>
                  <a:pt x="2503" y="250403"/>
                </a:cubicBezTo>
                <a:cubicBezTo>
                  <a:pt x="5010" y="250403"/>
                  <a:pt x="27545" y="233378"/>
                  <a:pt x="42320" y="201577"/>
                </a:cubicBezTo>
                <a:cubicBezTo>
                  <a:pt x="55089" y="174032"/>
                  <a:pt x="58092" y="146235"/>
                  <a:pt x="58092" y="1252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2991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2026-10-09T20:42:49.4460000Z</dcterms:created>
  <dcterms:modified xsi:type="dcterms:W3CDTF">2026-10-09T20:42:49.4460000Z</dcterms:modified>
</coreProperties>
</file>