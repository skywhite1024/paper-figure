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0c5f9a03004ea4" /><Relationship Type="http://schemas.openxmlformats.org/officeDocument/2006/relationships/extended-properties" Target="/docProps/app.xml" Id="Rbbd958499a4d42cb" /><Relationship Type="http://schemas.openxmlformats.org/officeDocument/2006/relationships/officeDocument" Target="/ppt/presentation.xml" Id="R5f922f007d0745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b2de3c5db84277"/>
  </p:sldMasterIdLst>
  <p:notesMasterIdLst>
    <p:notesMasterId xmlns:r="http://schemas.openxmlformats.org/officeDocument/2006/relationships" r:id="Rc14f9a63e7ba4439"/>
  </p:notesMasterIdLst>
  <p:sldIdLst>
    <p:sldId xmlns:r="http://schemas.openxmlformats.org/officeDocument/2006/relationships" id="256" r:id="Rac2a48c8ae634e20"/>
  </p:sldIdLst>
  <p:sldSz cx="14144625" cy="8115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c4d05afc3e406b" /><Relationship Type="http://schemas.openxmlformats.org/officeDocument/2006/relationships/slideMaster" Target="/ppt/slideMasters/slideMaster1.xml" Id="Rc5b2de3c5db84277" /><Relationship Type="http://schemas.openxmlformats.org/officeDocument/2006/relationships/notesMaster" Target="/ppt/notesMasters/notesMaster1.xml" Id="Rc14f9a63e7ba4439" /><Relationship Type="http://schemas.openxmlformats.org/officeDocument/2006/relationships/presProps" Target="/ppt/presProps.xml" Id="R3d4eb4e43b4c470a" /><Relationship Type="http://schemas.openxmlformats.org/officeDocument/2006/relationships/tableStyles" Target="/ppt/tableStyles.xml" Id="R724e3060f3c34c14" /><Relationship Type="http://schemas.openxmlformats.org/officeDocument/2006/relationships/slide" Target="/ppt/slides/slide1.xml" Id="Rac2a48c8ae634e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bc7350f1c544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c2321f4fcf4895" /><Relationship Type="http://schemas.openxmlformats.org/officeDocument/2006/relationships/notesMaster" Target="/ppt/notesMasters/notesMaster1.xml" Id="Rc8c34cc25df04c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"Robotic Skill Acquisition via Instruction Augmentation with Vision-Language Models",</a:t>
            </a:r>
          </a:p>
          <a:p xmlns:a="http://schemas.openxmlformats.org/drawingml/2006/main">
            <a:r>
              <a:t>  "paper_url": "https://arxiv.org/pdf/2211.11736v3",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"http://arxiv.org/licenses/nonexclusive-distrib/1.0/",</a:t>
            </a:r>
          </a:p>
          <a:p xmlns:a="http://schemas.openxmlformats.org/drawingml/2006/main">
            <a:r>
              <a:t>  "notes": "Original DIAL instruction augmentation training and inference architecture. Native panels, data stores, VLM modules, learning flow paths and live labels; observation photographs remain separately clipped raster inserts.",</a:t>
            </a:r>
          </a:p>
          <a:p xmlns:a="http://schemas.openxmlformats.org/drawingml/2006/main">
            <a:r>
              <a:t>  "page": 1,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"d8646a36949afe39e336a1142b501bbccc300f3321510b61b98549827f5027fc",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59,</a:t>
            </a:r>
          </a:p>
          <a:p xmlns:a="http://schemas.openxmlformats.org/drawingml/2006/main">
            <a:r>
              <a:t>    184,</a:t>
            </a:r>
          </a:p>
          <a:p xmlns:a="http://schemas.openxmlformats.org/drawingml/2006/main">
            <a:r>
              <a:t>    554,</a:t>
            </a:r>
          </a:p>
          <a:p xmlns:a="http://schemas.openxmlformats.org/drawingml/2006/main">
            <a:r>
              <a:t>    468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"37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2",</a:t>
            </a:r>
          </a:p>
          <a:p xmlns:a="http://schemas.openxmlformats.org/drawingml/2006/main">
            <a:r>
              <a:t>    "path partially intersects raster inset: 5",</a:t>
            </a:r>
          </a:p>
          <a:p xmlns:a="http://schemas.openxmlformats.org/drawingml/2006/main">
            <a:r>
              <a:t>    "path partially intersects raster inset: 6",</a:t>
            </a:r>
          </a:p>
          <a:p xmlns:a="http://schemas.openxmlformats.org/drawingml/2006/main">
            <a:r>
              <a:t>    "path crosses crop boundary: 39",</a:t>
            </a:r>
          </a:p>
          <a:p xmlns:a="http://schemas.openxmlformats.org/drawingml/2006/main">
            <a:r>
              <a:t>    "path partially intersects raster inset: 41",</a:t>
            </a:r>
          </a:p>
          <a:p xmlns:a="http://schemas.openxmlformats.org/drawingml/2006/main">
            <a:r>
              <a:t>    "path partially intersects raster inset: 43",</a:t>
            </a:r>
          </a:p>
          <a:p xmlns:a="http://schemas.openxmlformats.org/drawingml/2006/main">
            <a:r>
              <a:t>    "path partially intersects raster inset: 48",</a:t>
            </a:r>
          </a:p>
          <a:p xmlns:a="http://schemas.openxmlformats.org/drawingml/2006/main">
            <a:r>
              <a:t>    "path partially intersects raster inset: 49",</a:t>
            </a:r>
          </a:p>
          <a:p xmlns:a="http://schemas.openxmlformats.org/drawingml/2006/main">
            <a:r>
              <a:t>    "path partially intersects raster inset: 54",</a:t>
            </a:r>
          </a:p>
          <a:p xmlns:a="http://schemas.openxmlformats.org/drawingml/2006/main">
            <a:r>
              <a:t>    "path partially intersects raster inset: 56",</a:t>
            </a:r>
          </a:p>
          <a:p xmlns:a="http://schemas.openxmlformats.org/drawingml/2006/main">
            <a:r>
              <a:t>    "path partially intersects raster inset: 82",</a:t>
            </a:r>
          </a:p>
          <a:p xmlns:a="http://schemas.openxmlformats.org/drawingml/2006/main">
            <a:r>
              <a:t>    "path partially intersects raster inset: 83",</a:t>
            </a:r>
          </a:p>
          <a:p xmlns:a="http://schemas.openxmlformats.org/drawingml/2006/main">
            <a:r>
              <a:t>    "path partially intersects raster inset: 100",</a:t>
            </a:r>
          </a:p>
          <a:p xmlns:a="http://schemas.openxmlformats.org/drawingml/2006/main">
            <a:r>
              <a:t>    "path partially intersects raster inset: 101",</a:t>
            </a:r>
          </a:p>
          <a:p xmlns:a="http://schemas.openxmlformats.org/drawingml/2006/main">
            <a:r>
              <a:t>    "path partially intersects raster inset: 180",</a:t>
            </a:r>
          </a:p>
          <a:p xmlns:a="http://schemas.openxmlformats.org/drawingml/2006/main">
            <a:r>
              <a:t>    "path partially intersects raster inset: 190",</a:t>
            </a:r>
          </a:p>
          <a:p xmlns:a="http://schemas.openxmlformats.org/drawingml/2006/main">
            <a:r>
              <a:t>    "path partially intersects raster inset: 192",</a:t>
            </a:r>
          </a:p>
          <a:p xmlns:a="http://schemas.openxmlformats.org/drawingml/2006/main">
            <a:r>
              <a:t>    "path partially intersects raster inset: 199",</a:t>
            </a:r>
          </a:p>
          <a:p xmlns:a="http://schemas.openxmlformats.org/drawingml/2006/main">
            <a:r>
              <a:t>    "path partially intersects raster inset: 212",</a:t>
            </a:r>
          </a:p>
          <a:p xmlns:a="http://schemas.openxmlformats.org/drawingml/2006/main">
            <a:r>
              <a:t>    "path partially intersects raster inset: 235",</a:t>
            </a:r>
          </a:p>
          <a:p xmlns:a="http://schemas.openxmlformats.org/drawingml/2006/main">
            <a:r>
              <a:t>    "path partially intersects raster inset: 236",</a:t>
            </a:r>
          </a:p>
          <a:p xmlns:a="http://schemas.openxmlformats.org/drawingml/2006/main">
            <a:r>
              <a:t>    "path crosses crop boundary: 237",</a:t>
            </a:r>
          </a:p>
          <a:p xmlns:a="http://schemas.openxmlformats.org/drawingml/2006/main">
            <a:r>
              <a:t>    "path partially intersects raster inset: 241",</a:t>
            </a:r>
          </a:p>
          <a:p xmlns:a="http://schemas.openxmlformats.org/drawingml/2006/main">
            <a:r>
              <a:t>    "path partially intersects raster inset: 243",</a:t>
            </a:r>
          </a:p>
          <a:p xmlns:a="http://schemas.openxmlformats.org/drawingml/2006/main">
            <a:r>
              <a:t>    "path partially intersects raster inset: 245",</a:t>
            </a:r>
          </a:p>
          <a:p xmlns:a="http://schemas.openxmlformats.org/drawingml/2006/main">
            <a:r>
              <a:t>    "path partially intersects raster inset: 247",</a:t>
            </a:r>
          </a:p>
          <a:p xmlns:a="http://schemas.openxmlformats.org/drawingml/2006/main">
            <a:r>
              <a:t>    "path crosses crop boundary: 277",</a:t>
            </a:r>
          </a:p>
          <a:p xmlns:a="http://schemas.openxmlformats.org/drawingml/2006/main">
            <a:r>
              <a:t>    "path partially intersects raster inset: 281",</a:t>
            </a:r>
          </a:p>
          <a:p xmlns:a="http://schemas.openxmlformats.org/drawingml/2006/main">
            <a:r>
              <a:t>    "path partially intersects raster inset: 283",</a:t>
            </a:r>
          </a:p>
          <a:p xmlns:a="http://schemas.openxmlformats.org/drawingml/2006/main">
            <a:r>
              <a:t>    "path partially intersects raster inset: 285",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m",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"unhandled image/shading at seq 213: [91.85601806640625, 252.89627075195312, 105.45437622070312, 266.49462890625]; requires reviewed raster region",</a:t>
            </a:r>
          </a:p>
          <a:p xmlns:a="http://schemas.openxmlformats.org/drawingml/2006/main">
            <a:r>
              <a:t>    "unhandled image/shading at seq 242: [80.4520263671875, 313.3585205078125, 159.15005493164062, 342.5968017578125]; requires reviewed raster region",</a:t>
            </a:r>
          </a:p>
          <a:p xmlns:a="http://schemas.openxmlformats.org/drawingml/2006/main">
            <a:r>
              <a:t>    "unhandled image/shading at seq 244: [81.67184448242188, 313.16448974609375, 161.3552703857422, 342.769775390625]; requires reviewed raster region",</a:t>
            </a:r>
          </a:p>
          <a:p xmlns:a="http://schemas.openxmlformats.org/drawingml/2006/main">
            <a:r>
              <a:t>    "unhandled image/shading at seq 246: [296.6501770019531, 314.5050354003906, 375.34820556640625, 343.7433166503906]; requires reviewed raster region",</a:t>
            </a:r>
          </a:p>
          <a:p xmlns:a="http://schemas.openxmlformats.org/drawingml/2006/main">
            <a:r>
              <a:t>    "unhandled image/shading at seq 248: [297.8699645996094, 314.31103515625, 377.55340576171875, 343.91632080078125]; requires reviewed raster region",</a:t>
            </a:r>
          </a:p>
          <a:p xmlns:a="http://schemas.openxmlformats.org/drawingml/2006/main">
            <a:r>
              <a:t>    "unhandled image/shading at seq 282: [383.8346862792969, 420.35693359375, 474.0181884765625, 453.8629150390625]; requires reviewed raster region",</a:t>
            </a:r>
          </a:p>
          <a:p xmlns:a="http://schemas.openxmlformats.org/drawingml/2006/main">
            <a:r>
              <a:t>    "unhandled image/shading at seq 284: [338.7897033691406, 363.53057861328125, 426.3525085449219, 396.06585693359375]; requires reviewed raster region",</a:t>
            </a:r>
          </a:p>
          <a:p xmlns:a="http://schemas.openxmlformats.org/drawingml/2006/main">
            <a:r>
              <a:t>    "unhandled image/shading at seq 338: [86.19491577148438, 448.2888488769531, 95.83882141113281, 455.32818603515625]; requires reviewed raster region",</a:t>
            </a:r>
          </a:p>
          <a:p xmlns:a="http://schemas.openxmlformats.org/drawingml/2006/main">
            <a:r>
              <a:t>    "unhandled image/shading at seq 340: [132.8682098388672, 448.30633544921875, 142.51211547851562, 455.310302734375]; requires reviewed raster region",</a:t>
            </a:r>
          </a:p>
          <a:p xmlns:a="http://schemas.openxmlformats.org/drawingml/2006/main">
            <a:r>
              <a:t>    "unhandled image/shading at seq 342: [182.74502563476562, 448.28839111328125, 192.43846130371094, 455.3283996582031];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"text_repairs": "Source custom font lacked weight/style metadata; manually restored visible bold/italic emphasis, merged split ligature fragments, rebuilt rotated Time as one live textbox. Three source raster dataset symbols replaced by live italic D with letter subscripts, approximating original calligraphic glyph."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903b725984a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2d1e7eace4f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e109a7646c41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7a1613e7345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3ace55d14941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66b357674b49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5C2506-5BD5-4A28-90AA-76F4479F2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14463" y="3065780"/>
            <a:ext cx="11315700" cy="1172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56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F693109-4CB5-48E5-8C3A-8620993B5C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21694" y="4463415"/>
            <a:ext cx="9901238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3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4F6D923-D182-451C-8DCF-4C530D4B15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14463" y="3381375"/>
            <a:ext cx="113157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843F70-1E55-499D-B30B-B68F23C97D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5635" y="631190"/>
            <a:ext cx="12553355" cy="991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2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DEBDFE5-A045-4A7A-87A9-45E8730131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95635" y="2254250"/>
            <a:ext cx="12553355" cy="504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5212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1pPr>
            <a:lvl2pPr marL="618827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2pPr>
            <a:lvl3pPr marL="972443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3pPr>
            <a:lvl4pPr marL="1326059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4pPr>
            <a:lvl5pPr marL="1679674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5pPr>
            <a:lvl6pPr marL="2033290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6pPr>
            <a:lvl7pPr marL="2386905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7pPr>
            <a:lvl8pPr marL="2740521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8pPr>
            <a:lvl9pPr marL="3094137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B4DE24-8CB1-4A65-A80E-255313C328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5635" y="631190"/>
            <a:ext cx="12553355" cy="991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2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A65E97-BF66-4013-9A0C-D03F437702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95635" y="2254250"/>
            <a:ext cx="5834658" cy="504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3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5212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1pPr>
            <a:lvl2pPr marL="618827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2pPr>
            <a:lvl3pPr marL="972443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3pPr>
            <a:lvl4pPr marL="1326059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4pPr>
            <a:lvl5pPr marL="1679674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5pPr>
            <a:lvl6pPr marL="2033290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6pPr>
            <a:lvl7pPr marL="2386905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7pPr>
            <a:lvl8pPr marL="2740521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8pPr>
            <a:lvl9pPr marL="3094137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E8136F8-6656-43AE-BD87-7EA15F6DBE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514332" y="2254250"/>
            <a:ext cx="5834658" cy="504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3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5212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1pPr>
            <a:lvl2pPr marL="618827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2pPr>
            <a:lvl3pPr marL="972443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3pPr>
            <a:lvl4pPr marL="1326059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4pPr>
            <a:lvl5pPr marL="1679674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5pPr>
            <a:lvl6pPr marL="2033290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6pPr>
            <a:lvl7pPr marL="2386905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7pPr>
            <a:lvl8pPr marL="2740521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8pPr>
            <a:lvl9pPr marL="3094137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632591-03D9-4259-862E-AD180E9983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5635" y="631190"/>
            <a:ext cx="12553355" cy="991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2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3C7A53-F8CC-48C9-960E-192F01B73F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95635" y="2254250"/>
            <a:ext cx="5834658" cy="504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5212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1pPr>
            <a:lvl2pPr marL="618827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2pPr>
            <a:lvl3pPr marL="972443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3pPr>
            <a:lvl4pPr marL="1326059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4pPr>
            <a:lvl5pPr marL="1679674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5pPr>
            <a:lvl6pPr marL="2033290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6pPr>
            <a:lvl7pPr marL="2386905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7pPr>
            <a:lvl8pPr marL="2740521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8pPr>
            <a:lvl9pPr marL="3094137" indent="-265212">
              <a:lnSpc>
                <a:spcPct val="110000"/>
              </a:lnSpc>
              <a:spcBef>
                <a:spcPts val="0"/>
              </a:spcBef>
              <a:spcAft>
                <a:spcPts val="139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07f4b84b4d411a" /><Relationship Type="http://schemas.openxmlformats.org/officeDocument/2006/relationships/slideLayout" Target="/ppt/slideLayouts/slideLayout1.xml" Id="R50f39b245c304ee5" /><Relationship Type="http://schemas.openxmlformats.org/officeDocument/2006/relationships/slideLayout" Target="/ppt/slideLayouts/slideLayout2.xml" Id="Rf0e22bbc79b64af8" /><Relationship Type="http://schemas.openxmlformats.org/officeDocument/2006/relationships/slideLayout" Target="/ppt/slideLayouts/slideLayout3.xml" Id="Rf9665c0939c14d30" /><Relationship Type="http://schemas.openxmlformats.org/officeDocument/2006/relationships/slideLayout" Target="/ppt/slideLayouts/slideLayout4.xml" Id="Ra23446de4d474e6e" /><Relationship Type="http://schemas.openxmlformats.org/officeDocument/2006/relationships/slideLayout" Target="/ppt/slideLayouts/slideLayout5.xml" Id="Reacc8069996a4992" /><Relationship Type="http://schemas.openxmlformats.org/officeDocument/2006/relationships/slideLayout" Target="/ppt/slideLayouts/slideLayout6.xml" Id="R765a215e4aba44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f39b245c304ee5"/>
    <p:sldLayoutId xmlns:r="http://schemas.openxmlformats.org/officeDocument/2006/relationships" id="2147483650" r:id="Rf0e22bbc79b64af8"/>
    <p:sldLayoutId xmlns:r="http://schemas.openxmlformats.org/officeDocument/2006/relationships" id="2147483651" r:id="Rf9665c0939c14d30"/>
    <p:sldLayoutId xmlns:r="http://schemas.openxmlformats.org/officeDocument/2006/relationships" id="2147483652" r:id="Ra23446de4d474e6e"/>
    <p:sldLayoutId xmlns:r="http://schemas.openxmlformats.org/officeDocument/2006/relationships" id="2147483653" r:id="Reacc8069996a4992"/>
    <p:sldLayoutId xmlns:r="http://schemas.openxmlformats.org/officeDocument/2006/relationships" id="2147483654" r:id="R765a215e4aba44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1fe3dfbf9d4e11" /><Relationship Type="http://schemas.openxmlformats.org/officeDocument/2006/relationships/image" Target="/ppt/media/image.png" Id="R4a6c3a6df63945ad" /><Relationship Type="http://schemas.openxmlformats.org/officeDocument/2006/relationships/image" Target="/ppt/media/image2.png" Id="Rf60d55ed3d294b3b" /><Relationship Type="http://schemas.openxmlformats.org/officeDocument/2006/relationships/image" Target="/ppt/media/image3.png" Id="R0c5420e758f34fd4" /><Relationship Type="http://schemas.openxmlformats.org/officeDocument/2006/relationships/image" Target="/ppt/media/image4.png" Id="R6f25dfe5f0b44127" /><Relationship Type="http://schemas.openxmlformats.org/officeDocument/2006/relationships/image" Target="/ppt/media/image5.png" Id="R7688bd92e31344f9" /><Relationship Type="http://schemas.openxmlformats.org/officeDocument/2006/relationships/image" Target="/ppt/media/image6.png" Id="Ree1632b32c8c4887" /><Relationship Type="http://schemas.openxmlformats.org/officeDocument/2006/relationships/image" Target="/ppt/media/image7.png" Id="R17921901b2ae4597" /><Relationship Type="http://schemas.openxmlformats.org/officeDocument/2006/relationships/image" Target="/ppt/media/image8.png" Id="R79614256779a4d69" /><Relationship Type="http://schemas.openxmlformats.org/officeDocument/2006/relationships/image" Target="/ppt/media/image9.png" Id="Rc18d5e95f0184b8c" /><Relationship Type="http://schemas.openxmlformats.org/officeDocument/2006/relationships/image" Target="/ppt/media/image10.png" Id="Rcb24f7f6bc4d441e" /><Relationship Type="http://schemas.openxmlformats.org/officeDocument/2006/relationships/image" Target="/ppt/media/image11.png" Id="R08e32e5950fb4fbb" /><Relationship Type="http://schemas.openxmlformats.org/officeDocument/2006/relationships/image" Target="/ppt/media/image12.png" Id="R35725e73225242fb" /><Relationship Type="http://schemas.openxmlformats.org/officeDocument/2006/relationships/image" Target="/ppt/media/image13.png" Id="R75a00685876f4a9b" /><Relationship Type="http://schemas.openxmlformats.org/officeDocument/2006/relationships/notesSlide" Target="/ppt/notesSlides/notesSlide1.xml" Id="R831b281455fe45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9" name="pdf-path-3">
            <a:extLst xmlns:a="http://schemas.openxmlformats.org/drawingml/2006/main">
              <a:ext uri="{FF2B5EF4-FFF2-40B4-BE49-F238E27FC236}">
                <a16:creationId xmlns:a16="http://schemas.microsoft.com/office/drawing/2014/main" id="{E647EFE4-C174-4918-8361-DA45E398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8181" y="442271"/>
            <a:ext cx="2733378" cy="7581395"/>
          </a:xfrm>
          <a:custGeom xmlns:a="http://schemas.openxmlformats.org/drawingml/2006/main">
            <a:pathLst>
              <a:path w="2733378" h="7581395">
                <a:moveTo>
                  <a:pt x="0" y="147136"/>
                </a:moveTo>
                <a:lnTo>
                  <a:pt x="0" y="147136"/>
                </a:lnTo>
                <a:cubicBezTo>
                  <a:pt x="0" y="65876"/>
                  <a:pt x="65877" y="0"/>
                  <a:pt x="147137" y="0"/>
                </a:cubicBezTo>
                <a:lnTo>
                  <a:pt x="2586239" y="0"/>
                </a:lnTo>
                <a:cubicBezTo>
                  <a:pt x="2625263" y="0"/>
                  <a:pt x="2662687" y="15502"/>
                  <a:pt x="2690282" y="43095"/>
                </a:cubicBezTo>
                <a:cubicBezTo>
                  <a:pt x="2717875" y="70688"/>
                  <a:pt x="2733378" y="108115"/>
                  <a:pt x="2733378" y="147136"/>
                </a:cubicBezTo>
                <a:lnTo>
                  <a:pt x="2733378" y="7434258"/>
                </a:lnTo>
                <a:cubicBezTo>
                  <a:pt x="2733378" y="7515520"/>
                  <a:pt x="2667501" y="7581395"/>
                  <a:pt x="2586239" y="7581395"/>
                </a:cubicBezTo>
                <a:lnTo>
                  <a:pt x="147137" y="7581395"/>
                </a:lnTo>
                <a:cubicBezTo>
                  <a:pt x="65877" y="7581395"/>
                  <a:pt x="0" y="7515520"/>
                  <a:pt x="0" y="7434258"/>
                </a:cubicBezTo>
                <a:lnTo>
                  <a:pt x="0" y="147136"/>
                </a:ln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4">
            <a:extLst xmlns:a="http://schemas.openxmlformats.org/drawingml/2006/main">
              <a:ext uri="{FF2B5EF4-FFF2-40B4-BE49-F238E27FC236}">
                <a16:creationId xmlns:a16="http://schemas.microsoft.com/office/drawing/2014/main" id="{A8CDEB56-8078-4316-A3E2-CF5EB304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89" y="5062031"/>
            <a:ext cx="10875442" cy="2961833"/>
          </a:xfrm>
          <a:custGeom xmlns:a="http://schemas.openxmlformats.org/drawingml/2006/main">
            <a:pathLst>
              <a:path w="10875442" h="2961833">
                <a:moveTo>
                  <a:pt x="0" y="159436"/>
                </a:moveTo>
                <a:lnTo>
                  <a:pt x="0" y="159436"/>
                </a:lnTo>
                <a:cubicBezTo>
                  <a:pt x="0" y="71383"/>
                  <a:pt x="71382" y="0"/>
                  <a:pt x="159435" y="0"/>
                </a:cubicBezTo>
                <a:lnTo>
                  <a:pt x="10716006" y="0"/>
                </a:lnTo>
                <a:cubicBezTo>
                  <a:pt x="10758290" y="0"/>
                  <a:pt x="10798842" y="16798"/>
                  <a:pt x="10828744" y="46699"/>
                </a:cubicBezTo>
                <a:cubicBezTo>
                  <a:pt x="10858644" y="76599"/>
                  <a:pt x="10875442" y="117152"/>
                  <a:pt x="10875442" y="159436"/>
                </a:cubicBezTo>
                <a:lnTo>
                  <a:pt x="10875442" y="2802398"/>
                </a:lnTo>
                <a:cubicBezTo>
                  <a:pt x="10875442" y="2890452"/>
                  <a:pt x="10804060" y="2961833"/>
                  <a:pt x="10716006" y="2961833"/>
                </a:cubicBezTo>
                <a:lnTo>
                  <a:pt x="159435" y="2961833"/>
                </a:lnTo>
                <a:cubicBezTo>
                  <a:pt x="71382" y="2961833"/>
                  <a:pt x="0" y="2890452"/>
                  <a:pt x="0" y="2802398"/>
                </a:cubicBezTo>
                <a:lnTo>
                  <a:pt x="0" y="159436"/>
                </a:ln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5">
            <a:extLst xmlns:a="http://schemas.openxmlformats.org/drawingml/2006/main">
              <a:ext uri="{FF2B5EF4-FFF2-40B4-BE49-F238E27FC236}">
                <a16:creationId xmlns:a16="http://schemas.microsoft.com/office/drawing/2014/main" id="{62332A13-7BA4-42E1-BD04-6021A270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7608" y="5239759"/>
            <a:ext cx="5622865" cy="2689590"/>
          </a:xfrm>
          <a:custGeom xmlns:a="http://schemas.openxmlformats.org/drawingml/2006/main">
            <a:pathLst>
              <a:path w="5622865" h="2689590">
                <a:moveTo>
                  <a:pt x="0" y="2689590"/>
                </a:moveTo>
                <a:lnTo>
                  <a:pt x="5622865" y="2689590"/>
                </a:lnTo>
                <a:lnTo>
                  <a:pt x="562286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6">
            <a:extLst xmlns:a="http://schemas.openxmlformats.org/drawingml/2006/main">
              <a:ext uri="{FF2B5EF4-FFF2-40B4-BE49-F238E27FC236}">
                <a16:creationId xmlns:a16="http://schemas.microsoft.com/office/drawing/2014/main" id="{099B3F19-031C-4E73-A024-2559687E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7607" y="5239759"/>
            <a:ext cx="5622865" cy="2689590"/>
          </a:xfrm>
          <a:custGeom xmlns:a="http://schemas.openxmlformats.org/drawingml/2006/main">
            <a:pathLst>
              <a:path w="5622865" h="2689590">
                <a:moveTo>
                  <a:pt x="0" y="0"/>
                </a:moveTo>
                <a:lnTo>
                  <a:pt x="5622865" y="0"/>
                </a:lnTo>
                <a:lnTo>
                  <a:pt x="5622865" y="2689590"/>
                </a:lnTo>
                <a:lnTo>
                  <a:pt x="0" y="26895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5" name="pdf-path-7">
            <a:extLst xmlns:a="http://schemas.openxmlformats.org/drawingml/2006/main">
              <a:ext uri="{FF2B5EF4-FFF2-40B4-BE49-F238E27FC236}">
                <a16:creationId xmlns:a16="http://schemas.microsoft.com/office/drawing/2014/main" id="{78E9977B-FAB9-492A-918F-8C70F655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3388" y="5112998"/>
            <a:ext cx="5622865" cy="2689590"/>
          </a:xfrm>
          <a:custGeom xmlns:a="http://schemas.openxmlformats.org/drawingml/2006/main">
            <a:pathLst>
              <a:path w="5622865" h="2689590">
                <a:moveTo>
                  <a:pt x="0" y="2689590"/>
                </a:moveTo>
                <a:lnTo>
                  <a:pt x="5622865" y="2689590"/>
                </a:lnTo>
                <a:lnTo>
                  <a:pt x="562286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8">
            <a:extLst xmlns:a="http://schemas.openxmlformats.org/drawingml/2006/main">
              <a:ext uri="{FF2B5EF4-FFF2-40B4-BE49-F238E27FC236}">
                <a16:creationId xmlns:a16="http://schemas.microsoft.com/office/drawing/2014/main" id="{9BC30793-BB00-49B3-BA17-DE6D216A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3386" y="5112999"/>
            <a:ext cx="5622865" cy="2689589"/>
          </a:xfrm>
          <a:custGeom xmlns:a="http://schemas.openxmlformats.org/drawingml/2006/main">
            <a:pathLst>
              <a:path w="5622865" h="2689589">
                <a:moveTo>
                  <a:pt x="0" y="0"/>
                </a:moveTo>
                <a:lnTo>
                  <a:pt x="5622865" y="0"/>
                </a:lnTo>
                <a:lnTo>
                  <a:pt x="5622865" y="2689589"/>
                </a:lnTo>
                <a:lnTo>
                  <a:pt x="0" y="26895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7" name="pdf-path-9">
            <a:extLst xmlns:a="http://schemas.openxmlformats.org/drawingml/2006/main">
              <a:ext uri="{FF2B5EF4-FFF2-40B4-BE49-F238E27FC236}">
                <a16:creationId xmlns:a16="http://schemas.microsoft.com/office/drawing/2014/main" id="{B1185213-7695-4D82-93E6-11A3351E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89" y="442271"/>
            <a:ext cx="10875442" cy="2329295"/>
          </a:xfrm>
          <a:custGeom xmlns:a="http://schemas.openxmlformats.org/drawingml/2006/main">
            <a:pathLst>
              <a:path w="10875442" h="2329295">
                <a:moveTo>
                  <a:pt x="0" y="125385"/>
                </a:moveTo>
                <a:lnTo>
                  <a:pt x="0" y="125385"/>
                </a:lnTo>
                <a:cubicBezTo>
                  <a:pt x="0" y="56138"/>
                  <a:pt x="56137" y="0"/>
                  <a:pt x="125386" y="0"/>
                </a:cubicBezTo>
                <a:lnTo>
                  <a:pt x="10750055" y="0"/>
                </a:lnTo>
                <a:cubicBezTo>
                  <a:pt x="10783309" y="0"/>
                  <a:pt x="10815201" y="13210"/>
                  <a:pt x="10838716" y="36724"/>
                </a:cubicBezTo>
                <a:cubicBezTo>
                  <a:pt x="10862230" y="60238"/>
                  <a:pt x="10875442" y="92131"/>
                  <a:pt x="10875442" y="125385"/>
                </a:cubicBezTo>
                <a:lnTo>
                  <a:pt x="10875442" y="2203910"/>
                </a:lnTo>
                <a:cubicBezTo>
                  <a:pt x="10875442" y="2273158"/>
                  <a:pt x="10819304" y="2329295"/>
                  <a:pt x="10750055" y="2329295"/>
                </a:cubicBezTo>
                <a:lnTo>
                  <a:pt x="125386" y="2329295"/>
                </a:lnTo>
                <a:cubicBezTo>
                  <a:pt x="56137" y="2329295"/>
                  <a:pt x="0" y="2273158"/>
                  <a:pt x="0" y="2203910"/>
                </a:cubicBezTo>
                <a:lnTo>
                  <a:pt x="0" y="125385"/>
                </a:ln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path-10">
            <a:extLst xmlns:a="http://schemas.openxmlformats.org/drawingml/2006/main">
              <a:ext uri="{FF2B5EF4-FFF2-40B4-BE49-F238E27FC236}">
                <a16:creationId xmlns:a16="http://schemas.microsoft.com/office/drawing/2014/main" id="{E03E8CB5-9336-4561-9FC1-5AD3606E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155" y="1102944"/>
            <a:ext cx="1769319" cy="1546498"/>
          </a:xfrm>
          <a:custGeom xmlns:a="http://schemas.openxmlformats.org/drawingml/2006/main">
            <a:pathLst>
              <a:path w="1769319" h="1546498">
                <a:moveTo>
                  <a:pt x="170449" y="514338"/>
                </a:moveTo>
                <a:lnTo>
                  <a:pt x="170449" y="514338"/>
                </a:lnTo>
                <a:cubicBezTo>
                  <a:pt x="156431" y="392046"/>
                  <a:pt x="202455" y="270985"/>
                  <a:pt x="288990" y="202527"/>
                </a:cubicBezTo>
                <a:cubicBezTo>
                  <a:pt x="375526" y="134067"/>
                  <a:pt x="487399" y="130214"/>
                  <a:pt x="577135" y="192604"/>
                </a:cubicBezTo>
                <a:cubicBezTo>
                  <a:pt x="608922" y="121497"/>
                  <a:pt x="667102" y="72406"/>
                  <a:pt x="734076" y="60174"/>
                </a:cubicBezTo>
                <a:cubicBezTo>
                  <a:pt x="801051" y="47944"/>
                  <a:pt x="868953" y="74010"/>
                  <a:pt x="917244" y="130490"/>
                </a:cubicBezTo>
                <a:cubicBezTo>
                  <a:pt x="944323" y="66021"/>
                  <a:pt x="997492" y="22708"/>
                  <a:pt x="1057885" y="15918"/>
                </a:cubicBezTo>
                <a:cubicBezTo>
                  <a:pt x="1118278" y="9125"/>
                  <a:pt x="1177347" y="39822"/>
                  <a:pt x="1214132" y="97108"/>
                </a:cubicBezTo>
                <a:cubicBezTo>
                  <a:pt x="1263054" y="28773"/>
                  <a:pt x="1340889" y="0"/>
                  <a:pt x="1413958" y="23242"/>
                </a:cubicBezTo>
                <a:cubicBezTo>
                  <a:pt x="1487028" y="46483"/>
                  <a:pt x="1542207" y="117563"/>
                  <a:pt x="1555622" y="205727"/>
                </a:cubicBezTo>
                <a:cubicBezTo>
                  <a:pt x="1615557" y="225134"/>
                  <a:pt x="1665485" y="274471"/>
                  <a:pt x="1692500" y="340992"/>
                </a:cubicBezTo>
                <a:cubicBezTo>
                  <a:pt x="1719518" y="407510"/>
                  <a:pt x="1720972" y="484687"/>
                  <a:pt x="1696492" y="552579"/>
                </a:cubicBezTo>
                <a:cubicBezTo>
                  <a:pt x="1755513" y="643768"/>
                  <a:pt x="1769319" y="765275"/>
                  <a:pt x="1732759" y="871756"/>
                </a:cubicBezTo>
                <a:cubicBezTo>
                  <a:pt x="1696200" y="978236"/>
                  <a:pt x="1614766" y="1053696"/>
                  <a:pt x="1518847" y="1069971"/>
                </a:cubicBezTo>
                <a:cubicBezTo>
                  <a:pt x="1518172" y="1169908"/>
                  <a:pt x="1472001" y="1261610"/>
                  <a:pt x="1398133" y="1309728"/>
                </a:cubicBezTo>
                <a:cubicBezTo>
                  <a:pt x="1324265" y="1357847"/>
                  <a:pt x="1234234" y="1354871"/>
                  <a:pt x="1162742" y="1301947"/>
                </a:cubicBezTo>
                <a:cubicBezTo>
                  <a:pt x="1132290" y="1421640"/>
                  <a:pt x="1046577" y="1509706"/>
                  <a:pt x="942636" y="1528102"/>
                </a:cubicBezTo>
                <a:cubicBezTo>
                  <a:pt x="838694" y="1546498"/>
                  <a:pt x="735157" y="1491924"/>
                  <a:pt x="676756" y="1387957"/>
                </a:cubicBezTo>
                <a:cubicBezTo>
                  <a:pt x="605168" y="1439203"/>
                  <a:pt x="519269" y="1453965"/>
                  <a:pt x="438435" y="1428914"/>
                </a:cubicBezTo>
                <a:cubicBezTo>
                  <a:pt x="357602" y="1403862"/>
                  <a:pt x="288643" y="1341108"/>
                  <a:pt x="247114" y="1254807"/>
                </a:cubicBezTo>
                <a:cubicBezTo>
                  <a:pt x="173960" y="1264970"/>
                  <a:pt x="103231" y="1219976"/>
                  <a:pt x="70028" y="1142159"/>
                </a:cubicBezTo>
                <a:cubicBezTo>
                  <a:pt x="36826" y="1064342"/>
                  <a:pt x="48218" y="970266"/>
                  <a:pt x="98552" y="906619"/>
                </a:cubicBezTo>
                <a:cubicBezTo>
                  <a:pt x="33297" y="861027"/>
                  <a:pt x="0" y="770554"/>
                  <a:pt x="16024" y="682380"/>
                </a:cubicBezTo>
                <a:cubicBezTo>
                  <a:pt x="32048" y="594208"/>
                  <a:pt x="93762" y="528313"/>
                  <a:pt x="168984" y="519060"/>
                </a:cubicBezTo>
                <a:lnTo>
                  <a:pt x="170449" y="514338"/>
                </a:lnTo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df-path-11">
            <a:extLst xmlns:a="http://schemas.openxmlformats.org/drawingml/2006/main">
              <a:ext uri="{FF2B5EF4-FFF2-40B4-BE49-F238E27FC236}">
                <a16:creationId xmlns:a16="http://schemas.microsoft.com/office/drawing/2014/main" id="{14DA5360-A26C-44A0-AF1D-5700BF68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725" y="1200056"/>
            <a:ext cx="1584843" cy="1271682"/>
          </a:xfrm>
          <a:custGeom xmlns:a="http://schemas.openxmlformats.org/drawingml/2006/main">
            <a:pathLst>
              <a:path w="1584843" h="1271682">
                <a:moveTo>
                  <a:pt x="0" y="809499"/>
                </a:moveTo>
                <a:lnTo>
                  <a:pt x="0" y="809499"/>
                </a:lnTo>
                <a:cubicBezTo>
                  <a:pt x="30794" y="831014"/>
                  <a:pt x="66368" y="840774"/>
                  <a:pt x="101946" y="837467"/>
                </a:cubicBezTo>
                <a:moveTo>
                  <a:pt x="148546" y="1157695"/>
                </a:moveTo>
                <a:cubicBezTo>
                  <a:pt x="163846" y="1155569"/>
                  <a:pt x="178843" y="1151069"/>
                  <a:pt x="193150" y="1144309"/>
                </a:cubicBezTo>
                <a:moveTo>
                  <a:pt x="578167" y="1290839"/>
                </a:moveTo>
                <a:cubicBezTo>
                  <a:pt x="567406" y="1271682"/>
                  <a:pt x="558396" y="1251211"/>
                  <a:pt x="551291" y="1229774"/>
                </a:cubicBezTo>
                <a:moveTo>
                  <a:pt x="1064171" y="1204825"/>
                </a:moveTo>
                <a:lnTo>
                  <a:pt x="1064171" y="1204825"/>
                </a:lnTo>
                <a:cubicBezTo>
                  <a:pt x="1069723" y="1183004"/>
                  <a:pt x="1073320" y="1160545"/>
                  <a:pt x="1074902" y="1137823"/>
                </a:cubicBezTo>
                <a:moveTo>
                  <a:pt x="1420262" y="972859"/>
                </a:moveTo>
                <a:cubicBezTo>
                  <a:pt x="1420984" y="866461"/>
                  <a:pt x="1370076" y="769041"/>
                  <a:pt x="1289408" y="722445"/>
                </a:cubicBezTo>
                <a:moveTo>
                  <a:pt x="1597906" y="455478"/>
                </a:moveTo>
                <a:cubicBezTo>
                  <a:pt x="1584843" y="491708"/>
                  <a:pt x="1564899" y="523847"/>
                  <a:pt x="1539640" y="549375"/>
                </a:cubicBezTo>
                <a:moveTo>
                  <a:pt x="1457047" y="108615"/>
                </a:moveTo>
                <a:lnTo>
                  <a:pt x="1457047" y="108615"/>
                </a:lnTo>
                <a:cubicBezTo>
                  <a:pt x="1459274" y="123247"/>
                  <a:pt x="1460303" y="138096"/>
                  <a:pt x="1460124" y="152961"/>
                </a:cubicBezTo>
                <a:moveTo>
                  <a:pt x="1115564" y="0"/>
                </a:moveTo>
                <a:lnTo>
                  <a:pt x="1115564" y="0"/>
                </a:lnTo>
                <a:cubicBezTo>
                  <a:pt x="1103361" y="17048"/>
                  <a:pt x="1093307" y="36096"/>
                  <a:pt x="1085715" y="56555"/>
                </a:cubicBezTo>
                <a:moveTo>
                  <a:pt x="818674" y="33374"/>
                </a:moveTo>
                <a:lnTo>
                  <a:pt x="818674" y="33374"/>
                </a:lnTo>
                <a:cubicBezTo>
                  <a:pt x="812170" y="48858"/>
                  <a:pt x="807314" y="65241"/>
                  <a:pt x="804216" y="82150"/>
                </a:cubicBezTo>
                <a:moveTo>
                  <a:pt x="478559" y="95490"/>
                </a:moveTo>
                <a:lnTo>
                  <a:pt x="478559" y="95490"/>
                </a:lnTo>
                <a:cubicBezTo>
                  <a:pt x="497547" y="108691"/>
                  <a:pt x="515114" y="124580"/>
                  <a:pt x="530873" y="142808"/>
                </a:cubicBezTo>
                <a:moveTo>
                  <a:pt x="71879" y="417226"/>
                </a:moveTo>
                <a:lnTo>
                  <a:pt x="71879" y="417226"/>
                </a:lnTo>
                <a:cubicBezTo>
                  <a:pt x="73811" y="434080"/>
                  <a:pt x="76863" y="450728"/>
                  <a:pt x="81008" y="46701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df-path-12">
            <a:extLst xmlns:a="http://schemas.openxmlformats.org/drawingml/2006/main">
              <a:ext uri="{FF2B5EF4-FFF2-40B4-BE49-F238E27FC236}">
                <a16:creationId xmlns:a16="http://schemas.microsoft.com/office/drawing/2014/main" id="{54945270-10DE-4C44-8B83-246EC7A9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89" y="2818089"/>
            <a:ext cx="10875442" cy="2197457"/>
          </a:xfrm>
          <a:custGeom xmlns:a="http://schemas.openxmlformats.org/drawingml/2006/main">
            <a:pathLst>
              <a:path w="10875442" h="2197457">
                <a:moveTo>
                  <a:pt x="0" y="118290"/>
                </a:moveTo>
                <a:lnTo>
                  <a:pt x="0" y="118290"/>
                </a:lnTo>
                <a:cubicBezTo>
                  <a:pt x="0" y="52961"/>
                  <a:pt x="52960" y="0"/>
                  <a:pt x="118289" y="0"/>
                </a:cubicBezTo>
                <a:lnTo>
                  <a:pt x="10757151" y="0"/>
                </a:lnTo>
                <a:cubicBezTo>
                  <a:pt x="10788525" y="0"/>
                  <a:pt x="10818610" y="12464"/>
                  <a:pt x="10840794" y="34648"/>
                </a:cubicBezTo>
                <a:cubicBezTo>
                  <a:pt x="10862977" y="56831"/>
                  <a:pt x="10875442" y="86918"/>
                  <a:pt x="10875442" y="118290"/>
                </a:cubicBezTo>
                <a:lnTo>
                  <a:pt x="10875442" y="2079170"/>
                </a:lnTo>
                <a:cubicBezTo>
                  <a:pt x="10875442" y="2144499"/>
                  <a:pt x="10822482" y="2197457"/>
                  <a:pt x="10757151" y="2197457"/>
                </a:cubicBezTo>
                <a:lnTo>
                  <a:pt x="118289" y="2197457"/>
                </a:lnTo>
                <a:cubicBezTo>
                  <a:pt x="52960" y="2197457"/>
                  <a:pt x="0" y="2144499"/>
                  <a:pt x="0" y="2079170"/>
                </a:cubicBezTo>
                <a:lnTo>
                  <a:pt x="0" y="118290"/>
                </a:ln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df-path-13">
            <a:extLst xmlns:a="http://schemas.openxmlformats.org/drawingml/2006/main">
              <a:ext uri="{FF2B5EF4-FFF2-40B4-BE49-F238E27FC236}">
                <a16:creationId xmlns:a16="http://schemas.microsoft.com/office/drawing/2014/main" id="{7EAEBF72-DC08-4132-873F-D8181EAF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386" y="1194057"/>
            <a:ext cx="5404881" cy="1490673"/>
          </a:xfrm>
          <a:custGeom xmlns:a="http://schemas.openxmlformats.org/drawingml/2006/main">
            <a:pathLst>
              <a:path w="5404881" h="1490673">
                <a:moveTo>
                  <a:pt x="0" y="1490673"/>
                </a:moveTo>
                <a:lnTo>
                  <a:pt x="5404881" y="1490673"/>
                </a:lnTo>
                <a:lnTo>
                  <a:pt x="540488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df-path-14">
            <a:extLst xmlns:a="http://schemas.openxmlformats.org/drawingml/2006/main">
              <a:ext uri="{FF2B5EF4-FFF2-40B4-BE49-F238E27FC236}">
                <a16:creationId xmlns:a16="http://schemas.microsoft.com/office/drawing/2014/main" id="{5C021FD7-A93D-42A2-BFDB-D5A5A838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386" y="1194057"/>
            <a:ext cx="5404881" cy="1490673"/>
          </a:xfrm>
          <a:custGeom xmlns:a="http://schemas.openxmlformats.org/drawingml/2006/main">
            <a:pathLst>
              <a:path w="5404881" h="1490673">
                <a:moveTo>
                  <a:pt x="0" y="0"/>
                </a:moveTo>
                <a:lnTo>
                  <a:pt x="5404881" y="0"/>
                </a:lnTo>
                <a:lnTo>
                  <a:pt x="5404881" y="1490673"/>
                </a:lnTo>
                <a:lnTo>
                  <a:pt x="0" y="14906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13" name="pdf-path-15">
            <a:extLst xmlns:a="http://schemas.openxmlformats.org/drawingml/2006/main">
              <a:ext uri="{FF2B5EF4-FFF2-40B4-BE49-F238E27FC236}">
                <a16:creationId xmlns:a16="http://schemas.microsoft.com/office/drawing/2014/main" id="{F598662C-8A52-483B-A74E-A313E2C7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9326" y="1125183"/>
            <a:ext cx="5404880" cy="1490673"/>
          </a:xfrm>
          <a:custGeom xmlns:a="http://schemas.openxmlformats.org/drawingml/2006/main">
            <a:pathLst>
              <a:path w="5404880" h="1490673">
                <a:moveTo>
                  <a:pt x="0" y="1490673"/>
                </a:moveTo>
                <a:lnTo>
                  <a:pt x="5404880" y="1490673"/>
                </a:lnTo>
                <a:lnTo>
                  <a:pt x="540488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path-16">
            <a:extLst xmlns:a="http://schemas.openxmlformats.org/drawingml/2006/main">
              <a:ext uri="{FF2B5EF4-FFF2-40B4-BE49-F238E27FC236}">
                <a16:creationId xmlns:a16="http://schemas.microsoft.com/office/drawing/2014/main" id="{AAD66892-853C-45AD-9D0F-6C339B9E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9326" y="1125183"/>
            <a:ext cx="5404881" cy="1490673"/>
          </a:xfrm>
          <a:custGeom xmlns:a="http://schemas.openxmlformats.org/drawingml/2006/main">
            <a:pathLst>
              <a:path w="5404881" h="1490673">
                <a:moveTo>
                  <a:pt x="0" y="0"/>
                </a:moveTo>
                <a:lnTo>
                  <a:pt x="5404881" y="0"/>
                </a:lnTo>
                <a:lnTo>
                  <a:pt x="5404881" y="1490673"/>
                </a:lnTo>
                <a:lnTo>
                  <a:pt x="0" y="14906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15" name="pdf-path-17">
            <a:extLst xmlns:a="http://schemas.openxmlformats.org/drawingml/2006/main">
              <a:ext uri="{FF2B5EF4-FFF2-40B4-BE49-F238E27FC236}">
                <a16:creationId xmlns:a16="http://schemas.microsoft.com/office/drawing/2014/main" id="{E2996B91-0461-42A7-8F28-11E7E345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4252" y="1057241"/>
            <a:ext cx="5404881" cy="1490673"/>
          </a:xfrm>
          <a:custGeom xmlns:a="http://schemas.openxmlformats.org/drawingml/2006/main">
            <a:pathLst>
              <a:path w="5404881" h="1490673">
                <a:moveTo>
                  <a:pt x="0" y="1490673"/>
                </a:moveTo>
                <a:lnTo>
                  <a:pt x="5404881" y="1490673"/>
                </a:lnTo>
                <a:lnTo>
                  <a:pt x="540488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df-path-18">
            <a:extLst xmlns:a="http://schemas.openxmlformats.org/drawingml/2006/main">
              <a:ext uri="{FF2B5EF4-FFF2-40B4-BE49-F238E27FC236}">
                <a16:creationId xmlns:a16="http://schemas.microsoft.com/office/drawing/2014/main" id="{A76CCE45-20A3-4F5F-8A56-174DB7C8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4254" y="1057241"/>
            <a:ext cx="5404879" cy="1490674"/>
          </a:xfrm>
          <a:custGeom xmlns:a="http://schemas.openxmlformats.org/drawingml/2006/main">
            <a:pathLst>
              <a:path w="5404879" h="1490674">
                <a:moveTo>
                  <a:pt x="0" y="0"/>
                </a:moveTo>
                <a:lnTo>
                  <a:pt x="5404879" y="0"/>
                </a:lnTo>
                <a:lnTo>
                  <a:pt x="5404879" y="1490674"/>
                </a:lnTo>
                <a:lnTo>
                  <a:pt x="0" y="14906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17" name="pdf-path-19">
            <a:extLst xmlns:a="http://schemas.openxmlformats.org/drawingml/2006/main">
              <a:ext uri="{FF2B5EF4-FFF2-40B4-BE49-F238E27FC236}">
                <a16:creationId xmlns:a16="http://schemas.microsoft.com/office/drawing/2014/main" id="{75F39FC6-5AB4-49A7-80D3-A97E443C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244" y="7259117"/>
            <a:ext cx="1053276" cy="232597"/>
          </a:xfrm>
          <a:custGeom xmlns:a="http://schemas.openxmlformats.org/drawingml/2006/main">
            <a:pathLst>
              <a:path w="1053276" h="232597">
                <a:moveTo>
                  <a:pt x="0" y="0"/>
                </a:moveTo>
                <a:lnTo>
                  <a:pt x="0" y="0"/>
                </a:lnTo>
                <a:cubicBezTo>
                  <a:pt x="0" y="38455"/>
                  <a:pt x="235784" y="69630"/>
                  <a:pt x="526638" y="69630"/>
                </a:cubicBezTo>
                <a:cubicBezTo>
                  <a:pt x="817492" y="69630"/>
                  <a:pt x="1053276" y="38455"/>
                  <a:pt x="1053276" y="0"/>
                </a:cubicBezTo>
                <a:lnTo>
                  <a:pt x="1053276" y="162967"/>
                </a:lnTo>
                <a:cubicBezTo>
                  <a:pt x="1053276" y="201422"/>
                  <a:pt x="817492" y="232597"/>
                  <a:pt x="526638" y="232597"/>
                </a:cubicBezTo>
                <a:cubicBezTo>
                  <a:pt x="235784" y="232597"/>
                  <a:pt x="0" y="201422"/>
                  <a:pt x="0" y="162967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df-path-20">
            <a:extLst xmlns:a="http://schemas.openxmlformats.org/drawingml/2006/main">
              <a:ext uri="{FF2B5EF4-FFF2-40B4-BE49-F238E27FC236}">
                <a16:creationId xmlns:a16="http://schemas.microsoft.com/office/drawing/2014/main" id="{53E3630B-9E0C-4B40-9D58-B6EF37D5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244" y="7189486"/>
            <a:ext cx="1053276" cy="139260"/>
          </a:xfrm>
          <a:custGeom xmlns:a="http://schemas.openxmlformats.org/drawingml/2006/main">
            <a:pathLst>
              <a:path w="1053276" h="139260">
                <a:moveTo>
                  <a:pt x="0" y="69631"/>
                </a:moveTo>
                <a:lnTo>
                  <a:pt x="0" y="69631"/>
                </a:lnTo>
                <a:cubicBezTo>
                  <a:pt x="0" y="31175"/>
                  <a:pt x="235784" y="0"/>
                  <a:pt x="526638" y="0"/>
                </a:cubicBezTo>
                <a:cubicBezTo>
                  <a:pt x="817492" y="0"/>
                  <a:pt x="1053276" y="31175"/>
                  <a:pt x="1053276" y="69631"/>
                </a:cubicBezTo>
                <a:cubicBezTo>
                  <a:pt x="1053276" y="108086"/>
                  <a:pt x="817492" y="139260"/>
                  <a:pt x="526638" y="139260"/>
                </a:cubicBezTo>
                <a:cubicBezTo>
                  <a:pt x="235784" y="139260"/>
                  <a:pt x="0" y="108086"/>
                  <a:pt x="0" y="69631"/>
                </a:cubicBezTo>
              </a:path>
            </a:pathLst>
          </a:custGeom>
          <a:solidFill xmlns:a="http://schemas.openxmlformats.org/drawingml/2006/main">
            <a:srgbClr val="E2ED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df-path-21">
            <a:extLst xmlns:a="http://schemas.openxmlformats.org/drawingml/2006/main">
              <a:ext uri="{FF2B5EF4-FFF2-40B4-BE49-F238E27FC236}">
                <a16:creationId xmlns:a16="http://schemas.microsoft.com/office/drawing/2014/main" id="{1D2CBDBB-60D9-447F-A530-FEE63F6E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244" y="7189486"/>
            <a:ext cx="1053276" cy="302228"/>
          </a:xfrm>
          <a:custGeom xmlns:a="http://schemas.openxmlformats.org/drawingml/2006/main">
            <a:pathLst>
              <a:path w="1053276" h="302228">
                <a:moveTo>
                  <a:pt x="1053276" y="69631"/>
                </a:moveTo>
                <a:lnTo>
                  <a:pt x="1053276" y="69631"/>
                </a:lnTo>
                <a:cubicBezTo>
                  <a:pt x="1053276" y="108086"/>
                  <a:pt x="817492" y="139260"/>
                  <a:pt x="526638" y="139260"/>
                </a:cubicBezTo>
                <a:cubicBezTo>
                  <a:pt x="235784" y="139260"/>
                  <a:pt x="0" y="108086"/>
                  <a:pt x="0" y="69631"/>
                </a:cubicBezTo>
                <a:cubicBezTo>
                  <a:pt x="0" y="31175"/>
                  <a:pt x="235784" y="0"/>
                  <a:pt x="526638" y="0"/>
                </a:cubicBezTo>
                <a:cubicBezTo>
                  <a:pt x="817492" y="0"/>
                  <a:pt x="1053276" y="31175"/>
                  <a:pt x="1053276" y="69631"/>
                </a:cubicBezTo>
                <a:lnTo>
                  <a:pt x="1053276" y="232597"/>
                </a:lnTo>
                <a:cubicBezTo>
                  <a:pt x="1053276" y="271053"/>
                  <a:pt x="817492" y="302228"/>
                  <a:pt x="526638" y="302228"/>
                </a:cubicBezTo>
                <a:cubicBezTo>
                  <a:pt x="235784" y="302228"/>
                  <a:pt x="0" y="271053"/>
                  <a:pt x="0" y="232597"/>
                </a:cubicBezTo>
                <a:lnTo>
                  <a:pt x="0" y="69631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df-path-22">
            <a:extLst xmlns:a="http://schemas.openxmlformats.org/drawingml/2006/main">
              <a:ext uri="{FF2B5EF4-FFF2-40B4-BE49-F238E27FC236}">
                <a16:creationId xmlns:a16="http://schemas.microsoft.com/office/drawing/2014/main" id="{02C61F5C-2210-4B71-B5BF-23CFDCCF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244" y="7189486"/>
            <a:ext cx="1053276" cy="302228"/>
          </a:xfrm>
          <a:custGeom xmlns:a="http://schemas.openxmlformats.org/drawingml/2006/main">
            <a:pathLst>
              <a:path w="1053276" h="302228">
                <a:moveTo>
                  <a:pt x="1053276" y="69632"/>
                </a:moveTo>
                <a:lnTo>
                  <a:pt x="1053276" y="69632"/>
                </a:lnTo>
                <a:cubicBezTo>
                  <a:pt x="1053276" y="108083"/>
                  <a:pt x="817492" y="139259"/>
                  <a:pt x="526638" y="139259"/>
                </a:cubicBezTo>
                <a:cubicBezTo>
                  <a:pt x="235784" y="139259"/>
                  <a:pt x="0" y="108083"/>
                  <a:pt x="0" y="69632"/>
                </a:cubicBezTo>
                <a:cubicBezTo>
                  <a:pt x="0" y="31175"/>
                  <a:pt x="235784" y="0"/>
                  <a:pt x="526638" y="0"/>
                </a:cubicBezTo>
                <a:cubicBezTo>
                  <a:pt x="817492" y="0"/>
                  <a:pt x="1053276" y="31175"/>
                  <a:pt x="1053276" y="69632"/>
                </a:cubicBezTo>
                <a:lnTo>
                  <a:pt x="1053276" y="232597"/>
                </a:lnTo>
                <a:cubicBezTo>
                  <a:pt x="1053276" y="271053"/>
                  <a:pt x="817492" y="302228"/>
                  <a:pt x="526638" y="302228"/>
                </a:cubicBezTo>
                <a:cubicBezTo>
                  <a:pt x="235784" y="302228"/>
                  <a:pt x="0" y="271053"/>
                  <a:pt x="0" y="232597"/>
                </a:cubicBezTo>
                <a:lnTo>
                  <a:pt x="0" y="69632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21" name="pdf-path-23">
            <a:extLst xmlns:a="http://schemas.openxmlformats.org/drawingml/2006/main">
              <a:ext uri="{FF2B5EF4-FFF2-40B4-BE49-F238E27FC236}">
                <a16:creationId xmlns:a16="http://schemas.microsoft.com/office/drawing/2014/main" id="{280BF883-CBED-4A93-ABF7-64C0F252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17" y="442271"/>
            <a:ext cx="7821750" cy="688698"/>
          </a:xfrm>
          <a:custGeom xmlns:a="http://schemas.openxmlformats.org/drawingml/2006/main">
            <a:pathLst>
              <a:path w="7821750" h="688698">
                <a:moveTo>
                  <a:pt x="0" y="688698"/>
                </a:moveTo>
                <a:lnTo>
                  <a:pt x="7821750" y="688698"/>
                </a:lnTo>
                <a:lnTo>
                  <a:pt x="78217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B1263BFF-37F5-4B74-A0FF-CA521D48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20" y="567109"/>
            <a:ext cx="516084" cy="18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328" b="1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23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F3B6E41D-5864-4B6C-8541-AF52043D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707" y="567109"/>
            <a:ext cx="85228" cy="18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: </a:t>
            </a:r>
          </a:p>
        </p:txBody>
      </p:sp>
      <p:sp>
        <p:nvSpPr>
          <p:cNvPr id="24" name="pdf-text-30-0">
            <a:extLst xmlns:a="http://schemas.openxmlformats.org/drawingml/2006/main">
              <a:ext uri="{FF2B5EF4-FFF2-40B4-BE49-F238E27FC236}">
                <a16:creationId xmlns:a16="http://schemas.microsoft.com/office/drawing/2014/main" id="{12AEB858-E67D-413C-8ACD-2DEB5B77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936" y="567109"/>
            <a:ext cx="1273709" cy="18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328" b="1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Fine-tune VLM</a:t>
            </a:r>
          </a:p>
        </p:txBody>
      </p:sp>
      <p:sp>
        <p:nvSpPr>
          <p:cNvPr id="25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1F93AC4B-285A-4B70-8FE0-85F9FFBF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1292" y="567109"/>
            <a:ext cx="430674" cy="18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on a </a:t>
            </a:r>
          </a:p>
        </p:txBody>
      </p:sp>
      <p:sp>
        <p:nvSpPr>
          <p:cNvPr id="26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E4B121B6-8445-45C1-A21D-3A3698AE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1788" y="567109"/>
            <a:ext cx="451528" cy="18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328" b="1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small</a:t>
            </a:r>
          </a:p>
        </p:txBody>
      </p:sp>
      <p:sp>
        <p:nvSpPr>
          <p:cNvPr id="27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6CB918B1-9D53-461C-9C98-A3E4FBBB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2956" y="567109"/>
            <a:ext cx="4670326" cy="18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dataset of crowd-sourced natural language descriptions </a:t>
            </a:r>
          </a:p>
        </p:txBody>
      </p:sp>
      <p:sp>
        <p:nvSpPr>
          <p:cNvPr id="28" name="pdf-path-30">
            <a:extLst xmlns:a="http://schemas.openxmlformats.org/drawingml/2006/main">
              <a:ext uri="{FF2B5EF4-FFF2-40B4-BE49-F238E27FC236}">
                <a16:creationId xmlns:a16="http://schemas.microsoft.com/office/drawing/2014/main" id="{E614779E-6D90-4A05-B84A-90EB5BAF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90" y="2771685"/>
            <a:ext cx="7282977" cy="506886"/>
          </a:xfrm>
          <a:custGeom xmlns:a="http://schemas.openxmlformats.org/drawingml/2006/main">
            <a:pathLst>
              <a:path w="7282977" h="506886">
                <a:moveTo>
                  <a:pt x="0" y="506886"/>
                </a:moveTo>
                <a:lnTo>
                  <a:pt x="7282977" y="506886"/>
                </a:lnTo>
                <a:lnTo>
                  <a:pt x="728297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C4EE935D-D31B-409A-A1B2-265AEA83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092" y="2941858"/>
            <a:ext cx="538207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328" b="1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Step 2</a:t>
            </a:r>
          </a:p>
        </p:txBody>
      </p:sp>
      <p:sp>
        <p:nvSpPr>
          <p:cNvPr id="30" name="pdf-text-35-0">
            <a:extLst xmlns:a="http://schemas.openxmlformats.org/drawingml/2006/main">
              <a:ext uri="{FF2B5EF4-FFF2-40B4-BE49-F238E27FC236}">
                <a16:creationId xmlns:a16="http://schemas.microsoft.com/office/drawing/2014/main" id="{DD48CB41-EE0F-4A03-A876-480655D2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303" y="2941858"/>
            <a:ext cx="85228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: </a:t>
            </a:r>
          </a:p>
        </p:txBody>
      </p:sp>
      <p:sp>
        <p:nvSpPr>
          <p:cNvPr id="31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60625B07-1350-4D54-8454-8E4D46A6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532" y="2941858"/>
            <a:ext cx="469843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328" b="1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Label</a:t>
            </a:r>
          </a:p>
        </p:txBody>
      </p:sp>
      <p:sp>
        <p:nvSpPr>
          <p:cNvPr id="32" name="pdf-text-37-0">
            <a:extLst xmlns:a="http://schemas.openxmlformats.org/drawingml/2006/main">
              <a:ext uri="{FF2B5EF4-FFF2-40B4-BE49-F238E27FC236}">
                <a16:creationId xmlns:a16="http://schemas.microsoft.com/office/drawing/2014/main" id="{29B762FF-1E98-4BA5-A950-87718BD5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8378" y="2941858"/>
            <a:ext cx="1681534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the instructions in a </a:t>
            </a:r>
          </a:p>
        </p:txBody>
      </p:sp>
      <p:sp>
        <p:nvSpPr>
          <p:cNvPr id="33" name="pdf-text-38-0">
            <a:extLst xmlns:a="http://schemas.openxmlformats.org/drawingml/2006/main">
              <a:ext uri="{FF2B5EF4-FFF2-40B4-BE49-F238E27FC236}">
                <a16:creationId xmlns:a16="http://schemas.microsoft.com/office/drawing/2014/main" id="{7A9B901E-AD28-499B-A4C9-7D185D48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9019" y="2941858"/>
            <a:ext cx="517535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328" b="1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larger</a:t>
            </a:r>
          </a:p>
        </p:txBody>
      </p:sp>
      <p:sp>
        <p:nvSpPr>
          <p:cNvPr id="34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FF9C6936-1B4C-4B35-95EC-74C03C56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6195" y="2941858"/>
            <a:ext cx="1491313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dataset using the </a:t>
            </a:r>
          </a:p>
        </p:txBody>
      </p:sp>
      <p:sp>
        <p:nvSpPr>
          <p:cNvPr id="35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C87AE739-E01A-4433-B6ED-D78B7B36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6431" y="2941858"/>
            <a:ext cx="1355492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328" b="1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fine-tuned VLM</a:t>
            </a:r>
          </a:p>
        </p:txBody>
      </p:sp>
      <p:sp>
        <p:nvSpPr>
          <p:cNvPr id="36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8FEE621D-BC7C-4BB2-A436-7E823A98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6556" y="115248"/>
            <a:ext cx="2651444" cy="302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13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13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2213" b="1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Training with DIAL</a:t>
            </a:r>
          </a:p>
        </p:txBody>
      </p:sp>
      <p:sp>
        <p:nvSpPr>
          <p:cNvPr id="37" name="pdf-path-41">
            <a:extLst xmlns:a="http://schemas.openxmlformats.org/drawingml/2006/main">
              <a:ext uri="{FF2B5EF4-FFF2-40B4-BE49-F238E27FC236}">
                <a16:creationId xmlns:a16="http://schemas.microsoft.com/office/drawing/2014/main" id="{F40528C3-5873-4B3C-A568-A04C8B6A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1514" y="924610"/>
            <a:ext cx="1224142" cy="537347"/>
          </a:xfrm>
          <a:custGeom xmlns:a="http://schemas.openxmlformats.org/drawingml/2006/main">
            <a:pathLst>
              <a:path w="1224142" h="537347">
                <a:moveTo>
                  <a:pt x="0" y="537347"/>
                </a:moveTo>
                <a:lnTo>
                  <a:pt x="1224142" y="537347"/>
                </a:lnTo>
                <a:lnTo>
                  <a:pt x="122414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85265224-97A5-4A3E-99F8-E966E6CA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5825" y="1098580"/>
            <a:ext cx="475907" cy="201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6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86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586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Initial</a:t>
            </a:r>
          </a:p>
        </p:txBody>
      </p:sp>
      <p:sp>
        <p:nvSpPr>
          <p:cNvPr id="39" name="pdf-path-43">
            <a:extLst xmlns:a="http://schemas.openxmlformats.org/drawingml/2006/main">
              <a:ext uri="{FF2B5EF4-FFF2-40B4-BE49-F238E27FC236}">
                <a16:creationId xmlns:a16="http://schemas.microsoft.com/office/drawing/2014/main" id="{5ECFB2A0-EF9C-40C3-A604-C00B70C9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9695" y="926297"/>
            <a:ext cx="1224142" cy="537347"/>
          </a:xfrm>
          <a:custGeom xmlns:a="http://schemas.openxmlformats.org/drawingml/2006/main">
            <a:pathLst>
              <a:path w="1224142" h="537347">
                <a:moveTo>
                  <a:pt x="0" y="537347"/>
                </a:moveTo>
                <a:lnTo>
                  <a:pt x="1224142" y="537347"/>
                </a:lnTo>
                <a:lnTo>
                  <a:pt x="122414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E3DE222A-596F-4F54-B8C1-66E4994A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5829" y="1100266"/>
            <a:ext cx="412440" cy="201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6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86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586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Final</a:t>
            </a:r>
          </a:p>
        </p:txBody>
      </p:sp>
      <p:sp>
        <p:nvSpPr>
          <p:cNvPr id="41" name="pdf-path-45">
            <a:extLst xmlns:a="http://schemas.openxmlformats.org/drawingml/2006/main">
              <a:ext uri="{FF2B5EF4-FFF2-40B4-BE49-F238E27FC236}">
                <a16:creationId xmlns:a16="http://schemas.microsoft.com/office/drawing/2014/main" id="{385A3501-7127-4C7A-AC74-B6F9BEDF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5812" y="1302492"/>
            <a:ext cx="1587766" cy="1159309"/>
          </a:xfrm>
          <a:custGeom xmlns:a="http://schemas.openxmlformats.org/drawingml/2006/main">
            <a:pathLst>
              <a:path w="1587766" h="1159309">
                <a:moveTo>
                  <a:pt x="0" y="1159309"/>
                </a:moveTo>
                <a:lnTo>
                  <a:pt x="1587766" y="1159309"/>
                </a:lnTo>
                <a:lnTo>
                  <a:pt x="158776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0747EF-4FC0-4D25-969E-551FF1B460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c3a6df63945ad"/>
          <a:srcRect xmlns:a="http://schemas.openxmlformats.org/drawingml/2006/main" l="0" t="433" r="0" b="4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55812" y="1302493"/>
            <a:ext cx="1587766" cy="1159309"/>
          </a:xfrm>
          <a:prstGeom xmlns:a="http://schemas.openxmlformats.org/drawingml/2006/main" prst="rect">
            <a:avLst/>
          </a:prstGeom>
        </p:spPr>
      </p:pic>
      <p:sp>
        <p:nvSpPr>
          <p:cNvPr id="43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D4C83376-A710-4EB0-B672-9BE8A717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5812" y="1302493"/>
            <a:ext cx="1587766" cy="11593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pdf-path-47">
            <a:extLst xmlns:a="http://schemas.openxmlformats.org/drawingml/2006/main">
              <a:ext uri="{FF2B5EF4-FFF2-40B4-BE49-F238E27FC236}">
                <a16:creationId xmlns:a16="http://schemas.microsoft.com/office/drawing/2014/main" id="{B3F0B655-7C92-46FD-A666-0C71EEFF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8256" y="1294936"/>
            <a:ext cx="1602877" cy="1174420"/>
          </a:xfrm>
          <a:custGeom xmlns:a="http://schemas.openxmlformats.org/drawingml/2006/main">
            <a:pathLst>
              <a:path w="1602877" h="1174420">
                <a:moveTo>
                  <a:pt x="0" y="0"/>
                </a:moveTo>
                <a:lnTo>
                  <a:pt x="1602877" y="0"/>
                </a:lnTo>
                <a:lnTo>
                  <a:pt x="1602877" y="1174420"/>
                </a:lnTo>
                <a:lnTo>
                  <a:pt x="0" y="11744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000000"/>
            </a:solidFill>
            <a:prstDash val="solid"/>
          </a:ln>
        </p:spPr>
      </p:sp>
      <p:sp>
        <p:nvSpPr>
          <p:cNvPr id="45" name="pdf-path-48">
            <a:extLst xmlns:a="http://schemas.openxmlformats.org/drawingml/2006/main">
              <a:ext uri="{FF2B5EF4-FFF2-40B4-BE49-F238E27FC236}">
                <a16:creationId xmlns:a16="http://schemas.microsoft.com/office/drawing/2014/main" id="{CE151FDF-438D-4DCE-B24F-83131C90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648" y="3633887"/>
            <a:ext cx="2441620" cy="1159413"/>
          </a:xfrm>
          <a:custGeom xmlns:a="http://schemas.openxmlformats.org/drawingml/2006/main">
            <a:pathLst>
              <a:path w="2441620" h="1159413">
                <a:moveTo>
                  <a:pt x="0" y="1159413"/>
                </a:moveTo>
                <a:lnTo>
                  <a:pt x="2441620" y="1159413"/>
                </a:lnTo>
                <a:lnTo>
                  <a:pt x="244162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df-path-49">
            <a:extLst xmlns:a="http://schemas.openxmlformats.org/drawingml/2006/main">
              <a:ext uri="{FF2B5EF4-FFF2-40B4-BE49-F238E27FC236}">
                <a16:creationId xmlns:a16="http://schemas.microsoft.com/office/drawing/2014/main" id="{7B4FB736-BD04-455C-A040-DD0F0949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648" y="3633887"/>
            <a:ext cx="2441620" cy="1159412"/>
          </a:xfrm>
          <a:custGeom xmlns:a="http://schemas.openxmlformats.org/drawingml/2006/main">
            <a:pathLst>
              <a:path w="2441620" h="1159412">
                <a:moveTo>
                  <a:pt x="0" y="0"/>
                </a:moveTo>
                <a:lnTo>
                  <a:pt x="2441620" y="0"/>
                </a:lnTo>
                <a:lnTo>
                  <a:pt x="2441620" y="1159412"/>
                </a:lnTo>
                <a:lnTo>
                  <a:pt x="0" y="11594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47" name="pdf-path-50">
            <a:extLst xmlns:a="http://schemas.openxmlformats.org/drawingml/2006/main">
              <a:ext uri="{FF2B5EF4-FFF2-40B4-BE49-F238E27FC236}">
                <a16:creationId xmlns:a16="http://schemas.microsoft.com/office/drawing/2014/main" id="{4D0D8B7F-FFED-4161-9E44-0AAE4E54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134" y="3549486"/>
            <a:ext cx="2441620" cy="1159413"/>
          </a:xfrm>
          <a:custGeom xmlns:a="http://schemas.openxmlformats.org/drawingml/2006/main">
            <a:pathLst>
              <a:path w="2441620" h="1159413">
                <a:moveTo>
                  <a:pt x="0" y="1159413"/>
                </a:moveTo>
                <a:lnTo>
                  <a:pt x="2441620" y="1159413"/>
                </a:lnTo>
                <a:lnTo>
                  <a:pt x="244162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df-path-51">
            <a:extLst xmlns:a="http://schemas.openxmlformats.org/drawingml/2006/main">
              <a:ext uri="{FF2B5EF4-FFF2-40B4-BE49-F238E27FC236}">
                <a16:creationId xmlns:a16="http://schemas.microsoft.com/office/drawing/2014/main" id="{29785AC2-6B6D-4568-958E-B9642468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134" y="3549485"/>
            <a:ext cx="2441620" cy="1159413"/>
          </a:xfrm>
          <a:custGeom xmlns:a="http://schemas.openxmlformats.org/drawingml/2006/main">
            <a:pathLst>
              <a:path w="2441620" h="1159413">
                <a:moveTo>
                  <a:pt x="0" y="0"/>
                </a:moveTo>
                <a:lnTo>
                  <a:pt x="2441620" y="0"/>
                </a:lnTo>
                <a:lnTo>
                  <a:pt x="2441620" y="1159413"/>
                </a:lnTo>
                <a:lnTo>
                  <a:pt x="0" y="11594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49" name="pdf-path-52">
            <a:extLst xmlns:a="http://schemas.openxmlformats.org/drawingml/2006/main">
              <a:ext uri="{FF2B5EF4-FFF2-40B4-BE49-F238E27FC236}">
                <a16:creationId xmlns:a16="http://schemas.microsoft.com/office/drawing/2014/main" id="{368E70CD-06FD-4840-A685-8A9C9BE0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494" y="3477358"/>
            <a:ext cx="2441619" cy="1159413"/>
          </a:xfrm>
          <a:custGeom xmlns:a="http://schemas.openxmlformats.org/drawingml/2006/main">
            <a:pathLst>
              <a:path w="2441619" h="1159413">
                <a:moveTo>
                  <a:pt x="0" y="1159413"/>
                </a:moveTo>
                <a:lnTo>
                  <a:pt x="2441619" y="1159413"/>
                </a:lnTo>
                <a:lnTo>
                  <a:pt x="244161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A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df-path-53">
            <a:extLst xmlns:a="http://schemas.openxmlformats.org/drawingml/2006/main">
              <a:ext uri="{FF2B5EF4-FFF2-40B4-BE49-F238E27FC236}">
                <a16:creationId xmlns:a16="http://schemas.microsoft.com/office/drawing/2014/main" id="{2C2F593B-6B26-472E-9880-14FB19E6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494" y="3477359"/>
            <a:ext cx="2441620" cy="1159413"/>
          </a:xfrm>
          <a:custGeom xmlns:a="http://schemas.openxmlformats.org/drawingml/2006/main">
            <a:pathLst>
              <a:path w="2441620" h="1159413">
                <a:moveTo>
                  <a:pt x="0" y="0"/>
                </a:moveTo>
                <a:lnTo>
                  <a:pt x="2441620" y="0"/>
                </a:lnTo>
                <a:lnTo>
                  <a:pt x="2441620" y="1159413"/>
                </a:lnTo>
                <a:lnTo>
                  <a:pt x="0" y="11594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51" name="pdf-path-54">
            <a:extLst xmlns:a="http://schemas.openxmlformats.org/drawingml/2006/main">
              <a:ext uri="{FF2B5EF4-FFF2-40B4-BE49-F238E27FC236}">
                <a16:creationId xmlns:a16="http://schemas.microsoft.com/office/drawing/2014/main" id="{32D5B644-0A6B-441A-9C69-01C899CA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775" y="3386136"/>
            <a:ext cx="1224142" cy="537347"/>
          </a:xfrm>
          <a:custGeom xmlns:a="http://schemas.openxmlformats.org/drawingml/2006/main">
            <a:pathLst>
              <a:path w="1224142" h="537347">
                <a:moveTo>
                  <a:pt x="0" y="537347"/>
                </a:moveTo>
                <a:lnTo>
                  <a:pt x="1224142" y="537347"/>
                </a:lnTo>
                <a:lnTo>
                  <a:pt x="122414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98AFE03C-73AB-4840-88DE-FF4ECE89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086" y="3560104"/>
            <a:ext cx="475908" cy="201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6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86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586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Initial</a:t>
            </a:r>
          </a:p>
        </p:txBody>
      </p:sp>
      <p:sp>
        <p:nvSpPr>
          <p:cNvPr id="53" name="pdf-path-56">
            <a:extLst xmlns:a="http://schemas.openxmlformats.org/drawingml/2006/main">
              <a:ext uri="{FF2B5EF4-FFF2-40B4-BE49-F238E27FC236}">
                <a16:creationId xmlns:a16="http://schemas.microsoft.com/office/drawing/2014/main" id="{2AC252B7-4AB2-4634-9695-28029D14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5051" y="3386117"/>
            <a:ext cx="1224142" cy="537347"/>
          </a:xfrm>
          <a:custGeom xmlns:a="http://schemas.openxmlformats.org/drawingml/2006/main">
            <a:pathLst>
              <a:path w="1224142" h="537347">
                <a:moveTo>
                  <a:pt x="0" y="537347"/>
                </a:moveTo>
                <a:lnTo>
                  <a:pt x="1224142" y="537347"/>
                </a:lnTo>
                <a:lnTo>
                  <a:pt x="122414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2DFB7AE7-CE98-4F08-87E6-349AB77D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1185" y="3560085"/>
            <a:ext cx="412440" cy="201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6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86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586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Final</a:t>
            </a:r>
          </a:p>
        </p:txBody>
      </p:sp>
      <p:sp>
        <p:nvSpPr>
          <p:cNvPr id="55" name="pdf-path-58">
            <a:extLst xmlns:a="http://schemas.openxmlformats.org/drawingml/2006/main">
              <a:ext uri="{FF2B5EF4-FFF2-40B4-BE49-F238E27FC236}">
                <a16:creationId xmlns:a16="http://schemas.microsoft.com/office/drawing/2014/main" id="{203440E7-67A5-461E-A1E9-57CF0E0C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196" y="3023897"/>
            <a:ext cx="1906177" cy="567808"/>
          </a:xfrm>
          <a:custGeom xmlns:a="http://schemas.openxmlformats.org/drawingml/2006/main">
            <a:pathLst>
              <a:path w="1906177" h="567808">
                <a:moveTo>
                  <a:pt x="0" y="567808"/>
                </a:moveTo>
                <a:lnTo>
                  <a:pt x="1906177" y="567808"/>
                </a:lnTo>
                <a:lnTo>
                  <a:pt x="190617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df-text-47-0">
            <a:extLst xmlns:a="http://schemas.openxmlformats.org/drawingml/2006/main">
              <a:ext uri="{FF2B5EF4-FFF2-40B4-BE49-F238E27FC236}">
                <a16:creationId xmlns:a16="http://schemas.microsoft.com/office/drawing/2014/main" id="{0856550C-AB1D-4905-A69A-95698175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198" y="3201663"/>
            <a:ext cx="958123" cy="221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45" b="0" i="1">
                <a:solidFill>
                  <a:srgbClr val="FFA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45" b="0" i="1">
                <a:solidFill>
                  <a:srgbClr val="FFAB40"/>
                </a:solidFill>
                <a:latin typeface="Arial"/>
                <a:ea typeface="Arial"/>
                <a:cs typeface="Arial"/>
              </a:defRPr>
            </a:pPr>
            <a:r>
              <a:rPr sz="1745" b="0" i="1">
                <a:solidFill>
                  <a:srgbClr val="FFAB40"/>
                </a:solidFill>
                <a:latin typeface="Arial"/>
                <a:ea typeface="Arial"/>
                <a:cs typeface="Arial"/>
              </a:rPr>
              <a:t>Dataset B</a:t>
            </a:r>
          </a:p>
        </p:txBody>
      </p:sp>
      <p:sp>
        <p:nvSpPr>
          <p:cNvPr id="57" name="pdf-text-49-0">
            <a:extLst xmlns:a="http://schemas.openxmlformats.org/drawingml/2006/main">
              <a:ext uri="{FF2B5EF4-FFF2-40B4-BE49-F238E27FC236}">
                <a16:creationId xmlns:a16="http://schemas.microsoft.com/office/drawing/2014/main" id="{B1A6E393-42D4-4562-984F-6DB9D369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8249" y="3232755"/>
            <a:ext cx="524607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8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(large)</a:t>
            </a:r>
          </a:p>
        </p:txBody>
      </p:sp>
      <p:sp>
        <p:nvSpPr>
          <p:cNvPr id="58" name="pdf-path-62">
            <a:extLst xmlns:a="http://schemas.openxmlformats.org/drawingml/2006/main">
              <a:ext uri="{FF2B5EF4-FFF2-40B4-BE49-F238E27FC236}">
                <a16:creationId xmlns:a16="http://schemas.microsoft.com/office/drawing/2014/main" id="{D62F7CC6-F69D-4C75-BF4F-0F74FDC3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9366" y="605457"/>
            <a:ext cx="1838592" cy="561620"/>
          </a:xfrm>
          <a:custGeom xmlns:a="http://schemas.openxmlformats.org/drawingml/2006/main">
            <a:pathLst>
              <a:path w="1838592" h="561620">
                <a:moveTo>
                  <a:pt x="0" y="561620"/>
                </a:moveTo>
                <a:lnTo>
                  <a:pt x="1838592" y="561620"/>
                </a:lnTo>
                <a:lnTo>
                  <a:pt x="183859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df-text-50-0">
            <a:extLst xmlns:a="http://schemas.openxmlformats.org/drawingml/2006/main">
              <a:ext uri="{FF2B5EF4-FFF2-40B4-BE49-F238E27FC236}">
                <a16:creationId xmlns:a16="http://schemas.microsoft.com/office/drawing/2014/main" id="{65EF9ED8-1365-473D-BC1D-33843FB7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5369" y="783223"/>
            <a:ext cx="965658" cy="221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45" b="0" i="1">
                <a:solidFill>
                  <a:srgbClr val="4285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45" b="0" i="1">
                <a:solidFill>
                  <a:srgbClr val="4285F4"/>
                </a:solidFill>
                <a:latin typeface="Arial"/>
                <a:ea typeface="Arial"/>
                <a:cs typeface="Arial"/>
              </a:defRPr>
            </a:pPr>
            <a:r>
              <a:rPr sz="1745" b="0" i="1">
                <a:solidFill>
                  <a:srgbClr val="4285F4"/>
                </a:solidFill>
                <a:latin typeface="Arial"/>
                <a:ea typeface="Arial"/>
                <a:cs typeface="Arial"/>
              </a:rPr>
              <a:t>Dataset A</a:t>
            </a:r>
          </a:p>
        </p:txBody>
      </p:sp>
      <p:sp>
        <p:nvSpPr>
          <p:cNvPr id="60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11A68A86-FE23-4C50-991D-754BF0A4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9945" y="829861"/>
            <a:ext cx="473572" cy="161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9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9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269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(small)</a:t>
            </a:r>
          </a:p>
        </p:txBody>
      </p:sp>
      <p:sp>
        <p:nvSpPr>
          <p:cNvPr id="61" name="pdf-path-66">
            <a:extLst xmlns:a="http://schemas.openxmlformats.org/drawingml/2006/main">
              <a:ext uri="{FF2B5EF4-FFF2-40B4-BE49-F238E27FC236}">
                <a16:creationId xmlns:a16="http://schemas.microsoft.com/office/drawing/2014/main" id="{53F29087-E452-4538-83E4-E9C30D5C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0239" y="5282596"/>
            <a:ext cx="541631" cy="567807"/>
          </a:xfrm>
          <a:custGeom xmlns:a="http://schemas.openxmlformats.org/drawingml/2006/main">
            <a:pathLst>
              <a:path w="541631" h="567807">
                <a:moveTo>
                  <a:pt x="0" y="567807"/>
                </a:moveTo>
                <a:lnTo>
                  <a:pt x="541631" y="567807"/>
                </a:lnTo>
                <a:lnTo>
                  <a:pt x="54163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df-text-53-0">
            <a:extLst xmlns:a="http://schemas.openxmlformats.org/drawingml/2006/main">
              <a:ext uri="{FF2B5EF4-FFF2-40B4-BE49-F238E27FC236}">
                <a16:creationId xmlns:a16="http://schemas.microsoft.com/office/drawing/2014/main" id="{57CEE2B9-E2A4-45F3-8E60-BF110A03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42" y="5460361"/>
            <a:ext cx="117688" cy="221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4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4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3" name="pdf-text-54-0">
            <a:extLst xmlns:a="http://schemas.openxmlformats.org/drawingml/2006/main">
              <a:ext uri="{FF2B5EF4-FFF2-40B4-BE49-F238E27FC236}">
                <a16:creationId xmlns:a16="http://schemas.microsoft.com/office/drawing/2014/main" id="{26EF55CF-57DE-428C-98B5-9A693717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3846" y="5600476"/>
            <a:ext cx="56147" cy="147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63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63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4" name="pdf-path-69">
            <a:extLst xmlns:a="http://schemas.openxmlformats.org/drawingml/2006/main">
              <a:ext uri="{FF2B5EF4-FFF2-40B4-BE49-F238E27FC236}">
                <a16:creationId xmlns:a16="http://schemas.microsoft.com/office/drawing/2014/main" id="{AF1D1EBD-A475-48ED-A4FD-4E0C2E08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0239" y="6187533"/>
            <a:ext cx="541631" cy="567808"/>
          </a:xfrm>
          <a:custGeom xmlns:a="http://schemas.openxmlformats.org/drawingml/2006/main">
            <a:pathLst>
              <a:path w="541631" h="567808">
                <a:moveTo>
                  <a:pt x="0" y="567808"/>
                </a:moveTo>
                <a:lnTo>
                  <a:pt x="541631" y="567808"/>
                </a:lnTo>
                <a:lnTo>
                  <a:pt x="54163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text-55-0">
            <a:extLst xmlns:a="http://schemas.openxmlformats.org/drawingml/2006/main">
              <a:ext uri="{FF2B5EF4-FFF2-40B4-BE49-F238E27FC236}">
                <a16:creationId xmlns:a16="http://schemas.microsoft.com/office/drawing/2014/main" id="{EE39A642-FE8C-48CF-9F64-B13D7C42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42" y="6365299"/>
            <a:ext cx="154701" cy="221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4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4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66" name="pdf-path-71">
            <a:extLst xmlns:a="http://schemas.openxmlformats.org/drawingml/2006/main">
              <a:ext uri="{FF2B5EF4-FFF2-40B4-BE49-F238E27FC236}">
                <a16:creationId xmlns:a16="http://schemas.microsoft.com/office/drawing/2014/main" id="{7E3A313E-6BDB-4094-A3F2-2D284CA2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0239" y="7065104"/>
            <a:ext cx="541631" cy="567808"/>
          </a:xfrm>
          <a:custGeom xmlns:a="http://schemas.openxmlformats.org/drawingml/2006/main">
            <a:pathLst>
              <a:path w="541631" h="567808">
                <a:moveTo>
                  <a:pt x="0" y="567808"/>
                </a:moveTo>
                <a:lnTo>
                  <a:pt x="541631" y="567808"/>
                </a:lnTo>
                <a:lnTo>
                  <a:pt x="54163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text-56-0">
            <a:extLst xmlns:a="http://schemas.openxmlformats.org/drawingml/2006/main">
              <a:ext uri="{FF2B5EF4-FFF2-40B4-BE49-F238E27FC236}">
                <a16:creationId xmlns:a16="http://schemas.microsoft.com/office/drawing/2014/main" id="{169392E3-B8DC-49FB-9F8D-29809C52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42" y="7242870"/>
            <a:ext cx="117688" cy="221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4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4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8" name="pdf-text-57-0">
            <a:extLst xmlns:a="http://schemas.openxmlformats.org/drawingml/2006/main">
              <a:ext uri="{FF2B5EF4-FFF2-40B4-BE49-F238E27FC236}">
                <a16:creationId xmlns:a16="http://schemas.microsoft.com/office/drawing/2014/main" id="{4685382C-1942-4C93-ABE4-281557DC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3846" y="7382985"/>
            <a:ext cx="104611" cy="147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63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63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69" name="pdf-path-74">
            <a:extLst xmlns:a="http://schemas.openxmlformats.org/drawingml/2006/main">
              <a:ext uri="{FF2B5EF4-FFF2-40B4-BE49-F238E27FC236}">
                <a16:creationId xmlns:a16="http://schemas.microsoft.com/office/drawing/2014/main" id="{AA7BEEB2-47DC-456C-8F0D-5E8AC767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1870" y="5566499"/>
            <a:ext cx="789600" cy="95"/>
          </a:xfrm>
          <a:custGeom xmlns:a="http://schemas.openxmlformats.org/drawingml/2006/main">
            <a:pathLst>
              <a:path w="789600" h="95">
                <a:moveTo>
                  <a:pt x="0" y="0"/>
                </a:moveTo>
                <a:lnTo>
                  <a:pt x="78960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75">
            <a:extLst xmlns:a="http://schemas.openxmlformats.org/drawingml/2006/main">
              <a:ext uri="{FF2B5EF4-FFF2-40B4-BE49-F238E27FC236}">
                <a16:creationId xmlns:a16="http://schemas.microsoft.com/office/drawing/2014/main" id="{E5597367-2C62-414B-A60D-D962A908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2539" y="5566499"/>
            <a:ext cx="698931" cy="95"/>
          </a:xfrm>
          <a:custGeom xmlns:a="http://schemas.openxmlformats.org/drawingml/2006/main">
            <a:pathLst>
              <a:path w="698931" h="95">
                <a:moveTo>
                  <a:pt x="0" y="0"/>
                </a:moveTo>
                <a:lnTo>
                  <a:pt x="6989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71" name="pdf-path-76">
            <a:extLst xmlns:a="http://schemas.openxmlformats.org/drawingml/2006/main">
              <a:ext uri="{FF2B5EF4-FFF2-40B4-BE49-F238E27FC236}">
                <a16:creationId xmlns:a16="http://schemas.microsoft.com/office/drawing/2014/main" id="{141AD017-F8F6-4370-8C5E-24D3BAE6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3962" y="5541539"/>
            <a:ext cx="68576" cy="49919"/>
          </a:xfrm>
          <a:custGeom xmlns:a="http://schemas.openxmlformats.org/drawingml/2006/main">
            <a:pathLst>
              <a:path w="68576" h="49919">
                <a:moveTo>
                  <a:pt x="68576" y="0"/>
                </a:moveTo>
                <a:lnTo>
                  <a:pt x="0" y="24960"/>
                </a:lnTo>
                <a:lnTo>
                  <a:pt x="68576" y="49919"/>
                </a:lnTo>
                <a:lnTo>
                  <a:pt x="68576" y="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72" name="pdf-path-78">
            <a:extLst xmlns:a="http://schemas.openxmlformats.org/drawingml/2006/main">
              <a:ext uri="{FF2B5EF4-FFF2-40B4-BE49-F238E27FC236}">
                <a16:creationId xmlns:a16="http://schemas.microsoft.com/office/drawing/2014/main" id="{14A9D05B-0950-41F9-A853-EA6F6FF4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1870" y="6471437"/>
            <a:ext cx="779129" cy="95"/>
          </a:xfrm>
          <a:custGeom xmlns:a="http://schemas.openxmlformats.org/drawingml/2006/main">
            <a:pathLst>
              <a:path w="779129" h="95">
                <a:moveTo>
                  <a:pt x="0" y="0"/>
                </a:moveTo>
                <a:lnTo>
                  <a:pt x="779129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path-79">
            <a:extLst xmlns:a="http://schemas.openxmlformats.org/drawingml/2006/main">
              <a:ext uri="{FF2B5EF4-FFF2-40B4-BE49-F238E27FC236}">
                <a16:creationId xmlns:a16="http://schemas.microsoft.com/office/drawing/2014/main" id="{03D9EB2E-89AA-4ABE-82E1-D2984FBC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2539" y="6471437"/>
            <a:ext cx="688461" cy="95"/>
          </a:xfrm>
          <a:custGeom xmlns:a="http://schemas.openxmlformats.org/drawingml/2006/main">
            <a:pathLst>
              <a:path w="688461" h="95">
                <a:moveTo>
                  <a:pt x="0" y="0"/>
                </a:moveTo>
                <a:lnTo>
                  <a:pt x="6884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74" name="pdf-path-80">
            <a:extLst xmlns:a="http://schemas.openxmlformats.org/drawingml/2006/main">
              <a:ext uri="{FF2B5EF4-FFF2-40B4-BE49-F238E27FC236}">
                <a16:creationId xmlns:a16="http://schemas.microsoft.com/office/drawing/2014/main" id="{F504A698-2A01-4B88-BA5E-ECB13FEF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3962" y="6446477"/>
            <a:ext cx="68576" cy="49919"/>
          </a:xfrm>
          <a:custGeom xmlns:a="http://schemas.openxmlformats.org/drawingml/2006/main">
            <a:pathLst>
              <a:path w="68576" h="49919">
                <a:moveTo>
                  <a:pt x="68576" y="0"/>
                </a:moveTo>
                <a:lnTo>
                  <a:pt x="0" y="24960"/>
                </a:lnTo>
                <a:lnTo>
                  <a:pt x="68576" y="49919"/>
                </a:lnTo>
                <a:lnTo>
                  <a:pt x="68576" y="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75" name="pdf-path-82">
            <a:extLst xmlns:a="http://schemas.openxmlformats.org/drawingml/2006/main">
              <a:ext uri="{FF2B5EF4-FFF2-40B4-BE49-F238E27FC236}">
                <a16:creationId xmlns:a16="http://schemas.microsoft.com/office/drawing/2014/main" id="{29D3F708-19B4-4D7C-9579-9C34FAD8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1870" y="7345676"/>
            <a:ext cx="782461" cy="3332"/>
          </a:xfrm>
          <a:custGeom xmlns:a="http://schemas.openxmlformats.org/drawingml/2006/main">
            <a:pathLst>
              <a:path w="782461" h="3332">
                <a:moveTo>
                  <a:pt x="0" y="3332"/>
                </a:moveTo>
                <a:lnTo>
                  <a:pt x="782461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df-path-83">
            <a:extLst xmlns:a="http://schemas.openxmlformats.org/drawingml/2006/main">
              <a:ext uri="{FF2B5EF4-FFF2-40B4-BE49-F238E27FC236}">
                <a16:creationId xmlns:a16="http://schemas.microsoft.com/office/drawing/2014/main" id="{46C67F91-16FB-4085-A05D-49DD783D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2539" y="7345676"/>
            <a:ext cx="691792" cy="2947"/>
          </a:xfrm>
          <a:custGeom xmlns:a="http://schemas.openxmlformats.org/drawingml/2006/main">
            <a:pathLst>
              <a:path w="691792" h="2947">
                <a:moveTo>
                  <a:pt x="0" y="2947"/>
                </a:moveTo>
                <a:lnTo>
                  <a:pt x="6917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77" name="pdf-path-84">
            <a:extLst xmlns:a="http://schemas.openxmlformats.org/drawingml/2006/main">
              <a:ext uri="{FF2B5EF4-FFF2-40B4-BE49-F238E27FC236}">
                <a16:creationId xmlns:a16="http://schemas.microsoft.com/office/drawing/2014/main" id="{1CAE6BF6-270E-4ED9-9D5C-79DA7A46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3962" y="7323664"/>
            <a:ext cx="68684" cy="49919"/>
          </a:xfrm>
          <a:custGeom xmlns:a="http://schemas.openxmlformats.org/drawingml/2006/main">
            <a:pathLst>
              <a:path w="68684" h="49919">
                <a:moveTo>
                  <a:pt x="68469" y="0"/>
                </a:moveTo>
                <a:lnTo>
                  <a:pt x="0" y="25249"/>
                </a:lnTo>
                <a:lnTo>
                  <a:pt x="68684" y="49919"/>
                </a:lnTo>
                <a:lnTo>
                  <a:pt x="68469" y="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78" name="pdf-path-86">
            <a:extLst xmlns:a="http://schemas.openxmlformats.org/drawingml/2006/main">
              <a:ext uri="{FF2B5EF4-FFF2-40B4-BE49-F238E27FC236}">
                <a16:creationId xmlns:a16="http://schemas.microsoft.com/office/drawing/2014/main" id="{7F6DC14B-CFD9-4F9C-A27B-FBC6BCBE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1870" y="5566657"/>
            <a:ext cx="789600" cy="904780"/>
          </a:xfrm>
          <a:custGeom xmlns:a="http://schemas.openxmlformats.org/drawingml/2006/main">
            <a:pathLst>
              <a:path w="789600" h="904780">
                <a:moveTo>
                  <a:pt x="0" y="904780"/>
                </a:moveTo>
                <a:lnTo>
                  <a:pt x="78960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87">
            <a:extLst xmlns:a="http://schemas.openxmlformats.org/drawingml/2006/main">
              <a:ext uri="{FF2B5EF4-FFF2-40B4-BE49-F238E27FC236}">
                <a16:creationId xmlns:a16="http://schemas.microsoft.com/office/drawing/2014/main" id="{9FAF3E52-56D9-4A77-88F8-FEBEBFFA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486" y="5566657"/>
            <a:ext cx="729984" cy="836465"/>
          </a:xfrm>
          <a:custGeom xmlns:a="http://schemas.openxmlformats.org/drawingml/2006/main">
            <a:pathLst>
              <a:path w="729984" h="836465">
                <a:moveTo>
                  <a:pt x="0" y="836465"/>
                </a:moveTo>
                <a:lnTo>
                  <a:pt x="7299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80" name="pdf-path-88">
            <a:extLst xmlns:a="http://schemas.openxmlformats.org/drawingml/2006/main">
              <a:ext uri="{FF2B5EF4-FFF2-40B4-BE49-F238E27FC236}">
                <a16:creationId xmlns:a16="http://schemas.microsoft.com/office/drawing/2014/main" id="{748D3949-68A7-44D3-BD7A-E95232E3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6395" y="6386715"/>
            <a:ext cx="63896" cy="68076"/>
          </a:xfrm>
          <a:custGeom xmlns:a="http://schemas.openxmlformats.org/drawingml/2006/main">
            <a:pathLst>
              <a:path w="63896" h="68076">
                <a:moveTo>
                  <a:pt x="26284" y="0"/>
                </a:moveTo>
                <a:lnTo>
                  <a:pt x="0" y="68076"/>
                </a:lnTo>
                <a:lnTo>
                  <a:pt x="63896" y="32820"/>
                </a:lnTo>
                <a:lnTo>
                  <a:pt x="26284" y="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81" name="pdf-path-90">
            <a:extLst xmlns:a="http://schemas.openxmlformats.org/drawingml/2006/main">
              <a:ext uri="{FF2B5EF4-FFF2-40B4-BE49-F238E27FC236}">
                <a16:creationId xmlns:a16="http://schemas.microsoft.com/office/drawing/2014/main" id="{BF8A608C-3BFB-45C3-A383-F4F562A4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1870" y="6471358"/>
            <a:ext cx="779129" cy="877650"/>
          </a:xfrm>
          <a:custGeom xmlns:a="http://schemas.openxmlformats.org/drawingml/2006/main">
            <a:pathLst>
              <a:path w="779129" h="877650">
                <a:moveTo>
                  <a:pt x="0" y="877650"/>
                </a:moveTo>
                <a:lnTo>
                  <a:pt x="779129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df-path-91">
            <a:extLst xmlns:a="http://schemas.openxmlformats.org/drawingml/2006/main">
              <a:ext uri="{FF2B5EF4-FFF2-40B4-BE49-F238E27FC236}">
                <a16:creationId xmlns:a16="http://schemas.microsoft.com/office/drawing/2014/main" id="{7C846727-CBB6-4ACB-81C9-836120EF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2062" y="6471358"/>
            <a:ext cx="718938" cy="809843"/>
          </a:xfrm>
          <a:custGeom xmlns:a="http://schemas.openxmlformats.org/drawingml/2006/main">
            <a:pathLst>
              <a:path w="718938" h="809843">
                <a:moveTo>
                  <a:pt x="0" y="809843"/>
                </a:moveTo>
                <a:lnTo>
                  <a:pt x="718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83" name="pdf-path-92">
            <a:extLst xmlns:a="http://schemas.openxmlformats.org/drawingml/2006/main">
              <a:ext uri="{FF2B5EF4-FFF2-40B4-BE49-F238E27FC236}">
                <a16:creationId xmlns:a16="http://schemas.microsoft.com/office/drawing/2014/main" id="{5BEDA0A4-B709-4865-AD6E-0C8FCC59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6537" y="7264634"/>
            <a:ext cx="64193" cy="67855"/>
          </a:xfrm>
          <a:custGeom xmlns:a="http://schemas.openxmlformats.org/drawingml/2006/main">
            <a:pathLst>
              <a:path w="64193" h="67855">
                <a:moveTo>
                  <a:pt x="26860" y="0"/>
                </a:moveTo>
                <a:lnTo>
                  <a:pt x="0" y="67855"/>
                </a:lnTo>
                <a:lnTo>
                  <a:pt x="64193" y="33138"/>
                </a:lnTo>
                <a:lnTo>
                  <a:pt x="26860" y="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84" name="pdf-path-94">
            <a:extLst xmlns:a="http://schemas.openxmlformats.org/drawingml/2006/main">
              <a:ext uri="{FF2B5EF4-FFF2-40B4-BE49-F238E27FC236}">
                <a16:creationId xmlns:a16="http://schemas.microsoft.com/office/drawing/2014/main" id="{64B95B48-5D53-484D-B564-62FF2F7F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6052" y="6149616"/>
            <a:ext cx="1804800" cy="775321"/>
          </a:xfrm>
          <a:custGeom xmlns:a="http://schemas.openxmlformats.org/drawingml/2006/main">
            <a:pathLst>
              <a:path w="1804800" h="775321">
                <a:moveTo>
                  <a:pt x="0" y="129221"/>
                </a:moveTo>
                <a:lnTo>
                  <a:pt x="0" y="129221"/>
                </a:lnTo>
                <a:cubicBezTo>
                  <a:pt x="0" y="57854"/>
                  <a:pt x="57855" y="0"/>
                  <a:pt x="129221" y="0"/>
                </a:cubicBezTo>
                <a:lnTo>
                  <a:pt x="1052800" y="0"/>
                </a:lnTo>
                <a:lnTo>
                  <a:pt x="1504000" y="0"/>
                </a:lnTo>
                <a:lnTo>
                  <a:pt x="1675581" y="0"/>
                </a:lnTo>
                <a:cubicBezTo>
                  <a:pt x="1709851" y="0"/>
                  <a:pt x="1742719" y="13614"/>
                  <a:pt x="1766952" y="37848"/>
                </a:cubicBezTo>
                <a:cubicBezTo>
                  <a:pt x="1791185" y="62081"/>
                  <a:pt x="1804800" y="94949"/>
                  <a:pt x="1804800" y="129221"/>
                </a:cubicBezTo>
                <a:lnTo>
                  <a:pt x="1802634" y="205530"/>
                </a:lnTo>
                <a:lnTo>
                  <a:pt x="1804800" y="323051"/>
                </a:lnTo>
                <a:lnTo>
                  <a:pt x="1804800" y="646101"/>
                </a:lnTo>
                <a:cubicBezTo>
                  <a:pt x="1804800" y="717467"/>
                  <a:pt x="1746947" y="775321"/>
                  <a:pt x="1675581" y="775321"/>
                </a:cubicBezTo>
                <a:lnTo>
                  <a:pt x="1504000" y="775321"/>
                </a:lnTo>
                <a:lnTo>
                  <a:pt x="1052800" y="775321"/>
                </a:lnTo>
                <a:lnTo>
                  <a:pt x="129221" y="775321"/>
                </a:lnTo>
                <a:cubicBezTo>
                  <a:pt x="57855" y="775321"/>
                  <a:pt x="0" y="717467"/>
                  <a:pt x="0" y="646101"/>
                </a:cubicBezTo>
                <a:lnTo>
                  <a:pt x="0" y="323051"/>
                </a:lnTo>
                <a:lnTo>
                  <a:pt x="0" y="129221"/>
                </a:lnTo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df-path-95">
            <a:extLst xmlns:a="http://schemas.openxmlformats.org/drawingml/2006/main">
              <a:ext uri="{FF2B5EF4-FFF2-40B4-BE49-F238E27FC236}">
                <a16:creationId xmlns:a16="http://schemas.microsoft.com/office/drawing/2014/main" id="{B5E1BF15-BC6B-4BFB-B30F-7FCC2DF6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6052" y="6149616"/>
            <a:ext cx="1804800" cy="775322"/>
          </a:xfrm>
          <a:custGeom xmlns:a="http://schemas.openxmlformats.org/drawingml/2006/main">
            <a:pathLst>
              <a:path w="1804800" h="775322">
                <a:moveTo>
                  <a:pt x="0" y="129221"/>
                </a:moveTo>
                <a:lnTo>
                  <a:pt x="0" y="129221"/>
                </a:lnTo>
                <a:cubicBezTo>
                  <a:pt x="0" y="57856"/>
                  <a:pt x="57856" y="0"/>
                  <a:pt x="129221" y="0"/>
                </a:cubicBezTo>
                <a:lnTo>
                  <a:pt x="1052801" y="0"/>
                </a:lnTo>
                <a:lnTo>
                  <a:pt x="1504000" y="0"/>
                </a:lnTo>
                <a:lnTo>
                  <a:pt x="1675580" y="0"/>
                </a:lnTo>
                <a:cubicBezTo>
                  <a:pt x="1709852" y="0"/>
                  <a:pt x="1742720" y="13613"/>
                  <a:pt x="1766951" y="37847"/>
                </a:cubicBezTo>
                <a:cubicBezTo>
                  <a:pt x="1791184" y="62080"/>
                  <a:pt x="1804800" y="94948"/>
                  <a:pt x="1804800" y="129221"/>
                </a:cubicBezTo>
                <a:lnTo>
                  <a:pt x="1802634" y="205531"/>
                </a:lnTo>
                <a:lnTo>
                  <a:pt x="1804800" y="323051"/>
                </a:lnTo>
                <a:lnTo>
                  <a:pt x="1804800" y="646101"/>
                </a:lnTo>
                <a:cubicBezTo>
                  <a:pt x="1804800" y="717466"/>
                  <a:pt x="1746944" y="775322"/>
                  <a:pt x="1675580" y="775322"/>
                </a:cubicBezTo>
                <a:lnTo>
                  <a:pt x="1504000" y="775322"/>
                </a:lnTo>
                <a:lnTo>
                  <a:pt x="1052801" y="775322"/>
                </a:lnTo>
                <a:lnTo>
                  <a:pt x="129221" y="775322"/>
                </a:lnTo>
                <a:cubicBezTo>
                  <a:pt x="57856" y="775322"/>
                  <a:pt x="0" y="717466"/>
                  <a:pt x="0" y="646101"/>
                </a:cubicBezTo>
                <a:lnTo>
                  <a:pt x="0" y="323051"/>
                </a:lnTo>
                <a:lnTo>
                  <a:pt x="0" y="129221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86" name="pdf-text-58-0">
            <a:extLst xmlns:a="http://schemas.openxmlformats.org/drawingml/2006/main">
              <a:ext uri="{FF2B5EF4-FFF2-40B4-BE49-F238E27FC236}">
                <a16:creationId xmlns:a16="http://schemas.microsoft.com/office/drawing/2014/main" id="{B5FE7CF9-43EB-49C5-B7DA-A0C6CD76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7164" y="6257829"/>
            <a:ext cx="1470519" cy="120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2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2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952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“Lift up the green chip bag </a:t>
            </a:r>
          </a:p>
        </p:txBody>
      </p:sp>
      <p:sp>
        <p:nvSpPr>
          <p:cNvPr id="87" name="pdf-text-59-0">
            <a:extLst xmlns:a="http://schemas.openxmlformats.org/drawingml/2006/main">
              <a:ext uri="{FF2B5EF4-FFF2-40B4-BE49-F238E27FC236}">
                <a16:creationId xmlns:a16="http://schemas.microsoft.com/office/drawing/2014/main" id="{3FA3CDE9-AD40-48D6-A542-EDFC9308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7084" y="6408943"/>
            <a:ext cx="1410920" cy="120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2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2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952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from the bowl and drop it </a:t>
            </a:r>
          </a:p>
        </p:txBody>
      </p:sp>
      <p:sp>
        <p:nvSpPr>
          <p:cNvPr id="88" name="pdf-text-60-0">
            <a:extLst xmlns:a="http://schemas.openxmlformats.org/drawingml/2006/main">
              <a:ext uri="{FF2B5EF4-FFF2-40B4-BE49-F238E27FC236}">
                <a16:creationId xmlns:a16="http://schemas.microsoft.com/office/drawing/2014/main" id="{1C83E47E-0E49-44E9-A476-7FFEEF96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872" y="6560057"/>
            <a:ext cx="1365586" cy="120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2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2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952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at the bottom left corner </a:t>
            </a:r>
          </a:p>
        </p:txBody>
      </p:sp>
      <p:sp>
        <p:nvSpPr>
          <p:cNvPr id="89" name="pdf-text-61-0">
            <a:extLst xmlns:a="http://schemas.openxmlformats.org/drawingml/2006/main">
              <a:ext uri="{FF2B5EF4-FFF2-40B4-BE49-F238E27FC236}">
                <a16:creationId xmlns:a16="http://schemas.microsoft.com/office/drawing/2014/main" id="{D5D56A15-812F-425A-8706-2633F059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016" y="6711171"/>
            <a:ext cx="673122" cy="120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2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2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952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of the table”</a:t>
            </a:r>
          </a:p>
        </p:txBody>
      </p:sp>
      <p:sp>
        <p:nvSpPr>
          <p:cNvPr id="90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5F39652B-0EB0-407C-9BAF-DE209737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1870" y="5566579"/>
            <a:ext cx="789600" cy="1782429"/>
          </a:xfrm>
          <a:custGeom xmlns:a="http://schemas.openxmlformats.org/drawingml/2006/main">
            <a:pathLst>
              <a:path w="789600" h="1782429">
                <a:moveTo>
                  <a:pt x="0" y="1782429"/>
                </a:moveTo>
                <a:lnTo>
                  <a:pt x="78960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FB209ECC-7AF4-474E-897A-133CCB2F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8593" y="5566578"/>
            <a:ext cx="752876" cy="1699531"/>
          </a:xfrm>
          <a:custGeom xmlns:a="http://schemas.openxmlformats.org/drawingml/2006/main">
            <a:pathLst>
              <a:path w="752876" h="1699531">
                <a:moveTo>
                  <a:pt x="0" y="1699531"/>
                </a:moveTo>
                <a:lnTo>
                  <a:pt x="7528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92" name="pdf-path-102">
            <a:extLst xmlns:a="http://schemas.openxmlformats.org/drawingml/2006/main">
              <a:ext uri="{FF2B5EF4-FFF2-40B4-BE49-F238E27FC236}">
                <a16:creationId xmlns:a16="http://schemas.microsoft.com/office/drawing/2014/main" id="{558DE275-ECD1-4C15-8CD9-FEE316AA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0817" y="7256000"/>
            <a:ext cx="50597" cy="72808"/>
          </a:xfrm>
          <a:custGeom xmlns:a="http://schemas.openxmlformats.org/drawingml/2006/main">
            <a:pathLst>
              <a:path w="50597" h="72808">
                <a:moveTo>
                  <a:pt x="4954" y="0"/>
                </a:moveTo>
                <a:lnTo>
                  <a:pt x="0" y="72808"/>
                </a:lnTo>
                <a:lnTo>
                  <a:pt x="50597" y="20220"/>
                </a:lnTo>
                <a:lnTo>
                  <a:pt x="4954" y="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93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02EDDD9E-8165-45B3-AB5B-C5F81BE3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0852" y="5566341"/>
            <a:ext cx="1169407" cy="970935"/>
          </a:xfrm>
          <a:custGeom xmlns:a="http://schemas.openxmlformats.org/drawingml/2006/main">
            <a:pathLst>
              <a:path w="1169407" h="970935">
                <a:moveTo>
                  <a:pt x="0" y="970935"/>
                </a:moveTo>
                <a:cubicBezTo>
                  <a:pt x="292346" y="970935"/>
                  <a:pt x="438516" y="728202"/>
                  <a:pt x="584691" y="485467"/>
                </a:cubicBezTo>
                <a:cubicBezTo>
                  <a:pt x="730869" y="242733"/>
                  <a:pt x="877051" y="0"/>
                  <a:pt x="1169407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36EC348D-D04F-4C5D-A499-6737D357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0852" y="5574626"/>
            <a:ext cx="1079120" cy="962650"/>
          </a:xfrm>
          <a:custGeom xmlns:a="http://schemas.openxmlformats.org/drawingml/2006/main">
            <a:pathLst>
              <a:path w="1079120" h="962650">
                <a:moveTo>
                  <a:pt x="0" y="962650"/>
                </a:moveTo>
                <a:cubicBezTo>
                  <a:pt x="292349" y="962650"/>
                  <a:pt x="438516" y="719916"/>
                  <a:pt x="584692" y="477182"/>
                </a:cubicBezTo>
                <a:cubicBezTo>
                  <a:pt x="657781" y="355815"/>
                  <a:pt x="730868" y="234448"/>
                  <a:pt x="822231" y="143423"/>
                </a:cubicBezTo>
                <a:cubicBezTo>
                  <a:pt x="867913" y="97911"/>
                  <a:pt x="918162" y="59981"/>
                  <a:pt x="975263" y="33436"/>
                </a:cubicBezTo>
                <a:cubicBezTo>
                  <a:pt x="1003813" y="20160"/>
                  <a:pt x="1034079" y="9728"/>
                  <a:pt x="1066341" y="2618"/>
                </a:cubicBezTo>
                <a:cubicBezTo>
                  <a:pt x="1070374" y="1728"/>
                  <a:pt x="1074436" y="892"/>
                  <a:pt x="1078533" y="106"/>
                </a:cubicBezTo>
                <a:lnTo>
                  <a:pt x="1079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95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507AD87A-B145-430C-96C0-8CEF787A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91" y="5549769"/>
            <a:ext cx="70567" cy="49712"/>
          </a:xfrm>
          <a:custGeom xmlns:a="http://schemas.openxmlformats.org/drawingml/2006/main">
            <a:pathLst>
              <a:path w="70567" h="49712">
                <a:moveTo>
                  <a:pt x="4561" y="49712"/>
                </a:moveTo>
                <a:lnTo>
                  <a:pt x="70567" y="18590"/>
                </a:lnTo>
                <a:lnTo>
                  <a:pt x="0" y="0"/>
                </a:lnTo>
                <a:lnTo>
                  <a:pt x="4561" y="49712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96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6B2342EF-0CD6-488B-906F-9641AA47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0852" y="6471596"/>
            <a:ext cx="1169407" cy="65680"/>
          </a:xfrm>
          <a:custGeom xmlns:a="http://schemas.openxmlformats.org/drawingml/2006/main">
            <a:pathLst>
              <a:path w="1169407" h="65680">
                <a:moveTo>
                  <a:pt x="0" y="65680"/>
                </a:moveTo>
                <a:cubicBezTo>
                  <a:pt x="292346" y="65680"/>
                  <a:pt x="438516" y="49261"/>
                  <a:pt x="584691" y="32840"/>
                </a:cubicBezTo>
                <a:cubicBezTo>
                  <a:pt x="730869" y="16421"/>
                  <a:pt x="877051" y="0"/>
                  <a:pt x="1169407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E032E948-B53B-4213-9D74-71A373B3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0852" y="6472171"/>
            <a:ext cx="1078743" cy="65105"/>
          </a:xfrm>
          <a:custGeom xmlns:a="http://schemas.openxmlformats.org/drawingml/2006/main">
            <a:pathLst>
              <a:path w="1078743" h="65105">
                <a:moveTo>
                  <a:pt x="0" y="65105"/>
                </a:moveTo>
                <a:cubicBezTo>
                  <a:pt x="292349" y="65105"/>
                  <a:pt x="438516" y="48685"/>
                  <a:pt x="584692" y="32265"/>
                </a:cubicBezTo>
                <a:cubicBezTo>
                  <a:pt x="657781" y="24054"/>
                  <a:pt x="730868" y="15845"/>
                  <a:pt x="822231" y="9685"/>
                </a:cubicBezTo>
                <a:cubicBezTo>
                  <a:pt x="867913" y="6607"/>
                  <a:pt x="918162" y="4041"/>
                  <a:pt x="975263" y="2248"/>
                </a:cubicBezTo>
                <a:cubicBezTo>
                  <a:pt x="1003813" y="1348"/>
                  <a:pt x="1034079" y="642"/>
                  <a:pt x="1066341" y="162"/>
                </a:cubicBezTo>
                <a:lnTo>
                  <a:pt x="10787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98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7D8903EC-F9EB-4606-B770-34F14164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9436" y="6447212"/>
            <a:ext cx="68732" cy="49919"/>
          </a:xfrm>
          <a:custGeom xmlns:a="http://schemas.openxmlformats.org/drawingml/2006/main">
            <a:pathLst>
              <a:path w="68732" h="49919">
                <a:moveTo>
                  <a:pt x="314" y="49919"/>
                </a:moveTo>
                <a:lnTo>
                  <a:pt x="68732" y="24523"/>
                </a:lnTo>
                <a:lnTo>
                  <a:pt x="0" y="0"/>
                </a:lnTo>
                <a:lnTo>
                  <a:pt x="314" y="49919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99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6933908C-A34A-4339-8E52-E7C9439C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0852" y="6537276"/>
            <a:ext cx="1169407" cy="811970"/>
          </a:xfrm>
          <a:custGeom xmlns:a="http://schemas.openxmlformats.org/drawingml/2006/main">
            <a:pathLst>
              <a:path w="1169407" h="811970">
                <a:moveTo>
                  <a:pt x="0" y="0"/>
                </a:moveTo>
                <a:cubicBezTo>
                  <a:pt x="292346" y="0"/>
                  <a:pt x="438516" y="202993"/>
                  <a:pt x="584691" y="405985"/>
                </a:cubicBezTo>
                <a:cubicBezTo>
                  <a:pt x="730869" y="608978"/>
                  <a:pt x="877051" y="811970"/>
                  <a:pt x="1169407" y="81197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783A9977-D98D-4DA9-9A8C-48987755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0852" y="6537276"/>
            <a:ext cx="1079005" cy="805025"/>
          </a:xfrm>
          <a:custGeom xmlns:a="http://schemas.openxmlformats.org/drawingml/2006/main">
            <a:pathLst>
              <a:path w="1079005" h="805025">
                <a:moveTo>
                  <a:pt x="0" y="0"/>
                </a:moveTo>
                <a:cubicBezTo>
                  <a:pt x="292349" y="0"/>
                  <a:pt x="438516" y="202993"/>
                  <a:pt x="584692" y="405985"/>
                </a:cubicBezTo>
                <a:cubicBezTo>
                  <a:pt x="657781" y="507482"/>
                  <a:pt x="730868" y="608978"/>
                  <a:pt x="822231" y="685098"/>
                </a:cubicBezTo>
                <a:cubicBezTo>
                  <a:pt x="867913" y="723162"/>
                  <a:pt x="918162" y="754880"/>
                  <a:pt x="975263" y="777079"/>
                </a:cubicBezTo>
                <a:cubicBezTo>
                  <a:pt x="1003813" y="788181"/>
                  <a:pt x="1034079" y="796907"/>
                  <a:pt x="1066341" y="802851"/>
                </a:cubicBezTo>
                <a:cubicBezTo>
                  <a:pt x="1070374" y="803593"/>
                  <a:pt x="1074436" y="804295"/>
                  <a:pt x="1078533" y="804949"/>
                </a:cubicBezTo>
                <a:lnTo>
                  <a:pt x="1079005" y="805025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101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0E881677-4FF2-4D79-8BDE-1334D24D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945" y="7317413"/>
            <a:ext cx="70290" cy="49772"/>
          </a:xfrm>
          <a:custGeom xmlns:a="http://schemas.openxmlformats.org/drawingml/2006/main">
            <a:pathLst>
              <a:path w="70290" h="49772">
                <a:moveTo>
                  <a:pt x="0" y="49772"/>
                </a:moveTo>
                <a:lnTo>
                  <a:pt x="70290" y="30139"/>
                </a:lnTo>
                <a:lnTo>
                  <a:pt x="3824" y="0"/>
                </a:lnTo>
                <a:lnTo>
                  <a:pt x="0" y="49772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102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9FE6BCAA-7B65-4988-A173-ED060E2F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234" y="5576097"/>
            <a:ext cx="1136091" cy="659190"/>
          </a:xfrm>
          <a:custGeom xmlns:a="http://schemas.openxmlformats.org/drawingml/2006/main">
            <a:pathLst>
              <a:path w="1136091" h="659190">
                <a:moveTo>
                  <a:pt x="0" y="659190"/>
                </a:moveTo>
                <a:lnTo>
                  <a:pt x="1136091" y="659190"/>
                </a:lnTo>
                <a:lnTo>
                  <a:pt x="113609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df-text-62-0">
            <a:extLst xmlns:a="http://schemas.openxmlformats.org/drawingml/2006/main">
              <a:ext uri="{FF2B5EF4-FFF2-40B4-BE49-F238E27FC236}">
                <a16:creationId xmlns:a16="http://schemas.microsoft.com/office/drawing/2014/main" id="{5675F53E-5799-4D41-9BAD-77496DC1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235" y="5746270"/>
            <a:ext cx="790628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1">
                <a:solidFill>
                  <a:srgbClr val="4285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1">
                <a:solidFill>
                  <a:srgbClr val="4285F4"/>
                </a:solidFill>
                <a:latin typeface="Arial"/>
                <a:ea typeface="Arial"/>
                <a:cs typeface="Arial"/>
              </a:defRPr>
            </a:pPr>
            <a:r>
              <a:rPr sz="1428" b="0" i="1">
                <a:solidFill>
                  <a:srgbClr val="4285F4"/>
                </a:solidFill>
                <a:latin typeface="Arial"/>
                <a:ea typeface="Arial"/>
                <a:cs typeface="Arial"/>
              </a:rPr>
              <a:t>Dataset A</a:t>
            </a:r>
          </a:p>
        </p:txBody>
      </p:sp>
      <p:sp>
        <p:nvSpPr>
          <p:cNvPr id="104" name="pdf-text-63-0">
            <a:extLst xmlns:a="http://schemas.openxmlformats.org/drawingml/2006/main">
              <a:ext uri="{FF2B5EF4-FFF2-40B4-BE49-F238E27FC236}">
                <a16:creationId xmlns:a16="http://schemas.microsoft.com/office/drawing/2014/main" id="{7166A0A7-5ADE-4F36-BCFD-D188ABCC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814" y="5946439"/>
            <a:ext cx="355178" cy="120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2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2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952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(small)</a:t>
            </a:r>
          </a:p>
        </p:txBody>
      </p:sp>
      <p:sp>
        <p:nvSpPr>
          <p:cNvPr id="105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7F0F9838-5601-44B1-AC36-542A67BD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6643" y="5576097"/>
            <a:ext cx="1136091" cy="659190"/>
          </a:xfrm>
          <a:custGeom xmlns:a="http://schemas.openxmlformats.org/drawingml/2006/main">
            <a:pathLst>
              <a:path w="1136091" h="659190">
                <a:moveTo>
                  <a:pt x="0" y="659190"/>
                </a:moveTo>
                <a:lnTo>
                  <a:pt x="1136091" y="659190"/>
                </a:lnTo>
                <a:lnTo>
                  <a:pt x="113609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df-text-64-0">
            <a:extLst xmlns:a="http://schemas.openxmlformats.org/drawingml/2006/main">
              <a:ext uri="{FF2B5EF4-FFF2-40B4-BE49-F238E27FC236}">
                <a16:creationId xmlns:a16="http://schemas.microsoft.com/office/drawing/2014/main" id="{51A36CF0-0142-4A8D-8223-1201A769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2727" y="5746270"/>
            <a:ext cx="825082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1">
                <a:solidFill>
                  <a:srgbClr val="FFAB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1">
                <a:solidFill>
                  <a:srgbClr val="FFAB40"/>
                </a:solidFill>
                <a:latin typeface="Arial"/>
                <a:ea typeface="Arial"/>
                <a:cs typeface="Arial"/>
              </a:defRPr>
            </a:pPr>
            <a:r>
              <a:rPr sz="1428" b="0" i="1">
                <a:solidFill>
                  <a:srgbClr val="FFAB40"/>
                </a:solidFill>
                <a:latin typeface="Arial"/>
                <a:ea typeface="Arial"/>
                <a:cs typeface="Arial"/>
              </a:rPr>
              <a:t>Dataset B </a:t>
            </a:r>
          </a:p>
        </p:txBody>
      </p:sp>
      <p:sp>
        <p:nvSpPr>
          <p:cNvPr id="107" name="pdf-text-65-0">
            <a:extLst xmlns:a="http://schemas.openxmlformats.org/drawingml/2006/main">
              <a:ext uri="{FF2B5EF4-FFF2-40B4-BE49-F238E27FC236}">
                <a16:creationId xmlns:a16="http://schemas.microsoft.com/office/drawing/2014/main" id="{F7CEFC65-4850-4F47-BA9C-E5AD901E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9943" y="5946439"/>
            <a:ext cx="349859" cy="120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2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2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952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(large)</a:t>
            </a:r>
          </a:p>
        </p:txBody>
      </p:sp>
      <p:sp>
        <p:nvSpPr>
          <p:cNvPr id="108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330DE71C-B60A-4D53-B94F-9FAB1A3D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5062" y="5576097"/>
            <a:ext cx="1224142" cy="659190"/>
          </a:xfrm>
          <a:custGeom xmlns:a="http://schemas.openxmlformats.org/drawingml/2006/main">
            <a:pathLst>
              <a:path w="1224142" h="659190">
                <a:moveTo>
                  <a:pt x="0" y="659190"/>
                </a:moveTo>
                <a:lnTo>
                  <a:pt x="1224142" y="659190"/>
                </a:lnTo>
                <a:lnTo>
                  <a:pt x="122414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df-text-66-0">
            <a:extLst xmlns:a="http://schemas.openxmlformats.org/drawingml/2006/main">
              <a:ext uri="{FF2B5EF4-FFF2-40B4-BE49-F238E27FC236}">
                <a16:creationId xmlns:a16="http://schemas.microsoft.com/office/drawing/2014/main" id="{2D7B7E42-5B61-4185-A49B-EBD3D9AE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4744" y="5746270"/>
            <a:ext cx="805316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1">
                <a:solidFill>
                  <a:srgbClr val="E0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1">
                <a:solidFill>
                  <a:srgbClr val="E06666"/>
                </a:solidFill>
                <a:latin typeface="Arial"/>
                <a:ea typeface="Arial"/>
                <a:cs typeface="Arial"/>
              </a:defRPr>
            </a:pPr>
            <a:r>
              <a:rPr sz="1428" b="0" i="1">
                <a:solidFill>
                  <a:srgbClr val="E06666"/>
                </a:solidFill>
                <a:latin typeface="Arial"/>
                <a:ea typeface="Arial"/>
                <a:cs typeface="Arial"/>
              </a:rPr>
              <a:t>Dataset C</a:t>
            </a:r>
          </a:p>
        </p:txBody>
      </p:sp>
      <p:sp>
        <p:nvSpPr>
          <p:cNvPr id="110" name="pdf-text-68-0">
            <a:extLst xmlns:a="http://schemas.openxmlformats.org/drawingml/2006/main">
              <a:ext uri="{FF2B5EF4-FFF2-40B4-BE49-F238E27FC236}">
                <a16:creationId xmlns:a16="http://schemas.microsoft.com/office/drawing/2014/main" id="{2670F972-C3BC-485E-92CA-24931600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4834" y="5946439"/>
            <a:ext cx="684727" cy="120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2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2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952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(relabeled B)</a:t>
            </a:r>
          </a:p>
        </p:txBody>
      </p:sp>
      <p:sp>
        <p:nvSpPr>
          <p:cNvPr id="111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46F8F6DA-5459-4508-9302-6E8AB8DB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8696" y="5753347"/>
            <a:ext cx="121369" cy="1724840"/>
          </a:xfrm>
          <a:custGeom xmlns:a="http://schemas.openxmlformats.org/drawingml/2006/main">
            <a:pathLst>
              <a:path w="121369" h="1724840">
                <a:moveTo>
                  <a:pt x="0" y="0"/>
                </a:moveTo>
                <a:cubicBezTo>
                  <a:pt x="33515" y="0"/>
                  <a:pt x="60684" y="27168"/>
                  <a:pt x="60684" y="60684"/>
                </a:cubicBezTo>
                <a:lnTo>
                  <a:pt x="60684" y="801736"/>
                </a:lnTo>
                <a:cubicBezTo>
                  <a:pt x="60684" y="835250"/>
                  <a:pt x="87854" y="862419"/>
                  <a:pt x="121369" y="862419"/>
                </a:cubicBezTo>
                <a:cubicBezTo>
                  <a:pt x="87854" y="862419"/>
                  <a:pt x="60684" y="889589"/>
                  <a:pt x="60684" y="923103"/>
                </a:cubicBezTo>
                <a:lnTo>
                  <a:pt x="60684" y="1664156"/>
                </a:lnTo>
                <a:cubicBezTo>
                  <a:pt x="60684" y="1697671"/>
                  <a:pt x="33515" y="1724840"/>
                  <a:pt x="0" y="1724840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98A4141C-59D1-4873-B0DF-BF1BC2B1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8696" y="5753347"/>
            <a:ext cx="121369" cy="1724840"/>
          </a:xfrm>
          <a:custGeom xmlns:a="http://schemas.openxmlformats.org/drawingml/2006/main">
            <a:pathLst>
              <a:path w="121369" h="1724840">
                <a:moveTo>
                  <a:pt x="0" y="0"/>
                </a:moveTo>
                <a:cubicBezTo>
                  <a:pt x="33515" y="0"/>
                  <a:pt x="60684" y="27168"/>
                  <a:pt x="60684" y="60684"/>
                </a:cubicBezTo>
                <a:lnTo>
                  <a:pt x="60684" y="801736"/>
                </a:lnTo>
                <a:cubicBezTo>
                  <a:pt x="60684" y="835250"/>
                  <a:pt x="87854" y="862419"/>
                  <a:pt x="121369" y="862419"/>
                </a:cubicBezTo>
                <a:cubicBezTo>
                  <a:pt x="87854" y="862419"/>
                  <a:pt x="60684" y="889589"/>
                  <a:pt x="60684" y="923103"/>
                </a:cubicBezTo>
                <a:lnTo>
                  <a:pt x="60684" y="1664156"/>
                </a:lnTo>
                <a:cubicBezTo>
                  <a:pt x="60684" y="1697671"/>
                  <a:pt x="33515" y="1724840"/>
                  <a:pt x="0" y="172484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0C52F356-005C-41DE-BA32-CFF93FE7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8696" y="5753349"/>
            <a:ext cx="121367" cy="1724836"/>
          </a:xfrm>
          <a:custGeom xmlns:a="http://schemas.openxmlformats.org/drawingml/2006/main">
            <a:pathLst>
              <a:path w="121367" h="1724836">
                <a:moveTo>
                  <a:pt x="0" y="0"/>
                </a:moveTo>
                <a:cubicBezTo>
                  <a:pt x="33515" y="0"/>
                  <a:pt x="60684" y="27168"/>
                  <a:pt x="60684" y="60684"/>
                </a:cubicBezTo>
                <a:lnTo>
                  <a:pt x="60684" y="801736"/>
                </a:lnTo>
                <a:cubicBezTo>
                  <a:pt x="60684" y="835251"/>
                  <a:pt x="87853" y="862419"/>
                  <a:pt x="121367" y="862419"/>
                </a:cubicBezTo>
                <a:cubicBezTo>
                  <a:pt x="87853" y="862419"/>
                  <a:pt x="60684" y="889589"/>
                  <a:pt x="60684" y="923103"/>
                </a:cubicBezTo>
                <a:lnTo>
                  <a:pt x="60684" y="1664153"/>
                </a:lnTo>
                <a:cubicBezTo>
                  <a:pt x="60684" y="1697671"/>
                  <a:pt x="33515" y="1724836"/>
                  <a:pt x="0" y="172483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000000"/>
            </a:solidFill>
            <a:prstDash val="solid"/>
          </a:ln>
        </p:spPr>
      </p:sp>
      <p:sp>
        <p:nvSpPr>
          <p:cNvPr id="114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E2F762B3-24CD-45AB-9723-813EF51C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90" y="4996509"/>
            <a:ext cx="4685244" cy="720111"/>
          </a:xfrm>
          <a:custGeom xmlns:a="http://schemas.openxmlformats.org/drawingml/2006/main">
            <a:pathLst>
              <a:path w="4685244" h="720111">
                <a:moveTo>
                  <a:pt x="0" y="720111"/>
                </a:moveTo>
                <a:lnTo>
                  <a:pt x="4685244" y="720111"/>
                </a:lnTo>
                <a:lnTo>
                  <a:pt x="468524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df-text-69-0">
            <a:extLst xmlns:a="http://schemas.openxmlformats.org/drawingml/2006/main">
              <a:ext uri="{FF2B5EF4-FFF2-40B4-BE49-F238E27FC236}">
                <a16:creationId xmlns:a16="http://schemas.microsoft.com/office/drawing/2014/main" id="{E776434C-9B36-43D2-9165-B4FC77AC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092" y="5166684"/>
            <a:ext cx="540746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328" b="1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Step 3</a:t>
            </a:r>
          </a:p>
        </p:txBody>
      </p:sp>
      <p:sp>
        <p:nvSpPr>
          <p:cNvPr id="116" name="pdf-text-70-0">
            <a:extLst xmlns:a="http://schemas.openxmlformats.org/drawingml/2006/main">
              <a:ext uri="{FF2B5EF4-FFF2-40B4-BE49-F238E27FC236}">
                <a16:creationId xmlns:a16="http://schemas.microsoft.com/office/drawing/2014/main" id="{DBDD8A8E-7A9E-4F51-9528-6EC99737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42" y="5166684"/>
            <a:ext cx="85228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: </a:t>
            </a:r>
          </a:p>
        </p:txBody>
      </p:sp>
      <p:sp>
        <p:nvSpPr>
          <p:cNvPr id="117" name="pdf-text-71-0">
            <a:extLst xmlns:a="http://schemas.openxmlformats.org/drawingml/2006/main">
              <a:ext uri="{FF2B5EF4-FFF2-40B4-BE49-F238E27FC236}">
                <a16:creationId xmlns:a16="http://schemas.microsoft.com/office/drawing/2014/main" id="{4628BE81-D980-49D2-85BA-FEE496E2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071" y="5166684"/>
            <a:ext cx="430312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328" b="1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18" name="pdf-text-72-0">
            <a:extLst xmlns:a="http://schemas.openxmlformats.org/drawingml/2006/main">
              <a:ext uri="{FF2B5EF4-FFF2-40B4-BE49-F238E27FC236}">
                <a16:creationId xmlns:a16="http://schemas.microsoft.com/office/drawing/2014/main" id="{E019909E-C35E-4F2E-A662-2ED2DC81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1385" y="5166684"/>
            <a:ext cx="180430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a </a:t>
            </a:r>
          </a:p>
        </p:txBody>
      </p:sp>
      <p:sp>
        <p:nvSpPr>
          <p:cNvPr id="119" name="pdf-text-73-0">
            <a:extLst xmlns:a="http://schemas.openxmlformats.org/drawingml/2006/main">
              <a:ext uri="{FF2B5EF4-FFF2-40B4-BE49-F238E27FC236}">
                <a16:creationId xmlns:a16="http://schemas.microsoft.com/office/drawing/2014/main" id="{A9BE8294-4C35-4352-9063-9026FEA2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1817" y="5166684"/>
            <a:ext cx="2462009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328" b="1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language conditioned policy</a:t>
            </a:r>
          </a:p>
        </p:txBody>
      </p:sp>
      <p:sp>
        <p:nvSpPr>
          <p:cNvPr id="120" name="pdf-text-74-0">
            <a:extLst xmlns:a="http://schemas.openxmlformats.org/drawingml/2006/main">
              <a:ext uri="{FF2B5EF4-FFF2-40B4-BE49-F238E27FC236}">
                <a16:creationId xmlns:a16="http://schemas.microsoft.com/office/drawing/2014/main" id="{672EE73E-2683-4C89-AE4F-894549D8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1847" y="5166684"/>
            <a:ext cx="520436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using </a:t>
            </a:r>
          </a:p>
        </p:txBody>
      </p:sp>
      <p:sp>
        <p:nvSpPr>
          <p:cNvPr id="121" name="pdf-text-75-0">
            <a:extLst xmlns:a="http://schemas.openxmlformats.org/drawingml/2006/main">
              <a:ext uri="{FF2B5EF4-FFF2-40B4-BE49-F238E27FC236}">
                <a16:creationId xmlns:a16="http://schemas.microsoft.com/office/drawing/2014/main" id="{A36CBBCD-7E5D-426E-8041-E67FA14F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092" y="5378244"/>
            <a:ext cx="4194498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behavior cloning with original and relabeled dataset</a:t>
            </a:r>
          </a:p>
        </p:txBody>
      </p:sp>
      <p:sp>
        <p:nvSpPr>
          <p:cNvPr id="122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9752EB94-CB47-4167-ACD0-47004A48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6502" y="3655007"/>
            <a:ext cx="991402" cy="904781"/>
          </a:xfrm>
          <a:custGeom xmlns:a="http://schemas.openxmlformats.org/drawingml/2006/main">
            <a:pathLst>
              <a:path w="991402" h="904781">
                <a:moveTo>
                  <a:pt x="0" y="150801"/>
                </a:moveTo>
                <a:lnTo>
                  <a:pt x="0" y="150801"/>
                </a:lnTo>
                <a:cubicBezTo>
                  <a:pt x="0" y="67515"/>
                  <a:pt x="67516" y="0"/>
                  <a:pt x="150799" y="0"/>
                </a:cubicBezTo>
                <a:lnTo>
                  <a:pt x="840602" y="0"/>
                </a:lnTo>
                <a:cubicBezTo>
                  <a:pt x="880597" y="0"/>
                  <a:pt x="918954" y="15889"/>
                  <a:pt x="947234" y="44169"/>
                </a:cubicBezTo>
                <a:cubicBezTo>
                  <a:pt x="975514" y="72449"/>
                  <a:pt x="991402" y="110807"/>
                  <a:pt x="991402" y="150801"/>
                </a:cubicBezTo>
                <a:lnTo>
                  <a:pt x="991402" y="753981"/>
                </a:lnTo>
                <a:cubicBezTo>
                  <a:pt x="991402" y="837265"/>
                  <a:pt x="923888" y="904781"/>
                  <a:pt x="840602" y="904781"/>
                </a:cubicBezTo>
                <a:lnTo>
                  <a:pt x="150799" y="904781"/>
                </a:lnTo>
                <a:cubicBezTo>
                  <a:pt x="67516" y="904781"/>
                  <a:pt x="0" y="837265"/>
                  <a:pt x="0" y="753981"/>
                </a:cubicBezTo>
                <a:lnTo>
                  <a:pt x="0" y="150801"/>
                </a:lnTo>
              </a:path>
            </a:pathLst>
          </a:cu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df-text-76-0">
            <a:extLst xmlns:a="http://schemas.openxmlformats.org/drawingml/2006/main">
              <a:ext uri="{FF2B5EF4-FFF2-40B4-BE49-F238E27FC236}">
                <a16:creationId xmlns:a16="http://schemas.microsoft.com/office/drawing/2014/main" id="{DA435005-F7DD-48BE-8B5B-D8925B96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6671" y="3994325"/>
            <a:ext cx="602521" cy="28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6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VLM</a:t>
            </a:r>
          </a:p>
        </p:txBody>
      </p:sp>
      <p:sp>
        <p:nvSpPr>
          <p:cNvPr id="124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5F5252AD-811A-42D5-B86E-77CC86A9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0244" y="1756293"/>
            <a:ext cx="1567777" cy="537347"/>
          </a:xfrm>
          <a:custGeom xmlns:a="http://schemas.openxmlformats.org/drawingml/2006/main">
            <a:pathLst>
              <a:path w="1567777" h="537347">
                <a:moveTo>
                  <a:pt x="0" y="89558"/>
                </a:moveTo>
                <a:lnTo>
                  <a:pt x="0" y="89558"/>
                </a:lnTo>
                <a:cubicBezTo>
                  <a:pt x="0" y="40095"/>
                  <a:pt x="40096" y="0"/>
                  <a:pt x="89558" y="0"/>
                </a:cubicBezTo>
                <a:lnTo>
                  <a:pt x="1478216" y="0"/>
                </a:lnTo>
                <a:cubicBezTo>
                  <a:pt x="1501969" y="0"/>
                  <a:pt x="1524747" y="9435"/>
                  <a:pt x="1541545" y="26231"/>
                </a:cubicBezTo>
                <a:cubicBezTo>
                  <a:pt x="1558340" y="43027"/>
                  <a:pt x="1567777" y="65807"/>
                  <a:pt x="1567777" y="89558"/>
                </a:cubicBezTo>
                <a:lnTo>
                  <a:pt x="1567777" y="447786"/>
                </a:lnTo>
                <a:cubicBezTo>
                  <a:pt x="1567777" y="497249"/>
                  <a:pt x="1527679" y="537347"/>
                  <a:pt x="1478216" y="537347"/>
                </a:cubicBezTo>
                <a:lnTo>
                  <a:pt x="89558" y="537347"/>
                </a:lnTo>
                <a:cubicBezTo>
                  <a:pt x="40096" y="537347"/>
                  <a:pt x="0" y="497249"/>
                  <a:pt x="0" y="447786"/>
                </a:cubicBezTo>
                <a:lnTo>
                  <a:pt x="0" y="89558"/>
                </a:ln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53A6A36B-2D68-42BD-A03F-F95D5403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0243" y="1756292"/>
            <a:ext cx="1567778" cy="537347"/>
          </a:xfrm>
          <a:custGeom xmlns:a="http://schemas.openxmlformats.org/drawingml/2006/main">
            <a:pathLst>
              <a:path w="1567778" h="537347">
                <a:moveTo>
                  <a:pt x="0" y="89559"/>
                </a:moveTo>
                <a:lnTo>
                  <a:pt x="0" y="89559"/>
                </a:lnTo>
                <a:cubicBezTo>
                  <a:pt x="0" y="40097"/>
                  <a:pt x="40095" y="0"/>
                  <a:pt x="89558" y="0"/>
                </a:cubicBezTo>
                <a:lnTo>
                  <a:pt x="1478215" y="0"/>
                </a:lnTo>
                <a:cubicBezTo>
                  <a:pt x="1501969" y="0"/>
                  <a:pt x="1524747" y="9436"/>
                  <a:pt x="1541544" y="26231"/>
                </a:cubicBezTo>
                <a:cubicBezTo>
                  <a:pt x="1558341" y="43027"/>
                  <a:pt x="1567778" y="65807"/>
                  <a:pt x="1567778" y="89559"/>
                </a:cubicBezTo>
                <a:lnTo>
                  <a:pt x="1567778" y="447787"/>
                </a:lnTo>
                <a:cubicBezTo>
                  <a:pt x="1567778" y="497249"/>
                  <a:pt x="1527679" y="537347"/>
                  <a:pt x="1478215" y="537347"/>
                </a:cubicBezTo>
                <a:lnTo>
                  <a:pt x="89558" y="537347"/>
                </a:lnTo>
                <a:cubicBezTo>
                  <a:pt x="40095" y="537347"/>
                  <a:pt x="0" y="497249"/>
                  <a:pt x="0" y="447787"/>
                </a:cubicBezTo>
                <a:lnTo>
                  <a:pt x="0" y="89559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126" name="pdf-text-77-0">
            <a:extLst xmlns:a="http://schemas.openxmlformats.org/drawingml/2006/main">
              <a:ext uri="{FF2B5EF4-FFF2-40B4-BE49-F238E27FC236}">
                <a16:creationId xmlns:a16="http://schemas.microsoft.com/office/drawing/2014/main" id="{E13E6BED-50B1-4A3F-A58A-678AE226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2475" y="1885315"/>
            <a:ext cx="1257792" cy="14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“Pick up a coke can </a:t>
            </a:r>
          </a:p>
        </p:txBody>
      </p:sp>
      <p:sp>
        <p:nvSpPr>
          <p:cNvPr id="127" name="pdf-text-78-0">
            <a:extLst xmlns:a="http://schemas.openxmlformats.org/drawingml/2006/main">
              <a:ext uri="{FF2B5EF4-FFF2-40B4-BE49-F238E27FC236}">
                <a16:creationId xmlns:a16="http://schemas.microsoft.com/office/drawing/2014/main" id="{B933F086-91F9-4DCD-848A-AC5D239F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2475" y="2051540"/>
            <a:ext cx="958082" cy="14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the table”</a:t>
            </a:r>
          </a:p>
        </p:txBody>
      </p:sp>
      <p:sp>
        <p:nvSpPr>
          <p:cNvPr id="128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53A17FE7-731E-4464-8B99-406B9443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2273" y="1055172"/>
            <a:ext cx="121369" cy="1630126"/>
          </a:xfrm>
          <a:custGeom xmlns:a="http://schemas.openxmlformats.org/drawingml/2006/main">
            <a:pathLst>
              <a:path w="121369" h="1630126">
                <a:moveTo>
                  <a:pt x="0" y="0"/>
                </a:moveTo>
                <a:cubicBezTo>
                  <a:pt x="33515" y="0"/>
                  <a:pt x="60684" y="27169"/>
                  <a:pt x="60684" y="60684"/>
                </a:cubicBezTo>
                <a:lnTo>
                  <a:pt x="60684" y="754379"/>
                </a:lnTo>
                <a:cubicBezTo>
                  <a:pt x="60684" y="787894"/>
                  <a:pt x="87853" y="815065"/>
                  <a:pt x="121369" y="815065"/>
                </a:cubicBezTo>
                <a:cubicBezTo>
                  <a:pt x="87853" y="815065"/>
                  <a:pt x="60684" y="842233"/>
                  <a:pt x="60684" y="875747"/>
                </a:cubicBezTo>
                <a:lnTo>
                  <a:pt x="60684" y="1569443"/>
                </a:lnTo>
                <a:cubicBezTo>
                  <a:pt x="60684" y="1602958"/>
                  <a:pt x="33515" y="1630126"/>
                  <a:pt x="0" y="1630126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AA3E9954-1B4C-4323-AD5B-216A798D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2273" y="1055172"/>
            <a:ext cx="121369" cy="1630126"/>
          </a:xfrm>
          <a:custGeom xmlns:a="http://schemas.openxmlformats.org/drawingml/2006/main">
            <a:pathLst>
              <a:path w="121369" h="1630126">
                <a:moveTo>
                  <a:pt x="0" y="0"/>
                </a:moveTo>
                <a:cubicBezTo>
                  <a:pt x="33515" y="0"/>
                  <a:pt x="60684" y="27169"/>
                  <a:pt x="60684" y="60684"/>
                </a:cubicBezTo>
                <a:lnTo>
                  <a:pt x="60684" y="754379"/>
                </a:lnTo>
                <a:cubicBezTo>
                  <a:pt x="60684" y="787894"/>
                  <a:pt x="87853" y="815065"/>
                  <a:pt x="121369" y="815065"/>
                </a:cubicBezTo>
                <a:cubicBezTo>
                  <a:pt x="87853" y="815065"/>
                  <a:pt x="60684" y="842233"/>
                  <a:pt x="60684" y="875747"/>
                </a:cubicBezTo>
                <a:lnTo>
                  <a:pt x="60684" y="1569443"/>
                </a:lnTo>
                <a:cubicBezTo>
                  <a:pt x="60684" y="1602958"/>
                  <a:pt x="33515" y="1630126"/>
                  <a:pt x="0" y="1630126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75205BD9-A295-4BA7-B0C2-C7D89467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2273" y="1055173"/>
            <a:ext cx="121368" cy="1630126"/>
          </a:xfrm>
          <a:custGeom xmlns:a="http://schemas.openxmlformats.org/drawingml/2006/main">
            <a:pathLst>
              <a:path w="121368" h="1630126">
                <a:moveTo>
                  <a:pt x="0" y="0"/>
                </a:moveTo>
                <a:cubicBezTo>
                  <a:pt x="33515" y="0"/>
                  <a:pt x="60684" y="27169"/>
                  <a:pt x="60684" y="60684"/>
                </a:cubicBezTo>
                <a:lnTo>
                  <a:pt x="60684" y="754379"/>
                </a:lnTo>
                <a:cubicBezTo>
                  <a:pt x="60684" y="787894"/>
                  <a:pt x="87853" y="815063"/>
                  <a:pt x="121368" y="815063"/>
                </a:cubicBezTo>
                <a:cubicBezTo>
                  <a:pt x="87853" y="815063"/>
                  <a:pt x="60684" y="842232"/>
                  <a:pt x="60684" y="875747"/>
                </a:cubicBezTo>
                <a:lnTo>
                  <a:pt x="60684" y="1569442"/>
                </a:lnTo>
                <a:cubicBezTo>
                  <a:pt x="60684" y="1602957"/>
                  <a:pt x="33515" y="1630126"/>
                  <a:pt x="0" y="16301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000000"/>
            </a:solidFill>
            <a:prstDash val="solid"/>
          </a:ln>
        </p:spPr>
      </p:sp>
      <p:sp>
        <p:nvSpPr>
          <p:cNvPr id="131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C50A5B4F-8A11-4568-90C7-88F0D232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8304" y="4086454"/>
            <a:ext cx="227980" cy="20942"/>
          </a:xfrm>
          <a:custGeom xmlns:a="http://schemas.openxmlformats.org/drawingml/2006/main">
            <a:pathLst>
              <a:path w="227980" h="20942">
                <a:moveTo>
                  <a:pt x="0" y="0"/>
                </a:moveTo>
                <a:lnTo>
                  <a:pt x="227980" y="20942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78FCC1B3-43AD-4A35-A06D-CE6AD466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8304" y="4086455"/>
            <a:ext cx="137692" cy="12648"/>
          </a:xfrm>
          <a:custGeom xmlns:a="http://schemas.openxmlformats.org/drawingml/2006/main">
            <a:pathLst>
              <a:path w="137692" h="12648">
                <a:moveTo>
                  <a:pt x="0" y="0"/>
                </a:moveTo>
                <a:lnTo>
                  <a:pt x="137692" y="12648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133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E5EC07E2-DA85-4D60-97D5-5A4F2E04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3711" y="4074247"/>
            <a:ext cx="70572" cy="49710"/>
          </a:xfrm>
          <a:custGeom xmlns:a="http://schemas.openxmlformats.org/drawingml/2006/main">
            <a:pathLst>
              <a:path w="70572" h="49710">
                <a:moveTo>
                  <a:pt x="0" y="49710"/>
                </a:moveTo>
                <a:lnTo>
                  <a:pt x="70572" y="31127"/>
                </a:lnTo>
                <a:lnTo>
                  <a:pt x="4569" y="0"/>
                </a:lnTo>
                <a:lnTo>
                  <a:pt x="0" y="4971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134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079C8102-DEE7-4805-845A-93FBEA9D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6937" y="3387522"/>
            <a:ext cx="121367" cy="1397864"/>
          </a:xfrm>
          <a:custGeom xmlns:a="http://schemas.openxmlformats.org/drawingml/2006/main">
            <a:pathLst>
              <a:path w="121367" h="1397864">
                <a:moveTo>
                  <a:pt x="0" y="0"/>
                </a:moveTo>
                <a:cubicBezTo>
                  <a:pt x="33515" y="0"/>
                  <a:pt x="60684" y="27168"/>
                  <a:pt x="60684" y="60684"/>
                </a:cubicBezTo>
                <a:lnTo>
                  <a:pt x="60684" y="638249"/>
                </a:lnTo>
                <a:cubicBezTo>
                  <a:pt x="60684" y="671764"/>
                  <a:pt x="87854" y="698932"/>
                  <a:pt x="121367" y="698932"/>
                </a:cubicBezTo>
                <a:cubicBezTo>
                  <a:pt x="87854" y="698932"/>
                  <a:pt x="60684" y="726100"/>
                  <a:pt x="60684" y="759616"/>
                </a:cubicBezTo>
                <a:lnTo>
                  <a:pt x="60684" y="1337181"/>
                </a:lnTo>
                <a:cubicBezTo>
                  <a:pt x="60684" y="1370694"/>
                  <a:pt x="33515" y="1397864"/>
                  <a:pt x="0" y="1397864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6E50AD9B-89CD-4EFF-B4AD-2F047F03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6937" y="3387522"/>
            <a:ext cx="121367" cy="1397864"/>
          </a:xfrm>
          <a:custGeom xmlns:a="http://schemas.openxmlformats.org/drawingml/2006/main">
            <a:pathLst>
              <a:path w="121367" h="1397864">
                <a:moveTo>
                  <a:pt x="0" y="0"/>
                </a:moveTo>
                <a:cubicBezTo>
                  <a:pt x="33515" y="0"/>
                  <a:pt x="60684" y="27168"/>
                  <a:pt x="60684" y="60684"/>
                </a:cubicBezTo>
                <a:lnTo>
                  <a:pt x="60684" y="638249"/>
                </a:lnTo>
                <a:cubicBezTo>
                  <a:pt x="60684" y="671764"/>
                  <a:pt x="87854" y="698932"/>
                  <a:pt x="121367" y="698932"/>
                </a:cubicBezTo>
                <a:cubicBezTo>
                  <a:pt x="87854" y="698932"/>
                  <a:pt x="60684" y="726100"/>
                  <a:pt x="60684" y="759616"/>
                </a:cubicBezTo>
                <a:lnTo>
                  <a:pt x="60684" y="1337181"/>
                </a:lnTo>
                <a:cubicBezTo>
                  <a:pt x="60684" y="1370694"/>
                  <a:pt x="33515" y="1397864"/>
                  <a:pt x="0" y="1397864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568C5FD3-F9A5-4A85-BCC9-4F4A12FC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6937" y="3387522"/>
            <a:ext cx="121367" cy="1397864"/>
          </a:xfrm>
          <a:custGeom xmlns:a="http://schemas.openxmlformats.org/drawingml/2006/main">
            <a:pathLst>
              <a:path w="121367" h="1397864">
                <a:moveTo>
                  <a:pt x="0" y="0"/>
                </a:moveTo>
                <a:cubicBezTo>
                  <a:pt x="33515" y="0"/>
                  <a:pt x="60684" y="27169"/>
                  <a:pt x="60684" y="60684"/>
                </a:cubicBezTo>
                <a:lnTo>
                  <a:pt x="60684" y="638249"/>
                </a:lnTo>
                <a:cubicBezTo>
                  <a:pt x="60684" y="671764"/>
                  <a:pt x="87852" y="698933"/>
                  <a:pt x="121367" y="698933"/>
                </a:cubicBezTo>
                <a:cubicBezTo>
                  <a:pt x="87852" y="698933"/>
                  <a:pt x="60684" y="726102"/>
                  <a:pt x="60684" y="759616"/>
                </a:cubicBezTo>
                <a:lnTo>
                  <a:pt x="60684" y="1337181"/>
                </a:lnTo>
                <a:cubicBezTo>
                  <a:pt x="60684" y="1370696"/>
                  <a:pt x="33515" y="1397864"/>
                  <a:pt x="0" y="139786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000000"/>
            </a:solidFill>
            <a:prstDash val="solid"/>
          </a:ln>
        </p:spPr>
      </p:sp>
      <p:sp>
        <p:nvSpPr>
          <p:cNvPr id="137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8AB08725-9977-4E5F-8D75-10C7F6BC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7904" y="4099306"/>
            <a:ext cx="260820" cy="8091"/>
          </a:xfrm>
          <a:custGeom xmlns:a="http://schemas.openxmlformats.org/drawingml/2006/main">
            <a:pathLst>
              <a:path w="260820" h="8091">
                <a:moveTo>
                  <a:pt x="0" y="8091"/>
                </a:moveTo>
                <a:lnTo>
                  <a:pt x="26082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BAF66E30-8717-41FA-9899-DF127091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7904" y="4102118"/>
            <a:ext cx="170195" cy="5278"/>
          </a:xfrm>
          <a:custGeom xmlns:a="http://schemas.openxmlformats.org/drawingml/2006/main">
            <a:pathLst>
              <a:path w="170195" h="5278">
                <a:moveTo>
                  <a:pt x="0" y="5278"/>
                </a:moveTo>
                <a:lnTo>
                  <a:pt x="1701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139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B43B42E6-DE07-458C-B2E2-935544EA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7326" y="4077170"/>
            <a:ext cx="69318" cy="49896"/>
          </a:xfrm>
          <a:custGeom xmlns:a="http://schemas.openxmlformats.org/drawingml/2006/main">
            <a:pathLst>
              <a:path w="69318" h="49896">
                <a:moveTo>
                  <a:pt x="1546" y="49896"/>
                </a:moveTo>
                <a:lnTo>
                  <a:pt x="69318" y="22822"/>
                </a:lnTo>
                <a:lnTo>
                  <a:pt x="0" y="0"/>
                </a:lnTo>
                <a:lnTo>
                  <a:pt x="1546" y="49896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140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FE0B07FD-998F-41DD-BCDC-1A3EEE4A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9548" y="1431410"/>
            <a:ext cx="991402" cy="877650"/>
          </a:xfrm>
          <a:custGeom xmlns:a="http://schemas.openxmlformats.org/drawingml/2006/main">
            <a:pathLst>
              <a:path w="991402" h="877650">
                <a:moveTo>
                  <a:pt x="0" y="146278"/>
                </a:moveTo>
                <a:lnTo>
                  <a:pt x="0" y="146278"/>
                </a:lnTo>
                <a:cubicBezTo>
                  <a:pt x="0" y="65491"/>
                  <a:pt x="65490" y="0"/>
                  <a:pt x="146278" y="0"/>
                </a:cubicBezTo>
                <a:lnTo>
                  <a:pt x="845126" y="0"/>
                </a:lnTo>
                <a:cubicBezTo>
                  <a:pt x="883920" y="0"/>
                  <a:pt x="921125" y="15412"/>
                  <a:pt x="948558" y="42843"/>
                </a:cubicBezTo>
                <a:cubicBezTo>
                  <a:pt x="975990" y="70276"/>
                  <a:pt x="991402" y="107482"/>
                  <a:pt x="991402" y="146278"/>
                </a:cubicBezTo>
                <a:lnTo>
                  <a:pt x="991402" y="731373"/>
                </a:lnTo>
                <a:cubicBezTo>
                  <a:pt x="991402" y="812160"/>
                  <a:pt x="925910" y="877650"/>
                  <a:pt x="845126" y="877650"/>
                </a:cubicBezTo>
                <a:lnTo>
                  <a:pt x="146278" y="877650"/>
                </a:lnTo>
                <a:cubicBezTo>
                  <a:pt x="65490" y="877650"/>
                  <a:pt x="0" y="812160"/>
                  <a:pt x="0" y="731373"/>
                </a:cubicBezTo>
                <a:lnTo>
                  <a:pt x="0" y="146278"/>
                </a:lnTo>
              </a:path>
            </a:pathLst>
          </a:custGeom>
          <a:solidFill xmlns:a="http://schemas.openxmlformats.org/drawingml/2006/main">
            <a:srgbClr val="428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df-text-79-0">
            <a:extLst xmlns:a="http://schemas.openxmlformats.org/drawingml/2006/main">
              <a:ext uri="{FF2B5EF4-FFF2-40B4-BE49-F238E27FC236}">
                <a16:creationId xmlns:a16="http://schemas.microsoft.com/office/drawing/2014/main" id="{493B7446-C3A4-4FC4-AB1D-57F6B5B3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8394" y="1760922"/>
            <a:ext cx="559484" cy="26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1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VLM</a:t>
            </a:r>
          </a:p>
        </p:txBody>
      </p:sp>
      <p:sp>
        <p:nvSpPr>
          <p:cNvPr id="142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C297BD59-BED3-4737-8778-100C4DAB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3641" y="1870237"/>
            <a:ext cx="246065" cy="95"/>
          </a:xfrm>
          <a:custGeom xmlns:a="http://schemas.openxmlformats.org/drawingml/2006/main">
            <a:pathLst>
              <a:path w="246065" h="95">
                <a:moveTo>
                  <a:pt x="0" y="0"/>
                </a:moveTo>
                <a:lnTo>
                  <a:pt x="246065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8B3E5017-FAD3-426D-887F-7E3BDC9C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3641" y="1870236"/>
            <a:ext cx="155397" cy="95"/>
          </a:xfrm>
          <a:custGeom xmlns:a="http://schemas.openxmlformats.org/drawingml/2006/main">
            <a:pathLst>
              <a:path w="155397" h="95">
                <a:moveTo>
                  <a:pt x="0" y="0"/>
                </a:moveTo>
                <a:lnTo>
                  <a:pt x="1553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144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D5339DAC-F21C-4A23-9322-FD6A7866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9037" y="1845275"/>
            <a:ext cx="68576" cy="49920"/>
          </a:xfrm>
          <a:custGeom xmlns:a="http://schemas.openxmlformats.org/drawingml/2006/main">
            <a:pathLst>
              <a:path w="68576" h="49920">
                <a:moveTo>
                  <a:pt x="0" y="49920"/>
                </a:moveTo>
                <a:lnTo>
                  <a:pt x="68576" y="24960"/>
                </a:lnTo>
                <a:lnTo>
                  <a:pt x="0" y="0"/>
                </a:lnTo>
                <a:lnTo>
                  <a:pt x="0" y="4992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145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47F3C3CB-95B9-4EC8-91C3-A28CE7B0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6458" y="1444270"/>
            <a:ext cx="991402" cy="877652"/>
          </a:xfrm>
          <a:custGeom xmlns:a="http://schemas.openxmlformats.org/drawingml/2006/main">
            <a:pathLst>
              <a:path w="991402" h="877652">
                <a:moveTo>
                  <a:pt x="0" y="146279"/>
                </a:moveTo>
                <a:lnTo>
                  <a:pt x="0" y="146279"/>
                </a:lnTo>
                <a:cubicBezTo>
                  <a:pt x="0" y="65491"/>
                  <a:pt x="65491" y="0"/>
                  <a:pt x="146278" y="0"/>
                </a:cubicBezTo>
                <a:lnTo>
                  <a:pt x="845123" y="0"/>
                </a:lnTo>
                <a:cubicBezTo>
                  <a:pt x="883920" y="0"/>
                  <a:pt x="921126" y="15412"/>
                  <a:pt x="948558" y="42844"/>
                </a:cubicBezTo>
                <a:cubicBezTo>
                  <a:pt x="975990" y="70278"/>
                  <a:pt x="991402" y="107485"/>
                  <a:pt x="991402" y="146279"/>
                </a:cubicBezTo>
                <a:lnTo>
                  <a:pt x="991402" y="731373"/>
                </a:lnTo>
                <a:cubicBezTo>
                  <a:pt x="991402" y="812161"/>
                  <a:pt x="925911" y="877652"/>
                  <a:pt x="845123" y="877652"/>
                </a:cubicBezTo>
                <a:lnTo>
                  <a:pt x="146278" y="877652"/>
                </a:lnTo>
                <a:cubicBezTo>
                  <a:pt x="65491" y="877652"/>
                  <a:pt x="0" y="812161"/>
                  <a:pt x="0" y="731373"/>
                </a:cubicBezTo>
                <a:lnTo>
                  <a:pt x="0" y="146279"/>
                </a:lnTo>
              </a:path>
            </a:pathLst>
          </a:custGeom>
          <a:solidFill xmlns:a="http://schemas.openxmlformats.org/drawingml/2006/main">
            <a:srgbClr val="F9CB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df-text-80-0">
            <a:extLst xmlns:a="http://schemas.openxmlformats.org/drawingml/2006/main">
              <a:ext uri="{FF2B5EF4-FFF2-40B4-BE49-F238E27FC236}">
                <a16:creationId xmlns:a16="http://schemas.microsoft.com/office/drawing/2014/main" id="{9256EA35-7730-4A1D-9548-AF1D7082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5302" y="1773783"/>
            <a:ext cx="559484" cy="26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1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VLM</a:t>
            </a:r>
          </a:p>
        </p:txBody>
      </p:sp>
      <p:sp>
        <p:nvSpPr>
          <p:cNvPr id="147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676D8B5A-7112-40D9-8673-86B5D032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9879" y="1033246"/>
            <a:ext cx="2088465" cy="732486"/>
          </a:xfrm>
          <a:custGeom xmlns:a="http://schemas.openxmlformats.org/drawingml/2006/main">
            <a:pathLst>
              <a:path w="2088465" h="732486">
                <a:moveTo>
                  <a:pt x="0" y="732486"/>
                </a:moveTo>
                <a:lnTo>
                  <a:pt x="2088465" y="732486"/>
                </a:lnTo>
                <a:lnTo>
                  <a:pt x="208846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df-text-81-0">
            <a:extLst xmlns:a="http://schemas.openxmlformats.org/drawingml/2006/main">
              <a:ext uri="{FF2B5EF4-FFF2-40B4-BE49-F238E27FC236}">
                <a16:creationId xmlns:a16="http://schemas.microsoft.com/office/drawing/2014/main" id="{BA0A9FFC-F819-499D-8518-25096C33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6825" y="1203417"/>
            <a:ext cx="1295106" cy="18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8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Crowd-sourced</a:t>
            </a:r>
          </a:p>
        </p:txBody>
      </p:sp>
      <p:sp>
        <p:nvSpPr>
          <p:cNvPr id="149" name="pdf-text-82-0">
            <a:extLst xmlns:a="http://schemas.openxmlformats.org/drawingml/2006/main">
              <a:ext uri="{FF2B5EF4-FFF2-40B4-BE49-F238E27FC236}">
                <a16:creationId xmlns:a16="http://schemas.microsoft.com/office/drawing/2014/main" id="{526248FA-BFB5-491D-B723-674C9593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9150" y="1414977"/>
            <a:ext cx="990642" cy="18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8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Annotations</a:t>
            </a:r>
          </a:p>
        </p:txBody>
      </p:sp>
      <p:sp>
        <p:nvSpPr>
          <p:cNvPr id="150" name="pdf-path-168">
            <a:extLst xmlns:a="http://schemas.openxmlformats.org/drawingml/2006/main">
              <a:ext uri="{FF2B5EF4-FFF2-40B4-BE49-F238E27FC236}">
                <a16:creationId xmlns:a16="http://schemas.microsoft.com/office/drawing/2014/main" id="{500F07F5-75C1-44FE-AAF5-50574FB8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799" y="3666132"/>
            <a:ext cx="1567777" cy="537347"/>
          </a:xfrm>
          <a:custGeom xmlns:a="http://schemas.openxmlformats.org/drawingml/2006/main">
            <a:pathLst>
              <a:path w="1567777" h="537347">
                <a:moveTo>
                  <a:pt x="0" y="89560"/>
                </a:moveTo>
                <a:lnTo>
                  <a:pt x="0" y="89560"/>
                </a:lnTo>
                <a:cubicBezTo>
                  <a:pt x="0" y="40098"/>
                  <a:pt x="40097" y="0"/>
                  <a:pt x="89560" y="0"/>
                </a:cubicBezTo>
                <a:lnTo>
                  <a:pt x="1478218" y="0"/>
                </a:lnTo>
                <a:cubicBezTo>
                  <a:pt x="1501971" y="0"/>
                  <a:pt x="1524751" y="9435"/>
                  <a:pt x="1541545" y="26231"/>
                </a:cubicBezTo>
                <a:cubicBezTo>
                  <a:pt x="1558340" y="43027"/>
                  <a:pt x="1567777" y="65808"/>
                  <a:pt x="1567777" y="89560"/>
                </a:cubicBezTo>
                <a:lnTo>
                  <a:pt x="1567777" y="447787"/>
                </a:lnTo>
                <a:cubicBezTo>
                  <a:pt x="1567777" y="497249"/>
                  <a:pt x="1527680" y="537347"/>
                  <a:pt x="1478218" y="537347"/>
                </a:cubicBezTo>
                <a:lnTo>
                  <a:pt x="89560" y="537347"/>
                </a:lnTo>
                <a:cubicBezTo>
                  <a:pt x="40097" y="537347"/>
                  <a:pt x="0" y="497249"/>
                  <a:pt x="0" y="447787"/>
                </a:cubicBezTo>
                <a:lnTo>
                  <a:pt x="0" y="89560"/>
                </a:lnTo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df-path-169">
            <a:extLst xmlns:a="http://schemas.openxmlformats.org/drawingml/2006/main">
              <a:ext uri="{FF2B5EF4-FFF2-40B4-BE49-F238E27FC236}">
                <a16:creationId xmlns:a16="http://schemas.microsoft.com/office/drawing/2014/main" id="{A8E0040F-D702-4815-8E47-25A09336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799" y="3666132"/>
            <a:ext cx="1567777" cy="537347"/>
          </a:xfrm>
          <a:custGeom xmlns:a="http://schemas.openxmlformats.org/drawingml/2006/main">
            <a:pathLst>
              <a:path w="1567777" h="537347">
                <a:moveTo>
                  <a:pt x="0" y="89560"/>
                </a:moveTo>
                <a:lnTo>
                  <a:pt x="0" y="89560"/>
                </a:lnTo>
                <a:cubicBezTo>
                  <a:pt x="0" y="40098"/>
                  <a:pt x="40097" y="0"/>
                  <a:pt x="89560" y="0"/>
                </a:cubicBezTo>
                <a:lnTo>
                  <a:pt x="1478216" y="0"/>
                </a:lnTo>
                <a:cubicBezTo>
                  <a:pt x="1501969" y="0"/>
                  <a:pt x="1524751" y="9436"/>
                  <a:pt x="1541544" y="26232"/>
                </a:cubicBezTo>
                <a:cubicBezTo>
                  <a:pt x="1558341" y="43027"/>
                  <a:pt x="1567777" y="65808"/>
                  <a:pt x="1567777" y="89560"/>
                </a:cubicBezTo>
                <a:lnTo>
                  <a:pt x="1567777" y="447785"/>
                </a:lnTo>
                <a:cubicBezTo>
                  <a:pt x="1567777" y="497248"/>
                  <a:pt x="1527679" y="537347"/>
                  <a:pt x="1478216" y="537347"/>
                </a:cubicBezTo>
                <a:lnTo>
                  <a:pt x="89560" y="537347"/>
                </a:lnTo>
                <a:cubicBezTo>
                  <a:pt x="40097" y="537347"/>
                  <a:pt x="0" y="497248"/>
                  <a:pt x="0" y="447785"/>
                </a:cubicBezTo>
                <a:lnTo>
                  <a:pt x="0" y="89560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dash"/>
          </a:ln>
        </p:spPr>
      </p:sp>
      <p:sp>
        <p:nvSpPr>
          <p:cNvPr id="152" name="pdf-text-83-0">
            <a:extLst xmlns:a="http://schemas.openxmlformats.org/drawingml/2006/main">
              <a:ext uri="{FF2B5EF4-FFF2-40B4-BE49-F238E27FC236}">
                <a16:creationId xmlns:a16="http://schemas.microsoft.com/office/drawing/2014/main" id="{5950A88A-0796-4F30-A045-6F0D5BFA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0032" y="3795157"/>
            <a:ext cx="1257791" cy="141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“Pick up a coke can </a:t>
            </a:r>
          </a:p>
        </p:txBody>
      </p:sp>
      <p:sp>
        <p:nvSpPr>
          <p:cNvPr id="153" name="pdf-text-84-0">
            <a:extLst xmlns:a="http://schemas.openxmlformats.org/drawingml/2006/main">
              <a:ext uri="{FF2B5EF4-FFF2-40B4-BE49-F238E27FC236}">
                <a16:creationId xmlns:a16="http://schemas.microsoft.com/office/drawing/2014/main" id="{A42AA4B8-0317-4F12-B170-D6E5DED4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0032" y="3961382"/>
            <a:ext cx="958082" cy="141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the table”</a:t>
            </a:r>
          </a:p>
        </p:txBody>
      </p:sp>
      <p:sp>
        <p:nvSpPr>
          <p:cNvPr id="154" name="pdf-path-172">
            <a:extLst xmlns:a="http://schemas.openxmlformats.org/drawingml/2006/main">
              <a:ext uri="{FF2B5EF4-FFF2-40B4-BE49-F238E27FC236}">
                <a16:creationId xmlns:a16="http://schemas.microsoft.com/office/drawing/2014/main" id="{92065D8E-BC2A-442B-B7E3-E6346984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9696" y="3553530"/>
            <a:ext cx="1567778" cy="537347"/>
          </a:xfrm>
          <a:custGeom xmlns:a="http://schemas.openxmlformats.org/drawingml/2006/main">
            <a:pathLst>
              <a:path w="1567778" h="537347">
                <a:moveTo>
                  <a:pt x="0" y="89561"/>
                </a:moveTo>
                <a:lnTo>
                  <a:pt x="0" y="89561"/>
                </a:lnTo>
                <a:cubicBezTo>
                  <a:pt x="0" y="40097"/>
                  <a:pt x="40098" y="0"/>
                  <a:pt x="89560" y="0"/>
                </a:cubicBezTo>
                <a:lnTo>
                  <a:pt x="1478218" y="0"/>
                </a:lnTo>
                <a:cubicBezTo>
                  <a:pt x="1501972" y="0"/>
                  <a:pt x="1524751" y="9436"/>
                  <a:pt x="1541547" y="26232"/>
                </a:cubicBezTo>
                <a:cubicBezTo>
                  <a:pt x="1558343" y="43027"/>
                  <a:pt x="1567778" y="65807"/>
                  <a:pt x="1567778" y="89561"/>
                </a:cubicBezTo>
                <a:lnTo>
                  <a:pt x="1567778" y="447786"/>
                </a:lnTo>
                <a:cubicBezTo>
                  <a:pt x="1567778" y="497249"/>
                  <a:pt x="1527681" y="537347"/>
                  <a:pt x="1478218" y="537347"/>
                </a:cubicBezTo>
                <a:lnTo>
                  <a:pt x="89560" y="537347"/>
                </a:lnTo>
                <a:cubicBezTo>
                  <a:pt x="40098" y="537347"/>
                  <a:pt x="0" y="497249"/>
                  <a:pt x="0" y="447786"/>
                </a:cubicBezTo>
                <a:lnTo>
                  <a:pt x="0" y="89561"/>
                </a:lnTo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df-path-173">
            <a:extLst xmlns:a="http://schemas.openxmlformats.org/drawingml/2006/main">
              <a:ext uri="{FF2B5EF4-FFF2-40B4-BE49-F238E27FC236}">
                <a16:creationId xmlns:a16="http://schemas.microsoft.com/office/drawing/2014/main" id="{0771D1B0-E9F3-4B5B-A41C-B1542484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9697" y="3553531"/>
            <a:ext cx="1567777" cy="537347"/>
          </a:xfrm>
          <a:custGeom xmlns:a="http://schemas.openxmlformats.org/drawingml/2006/main">
            <a:pathLst>
              <a:path w="1567777" h="537347">
                <a:moveTo>
                  <a:pt x="0" y="89560"/>
                </a:moveTo>
                <a:lnTo>
                  <a:pt x="0" y="89560"/>
                </a:lnTo>
                <a:cubicBezTo>
                  <a:pt x="0" y="40097"/>
                  <a:pt x="40097" y="0"/>
                  <a:pt x="89559" y="0"/>
                </a:cubicBezTo>
                <a:lnTo>
                  <a:pt x="1478215" y="0"/>
                </a:lnTo>
                <a:cubicBezTo>
                  <a:pt x="1501969" y="0"/>
                  <a:pt x="1524751" y="9435"/>
                  <a:pt x="1541544" y="26232"/>
                </a:cubicBezTo>
                <a:cubicBezTo>
                  <a:pt x="1558341" y="43027"/>
                  <a:pt x="1567777" y="65807"/>
                  <a:pt x="1567777" y="89560"/>
                </a:cubicBezTo>
                <a:lnTo>
                  <a:pt x="1567777" y="447785"/>
                </a:lnTo>
                <a:cubicBezTo>
                  <a:pt x="1567777" y="497248"/>
                  <a:pt x="1527678" y="537347"/>
                  <a:pt x="1478215" y="537347"/>
                </a:cubicBezTo>
                <a:lnTo>
                  <a:pt x="89559" y="537347"/>
                </a:lnTo>
                <a:cubicBezTo>
                  <a:pt x="40097" y="537347"/>
                  <a:pt x="0" y="497248"/>
                  <a:pt x="0" y="447785"/>
                </a:cubicBezTo>
                <a:lnTo>
                  <a:pt x="0" y="89560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dash"/>
          </a:ln>
        </p:spPr>
      </p:sp>
      <p:sp>
        <p:nvSpPr>
          <p:cNvPr id="156" name="pdf-text-85-0">
            <a:extLst xmlns:a="http://schemas.openxmlformats.org/drawingml/2006/main">
              <a:ext uri="{FF2B5EF4-FFF2-40B4-BE49-F238E27FC236}">
                <a16:creationId xmlns:a16="http://schemas.microsoft.com/office/drawing/2014/main" id="{F4198B40-24DB-42CA-B219-1C6B5A52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1930" y="3682556"/>
            <a:ext cx="1257791" cy="141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“Pick up a coke can </a:t>
            </a:r>
          </a:p>
        </p:txBody>
      </p:sp>
      <p:sp>
        <p:nvSpPr>
          <p:cNvPr id="157" name="pdf-text-86-0">
            <a:extLst xmlns:a="http://schemas.openxmlformats.org/drawingml/2006/main">
              <a:ext uri="{FF2B5EF4-FFF2-40B4-BE49-F238E27FC236}">
                <a16:creationId xmlns:a16="http://schemas.microsoft.com/office/drawing/2014/main" id="{EE75DB0D-EF25-4F8B-AFE9-4B3B8A8D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1930" y="3848781"/>
            <a:ext cx="958082" cy="141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the table”</a:t>
            </a:r>
          </a:p>
        </p:txBody>
      </p:sp>
      <p:sp>
        <p:nvSpPr>
          <p:cNvPr id="158" name="pdf-path-176">
            <a:extLst xmlns:a="http://schemas.openxmlformats.org/drawingml/2006/main">
              <a:ext uri="{FF2B5EF4-FFF2-40B4-BE49-F238E27FC236}">
                <a16:creationId xmlns:a16="http://schemas.microsoft.com/office/drawing/2014/main" id="{41D9D6A4-8315-4F6D-83DB-5F03C402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9160" y="3455723"/>
            <a:ext cx="1567776" cy="537347"/>
          </a:xfrm>
          <a:custGeom xmlns:a="http://schemas.openxmlformats.org/drawingml/2006/main">
            <a:pathLst>
              <a:path w="1567776" h="537347">
                <a:moveTo>
                  <a:pt x="0" y="89560"/>
                </a:moveTo>
                <a:lnTo>
                  <a:pt x="0" y="89560"/>
                </a:lnTo>
                <a:cubicBezTo>
                  <a:pt x="0" y="40098"/>
                  <a:pt x="40098" y="0"/>
                  <a:pt x="89560" y="0"/>
                </a:cubicBezTo>
                <a:lnTo>
                  <a:pt x="1478216" y="0"/>
                </a:lnTo>
                <a:cubicBezTo>
                  <a:pt x="1501970" y="0"/>
                  <a:pt x="1524749" y="9435"/>
                  <a:pt x="1541545" y="26232"/>
                </a:cubicBezTo>
                <a:cubicBezTo>
                  <a:pt x="1558341" y="43028"/>
                  <a:pt x="1567776" y="65808"/>
                  <a:pt x="1567776" y="89560"/>
                </a:cubicBezTo>
                <a:lnTo>
                  <a:pt x="1567776" y="447787"/>
                </a:lnTo>
                <a:cubicBezTo>
                  <a:pt x="1567776" y="497249"/>
                  <a:pt x="1527679" y="537347"/>
                  <a:pt x="1478216" y="537347"/>
                </a:cubicBezTo>
                <a:lnTo>
                  <a:pt x="89560" y="537347"/>
                </a:lnTo>
                <a:cubicBezTo>
                  <a:pt x="40098" y="537347"/>
                  <a:pt x="0" y="497249"/>
                  <a:pt x="0" y="447787"/>
                </a:cubicBezTo>
                <a:lnTo>
                  <a:pt x="0" y="89560"/>
                </a:ln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df-path-177">
            <a:extLst xmlns:a="http://schemas.openxmlformats.org/drawingml/2006/main">
              <a:ext uri="{FF2B5EF4-FFF2-40B4-BE49-F238E27FC236}">
                <a16:creationId xmlns:a16="http://schemas.microsoft.com/office/drawing/2014/main" id="{32517959-651F-4EFD-9CE6-485C3AF1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9160" y="3455723"/>
            <a:ext cx="1567777" cy="537347"/>
          </a:xfrm>
          <a:custGeom xmlns:a="http://schemas.openxmlformats.org/drawingml/2006/main">
            <a:pathLst>
              <a:path w="1567777" h="537347">
                <a:moveTo>
                  <a:pt x="0" y="89560"/>
                </a:moveTo>
                <a:lnTo>
                  <a:pt x="0" y="89560"/>
                </a:lnTo>
                <a:cubicBezTo>
                  <a:pt x="0" y="40098"/>
                  <a:pt x="40097" y="0"/>
                  <a:pt x="89559" y="0"/>
                </a:cubicBezTo>
                <a:lnTo>
                  <a:pt x="1478215" y="0"/>
                </a:lnTo>
                <a:cubicBezTo>
                  <a:pt x="1501969" y="0"/>
                  <a:pt x="1524751" y="9436"/>
                  <a:pt x="1541544" y="26232"/>
                </a:cubicBezTo>
                <a:cubicBezTo>
                  <a:pt x="1558341" y="43027"/>
                  <a:pt x="1567777" y="65808"/>
                  <a:pt x="1567777" y="89560"/>
                </a:cubicBezTo>
                <a:lnTo>
                  <a:pt x="1567777" y="447787"/>
                </a:lnTo>
                <a:cubicBezTo>
                  <a:pt x="1567777" y="497250"/>
                  <a:pt x="1527678" y="537347"/>
                  <a:pt x="1478215" y="537347"/>
                </a:cubicBezTo>
                <a:lnTo>
                  <a:pt x="89559" y="537347"/>
                </a:lnTo>
                <a:cubicBezTo>
                  <a:pt x="40097" y="537347"/>
                  <a:pt x="0" y="497250"/>
                  <a:pt x="0" y="447787"/>
                </a:cubicBezTo>
                <a:lnTo>
                  <a:pt x="0" y="89560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dash"/>
          </a:ln>
        </p:spPr>
      </p:sp>
      <p:sp>
        <p:nvSpPr>
          <p:cNvPr id="160" name="pdf-text-87-0">
            <a:extLst xmlns:a="http://schemas.openxmlformats.org/drawingml/2006/main">
              <a:ext uri="{FF2B5EF4-FFF2-40B4-BE49-F238E27FC236}">
                <a16:creationId xmlns:a16="http://schemas.microsoft.com/office/drawing/2014/main" id="{BBCCF123-8394-4414-ACFC-421356FC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1394" y="3584749"/>
            <a:ext cx="1257791" cy="141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11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11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111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“Pick up a coke can </a:t>
            </a:r>
          </a:p>
        </p:txBody>
      </p:sp>
      <p:sp>
        <p:nvSpPr>
          <p:cNvPr id="161" name="pdf-text-88-0">
            <a:extLst xmlns:a="http://schemas.openxmlformats.org/drawingml/2006/main">
              <a:ext uri="{FF2B5EF4-FFF2-40B4-BE49-F238E27FC236}">
                <a16:creationId xmlns:a16="http://schemas.microsoft.com/office/drawing/2014/main" id="{BF451271-2B5A-4D43-B1F7-650AC0AA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1394" y="3750974"/>
            <a:ext cx="958082" cy="141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11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11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111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from the table”</a:t>
            </a:r>
          </a:p>
        </p:txBody>
      </p:sp>
      <p:sp>
        <p:nvSpPr>
          <p:cNvPr id="162" name="pdf-path-180">
            <a:extLst xmlns:a="http://schemas.openxmlformats.org/drawingml/2006/main">
              <a:ext uri="{FF2B5EF4-FFF2-40B4-BE49-F238E27FC236}">
                <a16:creationId xmlns:a16="http://schemas.microsoft.com/office/drawing/2014/main" id="{A38A9B99-20AD-4141-914C-3CE8BB59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5245" y="4049034"/>
            <a:ext cx="2257904" cy="933812"/>
          </a:xfrm>
          <a:custGeom xmlns:a="http://schemas.openxmlformats.org/drawingml/2006/main">
            <a:pathLst>
              <a:path w="2257904" h="933812">
                <a:moveTo>
                  <a:pt x="0" y="933812"/>
                </a:moveTo>
                <a:lnTo>
                  <a:pt x="2257904" y="933812"/>
                </a:lnTo>
                <a:lnTo>
                  <a:pt x="225790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df-text-89-0">
            <a:extLst xmlns:a="http://schemas.openxmlformats.org/drawingml/2006/main">
              <a:ext uri="{FF2B5EF4-FFF2-40B4-BE49-F238E27FC236}">
                <a16:creationId xmlns:a16="http://schemas.microsoft.com/office/drawing/2014/main" id="{C56A5EFC-38FD-4365-BECE-14B5CD6C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2998" y="4219208"/>
            <a:ext cx="742211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8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Unpaired</a:t>
            </a:r>
          </a:p>
        </p:txBody>
      </p:sp>
      <p:sp>
        <p:nvSpPr>
          <p:cNvPr id="164" name="pdf-text-90-0">
            <a:extLst xmlns:a="http://schemas.openxmlformats.org/drawingml/2006/main">
              <a:ext uri="{FF2B5EF4-FFF2-40B4-BE49-F238E27FC236}">
                <a16:creationId xmlns:a16="http://schemas.microsoft.com/office/drawing/2014/main" id="{DEEFF7ED-2489-4BB6-A8C7-62592ACE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9661" y="4430767"/>
            <a:ext cx="1490224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8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Crowd-sourced &amp; </a:t>
            </a:r>
          </a:p>
        </p:txBody>
      </p:sp>
      <p:sp>
        <p:nvSpPr>
          <p:cNvPr id="165" name="pdf-text-91-0">
            <a:extLst xmlns:a="http://schemas.openxmlformats.org/drawingml/2006/main">
              <a:ext uri="{FF2B5EF4-FFF2-40B4-BE49-F238E27FC236}">
                <a16:creationId xmlns:a16="http://schemas.microsoft.com/office/drawing/2014/main" id="{801EE9AD-107E-40E6-9A66-F12D1634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8573" y="4642327"/>
            <a:ext cx="1492582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8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LLMs Annotations </a:t>
            </a:r>
          </a:p>
        </p:txBody>
      </p:sp>
      <p:sp>
        <p:nvSpPr>
          <p:cNvPr id="166" name="pdf-path-184">
            <a:extLst xmlns:a="http://schemas.openxmlformats.org/drawingml/2006/main">
              <a:ext uri="{FF2B5EF4-FFF2-40B4-BE49-F238E27FC236}">
                <a16:creationId xmlns:a16="http://schemas.microsoft.com/office/drawing/2014/main" id="{9905A52D-6C89-4660-B87F-19951BEA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9409" y="3633292"/>
            <a:ext cx="4225001" cy="1159413"/>
          </a:xfrm>
          <a:custGeom xmlns:a="http://schemas.openxmlformats.org/drawingml/2006/main">
            <a:pathLst>
              <a:path w="4225001" h="1159413">
                <a:moveTo>
                  <a:pt x="0" y="1159413"/>
                </a:moveTo>
                <a:lnTo>
                  <a:pt x="4225001" y="1159413"/>
                </a:lnTo>
                <a:lnTo>
                  <a:pt x="422500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df-path-185">
            <a:extLst xmlns:a="http://schemas.openxmlformats.org/drawingml/2006/main">
              <a:ext uri="{FF2B5EF4-FFF2-40B4-BE49-F238E27FC236}">
                <a16:creationId xmlns:a16="http://schemas.microsoft.com/office/drawing/2014/main" id="{4536A188-01D8-409C-8B4B-E86771EB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9408" y="3633292"/>
            <a:ext cx="4225001" cy="1159413"/>
          </a:xfrm>
          <a:custGeom xmlns:a="http://schemas.openxmlformats.org/drawingml/2006/main">
            <a:pathLst>
              <a:path w="4225001" h="1159413">
                <a:moveTo>
                  <a:pt x="0" y="0"/>
                </a:moveTo>
                <a:lnTo>
                  <a:pt x="4225001" y="0"/>
                </a:lnTo>
                <a:lnTo>
                  <a:pt x="4225001" y="1159413"/>
                </a:lnTo>
                <a:lnTo>
                  <a:pt x="0" y="11594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168" name="pdf-path-186">
            <a:extLst xmlns:a="http://schemas.openxmlformats.org/drawingml/2006/main">
              <a:ext uri="{FF2B5EF4-FFF2-40B4-BE49-F238E27FC236}">
                <a16:creationId xmlns:a16="http://schemas.microsoft.com/office/drawing/2014/main" id="{4C2791DA-0BC2-4BF8-AC8E-10E80CAC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3894" y="3548890"/>
            <a:ext cx="4251655" cy="1159413"/>
          </a:xfrm>
          <a:custGeom xmlns:a="http://schemas.openxmlformats.org/drawingml/2006/main">
            <a:pathLst>
              <a:path w="4251655" h="1159413">
                <a:moveTo>
                  <a:pt x="0" y="1159413"/>
                </a:moveTo>
                <a:lnTo>
                  <a:pt x="4251655" y="1159413"/>
                </a:lnTo>
                <a:lnTo>
                  <a:pt x="42516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df-path-187">
            <a:extLst xmlns:a="http://schemas.openxmlformats.org/drawingml/2006/main">
              <a:ext uri="{FF2B5EF4-FFF2-40B4-BE49-F238E27FC236}">
                <a16:creationId xmlns:a16="http://schemas.microsoft.com/office/drawing/2014/main" id="{8A83F5B8-679B-4056-8B5A-49B245B0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3894" y="3548891"/>
            <a:ext cx="4251654" cy="1159413"/>
          </a:xfrm>
          <a:custGeom xmlns:a="http://schemas.openxmlformats.org/drawingml/2006/main">
            <a:pathLst>
              <a:path w="4251654" h="1159413">
                <a:moveTo>
                  <a:pt x="0" y="0"/>
                </a:moveTo>
                <a:lnTo>
                  <a:pt x="4251654" y="0"/>
                </a:lnTo>
                <a:lnTo>
                  <a:pt x="4251654" y="1159413"/>
                </a:lnTo>
                <a:lnTo>
                  <a:pt x="0" y="11594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170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3CF45238-D6BE-4B4F-B75C-0ABD373C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3254" y="3476744"/>
            <a:ext cx="4251655" cy="1159412"/>
          </a:xfrm>
          <a:custGeom xmlns:a="http://schemas.openxmlformats.org/drawingml/2006/main">
            <a:pathLst>
              <a:path w="4251655" h="1159412">
                <a:moveTo>
                  <a:pt x="0" y="1159412"/>
                </a:moveTo>
                <a:lnTo>
                  <a:pt x="4251655" y="1159412"/>
                </a:lnTo>
                <a:lnTo>
                  <a:pt x="42516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df-path-189">
            <a:extLst xmlns:a="http://schemas.openxmlformats.org/drawingml/2006/main">
              <a:ext uri="{FF2B5EF4-FFF2-40B4-BE49-F238E27FC236}">
                <a16:creationId xmlns:a16="http://schemas.microsoft.com/office/drawing/2014/main" id="{D58ED82E-F76B-40F9-98EB-099DE985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3254" y="3476744"/>
            <a:ext cx="4251654" cy="1159413"/>
          </a:xfrm>
          <a:custGeom xmlns:a="http://schemas.openxmlformats.org/drawingml/2006/main">
            <a:pathLst>
              <a:path w="4251654" h="1159413">
                <a:moveTo>
                  <a:pt x="0" y="0"/>
                </a:moveTo>
                <a:lnTo>
                  <a:pt x="4251654" y="0"/>
                </a:lnTo>
                <a:lnTo>
                  <a:pt x="4251654" y="1159413"/>
                </a:lnTo>
                <a:lnTo>
                  <a:pt x="0" y="11594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172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BD24EA18-9ADC-40C7-B7B5-3539F1C9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3902" y="3398152"/>
            <a:ext cx="1224142" cy="537347"/>
          </a:xfrm>
          <a:custGeom xmlns:a="http://schemas.openxmlformats.org/drawingml/2006/main">
            <a:pathLst>
              <a:path w="1224142" h="537347">
                <a:moveTo>
                  <a:pt x="0" y="537347"/>
                </a:moveTo>
                <a:lnTo>
                  <a:pt x="1224142" y="537347"/>
                </a:lnTo>
                <a:lnTo>
                  <a:pt x="122414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df-text-92-0">
            <a:extLst xmlns:a="http://schemas.openxmlformats.org/drawingml/2006/main">
              <a:ext uri="{FF2B5EF4-FFF2-40B4-BE49-F238E27FC236}">
                <a16:creationId xmlns:a16="http://schemas.microsoft.com/office/drawing/2014/main" id="{D5F212C5-3BB1-4AAC-ACA5-6F808D45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8214" y="3572121"/>
            <a:ext cx="475908" cy="201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6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86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586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Initial</a:t>
            </a:r>
          </a:p>
        </p:txBody>
      </p:sp>
      <p:sp>
        <p:nvSpPr>
          <p:cNvPr id="174" name="pdf-path-192">
            <a:extLst xmlns:a="http://schemas.openxmlformats.org/drawingml/2006/main">
              <a:ext uri="{FF2B5EF4-FFF2-40B4-BE49-F238E27FC236}">
                <a16:creationId xmlns:a16="http://schemas.microsoft.com/office/drawing/2014/main" id="{7BD50432-FAEA-4369-997F-6214DEA9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0810" y="3385502"/>
            <a:ext cx="1224142" cy="537347"/>
          </a:xfrm>
          <a:custGeom xmlns:a="http://schemas.openxmlformats.org/drawingml/2006/main">
            <a:pathLst>
              <a:path w="1224142" h="537347">
                <a:moveTo>
                  <a:pt x="0" y="537347"/>
                </a:moveTo>
                <a:lnTo>
                  <a:pt x="1224142" y="537347"/>
                </a:lnTo>
                <a:lnTo>
                  <a:pt x="122414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df-text-93-0">
            <a:extLst xmlns:a="http://schemas.openxmlformats.org/drawingml/2006/main">
              <a:ext uri="{FF2B5EF4-FFF2-40B4-BE49-F238E27FC236}">
                <a16:creationId xmlns:a16="http://schemas.microsoft.com/office/drawing/2014/main" id="{9B9B02AD-C2FF-4F8E-B3E7-E939A41C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6945" y="3559470"/>
            <a:ext cx="412440" cy="201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86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86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586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Final</a:t>
            </a:r>
          </a:p>
        </p:txBody>
      </p:sp>
      <p:sp>
        <p:nvSpPr>
          <p:cNvPr id="176" name="pdf-path-194">
            <a:extLst xmlns:a="http://schemas.openxmlformats.org/drawingml/2006/main">
              <a:ext uri="{FF2B5EF4-FFF2-40B4-BE49-F238E27FC236}">
                <a16:creationId xmlns:a16="http://schemas.microsoft.com/office/drawing/2014/main" id="{B426A33B-4502-424A-9BD9-6F206FAB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646" y="3998663"/>
            <a:ext cx="1779098" cy="537345"/>
          </a:xfrm>
          <a:custGeom xmlns:a="http://schemas.openxmlformats.org/drawingml/2006/main">
            <a:pathLst>
              <a:path w="1779098" h="537345">
                <a:moveTo>
                  <a:pt x="0" y="89558"/>
                </a:moveTo>
                <a:lnTo>
                  <a:pt x="0" y="89558"/>
                </a:lnTo>
                <a:cubicBezTo>
                  <a:pt x="0" y="40096"/>
                  <a:pt x="40097" y="0"/>
                  <a:pt x="89558" y="0"/>
                </a:cubicBezTo>
                <a:lnTo>
                  <a:pt x="1689538" y="0"/>
                </a:lnTo>
                <a:cubicBezTo>
                  <a:pt x="1713289" y="0"/>
                  <a:pt x="1736071" y="9435"/>
                  <a:pt x="1752865" y="26231"/>
                </a:cubicBezTo>
                <a:cubicBezTo>
                  <a:pt x="1769662" y="43025"/>
                  <a:pt x="1779098" y="65804"/>
                  <a:pt x="1779098" y="89558"/>
                </a:cubicBezTo>
                <a:lnTo>
                  <a:pt x="1779098" y="447787"/>
                </a:lnTo>
                <a:cubicBezTo>
                  <a:pt x="1779098" y="497249"/>
                  <a:pt x="1739000" y="537345"/>
                  <a:pt x="1689538" y="537345"/>
                </a:cubicBezTo>
                <a:lnTo>
                  <a:pt x="89558" y="537345"/>
                </a:lnTo>
                <a:cubicBezTo>
                  <a:pt x="40097" y="537345"/>
                  <a:pt x="0" y="497249"/>
                  <a:pt x="0" y="447787"/>
                </a:cubicBezTo>
                <a:lnTo>
                  <a:pt x="0" y="89558"/>
                </a:lnTo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df-path-195">
            <a:extLst xmlns:a="http://schemas.openxmlformats.org/drawingml/2006/main">
              <a:ext uri="{FF2B5EF4-FFF2-40B4-BE49-F238E27FC236}">
                <a16:creationId xmlns:a16="http://schemas.microsoft.com/office/drawing/2014/main" id="{80975A59-CD10-453A-9C34-CAD339A2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646" y="3998663"/>
            <a:ext cx="1779098" cy="537347"/>
          </a:xfrm>
          <a:custGeom xmlns:a="http://schemas.openxmlformats.org/drawingml/2006/main">
            <a:pathLst>
              <a:path w="1779098" h="537347">
                <a:moveTo>
                  <a:pt x="0" y="89558"/>
                </a:moveTo>
                <a:lnTo>
                  <a:pt x="0" y="89558"/>
                </a:lnTo>
                <a:cubicBezTo>
                  <a:pt x="0" y="40099"/>
                  <a:pt x="40098" y="0"/>
                  <a:pt x="89561" y="0"/>
                </a:cubicBezTo>
                <a:lnTo>
                  <a:pt x="1689540" y="0"/>
                </a:lnTo>
                <a:cubicBezTo>
                  <a:pt x="1713290" y="0"/>
                  <a:pt x="1736072" y="9435"/>
                  <a:pt x="1752865" y="26232"/>
                </a:cubicBezTo>
                <a:cubicBezTo>
                  <a:pt x="1769662" y="43026"/>
                  <a:pt x="1779098" y="65808"/>
                  <a:pt x="1779098" y="89558"/>
                </a:cubicBezTo>
                <a:lnTo>
                  <a:pt x="1779098" y="447785"/>
                </a:lnTo>
                <a:cubicBezTo>
                  <a:pt x="1779098" y="497248"/>
                  <a:pt x="1738999" y="537347"/>
                  <a:pt x="1689540" y="537347"/>
                </a:cubicBezTo>
                <a:lnTo>
                  <a:pt x="89561" y="537347"/>
                </a:lnTo>
                <a:cubicBezTo>
                  <a:pt x="40098" y="537347"/>
                  <a:pt x="0" y="497248"/>
                  <a:pt x="0" y="447785"/>
                </a:cubicBezTo>
                <a:lnTo>
                  <a:pt x="0" y="89558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178" name="pdf-path-196">
            <a:extLst xmlns:a="http://schemas.openxmlformats.org/drawingml/2006/main">
              <a:ext uri="{FF2B5EF4-FFF2-40B4-BE49-F238E27FC236}">
                <a16:creationId xmlns:a16="http://schemas.microsoft.com/office/drawing/2014/main" id="{797461C7-B57B-4978-94C8-0B62DDAC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5026" y="3404838"/>
            <a:ext cx="1398338" cy="720111"/>
          </a:xfrm>
          <a:custGeom xmlns:a="http://schemas.openxmlformats.org/drawingml/2006/main">
            <a:pathLst>
              <a:path w="1398338" h="720111">
                <a:moveTo>
                  <a:pt x="0" y="720111"/>
                </a:moveTo>
                <a:lnTo>
                  <a:pt x="1398338" y="720111"/>
                </a:lnTo>
                <a:lnTo>
                  <a:pt x="139833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df-text-94-0">
            <a:extLst xmlns:a="http://schemas.openxmlformats.org/drawingml/2006/main">
              <a:ext uri="{FF2B5EF4-FFF2-40B4-BE49-F238E27FC236}">
                <a16:creationId xmlns:a16="http://schemas.microsoft.com/office/drawing/2014/main" id="{20966B88-AE17-4B29-AC42-7BFEDCFA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7970" y="3575009"/>
            <a:ext cx="833060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8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Predicted </a:t>
            </a:r>
          </a:p>
        </p:txBody>
      </p:sp>
      <p:sp>
        <p:nvSpPr>
          <p:cNvPr id="180" name="pdf-text-95-0">
            <a:extLst xmlns:a="http://schemas.openxmlformats.org/drawingml/2006/main">
              <a:ext uri="{FF2B5EF4-FFF2-40B4-BE49-F238E27FC236}">
                <a16:creationId xmlns:a16="http://schemas.microsoft.com/office/drawing/2014/main" id="{1B9C5A52-2CC3-474B-9B2D-26B56371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0191" y="3786569"/>
            <a:ext cx="1028179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8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Descriptions</a:t>
            </a:r>
          </a:p>
        </p:txBody>
      </p:sp>
      <p:sp>
        <p:nvSpPr>
          <p:cNvPr id="181" name="pdf-path-199">
            <a:extLst xmlns:a="http://schemas.openxmlformats.org/drawingml/2006/main">
              <a:ext uri="{FF2B5EF4-FFF2-40B4-BE49-F238E27FC236}">
                <a16:creationId xmlns:a16="http://schemas.microsoft.com/office/drawing/2014/main" id="{E96BAE0A-1A31-4886-921D-4B906C19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9775" y="1302422"/>
            <a:ext cx="1567619" cy="1163748"/>
          </a:xfrm>
          <a:custGeom xmlns:a="http://schemas.openxmlformats.org/drawingml/2006/main">
            <a:pathLst>
              <a:path w="1567619" h="1163748">
                <a:moveTo>
                  <a:pt x="0" y="1163748"/>
                </a:moveTo>
                <a:lnTo>
                  <a:pt x="1567619" y="1163748"/>
                </a:lnTo>
                <a:lnTo>
                  <a:pt x="156761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21244D52-BEB8-45F3-B0F5-06B800A4D2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d55ed3d294b3b"/>
          <a:srcRect xmlns:a="http://schemas.openxmlformats.org/drawingml/2006/main" l="95" t="0" r="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59775" y="1302422"/>
            <a:ext cx="1567618" cy="1163749"/>
          </a:xfrm>
          <a:prstGeom xmlns:a="http://schemas.openxmlformats.org/drawingml/2006/main" prst="rect">
            <a:avLst/>
          </a:prstGeom>
        </p:spPr>
      </p:pic>
      <p:sp>
        <p:nvSpPr>
          <p:cNvPr id="183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5E1C78B2-F7A6-4417-9880-9194E7CD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9775" y="1302422"/>
            <a:ext cx="1567618" cy="1163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4" name="pdf-path-201">
            <a:extLst xmlns:a="http://schemas.openxmlformats.org/drawingml/2006/main">
              <a:ext uri="{FF2B5EF4-FFF2-40B4-BE49-F238E27FC236}">
                <a16:creationId xmlns:a16="http://schemas.microsoft.com/office/drawing/2014/main" id="{11CE3F0C-BB48-4826-951E-CF9CF114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220" y="1294866"/>
            <a:ext cx="1582730" cy="1178860"/>
          </a:xfrm>
          <a:custGeom xmlns:a="http://schemas.openxmlformats.org/drawingml/2006/main">
            <a:pathLst>
              <a:path w="1582730" h="1178860">
                <a:moveTo>
                  <a:pt x="0" y="0"/>
                </a:moveTo>
                <a:lnTo>
                  <a:pt x="1582730" y="0"/>
                </a:lnTo>
                <a:lnTo>
                  <a:pt x="1582730" y="1178860"/>
                </a:lnTo>
                <a:lnTo>
                  <a:pt x="0" y="117886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000000"/>
            </a:solidFill>
            <a:prstDash val="solid"/>
          </a:ln>
        </p:spPr>
      </p:sp>
      <p:sp>
        <p:nvSpPr>
          <p:cNvPr id="185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93312198-6E6C-4BE2-976F-D72E303E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712" y="3023897"/>
            <a:ext cx="2471605" cy="567808"/>
          </a:xfrm>
          <a:custGeom xmlns:a="http://schemas.openxmlformats.org/drawingml/2006/main">
            <a:pathLst>
              <a:path w="2471605" h="567808">
                <a:moveTo>
                  <a:pt x="0" y="567808"/>
                </a:moveTo>
                <a:lnTo>
                  <a:pt x="2471605" y="567808"/>
                </a:lnTo>
                <a:lnTo>
                  <a:pt x="24716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df-text-96-0">
            <a:extLst xmlns:a="http://schemas.openxmlformats.org/drawingml/2006/main">
              <a:ext uri="{FF2B5EF4-FFF2-40B4-BE49-F238E27FC236}">
                <a16:creationId xmlns:a16="http://schemas.microsoft.com/office/drawing/2014/main" id="{D80CBA8F-5DB9-4A82-AB14-BED573D1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7714" y="3201663"/>
            <a:ext cx="983610" cy="221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45" b="0" i="1">
                <a:solidFill>
                  <a:srgbClr val="E0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45" b="0" i="1">
                <a:solidFill>
                  <a:srgbClr val="E06666"/>
                </a:solidFill>
                <a:latin typeface="Arial"/>
                <a:ea typeface="Arial"/>
                <a:cs typeface="Arial"/>
              </a:defRPr>
            </a:pPr>
            <a:r>
              <a:rPr sz="1745" b="0" i="1">
                <a:solidFill>
                  <a:srgbClr val="E06666"/>
                </a:solidFill>
                <a:latin typeface="Arial"/>
                <a:ea typeface="Arial"/>
                <a:cs typeface="Arial"/>
              </a:rPr>
              <a:t>Dataset C</a:t>
            </a:r>
          </a:p>
        </p:txBody>
      </p:sp>
      <p:sp>
        <p:nvSpPr>
          <p:cNvPr id="187" name="pdf-text-97-0">
            <a:extLst xmlns:a="http://schemas.openxmlformats.org/drawingml/2006/main">
              <a:ext uri="{FF2B5EF4-FFF2-40B4-BE49-F238E27FC236}">
                <a16:creationId xmlns:a16="http://schemas.microsoft.com/office/drawing/2014/main" id="{90032F79-C556-4BE4-BF75-E34D8D4F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0622" y="3232755"/>
            <a:ext cx="1067710" cy="181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1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8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 (relabeled B)</a:t>
            </a:r>
          </a:p>
        </p:txBody>
      </p:sp>
      <p:sp>
        <p:nvSpPr>
          <p:cNvPr id="188" name="pdf-path-205">
            <a:extLst xmlns:a="http://schemas.openxmlformats.org/drawingml/2006/main">
              <a:ext uri="{FF2B5EF4-FFF2-40B4-BE49-F238E27FC236}">
                <a16:creationId xmlns:a16="http://schemas.microsoft.com/office/drawing/2014/main" id="{4E18BA4C-5DB7-49F6-B137-8100CD4F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675" y="3372887"/>
            <a:ext cx="121367" cy="1397863"/>
          </a:xfrm>
          <a:custGeom xmlns:a="http://schemas.openxmlformats.org/drawingml/2006/main">
            <a:pathLst>
              <a:path w="121367" h="1397863">
                <a:moveTo>
                  <a:pt x="121367" y="1397863"/>
                </a:moveTo>
                <a:cubicBezTo>
                  <a:pt x="87852" y="1397863"/>
                  <a:pt x="60684" y="1370696"/>
                  <a:pt x="60684" y="1337181"/>
                </a:cubicBezTo>
                <a:lnTo>
                  <a:pt x="60684" y="759615"/>
                </a:lnTo>
                <a:cubicBezTo>
                  <a:pt x="60684" y="726100"/>
                  <a:pt x="33515" y="698932"/>
                  <a:pt x="0" y="698932"/>
                </a:cubicBezTo>
                <a:cubicBezTo>
                  <a:pt x="33515" y="698932"/>
                  <a:pt x="60684" y="671763"/>
                  <a:pt x="60684" y="638249"/>
                </a:cubicBezTo>
                <a:lnTo>
                  <a:pt x="60684" y="60685"/>
                </a:lnTo>
                <a:cubicBezTo>
                  <a:pt x="60684" y="27170"/>
                  <a:pt x="87852" y="0"/>
                  <a:pt x="121367" y="0"/>
                </a:cubicBezTo>
                <a:lnTo>
                  <a:pt x="121367" y="1397863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df-path-206">
            <a:extLst xmlns:a="http://schemas.openxmlformats.org/drawingml/2006/main">
              <a:ext uri="{FF2B5EF4-FFF2-40B4-BE49-F238E27FC236}">
                <a16:creationId xmlns:a16="http://schemas.microsoft.com/office/drawing/2014/main" id="{FCD91192-BC90-4C02-8C4F-0BB58DA9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675" y="3372887"/>
            <a:ext cx="121367" cy="1397863"/>
          </a:xfrm>
          <a:custGeom xmlns:a="http://schemas.openxmlformats.org/drawingml/2006/main">
            <a:pathLst>
              <a:path w="121367" h="1397863">
                <a:moveTo>
                  <a:pt x="121367" y="1397863"/>
                </a:moveTo>
                <a:cubicBezTo>
                  <a:pt x="87852" y="1397863"/>
                  <a:pt x="60684" y="1370696"/>
                  <a:pt x="60684" y="1337181"/>
                </a:cubicBezTo>
                <a:lnTo>
                  <a:pt x="60684" y="759615"/>
                </a:lnTo>
                <a:cubicBezTo>
                  <a:pt x="60684" y="726100"/>
                  <a:pt x="33515" y="698932"/>
                  <a:pt x="0" y="698932"/>
                </a:cubicBezTo>
                <a:cubicBezTo>
                  <a:pt x="33515" y="698932"/>
                  <a:pt x="60684" y="671763"/>
                  <a:pt x="60684" y="638249"/>
                </a:cubicBezTo>
                <a:lnTo>
                  <a:pt x="60684" y="60685"/>
                </a:lnTo>
                <a:cubicBezTo>
                  <a:pt x="60684" y="27170"/>
                  <a:pt x="87852" y="0"/>
                  <a:pt x="121367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df-path-207">
            <a:extLst xmlns:a="http://schemas.openxmlformats.org/drawingml/2006/main">
              <a:ext uri="{FF2B5EF4-FFF2-40B4-BE49-F238E27FC236}">
                <a16:creationId xmlns:a16="http://schemas.microsoft.com/office/drawing/2014/main" id="{1936B834-0461-40F2-85CE-04AFBEA3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675" y="3372888"/>
            <a:ext cx="121367" cy="1397864"/>
          </a:xfrm>
          <a:custGeom xmlns:a="http://schemas.openxmlformats.org/drawingml/2006/main">
            <a:pathLst>
              <a:path w="121367" h="1397864">
                <a:moveTo>
                  <a:pt x="121367" y="1397864"/>
                </a:moveTo>
                <a:cubicBezTo>
                  <a:pt x="87852" y="1397864"/>
                  <a:pt x="60684" y="1370695"/>
                  <a:pt x="60684" y="1337181"/>
                </a:cubicBezTo>
                <a:lnTo>
                  <a:pt x="60684" y="759616"/>
                </a:lnTo>
                <a:cubicBezTo>
                  <a:pt x="60684" y="726100"/>
                  <a:pt x="33515" y="698932"/>
                  <a:pt x="0" y="698932"/>
                </a:cubicBezTo>
                <a:cubicBezTo>
                  <a:pt x="33515" y="698932"/>
                  <a:pt x="60684" y="671764"/>
                  <a:pt x="60684" y="638249"/>
                </a:cubicBezTo>
                <a:lnTo>
                  <a:pt x="60684" y="60684"/>
                </a:lnTo>
                <a:cubicBezTo>
                  <a:pt x="60684" y="27168"/>
                  <a:pt x="87852" y="0"/>
                  <a:pt x="12136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000000"/>
            </a:solidFill>
            <a:prstDash val="solid"/>
          </a:ln>
        </p:spPr>
      </p:sp>
      <p:sp>
        <p:nvSpPr>
          <p:cNvPr id="191" name="pdf-path-212">
            <a:extLst xmlns:a="http://schemas.openxmlformats.org/drawingml/2006/main">
              <a:ext uri="{FF2B5EF4-FFF2-40B4-BE49-F238E27FC236}">
                <a16:creationId xmlns:a16="http://schemas.microsoft.com/office/drawing/2014/main" id="{616E1C67-DFDE-4ACD-8E52-AE1C3810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861" y="1968711"/>
            <a:ext cx="388573" cy="388573"/>
          </a:xfrm>
          <a:custGeom xmlns:a="http://schemas.openxmlformats.org/drawingml/2006/main">
            <a:pathLst>
              <a:path w="388573" h="388573">
                <a:moveTo>
                  <a:pt x="0" y="388573"/>
                </a:moveTo>
                <a:lnTo>
                  <a:pt x="388573" y="388573"/>
                </a:lnTo>
                <a:lnTo>
                  <a:pt x="3885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D6C0E79-C7A7-4C37-B730-0459AE3FF3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420e758f34fd4"/>
          <a:srcRect xmlns:a="http://schemas.openxmlformats.org/drawingml/2006/main" l="0" t="605" r="0" b="6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8861" y="1968711"/>
            <a:ext cx="449036" cy="443601"/>
          </a:xfrm>
          <a:prstGeom xmlns:a="http://schemas.openxmlformats.org/drawingml/2006/main" prst="rect">
            <a:avLst/>
          </a:prstGeom>
        </p:spPr>
      </p:pic>
      <p:sp>
        <p:nvSpPr>
          <p:cNvPr id="193" name="pdf-raster-12">
            <a:extLst xmlns:a="http://schemas.openxmlformats.org/drawingml/2006/main">
              <a:ext uri="{FF2B5EF4-FFF2-40B4-BE49-F238E27FC236}">
                <a16:creationId xmlns:a16="http://schemas.microsoft.com/office/drawing/2014/main" id="{56C40716-8483-429B-96BD-1E2F523D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861" y="1968711"/>
            <a:ext cx="449036" cy="443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4" name="pdf-path-214">
            <a:extLst xmlns:a="http://schemas.openxmlformats.org/drawingml/2006/main">
              <a:ext uri="{FF2B5EF4-FFF2-40B4-BE49-F238E27FC236}">
                <a16:creationId xmlns:a16="http://schemas.microsoft.com/office/drawing/2014/main" id="{97444B0F-4958-4A36-A22F-70D3750A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525" y="1504638"/>
            <a:ext cx="1053275" cy="385995"/>
          </a:xfrm>
          <a:custGeom xmlns:a="http://schemas.openxmlformats.org/drawingml/2006/main">
            <a:pathLst>
              <a:path w="1053275" h="385995">
                <a:moveTo>
                  <a:pt x="0" y="64334"/>
                </a:moveTo>
                <a:lnTo>
                  <a:pt x="0" y="64334"/>
                </a:lnTo>
                <a:cubicBezTo>
                  <a:pt x="0" y="28802"/>
                  <a:pt x="28803" y="0"/>
                  <a:pt x="64334" y="0"/>
                </a:cubicBezTo>
                <a:lnTo>
                  <a:pt x="988942" y="0"/>
                </a:lnTo>
                <a:cubicBezTo>
                  <a:pt x="1006005" y="0"/>
                  <a:pt x="1022367" y="6778"/>
                  <a:pt x="1034432" y="18843"/>
                </a:cubicBezTo>
                <a:cubicBezTo>
                  <a:pt x="1046497" y="30908"/>
                  <a:pt x="1053275" y="47271"/>
                  <a:pt x="1053275" y="64334"/>
                </a:cubicBezTo>
                <a:lnTo>
                  <a:pt x="1053275" y="321661"/>
                </a:lnTo>
                <a:cubicBezTo>
                  <a:pt x="1053275" y="357191"/>
                  <a:pt x="1024473" y="385995"/>
                  <a:pt x="988942" y="385995"/>
                </a:cubicBezTo>
                <a:lnTo>
                  <a:pt x="64334" y="385995"/>
                </a:lnTo>
                <a:cubicBezTo>
                  <a:pt x="28803" y="385995"/>
                  <a:pt x="0" y="357191"/>
                  <a:pt x="0" y="321661"/>
                </a:cubicBezTo>
                <a:lnTo>
                  <a:pt x="0" y="6433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df-path-215">
            <a:extLst xmlns:a="http://schemas.openxmlformats.org/drawingml/2006/main">
              <a:ext uri="{FF2B5EF4-FFF2-40B4-BE49-F238E27FC236}">
                <a16:creationId xmlns:a16="http://schemas.microsoft.com/office/drawing/2014/main" id="{95C165A5-4170-4F6D-81D0-4E2E07A4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525" y="1504638"/>
            <a:ext cx="1053276" cy="385994"/>
          </a:xfrm>
          <a:custGeom xmlns:a="http://schemas.openxmlformats.org/drawingml/2006/main">
            <a:pathLst>
              <a:path w="1053276" h="385994">
                <a:moveTo>
                  <a:pt x="0" y="64334"/>
                </a:moveTo>
                <a:lnTo>
                  <a:pt x="0" y="64334"/>
                </a:lnTo>
                <a:cubicBezTo>
                  <a:pt x="0" y="28803"/>
                  <a:pt x="28803" y="0"/>
                  <a:pt x="64333" y="0"/>
                </a:cubicBezTo>
                <a:lnTo>
                  <a:pt x="988942" y="0"/>
                </a:lnTo>
                <a:cubicBezTo>
                  <a:pt x="1006004" y="0"/>
                  <a:pt x="1022368" y="6778"/>
                  <a:pt x="1034433" y="18843"/>
                </a:cubicBezTo>
                <a:cubicBezTo>
                  <a:pt x="1046498" y="30908"/>
                  <a:pt x="1053276" y="47271"/>
                  <a:pt x="1053276" y="64334"/>
                </a:cubicBezTo>
                <a:lnTo>
                  <a:pt x="1053276" y="321661"/>
                </a:lnTo>
                <a:cubicBezTo>
                  <a:pt x="1053276" y="357192"/>
                  <a:pt x="1024472" y="385994"/>
                  <a:pt x="988942" y="385994"/>
                </a:cubicBezTo>
                <a:lnTo>
                  <a:pt x="64333" y="385994"/>
                </a:lnTo>
                <a:cubicBezTo>
                  <a:pt x="28803" y="385994"/>
                  <a:pt x="0" y="357192"/>
                  <a:pt x="0" y="321661"/>
                </a:cubicBezTo>
                <a:lnTo>
                  <a:pt x="0" y="64334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196" name="pdf-text-98-0">
            <a:extLst xmlns:a="http://schemas.openxmlformats.org/drawingml/2006/main">
              <a:ext uri="{FF2B5EF4-FFF2-40B4-BE49-F238E27FC236}">
                <a16:creationId xmlns:a16="http://schemas.microsoft.com/office/drawing/2014/main" id="{239C27EE-5195-43AD-883F-9D29FA15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370" y="1569301"/>
            <a:ext cx="628271" cy="120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Pepper the </a:t>
            </a:r>
          </a:p>
        </p:txBody>
      </p:sp>
      <p:sp>
        <p:nvSpPr>
          <p:cNvPr id="197" name="pdf-text-99-0">
            <a:extLst xmlns:a="http://schemas.openxmlformats.org/drawingml/2006/main">
              <a:ext uri="{FF2B5EF4-FFF2-40B4-BE49-F238E27FC236}">
                <a16:creationId xmlns:a16="http://schemas.microsoft.com/office/drawing/2014/main" id="{D113F162-5C89-41AE-AB77-18203AA9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370" y="1720415"/>
            <a:ext cx="581245" cy="120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aussie pup</a:t>
            </a:r>
          </a:p>
        </p:txBody>
      </p:sp>
      <p:sp>
        <p:nvSpPr>
          <p:cNvPr id="198" name="pdf-path-218">
            <a:extLst xmlns:a="http://schemas.openxmlformats.org/drawingml/2006/main">
              <a:ext uri="{FF2B5EF4-FFF2-40B4-BE49-F238E27FC236}">
                <a16:creationId xmlns:a16="http://schemas.microsoft.com/office/drawing/2014/main" id="{AB789190-DEAA-461C-8061-C2FBF3B4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961" y="1457359"/>
            <a:ext cx="1053276" cy="385995"/>
          </a:xfrm>
          <a:custGeom xmlns:a="http://schemas.openxmlformats.org/drawingml/2006/main">
            <a:pathLst>
              <a:path w="1053276" h="385995">
                <a:moveTo>
                  <a:pt x="0" y="64335"/>
                </a:moveTo>
                <a:lnTo>
                  <a:pt x="0" y="64335"/>
                </a:lnTo>
                <a:cubicBezTo>
                  <a:pt x="0" y="28805"/>
                  <a:pt x="28803" y="0"/>
                  <a:pt x="64334" y="0"/>
                </a:cubicBezTo>
                <a:lnTo>
                  <a:pt x="988942" y="0"/>
                </a:lnTo>
                <a:cubicBezTo>
                  <a:pt x="1006004" y="0"/>
                  <a:pt x="1022368" y="6778"/>
                  <a:pt x="1034433" y="18843"/>
                </a:cubicBezTo>
                <a:cubicBezTo>
                  <a:pt x="1046498" y="30908"/>
                  <a:pt x="1053276" y="47273"/>
                  <a:pt x="1053276" y="64335"/>
                </a:cubicBezTo>
                <a:lnTo>
                  <a:pt x="1053276" y="321661"/>
                </a:lnTo>
                <a:cubicBezTo>
                  <a:pt x="1053276" y="357194"/>
                  <a:pt x="1024473" y="385995"/>
                  <a:pt x="988942" y="385995"/>
                </a:cubicBezTo>
                <a:lnTo>
                  <a:pt x="64334" y="385995"/>
                </a:lnTo>
                <a:cubicBezTo>
                  <a:pt x="28803" y="385995"/>
                  <a:pt x="0" y="357194"/>
                  <a:pt x="0" y="321661"/>
                </a:cubicBezTo>
                <a:lnTo>
                  <a:pt x="0" y="6433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df-path-219">
            <a:extLst xmlns:a="http://schemas.openxmlformats.org/drawingml/2006/main">
              <a:ext uri="{FF2B5EF4-FFF2-40B4-BE49-F238E27FC236}">
                <a16:creationId xmlns:a16="http://schemas.microsoft.com/office/drawing/2014/main" id="{3D9168BC-DA0B-452C-8540-6E701BD3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961" y="1457360"/>
            <a:ext cx="1053276" cy="385995"/>
          </a:xfrm>
          <a:custGeom xmlns:a="http://schemas.openxmlformats.org/drawingml/2006/main">
            <a:pathLst>
              <a:path w="1053276" h="385995">
                <a:moveTo>
                  <a:pt x="0" y="64334"/>
                </a:moveTo>
                <a:lnTo>
                  <a:pt x="0" y="64334"/>
                </a:lnTo>
                <a:cubicBezTo>
                  <a:pt x="0" y="28803"/>
                  <a:pt x="28803" y="0"/>
                  <a:pt x="64334" y="0"/>
                </a:cubicBezTo>
                <a:lnTo>
                  <a:pt x="988942" y="0"/>
                </a:lnTo>
                <a:cubicBezTo>
                  <a:pt x="1006005" y="0"/>
                  <a:pt x="1022368" y="6778"/>
                  <a:pt x="1034433" y="18843"/>
                </a:cubicBezTo>
                <a:cubicBezTo>
                  <a:pt x="1046498" y="30908"/>
                  <a:pt x="1053276" y="47271"/>
                  <a:pt x="1053276" y="64334"/>
                </a:cubicBezTo>
                <a:lnTo>
                  <a:pt x="1053276" y="321661"/>
                </a:lnTo>
                <a:cubicBezTo>
                  <a:pt x="1053276" y="357192"/>
                  <a:pt x="1024473" y="385995"/>
                  <a:pt x="988942" y="385995"/>
                </a:cubicBezTo>
                <a:lnTo>
                  <a:pt x="64334" y="385995"/>
                </a:lnTo>
                <a:cubicBezTo>
                  <a:pt x="28803" y="385995"/>
                  <a:pt x="0" y="357192"/>
                  <a:pt x="0" y="321661"/>
                </a:cubicBezTo>
                <a:lnTo>
                  <a:pt x="0" y="64334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200" name="pdf-text-100-0">
            <a:extLst xmlns:a="http://schemas.openxmlformats.org/drawingml/2006/main">
              <a:ext uri="{FF2B5EF4-FFF2-40B4-BE49-F238E27FC236}">
                <a16:creationId xmlns:a16="http://schemas.microsoft.com/office/drawing/2014/main" id="{D748D8EB-7D99-4DC9-9AC5-8F841E71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806" y="1522023"/>
            <a:ext cx="628271" cy="120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Pepper the </a:t>
            </a:r>
          </a:p>
        </p:txBody>
      </p:sp>
      <p:sp>
        <p:nvSpPr>
          <p:cNvPr id="201" name="pdf-text-101-0">
            <a:extLst xmlns:a="http://schemas.openxmlformats.org/drawingml/2006/main">
              <a:ext uri="{FF2B5EF4-FFF2-40B4-BE49-F238E27FC236}">
                <a16:creationId xmlns:a16="http://schemas.microsoft.com/office/drawing/2014/main" id="{7B6CE54A-9BAE-49F3-8A19-8F8F4D3E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806" y="1673136"/>
            <a:ext cx="581245" cy="120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aussie pup</a:t>
            </a:r>
          </a:p>
        </p:txBody>
      </p:sp>
      <p:sp>
        <p:nvSpPr>
          <p:cNvPr id="202" name="pdf-path-222">
            <a:extLst xmlns:a="http://schemas.openxmlformats.org/drawingml/2006/main">
              <a:ext uri="{FF2B5EF4-FFF2-40B4-BE49-F238E27FC236}">
                <a16:creationId xmlns:a16="http://schemas.microsoft.com/office/drawing/2014/main" id="{F74FEE2B-ABBD-4DA5-BCBC-D375FD0C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627" y="1420078"/>
            <a:ext cx="1053276" cy="385994"/>
          </a:xfrm>
          <a:custGeom xmlns:a="http://schemas.openxmlformats.org/drawingml/2006/main">
            <a:pathLst>
              <a:path w="1053276" h="385994">
                <a:moveTo>
                  <a:pt x="0" y="64333"/>
                </a:moveTo>
                <a:lnTo>
                  <a:pt x="0" y="64333"/>
                </a:lnTo>
                <a:cubicBezTo>
                  <a:pt x="0" y="28803"/>
                  <a:pt x="28803" y="0"/>
                  <a:pt x="64334" y="0"/>
                </a:cubicBezTo>
                <a:lnTo>
                  <a:pt x="988942" y="0"/>
                </a:lnTo>
                <a:cubicBezTo>
                  <a:pt x="1006004" y="0"/>
                  <a:pt x="1022368" y="6778"/>
                  <a:pt x="1034433" y="18841"/>
                </a:cubicBezTo>
                <a:cubicBezTo>
                  <a:pt x="1046498" y="30908"/>
                  <a:pt x="1053276" y="47271"/>
                  <a:pt x="1053276" y="64333"/>
                </a:cubicBezTo>
                <a:lnTo>
                  <a:pt x="1053276" y="321661"/>
                </a:lnTo>
                <a:cubicBezTo>
                  <a:pt x="1053276" y="357191"/>
                  <a:pt x="1024473" y="385994"/>
                  <a:pt x="988942" y="385994"/>
                </a:cubicBezTo>
                <a:lnTo>
                  <a:pt x="64334" y="385994"/>
                </a:lnTo>
                <a:cubicBezTo>
                  <a:pt x="28803" y="385994"/>
                  <a:pt x="0" y="357191"/>
                  <a:pt x="0" y="321661"/>
                </a:cubicBezTo>
                <a:lnTo>
                  <a:pt x="0" y="6433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df-path-223">
            <a:extLst xmlns:a="http://schemas.openxmlformats.org/drawingml/2006/main">
              <a:ext uri="{FF2B5EF4-FFF2-40B4-BE49-F238E27FC236}">
                <a16:creationId xmlns:a16="http://schemas.microsoft.com/office/drawing/2014/main" id="{7A853F64-7D0B-49CF-A2D7-E3C96C51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627" y="1420077"/>
            <a:ext cx="1053276" cy="385995"/>
          </a:xfrm>
          <a:custGeom xmlns:a="http://schemas.openxmlformats.org/drawingml/2006/main">
            <a:pathLst>
              <a:path w="1053276" h="385995">
                <a:moveTo>
                  <a:pt x="0" y="64334"/>
                </a:moveTo>
                <a:lnTo>
                  <a:pt x="0" y="64334"/>
                </a:lnTo>
                <a:cubicBezTo>
                  <a:pt x="0" y="28803"/>
                  <a:pt x="28803" y="0"/>
                  <a:pt x="64334" y="0"/>
                </a:cubicBezTo>
                <a:lnTo>
                  <a:pt x="988942" y="0"/>
                </a:lnTo>
                <a:cubicBezTo>
                  <a:pt x="1006005" y="0"/>
                  <a:pt x="1022368" y="6778"/>
                  <a:pt x="1034433" y="18843"/>
                </a:cubicBezTo>
                <a:cubicBezTo>
                  <a:pt x="1046498" y="30908"/>
                  <a:pt x="1053276" y="47271"/>
                  <a:pt x="1053276" y="64334"/>
                </a:cubicBezTo>
                <a:lnTo>
                  <a:pt x="1053276" y="321661"/>
                </a:lnTo>
                <a:cubicBezTo>
                  <a:pt x="1053276" y="357192"/>
                  <a:pt x="1024472" y="385995"/>
                  <a:pt x="988942" y="385995"/>
                </a:cubicBezTo>
                <a:lnTo>
                  <a:pt x="64334" y="385995"/>
                </a:lnTo>
                <a:cubicBezTo>
                  <a:pt x="28803" y="385995"/>
                  <a:pt x="0" y="357192"/>
                  <a:pt x="0" y="321661"/>
                </a:cubicBezTo>
                <a:lnTo>
                  <a:pt x="0" y="64334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204" name="pdf-text-102-0">
            <a:extLst xmlns:a="http://schemas.openxmlformats.org/drawingml/2006/main">
              <a:ext uri="{FF2B5EF4-FFF2-40B4-BE49-F238E27FC236}">
                <a16:creationId xmlns:a16="http://schemas.microsoft.com/office/drawing/2014/main" id="{D824E894-8B7B-4AF4-B124-8199346B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472" y="1484740"/>
            <a:ext cx="628271" cy="120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2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2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952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Pepper the </a:t>
            </a:r>
          </a:p>
        </p:txBody>
      </p:sp>
      <p:sp>
        <p:nvSpPr>
          <p:cNvPr id="205" name="pdf-text-103-0">
            <a:extLst xmlns:a="http://schemas.openxmlformats.org/drawingml/2006/main">
              <a:ext uri="{FF2B5EF4-FFF2-40B4-BE49-F238E27FC236}">
                <a16:creationId xmlns:a16="http://schemas.microsoft.com/office/drawing/2014/main" id="{2E28DB9D-7A54-459F-AEC6-75227DBF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472" y="1635853"/>
            <a:ext cx="581245" cy="120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2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2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952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aussie pup</a:t>
            </a:r>
          </a:p>
        </p:txBody>
      </p:sp>
      <p:sp>
        <p:nvSpPr>
          <p:cNvPr id="206" name="pdf-path-226">
            <a:extLst xmlns:a="http://schemas.openxmlformats.org/drawingml/2006/main">
              <a:ext uri="{FF2B5EF4-FFF2-40B4-BE49-F238E27FC236}">
                <a16:creationId xmlns:a16="http://schemas.microsoft.com/office/drawing/2014/main" id="{41C3BBAD-45D9-4720-A3FF-D5B55C85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0802" y="1871006"/>
            <a:ext cx="275575" cy="11900"/>
          </a:xfrm>
          <a:custGeom xmlns:a="http://schemas.openxmlformats.org/drawingml/2006/main">
            <a:pathLst>
              <a:path w="275575" h="11900">
                <a:moveTo>
                  <a:pt x="0" y="0"/>
                </a:moveTo>
                <a:lnTo>
                  <a:pt x="275575" y="1190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df-path-227">
            <a:extLst xmlns:a="http://schemas.openxmlformats.org/drawingml/2006/main">
              <a:ext uri="{FF2B5EF4-FFF2-40B4-BE49-F238E27FC236}">
                <a16:creationId xmlns:a16="http://schemas.microsoft.com/office/drawing/2014/main" id="{796B1FF0-302A-40AB-8901-D45DDF8D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0802" y="1871007"/>
            <a:ext cx="184991" cy="7987"/>
          </a:xfrm>
          <a:custGeom xmlns:a="http://schemas.openxmlformats.org/drawingml/2006/main">
            <a:pathLst>
              <a:path w="184991" h="7987">
                <a:moveTo>
                  <a:pt x="0" y="0"/>
                </a:moveTo>
                <a:lnTo>
                  <a:pt x="184991" y="7987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208" name="pdf-path-228">
            <a:extLst xmlns:a="http://schemas.openxmlformats.org/drawingml/2006/main">
              <a:ext uri="{FF2B5EF4-FFF2-40B4-BE49-F238E27FC236}">
                <a16:creationId xmlns:a16="http://schemas.microsoft.com/office/drawing/2014/main" id="{1835186F-9372-4846-AF11-0B8EEF0B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4716" y="1854057"/>
            <a:ext cx="69590" cy="49874"/>
          </a:xfrm>
          <a:custGeom xmlns:a="http://schemas.openxmlformats.org/drawingml/2006/main">
            <a:pathLst>
              <a:path w="69590" h="49874">
                <a:moveTo>
                  <a:pt x="0" y="49874"/>
                </a:moveTo>
                <a:lnTo>
                  <a:pt x="69590" y="27896"/>
                </a:lnTo>
                <a:lnTo>
                  <a:pt x="2154" y="0"/>
                </a:lnTo>
                <a:lnTo>
                  <a:pt x="0" y="49874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209" name="pdf-path-230">
            <a:extLst xmlns:a="http://schemas.openxmlformats.org/drawingml/2006/main">
              <a:ext uri="{FF2B5EF4-FFF2-40B4-BE49-F238E27FC236}">
                <a16:creationId xmlns:a16="http://schemas.microsoft.com/office/drawing/2014/main" id="{2470159A-0760-4245-A8FA-6F7DB95F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9246" y="1544078"/>
            <a:ext cx="448821" cy="634916"/>
          </a:xfrm>
          <a:custGeom xmlns:a="http://schemas.openxmlformats.org/drawingml/2006/main">
            <a:pathLst>
              <a:path w="448821" h="634916">
                <a:moveTo>
                  <a:pt x="0" y="634916"/>
                </a:moveTo>
                <a:lnTo>
                  <a:pt x="448821" y="634916"/>
                </a:lnTo>
                <a:lnTo>
                  <a:pt x="44882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df-text-104-0">
            <a:extLst xmlns:a="http://schemas.openxmlformats.org/drawingml/2006/main">
              <a:ext uri="{FF2B5EF4-FFF2-40B4-BE49-F238E27FC236}">
                <a16:creationId xmlns:a16="http://schemas.microsoft.com/office/drawing/2014/main" id="{C644143D-1E88-4C8F-AA4C-6A0E153D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5248" y="1733234"/>
            <a:ext cx="164452" cy="28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11" name="pdf-path-232">
            <a:extLst xmlns:a="http://schemas.openxmlformats.org/drawingml/2006/main">
              <a:ext uri="{FF2B5EF4-FFF2-40B4-BE49-F238E27FC236}">
                <a16:creationId xmlns:a16="http://schemas.microsoft.com/office/drawing/2014/main" id="{0AE619E5-9457-40EF-A739-FCFB0C75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042" y="1069679"/>
            <a:ext cx="121367" cy="1630126"/>
          </a:xfrm>
          <a:custGeom xmlns:a="http://schemas.openxmlformats.org/drawingml/2006/main">
            <a:pathLst>
              <a:path w="121367" h="1630126">
                <a:moveTo>
                  <a:pt x="121367" y="1630126"/>
                </a:moveTo>
                <a:cubicBezTo>
                  <a:pt x="87853" y="1630126"/>
                  <a:pt x="60684" y="1602957"/>
                  <a:pt x="60684" y="1569443"/>
                </a:cubicBezTo>
                <a:lnTo>
                  <a:pt x="60684" y="875747"/>
                </a:lnTo>
                <a:cubicBezTo>
                  <a:pt x="60684" y="842232"/>
                  <a:pt x="33515" y="815064"/>
                  <a:pt x="0" y="815064"/>
                </a:cubicBezTo>
                <a:cubicBezTo>
                  <a:pt x="33515" y="815064"/>
                  <a:pt x="60684" y="787894"/>
                  <a:pt x="60684" y="754379"/>
                </a:cubicBezTo>
                <a:lnTo>
                  <a:pt x="60684" y="60684"/>
                </a:lnTo>
                <a:cubicBezTo>
                  <a:pt x="60684" y="27168"/>
                  <a:pt x="87853" y="0"/>
                  <a:pt x="121367" y="0"/>
                </a:cubicBezTo>
                <a:lnTo>
                  <a:pt x="121367" y="1630126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df-path-233">
            <a:extLst xmlns:a="http://schemas.openxmlformats.org/drawingml/2006/main">
              <a:ext uri="{FF2B5EF4-FFF2-40B4-BE49-F238E27FC236}">
                <a16:creationId xmlns:a16="http://schemas.microsoft.com/office/drawing/2014/main" id="{79607E8D-2F6E-4FD4-B1DB-AE567E8C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042" y="1069679"/>
            <a:ext cx="121367" cy="1630126"/>
          </a:xfrm>
          <a:custGeom xmlns:a="http://schemas.openxmlformats.org/drawingml/2006/main">
            <a:pathLst>
              <a:path w="121367" h="1630126">
                <a:moveTo>
                  <a:pt x="121367" y="1630126"/>
                </a:moveTo>
                <a:cubicBezTo>
                  <a:pt x="87853" y="1630126"/>
                  <a:pt x="60684" y="1602957"/>
                  <a:pt x="60684" y="1569443"/>
                </a:cubicBezTo>
                <a:lnTo>
                  <a:pt x="60684" y="875747"/>
                </a:lnTo>
                <a:cubicBezTo>
                  <a:pt x="60684" y="842232"/>
                  <a:pt x="33515" y="815064"/>
                  <a:pt x="0" y="815064"/>
                </a:cubicBezTo>
                <a:cubicBezTo>
                  <a:pt x="33515" y="815064"/>
                  <a:pt x="60684" y="787894"/>
                  <a:pt x="60684" y="754379"/>
                </a:cubicBezTo>
                <a:lnTo>
                  <a:pt x="60684" y="60684"/>
                </a:lnTo>
                <a:cubicBezTo>
                  <a:pt x="60684" y="27168"/>
                  <a:pt x="87853" y="0"/>
                  <a:pt x="121367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df-path-234">
            <a:extLst xmlns:a="http://schemas.openxmlformats.org/drawingml/2006/main">
              <a:ext uri="{FF2B5EF4-FFF2-40B4-BE49-F238E27FC236}">
                <a16:creationId xmlns:a16="http://schemas.microsoft.com/office/drawing/2014/main" id="{A9870DAE-32E6-4419-99DD-B1BF4CD0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042" y="1069679"/>
            <a:ext cx="121367" cy="1630126"/>
          </a:xfrm>
          <a:custGeom xmlns:a="http://schemas.openxmlformats.org/drawingml/2006/main">
            <a:pathLst>
              <a:path w="121367" h="1630126">
                <a:moveTo>
                  <a:pt x="121367" y="1630126"/>
                </a:moveTo>
                <a:cubicBezTo>
                  <a:pt x="87852" y="1630126"/>
                  <a:pt x="60684" y="1602957"/>
                  <a:pt x="60684" y="1569443"/>
                </a:cubicBezTo>
                <a:lnTo>
                  <a:pt x="60684" y="875746"/>
                </a:lnTo>
                <a:cubicBezTo>
                  <a:pt x="60684" y="842232"/>
                  <a:pt x="33515" y="815063"/>
                  <a:pt x="0" y="815063"/>
                </a:cubicBezTo>
                <a:cubicBezTo>
                  <a:pt x="33515" y="815063"/>
                  <a:pt x="60684" y="787894"/>
                  <a:pt x="60684" y="754379"/>
                </a:cubicBezTo>
                <a:lnTo>
                  <a:pt x="60684" y="60684"/>
                </a:lnTo>
                <a:cubicBezTo>
                  <a:pt x="60684" y="27169"/>
                  <a:pt x="87852" y="0"/>
                  <a:pt x="121367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000000"/>
            </a:solidFill>
            <a:prstDash val="solid"/>
          </a:ln>
        </p:spPr>
      </p:sp>
      <p:sp>
        <p:nvSpPr>
          <p:cNvPr id="214" name="pdf-path-235">
            <a:extLst xmlns:a="http://schemas.openxmlformats.org/drawingml/2006/main">
              <a:ext uri="{FF2B5EF4-FFF2-40B4-BE49-F238E27FC236}">
                <a16:creationId xmlns:a16="http://schemas.microsoft.com/office/drawing/2014/main" id="{12FD6AA7-0242-457C-A0F3-B598B6D7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2918" y="2293639"/>
            <a:ext cx="4181214" cy="1162267"/>
          </a:xfrm>
          <a:custGeom xmlns:a="http://schemas.openxmlformats.org/drawingml/2006/main">
            <a:pathLst>
              <a:path w="4181214" h="1162267">
                <a:moveTo>
                  <a:pt x="4181214" y="0"/>
                </a:moveTo>
                <a:lnTo>
                  <a:pt x="4181214" y="581039"/>
                </a:lnTo>
                <a:lnTo>
                  <a:pt x="0" y="581039"/>
                </a:lnTo>
                <a:lnTo>
                  <a:pt x="0" y="1162267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df-path-236">
            <a:extLst xmlns:a="http://schemas.openxmlformats.org/drawingml/2006/main">
              <a:ext uri="{FF2B5EF4-FFF2-40B4-BE49-F238E27FC236}">
                <a16:creationId xmlns:a16="http://schemas.microsoft.com/office/drawing/2014/main" id="{3E5EB76C-6858-42AF-BFEC-9542BE83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2917" y="2293638"/>
            <a:ext cx="4181215" cy="1162268"/>
          </a:xfrm>
          <a:custGeom xmlns:a="http://schemas.openxmlformats.org/drawingml/2006/main">
            <a:pathLst>
              <a:path w="4181215" h="1162268">
                <a:moveTo>
                  <a:pt x="4181215" y="0"/>
                </a:moveTo>
                <a:lnTo>
                  <a:pt x="4181215" y="581041"/>
                </a:lnTo>
                <a:lnTo>
                  <a:pt x="0" y="581041"/>
                </a:lnTo>
                <a:lnTo>
                  <a:pt x="0" y="1162268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dash"/>
          </a:ln>
        </p:spPr>
      </p:sp>
      <p:sp>
        <p:nvSpPr>
          <p:cNvPr id="216" name="pdf-text-105-0">
            <a:extLst xmlns:a="http://schemas.openxmlformats.org/drawingml/2006/main">
              <a:ext uri="{FF2B5EF4-FFF2-40B4-BE49-F238E27FC236}">
                <a16:creationId xmlns:a16="http://schemas.microsoft.com/office/drawing/2014/main" id="{334CB606-1E12-45B8-8430-A9F806F3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90330" y="115248"/>
            <a:ext cx="1389342" cy="302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13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13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2213" b="1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217" name="pdf-path-239">
            <a:extLst xmlns:a="http://schemas.openxmlformats.org/drawingml/2006/main">
              <a:ext uri="{FF2B5EF4-FFF2-40B4-BE49-F238E27FC236}">
                <a16:creationId xmlns:a16="http://schemas.microsoft.com/office/drawing/2014/main" id="{A05C5572-D249-4CC8-80AD-88506551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1742" y="269342"/>
            <a:ext cx="25226" cy="7676110"/>
          </a:xfrm>
          <a:custGeom xmlns:a="http://schemas.openxmlformats.org/drawingml/2006/main">
            <a:pathLst>
              <a:path w="25226" h="7676110">
                <a:moveTo>
                  <a:pt x="25226" y="0"/>
                </a:moveTo>
                <a:lnTo>
                  <a:pt x="0" y="767611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df-path-240">
            <a:extLst xmlns:a="http://schemas.openxmlformats.org/drawingml/2006/main">
              <a:ext uri="{FF2B5EF4-FFF2-40B4-BE49-F238E27FC236}">
                <a16:creationId xmlns:a16="http://schemas.microsoft.com/office/drawing/2014/main" id="{DD96E270-BF5C-46AB-AB1A-B88E1BD5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1742" y="269342"/>
            <a:ext cx="25225" cy="7676110"/>
          </a:xfrm>
          <a:custGeom xmlns:a="http://schemas.openxmlformats.org/drawingml/2006/main">
            <a:pathLst>
              <a:path w="25225" h="7676110">
                <a:moveTo>
                  <a:pt x="25225" y="0"/>
                </a:moveTo>
                <a:lnTo>
                  <a:pt x="0" y="7676110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219" name="pdf-path-241">
            <a:extLst xmlns:a="http://schemas.openxmlformats.org/drawingml/2006/main">
              <a:ext uri="{FF2B5EF4-FFF2-40B4-BE49-F238E27FC236}">
                <a16:creationId xmlns:a16="http://schemas.microsoft.com/office/drawing/2014/main" id="{2EEB50C8-FCC6-44A6-A332-FC4C906D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992" y="3743191"/>
            <a:ext cx="991402" cy="788713"/>
          </a:xfrm>
          <a:custGeom xmlns:a="http://schemas.openxmlformats.org/drawingml/2006/main">
            <a:pathLst>
              <a:path w="991402" h="788713">
                <a:moveTo>
                  <a:pt x="0" y="788713"/>
                </a:moveTo>
                <a:lnTo>
                  <a:pt x="991402" y="788713"/>
                </a:lnTo>
                <a:lnTo>
                  <a:pt x="99140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877CC603-53AB-4794-9E7B-BA668760FE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5dfe5f0b44127"/>
          <a:srcRect xmlns:a="http://schemas.openxmlformats.org/drawingml/2006/main" l="0" t="278" r="0" b="2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992" y="3743191"/>
            <a:ext cx="991402" cy="788713"/>
          </a:xfrm>
          <a:prstGeom xmlns:a="http://schemas.openxmlformats.org/drawingml/2006/main" prst="rect">
            <a:avLst/>
          </a:prstGeom>
        </p:spPr>
      </p:pic>
      <p:sp>
        <p:nvSpPr>
          <p:cNvPr id="221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1A33C928-D369-4292-BE95-02796477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992" y="3743191"/>
            <a:ext cx="991402" cy="788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2" name="pdf-path-243">
            <a:extLst xmlns:a="http://schemas.openxmlformats.org/drawingml/2006/main">
              <a:ext uri="{FF2B5EF4-FFF2-40B4-BE49-F238E27FC236}">
                <a16:creationId xmlns:a16="http://schemas.microsoft.com/office/drawing/2014/main" id="{4326D660-5FF1-4FBA-A59A-C8BA03B8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405" y="3738234"/>
            <a:ext cx="991402" cy="798612"/>
          </a:xfrm>
          <a:custGeom xmlns:a="http://schemas.openxmlformats.org/drawingml/2006/main">
            <a:pathLst>
              <a:path w="991402" h="798612">
                <a:moveTo>
                  <a:pt x="0" y="798612"/>
                </a:moveTo>
                <a:lnTo>
                  <a:pt x="991402" y="798612"/>
                </a:lnTo>
                <a:lnTo>
                  <a:pt x="99140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E3E56E04-0413-499A-9A52-166988D82C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8bd92e31344f9"/>
          <a:srcRect xmlns:a="http://schemas.openxmlformats.org/drawingml/2006/main" l="0" t="246" r="0" b="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0405" y="3738234"/>
            <a:ext cx="991402" cy="798612"/>
          </a:xfrm>
          <a:prstGeom xmlns:a="http://schemas.openxmlformats.org/drawingml/2006/main" prst="rect">
            <a:avLst/>
          </a:prstGeom>
        </p:spPr>
      </p:pic>
      <p:sp>
        <p:nvSpPr>
          <p:cNvPr id="224" name="pdf-raster-3">
            <a:extLst xmlns:a="http://schemas.openxmlformats.org/drawingml/2006/main">
              <a:ext uri="{FF2B5EF4-FFF2-40B4-BE49-F238E27FC236}">
                <a16:creationId xmlns:a16="http://schemas.microsoft.com/office/drawing/2014/main" id="{C5CAA26B-EDD3-4784-90D1-FFD84C54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0405" y="3738234"/>
            <a:ext cx="991402" cy="798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5" name="pdf-path-245">
            <a:extLst xmlns:a="http://schemas.openxmlformats.org/drawingml/2006/main">
              <a:ext uri="{FF2B5EF4-FFF2-40B4-BE49-F238E27FC236}">
                <a16:creationId xmlns:a16="http://schemas.microsoft.com/office/drawing/2014/main" id="{19DD834F-B0EB-4D90-BCE6-4F59167B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0854" y="3775951"/>
            <a:ext cx="991401" cy="788714"/>
          </a:xfrm>
          <a:custGeom xmlns:a="http://schemas.openxmlformats.org/drawingml/2006/main">
            <a:pathLst>
              <a:path w="991401" h="788714">
                <a:moveTo>
                  <a:pt x="0" y="788714"/>
                </a:moveTo>
                <a:lnTo>
                  <a:pt x="991401" y="788714"/>
                </a:lnTo>
                <a:lnTo>
                  <a:pt x="99140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CCA8CB6A-7652-4E88-8B12-FEBE62B026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632b32c8c4887"/>
          <a:srcRect xmlns:a="http://schemas.openxmlformats.org/drawingml/2006/main" l="195" t="0" r="1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90854" y="3775951"/>
            <a:ext cx="991401" cy="788714"/>
          </a:xfrm>
          <a:prstGeom xmlns:a="http://schemas.openxmlformats.org/drawingml/2006/main" prst="rect">
            <a:avLst/>
          </a:prstGeom>
        </p:spPr>
      </p:pic>
      <p:sp>
        <p:nvSpPr>
          <p:cNvPr id="227" name="pdf-raster-4">
            <a:extLst xmlns:a="http://schemas.openxmlformats.org/drawingml/2006/main">
              <a:ext uri="{FF2B5EF4-FFF2-40B4-BE49-F238E27FC236}">
                <a16:creationId xmlns:a16="http://schemas.microsoft.com/office/drawing/2014/main" id="{D1BC3EE5-25F8-4780-A778-875F31AD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0854" y="3775951"/>
            <a:ext cx="991401" cy="788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8" name="pdf-path-247">
            <a:extLst xmlns:a="http://schemas.openxmlformats.org/drawingml/2006/main">
              <a:ext uri="{FF2B5EF4-FFF2-40B4-BE49-F238E27FC236}">
                <a16:creationId xmlns:a16="http://schemas.microsoft.com/office/drawing/2014/main" id="{9CCCA9B4-E15F-42A1-A31D-418F3EDD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8266" y="3770995"/>
            <a:ext cx="991402" cy="798613"/>
          </a:xfrm>
          <a:custGeom xmlns:a="http://schemas.openxmlformats.org/drawingml/2006/main">
            <a:pathLst>
              <a:path w="991402" h="798613">
                <a:moveTo>
                  <a:pt x="0" y="798613"/>
                </a:moveTo>
                <a:lnTo>
                  <a:pt x="991402" y="798613"/>
                </a:lnTo>
                <a:lnTo>
                  <a:pt x="99140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7F6A3A8C-743F-444C-BDAC-A7AAA93C07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21901b2ae4597"/>
          <a:srcRect xmlns:a="http://schemas.openxmlformats.org/drawingml/2006/main" l="0" t="246" r="0" b="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8266" y="3770995"/>
            <a:ext cx="991402" cy="798613"/>
          </a:xfrm>
          <a:prstGeom xmlns:a="http://schemas.openxmlformats.org/drawingml/2006/main" prst="rect">
            <a:avLst/>
          </a:prstGeom>
        </p:spPr>
      </p:pic>
      <p:sp>
        <p:nvSpPr>
          <p:cNvPr id="230" name="pdf-raster-5">
            <a:extLst xmlns:a="http://schemas.openxmlformats.org/drawingml/2006/main">
              <a:ext uri="{FF2B5EF4-FFF2-40B4-BE49-F238E27FC236}">
                <a16:creationId xmlns:a16="http://schemas.microsoft.com/office/drawing/2014/main" id="{541211F3-6131-4316-B374-21B64CC5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8266" y="3770995"/>
            <a:ext cx="991402" cy="79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1" name="pdf-path-249">
            <a:extLst xmlns:a="http://schemas.openxmlformats.org/drawingml/2006/main">
              <a:ext uri="{FF2B5EF4-FFF2-40B4-BE49-F238E27FC236}">
                <a16:creationId xmlns:a16="http://schemas.microsoft.com/office/drawing/2014/main" id="{DAF7F2AB-CB08-4A2A-8EA7-DDC4F408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9097" y="1245237"/>
            <a:ext cx="1738643" cy="775321"/>
          </a:xfrm>
          <a:custGeom xmlns:a="http://schemas.openxmlformats.org/drawingml/2006/main">
            <a:pathLst>
              <a:path w="1738643" h="775321">
                <a:moveTo>
                  <a:pt x="0" y="129218"/>
                </a:moveTo>
                <a:lnTo>
                  <a:pt x="0" y="129218"/>
                </a:lnTo>
                <a:cubicBezTo>
                  <a:pt x="0" y="57852"/>
                  <a:pt x="57855" y="0"/>
                  <a:pt x="129221" y="0"/>
                </a:cubicBezTo>
                <a:lnTo>
                  <a:pt x="1014208" y="0"/>
                </a:lnTo>
                <a:lnTo>
                  <a:pt x="1448870" y="0"/>
                </a:lnTo>
                <a:lnTo>
                  <a:pt x="1609424" y="0"/>
                </a:lnTo>
                <a:cubicBezTo>
                  <a:pt x="1643696" y="0"/>
                  <a:pt x="1676561" y="13613"/>
                  <a:pt x="1700795" y="37847"/>
                </a:cubicBezTo>
                <a:cubicBezTo>
                  <a:pt x="1725031" y="62080"/>
                  <a:pt x="1738643" y="94948"/>
                  <a:pt x="1738643" y="129218"/>
                </a:cubicBezTo>
                <a:lnTo>
                  <a:pt x="1736557" y="205529"/>
                </a:lnTo>
                <a:lnTo>
                  <a:pt x="1738643" y="323050"/>
                </a:lnTo>
                <a:lnTo>
                  <a:pt x="1738643" y="646100"/>
                </a:lnTo>
                <a:cubicBezTo>
                  <a:pt x="1738643" y="717467"/>
                  <a:pt x="1680790" y="775321"/>
                  <a:pt x="1609424" y="775321"/>
                </a:cubicBezTo>
                <a:lnTo>
                  <a:pt x="1448870" y="775321"/>
                </a:lnTo>
                <a:lnTo>
                  <a:pt x="1014208" y="775321"/>
                </a:lnTo>
                <a:lnTo>
                  <a:pt x="129221" y="775321"/>
                </a:lnTo>
                <a:cubicBezTo>
                  <a:pt x="57855" y="775321"/>
                  <a:pt x="0" y="717467"/>
                  <a:pt x="0" y="646100"/>
                </a:cubicBezTo>
                <a:lnTo>
                  <a:pt x="0" y="323050"/>
                </a:lnTo>
                <a:lnTo>
                  <a:pt x="0" y="12921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df-path-250">
            <a:extLst xmlns:a="http://schemas.openxmlformats.org/drawingml/2006/main">
              <a:ext uri="{FF2B5EF4-FFF2-40B4-BE49-F238E27FC236}">
                <a16:creationId xmlns:a16="http://schemas.microsoft.com/office/drawing/2014/main" id="{DAECCA34-E19D-4EEF-9BA4-AFD9F5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9097" y="1245236"/>
            <a:ext cx="1738643" cy="775322"/>
          </a:xfrm>
          <a:custGeom xmlns:a="http://schemas.openxmlformats.org/drawingml/2006/main">
            <a:pathLst>
              <a:path w="1738643" h="775322">
                <a:moveTo>
                  <a:pt x="0" y="129221"/>
                </a:moveTo>
                <a:lnTo>
                  <a:pt x="0" y="129221"/>
                </a:lnTo>
                <a:cubicBezTo>
                  <a:pt x="0" y="57854"/>
                  <a:pt x="57855" y="0"/>
                  <a:pt x="129221" y="0"/>
                </a:cubicBezTo>
                <a:lnTo>
                  <a:pt x="1014208" y="0"/>
                </a:lnTo>
                <a:lnTo>
                  <a:pt x="1448870" y="0"/>
                </a:lnTo>
                <a:lnTo>
                  <a:pt x="1609423" y="0"/>
                </a:lnTo>
                <a:cubicBezTo>
                  <a:pt x="1643696" y="0"/>
                  <a:pt x="1676559" y="13614"/>
                  <a:pt x="1700793" y="37848"/>
                </a:cubicBezTo>
                <a:cubicBezTo>
                  <a:pt x="1725027" y="62081"/>
                  <a:pt x="1738643" y="94949"/>
                  <a:pt x="1738643" y="129221"/>
                </a:cubicBezTo>
                <a:lnTo>
                  <a:pt x="1736557" y="205530"/>
                </a:lnTo>
                <a:lnTo>
                  <a:pt x="1738643" y="323051"/>
                </a:lnTo>
                <a:lnTo>
                  <a:pt x="1738643" y="646101"/>
                </a:lnTo>
                <a:cubicBezTo>
                  <a:pt x="1738643" y="717467"/>
                  <a:pt x="1680789" y="775322"/>
                  <a:pt x="1609423" y="775322"/>
                </a:cubicBezTo>
                <a:lnTo>
                  <a:pt x="1448870" y="775322"/>
                </a:lnTo>
                <a:lnTo>
                  <a:pt x="1014208" y="775322"/>
                </a:lnTo>
                <a:lnTo>
                  <a:pt x="129221" y="775322"/>
                </a:lnTo>
                <a:cubicBezTo>
                  <a:pt x="57855" y="775322"/>
                  <a:pt x="0" y="717467"/>
                  <a:pt x="0" y="646101"/>
                </a:cubicBezTo>
                <a:lnTo>
                  <a:pt x="0" y="323051"/>
                </a:lnTo>
                <a:lnTo>
                  <a:pt x="0" y="129221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233" name="pdf-text-106-0">
            <a:extLst xmlns:a="http://schemas.openxmlformats.org/drawingml/2006/main">
              <a:ext uri="{FF2B5EF4-FFF2-40B4-BE49-F238E27FC236}">
                <a16:creationId xmlns:a16="http://schemas.microsoft.com/office/drawing/2014/main" id="{8612BDC5-7E47-401C-AB32-E59717C5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28836" y="1368599"/>
            <a:ext cx="1157813" cy="161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9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9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269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“Move the right </a:t>
            </a:r>
          </a:p>
        </p:txBody>
      </p:sp>
      <p:sp>
        <p:nvSpPr>
          <p:cNvPr id="234" name="pdf-text-107-0">
            <a:extLst xmlns:a="http://schemas.openxmlformats.org/drawingml/2006/main">
              <a:ext uri="{FF2B5EF4-FFF2-40B4-BE49-F238E27FC236}">
                <a16:creationId xmlns:a16="http://schemas.microsoft.com/office/drawing/2014/main" id="{35AEF11B-3D9C-4836-9495-0A608FA4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3763" y="1565047"/>
            <a:ext cx="1368326" cy="161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9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9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269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apple to the left of </a:t>
            </a:r>
          </a:p>
        </p:txBody>
      </p:sp>
      <p:sp>
        <p:nvSpPr>
          <p:cNvPr id="235" name="pdf-text-108-0">
            <a:extLst xmlns:a="http://schemas.openxmlformats.org/drawingml/2006/main">
              <a:ext uri="{FF2B5EF4-FFF2-40B4-BE49-F238E27FC236}">
                <a16:creationId xmlns:a16="http://schemas.microsoft.com/office/drawing/2014/main" id="{6C9055EB-1272-4EF2-846C-7489FAB8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4956" y="1761495"/>
            <a:ext cx="908296" cy="161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9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9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269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the counter”</a:t>
            </a:r>
          </a:p>
        </p:txBody>
      </p:sp>
      <p:pic>
        <p:nvPic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A78B997D-B65F-4C79-A180-85F08C6866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14256779a4d69"/>
          <a:srcRect xmlns:a="http://schemas.openxmlformats.org/drawingml/2006/main" l="43" t="0" r="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855292" y="2195727"/>
            <a:ext cx="1666219" cy="1336018"/>
          </a:xfrm>
          <a:prstGeom xmlns:a="http://schemas.openxmlformats.org/drawingml/2006/main" prst="rect">
            <a:avLst/>
          </a:prstGeom>
        </p:spPr>
      </p:pic>
      <p:sp>
        <p:nvSpPr>
          <p:cNvPr id="237" name="pdf-raster-6">
            <a:extLst xmlns:a="http://schemas.openxmlformats.org/drawingml/2006/main">
              <a:ext uri="{FF2B5EF4-FFF2-40B4-BE49-F238E27FC236}">
                <a16:creationId xmlns:a16="http://schemas.microsoft.com/office/drawing/2014/main" id="{8F192A0C-0A21-4B80-8F4C-CC8CB2D8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5292" y="2195727"/>
            <a:ext cx="1666219" cy="1336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8" name="pdf-path-256">
            <a:extLst xmlns:a="http://schemas.openxmlformats.org/drawingml/2006/main">
              <a:ext uri="{FF2B5EF4-FFF2-40B4-BE49-F238E27FC236}">
                <a16:creationId xmlns:a16="http://schemas.microsoft.com/office/drawing/2014/main" id="{D89EFE6D-51E4-49CE-87C5-54C21738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7738" y="2188172"/>
            <a:ext cx="1681330" cy="1351129"/>
          </a:xfrm>
          <a:custGeom xmlns:a="http://schemas.openxmlformats.org/drawingml/2006/main">
            <a:pathLst>
              <a:path w="1681330" h="1351129">
                <a:moveTo>
                  <a:pt x="0" y="0"/>
                </a:moveTo>
                <a:lnTo>
                  <a:pt x="1681330" y="0"/>
                </a:lnTo>
                <a:lnTo>
                  <a:pt x="1681330" y="1351129"/>
                </a:lnTo>
                <a:lnTo>
                  <a:pt x="0" y="13511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pic>
        <p:nvPic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A7B1AB77-4AAA-4A57-8C92-1213B11554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d5e95f0184b8c"/>
          <a:srcRect xmlns:a="http://schemas.openxmlformats.org/drawingml/2006/main" l="144" t="0" r="1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855290" y="3639639"/>
            <a:ext cx="1666219" cy="1329216"/>
          </a:xfrm>
          <a:prstGeom xmlns:a="http://schemas.openxmlformats.org/drawingml/2006/main" prst="rect">
            <a:avLst/>
          </a:prstGeom>
        </p:spPr>
      </p:pic>
      <p:sp>
        <p:nvSpPr>
          <p:cNvPr id="240" name="pdf-raster-7">
            <a:extLst xmlns:a="http://schemas.openxmlformats.org/drawingml/2006/main">
              <a:ext uri="{FF2B5EF4-FFF2-40B4-BE49-F238E27FC236}">
                <a16:creationId xmlns:a16="http://schemas.microsoft.com/office/drawing/2014/main" id="{C04BF2F0-8984-4D2F-86D4-D7486388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5290" y="3639639"/>
            <a:ext cx="1666219" cy="1329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1" name="pdf-path-259">
            <a:extLst xmlns:a="http://schemas.openxmlformats.org/drawingml/2006/main">
              <a:ext uri="{FF2B5EF4-FFF2-40B4-BE49-F238E27FC236}">
                <a16:creationId xmlns:a16="http://schemas.microsoft.com/office/drawing/2014/main" id="{24B14751-C346-43FF-AF84-7BBEB843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7734" y="3632083"/>
            <a:ext cx="1681330" cy="1344325"/>
          </a:xfrm>
          <a:custGeom xmlns:a="http://schemas.openxmlformats.org/drawingml/2006/main">
            <a:pathLst>
              <a:path w="1681330" h="1344325">
                <a:moveTo>
                  <a:pt x="0" y="0"/>
                </a:moveTo>
                <a:lnTo>
                  <a:pt x="1681330" y="0"/>
                </a:lnTo>
                <a:lnTo>
                  <a:pt x="1681330" y="1344325"/>
                </a:lnTo>
                <a:lnTo>
                  <a:pt x="0" y="13443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242" name="pdf-path-260">
            <a:extLst xmlns:a="http://schemas.openxmlformats.org/drawingml/2006/main">
              <a:ext uri="{FF2B5EF4-FFF2-40B4-BE49-F238E27FC236}">
                <a16:creationId xmlns:a16="http://schemas.microsoft.com/office/drawing/2014/main" id="{C7138470-3D2F-447E-95D6-003F4134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0837" y="5076787"/>
            <a:ext cx="1666220" cy="1335973"/>
          </a:xfrm>
          <a:custGeom xmlns:a="http://schemas.openxmlformats.org/drawingml/2006/main">
            <a:pathLst>
              <a:path w="1666220" h="1335973">
                <a:moveTo>
                  <a:pt x="0" y="1335973"/>
                </a:moveTo>
                <a:lnTo>
                  <a:pt x="1666220" y="1335973"/>
                </a:lnTo>
                <a:lnTo>
                  <a:pt x="166622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55B43DAD-9535-48DF-8014-54D57B8D7F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4f7f6bc4d441e"/>
          <a:srcRect xmlns:a="http://schemas.openxmlformats.org/drawingml/2006/main" l="0" t="311" r="0" b="3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870837" y="5076787"/>
            <a:ext cx="1666219" cy="1335973"/>
          </a:xfrm>
          <a:prstGeom xmlns:a="http://schemas.openxmlformats.org/drawingml/2006/main" prst="rect">
            <a:avLst/>
          </a:prstGeom>
        </p:spPr>
      </p:pic>
      <p:sp>
        <p:nvSpPr>
          <p:cNvPr id="244" name="pdf-raster-8">
            <a:extLst xmlns:a="http://schemas.openxmlformats.org/drawingml/2006/main">
              <a:ext uri="{FF2B5EF4-FFF2-40B4-BE49-F238E27FC236}">
                <a16:creationId xmlns:a16="http://schemas.microsoft.com/office/drawing/2014/main" id="{DC3B9549-3503-46C4-A402-5AC4DD54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0837" y="5076787"/>
            <a:ext cx="1666219" cy="1335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5" name="pdf-path-262">
            <a:extLst xmlns:a="http://schemas.openxmlformats.org/drawingml/2006/main">
              <a:ext uri="{FF2B5EF4-FFF2-40B4-BE49-F238E27FC236}">
                <a16:creationId xmlns:a16="http://schemas.microsoft.com/office/drawing/2014/main" id="{2984D2D8-0A38-46D7-A89F-A149279F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63282" y="5069231"/>
            <a:ext cx="1681331" cy="1351085"/>
          </a:xfrm>
          <a:custGeom xmlns:a="http://schemas.openxmlformats.org/drawingml/2006/main">
            <a:pathLst>
              <a:path w="1681331" h="1351085">
                <a:moveTo>
                  <a:pt x="0" y="0"/>
                </a:moveTo>
                <a:lnTo>
                  <a:pt x="1681331" y="0"/>
                </a:lnTo>
                <a:lnTo>
                  <a:pt x="1681331" y="1351085"/>
                </a:lnTo>
                <a:lnTo>
                  <a:pt x="0" y="13510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pic>
        <p:nvPic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DAB41084-5CF4-4339-9C11-8D3782A948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32e5950fb4fbb"/>
          <a:srcRect xmlns:a="http://schemas.openxmlformats.org/drawingml/2006/main" l="43" t="0" r="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870837" y="6520695"/>
            <a:ext cx="1666219" cy="1336018"/>
          </a:xfrm>
          <a:prstGeom xmlns:a="http://schemas.openxmlformats.org/drawingml/2006/main" prst="rect">
            <a:avLst/>
          </a:prstGeom>
        </p:spPr>
      </p:pic>
      <p:sp>
        <p:nvSpPr>
          <p:cNvPr id="247" name="pdf-raster-9">
            <a:extLst xmlns:a="http://schemas.openxmlformats.org/drawingml/2006/main">
              <a:ext uri="{FF2B5EF4-FFF2-40B4-BE49-F238E27FC236}">
                <a16:creationId xmlns:a16="http://schemas.microsoft.com/office/drawing/2014/main" id="{6605C03A-15F0-48AE-A8A7-BEAD3B23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0837" y="6520695"/>
            <a:ext cx="1666219" cy="1336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8" name="pdf-path-265">
            <a:extLst xmlns:a="http://schemas.openxmlformats.org/drawingml/2006/main">
              <a:ext uri="{FF2B5EF4-FFF2-40B4-BE49-F238E27FC236}">
                <a16:creationId xmlns:a16="http://schemas.microsoft.com/office/drawing/2014/main" id="{4D406AB6-D405-4171-8078-591193D7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63282" y="6513138"/>
            <a:ext cx="1681331" cy="1351129"/>
          </a:xfrm>
          <a:custGeom xmlns:a="http://schemas.openxmlformats.org/drawingml/2006/main">
            <a:pathLst>
              <a:path w="1681331" h="1351129">
                <a:moveTo>
                  <a:pt x="0" y="0"/>
                </a:moveTo>
                <a:lnTo>
                  <a:pt x="1681331" y="0"/>
                </a:lnTo>
                <a:lnTo>
                  <a:pt x="1681331" y="1351129"/>
                </a:lnTo>
                <a:lnTo>
                  <a:pt x="0" y="13511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249" name="pdf-path-266">
            <a:extLst xmlns:a="http://schemas.openxmlformats.org/drawingml/2006/main">
              <a:ext uri="{FF2B5EF4-FFF2-40B4-BE49-F238E27FC236}">
                <a16:creationId xmlns:a16="http://schemas.microsoft.com/office/drawing/2014/main" id="{DD4B8C96-228D-4C85-A5D7-1608C4D5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0173" y="525124"/>
            <a:ext cx="2664364" cy="732486"/>
          </a:xfrm>
          <a:custGeom xmlns:a="http://schemas.openxmlformats.org/drawingml/2006/main">
            <a:pathLst>
              <a:path w="2664364" h="732486">
                <a:moveTo>
                  <a:pt x="0" y="732486"/>
                </a:moveTo>
                <a:lnTo>
                  <a:pt x="2664364" y="732486"/>
                </a:lnTo>
                <a:lnTo>
                  <a:pt x="266436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df-text-109-0">
            <a:extLst xmlns:a="http://schemas.openxmlformats.org/drawingml/2006/main">
              <a:ext uri="{FF2B5EF4-FFF2-40B4-BE49-F238E27FC236}">
                <a16:creationId xmlns:a16="http://schemas.microsoft.com/office/drawing/2014/main" id="{D6877AB7-A709-4158-9745-9B9F3DF6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6175" y="695297"/>
            <a:ext cx="550901" cy="18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328" b="1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Step 4</a:t>
            </a:r>
          </a:p>
        </p:txBody>
      </p:sp>
      <p:sp>
        <p:nvSpPr>
          <p:cNvPr id="251" name="pdf-text-110-0">
            <a:extLst xmlns:a="http://schemas.openxmlformats.org/drawingml/2006/main">
              <a:ext uri="{FF2B5EF4-FFF2-40B4-BE49-F238E27FC236}">
                <a16:creationId xmlns:a16="http://schemas.microsoft.com/office/drawing/2014/main" id="{AFD768A4-7935-482F-84C9-434B2F7B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7080" y="695297"/>
            <a:ext cx="435389" cy="18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: Run </a:t>
            </a:r>
          </a:p>
        </p:txBody>
      </p:sp>
      <p:sp>
        <p:nvSpPr>
          <p:cNvPr id="252" name="pdf-text-111-0">
            <a:extLst xmlns:a="http://schemas.openxmlformats.org/drawingml/2006/main">
              <a:ext uri="{FF2B5EF4-FFF2-40B4-BE49-F238E27FC236}">
                <a16:creationId xmlns:a16="http://schemas.microsoft.com/office/drawing/2014/main" id="{9CF59CE6-167C-42B4-AB31-C4B54F79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82291" y="695297"/>
            <a:ext cx="1246691" cy="18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328" b="1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trained policy </a:t>
            </a:r>
          </a:p>
        </p:txBody>
      </p:sp>
      <p:sp>
        <p:nvSpPr>
          <p:cNvPr id="253" name="pdf-text-112-0">
            <a:extLst xmlns:a="http://schemas.openxmlformats.org/drawingml/2006/main">
              <a:ext uri="{FF2B5EF4-FFF2-40B4-BE49-F238E27FC236}">
                <a16:creationId xmlns:a16="http://schemas.microsoft.com/office/drawing/2014/main" id="{E17C1BCB-5CC6-464E-91A9-06C9C504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6175" y="906857"/>
            <a:ext cx="250244" cy="18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on </a:t>
            </a:r>
          </a:p>
        </p:txBody>
      </p:sp>
      <p:sp>
        <p:nvSpPr>
          <p:cNvPr id="254" name="pdf-text-113-0">
            <a:extLst xmlns:a="http://schemas.openxmlformats.org/drawingml/2006/main">
              <a:ext uri="{FF2B5EF4-FFF2-40B4-BE49-F238E27FC236}">
                <a16:creationId xmlns:a16="http://schemas.microsoft.com/office/drawing/2014/main" id="{6D53E051-8FE5-42D1-A5E1-AD485409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6240" y="906857"/>
            <a:ext cx="631052" cy="18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8" b="1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328" b="1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unseen</a:t>
            </a:r>
          </a:p>
        </p:txBody>
      </p:sp>
      <p:sp>
        <p:nvSpPr>
          <p:cNvPr id="255" name="pdf-text-114-0">
            <a:extLst xmlns:a="http://schemas.openxmlformats.org/drawingml/2006/main">
              <a:ext uri="{FF2B5EF4-FFF2-40B4-BE49-F238E27FC236}">
                <a16:creationId xmlns:a16="http://schemas.microsoft.com/office/drawing/2014/main" id="{055AF2EB-0BA7-448B-966A-488E3BE4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478" y="906857"/>
            <a:ext cx="1002972" cy="181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428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 instructions</a:t>
            </a:r>
          </a:p>
        </p:txBody>
      </p:sp>
      <p:sp>
        <p:nvSpPr>
          <p:cNvPr id="256" name="pdf-path-273">
            <a:extLst xmlns:a="http://schemas.openxmlformats.org/drawingml/2006/main">
              <a:ext uri="{FF2B5EF4-FFF2-40B4-BE49-F238E27FC236}">
                <a16:creationId xmlns:a16="http://schemas.microsoft.com/office/drawing/2014/main" id="{AAFA1243-B3A1-40C0-AFD9-DB52D34C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3807" y="2282251"/>
            <a:ext cx="13327" cy="5502449"/>
          </a:xfrm>
          <a:custGeom xmlns:a="http://schemas.openxmlformats.org/drawingml/2006/main">
            <a:pathLst>
              <a:path w="13327" h="5502449">
                <a:moveTo>
                  <a:pt x="0" y="0"/>
                </a:moveTo>
                <a:lnTo>
                  <a:pt x="13327" y="5502449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df-path-274">
            <a:extLst xmlns:a="http://schemas.openxmlformats.org/drawingml/2006/main">
              <a:ext uri="{FF2B5EF4-FFF2-40B4-BE49-F238E27FC236}">
                <a16:creationId xmlns:a16="http://schemas.microsoft.com/office/drawing/2014/main" id="{1CF5CDFE-13A1-41D0-8C14-BCA3E8B8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3807" y="2282250"/>
            <a:ext cx="13109" cy="5411781"/>
          </a:xfrm>
          <a:custGeom xmlns:a="http://schemas.openxmlformats.org/drawingml/2006/main">
            <a:pathLst>
              <a:path w="13109" h="5411781">
                <a:moveTo>
                  <a:pt x="0" y="0"/>
                </a:moveTo>
                <a:lnTo>
                  <a:pt x="13109" y="5411781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258" name="pdf-path-275">
            <a:extLst xmlns:a="http://schemas.openxmlformats.org/drawingml/2006/main">
              <a:ext uri="{FF2B5EF4-FFF2-40B4-BE49-F238E27FC236}">
                <a16:creationId xmlns:a16="http://schemas.microsoft.com/office/drawing/2014/main" id="{DA424C4A-81AC-4793-A734-4C06FC46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51956" y="7693972"/>
            <a:ext cx="49919" cy="68636"/>
          </a:xfrm>
          <a:custGeom xmlns:a="http://schemas.openxmlformats.org/drawingml/2006/main">
            <a:pathLst>
              <a:path w="49919" h="68636">
                <a:moveTo>
                  <a:pt x="0" y="119"/>
                </a:moveTo>
                <a:lnTo>
                  <a:pt x="25125" y="68636"/>
                </a:lnTo>
                <a:lnTo>
                  <a:pt x="49919" y="0"/>
                </a:lnTo>
                <a:lnTo>
                  <a:pt x="0" y="119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259" name="pdf-path-279">
            <a:extLst xmlns:a="http://schemas.openxmlformats.org/drawingml/2006/main">
              <a:ext uri="{FF2B5EF4-FFF2-40B4-BE49-F238E27FC236}">
                <a16:creationId xmlns:a16="http://schemas.microsoft.com/office/drawing/2014/main" id="{AD35BDD9-AA67-4E72-B7FD-5BFAFB9B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0316" y="6172303"/>
            <a:ext cx="541631" cy="567808"/>
          </a:xfrm>
          <a:custGeom xmlns:a="http://schemas.openxmlformats.org/drawingml/2006/main">
            <a:pathLst>
              <a:path w="541631" h="567808">
                <a:moveTo>
                  <a:pt x="0" y="567808"/>
                </a:moveTo>
                <a:lnTo>
                  <a:pt x="541631" y="567808"/>
                </a:lnTo>
                <a:lnTo>
                  <a:pt x="54163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df-text-116-0">
            <a:extLst xmlns:a="http://schemas.openxmlformats.org/drawingml/2006/main">
              <a:ext uri="{FF2B5EF4-FFF2-40B4-BE49-F238E27FC236}">
                <a16:creationId xmlns:a16="http://schemas.microsoft.com/office/drawing/2014/main" id="{A48147D9-93D9-4C9B-B455-3C8D307C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6319" y="6350068"/>
            <a:ext cx="154701" cy="221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4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4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61" name="pdf-path-281">
            <a:extLst xmlns:a="http://schemas.openxmlformats.org/drawingml/2006/main">
              <a:ext uri="{FF2B5EF4-FFF2-40B4-BE49-F238E27FC236}">
                <a16:creationId xmlns:a16="http://schemas.microsoft.com/office/drawing/2014/main" id="{FAB6BD0A-438D-4304-8199-6A01AA22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2151" y="6807498"/>
            <a:ext cx="1136089" cy="903836"/>
          </a:xfrm>
          <a:custGeom xmlns:a="http://schemas.openxmlformats.org/drawingml/2006/main">
            <a:pathLst>
              <a:path w="1136089" h="903836">
                <a:moveTo>
                  <a:pt x="0" y="903836"/>
                </a:moveTo>
                <a:lnTo>
                  <a:pt x="1136089" y="903836"/>
                </a:lnTo>
                <a:lnTo>
                  <a:pt x="113608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797C77E8-DF66-40F0-A34C-F01B521D8E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25e73225242fb"/>
          <a:srcRect xmlns:a="http://schemas.openxmlformats.org/drawingml/2006/main" l="0" t="277" r="0" b="2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82151" y="6807498"/>
            <a:ext cx="1136089" cy="903836"/>
          </a:xfrm>
          <a:prstGeom xmlns:a="http://schemas.openxmlformats.org/drawingml/2006/main" prst="rect">
            <a:avLst/>
          </a:prstGeom>
        </p:spPr>
      </p:pic>
      <p:sp>
        <p:nvSpPr>
          <p:cNvPr id="263" name="pdf-raster-10">
            <a:extLst xmlns:a="http://schemas.openxmlformats.org/drawingml/2006/main">
              <a:ext uri="{FF2B5EF4-FFF2-40B4-BE49-F238E27FC236}">
                <a16:creationId xmlns:a16="http://schemas.microsoft.com/office/drawing/2014/main" id="{B0406330-B208-41DC-B1BC-1ED61438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2151" y="6807498"/>
            <a:ext cx="1136089" cy="903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4" name="pdf-path-283">
            <a:extLst xmlns:a="http://schemas.openxmlformats.org/drawingml/2006/main">
              <a:ext uri="{FF2B5EF4-FFF2-40B4-BE49-F238E27FC236}">
                <a16:creationId xmlns:a16="http://schemas.microsoft.com/office/drawing/2014/main" id="{138A909E-AAFF-4B3C-A519-8CE9C16D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5473" y="5182131"/>
            <a:ext cx="1089436" cy="877650"/>
          </a:xfrm>
          <a:custGeom xmlns:a="http://schemas.openxmlformats.org/drawingml/2006/main">
            <a:pathLst>
              <a:path w="1089436" h="877650">
                <a:moveTo>
                  <a:pt x="0" y="877650"/>
                </a:moveTo>
                <a:lnTo>
                  <a:pt x="1089436" y="877650"/>
                </a:lnTo>
                <a:lnTo>
                  <a:pt x="108943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14C53C89-928B-49D7-8908-557A17455C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00685876f4a9b"/>
          <a:srcRect xmlns:a="http://schemas.openxmlformats.org/drawingml/2006/main" l="241" t="0" r="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05473" y="5182131"/>
            <a:ext cx="1089436" cy="877651"/>
          </a:xfrm>
          <a:prstGeom xmlns:a="http://schemas.openxmlformats.org/drawingml/2006/main" prst="rect">
            <a:avLst/>
          </a:prstGeom>
        </p:spPr>
      </p:pic>
      <p:sp>
        <p:nvSpPr>
          <p:cNvPr id="266" name="pdf-raster-11">
            <a:extLst xmlns:a="http://schemas.openxmlformats.org/drawingml/2006/main">
              <a:ext uri="{FF2B5EF4-FFF2-40B4-BE49-F238E27FC236}">
                <a16:creationId xmlns:a16="http://schemas.microsoft.com/office/drawing/2014/main" id="{79C6F3FF-11E1-467A-887F-A156095F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5473" y="5182131"/>
            <a:ext cx="1089436" cy="877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7" name="pdf-path-285">
            <a:extLst xmlns:a="http://schemas.openxmlformats.org/drawingml/2006/main">
              <a:ext uri="{FF2B5EF4-FFF2-40B4-BE49-F238E27FC236}">
                <a16:creationId xmlns:a16="http://schemas.microsoft.com/office/drawing/2014/main" id="{00705518-2DF0-44D1-8770-11D820B9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8875" y="3910572"/>
            <a:ext cx="2028497" cy="751049"/>
          </a:xfrm>
          <a:custGeom xmlns:a="http://schemas.openxmlformats.org/drawingml/2006/main">
            <a:pathLst>
              <a:path w="2028497" h="751049">
                <a:moveTo>
                  <a:pt x="0" y="751049"/>
                </a:moveTo>
                <a:lnTo>
                  <a:pt x="2028497" y="751049"/>
                </a:lnTo>
                <a:lnTo>
                  <a:pt x="20284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pdf-text-117-0">
            <a:extLst xmlns:a="http://schemas.openxmlformats.org/drawingml/2006/main">
              <a:ext uri="{FF2B5EF4-FFF2-40B4-BE49-F238E27FC236}">
                <a16:creationId xmlns:a16="http://schemas.microsoft.com/office/drawing/2014/main" id="{5C63FB91-B5E3-4EE7-BE4C-D0E9C000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6949" y="4069355"/>
            <a:ext cx="1760296" cy="120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2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2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952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“Lift up the green chip bag from </a:t>
            </a:r>
          </a:p>
        </p:txBody>
      </p:sp>
      <p:sp>
        <p:nvSpPr>
          <p:cNvPr id="269" name="pdf-text-118-0">
            <a:extLst xmlns:a="http://schemas.openxmlformats.org/drawingml/2006/main">
              <a:ext uri="{FF2B5EF4-FFF2-40B4-BE49-F238E27FC236}">
                <a16:creationId xmlns:a16="http://schemas.microsoft.com/office/drawing/2014/main" id="{8A1BB17E-8DD9-4D65-8C84-81778145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5764" y="4220469"/>
            <a:ext cx="1462782" cy="120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2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2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952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the bowl and drop it at the </a:t>
            </a:r>
          </a:p>
        </p:txBody>
      </p:sp>
      <p:sp>
        <p:nvSpPr>
          <p:cNvPr id="270" name="pdf-text-119-0">
            <a:extLst xmlns:a="http://schemas.openxmlformats.org/drawingml/2006/main">
              <a:ext uri="{FF2B5EF4-FFF2-40B4-BE49-F238E27FC236}">
                <a16:creationId xmlns:a16="http://schemas.microsoft.com/office/drawing/2014/main" id="{E9F1E750-BE4A-4DC4-B472-C40F0CD0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170" y="4371583"/>
            <a:ext cx="1694652" cy="1208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2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2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952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bottom left corner of the table”</a:t>
            </a:r>
          </a:p>
        </p:txBody>
      </p:sp>
      <p:sp>
        <p:nvSpPr>
          <p:cNvPr id="271" name="pdf-path-289">
            <a:extLst xmlns:a="http://schemas.openxmlformats.org/drawingml/2006/main">
              <a:ext uri="{FF2B5EF4-FFF2-40B4-BE49-F238E27FC236}">
                <a16:creationId xmlns:a16="http://schemas.microsoft.com/office/drawing/2014/main" id="{17FB9D0D-474F-44E0-BCD2-FC7F2136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7227742"/>
            <a:ext cx="1053275" cy="263734"/>
          </a:xfrm>
          <a:custGeom xmlns:a="http://schemas.openxmlformats.org/drawingml/2006/main">
            <a:pathLst>
              <a:path w="1053275" h="263734">
                <a:moveTo>
                  <a:pt x="0" y="0"/>
                </a:moveTo>
                <a:lnTo>
                  <a:pt x="0" y="0"/>
                </a:lnTo>
                <a:cubicBezTo>
                  <a:pt x="0" y="43605"/>
                  <a:pt x="235783" y="78952"/>
                  <a:pt x="526637" y="78952"/>
                </a:cubicBezTo>
                <a:cubicBezTo>
                  <a:pt x="817491" y="78952"/>
                  <a:pt x="1053275" y="43605"/>
                  <a:pt x="1053275" y="0"/>
                </a:cubicBezTo>
                <a:lnTo>
                  <a:pt x="1053275" y="184783"/>
                </a:lnTo>
                <a:cubicBezTo>
                  <a:pt x="1053275" y="228386"/>
                  <a:pt x="817491" y="263734"/>
                  <a:pt x="526637" y="263734"/>
                </a:cubicBezTo>
                <a:cubicBezTo>
                  <a:pt x="235783" y="263734"/>
                  <a:pt x="0" y="228386"/>
                  <a:pt x="0" y="184783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A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df-path-290">
            <a:extLst xmlns:a="http://schemas.openxmlformats.org/drawingml/2006/main">
              <a:ext uri="{FF2B5EF4-FFF2-40B4-BE49-F238E27FC236}">
                <a16:creationId xmlns:a16="http://schemas.microsoft.com/office/drawing/2014/main" id="{12F74B0A-90EE-46EA-B2B0-CA47F32F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7148792"/>
            <a:ext cx="1053275" cy="157902"/>
          </a:xfrm>
          <a:custGeom xmlns:a="http://schemas.openxmlformats.org/drawingml/2006/main">
            <a:pathLst>
              <a:path w="1053275" h="157902">
                <a:moveTo>
                  <a:pt x="0" y="78950"/>
                </a:moveTo>
                <a:lnTo>
                  <a:pt x="0" y="78950"/>
                </a:lnTo>
                <a:cubicBezTo>
                  <a:pt x="0" y="35347"/>
                  <a:pt x="235783" y="0"/>
                  <a:pt x="526637" y="0"/>
                </a:cubicBezTo>
                <a:cubicBezTo>
                  <a:pt x="817491" y="0"/>
                  <a:pt x="1053275" y="35347"/>
                  <a:pt x="1053275" y="78950"/>
                </a:cubicBezTo>
                <a:cubicBezTo>
                  <a:pt x="1053275" y="122555"/>
                  <a:pt x="817491" y="157902"/>
                  <a:pt x="526637" y="157902"/>
                </a:cubicBezTo>
                <a:cubicBezTo>
                  <a:pt x="235783" y="157902"/>
                  <a:pt x="0" y="122555"/>
                  <a:pt x="0" y="78950"/>
                </a:cubicBezTo>
              </a:path>
            </a:pathLst>
          </a:custGeom>
          <a:solidFill xmlns:a="http://schemas.openxmlformats.org/drawingml/2006/main">
            <a:srgbClr val="FFC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df-path-291">
            <a:extLst xmlns:a="http://schemas.openxmlformats.org/drawingml/2006/main">
              <a:ext uri="{FF2B5EF4-FFF2-40B4-BE49-F238E27FC236}">
                <a16:creationId xmlns:a16="http://schemas.microsoft.com/office/drawing/2014/main" id="{91036DD7-D064-4B6F-B610-34BDF5F1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7148792"/>
            <a:ext cx="1053275" cy="342684"/>
          </a:xfrm>
          <a:custGeom xmlns:a="http://schemas.openxmlformats.org/drawingml/2006/main">
            <a:pathLst>
              <a:path w="1053275" h="342684">
                <a:moveTo>
                  <a:pt x="1053275" y="78950"/>
                </a:moveTo>
                <a:lnTo>
                  <a:pt x="1053275" y="78950"/>
                </a:lnTo>
                <a:cubicBezTo>
                  <a:pt x="1053275" y="122555"/>
                  <a:pt x="817491" y="157902"/>
                  <a:pt x="526637" y="157902"/>
                </a:cubicBezTo>
                <a:cubicBezTo>
                  <a:pt x="235783" y="157902"/>
                  <a:pt x="0" y="122555"/>
                  <a:pt x="0" y="78950"/>
                </a:cubicBezTo>
                <a:cubicBezTo>
                  <a:pt x="0" y="35347"/>
                  <a:pt x="235783" y="0"/>
                  <a:pt x="526637" y="0"/>
                </a:cubicBezTo>
                <a:cubicBezTo>
                  <a:pt x="817491" y="0"/>
                  <a:pt x="1053275" y="35347"/>
                  <a:pt x="1053275" y="78950"/>
                </a:cubicBezTo>
                <a:lnTo>
                  <a:pt x="1053275" y="263733"/>
                </a:lnTo>
                <a:cubicBezTo>
                  <a:pt x="1053275" y="307336"/>
                  <a:pt x="817491" y="342684"/>
                  <a:pt x="526637" y="342684"/>
                </a:cubicBezTo>
                <a:cubicBezTo>
                  <a:pt x="235783" y="342684"/>
                  <a:pt x="0" y="307336"/>
                  <a:pt x="0" y="263733"/>
                </a:cubicBezTo>
                <a:lnTo>
                  <a:pt x="0" y="7895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df-path-292">
            <a:extLst xmlns:a="http://schemas.openxmlformats.org/drawingml/2006/main">
              <a:ext uri="{FF2B5EF4-FFF2-40B4-BE49-F238E27FC236}">
                <a16:creationId xmlns:a16="http://schemas.microsoft.com/office/drawing/2014/main" id="{0B2B837F-F852-4835-B5ED-8FACB8D4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7148792"/>
            <a:ext cx="1053276" cy="342684"/>
          </a:xfrm>
          <a:custGeom xmlns:a="http://schemas.openxmlformats.org/drawingml/2006/main">
            <a:pathLst>
              <a:path w="1053276" h="342684">
                <a:moveTo>
                  <a:pt x="1053276" y="78952"/>
                </a:moveTo>
                <a:lnTo>
                  <a:pt x="1053276" y="78952"/>
                </a:lnTo>
                <a:cubicBezTo>
                  <a:pt x="1053276" y="122553"/>
                  <a:pt x="817492" y="157900"/>
                  <a:pt x="526638" y="157900"/>
                </a:cubicBezTo>
                <a:cubicBezTo>
                  <a:pt x="235784" y="157900"/>
                  <a:pt x="0" y="122553"/>
                  <a:pt x="0" y="78952"/>
                </a:cubicBezTo>
                <a:cubicBezTo>
                  <a:pt x="0" y="35347"/>
                  <a:pt x="235784" y="0"/>
                  <a:pt x="526638" y="0"/>
                </a:cubicBezTo>
                <a:cubicBezTo>
                  <a:pt x="817492" y="0"/>
                  <a:pt x="1053276" y="35347"/>
                  <a:pt x="1053276" y="78952"/>
                </a:cubicBezTo>
                <a:lnTo>
                  <a:pt x="1053276" y="263732"/>
                </a:lnTo>
                <a:cubicBezTo>
                  <a:pt x="1053276" y="307336"/>
                  <a:pt x="817492" y="342684"/>
                  <a:pt x="526638" y="342684"/>
                </a:cubicBezTo>
                <a:cubicBezTo>
                  <a:pt x="235784" y="342684"/>
                  <a:pt x="0" y="307336"/>
                  <a:pt x="0" y="263732"/>
                </a:cubicBezTo>
                <a:lnTo>
                  <a:pt x="0" y="78952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275" name="pdf-path-293">
            <a:extLst xmlns:a="http://schemas.openxmlformats.org/drawingml/2006/main">
              <a:ext uri="{FF2B5EF4-FFF2-40B4-BE49-F238E27FC236}">
                <a16:creationId xmlns:a16="http://schemas.microsoft.com/office/drawing/2014/main" id="{AC53400E-D1D7-4D51-9B10-38AEDF6B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7046882"/>
            <a:ext cx="1053275" cy="263733"/>
          </a:xfrm>
          <a:custGeom xmlns:a="http://schemas.openxmlformats.org/drawingml/2006/main">
            <a:pathLst>
              <a:path w="1053275" h="263733">
                <a:moveTo>
                  <a:pt x="0" y="0"/>
                </a:moveTo>
                <a:lnTo>
                  <a:pt x="0" y="0"/>
                </a:lnTo>
                <a:cubicBezTo>
                  <a:pt x="0" y="43604"/>
                  <a:pt x="235783" y="78951"/>
                  <a:pt x="526637" y="78951"/>
                </a:cubicBezTo>
                <a:cubicBezTo>
                  <a:pt x="817491" y="78951"/>
                  <a:pt x="1053275" y="43604"/>
                  <a:pt x="1053275" y="0"/>
                </a:cubicBezTo>
                <a:lnTo>
                  <a:pt x="1053275" y="184783"/>
                </a:lnTo>
                <a:cubicBezTo>
                  <a:pt x="1053275" y="228385"/>
                  <a:pt x="817491" y="263733"/>
                  <a:pt x="526637" y="263733"/>
                </a:cubicBezTo>
                <a:cubicBezTo>
                  <a:pt x="235783" y="263733"/>
                  <a:pt x="0" y="228385"/>
                  <a:pt x="0" y="184783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A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df-path-294">
            <a:extLst xmlns:a="http://schemas.openxmlformats.org/drawingml/2006/main">
              <a:ext uri="{FF2B5EF4-FFF2-40B4-BE49-F238E27FC236}">
                <a16:creationId xmlns:a16="http://schemas.microsoft.com/office/drawing/2014/main" id="{0FD3BEF3-EED9-47ED-863B-43176AF9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6967931"/>
            <a:ext cx="1053275" cy="157902"/>
          </a:xfrm>
          <a:custGeom xmlns:a="http://schemas.openxmlformats.org/drawingml/2006/main">
            <a:pathLst>
              <a:path w="1053275" h="157902">
                <a:moveTo>
                  <a:pt x="0" y="78951"/>
                </a:moveTo>
                <a:lnTo>
                  <a:pt x="0" y="78951"/>
                </a:lnTo>
                <a:cubicBezTo>
                  <a:pt x="0" y="35347"/>
                  <a:pt x="235783" y="0"/>
                  <a:pt x="526637" y="0"/>
                </a:cubicBezTo>
                <a:cubicBezTo>
                  <a:pt x="817491" y="0"/>
                  <a:pt x="1053275" y="35347"/>
                  <a:pt x="1053275" y="78951"/>
                </a:cubicBezTo>
                <a:cubicBezTo>
                  <a:pt x="1053275" y="122555"/>
                  <a:pt x="817491" y="157902"/>
                  <a:pt x="526637" y="157902"/>
                </a:cubicBezTo>
                <a:cubicBezTo>
                  <a:pt x="235783" y="157902"/>
                  <a:pt x="0" y="122555"/>
                  <a:pt x="0" y="78951"/>
                </a:cubicBezTo>
              </a:path>
            </a:pathLst>
          </a:custGeom>
          <a:solidFill xmlns:a="http://schemas.openxmlformats.org/drawingml/2006/main">
            <a:srgbClr val="FFC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df-path-295">
            <a:extLst xmlns:a="http://schemas.openxmlformats.org/drawingml/2006/main">
              <a:ext uri="{FF2B5EF4-FFF2-40B4-BE49-F238E27FC236}">
                <a16:creationId xmlns:a16="http://schemas.microsoft.com/office/drawing/2014/main" id="{EA267A4F-43E3-435D-8D1E-06E5557A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6967931"/>
            <a:ext cx="1053275" cy="342684"/>
          </a:xfrm>
          <a:custGeom xmlns:a="http://schemas.openxmlformats.org/drawingml/2006/main">
            <a:pathLst>
              <a:path w="1053275" h="342684">
                <a:moveTo>
                  <a:pt x="1053275" y="78951"/>
                </a:moveTo>
                <a:lnTo>
                  <a:pt x="1053275" y="78951"/>
                </a:lnTo>
                <a:cubicBezTo>
                  <a:pt x="1053275" y="122555"/>
                  <a:pt x="817491" y="157902"/>
                  <a:pt x="526637" y="157902"/>
                </a:cubicBezTo>
                <a:cubicBezTo>
                  <a:pt x="235783" y="157902"/>
                  <a:pt x="0" y="122555"/>
                  <a:pt x="0" y="78951"/>
                </a:cubicBezTo>
                <a:cubicBezTo>
                  <a:pt x="0" y="35347"/>
                  <a:pt x="235783" y="0"/>
                  <a:pt x="526637" y="0"/>
                </a:cubicBezTo>
                <a:cubicBezTo>
                  <a:pt x="817491" y="0"/>
                  <a:pt x="1053275" y="35347"/>
                  <a:pt x="1053275" y="78951"/>
                </a:cubicBezTo>
                <a:lnTo>
                  <a:pt x="1053275" y="263734"/>
                </a:lnTo>
                <a:cubicBezTo>
                  <a:pt x="1053275" y="307336"/>
                  <a:pt x="817491" y="342684"/>
                  <a:pt x="526637" y="342684"/>
                </a:cubicBezTo>
                <a:cubicBezTo>
                  <a:pt x="235783" y="342684"/>
                  <a:pt x="0" y="307336"/>
                  <a:pt x="0" y="263734"/>
                </a:cubicBezTo>
                <a:lnTo>
                  <a:pt x="0" y="78951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df-path-296">
            <a:extLst xmlns:a="http://schemas.openxmlformats.org/drawingml/2006/main">
              <a:ext uri="{FF2B5EF4-FFF2-40B4-BE49-F238E27FC236}">
                <a16:creationId xmlns:a16="http://schemas.microsoft.com/office/drawing/2014/main" id="{55FD8235-044B-4E74-996F-CD5BBBCD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6967931"/>
            <a:ext cx="1053276" cy="342684"/>
          </a:xfrm>
          <a:custGeom xmlns:a="http://schemas.openxmlformats.org/drawingml/2006/main">
            <a:pathLst>
              <a:path w="1053276" h="342684">
                <a:moveTo>
                  <a:pt x="1053276" y="78953"/>
                </a:moveTo>
                <a:lnTo>
                  <a:pt x="1053276" y="78953"/>
                </a:lnTo>
                <a:cubicBezTo>
                  <a:pt x="1053276" y="122553"/>
                  <a:pt x="817492" y="157900"/>
                  <a:pt x="526638" y="157900"/>
                </a:cubicBezTo>
                <a:cubicBezTo>
                  <a:pt x="235784" y="157900"/>
                  <a:pt x="0" y="122553"/>
                  <a:pt x="0" y="78953"/>
                </a:cubicBezTo>
                <a:cubicBezTo>
                  <a:pt x="0" y="35347"/>
                  <a:pt x="235784" y="0"/>
                  <a:pt x="526638" y="0"/>
                </a:cubicBezTo>
                <a:cubicBezTo>
                  <a:pt x="817492" y="0"/>
                  <a:pt x="1053276" y="35347"/>
                  <a:pt x="1053276" y="78953"/>
                </a:cubicBezTo>
                <a:lnTo>
                  <a:pt x="1053276" y="263732"/>
                </a:lnTo>
                <a:cubicBezTo>
                  <a:pt x="1053276" y="307336"/>
                  <a:pt x="817492" y="342684"/>
                  <a:pt x="526638" y="342684"/>
                </a:cubicBezTo>
                <a:cubicBezTo>
                  <a:pt x="235784" y="342684"/>
                  <a:pt x="0" y="307336"/>
                  <a:pt x="0" y="263732"/>
                </a:cubicBezTo>
                <a:lnTo>
                  <a:pt x="0" y="78953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279" name="pdf-path-297">
            <a:extLst xmlns:a="http://schemas.openxmlformats.org/drawingml/2006/main">
              <a:ext uri="{FF2B5EF4-FFF2-40B4-BE49-F238E27FC236}">
                <a16:creationId xmlns:a16="http://schemas.microsoft.com/office/drawing/2014/main" id="{7AA3736E-D1D3-409D-94C0-715C3E1F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6874787"/>
            <a:ext cx="1053275" cy="263733"/>
          </a:xfrm>
          <a:custGeom xmlns:a="http://schemas.openxmlformats.org/drawingml/2006/main">
            <a:pathLst>
              <a:path w="1053275" h="263733">
                <a:moveTo>
                  <a:pt x="0" y="0"/>
                </a:moveTo>
                <a:lnTo>
                  <a:pt x="0" y="0"/>
                </a:lnTo>
                <a:cubicBezTo>
                  <a:pt x="0" y="43604"/>
                  <a:pt x="235783" y="78951"/>
                  <a:pt x="526637" y="78951"/>
                </a:cubicBezTo>
                <a:cubicBezTo>
                  <a:pt x="817491" y="78951"/>
                  <a:pt x="1053275" y="43604"/>
                  <a:pt x="1053275" y="0"/>
                </a:cubicBezTo>
                <a:lnTo>
                  <a:pt x="1053275" y="184783"/>
                </a:lnTo>
                <a:cubicBezTo>
                  <a:pt x="1053275" y="228385"/>
                  <a:pt x="817491" y="263733"/>
                  <a:pt x="526637" y="263733"/>
                </a:cubicBezTo>
                <a:cubicBezTo>
                  <a:pt x="235783" y="263733"/>
                  <a:pt x="0" y="228385"/>
                  <a:pt x="0" y="184783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A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pdf-path-298">
            <a:extLst xmlns:a="http://schemas.openxmlformats.org/drawingml/2006/main">
              <a:ext uri="{FF2B5EF4-FFF2-40B4-BE49-F238E27FC236}">
                <a16:creationId xmlns:a16="http://schemas.microsoft.com/office/drawing/2014/main" id="{F84F4D5E-9CE3-451D-A9FD-E4B3E89C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6795836"/>
            <a:ext cx="1053275" cy="157902"/>
          </a:xfrm>
          <a:custGeom xmlns:a="http://schemas.openxmlformats.org/drawingml/2006/main">
            <a:pathLst>
              <a:path w="1053275" h="157902">
                <a:moveTo>
                  <a:pt x="0" y="78951"/>
                </a:moveTo>
                <a:lnTo>
                  <a:pt x="0" y="78951"/>
                </a:lnTo>
                <a:cubicBezTo>
                  <a:pt x="0" y="35347"/>
                  <a:pt x="235783" y="0"/>
                  <a:pt x="526637" y="0"/>
                </a:cubicBezTo>
                <a:cubicBezTo>
                  <a:pt x="817491" y="0"/>
                  <a:pt x="1053275" y="35347"/>
                  <a:pt x="1053275" y="78951"/>
                </a:cubicBezTo>
                <a:cubicBezTo>
                  <a:pt x="1053275" y="122555"/>
                  <a:pt x="817491" y="157902"/>
                  <a:pt x="526637" y="157902"/>
                </a:cubicBezTo>
                <a:cubicBezTo>
                  <a:pt x="235783" y="157902"/>
                  <a:pt x="0" y="122555"/>
                  <a:pt x="0" y="78951"/>
                </a:cubicBezTo>
              </a:path>
            </a:pathLst>
          </a:custGeom>
          <a:solidFill xmlns:a="http://schemas.openxmlformats.org/drawingml/2006/main">
            <a:srgbClr val="FFC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df-path-299">
            <a:extLst xmlns:a="http://schemas.openxmlformats.org/drawingml/2006/main">
              <a:ext uri="{FF2B5EF4-FFF2-40B4-BE49-F238E27FC236}">
                <a16:creationId xmlns:a16="http://schemas.microsoft.com/office/drawing/2014/main" id="{32C1884E-3ED5-4208-8036-4ECFA7A6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6795836"/>
            <a:ext cx="1053275" cy="342684"/>
          </a:xfrm>
          <a:custGeom xmlns:a="http://schemas.openxmlformats.org/drawingml/2006/main">
            <a:pathLst>
              <a:path w="1053275" h="342684">
                <a:moveTo>
                  <a:pt x="1053275" y="78951"/>
                </a:moveTo>
                <a:lnTo>
                  <a:pt x="1053275" y="78951"/>
                </a:lnTo>
                <a:cubicBezTo>
                  <a:pt x="1053275" y="122555"/>
                  <a:pt x="817491" y="157902"/>
                  <a:pt x="526637" y="157902"/>
                </a:cubicBezTo>
                <a:cubicBezTo>
                  <a:pt x="235783" y="157902"/>
                  <a:pt x="0" y="122555"/>
                  <a:pt x="0" y="78951"/>
                </a:cubicBezTo>
                <a:cubicBezTo>
                  <a:pt x="0" y="35347"/>
                  <a:pt x="235783" y="0"/>
                  <a:pt x="526637" y="0"/>
                </a:cubicBezTo>
                <a:cubicBezTo>
                  <a:pt x="817491" y="0"/>
                  <a:pt x="1053275" y="35347"/>
                  <a:pt x="1053275" y="78951"/>
                </a:cubicBezTo>
                <a:lnTo>
                  <a:pt x="1053275" y="263734"/>
                </a:lnTo>
                <a:cubicBezTo>
                  <a:pt x="1053275" y="307336"/>
                  <a:pt x="817491" y="342684"/>
                  <a:pt x="526637" y="342684"/>
                </a:cubicBezTo>
                <a:cubicBezTo>
                  <a:pt x="235783" y="342684"/>
                  <a:pt x="0" y="307336"/>
                  <a:pt x="0" y="263734"/>
                </a:cubicBezTo>
                <a:lnTo>
                  <a:pt x="0" y="78951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pdf-path-300">
            <a:extLst xmlns:a="http://schemas.openxmlformats.org/drawingml/2006/main">
              <a:ext uri="{FF2B5EF4-FFF2-40B4-BE49-F238E27FC236}">
                <a16:creationId xmlns:a16="http://schemas.microsoft.com/office/drawing/2014/main" id="{D56BABE1-2FDB-40F8-BD08-20AC6BBD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6795836"/>
            <a:ext cx="1053276" cy="342684"/>
          </a:xfrm>
          <a:custGeom xmlns:a="http://schemas.openxmlformats.org/drawingml/2006/main">
            <a:pathLst>
              <a:path w="1053276" h="342684">
                <a:moveTo>
                  <a:pt x="1053276" y="78953"/>
                </a:moveTo>
                <a:lnTo>
                  <a:pt x="1053276" y="78953"/>
                </a:lnTo>
                <a:cubicBezTo>
                  <a:pt x="1053276" y="122553"/>
                  <a:pt x="817492" y="157900"/>
                  <a:pt x="526638" y="157900"/>
                </a:cubicBezTo>
                <a:cubicBezTo>
                  <a:pt x="235784" y="157900"/>
                  <a:pt x="0" y="122553"/>
                  <a:pt x="0" y="78953"/>
                </a:cubicBezTo>
                <a:cubicBezTo>
                  <a:pt x="0" y="35347"/>
                  <a:pt x="235784" y="0"/>
                  <a:pt x="526638" y="0"/>
                </a:cubicBezTo>
                <a:cubicBezTo>
                  <a:pt x="817492" y="0"/>
                  <a:pt x="1053276" y="35347"/>
                  <a:pt x="1053276" y="78953"/>
                </a:cubicBezTo>
                <a:lnTo>
                  <a:pt x="1053276" y="263732"/>
                </a:lnTo>
                <a:cubicBezTo>
                  <a:pt x="1053276" y="307336"/>
                  <a:pt x="817492" y="342684"/>
                  <a:pt x="526638" y="342684"/>
                </a:cubicBezTo>
                <a:cubicBezTo>
                  <a:pt x="235784" y="342684"/>
                  <a:pt x="0" y="307336"/>
                  <a:pt x="0" y="263732"/>
                </a:cubicBezTo>
                <a:lnTo>
                  <a:pt x="0" y="78953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283" name="pdf-path-301">
            <a:extLst xmlns:a="http://schemas.openxmlformats.org/drawingml/2006/main">
              <a:ext uri="{FF2B5EF4-FFF2-40B4-BE49-F238E27FC236}">
                <a16:creationId xmlns:a16="http://schemas.microsoft.com/office/drawing/2014/main" id="{CFCF706A-E3E3-4FBD-861C-63520CBD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6704198"/>
            <a:ext cx="1053275" cy="263733"/>
          </a:xfrm>
          <a:custGeom xmlns:a="http://schemas.openxmlformats.org/drawingml/2006/main">
            <a:pathLst>
              <a:path w="1053275" h="263733">
                <a:moveTo>
                  <a:pt x="0" y="0"/>
                </a:moveTo>
                <a:lnTo>
                  <a:pt x="0" y="0"/>
                </a:lnTo>
                <a:cubicBezTo>
                  <a:pt x="0" y="43605"/>
                  <a:pt x="235783" y="78951"/>
                  <a:pt x="526637" y="78951"/>
                </a:cubicBezTo>
                <a:cubicBezTo>
                  <a:pt x="817491" y="78951"/>
                  <a:pt x="1053275" y="43605"/>
                  <a:pt x="1053275" y="0"/>
                </a:cubicBezTo>
                <a:lnTo>
                  <a:pt x="1053275" y="184783"/>
                </a:lnTo>
                <a:cubicBezTo>
                  <a:pt x="1053275" y="228385"/>
                  <a:pt x="817491" y="263733"/>
                  <a:pt x="526637" y="263733"/>
                </a:cubicBezTo>
                <a:cubicBezTo>
                  <a:pt x="235783" y="263733"/>
                  <a:pt x="0" y="228385"/>
                  <a:pt x="0" y="184783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A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df-path-302">
            <a:extLst xmlns:a="http://schemas.openxmlformats.org/drawingml/2006/main">
              <a:ext uri="{FF2B5EF4-FFF2-40B4-BE49-F238E27FC236}">
                <a16:creationId xmlns:a16="http://schemas.microsoft.com/office/drawing/2014/main" id="{4BE275BD-3F14-4506-A9EF-A30F1B58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6625248"/>
            <a:ext cx="1053275" cy="157901"/>
          </a:xfrm>
          <a:custGeom xmlns:a="http://schemas.openxmlformats.org/drawingml/2006/main">
            <a:pathLst>
              <a:path w="1053275" h="157901">
                <a:moveTo>
                  <a:pt x="0" y="78950"/>
                </a:moveTo>
                <a:lnTo>
                  <a:pt x="0" y="78950"/>
                </a:lnTo>
                <a:cubicBezTo>
                  <a:pt x="0" y="35347"/>
                  <a:pt x="235783" y="0"/>
                  <a:pt x="526637" y="0"/>
                </a:cubicBezTo>
                <a:cubicBezTo>
                  <a:pt x="817491" y="0"/>
                  <a:pt x="1053275" y="35347"/>
                  <a:pt x="1053275" y="78950"/>
                </a:cubicBezTo>
                <a:cubicBezTo>
                  <a:pt x="1053275" y="122555"/>
                  <a:pt x="817491" y="157901"/>
                  <a:pt x="526637" y="157901"/>
                </a:cubicBezTo>
                <a:cubicBezTo>
                  <a:pt x="235783" y="157901"/>
                  <a:pt x="0" y="122555"/>
                  <a:pt x="0" y="78950"/>
                </a:cubicBezTo>
              </a:path>
            </a:pathLst>
          </a:custGeom>
          <a:solidFill xmlns:a="http://schemas.openxmlformats.org/drawingml/2006/main">
            <a:srgbClr val="FFC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df-path-303">
            <a:extLst xmlns:a="http://schemas.openxmlformats.org/drawingml/2006/main">
              <a:ext uri="{FF2B5EF4-FFF2-40B4-BE49-F238E27FC236}">
                <a16:creationId xmlns:a16="http://schemas.microsoft.com/office/drawing/2014/main" id="{CF4784EB-6FAA-4CC8-BBEC-9CC6ACD5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6625248"/>
            <a:ext cx="1053275" cy="342683"/>
          </a:xfrm>
          <a:custGeom xmlns:a="http://schemas.openxmlformats.org/drawingml/2006/main">
            <a:pathLst>
              <a:path w="1053275" h="342683">
                <a:moveTo>
                  <a:pt x="1053275" y="78950"/>
                </a:moveTo>
                <a:lnTo>
                  <a:pt x="1053275" y="78950"/>
                </a:lnTo>
                <a:cubicBezTo>
                  <a:pt x="1053275" y="122555"/>
                  <a:pt x="817491" y="157901"/>
                  <a:pt x="526637" y="157901"/>
                </a:cubicBezTo>
                <a:cubicBezTo>
                  <a:pt x="235783" y="157901"/>
                  <a:pt x="0" y="122555"/>
                  <a:pt x="0" y="78950"/>
                </a:cubicBezTo>
                <a:cubicBezTo>
                  <a:pt x="0" y="35347"/>
                  <a:pt x="235783" y="0"/>
                  <a:pt x="526637" y="0"/>
                </a:cubicBezTo>
                <a:cubicBezTo>
                  <a:pt x="817491" y="0"/>
                  <a:pt x="1053275" y="35347"/>
                  <a:pt x="1053275" y="78950"/>
                </a:cubicBezTo>
                <a:lnTo>
                  <a:pt x="1053275" y="263733"/>
                </a:lnTo>
                <a:cubicBezTo>
                  <a:pt x="1053275" y="307336"/>
                  <a:pt x="817491" y="342683"/>
                  <a:pt x="526637" y="342683"/>
                </a:cubicBezTo>
                <a:cubicBezTo>
                  <a:pt x="235783" y="342683"/>
                  <a:pt x="0" y="307336"/>
                  <a:pt x="0" y="263733"/>
                </a:cubicBezTo>
                <a:lnTo>
                  <a:pt x="0" y="7895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df-path-304">
            <a:extLst xmlns:a="http://schemas.openxmlformats.org/drawingml/2006/main">
              <a:ext uri="{FF2B5EF4-FFF2-40B4-BE49-F238E27FC236}">
                <a16:creationId xmlns:a16="http://schemas.microsoft.com/office/drawing/2014/main" id="{45E93203-7818-4D95-9E74-375A733D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6625247"/>
            <a:ext cx="1053276" cy="342684"/>
          </a:xfrm>
          <a:custGeom xmlns:a="http://schemas.openxmlformats.org/drawingml/2006/main">
            <a:pathLst>
              <a:path w="1053276" h="342684">
                <a:moveTo>
                  <a:pt x="1053276" y="78953"/>
                </a:moveTo>
                <a:lnTo>
                  <a:pt x="1053276" y="78953"/>
                </a:lnTo>
                <a:cubicBezTo>
                  <a:pt x="1053276" y="122554"/>
                  <a:pt x="817492" y="157900"/>
                  <a:pt x="526638" y="157900"/>
                </a:cubicBezTo>
                <a:cubicBezTo>
                  <a:pt x="235784" y="157900"/>
                  <a:pt x="0" y="122554"/>
                  <a:pt x="0" y="78953"/>
                </a:cubicBezTo>
                <a:cubicBezTo>
                  <a:pt x="0" y="35347"/>
                  <a:pt x="235784" y="0"/>
                  <a:pt x="526638" y="0"/>
                </a:cubicBezTo>
                <a:cubicBezTo>
                  <a:pt x="817492" y="0"/>
                  <a:pt x="1053276" y="35347"/>
                  <a:pt x="1053276" y="78953"/>
                </a:cubicBezTo>
                <a:lnTo>
                  <a:pt x="1053276" y="263733"/>
                </a:lnTo>
                <a:cubicBezTo>
                  <a:pt x="1053276" y="307336"/>
                  <a:pt x="817492" y="342684"/>
                  <a:pt x="526638" y="342684"/>
                </a:cubicBezTo>
                <a:cubicBezTo>
                  <a:pt x="235784" y="342684"/>
                  <a:pt x="0" y="307336"/>
                  <a:pt x="0" y="263733"/>
                </a:cubicBezTo>
                <a:lnTo>
                  <a:pt x="0" y="78953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287" name="pdf-path-305">
            <a:extLst xmlns:a="http://schemas.openxmlformats.org/drawingml/2006/main">
              <a:ext uri="{FF2B5EF4-FFF2-40B4-BE49-F238E27FC236}">
                <a16:creationId xmlns:a16="http://schemas.microsoft.com/office/drawing/2014/main" id="{9B379E79-7DEB-4812-9FC9-3F7871C2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6523377"/>
            <a:ext cx="1053275" cy="263733"/>
          </a:xfrm>
          <a:custGeom xmlns:a="http://schemas.openxmlformats.org/drawingml/2006/main">
            <a:pathLst>
              <a:path w="1053275" h="263733">
                <a:moveTo>
                  <a:pt x="0" y="0"/>
                </a:moveTo>
                <a:lnTo>
                  <a:pt x="0" y="0"/>
                </a:lnTo>
                <a:cubicBezTo>
                  <a:pt x="0" y="43604"/>
                  <a:pt x="235783" y="78951"/>
                  <a:pt x="526637" y="78951"/>
                </a:cubicBezTo>
                <a:cubicBezTo>
                  <a:pt x="817491" y="78951"/>
                  <a:pt x="1053275" y="43604"/>
                  <a:pt x="1053275" y="0"/>
                </a:cubicBezTo>
                <a:lnTo>
                  <a:pt x="1053275" y="184783"/>
                </a:lnTo>
                <a:cubicBezTo>
                  <a:pt x="1053275" y="228385"/>
                  <a:pt x="817491" y="263733"/>
                  <a:pt x="526637" y="263733"/>
                </a:cubicBezTo>
                <a:cubicBezTo>
                  <a:pt x="235783" y="263733"/>
                  <a:pt x="0" y="228385"/>
                  <a:pt x="0" y="184783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A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df-path-306">
            <a:extLst xmlns:a="http://schemas.openxmlformats.org/drawingml/2006/main">
              <a:ext uri="{FF2B5EF4-FFF2-40B4-BE49-F238E27FC236}">
                <a16:creationId xmlns:a16="http://schemas.microsoft.com/office/drawing/2014/main" id="{E3170C04-C681-4AF8-870E-37F652B9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6444427"/>
            <a:ext cx="1053275" cy="157901"/>
          </a:xfrm>
          <a:custGeom xmlns:a="http://schemas.openxmlformats.org/drawingml/2006/main">
            <a:pathLst>
              <a:path w="1053275" h="157901">
                <a:moveTo>
                  <a:pt x="0" y="78950"/>
                </a:moveTo>
                <a:lnTo>
                  <a:pt x="0" y="78950"/>
                </a:lnTo>
                <a:cubicBezTo>
                  <a:pt x="0" y="35346"/>
                  <a:pt x="235783" y="0"/>
                  <a:pt x="526637" y="0"/>
                </a:cubicBezTo>
                <a:cubicBezTo>
                  <a:pt x="817491" y="0"/>
                  <a:pt x="1053275" y="35346"/>
                  <a:pt x="1053275" y="78950"/>
                </a:cubicBezTo>
                <a:cubicBezTo>
                  <a:pt x="1053275" y="122554"/>
                  <a:pt x="817491" y="157901"/>
                  <a:pt x="526637" y="157901"/>
                </a:cubicBezTo>
                <a:cubicBezTo>
                  <a:pt x="235783" y="157901"/>
                  <a:pt x="0" y="122554"/>
                  <a:pt x="0" y="78950"/>
                </a:cubicBezTo>
              </a:path>
            </a:pathLst>
          </a:custGeom>
          <a:solidFill xmlns:a="http://schemas.openxmlformats.org/drawingml/2006/main">
            <a:srgbClr val="FFC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df-path-307">
            <a:extLst xmlns:a="http://schemas.openxmlformats.org/drawingml/2006/main">
              <a:ext uri="{FF2B5EF4-FFF2-40B4-BE49-F238E27FC236}">
                <a16:creationId xmlns:a16="http://schemas.microsoft.com/office/drawing/2014/main" id="{2812C219-81C6-4227-874A-A2E8A68B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6444427"/>
            <a:ext cx="1053275" cy="342683"/>
          </a:xfrm>
          <a:custGeom xmlns:a="http://schemas.openxmlformats.org/drawingml/2006/main">
            <a:pathLst>
              <a:path w="1053275" h="342683">
                <a:moveTo>
                  <a:pt x="1053275" y="78950"/>
                </a:moveTo>
                <a:lnTo>
                  <a:pt x="1053275" y="78950"/>
                </a:lnTo>
                <a:cubicBezTo>
                  <a:pt x="1053275" y="122554"/>
                  <a:pt x="817491" y="157901"/>
                  <a:pt x="526637" y="157901"/>
                </a:cubicBezTo>
                <a:cubicBezTo>
                  <a:pt x="235783" y="157901"/>
                  <a:pt x="0" y="122554"/>
                  <a:pt x="0" y="78950"/>
                </a:cubicBezTo>
                <a:cubicBezTo>
                  <a:pt x="0" y="35346"/>
                  <a:pt x="235783" y="0"/>
                  <a:pt x="526637" y="0"/>
                </a:cubicBezTo>
                <a:cubicBezTo>
                  <a:pt x="817491" y="0"/>
                  <a:pt x="1053275" y="35346"/>
                  <a:pt x="1053275" y="78950"/>
                </a:cubicBezTo>
                <a:lnTo>
                  <a:pt x="1053275" y="263733"/>
                </a:lnTo>
                <a:cubicBezTo>
                  <a:pt x="1053275" y="307336"/>
                  <a:pt x="817491" y="342683"/>
                  <a:pt x="526637" y="342683"/>
                </a:cubicBezTo>
                <a:cubicBezTo>
                  <a:pt x="235783" y="342683"/>
                  <a:pt x="0" y="307336"/>
                  <a:pt x="0" y="263733"/>
                </a:cubicBezTo>
                <a:lnTo>
                  <a:pt x="0" y="7895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df-path-308">
            <a:extLst xmlns:a="http://schemas.openxmlformats.org/drawingml/2006/main">
              <a:ext uri="{FF2B5EF4-FFF2-40B4-BE49-F238E27FC236}">
                <a16:creationId xmlns:a16="http://schemas.microsoft.com/office/drawing/2014/main" id="{ADC4C88F-54E4-44D4-B9FE-2CC7E68D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6444426"/>
            <a:ext cx="1053276" cy="342684"/>
          </a:xfrm>
          <a:custGeom xmlns:a="http://schemas.openxmlformats.org/drawingml/2006/main">
            <a:pathLst>
              <a:path w="1053276" h="342684">
                <a:moveTo>
                  <a:pt x="1053276" y="78953"/>
                </a:moveTo>
                <a:lnTo>
                  <a:pt x="1053276" y="78953"/>
                </a:lnTo>
                <a:cubicBezTo>
                  <a:pt x="1053276" y="122554"/>
                  <a:pt x="817492" y="157900"/>
                  <a:pt x="526638" y="157900"/>
                </a:cubicBezTo>
                <a:cubicBezTo>
                  <a:pt x="235784" y="157900"/>
                  <a:pt x="0" y="122554"/>
                  <a:pt x="0" y="78953"/>
                </a:cubicBezTo>
                <a:cubicBezTo>
                  <a:pt x="0" y="35347"/>
                  <a:pt x="235784" y="0"/>
                  <a:pt x="526638" y="0"/>
                </a:cubicBezTo>
                <a:cubicBezTo>
                  <a:pt x="817492" y="0"/>
                  <a:pt x="1053276" y="35347"/>
                  <a:pt x="1053276" y="78953"/>
                </a:cubicBezTo>
                <a:lnTo>
                  <a:pt x="1053276" y="263733"/>
                </a:lnTo>
                <a:cubicBezTo>
                  <a:pt x="1053276" y="307336"/>
                  <a:pt x="817492" y="342684"/>
                  <a:pt x="526638" y="342684"/>
                </a:cubicBezTo>
                <a:cubicBezTo>
                  <a:pt x="235784" y="342684"/>
                  <a:pt x="0" y="307336"/>
                  <a:pt x="0" y="263733"/>
                </a:cubicBezTo>
                <a:lnTo>
                  <a:pt x="0" y="78953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291" name="pdf-path-309">
            <a:extLst xmlns:a="http://schemas.openxmlformats.org/drawingml/2006/main">
              <a:ext uri="{FF2B5EF4-FFF2-40B4-BE49-F238E27FC236}">
                <a16:creationId xmlns:a16="http://schemas.microsoft.com/office/drawing/2014/main" id="{36834D53-6986-40C3-B992-E84FB8AA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6340315"/>
            <a:ext cx="1053275" cy="263733"/>
          </a:xfrm>
          <a:custGeom xmlns:a="http://schemas.openxmlformats.org/drawingml/2006/main">
            <a:pathLst>
              <a:path w="1053275" h="263733">
                <a:moveTo>
                  <a:pt x="0" y="0"/>
                </a:moveTo>
                <a:lnTo>
                  <a:pt x="0" y="0"/>
                </a:lnTo>
                <a:cubicBezTo>
                  <a:pt x="0" y="43604"/>
                  <a:pt x="235783" y="78951"/>
                  <a:pt x="526637" y="78951"/>
                </a:cubicBezTo>
                <a:cubicBezTo>
                  <a:pt x="817491" y="78951"/>
                  <a:pt x="1053275" y="43604"/>
                  <a:pt x="1053275" y="0"/>
                </a:cubicBezTo>
                <a:lnTo>
                  <a:pt x="1053275" y="184783"/>
                </a:lnTo>
                <a:cubicBezTo>
                  <a:pt x="1053275" y="228385"/>
                  <a:pt x="817491" y="263733"/>
                  <a:pt x="526637" y="263733"/>
                </a:cubicBezTo>
                <a:cubicBezTo>
                  <a:pt x="235783" y="263733"/>
                  <a:pt x="0" y="228385"/>
                  <a:pt x="0" y="184783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A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df-path-310">
            <a:extLst xmlns:a="http://schemas.openxmlformats.org/drawingml/2006/main">
              <a:ext uri="{FF2B5EF4-FFF2-40B4-BE49-F238E27FC236}">
                <a16:creationId xmlns:a16="http://schemas.microsoft.com/office/drawing/2014/main" id="{B40B870B-FD5B-4A3E-BB9E-677562A2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6261365"/>
            <a:ext cx="1053275" cy="157901"/>
          </a:xfrm>
          <a:custGeom xmlns:a="http://schemas.openxmlformats.org/drawingml/2006/main">
            <a:pathLst>
              <a:path w="1053275" h="157901">
                <a:moveTo>
                  <a:pt x="0" y="78950"/>
                </a:moveTo>
                <a:lnTo>
                  <a:pt x="0" y="78950"/>
                </a:lnTo>
                <a:cubicBezTo>
                  <a:pt x="0" y="35346"/>
                  <a:pt x="235783" y="0"/>
                  <a:pt x="526637" y="0"/>
                </a:cubicBezTo>
                <a:cubicBezTo>
                  <a:pt x="817491" y="0"/>
                  <a:pt x="1053275" y="35346"/>
                  <a:pt x="1053275" y="78950"/>
                </a:cubicBezTo>
                <a:cubicBezTo>
                  <a:pt x="1053275" y="122554"/>
                  <a:pt x="817491" y="157901"/>
                  <a:pt x="526637" y="157901"/>
                </a:cubicBezTo>
                <a:cubicBezTo>
                  <a:pt x="235783" y="157901"/>
                  <a:pt x="0" y="122554"/>
                  <a:pt x="0" y="78950"/>
                </a:cubicBezTo>
              </a:path>
            </a:pathLst>
          </a:custGeom>
          <a:solidFill xmlns:a="http://schemas.openxmlformats.org/drawingml/2006/main">
            <a:srgbClr val="FFC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df-path-311">
            <a:extLst xmlns:a="http://schemas.openxmlformats.org/drawingml/2006/main">
              <a:ext uri="{FF2B5EF4-FFF2-40B4-BE49-F238E27FC236}">
                <a16:creationId xmlns:a16="http://schemas.microsoft.com/office/drawing/2014/main" id="{2DC24392-9419-450D-9DE4-6A77575F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6261365"/>
            <a:ext cx="1053275" cy="342683"/>
          </a:xfrm>
          <a:custGeom xmlns:a="http://schemas.openxmlformats.org/drawingml/2006/main">
            <a:pathLst>
              <a:path w="1053275" h="342683">
                <a:moveTo>
                  <a:pt x="1053275" y="78950"/>
                </a:moveTo>
                <a:lnTo>
                  <a:pt x="1053275" y="78950"/>
                </a:lnTo>
                <a:cubicBezTo>
                  <a:pt x="1053275" y="122554"/>
                  <a:pt x="817491" y="157901"/>
                  <a:pt x="526637" y="157901"/>
                </a:cubicBezTo>
                <a:cubicBezTo>
                  <a:pt x="235783" y="157901"/>
                  <a:pt x="0" y="122554"/>
                  <a:pt x="0" y="78950"/>
                </a:cubicBezTo>
                <a:cubicBezTo>
                  <a:pt x="0" y="35346"/>
                  <a:pt x="235783" y="0"/>
                  <a:pt x="526637" y="0"/>
                </a:cubicBezTo>
                <a:cubicBezTo>
                  <a:pt x="817491" y="0"/>
                  <a:pt x="1053275" y="35346"/>
                  <a:pt x="1053275" y="78950"/>
                </a:cubicBezTo>
                <a:lnTo>
                  <a:pt x="1053275" y="263733"/>
                </a:lnTo>
                <a:cubicBezTo>
                  <a:pt x="1053275" y="307336"/>
                  <a:pt x="817491" y="342683"/>
                  <a:pt x="526637" y="342683"/>
                </a:cubicBezTo>
                <a:cubicBezTo>
                  <a:pt x="235783" y="342683"/>
                  <a:pt x="0" y="307336"/>
                  <a:pt x="0" y="263733"/>
                </a:cubicBezTo>
                <a:lnTo>
                  <a:pt x="0" y="7895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df-path-312">
            <a:extLst xmlns:a="http://schemas.openxmlformats.org/drawingml/2006/main">
              <a:ext uri="{FF2B5EF4-FFF2-40B4-BE49-F238E27FC236}">
                <a16:creationId xmlns:a16="http://schemas.microsoft.com/office/drawing/2014/main" id="{5B102718-2D34-4A1A-8F09-2D6F18A9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8061" y="6261364"/>
            <a:ext cx="1053276" cy="342684"/>
          </a:xfrm>
          <a:custGeom xmlns:a="http://schemas.openxmlformats.org/drawingml/2006/main">
            <a:pathLst>
              <a:path w="1053276" h="342684">
                <a:moveTo>
                  <a:pt x="1053276" y="78953"/>
                </a:moveTo>
                <a:lnTo>
                  <a:pt x="1053276" y="78953"/>
                </a:lnTo>
                <a:cubicBezTo>
                  <a:pt x="1053276" y="122554"/>
                  <a:pt x="817492" y="157900"/>
                  <a:pt x="526638" y="157900"/>
                </a:cubicBezTo>
                <a:cubicBezTo>
                  <a:pt x="235784" y="157900"/>
                  <a:pt x="0" y="122554"/>
                  <a:pt x="0" y="78953"/>
                </a:cubicBezTo>
                <a:cubicBezTo>
                  <a:pt x="0" y="35347"/>
                  <a:pt x="235784" y="0"/>
                  <a:pt x="526638" y="0"/>
                </a:cubicBezTo>
                <a:cubicBezTo>
                  <a:pt x="817492" y="0"/>
                  <a:pt x="1053276" y="35347"/>
                  <a:pt x="1053276" y="78953"/>
                </a:cubicBezTo>
                <a:lnTo>
                  <a:pt x="1053276" y="263733"/>
                </a:lnTo>
                <a:cubicBezTo>
                  <a:pt x="1053276" y="307336"/>
                  <a:pt x="817492" y="342684"/>
                  <a:pt x="526638" y="342684"/>
                </a:cubicBezTo>
                <a:cubicBezTo>
                  <a:pt x="235784" y="342684"/>
                  <a:pt x="0" y="307336"/>
                  <a:pt x="0" y="263733"/>
                </a:cubicBezTo>
                <a:lnTo>
                  <a:pt x="0" y="78953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295" name="pdf-path-313">
            <a:extLst xmlns:a="http://schemas.openxmlformats.org/drawingml/2006/main">
              <a:ext uri="{FF2B5EF4-FFF2-40B4-BE49-F238E27FC236}">
                <a16:creationId xmlns:a16="http://schemas.microsoft.com/office/drawing/2014/main" id="{EFA31761-D83E-4AF2-BF97-D784DB32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7226691"/>
            <a:ext cx="1053276" cy="263733"/>
          </a:xfrm>
          <a:custGeom xmlns:a="http://schemas.openxmlformats.org/drawingml/2006/main">
            <a:pathLst>
              <a:path w="1053276" h="263733">
                <a:moveTo>
                  <a:pt x="0" y="0"/>
                </a:moveTo>
                <a:lnTo>
                  <a:pt x="0" y="0"/>
                </a:lnTo>
                <a:cubicBezTo>
                  <a:pt x="0" y="43604"/>
                  <a:pt x="235784" y="78951"/>
                  <a:pt x="526638" y="78951"/>
                </a:cubicBezTo>
                <a:cubicBezTo>
                  <a:pt x="817492" y="78951"/>
                  <a:pt x="1053276" y="43604"/>
                  <a:pt x="1053276" y="0"/>
                </a:cubicBezTo>
                <a:lnTo>
                  <a:pt x="1053276" y="184783"/>
                </a:lnTo>
                <a:cubicBezTo>
                  <a:pt x="1053276" y="228386"/>
                  <a:pt x="817492" y="263733"/>
                  <a:pt x="526638" y="263733"/>
                </a:cubicBezTo>
                <a:cubicBezTo>
                  <a:pt x="235784" y="263733"/>
                  <a:pt x="0" y="228386"/>
                  <a:pt x="0" y="184783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df-path-314">
            <a:extLst xmlns:a="http://schemas.openxmlformats.org/drawingml/2006/main">
              <a:ext uri="{FF2B5EF4-FFF2-40B4-BE49-F238E27FC236}">
                <a16:creationId xmlns:a16="http://schemas.microsoft.com/office/drawing/2014/main" id="{55796B01-8C94-46CB-BE86-08D4EA38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7147741"/>
            <a:ext cx="1053276" cy="157901"/>
          </a:xfrm>
          <a:custGeom xmlns:a="http://schemas.openxmlformats.org/drawingml/2006/main">
            <a:pathLst>
              <a:path w="1053276" h="157901">
                <a:moveTo>
                  <a:pt x="0" y="78950"/>
                </a:moveTo>
                <a:lnTo>
                  <a:pt x="0" y="78950"/>
                </a:lnTo>
                <a:cubicBezTo>
                  <a:pt x="0" y="35346"/>
                  <a:pt x="235784" y="0"/>
                  <a:pt x="526638" y="0"/>
                </a:cubicBezTo>
                <a:cubicBezTo>
                  <a:pt x="817492" y="0"/>
                  <a:pt x="1053276" y="35346"/>
                  <a:pt x="1053276" y="78950"/>
                </a:cubicBezTo>
                <a:cubicBezTo>
                  <a:pt x="1053276" y="122554"/>
                  <a:pt x="817492" y="157901"/>
                  <a:pt x="526638" y="157901"/>
                </a:cubicBezTo>
                <a:cubicBezTo>
                  <a:pt x="235784" y="157901"/>
                  <a:pt x="0" y="122554"/>
                  <a:pt x="0" y="78950"/>
                </a:cubicBezTo>
              </a:path>
            </a:pathLst>
          </a:custGeom>
          <a:solidFill xmlns:a="http://schemas.openxmlformats.org/drawingml/2006/main">
            <a:srgbClr val="F8E0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df-path-315">
            <a:extLst xmlns:a="http://schemas.openxmlformats.org/drawingml/2006/main">
              <a:ext uri="{FF2B5EF4-FFF2-40B4-BE49-F238E27FC236}">
                <a16:creationId xmlns:a16="http://schemas.microsoft.com/office/drawing/2014/main" id="{BE597073-817E-4252-9AD2-6F1D2BDC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7147741"/>
            <a:ext cx="1053276" cy="342683"/>
          </a:xfrm>
          <a:custGeom xmlns:a="http://schemas.openxmlformats.org/drawingml/2006/main">
            <a:pathLst>
              <a:path w="1053276" h="342683">
                <a:moveTo>
                  <a:pt x="1053276" y="78950"/>
                </a:moveTo>
                <a:lnTo>
                  <a:pt x="1053276" y="78950"/>
                </a:lnTo>
                <a:cubicBezTo>
                  <a:pt x="1053276" y="122554"/>
                  <a:pt x="817492" y="157901"/>
                  <a:pt x="526638" y="157901"/>
                </a:cubicBezTo>
                <a:cubicBezTo>
                  <a:pt x="235784" y="157901"/>
                  <a:pt x="0" y="122554"/>
                  <a:pt x="0" y="78950"/>
                </a:cubicBezTo>
                <a:cubicBezTo>
                  <a:pt x="0" y="35346"/>
                  <a:pt x="235784" y="0"/>
                  <a:pt x="526638" y="0"/>
                </a:cubicBezTo>
                <a:cubicBezTo>
                  <a:pt x="817492" y="0"/>
                  <a:pt x="1053276" y="35346"/>
                  <a:pt x="1053276" y="78950"/>
                </a:cubicBezTo>
                <a:lnTo>
                  <a:pt x="1053276" y="263733"/>
                </a:lnTo>
                <a:cubicBezTo>
                  <a:pt x="1053276" y="307336"/>
                  <a:pt x="817492" y="342683"/>
                  <a:pt x="526638" y="342683"/>
                </a:cubicBezTo>
                <a:cubicBezTo>
                  <a:pt x="235784" y="342683"/>
                  <a:pt x="0" y="307336"/>
                  <a:pt x="0" y="263733"/>
                </a:cubicBezTo>
                <a:lnTo>
                  <a:pt x="0" y="7895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df-path-316">
            <a:extLst xmlns:a="http://schemas.openxmlformats.org/drawingml/2006/main">
              <a:ext uri="{FF2B5EF4-FFF2-40B4-BE49-F238E27FC236}">
                <a16:creationId xmlns:a16="http://schemas.microsoft.com/office/drawing/2014/main" id="{E0E242BC-A9EB-40C4-9A32-7E82FD4B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7147740"/>
            <a:ext cx="1053276" cy="342684"/>
          </a:xfrm>
          <a:custGeom xmlns:a="http://schemas.openxmlformats.org/drawingml/2006/main">
            <a:pathLst>
              <a:path w="1053276" h="342684">
                <a:moveTo>
                  <a:pt x="1053276" y="78953"/>
                </a:moveTo>
                <a:lnTo>
                  <a:pt x="1053276" y="78953"/>
                </a:lnTo>
                <a:cubicBezTo>
                  <a:pt x="1053276" y="122554"/>
                  <a:pt x="817491" y="157900"/>
                  <a:pt x="526638" y="157900"/>
                </a:cubicBezTo>
                <a:cubicBezTo>
                  <a:pt x="235784" y="157900"/>
                  <a:pt x="0" y="122554"/>
                  <a:pt x="0" y="78953"/>
                </a:cubicBezTo>
                <a:cubicBezTo>
                  <a:pt x="0" y="35347"/>
                  <a:pt x="235784" y="0"/>
                  <a:pt x="526638" y="0"/>
                </a:cubicBezTo>
                <a:cubicBezTo>
                  <a:pt x="817491" y="0"/>
                  <a:pt x="1053276" y="35347"/>
                  <a:pt x="1053276" y="78953"/>
                </a:cubicBezTo>
                <a:lnTo>
                  <a:pt x="1053276" y="263732"/>
                </a:lnTo>
                <a:cubicBezTo>
                  <a:pt x="1053276" y="307336"/>
                  <a:pt x="817491" y="342684"/>
                  <a:pt x="526638" y="342684"/>
                </a:cubicBezTo>
                <a:cubicBezTo>
                  <a:pt x="235784" y="342684"/>
                  <a:pt x="0" y="307336"/>
                  <a:pt x="0" y="263732"/>
                </a:cubicBezTo>
                <a:lnTo>
                  <a:pt x="0" y="78953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299" name="pdf-path-317">
            <a:extLst xmlns:a="http://schemas.openxmlformats.org/drawingml/2006/main">
              <a:ext uri="{FF2B5EF4-FFF2-40B4-BE49-F238E27FC236}">
                <a16:creationId xmlns:a16="http://schemas.microsoft.com/office/drawing/2014/main" id="{732F33D9-E7E1-4F49-8D02-A53707BB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7045830"/>
            <a:ext cx="1053276" cy="263734"/>
          </a:xfrm>
          <a:custGeom xmlns:a="http://schemas.openxmlformats.org/drawingml/2006/main">
            <a:pathLst>
              <a:path w="1053276" h="263734">
                <a:moveTo>
                  <a:pt x="0" y="0"/>
                </a:moveTo>
                <a:lnTo>
                  <a:pt x="0" y="0"/>
                </a:lnTo>
                <a:cubicBezTo>
                  <a:pt x="0" y="43605"/>
                  <a:pt x="235784" y="78952"/>
                  <a:pt x="526638" y="78952"/>
                </a:cubicBezTo>
                <a:cubicBezTo>
                  <a:pt x="817492" y="78952"/>
                  <a:pt x="1053276" y="43605"/>
                  <a:pt x="1053276" y="0"/>
                </a:cubicBezTo>
                <a:lnTo>
                  <a:pt x="1053276" y="184783"/>
                </a:lnTo>
                <a:cubicBezTo>
                  <a:pt x="1053276" y="228386"/>
                  <a:pt x="817492" y="263734"/>
                  <a:pt x="526638" y="263734"/>
                </a:cubicBezTo>
                <a:cubicBezTo>
                  <a:pt x="235784" y="263734"/>
                  <a:pt x="0" y="228386"/>
                  <a:pt x="0" y="184783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pdf-path-318">
            <a:extLst xmlns:a="http://schemas.openxmlformats.org/drawingml/2006/main">
              <a:ext uri="{FF2B5EF4-FFF2-40B4-BE49-F238E27FC236}">
                <a16:creationId xmlns:a16="http://schemas.microsoft.com/office/drawing/2014/main" id="{ECAF4193-9737-49D9-B16D-5ADE6FB0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6966880"/>
            <a:ext cx="1053276" cy="157902"/>
          </a:xfrm>
          <a:custGeom xmlns:a="http://schemas.openxmlformats.org/drawingml/2006/main">
            <a:pathLst>
              <a:path w="1053276" h="157902">
                <a:moveTo>
                  <a:pt x="0" y="78950"/>
                </a:moveTo>
                <a:lnTo>
                  <a:pt x="0" y="78950"/>
                </a:lnTo>
                <a:cubicBezTo>
                  <a:pt x="0" y="35347"/>
                  <a:pt x="235784" y="0"/>
                  <a:pt x="526638" y="0"/>
                </a:cubicBezTo>
                <a:cubicBezTo>
                  <a:pt x="817492" y="0"/>
                  <a:pt x="1053276" y="35347"/>
                  <a:pt x="1053276" y="78950"/>
                </a:cubicBezTo>
                <a:cubicBezTo>
                  <a:pt x="1053276" y="122555"/>
                  <a:pt x="817492" y="157902"/>
                  <a:pt x="526638" y="157902"/>
                </a:cubicBezTo>
                <a:cubicBezTo>
                  <a:pt x="235784" y="157902"/>
                  <a:pt x="0" y="122555"/>
                  <a:pt x="0" y="78950"/>
                </a:cubicBezTo>
              </a:path>
            </a:pathLst>
          </a:custGeom>
          <a:solidFill xmlns:a="http://schemas.openxmlformats.org/drawingml/2006/main">
            <a:srgbClr val="F8E0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df-path-319">
            <a:extLst xmlns:a="http://schemas.openxmlformats.org/drawingml/2006/main">
              <a:ext uri="{FF2B5EF4-FFF2-40B4-BE49-F238E27FC236}">
                <a16:creationId xmlns:a16="http://schemas.microsoft.com/office/drawing/2014/main" id="{AC143406-9FB0-4784-B820-BC5D2A42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6966880"/>
            <a:ext cx="1053276" cy="342684"/>
          </a:xfrm>
          <a:custGeom xmlns:a="http://schemas.openxmlformats.org/drawingml/2006/main">
            <a:pathLst>
              <a:path w="1053276" h="342684">
                <a:moveTo>
                  <a:pt x="1053276" y="78950"/>
                </a:moveTo>
                <a:lnTo>
                  <a:pt x="1053276" y="78950"/>
                </a:lnTo>
                <a:cubicBezTo>
                  <a:pt x="1053276" y="122555"/>
                  <a:pt x="817492" y="157902"/>
                  <a:pt x="526638" y="157902"/>
                </a:cubicBezTo>
                <a:cubicBezTo>
                  <a:pt x="235784" y="157902"/>
                  <a:pt x="0" y="122555"/>
                  <a:pt x="0" y="78950"/>
                </a:cubicBezTo>
                <a:cubicBezTo>
                  <a:pt x="0" y="35347"/>
                  <a:pt x="235784" y="0"/>
                  <a:pt x="526638" y="0"/>
                </a:cubicBezTo>
                <a:cubicBezTo>
                  <a:pt x="817492" y="0"/>
                  <a:pt x="1053276" y="35347"/>
                  <a:pt x="1053276" y="78950"/>
                </a:cubicBezTo>
                <a:lnTo>
                  <a:pt x="1053276" y="263734"/>
                </a:lnTo>
                <a:cubicBezTo>
                  <a:pt x="1053276" y="307336"/>
                  <a:pt x="817492" y="342684"/>
                  <a:pt x="526638" y="342684"/>
                </a:cubicBezTo>
                <a:cubicBezTo>
                  <a:pt x="235784" y="342684"/>
                  <a:pt x="0" y="307336"/>
                  <a:pt x="0" y="263734"/>
                </a:cubicBezTo>
                <a:lnTo>
                  <a:pt x="0" y="7895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df-path-320">
            <a:extLst xmlns:a="http://schemas.openxmlformats.org/drawingml/2006/main">
              <a:ext uri="{FF2B5EF4-FFF2-40B4-BE49-F238E27FC236}">
                <a16:creationId xmlns:a16="http://schemas.microsoft.com/office/drawing/2014/main" id="{E5AC7DB0-B5A6-4B16-AF44-DC0D5AFA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6966880"/>
            <a:ext cx="1053276" cy="342684"/>
          </a:xfrm>
          <a:custGeom xmlns:a="http://schemas.openxmlformats.org/drawingml/2006/main">
            <a:pathLst>
              <a:path w="1053276" h="342684">
                <a:moveTo>
                  <a:pt x="1053276" y="78952"/>
                </a:moveTo>
                <a:lnTo>
                  <a:pt x="1053276" y="78952"/>
                </a:lnTo>
                <a:cubicBezTo>
                  <a:pt x="1053276" y="122554"/>
                  <a:pt x="817491" y="157899"/>
                  <a:pt x="526638" y="157899"/>
                </a:cubicBezTo>
                <a:cubicBezTo>
                  <a:pt x="235784" y="157899"/>
                  <a:pt x="0" y="122554"/>
                  <a:pt x="0" y="78952"/>
                </a:cubicBezTo>
                <a:cubicBezTo>
                  <a:pt x="0" y="35347"/>
                  <a:pt x="235784" y="0"/>
                  <a:pt x="526638" y="0"/>
                </a:cubicBezTo>
                <a:cubicBezTo>
                  <a:pt x="817491" y="0"/>
                  <a:pt x="1053276" y="35347"/>
                  <a:pt x="1053276" y="78952"/>
                </a:cubicBezTo>
                <a:lnTo>
                  <a:pt x="1053276" y="263732"/>
                </a:lnTo>
                <a:cubicBezTo>
                  <a:pt x="1053276" y="307336"/>
                  <a:pt x="817491" y="342684"/>
                  <a:pt x="526638" y="342684"/>
                </a:cubicBezTo>
                <a:cubicBezTo>
                  <a:pt x="235784" y="342684"/>
                  <a:pt x="0" y="307336"/>
                  <a:pt x="0" y="263732"/>
                </a:cubicBezTo>
                <a:lnTo>
                  <a:pt x="0" y="78952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303" name="pdf-path-321">
            <a:extLst xmlns:a="http://schemas.openxmlformats.org/drawingml/2006/main">
              <a:ext uri="{FF2B5EF4-FFF2-40B4-BE49-F238E27FC236}">
                <a16:creationId xmlns:a16="http://schemas.microsoft.com/office/drawing/2014/main" id="{D94CD82E-EBC4-4F06-A52A-AA0D566B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6873735"/>
            <a:ext cx="1053276" cy="263734"/>
          </a:xfrm>
          <a:custGeom xmlns:a="http://schemas.openxmlformats.org/drawingml/2006/main">
            <a:pathLst>
              <a:path w="1053276" h="263734">
                <a:moveTo>
                  <a:pt x="0" y="0"/>
                </a:moveTo>
                <a:lnTo>
                  <a:pt x="0" y="0"/>
                </a:lnTo>
                <a:cubicBezTo>
                  <a:pt x="0" y="43605"/>
                  <a:pt x="235784" y="78952"/>
                  <a:pt x="526638" y="78952"/>
                </a:cubicBezTo>
                <a:cubicBezTo>
                  <a:pt x="817492" y="78952"/>
                  <a:pt x="1053276" y="43605"/>
                  <a:pt x="1053276" y="0"/>
                </a:cubicBezTo>
                <a:lnTo>
                  <a:pt x="1053276" y="184783"/>
                </a:lnTo>
                <a:cubicBezTo>
                  <a:pt x="1053276" y="228386"/>
                  <a:pt x="817492" y="263734"/>
                  <a:pt x="526638" y="263734"/>
                </a:cubicBezTo>
                <a:cubicBezTo>
                  <a:pt x="235784" y="263734"/>
                  <a:pt x="0" y="228386"/>
                  <a:pt x="0" y="184783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df-path-322">
            <a:extLst xmlns:a="http://schemas.openxmlformats.org/drawingml/2006/main">
              <a:ext uri="{FF2B5EF4-FFF2-40B4-BE49-F238E27FC236}">
                <a16:creationId xmlns:a16="http://schemas.microsoft.com/office/drawing/2014/main" id="{A4E08657-711C-4F27-AA37-3F640819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6794785"/>
            <a:ext cx="1053276" cy="157902"/>
          </a:xfrm>
          <a:custGeom xmlns:a="http://schemas.openxmlformats.org/drawingml/2006/main">
            <a:pathLst>
              <a:path w="1053276" h="157902">
                <a:moveTo>
                  <a:pt x="0" y="78950"/>
                </a:moveTo>
                <a:lnTo>
                  <a:pt x="0" y="78950"/>
                </a:lnTo>
                <a:cubicBezTo>
                  <a:pt x="0" y="35347"/>
                  <a:pt x="235784" y="0"/>
                  <a:pt x="526638" y="0"/>
                </a:cubicBezTo>
                <a:cubicBezTo>
                  <a:pt x="817492" y="0"/>
                  <a:pt x="1053276" y="35347"/>
                  <a:pt x="1053276" y="78950"/>
                </a:cubicBezTo>
                <a:cubicBezTo>
                  <a:pt x="1053276" y="122555"/>
                  <a:pt x="817492" y="157902"/>
                  <a:pt x="526638" y="157902"/>
                </a:cubicBezTo>
                <a:cubicBezTo>
                  <a:pt x="235784" y="157902"/>
                  <a:pt x="0" y="122555"/>
                  <a:pt x="0" y="78950"/>
                </a:cubicBezTo>
              </a:path>
            </a:pathLst>
          </a:custGeom>
          <a:solidFill xmlns:a="http://schemas.openxmlformats.org/drawingml/2006/main">
            <a:srgbClr val="F8E0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df-path-323">
            <a:extLst xmlns:a="http://schemas.openxmlformats.org/drawingml/2006/main">
              <a:ext uri="{FF2B5EF4-FFF2-40B4-BE49-F238E27FC236}">
                <a16:creationId xmlns:a16="http://schemas.microsoft.com/office/drawing/2014/main" id="{75B44F82-B220-4893-B71B-CCC1042F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6794785"/>
            <a:ext cx="1053276" cy="342684"/>
          </a:xfrm>
          <a:custGeom xmlns:a="http://schemas.openxmlformats.org/drawingml/2006/main">
            <a:pathLst>
              <a:path w="1053276" h="342684">
                <a:moveTo>
                  <a:pt x="1053276" y="78950"/>
                </a:moveTo>
                <a:lnTo>
                  <a:pt x="1053276" y="78950"/>
                </a:lnTo>
                <a:cubicBezTo>
                  <a:pt x="1053276" y="122555"/>
                  <a:pt x="817492" y="157902"/>
                  <a:pt x="526638" y="157902"/>
                </a:cubicBezTo>
                <a:cubicBezTo>
                  <a:pt x="235784" y="157902"/>
                  <a:pt x="0" y="122555"/>
                  <a:pt x="0" y="78950"/>
                </a:cubicBezTo>
                <a:cubicBezTo>
                  <a:pt x="0" y="35347"/>
                  <a:pt x="235784" y="0"/>
                  <a:pt x="526638" y="0"/>
                </a:cubicBezTo>
                <a:cubicBezTo>
                  <a:pt x="817492" y="0"/>
                  <a:pt x="1053276" y="35347"/>
                  <a:pt x="1053276" y="78950"/>
                </a:cubicBezTo>
                <a:lnTo>
                  <a:pt x="1053276" y="263733"/>
                </a:lnTo>
                <a:cubicBezTo>
                  <a:pt x="1053276" y="307336"/>
                  <a:pt x="817492" y="342684"/>
                  <a:pt x="526638" y="342684"/>
                </a:cubicBezTo>
                <a:cubicBezTo>
                  <a:pt x="235784" y="342684"/>
                  <a:pt x="0" y="307336"/>
                  <a:pt x="0" y="263733"/>
                </a:cubicBezTo>
                <a:lnTo>
                  <a:pt x="0" y="7895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pdf-path-324">
            <a:extLst xmlns:a="http://schemas.openxmlformats.org/drawingml/2006/main">
              <a:ext uri="{FF2B5EF4-FFF2-40B4-BE49-F238E27FC236}">
                <a16:creationId xmlns:a16="http://schemas.microsoft.com/office/drawing/2014/main" id="{C4CCBA3B-4101-4B08-9F1F-6B8F15BE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6794785"/>
            <a:ext cx="1053276" cy="342683"/>
          </a:xfrm>
          <a:custGeom xmlns:a="http://schemas.openxmlformats.org/drawingml/2006/main">
            <a:pathLst>
              <a:path w="1053276" h="342683">
                <a:moveTo>
                  <a:pt x="1053276" y="78952"/>
                </a:moveTo>
                <a:lnTo>
                  <a:pt x="1053276" y="78952"/>
                </a:lnTo>
                <a:cubicBezTo>
                  <a:pt x="1053276" y="122554"/>
                  <a:pt x="817491" y="157899"/>
                  <a:pt x="526638" y="157899"/>
                </a:cubicBezTo>
                <a:cubicBezTo>
                  <a:pt x="235784" y="157899"/>
                  <a:pt x="0" y="122554"/>
                  <a:pt x="0" y="78952"/>
                </a:cubicBezTo>
                <a:cubicBezTo>
                  <a:pt x="0" y="35347"/>
                  <a:pt x="235784" y="0"/>
                  <a:pt x="526638" y="0"/>
                </a:cubicBezTo>
                <a:cubicBezTo>
                  <a:pt x="817491" y="0"/>
                  <a:pt x="1053276" y="35347"/>
                  <a:pt x="1053276" y="78952"/>
                </a:cubicBezTo>
                <a:lnTo>
                  <a:pt x="1053276" y="263732"/>
                </a:lnTo>
                <a:cubicBezTo>
                  <a:pt x="1053276" y="307336"/>
                  <a:pt x="817491" y="342683"/>
                  <a:pt x="526638" y="342683"/>
                </a:cubicBezTo>
                <a:cubicBezTo>
                  <a:pt x="235784" y="342683"/>
                  <a:pt x="0" y="307336"/>
                  <a:pt x="0" y="263732"/>
                </a:cubicBezTo>
                <a:lnTo>
                  <a:pt x="0" y="78952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307" name="pdf-path-325">
            <a:extLst xmlns:a="http://schemas.openxmlformats.org/drawingml/2006/main">
              <a:ext uri="{FF2B5EF4-FFF2-40B4-BE49-F238E27FC236}">
                <a16:creationId xmlns:a16="http://schemas.microsoft.com/office/drawing/2014/main" id="{AED0B07A-F265-4F7E-943A-DFBE015D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6703148"/>
            <a:ext cx="1053276" cy="263733"/>
          </a:xfrm>
          <a:custGeom xmlns:a="http://schemas.openxmlformats.org/drawingml/2006/main">
            <a:pathLst>
              <a:path w="1053276" h="263733">
                <a:moveTo>
                  <a:pt x="0" y="0"/>
                </a:moveTo>
                <a:lnTo>
                  <a:pt x="0" y="0"/>
                </a:lnTo>
                <a:cubicBezTo>
                  <a:pt x="0" y="43604"/>
                  <a:pt x="235784" y="78951"/>
                  <a:pt x="526638" y="78951"/>
                </a:cubicBezTo>
                <a:cubicBezTo>
                  <a:pt x="817492" y="78951"/>
                  <a:pt x="1053276" y="43604"/>
                  <a:pt x="1053276" y="0"/>
                </a:cubicBezTo>
                <a:lnTo>
                  <a:pt x="1053276" y="184783"/>
                </a:lnTo>
                <a:cubicBezTo>
                  <a:pt x="1053276" y="228385"/>
                  <a:pt x="817492" y="263733"/>
                  <a:pt x="526638" y="263733"/>
                </a:cubicBezTo>
                <a:cubicBezTo>
                  <a:pt x="235784" y="263733"/>
                  <a:pt x="0" y="228385"/>
                  <a:pt x="0" y="184783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pdf-path-326">
            <a:extLst xmlns:a="http://schemas.openxmlformats.org/drawingml/2006/main">
              <a:ext uri="{FF2B5EF4-FFF2-40B4-BE49-F238E27FC236}">
                <a16:creationId xmlns:a16="http://schemas.microsoft.com/office/drawing/2014/main" id="{8329CBE5-7906-43A4-88B5-EF54441F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6624197"/>
            <a:ext cx="1053276" cy="157902"/>
          </a:xfrm>
          <a:custGeom xmlns:a="http://schemas.openxmlformats.org/drawingml/2006/main">
            <a:pathLst>
              <a:path w="1053276" h="157902">
                <a:moveTo>
                  <a:pt x="0" y="78951"/>
                </a:moveTo>
                <a:lnTo>
                  <a:pt x="0" y="78951"/>
                </a:lnTo>
                <a:cubicBezTo>
                  <a:pt x="0" y="35347"/>
                  <a:pt x="235784" y="0"/>
                  <a:pt x="526638" y="0"/>
                </a:cubicBezTo>
                <a:cubicBezTo>
                  <a:pt x="817492" y="0"/>
                  <a:pt x="1053276" y="35347"/>
                  <a:pt x="1053276" y="78951"/>
                </a:cubicBezTo>
                <a:cubicBezTo>
                  <a:pt x="1053276" y="122555"/>
                  <a:pt x="817492" y="157902"/>
                  <a:pt x="526638" y="157902"/>
                </a:cubicBezTo>
                <a:cubicBezTo>
                  <a:pt x="235784" y="157902"/>
                  <a:pt x="0" y="122555"/>
                  <a:pt x="0" y="78951"/>
                </a:cubicBezTo>
              </a:path>
            </a:pathLst>
          </a:custGeom>
          <a:solidFill xmlns:a="http://schemas.openxmlformats.org/drawingml/2006/main">
            <a:srgbClr val="F8E0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pdf-path-327">
            <a:extLst xmlns:a="http://schemas.openxmlformats.org/drawingml/2006/main">
              <a:ext uri="{FF2B5EF4-FFF2-40B4-BE49-F238E27FC236}">
                <a16:creationId xmlns:a16="http://schemas.microsoft.com/office/drawing/2014/main" id="{AFFF2C39-1A91-4859-9217-0387917A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6624197"/>
            <a:ext cx="1053276" cy="342684"/>
          </a:xfrm>
          <a:custGeom xmlns:a="http://schemas.openxmlformats.org/drawingml/2006/main">
            <a:pathLst>
              <a:path w="1053276" h="342684">
                <a:moveTo>
                  <a:pt x="1053276" y="78951"/>
                </a:moveTo>
                <a:lnTo>
                  <a:pt x="1053276" y="78951"/>
                </a:lnTo>
                <a:cubicBezTo>
                  <a:pt x="1053276" y="122555"/>
                  <a:pt x="817492" y="157902"/>
                  <a:pt x="526638" y="157902"/>
                </a:cubicBezTo>
                <a:cubicBezTo>
                  <a:pt x="235784" y="157902"/>
                  <a:pt x="0" y="122555"/>
                  <a:pt x="0" y="78951"/>
                </a:cubicBezTo>
                <a:cubicBezTo>
                  <a:pt x="0" y="35347"/>
                  <a:pt x="235784" y="0"/>
                  <a:pt x="526638" y="0"/>
                </a:cubicBezTo>
                <a:cubicBezTo>
                  <a:pt x="817492" y="0"/>
                  <a:pt x="1053276" y="35347"/>
                  <a:pt x="1053276" y="78951"/>
                </a:cubicBezTo>
                <a:lnTo>
                  <a:pt x="1053276" y="263734"/>
                </a:lnTo>
                <a:cubicBezTo>
                  <a:pt x="1053276" y="307336"/>
                  <a:pt x="817492" y="342684"/>
                  <a:pt x="526638" y="342684"/>
                </a:cubicBezTo>
                <a:cubicBezTo>
                  <a:pt x="235784" y="342684"/>
                  <a:pt x="0" y="307336"/>
                  <a:pt x="0" y="263734"/>
                </a:cubicBezTo>
                <a:lnTo>
                  <a:pt x="0" y="78951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df-path-328">
            <a:extLst xmlns:a="http://schemas.openxmlformats.org/drawingml/2006/main">
              <a:ext uri="{FF2B5EF4-FFF2-40B4-BE49-F238E27FC236}">
                <a16:creationId xmlns:a16="http://schemas.microsoft.com/office/drawing/2014/main" id="{97C25D92-5CE0-4AD5-AF73-99ED5891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6624197"/>
            <a:ext cx="1053276" cy="342683"/>
          </a:xfrm>
          <a:custGeom xmlns:a="http://schemas.openxmlformats.org/drawingml/2006/main">
            <a:pathLst>
              <a:path w="1053276" h="342683">
                <a:moveTo>
                  <a:pt x="1053276" y="78951"/>
                </a:moveTo>
                <a:lnTo>
                  <a:pt x="1053276" y="78951"/>
                </a:lnTo>
                <a:cubicBezTo>
                  <a:pt x="1053276" y="122553"/>
                  <a:pt x="817491" y="157899"/>
                  <a:pt x="526638" y="157899"/>
                </a:cubicBezTo>
                <a:cubicBezTo>
                  <a:pt x="235784" y="157899"/>
                  <a:pt x="0" y="122553"/>
                  <a:pt x="0" y="78951"/>
                </a:cubicBezTo>
                <a:cubicBezTo>
                  <a:pt x="0" y="35347"/>
                  <a:pt x="235784" y="0"/>
                  <a:pt x="526638" y="0"/>
                </a:cubicBezTo>
                <a:cubicBezTo>
                  <a:pt x="817491" y="0"/>
                  <a:pt x="1053276" y="35347"/>
                  <a:pt x="1053276" y="78951"/>
                </a:cubicBezTo>
                <a:lnTo>
                  <a:pt x="1053276" y="263731"/>
                </a:lnTo>
                <a:cubicBezTo>
                  <a:pt x="1053276" y="307336"/>
                  <a:pt x="817491" y="342683"/>
                  <a:pt x="526638" y="342683"/>
                </a:cubicBezTo>
                <a:cubicBezTo>
                  <a:pt x="235784" y="342683"/>
                  <a:pt x="0" y="307336"/>
                  <a:pt x="0" y="263731"/>
                </a:cubicBezTo>
                <a:lnTo>
                  <a:pt x="0" y="78951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311" name="pdf-path-329">
            <a:extLst xmlns:a="http://schemas.openxmlformats.org/drawingml/2006/main">
              <a:ext uri="{FF2B5EF4-FFF2-40B4-BE49-F238E27FC236}">
                <a16:creationId xmlns:a16="http://schemas.microsoft.com/office/drawing/2014/main" id="{BF804EE3-AD0B-40FF-9A8E-768849D5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6522327"/>
            <a:ext cx="1053276" cy="263733"/>
          </a:xfrm>
          <a:custGeom xmlns:a="http://schemas.openxmlformats.org/drawingml/2006/main">
            <a:pathLst>
              <a:path w="1053276" h="263733">
                <a:moveTo>
                  <a:pt x="0" y="0"/>
                </a:moveTo>
                <a:lnTo>
                  <a:pt x="0" y="0"/>
                </a:lnTo>
                <a:cubicBezTo>
                  <a:pt x="0" y="43604"/>
                  <a:pt x="235784" y="78951"/>
                  <a:pt x="526638" y="78951"/>
                </a:cubicBezTo>
                <a:cubicBezTo>
                  <a:pt x="817492" y="78951"/>
                  <a:pt x="1053276" y="43604"/>
                  <a:pt x="1053276" y="0"/>
                </a:cubicBezTo>
                <a:lnTo>
                  <a:pt x="1053276" y="184783"/>
                </a:lnTo>
                <a:cubicBezTo>
                  <a:pt x="1053276" y="228385"/>
                  <a:pt x="817492" y="263733"/>
                  <a:pt x="526638" y="263733"/>
                </a:cubicBezTo>
                <a:cubicBezTo>
                  <a:pt x="235784" y="263733"/>
                  <a:pt x="0" y="228385"/>
                  <a:pt x="0" y="184783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df-path-330">
            <a:extLst xmlns:a="http://schemas.openxmlformats.org/drawingml/2006/main">
              <a:ext uri="{FF2B5EF4-FFF2-40B4-BE49-F238E27FC236}">
                <a16:creationId xmlns:a16="http://schemas.microsoft.com/office/drawing/2014/main" id="{F6C06B2B-75F6-4941-85C1-1B6CDF79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6443376"/>
            <a:ext cx="1053276" cy="157902"/>
          </a:xfrm>
          <a:custGeom xmlns:a="http://schemas.openxmlformats.org/drawingml/2006/main">
            <a:pathLst>
              <a:path w="1053276" h="157902">
                <a:moveTo>
                  <a:pt x="0" y="78951"/>
                </a:moveTo>
                <a:lnTo>
                  <a:pt x="0" y="78951"/>
                </a:lnTo>
                <a:cubicBezTo>
                  <a:pt x="0" y="35347"/>
                  <a:pt x="235784" y="0"/>
                  <a:pt x="526638" y="0"/>
                </a:cubicBezTo>
                <a:cubicBezTo>
                  <a:pt x="817492" y="0"/>
                  <a:pt x="1053276" y="35347"/>
                  <a:pt x="1053276" y="78951"/>
                </a:cubicBezTo>
                <a:cubicBezTo>
                  <a:pt x="1053276" y="122555"/>
                  <a:pt x="817492" y="157902"/>
                  <a:pt x="526638" y="157902"/>
                </a:cubicBezTo>
                <a:cubicBezTo>
                  <a:pt x="235784" y="157902"/>
                  <a:pt x="0" y="122555"/>
                  <a:pt x="0" y="78951"/>
                </a:cubicBezTo>
              </a:path>
            </a:pathLst>
          </a:custGeom>
          <a:solidFill xmlns:a="http://schemas.openxmlformats.org/drawingml/2006/main">
            <a:srgbClr val="F8E0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df-path-331">
            <a:extLst xmlns:a="http://schemas.openxmlformats.org/drawingml/2006/main">
              <a:ext uri="{FF2B5EF4-FFF2-40B4-BE49-F238E27FC236}">
                <a16:creationId xmlns:a16="http://schemas.microsoft.com/office/drawing/2014/main" id="{6D2CBCB4-8885-41D1-9675-A5DF4C46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6443376"/>
            <a:ext cx="1053276" cy="342684"/>
          </a:xfrm>
          <a:custGeom xmlns:a="http://schemas.openxmlformats.org/drawingml/2006/main">
            <a:pathLst>
              <a:path w="1053276" h="342684">
                <a:moveTo>
                  <a:pt x="1053276" y="78951"/>
                </a:moveTo>
                <a:lnTo>
                  <a:pt x="1053276" y="78951"/>
                </a:lnTo>
                <a:cubicBezTo>
                  <a:pt x="1053276" y="122555"/>
                  <a:pt x="817492" y="157902"/>
                  <a:pt x="526638" y="157902"/>
                </a:cubicBezTo>
                <a:cubicBezTo>
                  <a:pt x="235784" y="157902"/>
                  <a:pt x="0" y="122555"/>
                  <a:pt x="0" y="78951"/>
                </a:cubicBezTo>
                <a:cubicBezTo>
                  <a:pt x="0" y="35347"/>
                  <a:pt x="235784" y="0"/>
                  <a:pt x="526638" y="0"/>
                </a:cubicBezTo>
                <a:cubicBezTo>
                  <a:pt x="817492" y="0"/>
                  <a:pt x="1053276" y="35347"/>
                  <a:pt x="1053276" y="78951"/>
                </a:cubicBezTo>
                <a:lnTo>
                  <a:pt x="1053276" y="263734"/>
                </a:lnTo>
                <a:cubicBezTo>
                  <a:pt x="1053276" y="307336"/>
                  <a:pt x="817492" y="342684"/>
                  <a:pt x="526638" y="342684"/>
                </a:cubicBezTo>
                <a:cubicBezTo>
                  <a:pt x="235784" y="342684"/>
                  <a:pt x="0" y="307336"/>
                  <a:pt x="0" y="263734"/>
                </a:cubicBezTo>
                <a:lnTo>
                  <a:pt x="0" y="78951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df-path-332">
            <a:extLst xmlns:a="http://schemas.openxmlformats.org/drawingml/2006/main">
              <a:ext uri="{FF2B5EF4-FFF2-40B4-BE49-F238E27FC236}">
                <a16:creationId xmlns:a16="http://schemas.microsoft.com/office/drawing/2014/main" id="{003EE227-93D2-4CD4-9FAC-3F118A2C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6443376"/>
            <a:ext cx="1053276" cy="342684"/>
          </a:xfrm>
          <a:custGeom xmlns:a="http://schemas.openxmlformats.org/drawingml/2006/main">
            <a:pathLst>
              <a:path w="1053276" h="342684">
                <a:moveTo>
                  <a:pt x="1053276" y="78952"/>
                </a:moveTo>
                <a:lnTo>
                  <a:pt x="1053276" y="78952"/>
                </a:lnTo>
                <a:cubicBezTo>
                  <a:pt x="1053276" y="122554"/>
                  <a:pt x="817491" y="157900"/>
                  <a:pt x="526638" y="157900"/>
                </a:cubicBezTo>
                <a:cubicBezTo>
                  <a:pt x="235784" y="157900"/>
                  <a:pt x="0" y="122554"/>
                  <a:pt x="0" y="78952"/>
                </a:cubicBezTo>
                <a:cubicBezTo>
                  <a:pt x="0" y="35348"/>
                  <a:pt x="235784" y="0"/>
                  <a:pt x="526638" y="0"/>
                </a:cubicBezTo>
                <a:cubicBezTo>
                  <a:pt x="817491" y="0"/>
                  <a:pt x="1053276" y="35348"/>
                  <a:pt x="1053276" y="78952"/>
                </a:cubicBezTo>
                <a:lnTo>
                  <a:pt x="1053276" y="263732"/>
                </a:lnTo>
                <a:cubicBezTo>
                  <a:pt x="1053276" y="307336"/>
                  <a:pt x="817491" y="342684"/>
                  <a:pt x="526638" y="342684"/>
                </a:cubicBezTo>
                <a:cubicBezTo>
                  <a:pt x="235784" y="342684"/>
                  <a:pt x="0" y="307336"/>
                  <a:pt x="0" y="263732"/>
                </a:cubicBezTo>
                <a:lnTo>
                  <a:pt x="0" y="78952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315" name="pdf-path-333">
            <a:extLst xmlns:a="http://schemas.openxmlformats.org/drawingml/2006/main">
              <a:ext uri="{FF2B5EF4-FFF2-40B4-BE49-F238E27FC236}">
                <a16:creationId xmlns:a16="http://schemas.microsoft.com/office/drawing/2014/main" id="{A17ED9B4-891F-4CF6-8DB5-ED88161A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6339265"/>
            <a:ext cx="1053276" cy="263733"/>
          </a:xfrm>
          <a:custGeom xmlns:a="http://schemas.openxmlformats.org/drawingml/2006/main">
            <a:pathLst>
              <a:path w="1053276" h="263733">
                <a:moveTo>
                  <a:pt x="0" y="0"/>
                </a:moveTo>
                <a:lnTo>
                  <a:pt x="0" y="0"/>
                </a:lnTo>
                <a:cubicBezTo>
                  <a:pt x="0" y="43604"/>
                  <a:pt x="235784" y="78951"/>
                  <a:pt x="526638" y="78951"/>
                </a:cubicBezTo>
                <a:cubicBezTo>
                  <a:pt x="817492" y="78951"/>
                  <a:pt x="1053276" y="43604"/>
                  <a:pt x="1053276" y="0"/>
                </a:cubicBezTo>
                <a:lnTo>
                  <a:pt x="1053276" y="184783"/>
                </a:lnTo>
                <a:cubicBezTo>
                  <a:pt x="1053276" y="228385"/>
                  <a:pt x="817492" y="263733"/>
                  <a:pt x="526638" y="263733"/>
                </a:cubicBezTo>
                <a:cubicBezTo>
                  <a:pt x="235784" y="263733"/>
                  <a:pt x="0" y="228385"/>
                  <a:pt x="0" y="184783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df-path-334">
            <a:extLst xmlns:a="http://schemas.openxmlformats.org/drawingml/2006/main">
              <a:ext uri="{FF2B5EF4-FFF2-40B4-BE49-F238E27FC236}">
                <a16:creationId xmlns:a16="http://schemas.microsoft.com/office/drawing/2014/main" id="{BC3BF25A-4244-4AEE-A260-CCD46B9A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6260314"/>
            <a:ext cx="1053276" cy="157902"/>
          </a:xfrm>
          <a:custGeom xmlns:a="http://schemas.openxmlformats.org/drawingml/2006/main">
            <a:pathLst>
              <a:path w="1053276" h="157902">
                <a:moveTo>
                  <a:pt x="0" y="78951"/>
                </a:moveTo>
                <a:lnTo>
                  <a:pt x="0" y="78951"/>
                </a:lnTo>
                <a:cubicBezTo>
                  <a:pt x="0" y="35347"/>
                  <a:pt x="235784" y="0"/>
                  <a:pt x="526638" y="0"/>
                </a:cubicBezTo>
                <a:cubicBezTo>
                  <a:pt x="817492" y="0"/>
                  <a:pt x="1053276" y="35347"/>
                  <a:pt x="1053276" y="78951"/>
                </a:cubicBezTo>
                <a:cubicBezTo>
                  <a:pt x="1053276" y="122555"/>
                  <a:pt x="817492" y="157902"/>
                  <a:pt x="526638" y="157902"/>
                </a:cubicBezTo>
                <a:cubicBezTo>
                  <a:pt x="235784" y="157902"/>
                  <a:pt x="0" y="122555"/>
                  <a:pt x="0" y="78951"/>
                </a:cubicBezTo>
              </a:path>
            </a:pathLst>
          </a:custGeom>
          <a:solidFill xmlns:a="http://schemas.openxmlformats.org/drawingml/2006/main">
            <a:srgbClr val="F8E0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pdf-path-335">
            <a:extLst xmlns:a="http://schemas.openxmlformats.org/drawingml/2006/main">
              <a:ext uri="{FF2B5EF4-FFF2-40B4-BE49-F238E27FC236}">
                <a16:creationId xmlns:a16="http://schemas.microsoft.com/office/drawing/2014/main" id="{79CD6B44-26D0-4EBE-ACE5-382252AF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6260314"/>
            <a:ext cx="1053276" cy="342684"/>
          </a:xfrm>
          <a:custGeom xmlns:a="http://schemas.openxmlformats.org/drawingml/2006/main">
            <a:pathLst>
              <a:path w="1053276" h="342684">
                <a:moveTo>
                  <a:pt x="1053276" y="78951"/>
                </a:moveTo>
                <a:lnTo>
                  <a:pt x="1053276" y="78951"/>
                </a:lnTo>
                <a:cubicBezTo>
                  <a:pt x="1053276" y="122555"/>
                  <a:pt x="817492" y="157902"/>
                  <a:pt x="526638" y="157902"/>
                </a:cubicBezTo>
                <a:cubicBezTo>
                  <a:pt x="235784" y="157902"/>
                  <a:pt x="0" y="122555"/>
                  <a:pt x="0" y="78951"/>
                </a:cubicBezTo>
                <a:cubicBezTo>
                  <a:pt x="0" y="35347"/>
                  <a:pt x="235784" y="0"/>
                  <a:pt x="526638" y="0"/>
                </a:cubicBezTo>
                <a:cubicBezTo>
                  <a:pt x="817492" y="0"/>
                  <a:pt x="1053276" y="35347"/>
                  <a:pt x="1053276" y="78951"/>
                </a:cubicBezTo>
                <a:lnTo>
                  <a:pt x="1053276" y="263734"/>
                </a:lnTo>
                <a:cubicBezTo>
                  <a:pt x="1053276" y="307336"/>
                  <a:pt x="817492" y="342684"/>
                  <a:pt x="526638" y="342684"/>
                </a:cubicBezTo>
                <a:cubicBezTo>
                  <a:pt x="235784" y="342684"/>
                  <a:pt x="0" y="307336"/>
                  <a:pt x="0" y="263734"/>
                </a:cubicBezTo>
                <a:lnTo>
                  <a:pt x="0" y="78951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pdf-path-336">
            <a:extLst xmlns:a="http://schemas.openxmlformats.org/drawingml/2006/main">
              <a:ext uri="{FF2B5EF4-FFF2-40B4-BE49-F238E27FC236}">
                <a16:creationId xmlns:a16="http://schemas.microsoft.com/office/drawing/2014/main" id="{A3112B57-C0C4-460F-B7EF-EA88781E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7877" y="6260314"/>
            <a:ext cx="1053276" cy="342683"/>
          </a:xfrm>
          <a:custGeom xmlns:a="http://schemas.openxmlformats.org/drawingml/2006/main">
            <a:pathLst>
              <a:path w="1053276" h="342683">
                <a:moveTo>
                  <a:pt x="1053276" y="78951"/>
                </a:moveTo>
                <a:lnTo>
                  <a:pt x="1053276" y="78951"/>
                </a:lnTo>
                <a:cubicBezTo>
                  <a:pt x="1053276" y="122553"/>
                  <a:pt x="817491" y="157899"/>
                  <a:pt x="526638" y="157899"/>
                </a:cubicBezTo>
                <a:cubicBezTo>
                  <a:pt x="235784" y="157899"/>
                  <a:pt x="0" y="122553"/>
                  <a:pt x="0" y="78951"/>
                </a:cubicBezTo>
                <a:cubicBezTo>
                  <a:pt x="0" y="35347"/>
                  <a:pt x="235784" y="0"/>
                  <a:pt x="526638" y="0"/>
                </a:cubicBezTo>
                <a:cubicBezTo>
                  <a:pt x="817491" y="0"/>
                  <a:pt x="1053276" y="35347"/>
                  <a:pt x="1053276" y="78951"/>
                </a:cubicBezTo>
                <a:lnTo>
                  <a:pt x="1053276" y="263731"/>
                </a:lnTo>
                <a:cubicBezTo>
                  <a:pt x="1053276" y="307336"/>
                  <a:pt x="817491" y="342683"/>
                  <a:pt x="526638" y="342683"/>
                </a:cubicBezTo>
                <a:cubicBezTo>
                  <a:pt x="235784" y="342683"/>
                  <a:pt x="0" y="307336"/>
                  <a:pt x="0" y="263731"/>
                </a:cubicBezTo>
                <a:lnTo>
                  <a:pt x="0" y="78951"/>
                </a:lnTo>
              </a:path>
            </a:pathLst>
          </a:custGeom>
          <a:noFill xmlns:a="http://schemas.openxmlformats.org/drawingml/2006/main"/>
          <a:ln xmlns:a="http://schemas.openxmlformats.org/drawingml/2006/main" w="15111">
            <a:solidFill>
              <a:srgbClr val="595959"/>
            </a:solidFill>
            <a:prstDash val="solid"/>
          </a:ln>
        </p:spPr>
      </p:sp>
      <p:sp>
        <p:nvSpPr>
          <p:cNvPr id="319" name="pdf-path-337">
            <a:extLst xmlns:a="http://schemas.openxmlformats.org/drawingml/2006/main">
              <a:ext uri="{FF2B5EF4-FFF2-40B4-BE49-F238E27FC236}">
                <a16:creationId xmlns:a16="http://schemas.microsoft.com/office/drawing/2014/main" id="{9B6E9F03-C1D9-4356-8508-1AA8EFDC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095" y="7552055"/>
            <a:ext cx="275575" cy="201148"/>
          </a:xfrm>
          <a:custGeom xmlns:a="http://schemas.openxmlformats.org/drawingml/2006/main">
            <a:pathLst>
              <a:path w="275575" h="201148">
                <a:moveTo>
                  <a:pt x="0" y="201148"/>
                </a:moveTo>
                <a:lnTo>
                  <a:pt x="275575" y="201148"/>
                </a:lnTo>
                <a:lnTo>
                  <a:pt x="2755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df-path-339">
            <a:extLst xmlns:a="http://schemas.openxmlformats.org/drawingml/2006/main">
              <a:ext uri="{FF2B5EF4-FFF2-40B4-BE49-F238E27FC236}">
                <a16:creationId xmlns:a16="http://schemas.microsoft.com/office/drawing/2014/main" id="{D65820C9-CC25-43E1-B4FD-D2EDF3FC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0784" y="7552554"/>
            <a:ext cx="275575" cy="200138"/>
          </a:xfrm>
          <a:custGeom xmlns:a="http://schemas.openxmlformats.org/drawingml/2006/main">
            <a:pathLst>
              <a:path w="275575" h="200138">
                <a:moveTo>
                  <a:pt x="0" y="200138"/>
                </a:moveTo>
                <a:lnTo>
                  <a:pt x="275575" y="200138"/>
                </a:lnTo>
                <a:lnTo>
                  <a:pt x="2755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df-path-341">
            <a:extLst xmlns:a="http://schemas.openxmlformats.org/drawingml/2006/main">
              <a:ext uri="{FF2B5EF4-FFF2-40B4-BE49-F238E27FC236}">
                <a16:creationId xmlns:a16="http://schemas.microsoft.com/office/drawing/2014/main" id="{C7541CC1-FAEA-4B7E-942A-AF6A1A7C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6014" y="7552040"/>
            <a:ext cx="276989" cy="201169"/>
          </a:xfrm>
          <a:custGeom xmlns:a="http://schemas.openxmlformats.org/drawingml/2006/main">
            <a:pathLst>
              <a:path w="276989" h="201169">
                <a:moveTo>
                  <a:pt x="0" y="201169"/>
                </a:moveTo>
                <a:lnTo>
                  <a:pt x="276989" y="201169"/>
                </a:lnTo>
                <a:lnTo>
                  <a:pt x="27698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time-rotated-live">
            <a:extLst xmlns:a="http://schemas.openxmlformats.org/drawingml/2006/main">
              <a:ext uri="{FF2B5EF4-FFF2-40B4-BE49-F238E27FC236}">
                <a16:creationId xmlns:a16="http://schemas.microsoft.com/office/drawing/2014/main" id="{83E57416-B906-4065-A4D2-DF9C2732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3653802" y="4470654"/>
            <a:ext cx="483870" cy="221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323" name="dataset-symbol-A">
            <a:extLst xmlns:a="http://schemas.openxmlformats.org/drawingml/2006/main">
              <a:ext uri="{FF2B5EF4-FFF2-40B4-BE49-F238E27FC236}">
                <a16:creationId xmlns:a16="http://schemas.microsoft.com/office/drawing/2014/main" id="{672E4EBD-9ABC-4BEC-9E2C-9027910C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094" y="7552030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324" name="dataset-subscript-A">
            <a:extLst xmlns:a="http://schemas.openxmlformats.org/drawingml/2006/main">
              <a:ext uri="{FF2B5EF4-FFF2-40B4-BE49-F238E27FC236}">
                <a16:creationId xmlns:a16="http://schemas.microsoft.com/office/drawing/2014/main" id="{066171D1-5525-4817-9F48-33C4CF04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969" y="7666330"/>
            <a:ext cx="123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8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25" name="dataset-symbol-B">
            <a:extLst xmlns:a="http://schemas.openxmlformats.org/drawingml/2006/main">
              <a:ext uri="{FF2B5EF4-FFF2-40B4-BE49-F238E27FC236}">
                <a16:creationId xmlns:a16="http://schemas.microsoft.com/office/drawing/2014/main" id="{DA1397CC-3FE7-47B3-8E21-FF0AA409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0784" y="7552030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326" name="dataset-subscript-B">
            <a:extLst xmlns:a="http://schemas.openxmlformats.org/drawingml/2006/main">
              <a:ext uri="{FF2B5EF4-FFF2-40B4-BE49-F238E27FC236}">
                <a16:creationId xmlns:a16="http://schemas.microsoft.com/office/drawing/2014/main" id="{E1B8DDA4-6EA2-4FB1-A4F5-D3B1AD27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3659" y="7666330"/>
            <a:ext cx="123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8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327" name="dataset-symbol-C">
            <a:extLst xmlns:a="http://schemas.openxmlformats.org/drawingml/2006/main">
              <a:ext uri="{FF2B5EF4-FFF2-40B4-BE49-F238E27FC236}">
                <a16:creationId xmlns:a16="http://schemas.microsoft.com/office/drawing/2014/main" id="{22DF27E9-EF05-4441-B3E3-6090FFC8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6013" y="7552030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328" name="dataset-subscript-C">
            <a:extLst xmlns:a="http://schemas.openxmlformats.org/drawingml/2006/main">
              <a:ext uri="{FF2B5EF4-FFF2-40B4-BE49-F238E27FC236}">
                <a16:creationId xmlns:a16="http://schemas.microsoft.com/office/drawing/2014/main" id="{ECD06F72-F5CE-46DB-B78A-31899AD4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8888" y="7666330"/>
            <a:ext cx="123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8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95442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2026-10-09T21:06:43.2960000Z</dcterms:created>
  <dcterms:modified xsi:type="dcterms:W3CDTF">2026-10-09T21:06:43.2960000Z</dcterms:modified>
</coreProperties>
</file>