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3987100e6847ed" /><Relationship Type="http://schemas.openxmlformats.org/officeDocument/2006/relationships/extended-properties" Target="/docProps/app.xml" Id="R351f27a109574005" /><Relationship Type="http://schemas.openxmlformats.org/officeDocument/2006/relationships/officeDocument" Target="/ppt/presentation.xml" Id="R37588e2b28db45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5d69e036964ecb"/>
  </p:sldMasterIdLst>
  <p:notesMasterIdLst>
    <p:notesMasterId xmlns:r="http://schemas.openxmlformats.org/officeDocument/2006/relationships" r:id="R5c48c716104f45aa"/>
  </p:notesMasterIdLst>
  <p:sldIdLst>
    <p:sldId xmlns:r="http://schemas.openxmlformats.org/officeDocument/2006/relationships" id="256" r:id="R9f3a188679c041e8"/>
  </p:sldIdLst>
  <p:sldSz cx="13716000" cy="28289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21626d5a064b2c" /><Relationship Type="http://schemas.openxmlformats.org/officeDocument/2006/relationships/slideMaster" Target="/ppt/slideMasters/slideMaster1.xml" Id="Rba5d69e036964ecb" /><Relationship Type="http://schemas.openxmlformats.org/officeDocument/2006/relationships/notesMaster" Target="/ppt/notesMasters/notesMaster1.xml" Id="R5c48c716104f45aa" /><Relationship Type="http://schemas.openxmlformats.org/officeDocument/2006/relationships/presProps" Target="/ppt/presProps.xml" Id="R7387a2dc60f9448e" /><Relationship Type="http://schemas.openxmlformats.org/officeDocument/2006/relationships/tableStyles" Target="/ppt/tableStyles.xml" Id="Re8b7c1b8904d45f1" /><Relationship Type="http://schemas.openxmlformats.org/officeDocument/2006/relationships/slide" Target="/ppt/slides/slide1.xml" Id="R9f3a188679c041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3869995c2f41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12fb3643ab48fe" /><Relationship Type="http://schemas.openxmlformats.org/officeDocument/2006/relationships/notesMaster" Target="/ppt/notesMasters/notesMaster1.xml" Id="Rf659cee11cb74f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"Controllability-Aware Unsupervised Skill Discovery",</a:t>
            </a:r>
          </a:p>
          <a:p xmlns:a="http://schemas.openxmlformats.org/drawingml/2006/main">
            <a:r>
              <a:t>  "paper_url": "https://arxiv.org/abs/2302.05103v3",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"notes": "Original vector geometry with native editable text and outline glyph paths for mathematical fonts. Native paths are not semantically attached connectors. Source comparison pending; no target application editing QA claimed. Five reviewed filled line/endpoint compound paths split into independent native subpaths to preserve solid endpoints under Office even-odd fill.",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"f585ef4fbfee3bd35b53041ecd36e72f752205a1f1e761c4aee03b09737c3562",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58,</a:t>
            </a:r>
          </a:p>
          <a:p xmlns:a="http://schemas.openxmlformats.org/drawingml/2006/main">
            <a:r>
              <a:t>    62,</a:t>
            </a:r>
          </a:p>
          <a:p xmlns:a="http://schemas.openxmlformats.org/drawingml/2006/main">
            <a:r>
              <a:t>    538,</a:t>
            </a:r>
          </a:p>
          <a:p xmlns:a="http://schemas.openxmlformats.org/drawingml/2006/main">
            <a:r>
              <a:t>    161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"97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2"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a4d6009c048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756b93dc44b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3e1d4098b4d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50bbc580a49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36ad5a589148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d36fa45104f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10134F-3C12-4005-87B3-271AB4FA7F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1068705"/>
            <a:ext cx="1097280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C335A8-3E24-47EE-B200-96653C60C6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1555909"/>
            <a:ext cx="9601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8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757A54F-D8B1-4F79-8CBD-47DD267A50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1178719"/>
            <a:ext cx="10972800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FEEC43-DAAA-4B16-8FBF-240275B5C5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220027"/>
            <a:ext cx="1217295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6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A5C41C-B859-42A5-B6AA-8CDEF109D1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785813"/>
            <a:ext cx="12172950" cy="1760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4297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1pPr>
            <a:lvl2pPr marL="220027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2pPr>
            <a:lvl3pPr marL="34575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3pPr>
            <a:lvl4pPr marL="47148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4pPr>
            <a:lvl5pPr marL="59721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5pPr>
            <a:lvl6pPr marL="722947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6pPr>
            <a:lvl7pPr marL="84867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7pPr>
            <a:lvl8pPr marL="97440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8pPr>
            <a:lvl9pPr marL="110013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0A3A3B-5008-41E5-B31E-6FED53C54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220027"/>
            <a:ext cx="1217295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6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32387F-8612-405B-BC0E-7E498F5579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785813"/>
            <a:ext cx="5657850" cy="1760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4297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1pPr>
            <a:lvl2pPr marL="220027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2pPr>
            <a:lvl3pPr marL="34575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3pPr>
            <a:lvl4pPr marL="47148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4pPr>
            <a:lvl5pPr marL="59721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5pPr>
            <a:lvl6pPr marL="722947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6pPr>
            <a:lvl7pPr marL="84867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7pPr>
            <a:lvl8pPr marL="97440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8pPr>
            <a:lvl9pPr marL="110013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FCA5E9-6E40-4775-A00A-FE2261EAD0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785813"/>
            <a:ext cx="5657850" cy="1760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4297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1pPr>
            <a:lvl2pPr marL="220027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2pPr>
            <a:lvl3pPr marL="34575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3pPr>
            <a:lvl4pPr marL="47148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4pPr>
            <a:lvl5pPr marL="59721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5pPr>
            <a:lvl6pPr marL="722947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6pPr>
            <a:lvl7pPr marL="84867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7pPr>
            <a:lvl8pPr marL="97440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8pPr>
            <a:lvl9pPr marL="110013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884B84-AAFE-43A7-89CB-451244523E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220027"/>
            <a:ext cx="1217295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6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806E15-6E84-4A41-B909-8142544374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785813"/>
            <a:ext cx="5657850" cy="1760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4297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1pPr>
            <a:lvl2pPr marL="220027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2pPr>
            <a:lvl3pPr marL="34575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3pPr>
            <a:lvl4pPr marL="47148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4pPr>
            <a:lvl5pPr marL="59721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5pPr>
            <a:lvl6pPr marL="722947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6pPr>
            <a:lvl7pPr marL="84867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7pPr>
            <a:lvl8pPr marL="97440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8pPr>
            <a:lvl9pPr marL="1100138" indent="-94297">
              <a:lnSpc>
                <a:spcPct val="110000"/>
              </a:lnSpc>
              <a:spcBef>
                <a:spcPts val="0"/>
              </a:spcBef>
              <a:spcAft>
                <a:spcPts val="49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1cf470efb14abe" /><Relationship Type="http://schemas.openxmlformats.org/officeDocument/2006/relationships/slideLayout" Target="/ppt/slideLayouts/slideLayout1.xml" Id="Rd5cad872f4724d29" /><Relationship Type="http://schemas.openxmlformats.org/officeDocument/2006/relationships/slideLayout" Target="/ppt/slideLayouts/slideLayout2.xml" Id="R7d58941d6e864bf0" /><Relationship Type="http://schemas.openxmlformats.org/officeDocument/2006/relationships/slideLayout" Target="/ppt/slideLayouts/slideLayout3.xml" Id="Rda9ad159d594470b" /><Relationship Type="http://schemas.openxmlformats.org/officeDocument/2006/relationships/slideLayout" Target="/ppt/slideLayouts/slideLayout4.xml" Id="R79a8829790d2446c" /><Relationship Type="http://schemas.openxmlformats.org/officeDocument/2006/relationships/slideLayout" Target="/ppt/slideLayouts/slideLayout5.xml" Id="Rcac6cfcabe2d49cd" /><Relationship Type="http://schemas.openxmlformats.org/officeDocument/2006/relationships/slideLayout" Target="/ppt/slideLayouts/slideLayout6.xml" Id="R50892c23331c4c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cad872f4724d29"/>
    <p:sldLayoutId xmlns:r="http://schemas.openxmlformats.org/officeDocument/2006/relationships" id="2147483650" r:id="R7d58941d6e864bf0"/>
    <p:sldLayoutId xmlns:r="http://schemas.openxmlformats.org/officeDocument/2006/relationships" id="2147483651" r:id="Rda9ad159d594470b"/>
    <p:sldLayoutId xmlns:r="http://schemas.openxmlformats.org/officeDocument/2006/relationships" id="2147483652" r:id="R79a8829790d2446c"/>
    <p:sldLayoutId xmlns:r="http://schemas.openxmlformats.org/officeDocument/2006/relationships" id="2147483653" r:id="Rcac6cfcabe2d49cd"/>
    <p:sldLayoutId xmlns:r="http://schemas.openxmlformats.org/officeDocument/2006/relationships" id="2147483654" r:id="R50892c23331c4c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2d7adebd08492b" /><Relationship Type="http://schemas.openxmlformats.org/officeDocument/2006/relationships/notesSlide" Target="/ppt/notesSlides/notesSlide1.xml" Id="Ra98a54546f8a45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pdf-path-3">
            <a:extLst xmlns:a="http://schemas.openxmlformats.org/drawingml/2006/main">
              <a:ext uri="{FF2B5EF4-FFF2-40B4-BE49-F238E27FC236}">
                <a16:creationId xmlns:a16="http://schemas.microsoft.com/office/drawing/2014/main" id="{0B324337-95FC-47A4-BE74-A095E086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053" y="727500"/>
            <a:ext cx="1247884" cy="1246659"/>
          </a:xfrm>
          <a:custGeom xmlns:a="http://schemas.openxmlformats.org/drawingml/2006/main">
            <a:pathLst>
              <a:path w="1247884" h="1246659">
                <a:moveTo>
                  <a:pt x="0" y="512447"/>
                </a:moveTo>
                <a:lnTo>
                  <a:pt x="513058" y="512447"/>
                </a:lnTo>
                <a:lnTo>
                  <a:pt x="513058" y="0"/>
                </a:lnTo>
                <a:lnTo>
                  <a:pt x="734825" y="0"/>
                </a:lnTo>
                <a:lnTo>
                  <a:pt x="734825" y="512447"/>
                </a:lnTo>
                <a:lnTo>
                  <a:pt x="1247884" y="512447"/>
                </a:lnTo>
                <a:lnTo>
                  <a:pt x="1247884" y="734211"/>
                </a:lnTo>
                <a:lnTo>
                  <a:pt x="734825" y="734211"/>
                </a:lnTo>
                <a:lnTo>
                  <a:pt x="734825" y="1246659"/>
                </a:lnTo>
                <a:lnTo>
                  <a:pt x="513058" y="1246659"/>
                </a:lnTo>
                <a:lnTo>
                  <a:pt x="513058" y="734211"/>
                </a:lnTo>
                <a:lnTo>
                  <a:pt x="0" y="734211"/>
                </a:lnTo>
                <a:lnTo>
                  <a:pt x="0" y="512447"/>
                </a:ln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4">
            <a:extLst xmlns:a="http://schemas.openxmlformats.org/drawingml/2006/main">
              <a:ext uri="{FF2B5EF4-FFF2-40B4-BE49-F238E27FC236}">
                <a16:creationId xmlns:a16="http://schemas.microsoft.com/office/drawing/2014/main" id="{D738F5D1-AB16-450C-A6E4-4DF981BA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051" y="727499"/>
            <a:ext cx="1247885" cy="1246659"/>
          </a:xfrm>
          <a:custGeom xmlns:a="http://schemas.openxmlformats.org/drawingml/2006/main">
            <a:pathLst>
              <a:path w="1247885" h="1246659">
                <a:moveTo>
                  <a:pt x="0" y="512447"/>
                </a:moveTo>
                <a:lnTo>
                  <a:pt x="513059" y="512447"/>
                </a:lnTo>
                <a:lnTo>
                  <a:pt x="513059" y="0"/>
                </a:lnTo>
                <a:lnTo>
                  <a:pt x="734826" y="0"/>
                </a:lnTo>
                <a:lnTo>
                  <a:pt x="734826" y="512447"/>
                </a:lnTo>
                <a:lnTo>
                  <a:pt x="1247885" y="512447"/>
                </a:lnTo>
                <a:lnTo>
                  <a:pt x="1247885" y="734212"/>
                </a:lnTo>
                <a:lnTo>
                  <a:pt x="734826" y="734212"/>
                </a:lnTo>
                <a:lnTo>
                  <a:pt x="734826" y="1246659"/>
                </a:lnTo>
                <a:lnTo>
                  <a:pt x="513059" y="1246659"/>
                </a:lnTo>
                <a:lnTo>
                  <a:pt x="513059" y="734212"/>
                </a:lnTo>
                <a:lnTo>
                  <a:pt x="0" y="734212"/>
                </a:lnTo>
                <a:lnTo>
                  <a:pt x="0" y="512447"/>
                </a:lnTo>
              </a:path>
            </a:pathLst>
          </a:custGeom>
          <a:noFill xmlns:a="http://schemas.openxmlformats.org/drawingml/2006/main"/>
          <a:ln xmlns:a="http://schemas.openxmlformats.org/drawingml/2006/main" w="17235">
            <a:solidFill>
              <a:srgbClr val="404040"/>
            </a:solidFill>
            <a:prstDash val="solid"/>
          </a:ln>
        </p:spPr>
      </p:sp>
      <p:sp>
        <p:nvSpPr>
          <p:cNvPr id="3" name="pdf-path-5">
            <a:extLst xmlns:a="http://schemas.openxmlformats.org/drawingml/2006/main">
              <a:ext uri="{FF2B5EF4-FFF2-40B4-BE49-F238E27FC236}">
                <a16:creationId xmlns:a16="http://schemas.microsoft.com/office/drawing/2014/main" id="{9DB5D029-A808-4545-8A60-83815A22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1834" y="231898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0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0" y="0"/>
                  <a:pt x="0" y="0"/>
                  <a:pt x="1" y="0"/>
                </a:cubicBezTo>
                <a:cubicBezTo>
                  <a:pt x="0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0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pdf-path-6">
            <a:extLst xmlns:a="http://schemas.openxmlformats.org/drawingml/2006/main">
              <a:ext uri="{FF2B5EF4-FFF2-40B4-BE49-F238E27FC236}">
                <a16:creationId xmlns:a16="http://schemas.microsoft.com/office/drawing/2014/main" id="{4991BAEC-A435-4A6A-8FCB-436337CC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649" y="23121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pdf-path-7">
            <a:extLst xmlns:a="http://schemas.openxmlformats.org/drawingml/2006/main">
              <a:ext uri="{FF2B5EF4-FFF2-40B4-BE49-F238E27FC236}">
                <a16:creationId xmlns:a16="http://schemas.microsoft.com/office/drawing/2014/main" id="{3CE0BE9F-77E2-4FC6-8DCA-A2CAE04A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8" y="155440"/>
            <a:ext cx="134489" cy="155347"/>
          </a:xfrm>
          <a:custGeom xmlns:a="http://schemas.openxmlformats.org/drawingml/2006/main">
            <a:pathLst>
              <a:path w="134489" h="155347">
                <a:moveTo>
                  <a:pt x="20905" y="103848"/>
                </a:moveTo>
                <a:cubicBezTo>
                  <a:pt x="23494" y="102785"/>
                  <a:pt x="31039" y="98082"/>
                  <a:pt x="31039" y="95085"/>
                </a:cubicBezTo>
                <a:cubicBezTo>
                  <a:pt x="31039" y="93593"/>
                  <a:pt x="29737" y="93593"/>
                  <a:pt x="28449" y="93593"/>
                </a:cubicBezTo>
                <a:cubicBezTo>
                  <a:pt x="21119" y="93593"/>
                  <a:pt x="0" y="102785"/>
                  <a:pt x="0" y="124153"/>
                </a:cubicBezTo>
                <a:cubicBezTo>
                  <a:pt x="0" y="139530"/>
                  <a:pt x="17457" y="155347"/>
                  <a:pt x="43755" y="155347"/>
                </a:cubicBezTo>
                <a:cubicBezTo>
                  <a:pt x="78883" y="155347"/>
                  <a:pt x="119619" y="131197"/>
                  <a:pt x="119619" y="102140"/>
                </a:cubicBezTo>
                <a:cubicBezTo>
                  <a:pt x="119619" y="81846"/>
                  <a:pt x="98064" y="72009"/>
                  <a:pt x="80599" y="64321"/>
                </a:cubicBezTo>
                <a:cubicBezTo>
                  <a:pt x="65516" y="57480"/>
                  <a:pt x="55605" y="48718"/>
                  <a:pt x="55605" y="36542"/>
                </a:cubicBezTo>
                <a:cubicBezTo>
                  <a:pt x="55605" y="32053"/>
                  <a:pt x="57542" y="23721"/>
                  <a:pt x="64222" y="17955"/>
                </a:cubicBezTo>
                <a:cubicBezTo>
                  <a:pt x="70695" y="12392"/>
                  <a:pt x="82760" y="11759"/>
                  <a:pt x="85777" y="11759"/>
                </a:cubicBezTo>
                <a:cubicBezTo>
                  <a:pt x="88153" y="11759"/>
                  <a:pt x="97207" y="11974"/>
                  <a:pt x="106468" y="16032"/>
                </a:cubicBezTo>
                <a:cubicBezTo>
                  <a:pt x="110558" y="17955"/>
                  <a:pt x="116173" y="20509"/>
                  <a:pt x="116173" y="29701"/>
                </a:cubicBezTo>
                <a:cubicBezTo>
                  <a:pt x="116173" y="32698"/>
                  <a:pt x="115959" y="33761"/>
                  <a:pt x="115307" y="36112"/>
                </a:cubicBezTo>
                <a:cubicBezTo>
                  <a:pt x="115086" y="36756"/>
                  <a:pt x="114870" y="37605"/>
                  <a:pt x="114870" y="38249"/>
                </a:cubicBezTo>
                <a:cubicBezTo>
                  <a:pt x="114870" y="39741"/>
                  <a:pt x="116173" y="39741"/>
                  <a:pt x="117031" y="39741"/>
                </a:cubicBezTo>
                <a:cubicBezTo>
                  <a:pt x="119835" y="39741"/>
                  <a:pt x="125013" y="37605"/>
                  <a:pt x="129326" y="33975"/>
                </a:cubicBezTo>
                <a:cubicBezTo>
                  <a:pt x="132114" y="31838"/>
                  <a:pt x="134489" y="29057"/>
                  <a:pt x="134489" y="20724"/>
                </a:cubicBezTo>
                <a:cubicBezTo>
                  <a:pt x="134489" y="10255"/>
                  <a:pt x="128889" y="7270"/>
                  <a:pt x="123074" y="4704"/>
                </a:cubicBezTo>
                <a:cubicBezTo>
                  <a:pt x="112933" y="0"/>
                  <a:pt x="103020" y="0"/>
                  <a:pt x="100003" y="0"/>
                </a:cubicBezTo>
                <a:cubicBezTo>
                  <a:pt x="71775" y="0"/>
                  <a:pt x="37289" y="21369"/>
                  <a:pt x="37289" y="45733"/>
                </a:cubicBezTo>
                <a:cubicBezTo>
                  <a:pt x="37289" y="63676"/>
                  <a:pt x="56042" y="72223"/>
                  <a:pt x="66382" y="76712"/>
                </a:cubicBezTo>
                <a:cubicBezTo>
                  <a:pt x="81687" y="83553"/>
                  <a:pt x="101305" y="93377"/>
                  <a:pt x="101305" y="111332"/>
                </a:cubicBezTo>
                <a:cubicBezTo>
                  <a:pt x="101305" y="125646"/>
                  <a:pt x="90742" y="143589"/>
                  <a:pt x="57979" y="143589"/>
                </a:cubicBezTo>
                <a:cubicBezTo>
                  <a:pt x="35987" y="143589"/>
                  <a:pt x="18322" y="129490"/>
                  <a:pt x="18322" y="114961"/>
                </a:cubicBezTo>
                <a:cubicBezTo>
                  <a:pt x="18322" y="111118"/>
                  <a:pt x="19395" y="107261"/>
                  <a:pt x="20905" y="10384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8">
            <a:extLst xmlns:a="http://schemas.openxmlformats.org/drawingml/2006/main">
              <a:ext uri="{FF2B5EF4-FFF2-40B4-BE49-F238E27FC236}">
                <a16:creationId xmlns:a16="http://schemas.microsoft.com/office/drawing/2014/main" id="{BDAA7102-A8CE-489B-8A9B-FA6A6381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412" y="1283978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pdf-path-9">
            <a:extLst xmlns:a="http://schemas.openxmlformats.org/drawingml/2006/main">
              <a:ext uri="{FF2B5EF4-FFF2-40B4-BE49-F238E27FC236}">
                <a16:creationId xmlns:a16="http://schemas.microsoft.com/office/drawing/2014/main" id="{F0BDAAF1-8C4A-432B-BF2F-6D5E85A0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2474" y="1283491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pdf-path-10">
            <a:extLst xmlns:a="http://schemas.openxmlformats.org/drawingml/2006/main">
              <a:ext uri="{FF2B5EF4-FFF2-40B4-BE49-F238E27FC236}">
                <a16:creationId xmlns:a16="http://schemas.microsoft.com/office/drawing/2014/main" id="{E0573C28-5EF5-428D-9650-8AB120DD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232" y="1209935"/>
            <a:ext cx="106698" cy="117686"/>
          </a:xfrm>
          <a:custGeom xmlns:a="http://schemas.openxmlformats.org/drawingml/2006/main">
            <a:pathLst>
              <a:path w="106698" h="117686">
                <a:moveTo>
                  <a:pt x="106698" y="59245"/>
                </a:moveTo>
                <a:cubicBezTo>
                  <a:pt x="106698" y="26221"/>
                  <a:pt x="82469" y="0"/>
                  <a:pt x="53269" y="0"/>
                </a:cubicBezTo>
                <a:cubicBezTo>
                  <a:pt x="24551" y="0"/>
                  <a:pt x="0" y="25897"/>
                  <a:pt x="0" y="59245"/>
                </a:cubicBezTo>
                <a:cubicBezTo>
                  <a:pt x="0" y="92431"/>
                  <a:pt x="24711" y="117686"/>
                  <a:pt x="53269" y="117686"/>
                </a:cubicBezTo>
                <a:cubicBezTo>
                  <a:pt x="82469" y="117686"/>
                  <a:pt x="106698" y="91944"/>
                  <a:pt x="106698" y="59245"/>
                </a:cubicBezTo>
                <a:moveTo>
                  <a:pt x="53429" y="113474"/>
                </a:moveTo>
                <a:cubicBezTo>
                  <a:pt x="38032" y="113474"/>
                  <a:pt x="16530" y="99227"/>
                  <a:pt x="16530" y="56977"/>
                </a:cubicBezTo>
                <a:cubicBezTo>
                  <a:pt x="16530" y="15051"/>
                  <a:pt x="39954" y="4042"/>
                  <a:pt x="53269" y="4042"/>
                </a:cubicBezTo>
                <a:cubicBezTo>
                  <a:pt x="67233" y="4042"/>
                  <a:pt x="90174" y="15536"/>
                  <a:pt x="90174" y="56977"/>
                </a:cubicBezTo>
                <a:cubicBezTo>
                  <a:pt x="90174" y="99875"/>
                  <a:pt x="68198" y="113474"/>
                  <a:pt x="53429" y="1134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path-11">
            <a:extLst xmlns:a="http://schemas.openxmlformats.org/drawingml/2006/main">
              <a:ext uri="{FF2B5EF4-FFF2-40B4-BE49-F238E27FC236}">
                <a16:creationId xmlns:a16="http://schemas.microsoft.com/office/drawing/2014/main" id="{A479D7A9-1B14-43C4-B7A1-28136EFE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388" y="1211710"/>
            <a:ext cx="79097" cy="114130"/>
          </a:xfrm>
          <a:custGeom xmlns:a="http://schemas.openxmlformats.org/drawingml/2006/main">
            <a:pathLst>
              <a:path w="79097" h="114130">
                <a:moveTo>
                  <a:pt x="23103" y="51321"/>
                </a:moveTo>
                <a:lnTo>
                  <a:pt x="23103" y="0"/>
                </a:lnTo>
                <a:lnTo>
                  <a:pt x="0" y="1782"/>
                </a:lnTo>
                <a:lnTo>
                  <a:pt x="0" y="6804"/>
                </a:lnTo>
                <a:cubicBezTo>
                  <a:pt x="11229" y="6804"/>
                  <a:pt x="12509" y="7937"/>
                  <a:pt x="12509" y="15867"/>
                </a:cubicBezTo>
                <a:lnTo>
                  <a:pt x="12509" y="112348"/>
                </a:lnTo>
                <a:lnTo>
                  <a:pt x="16523" y="112348"/>
                </a:lnTo>
                <a:cubicBezTo>
                  <a:pt x="16684" y="112185"/>
                  <a:pt x="17970" y="109918"/>
                  <a:pt x="22306" y="102311"/>
                </a:cubicBezTo>
                <a:cubicBezTo>
                  <a:pt x="24704" y="106037"/>
                  <a:pt x="31445" y="114130"/>
                  <a:pt x="43317" y="114130"/>
                </a:cubicBezTo>
                <a:cubicBezTo>
                  <a:pt x="62415" y="114130"/>
                  <a:pt x="79097" y="98261"/>
                  <a:pt x="79097" y="77380"/>
                </a:cubicBezTo>
                <a:cubicBezTo>
                  <a:pt x="79097" y="56821"/>
                  <a:pt x="63379" y="40799"/>
                  <a:pt x="45080" y="40799"/>
                </a:cubicBezTo>
                <a:cubicBezTo>
                  <a:pt x="32571" y="40799"/>
                  <a:pt x="25668" y="48406"/>
                  <a:pt x="23103" y="51321"/>
                </a:cubicBezTo>
                <a:moveTo>
                  <a:pt x="23578" y="93895"/>
                </a:moveTo>
                <a:lnTo>
                  <a:pt x="23578" y="60547"/>
                </a:lnTo>
                <a:cubicBezTo>
                  <a:pt x="23578" y="57470"/>
                  <a:pt x="23578" y="57307"/>
                  <a:pt x="25347" y="54716"/>
                </a:cubicBezTo>
                <a:cubicBezTo>
                  <a:pt x="31605" y="45652"/>
                  <a:pt x="40430" y="44356"/>
                  <a:pt x="44274" y="44356"/>
                </a:cubicBezTo>
                <a:cubicBezTo>
                  <a:pt x="51506" y="44356"/>
                  <a:pt x="57274" y="48567"/>
                  <a:pt x="61127" y="54716"/>
                </a:cubicBezTo>
                <a:cubicBezTo>
                  <a:pt x="65302" y="61358"/>
                  <a:pt x="65776" y="70583"/>
                  <a:pt x="65776" y="77218"/>
                </a:cubicBezTo>
                <a:cubicBezTo>
                  <a:pt x="65776" y="83211"/>
                  <a:pt x="65455" y="92923"/>
                  <a:pt x="60806" y="100206"/>
                </a:cubicBezTo>
                <a:cubicBezTo>
                  <a:pt x="57435" y="105228"/>
                  <a:pt x="51346" y="110566"/>
                  <a:pt x="42682" y="110566"/>
                </a:cubicBezTo>
                <a:cubicBezTo>
                  <a:pt x="35450" y="110566"/>
                  <a:pt x="29682" y="106685"/>
                  <a:pt x="25830" y="100692"/>
                </a:cubicBezTo>
                <a:cubicBezTo>
                  <a:pt x="23578" y="97290"/>
                  <a:pt x="23578" y="96804"/>
                  <a:pt x="23578" y="938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df-path-12">
            <a:extLst xmlns:a="http://schemas.openxmlformats.org/drawingml/2006/main">
              <a:ext uri="{FF2B5EF4-FFF2-40B4-BE49-F238E27FC236}">
                <a16:creationId xmlns:a16="http://schemas.microsoft.com/office/drawing/2014/main" id="{C15942B9-0BFD-4CC7-ADC6-0AE5BFEA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315" y="1215760"/>
            <a:ext cx="40109" cy="141484"/>
          </a:xfrm>
          <a:custGeom xmlns:a="http://schemas.openxmlformats.org/drawingml/2006/main">
            <a:pathLst>
              <a:path w="40109" h="141484">
                <a:moveTo>
                  <a:pt x="40109" y="36750"/>
                </a:moveTo>
                <a:lnTo>
                  <a:pt x="15718" y="38525"/>
                </a:lnTo>
                <a:lnTo>
                  <a:pt x="15718" y="43546"/>
                </a:lnTo>
                <a:cubicBezTo>
                  <a:pt x="28074" y="43546"/>
                  <a:pt x="29521" y="44680"/>
                  <a:pt x="29521" y="52610"/>
                </a:cubicBezTo>
                <a:lnTo>
                  <a:pt x="29521" y="116715"/>
                </a:lnTo>
                <a:cubicBezTo>
                  <a:pt x="29521" y="124004"/>
                  <a:pt x="28074" y="137921"/>
                  <a:pt x="17810" y="137921"/>
                </a:cubicBezTo>
                <a:cubicBezTo>
                  <a:pt x="17006" y="137921"/>
                  <a:pt x="13313" y="137921"/>
                  <a:pt x="9146" y="135815"/>
                </a:cubicBezTo>
                <a:cubicBezTo>
                  <a:pt x="11551" y="135174"/>
                  <a:pt x="14760" y="132906"/>
                  <a:pt x="14760" y="128533"/>
                </a:cubicBezTo>
                <a:cubicBezTo>
                  <a:pt x="14760" y="124328"/>
                  <a:pt x="11866" y="121088"/>
                  <a:pt x="7377" y="121088"/>
                </a:cubicBezTo>
                <a:cubicBezTo>
                  <a:pt x="2888" y="121088"/>
                  <a:pt x="0" y="124328"/>
                  <a:pt x="0" y="128533"/>
                </a:cubicBezTo>
                <a:cubicBezTo>
                  <a:pt x="0" y="136949"/>
                  <a:pt x="8985" y="141484"/>
                  <a:pt x="18131" y="141484"/>
                </a:cubicBezTo>
                <a:cubicBezTo>
                  <a:pt x="30166" y="141484"/>
                  <a:pt x="40109" y="131124"/>
                  <a:pt x="40109" y="116390"/>
                </a:cubicBezTo>
                <a:lnTo>
                  <a:pt x="40109" y="36750"/>
                </a:lnTo>
                <a:moveTo>
                  <a:pt x="40109" y="8578"/>
                </a:moveTo>
                <a:cubicBezTo>
                  <a:pt x="40109" y="3888"/>
                  <a:pt x="36255" y="0"/>
                  <a:pt x="31613" y="0"/>
                </a:cubicBezTo>
                <a:cubicBezTo>
                  <a:pt x="26956" y="0"/>
                  <a:pt x="23103" y="3888"/>
                  <a:pt x="23103" y="8578"/>
                </a:cubicBezTo>
                <a:cubicBezTo>
                  <a:pt x="23103" y="13275"/>
                  <a:pt x="26956" y="17157"/>
                  <a:pt x="31613" y="17157"/>
                </a:cubicBezTo>
                <a:cubicBezTo>
                  <a:pt x="36255" y="17157"/>
                  <a:pt x="40109" y="13275"/>
                  <a:pt x="40109" y="85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path-13">
            <a:extLst xmlns:a="http://schemas.openxmlformats.org/drawingml/2006/main">
              <a:ext uri="{FF2B5EF4-FFF2-40B4-BE49-F238E27FC236}">
                <a16:creationId xmlns:a16="http://schemas.microsoft.com/office/drawing/2014/main" id="{8E670E2F-82B2-4872-A2B7-B0FC19D2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370" y="1251538"/>
            <a:ext cx="62092" cy="74302"/>
          </a:xfrm>
          <a:custGeom xmlns:a="http://schemas.openxmlformats.org/drawingml/2006/main">
            <a:pathLst>
              <a:path w="62092" h="74302">
                <a:moveTo>
                  <a:pt x="13474" y="31728"/>
                </a:moveTo>
                <a:cubicBezTo>
                  <a:pt x="14431" y="7606"/>
                  <a:pt x="27912" y="3556"/>
                  <a:pt x="33367" y="3556"/>
                </a:cubicBezTo>
                <a:cubicBezTo>
                  <a:pt x="49897" y="3556"/>
                  <a:pt x="51498" y="25411"/>
                  <a:pt x="51498" y="31728"/>
                </a:cubicBezTo>
                <a:lnTo>
                  <a:pt x="13474" y="31728"/>
                </a:lnTo>
                <a:moveTo>
                  <a:pt x="13313" y="35122"/>
                </a:moveTo>
                <a:lnTo>
                  <a:pt x="58079" y="35122"/>
                </a:lnTo>
                <a:cubicBezTo>
                  <a:pt x="61610" y="35122"/>
                  <a:pt x="62092" y="35122"/>
                  <a:pt x="62092" y="31728"/>
                </a:cubicBezTo>
                <a:cubicBezTo>
                  <a:pt x="62092" y="15698"/>
                  <a:pt x="53429" y="0"/>
                  <a:pt x="33367" y="0"/>
                </a:cubicBezTo>
                <a:cubicBezTo>
                  <a:pt x="14753" y="0"/>
                  <a:pt x="0" y="16671"/>
                  <a:pt x="0" y="36905"/>
                </a:cubicBezTo>
                <a:cubicBezTo>
                  <a:pt x="0" y="58596"/>
                  <a:pt x="16844" y="74302"/>
                  <a:pt x="35289" y="74302"/>
                </a:cubicBezTo>
                <a:cubicBezTo>
                  <a:pt x="54869" y="74302"/>
                  <a:pt x="62092" y="56329"/>
                  <a:pt x="62092" y="53258"/>
                </a:cubicBezTo>
                <a:cubicBezTo>
                  <a:pt x="62092" y="51638"/>
                  <a:pt x="60806" y="51314"/>
                  <a:pt x="60002" y="51314"/>
                </a:cubicBezTo>
                <a:cubicBezTo>
                  <a:pt x="58561" y="51314"/>
                  <a:pt x="58239" y="52286"/>
                  <a:pt x="57918" y="53582"/>
                </a:cubicBezTo>
                <a:cubicBezTo>
                  <a:pt x="52303" y="70252"/>
                  <a:pt x="37863" y="70252"/>
                  <a:pt x="36255" y="70252"/>
                </a:cubicBezTo>
                <a:cubicBezTo>
                  <a:pt x="28235" y="70252"/>
                  <a:pt x="21824" y="65400"/>
                  <a:pt x="18131" y="59406"/>
                </a:cubicBezTo>
                <a:cubicBezTo>
                  <a:pt x="13313" y="51638"/>
                  <a:pt x="13313" y="40954"/>
                  <a:pt x="13313" y="3512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path-14">
            <a:extLst xmlns:a="http://schemas.openxmlformats.org/drawingml/2006/main">
              <a:ext uri="{FF2B5EF4-FFF2-40B4-BE49-F238E27FC236}">
                <a16:creationId xmlns:a16="http://schemas.microsoft.com/office/drawing/2014/main" id="{23A8CE2B-0042-41AA-B10B-F58E31E6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3804" y="1251538"/>
            <a:ext cx="61135" cy="74302"/>
          </a:xfrm>
          <a:custGeom xmlns:a="http://schemas.openxmlformats.org/drawingml/2006/main">
            <a:pathLst>
              <a:path w="61135" h="74302">
                <a:moveTo>
                  <a:pt x="13320" y="37229"/>
                </a:moveTo>
                <a:cubicBezTo>
                  <a:pt x="13320" y="10846"/>
                  <a:pt x="26481" y="4042"/>
                  <a:pt x="34984" y="4042"/>
                </a:cubicBezTo>
                <a:cubicBezTo>
                  <a:pt x="36423" y="4042"/>
                  <a:pt x="46536" y="4205"/>
                  <a:pt x="52150" y="10036"/>
                </a:cubicBezTo>
                <a:cubicBezTo>
                  <a:pt x="45570" y="10522"/>
                  <a:pt x="44605" y="15374"/>
                  <a:pt x="44605" y="17480"/>
                </a:cubicBezTo>
                <a:cubicBezTo>
                  <a:pt x="44605" y="21692"/>
                  <a:pt x="47500" y="24924"/>
                  <a:pt x="51988" y="24924"/>
                </a:cubicBezTo>
                <a:cubicBezTo>
                  <a:pt x="56156" y="24924"/>
                  <a:pt x="59374" y="22177"/>
                  <a:pt x="59374" y="17318"/>
                </a:cubicBezTo>
                <a:cubicBezTo>
                  <a:pt x="59374" y="6310"/>
                  <a:pt x="47178" y="0"/>
                  <a:pt x="34822" y="0"/>
                </a:cubicBezTo>
                <a:cubicBezTo>
                  <a:pt x="14769" y="0"/>
                  <a:pt x="0" y="17480"/>
                  <a:pt x="0" y="37553"/>
                </a:cubicBezTo>
                <a:cubicBezTo>
                  <a:pt x="0" y="58273"/>
                  <a:pt x="15888" y="74302"/>
                  <a:pt x="34501" y="74302"/>
                </a:cubicBezTo>
                <a:cubicBezTo>
                  <a:pt x="55995" y="74302"/>
                  <a:pt x="61135" y="54878"/>
                  <a:pt x="61135" y="53258"/>
                </a:cubicBezTo>
                <a:cubicBezTo>
                  <a:pt x="61135" y="51638"/>
                  <a:pt x="59535" y="51638"/>
                  <a:pt x="59051" y="51638"/>
                </a:cubicBezTo>
                <a:cubicBezTo>
                  <a:pt x="57603" y="51638"/>
                  <a:pt x="57282" y="52286"/>
                  <a:pt x="56961" y="53258"/>
                </a:cubicBezTo>
                <a:cubicBezTo>
                  <a:pt x="52311" y="68309"/>
                  <a:pt x="41885" y="70252"/>
                  <a:pt x="35941" y="70252"/>
                </a:cubicBezTo>
                <a:cubicBezTo>
                  <a:pt x="27439" y="70252"/>
                  <a:pt x="13320" y="63294"/>
                  <a:pt x="13320" y="3722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15">
            <a:extLst xmlns:a="http://schemas.openxmlformats.org/drawingml/2006/main">
              <a:ext uri="{FF2B5EF4-FFF2-40B4-BE49-F238E27FC236}">
                <a16:creationId xmlns:a16="http://schemas.microsoft.com/office/drawing/2014/main" id="{CAE3BE36-81AE-45B5-A83F-378686D6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439" y="1224500"/>
            <a:ext cx="50211" cy="101340"/>
          </a:xfrm>
          <a:custGeom xmlns:a="http://schemas.openxmlformats.org/drawingml/2006/main">
            <a:pathLst>
              <a:path w="50211" h="101340">
                <a:moveTo>
                  <a:pt x="24704" y="34806"/>
                </a:moveTo>
                <a:lnTo>
                  <a:pt x="47646" y="34806"/>
                </a:lnTo>
                <a:lnTo>
                  <a:pt x="47646" y="29785"/>
                </a:lnTo>
                <a:lnTo>
                  <a:pt x="24704" y="29785"/>
                </a:lnTo>
                <a:lnTo>
                  <a:pt x="24704" y="0"/>
                </a:lnTo>
                <a:lnTo>
                  <a:pt x="20697" y="0"/>
                </a:lnTo>
                <a:cubicBezTo>
                  <a:pt x="20536" y="13276"/>
                  <a:pt x="15719" y="30594"/>
                  <a:pt x="0" y="31243"/>
                </a:cubicBezTo>
                <a:lnTo>
                  <a:pt x="0" y="34806"/>
                </a:lnTo>
                <a:lnTo>
                  <a:pt x="13634" y="34806"/>
                </a:lnTo>
                <a:lnTo>
                  <a:pt x="13634" y="79486"/>
                </a:lnTo>
                <a:cubicBezTo>
                  <a:pt x="13634" y="99396"/>
                  <a:pt x="28556" y="101340"/>
                  <a:pt x="34332" y="101340"/>
                </a:cubicBezTo>
                <a:cubicBezTo>
                  <a:pt x="45723" y="101340"/>
                  <a:pt x="50211" y="89846"/>
                  <a:pt x="50211" y="79486"/>
                </a:cubicBezTo>
                <a:lnTo>
                  <a:pt x="50211" y="70260"/>
                </a:lnTo>
                <a:lnTo>
                  <a:pt x="46206" y="70260"/>
                </a:lnTo>
                <a:lnTo>
                  <a:pt x="46206" y="79162"/>
                </a:lnTo>
                <a:cubicBezTo>
                  <a:pt x="46206" y="91142"/>
                  <a:pt x="41387" y="97290"/>
                  <a:pt x="35450" y="97290"/>
                </a:cubicBezTo>
                <a:cubicBezTo>
                  <a:pt x="24704" y="97290"/>
                  <a:pt x="24704" y="82564"/>
                  <a:pt x="24704" y="79810"/>
                </a:cubicBezTo>
                <a:lnTo>
                  <a:pt x="24704" y="3480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16">
            <a:extLst xmlns:a="http://schemas.openxmlformats.org/drawingml/2006/main">
              <a:ext uri="{FF2B5EF4-FFF2-40B4-BE49-F238E27FC236}">
                <a16:creationId xmlns:a16="http://schemas.microsoft.com/office/drawing/2014/main" id="{01C97C5F-3F0C-46FD-B50B-70CBFA8A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412" y="1448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pdf-path-17">
            <a:extLst xmlns:a="http://schemas.openxmlformats.org/drawingml/2006/main">
              <a:ext uri="{FF2B5EF4-FFF2-40B4-BE49-F238E27FC236}">
                <a16:creationId xmlns:a16="http://schemas.microsoft.com/office/drawing/2014/main" id="{B359A01B-19F1-48A5-969F-38BAB447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9359" y="1447638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df-path-18">
            <a:extLst xmlns:a="http://schemas.openxmlformats.org/drawingml/2006/main">
              <a:ext uri="{FF2B5EF4-FFF2-40B4-BE49-F238E27FC236}">
                <a16:creationId xmlns:a16="http://schemas.microsoft.com/office/drawing/2014/main" id="{E8A7C071-8396-4AEE-AB84-3AA27D98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099" y="1396503"/>
            <a:ext cx="80056" cy="72506"/>
          </a:xfrm>
          <a:custGeom xmlns:a="http://schemas.openxmlformats.org/drawingml/2006/main">
            <a:pathLst>
              <a:path w="80056" h="72506">
                <a:moveTo>
                  <a:pt x="49032" y="22409"/>
                </a:moveTo>
                <a:cubicBezTo>
                  <a:pt x="49998" y="18245"/>
                  <a:pt x="53698" y="3516"/>
                  <a:pt x="64950" y="3516"/>
                </a:cubicBezTo>
                <a:cubicBezTo>
                  <a:pt x="65747" y="3516"/>
                  <a:pt x="69608" y="3516"/>
                  <a:pt x="72986" y="5599"/>
                </a:cubicBezTo>
                <a:cubicBezTo>
                  <a:pt x="68482" y="6399"/>
                  <a:pt x="65271" y="10403"/>
                  <a:pt x="65271" y="14241"/>
                </a:cubicBezTo>
                <a:cubicBezTo>
                  <a:pt x="65271" y="16803"/>
                  <a:pt x="67034" y="19847"/>
                  <a:pt x="71376" y="19847"/>
                </a:cubicBezTo>
                <a:cubicBezTo>
                  <a:pt x="74916" y="19847"/>
                  <a:pt x="80056" y="16963"/>
                  <a:pt x="80056" y="10564"/>
                </a:cubicBezTo>
                <a:cubicBezTo>
                  <a:pt x="80056" y="2235"/>
                  <a:pt x="70572" y="0"/>
                  <a:pt x="65111" y="0"/>
                </a:cubicBezTo>
                <a:cubicBezTo>
                  <a:pt x="55781" y="0"/>
                  <a:pt x="50158" y="8481"/>
                  <a:pt x="48228" y="12158"/>
                </a:cubicBezTo>
                <a:cubicBezTo>
                  <a:pt x="44206" y="1594"/>
                  <a:pt x="35521" y="0"/>
                  <a:pt x="30863" y="0"/>
                </a:cubicBezTo>
                <a:cubicBezTo>
                  <a:pt x="14141" y="0"/>
                  <a:pt x="4979" y="20647"/>
                  <a:pt x="4979" y="24644"/>
                </a:cubicBezTo>
                <a:cubicBezTo>
                  <a:pt x="4979" y="26246"/>
                  <a:pt x="6587" y="26246"/>
                  <a:pt x="6909" y="26246"/>
                </a:cubicBezTo>
                <a:cubicBezTo>
                  <a:pt x="8197" y="26246"/>
                  <a:pt x="8679" y="25926"/>
                  <a:pt x="9001" y="24484"/>
                </a:cubicBezTo>
                <a:cubicBezTo>
                  <a:pt x="14463" y="7521"/>
                  <a:pt x="25072" y="3516"/>
                  <a:pt x="30541" y="3516"/>
                </a:cubicBezTo>
                <a:cubicBezTo>
                  <a:pt x="33589" y="3516"/>
                  <a:pt x="39220" y="4958"/>
                  <a:pt x="39220" y="14241"/>
                </a:cubicBezTo>
                <a:cubicBezTo>
                  <a:pt x="39220" y="19205"/>
                  <a:pt x="36485" y="29929"/>
                  <a:pt x="30541" y="52339"/>
                </a:cubicBezTo>
                <a:cubicBezTo>
                  <a:pt x="27967" y="62262"/>
                  <a:pt x="22337" y="68982"/>
                  <a:pt x="15267" y="68982"/>
                </a:cubicBezTo>
                <a:cubicBezTo>
                  <a:pt x="14302" y="68982"/>
                  <a:pt x="10609" y="68982"/>
                  <a:pt x="7231" y="66900"/>
                </a:cubicBezTo>
                <a:cubicBezTo>
                  <a:pt x="11253" y="66099"/>
                  <a:pt x="14785" y="62743"/>
                  <a:pt x="14785" y="58258"/>
                </a:cubicBezTo>
                <a:cubicBezTo>
                  <a:pt x="14785" y="53941"/>
                  <a:pt x="11253" y="52659"/>
                  <a:pt x="8840" y="52659"/>
                </a:cubicBezTo>
                <a:cubicBezTo>
                  <a:pt x="4014" y="52659"/>
                  <a:pt x="0" y="56816"/>
                  <a:pt x="0" y="61942"/>
                </a:cubicBezTo>
                <a:cubicBezTo>
                  <a:pt x="0" y="69302"/>
                  <a:pt x="8036" y="72506"/>
                  <a:pt x="15106" y="72506"/>
                </a:cubicBezTo>
                <a:cubicBezTo>
                  <a:pt x="25716" y="72506"/>
                  <a:pt x="31506" y="61302"/>
                  <a:pt x="31989" y="60340"/>
                </a:cubicBezTo>
                <a:cubicBezTo>
                  <a:pt x="33911" y="66259"/>
                  <a:pt x="39702" y="72506"/>
                  <a:pt x="49354" y="72506"/>
                </a:cubicBezTo>
                <a:cubicBezTo>
                  <a:pt x="65908" y="72506"/>
                  <a:pt x="75077" y="51858"/>
                  <a:pt x="75077" y="47854"/>
                </a:cubicBezTo>
                <a:cubicBezTo>
                  <a:pt x="75077" y="46253"/>
                  <a:pt x="73629" y="46253"/>
                  <a:pt x="73147" y="46253"/>
                </a:cubicBezTo>
                <a:cubicBezTo>
                  <a:pt x="71698" y="46253"/>
                  <a:pt x="71376" y="46893"/>
                  <a:pt x="71056" y="48014"/>
                </a:cubicBezTo>
                <a:cubicBezTo>
                  <a:pt x="65747" y="65145"/>
                  <a:pt x="54816" y="68982"/>
                  <a:pt x="49676" y="68982"/>
                </a:cubicBezTo>
                <a:cubicBezTo>
                  <a:pt x="43410" y="68982"/>
                  <a:pt x="40829" y="63864"/>
                  <a:pt x="40829" y="58418"/>
                </a:cubicBezTo>
                <a:cubicBezTo>
                  <a:pt x="40829" y="54894"/>
                  <a:pt x="41801" y="51378"/>
                  <a:pt x="43571" y="44331"/>
                </a:cubicBezTo>
                <a:lnTo>
                  <a:pt x="49032" y="224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path-19">
            <a:extLst xmlns:a="http://schemas.openxmlformats.org/drawingml/2006/main">
              <a:ext uri="{FF2B5EF4-FFF2-40B4-BE49-F238E27FC236}">
                <a16:creationId xmlns:a16="http://schemas.microsoft.com/office/drawing/2014/main" id="{F56592A3-4B75-498D-B724-F9A5672D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68" y="1396503"/>
            <a:ext cx="74119" cy="103557"/>
          </a:xfrm>
          <a:custGeom xmlns:a="http://schemas.openxmlformats.org/drawingml/2006/main">
            <a:pathLst>
              <a:path w="74119" h="103557">
                <a:moveTo>
                  <a:pt x="73475" y="9763"/>
                </a:moveTo>
                <a:cubicBezTo>
                  <a:pt x="74119" y="7521"/>
                  <a:pt x="74119" y="7200"/>
                  <a:pt x="74119" y="6079"/>
                </a:cubicBezTo>
                <a:cubicBezTo>
                  <a:pt x="74119" y="3196"/>
                  <a:pt x="71867" y="1754"/>
                  <a:pt x="69454" y="1754"/>
                </a:cubicBezTo>
                <a:cubicBezTo>
                  <a:pt x="67846" y="1754"/>
                  <a:pt x="65280" y="2716"/>
                  <a:pt x="63832" y="5118"/>
                </a:cubicBezTo>
                <a:cubicBezTo>
                  <a:pt x="63502" y="5919"/>
                  <a:pt x="62216" y="10883"/>
                  <a:pt x="61572" y="13760"/>
                </a:cubicBezTo>
                <a:cubicBezTo>
                  <a:pt x="60445" y="17924"/>
                  <a:pt x="59320" y="22249"/>
                  <a:pt x="58354" y="26566"/>
                </a:cubicBezTo>
                <a:lnTo>
                  <a:pt x="51123" y="55376"/>
                </a:lnTo>
                <a:cubicBezTo>
                  <a:pt x="50481" y="57778"/>
                  <a:pt x="43571" y="68982"/>
                  <a:pt x="32962" y="68982"/>
                </a:cubicBezTo>
                <a:cubicBezTo>
                  <a:pt x="24757" y="68982"/>
                  <a:pt x="22989" y="61942"/>
                  <a:pt x="22989" y="56016"/>
                </a:cubicBezTo>
                <a:cubicBezTo>
                  <a:pt x="22989" y="48655"/>
                  <a:pt x="25723" y="38732"/>
                  <a:pt x="31192" y="24644"/>
                </a:cubicBezTo>
                <a:cubicBezTo>
                  <a:pt x="33758" y="18085"/>
                  <a:pt x="34402" y="16323"/>
                  <a:pt x="34402" y="13119"/>
                </a:cubicBezTo>
                <a:cubicBezTo>
                  <a:pt x="34402" y="5919"/>
                  <a:pt x="29262" y="0"/>
                  <a:pt x="21225" y="0"/>
                </a:cubicBezTo>
                <a:cubicBezTo>
                  <a:pt x="5944" y="0"/>
                  <a:pt x="0" y="23202"/>
                  <a:pt x="0" y="24644"/>
                </a:cubicBezTo>
                <a:cubicBezTo>
                  <a:pt x="0" y="26246"/>
                  <a:pt x="1601" y="26246"/>
                  <a:pt x="1923" y="26246"/>
                </a:cubicBezTo>
                <a:cubicBezTo>
                  <a:pt x="3532" y="26246"/>
                  <a:pt x="3692" y="25926"/>
                  <a:pt x="4496" y="23362"/>
                </a:cubicBezTo>
                <a:cubicBezTo>
                  <a:pt x="8840" y="8321"/>
                  <a:pt x="15267" y="3516"/>
                  <a:pt x="20743" y="3516"/>
                </a:cubicBezTo>
                <a:cubicBezTo>
                  <a:pt x="22031" y="3516"/>
                  <a:pt x="24757" y="3516"/>
                  <a:pt x="24757" y="8641"/>
                </a:cubicBezTo>
                <a:cubicBezTo>
                  <a:pt x="24757" y="12638"/>
                  <a:pt x="23149" y="16803"/>
                  <a:pt x="22031" y="19847"/>
                </a:cubicBezTo>
                <a:cubicBezTo>
                  <a:pt x="15589" y="36810"/>
                  <a:pt x="12693" y="45932"/>
                  <a:pt x="12693" y="53460"/>
                </a:cubicBezTo>
                <a:cubicBezTo>
                  <a:pt x="12693" y="67701"/>
                  <a:pt x="22827" y="72506"/>
                  <a:pt x="32318" y="72506"/>
                </a:cubicBezTo>
                <a:cubicBezTo>
                  <a:pt x="38584" y="72506"/>
                  <a:pt x="44045" y="69783"/>
                  <a:pt x="48549" y="65305"/>
                </a:cubicBezTo>
                <a:cubicBezTo>
                  <a:pt x="46459" y="73627"/>
                  <a:pt x="44528" y="81468"/>
                  <a:pt x="38101" y="89950"/>
                </a:cubicBezTo>
                <a:cubicBezTo>
                  <a:pt x="33920" y="95396"/>
                  <a:pt x="27815" y="100033"/>
                  <a:pt x="20421" y="100033"/>
                </a:cubicBezTo>
                <a:cubicBezTo>
                  <a:pt x="18163" y="100033"/>
                  <a:pt x="10931" y="99553"/>
                  <a:pt x="8196" y="93314"/>
                </a:cubicBezTo>
                <a:cubicBezTo>
                  <a:pt x="10770" y="93314"/>
                  <a:pt x="12854" y="93314"/>
                  <a:pt x="15105" y="91391"/>
                </a:cubicBezTo>
                <a:cubicBezTo>
                  <a:pt x="16714" y="89950"/>
                  <a:pt x="18323" y="87868"/>
                  <a:pt x="18323" y="84832"/>
                </a:cubicBezTo>
                <a:cubicBezTo>
                  <a:pt x="18323" y="79867"/>
                  <a:pt x="13980" y="79226"/>
                  <a:pt x="12371" y="79226"/>
                </a:cubicBezTo>
                <a:cubicBezTo>
                  <a:pt x="8679" y="79226"/>
                  <a:pt x="3370" y="81789"/>
                  <a:pt x="3370" y="89629"/>
                </a:cubicBezTo>
                <a:cubicBezTo>
                  <a:pt x="3370" y="97631"/>
                  <a:pt x="10448" y="103557"/>
                  <a:pt x="20421" y="103557"/>
                </a:cubicBezTo>
                <a:cubicBezTo>
                  <a:pt x="36975" y="103557"/>
                  <a:pt x="53536" y="88989"/>
                  <a:pt x="58033" y="70904"/>
                </a:cubicBezTo>
                <a:lnTo>
                  <a:pt x="73475" y="976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df-path-20">
            <a:extLst xmlns:a="http://schemas.openxmlformats.org/drawingml/2006/main">
              <a:ext uri="{FF2B5EF4-FFF2-40B4-BE49-F238E27FC236}">
                <a16:creationId xmlns:a16="http://schemas.microsoft.com/office/drawing/2014/main" id="{F6742CEF-1A73-40F5-A8DD-1F9E4130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726" y="1396503"/>
            <a:ext cx="68167" cy="72506"/>
          </a:xfrm>
          <a:custGeom xmlns:a="http://schemas.openxmlformats.org/drawingml/2006/main">
            <a:pathLst>
              <a:path w="68167" h="72506">
                <a:moveTo>
                  <a:pt x="14470" y="57457"/>
                </a:moveTo>
                <a:cubicBezTo>
                  <a:pt x="23149" y="48175"/>
                  <a:pt x="27815" y="44171"/>
                  <a:pt x="33598" y="39212"/>
                </a:cubicBezTo>
                <a:cubicBezTo>
                  <a:pt x="33598" y="39052"/>
                  <a:pt x="43571" y="30570"/>
                  <a:pt x="49362" y="24804"/>
                </a:cubicBezTo>
                <a:cubicBezTo>
                  <a:pt x="64628" y="9923"/>
                  <a:pt x="68167" y="2235"/>
                  <a:pt x="68167" y="1594"/>
                </a:cubicBezTo>
                <a:cubicBezTo>
                  <a:pt x="68167" y="0"/>
                  <a:pt x="66720" y="0"/>
                  <a:pt x="66398" y="0"/>
                </a:cubicBezTo>
                <a:cubicBezTo>
                  <a:pt x="65272" y="0"/>
                  <a:pt x="64789" y="320"/>
                  <a:pt x="63985" y="1754"/>
                </a:cubicBezTo>
                <a:cubicBezTo>
                  <a:pt x="59166" y="9443"/>
                  <a:pt x="55789" y="11998"/>
                  <a:pt x="51935" y="11998"/>
                </a:cubicBezTo>
                <a:cubicBezTo>
                  <a:pt x="48075" y="11998"/>
                  <a:pt x="46145" y="9603"/>
                  <a:pt x="43732" y="6880"/>
                </a:cubicBezTo>
                <a:cubicBezTo>
                  <a:pt x="40682" y="3196"/>
                  <a:pt x="37940" y="0"/>
                  <a:pt x="32632" y="0"/>
                </a:cubicBezTo>
                <a:cubicBezTo>
                  <a:pt x="20575" y="0"/>
                  <a:pt x="13183" y="14881"/>
                  <a:pt x="13183" y="18245"/>
                </a:cubicBezTo>
                <a:cubicBezTo>
                  <a:pt x="13183" y="19045"/>
                  <a:pt x="13666" y="20007"/>
                  <a:pt x="15113" y="20007"/>
                </a:cubicBezTo>
                <a:cubicBezTo>
                  <a:pt x="16562" y="20007"/>
                  <a:pt x="16884" y="19205"/>
                  <a:pt x="17205" y="18245"/>
                </a:cubicBezTo>
                <a:cubicBezTo>
                  <a:pt x="20253" y="10883"/>
                  <a:pt x="29583" y="10723"/>
                  <a:pt x="30862" y="10723"/>
                </a:cubicBezTo>
                <a:cubicBezTo>
                  <a:pt x="34241" y="10723"/>
                  <a:pt x="37297" y="11838"/>
                  <a:pt x="40997" y="13119"/>
                </a:cubicBezTo>
                <a:cubicBezTo>
                  <a:pt x="47431" y="15522"/>
                  <a:pt x="49201" y="15522"/>
                  <a:pt x="53375" y="15522"/>
                </a:cubicBezTo>
                <a:cubicBezTo>
                  <a:pt x="47592" y="22409"/>
                  <a:pt x="34080" y="33927"/>
                  <a:pt x="31024" y="36490"/>
                </a:cubicBezTo>
                <a:lnTo>
                  <a:pt x="16562" y="49936"/>
                </a:lnTo>
                <a:cubicBezTo>
                  <a:pt x="5631" y="60660"/>
                  <a:pt x="0" y="69783"/>
                  <a:pt x="0" y="70904"/>
                </a:cubicBezTo>
                <a:cubicBezTo>
                  <a:pt x="0" y="72506"/>
                  <a:pt x="1609" y="72506"/>
                  <a:pt x="1931" y="72506"/>
                </a:cubicBezTo>
                <a:cubicBezTo>
                  <a:pt x="3217" y="72506"/>
                  <a:pt x="3539" y="72186"/>
                  <a:pt x="4504" y="70424"/>
                </a:cubicBezTo>
                <a:cubicBezTo>
                  <a:pt x="8204" y="64825"/>
                  <a:pt x="13022" y="60500"/>
                  <a:pt x="18170" y="60500"/>
                </a:cubicBezTo>
                <a:cubicBezTo>
                  <a:pt x="21862" y="60500"/>
                  <a:pt x="23471" y="61942"/>
                  <a:pt x="27493" y="66580"/>
                </a:cubicBezTo>
                <a:cubicBezTo>
                  <a:pt x="30227" y="69943"/>
                  <a:pt x="33115" y="72506"/>
                  <a:pt x="37779" y="72506"/>
                </a:cubicBezTo>
                <a:cubicBezTo>
                  <a:pt x="53697" y="72506"/>
                  <a:pt x="63028" y="52179"/>
                  <a:pt x="63028" y="47854"/>
                </a:cubicBezTo>
                <a:cubicBezTo>
                  <a:pt x="63028" y="47054"/>
                  <a:pt x="62384" y="46253"/>
                  <a:pt x="61097" y="46253"/>
                </a:cubicBezTo>
                <a:cubicBezTo>
                  <a:pt x="59649" y="46253"/>
                  <a:pt x="59328" y="47214"/>
                  <a:pt x="58844" y="48335"/>
                </a:cubicBezTo>
                <a:cubicBezTo>
                  <a:pt x="55145" y="58738"/>
                  <a:pt x="44858" y="61782"/>
                  <a:pt x="39550" y="61782"/>
                </a:cubicBezTo>
                <a:cubicBezTo>
                  <a:pt x="36332" y="61782"/>
                  <a:pt x="33437" y="60820"/>
                  <a:pt x="30066" y="59700"/>
                </a:cubicBezTo>
                <a:cubicBezTo>
                  <a:pt x="24597" y="57618"/>
                  <a:pt x="22184" y="56976"/>
                  <a:pt x="18813" y="56976"/>
                </a:cubicBezTo>
                <a:cubicBezTo>
                  <a:pt x="18492" y="56976"/>
                  <a:pt x="15917" y="56976"/>
                  <a:pt x="14470" y="574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path-21">
            <a:extLst xmlns:a="http://schemas.openxmlformats.org/drawingml/2006/main">
              <a:ext uri="{FF2B5EF4-FFF2-40B4-BE49-F238E27FC236}">
                <a16:creationId xmlns:a16="http://schemas.microsoft.com/office/drawing/2014/main" id="{09F5995B-42F4-4CCF-8FA2-87C465F6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1834" y="457523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pdf-path-22">
            <a:extLst xmlns:a="http://schemas.openxmlformats.org/drawingml/2006/main">
              <a:ext uri="{FF2B5EF4-FFF2-40B4-BE49-F238E27FC236}">
                <a16:creationId xmlns:a16="http://schemas.microsoft.com/office/drawing/2014/main" id="{A38A24D4-74EB-43CF-B590-B8455B08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5808" y="457052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pdf-path-23">
            <a:extLst xmlns:a="http://schemas.openxmlformats.org/drawingml/2006/main">
              <a:ext uri="{FF2B5EF4-FFF2-40B4-BE49-F238E27FC236}">
                <a16:creationId xmlns:a16="http://schemas.microsoft.com/office/drawing/2014/main" id="{B95113BA-5422-4E61-97B2-33FE8C10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899" y="387718"/>
            <a:ext cx="106773" cy="113719"/>
          </a:xfrm>
          <a:custGeom xmlns:a="http://schemas.openxmlformats.org/drawingml/2006/main">
            <a:pathLst>
              <a:path w="106773" h="113719">
                <a:moveTo>
                  <a:pt x="84445" y="100422"/>
                </a:moveTo>
                <a:cubicBezTo>
                  <a:pt x="86490" y="103865"/>
                  <a:pt x="92779" y="110119"/>
                  <a:pt x="94510" y="110119"/>
                </a:cubicBezTo>
                <a:cubicBezTo>
                  <a:pt x="95928" y="110119"/>
                  <a:pt x="95928" y="108867"/>
                  <a:pt x="95928" y="106519"/>
                </a:cubicBezTo>
                <a:lnTo>
                  <a:pt x="95928" y="79304"/>
                </a:lnTo>
                <a:cubicBezTo>
                  <a:pt x="95928" y="73207"/>
                  <a:pt x="96555" y="72424"/>
                  <a:pt x="106773" y="72424"/>
                </a:cubicBezTo>
                <a:lnTo>
                  <a:pt x="106773" y="67571"/>
                </a:lnTo>
                <a:cubicBezTo>
                  <a:pt x="100960" y="67728"/>
                  <a:pt x="92305" y="68041"/>
                  <a:pt x="87594" y="68041"/>
                </a:cubicBezTo>
                <a:cubicBezTo>
                  <a:pt x="81297" y="68041"/>
                  <a:pt x="67937" y="68041"/>
                  <a:pt x="62269" y="67571"/>
                </a:cubicBezTo>
                <a:lnTo>
                  <a:pt x="62269" y="72424"/>
                </a:lnTo>
                <a:lnTo>
                  <a:pt x="67309" y="72424"/>
                </a:lnTo>
                <a:cubicBezTo>
                  <a:pt x="81457" y="72424"/>
                  <a:pt x="81925" y="74139"/>
                  <a:pt x="81925" y="79930"/>
                </a:cubicBezTo>
                <a:lnTo>
                  <a:pt x="81925" y="89941"/>
                </a:lnTo>
                <a:cubicBezTo>
                  <a:pt x="81925" y="107458"/>
                  <a:pt x="61955" y="108867"/>
                  <a:pt x="57558" y="108867"/>
                </a:cubicBezTo>
                <a:cubicBezTo>
                  <a:pt x="47340" y="108867"/>
                  <a:pt x="16201" y="103395"/>
                  <a:pt x="16201" y="56778"/>
                </a:cubicBezTo>
                <a:cubicBezTo>
                  <a:pt x="16201" y="10011"/>
                  <a:pt x="47179" y="4846"/>
                  <a:pt x="56615" y="4846"/>
                </a:cubicBezTo>
                <a:cubicBezTo>
                  <a:pt x="73437" y="4846"/>
                  <a:pt x="87746" y="18927"/>
                  <a:pt x="90894" y="41922"/>
                </a:cubicBezTo>
                <a:cubicBezTo>
                  <a:pt x="91208" y="44106"/>
                  <a:pt x="91208" y="44576"/>
                  <a:pt x="93407" y="44576"/>
                </a:cubicBezTo>
                <a:cubicBezTo>
                  <a:pt x="95928" y="44576"/>
                  <a:pt x="95928" y="44106"/>
                  <a:pt x="95928" y="40826"/>
                </a:cubicBezTo>
                <a:lnTo>
                  <a:pt x="95928" y="3750"/>
                </a:lnTo>
                <a:cubicBezTo>
                  <a:pt x="95928" y="1089"/>
                  <a:pt x="95928" y="0"/>
                  <a:pt x="94196" y="0"/>
                </a:cubicBezTo>
                <a:cubicBezTo>
                  <a:pt x="93567" y="0"/>
                  <a:pt x="92932" y="0"/>
                  <a:pt x="91676" y="1871"/>
                </a:cubicBezTo>
                <a:lnTo>
                  <a:pt x="83817" y="13448"/>
                </a:lnTo>
                <a:cubicBezTo>
                  <a:pt x="78784" y="8446"/>
                  <a:pt x="70289" y="0"/>
                  <a:pt x="54724" y="0"/>
                </a:cubicBezTo>
                <a:cubicBezTo>
                  <a:pt x="25478" y="0"/>
                  <a:pt x="0" y="24711"/>
                  <a:pt x="0" y="56778"/>
                </a:cubicBezTo>
                <a:cubicBezTo>
                  <a:pt x="0" y="88846"/>
                  <a:pt x="25164" y="113719"/>
                  <a:pt x="55038" y="113719"/>
                </a:cubicBezTo>
                <a:cubicBezTo>
                  <a:pt x="66520" y="113719"/>
                  <a:pt x="79105" y="109650"/>
                  <a:pt x="84445" y="10042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path-24">
            <a:extLst xmlns:a="http://schemas.openxmlformats.org/drawingml/2006/main">
              <a:ext uri="{FF2B5EF4-FFF2-40B4-BE49-F238E27FC236}">
                <a16:creationId xmlns:a16="http://schemas.microsoft.com/office/drawing/2014/main" id="{769A5116-5C7C-450D-9C0C-FED70835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3975" y="428857"/>
            <a:ext cx="52840" cy="69136"/>
          </a:xfrm>
          <a:custGeom xmlns:a="http://schemas.openxmlformats.org/drawingml/2006/main">
            <a:pathLst>
              <a:path w="52840" h="69136">
                <a:moveTo>
                  <a:pt x="21862" y="17204"/>
                </a:moveTo>
                <a:lnTo>
                  <a:pt x="21862" y="0"/>
                </a:lnTo>
                <a:lnTo>
                  <a:pt x="0" y="1715"/>
                </a:lnTo>
                <a:lnTo>
                  <a:pt x="0" y="6567"/>
                </a:lnTo>
                <a:cubicBezTo>
                  <a:pt x="11008" y="6567"/>
                  <a:pt x="12263" y="7662"/>
                  <a:pt x="12263" y="15325"/>
                </a:cubicBezTo>
                <a:lnTo>
                  <a:pt x="12263" y="57248"/>
                </a:lnTo>
                <a:cubicBezTo>
                  <a:pt x="12263" y="64284"/>
                  <a:pt x="10532" y="64284"/>
                  <a:pt x="0" y="64284"/>
                </a:cubicBezTo>
                <a:lnTo>
                  <a:pt x="0" y="69136"/>
                </a:lnTo>
                <a:cubicBezTo>
                  <a:pt x="6128" y="68980"/>
                  <a:pt x="13520" y="68667"/>
                  <a:pt x="17925" y="68667"/>
                </a:cubicBezTo>
                <a:cubicBezTo>
                  <a:pt x="24214" y="68667"/>
                  <a:pt x="31605" y="68667"/>
                  <a:pt x="37894" y="69136"/>
                </a:cubicBezTo>
                <a:lnTo>
                  <a:pt x="37894" y="64284"/>
                </a:lnTo>
                <a:lnTo>
                  <a:pt x="34593" y="64284"/>
                </a:lnTo>
                <a:cubicBezTo>
                  <a:pt x="22949" y="64284"/>
                  <a:pt x="22636" y="62569"/>
                  <a:pt x="22636" y="56935"/>
                </a:cubicBezTo>
                <a:lnTo>
                  <a:pt x="22636" y="32843"/>
                </a:lnTo>
                <a:cubicBezTo>
                  <a:pt x="22636" y="17361"/>
                  <a:pt x="29246" y="3436"/>
                  <a:pt x="41196" y="3436"/>
                </a:cubicBezTo>
                <a:cubicBezTo>
                  <a:pt x="42299" y="3436"/>
                  <a:pt x="42613" y="3436"/>
                  <a:pt x="42927" y="3593"/>
                </a:cubicBezTo>
                <a:cubicBezTo>
                  <a:pt x="42460" y="3750"/>
                  <a:pt x="39312" y="5628"/>
                  <a:pt x="39312" y="9698"/>
                </a:cubicBezTo>
                <a:cubicBezTo>
                  <a:pt x="39312" y="14074"/>
                  <a:pt x="42613" y="16422"/>
                  <a:pt x="46067" y="16422"/>
                </a:cubicBezTo>
                <a:cubicBezTo>
                  <a:pt x="48902" y="16422"/>
                  <a:pt x="52840" y="14543"/>
                  <a:pt x="52840" y="9541"/>
                </a:cubicBezTo>
                <a:cubicBezTo>
                  <a:pt x="52840" y="4532"/>
                  <a:pt x="47960" y="0"/>
                  <a:pt x="41196" y="0"/>
                </a:cubicBezTo>
                <a:cubicBezTo>
                  <a:pt x="29722" y="0"/>
                  <a:pt x="24053" y="10480"/>
                  <a:pt x="21862" y="172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path-25">
            <a:extLst xmlns:a="http://schemas.openxmlformats.org/drawingml/2006/main">
              <a:ext uri="{FF2B5EF4-FFF2-40B4-BE49-F238E27FC236}">
                <a16:creationId xmlns:a16="http://schemas.microsoft.com/office/drawing/2014/main" id="{07653485-1B07-4D80-B0A4-6BED8D7E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060" y="393346"/>
            <a:ext cx="33650" cy="104647"/>
          </a:xfrm>
          <a:custGeom xmlns:a="http://schemas.openxmlformats.org/drawingml/2006/main">
            <a:pathLst>
              <a:path w="33650" h="104647">
                <a:moveTo>
                  <a:pt x="22644" y="35511"/>
                </a:moveTo>
                <a:lnTo>
                  <a:pt x="621" y="37226"/>
                </a:lnTo>
                <a:lnTo>
                  <a:pt x="621" y="42078"/>
                </a:lnTo>
                <a:cubicBezTo>
                  <a:pt x="10847" y="42078"/>
                  <a:pt x="12263" y="43017"/>
                  <a:pt x="12263" y="50680"/>
                </a:cubicBezTo>
                <a:lnTo>
                  <a:pt x="12263" y="92759"/>
                </a:lnTo>
                <a:cubicBezTo>
                  <a:pt x="12263" y="99795"/>
                  <a:pt x="10540" y="99795"/>
                  <a:pt x="0" y="99795"/>
                </a:cubicBezTo>
                <a:lnTo>
                  <a:pt x="0" y="104647"/>
                </a:lnTo>
                <a:cubicBezTo>
                  <a:pt x="5033" y="104491"/>
                  <a:pt x="13520" y="104177"/>
                  <a:pt x="17296" y="104177"/>
                </a:cubicBezTo>
                <a:cubicBezTo>
                  <a:pt x="22796" y="104177"/>
                  <a:pt x="28304" y="104491"/>
                  <a:pt x="33650" y="104647"/>
                </a:cubicBezTo>
                <a:lnTo>
                  <a:pt x="33650" y="99795"/>
                </a:lnTo>
                <a:cubicBezTo>
                  <a:pt x="23271" y="99795"/>
                  <a:pt x="22644" y="99019"/>
                  <a:pt x="22644" y="92915"/>
                </a:cubicBezTo>
                <a:lnTo>
                  <a:pt x="22644" y="35511"/>
                </a:lnTo>
                <a:moveTo>
                  <a:pt x="23271" y="8289"/>
                </a:moveTo>
                <a:cubicBezTo>
                  <a:pt x="23271" y="3287"/>
                  <a:pt x="19342" y="0"/>
                  <a:pt x="14937" y="0"/>
                </a:cubicBezTo>
                <a:cubicBezTo>
                  <a:pt x="10065" y="0"/>
                  <a:pt x="6603" y="4226"/>
                  <a:pt x="6603" y="8289"/>
                </a:cubicBezTo>
                <a:cubicBezTo>
                  <a:pt x="6603" y="12515"/>
                  <a:pt x="10065" y="16578"/>
                  <a:pt x="14937" y="16578"/>
                </a:cubicBezTo>
                <a:cubicBezTo>
                  <a:pt x="19342" y="16578"/>
                  <a:pt x="23271" y="13298"/>
                  <a:pt x="23271" y="828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df-path-26">
            <a:extLst xmlns:a="http://schemas.openxmlformats.org/drawingml/2006/main">
              <a:ext uri="{FF2B5EF4-FFF2-40B4-BE49-F238E27FC236}">
                <a16:creationId xmlns:a16="http://schemas.microsoft.com/office/drawing/2014/main" id="{873ED44E-9AA1-4F6B-80D9-538310A8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056" y="428857"/>
            <a:ext cx="77520" cy="99482"/>
          </a:xfrm>
          <a:custGeom xmlns:a="http://schemas.openxmlformats.org/drawingml/2006/main">
            <a:pathLst>
              <a:path w="77520" h="99482">
                <a:moveTo>
                  <a:pt x="22643" y="10324"/>
                </a:moveTo>
                <a:lnTo>
                  <a:pt x="22643" y="0"/>
                </a:lnTo>
                <a:lnTo>
                  <a:pt x="0" y="1715"/>
                </a:lnTo>
                <a:lnTo>
                  <a:pt x="0" y="6567"/>
                </a:lnTo>
                <a:cubicBezTo>
                  <a:pt x="11168" y="6567"/>
                  <a:pt x="12263" y="7506"/>
                  <a:pt x="12263" y="14386"/>
                </a:cubicBezTo>
                <a:lnTo>
                  <a:pt x="12263" y="87593"/>
                </a:lnTo>
                <a:cubicBezTo>
                  <a:pt x="12263" y="94637"/>
                  <a:pt x="10540" y="94637"/>
                  <a:pt x="0" y="94637"/>
                </a:cubicBezTo>
                <a:lnTo>
                  <a:pt x="0" y="99482"/>
                </a:lnTo>
                <a:cubicBezTo>
                  <a:pt x="5346" y="99326"/>
                  <a:pt x="13520" y="99012"/>
                  <a:pt x="17610" y="99012"/>
                </a:cubicBezTo>
                <a:cubicBezTo>
                  <a:pt x="21862" y="99012"/>
                  <a:pt x="29882" y="99326"/>
                  <a:pt x="35381" y="99482"/>
                </a:cubicBezTo>
                <a:lnTo>
                  <a:pt x="35381" y="94637"/>
                </a:lnTo>
                <a:cubicBezTo>
                  <a:pt x="24841" y="94637"/>
                  <a:pt x="23110" y="94637"/>
                  <a:pt x="23110" y="87593"/>
                </a:cubicBezTo>
                <a:lnTo>
                  <a:pt x="23110" y="61317"/>
                </a:lnTo>
                <a:lnTo>
                  <a:pt x="23110" y="59908"/>
                </a:lnTo>
                <a:cubicBezTo>
                  <a:pt x="23899" y="62413"/>
                  <a:pt x="30509" y="70858"/>
                  <a:pt x="42460" y="70858"/>
                </a:cubicBezTo>
                <a:cubicBezTo>
                  <a:pt x="61174" y="70858"/>
                  <a:pt x="77520" y="55526"/>
                  <a:pt x="77520" y="35347"/>
                </a:cubicBezTo>
                <a:cubicBezTo>
                  <a:pt x="77520" y="15482"/>
                  <a:pt x="62277" y="0"/>
                  <a:pt x="44658" y="0"/>
                </a:cubicBezTo>
                <a:cubicBezTo>
                  <a:pt x="32395" y="0"/>
                  <a:pt x="25791" y="6880"/>
                  <a:pt x="22643" y="10324"/>
                </a:cubicBezTo>
                <a:moveTo>
                  <a:pt x="23110" y="51306"/>
                </a:moveTo>
                <a:lnTo>
                  <a:pt x="23110" y="16422"/>
                </a:lnTo>
                <a:cubicBezTo>
                  <a:pt x="27675" y="8445"/>
                  <a:pt x="35381" y="3906"/>
                  <a:pt x="43402" y="3906"/>
                </a:cubicBezTo>
                <a:cubicBezTo>
                  <a:pt x="54877" y="3906"/>
                  <a:pt x="64467" y="17674"/>
                  <a:pt x="64467" y="35347"/>
                </a:cubicBezTo>
                <a:cubicBezTo>
                  <a:pt x="64467" y="54273"/>
                  <a:pt x="53467" y="67415"/>
                  <a:pt x="41831" y="67415"/>
                </a:cubicBezTo>
                <a:cubicBezTo>
                  <a:pt x="35535" y="67415"/>
                  <a:pt x="29567" y="64284"/>
                  <a:pt x="25316" y="57874"/>
                </a:cubicBezTo>
                <a:cubicBezTo>
                  <a:pt x="23110" y="54587"/>
                  <a:pt x="23110" y="54429"/>
                  <a:pt x="23110" y="513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df-path-27">
            <a:extLst xmlns:a="http://schemas.openxmlformats.org/drawingml/2006/main">
              <a:ext uri="{FF2B5EF4-FFF2-40B4-BE49-F238E27FC236}">
                <a16:creationId xmlns:a16="http://schemas.microsoft.com/office/drawing/2014/main" id="{5F107ED9-36CD-4CB3-BEAD-A33CE032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190" y="428857"/>
            <a:ext cx="77520" cy="99482"/>
          </a:xfrm>
          <a:custGeom xmlns:a="http://schemas.openxmlformats.org/drawingml/2006/main">
            <a:pathLst>
              <a:path w="77520" h="99482">
                <a:moveTo>
                  <a:pt x="22643" y="10324"/>
                </a:moveTo>
                <a:lnTo>
                  <a:pt x="22643" y="0"/>
                </a:lnTo>
                <a:lnTo>
                  <a:pt x="0" y="1715"/>
                </a:lnTo>
                <a:lnTo>
                  <a:pt x="0" y="6567"/>
                </a:lnTo>
                <a:cubicBezTo>
                  <a:pt x="11169" y="6567"/>
                  <a:pt x="12263" y="7506"/>
                  <a:pt x="12263" y="14386"/>
                </a:cubicBezTo>
                <a:lnTo>
                  <a:pt x="12263" y="87593"/>
                </a:lnTo>
                <a:cubicBezTo>
                  <a:pt x="12263" y="94637"/>
                  <a:pt x="10540" y="94637"/>
                  <a:pt x="0" y="94637"/>
                </a:cubicBezTo>
                <a:lnTo>
                  <a:pt x="0" y="99482"/>
                </a:lnTo>
                <a:cubicBezTo>
                  <a:pt x="5347" y="99326"/>
                  <a:pt x="13520" y="99012"/>
                  <a:pt x="17610" y="99012"/>
                </a:cubicBezTo>
                <a:cubicBezTo>
                  <a:pt x="21862" y="99012"/>
                  <a:pt x="29882" y="99326"/>
                  <a:pt x="35381" y="99482"/>
                </a:cubicBezTo>
                <a:lnTo>
                  <a:pt x="35381" y="94637"/>
                </a:lnTo>
                <a:cubicBezTo>
                  <a:pt x="24841" y="94637"/>
                  <a:pt x="23111" y="94637"/>
                  <a:pt x="23111" y="87593"/>
                </a:cubicBezTo>
                <a:lnTo>
                  <a:pt x="23111" y="61317"/>
                </a:lnTo>
                <a:lnTo>
                  <a:pt x="23111" y="59908"/>
                </a:lnTo>
                <a:cubicBezTo>
                  <a:pt x="23900" y="62413"/>
                  <a:pt x="30510" y="70858"/>
                  <a:pt x="42460" y="70858"/>
                </a:cubicBezTo>
                <a:cubicBezTo>
                  <a:pt x="61174" y="70858"/>
                  <a:pt x="77520" y="55526"/>
                  <a:pt x="77520" y="35347"/>
                </a:cubicBezTo>
                <a:cubicBezTo>
                  <a:pt x="77520" y="15482"/>
                  <a:pt x="62268" y="0"/>
                  <a:pt x="44658" y="0"/>
                </a:cubicBezTo>
                <a:cubicBezTo>
                  <a:pt x="32395" y="0"/>
                  <a:pt x="25784" y="6880"/>
                  <a:pt x="22643" y="10324"/>
                </a:cubicBezTo>
                <a:moveTo>
                  <a:pt x="23111" y="51306"/>
                </a:moveTo>
                <a:lnTo>
                  <a:pt x="23111" y="16422"/>
                </a:lnTo>
                <a:cubicBezTo>
                  <a:pt x="27675" y="8445"/>
                  <a:pt x="35381" y="3906"/>
                  <a:pt x="43394" y="3906"/>
                </a:cubicBezTo>
                <a:cubicBezTo>
                  <a:pt x="54877" y="3906"/>
                  <a:pt x="64467" y="17674"/>
                  <a:pt x="64467" y="35347"/>
                </a:cubicBezTo>
                <a:cubicBezTo>
                  <a:pt x="64467" y="54273"/>
                  <a:pt x="53467" y="67415"/>
                  <a:pt x="41832" y="67415"/>
                </a:cubicBezTo>
                <a:cubicBezTo>
                  <a:pt x="35535" y="67415"/>
                  <a:pt x="29560" y="64284"/>
                  <a:pt x="25316" y="57874"/>
                </a:cubicBezTo>
                <a:cubicBezTo>
                  <a:pt x="23111" y="54587"/>
                  <a:pt x="23111" y="54429"/>
                  <a:pt x="23111" y="513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df-path-28">
            <a:extLst xmlns:a="http://schemas.openxmlformats.org/drawingml/2006/main">
              <a:ext uri="{FF2B5EF4-FFF2-40B4-BE49-F238E27FC236}">
                <a16:creationId xmlns:a16="http://schemas.microsoft.com/office/drawing/2014/main" id="{9E6685B8-EF91-41D6-B870-CCE77D19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704" y="427918"/>
            <a:ext cx="60853" cy="71797"/>
          </a:xfrm>
          <a:custGeom xmlns:a="http://schemas.openxmlformats.org/drawingml/2006/main">
            <a:pathLst>
              <a:path w="60853" h="71797">
                <a:moveTo>
                  <a:pt x="13198" y="30659"/>
                </a:moveTo>
                <a:cubicBezTo>
                  <a:pt x="14149" y="7350"/>
                  <a:pt x="27355" y="3436"/>
                  <a:pt x="32701" y="3436"/>
                </a:cubicBezTo>
                <a:cubicBezTo>
                  <a:pt x="48902" y="3436"/>
                  <a:pt x="50474" y="24554"/>
                  <a:pt x="50474" y="30659"/>
                </a:cubicBezTo>
                <a:lnTo>
                  <a:pt x="13198" y="30659"/>
                </a:lnTo>
                <a:moveTo>
                  <a:pt x="13046" y="33939"/>
                </a:moveTo>
                <a:lnTo>
                  <a:pt x="56915" y="33939"/>
                </a:lnTo>
                <a:cubicBezTo>
                  <a:pt x="60385" y="33939"/>
                  <a:pt x="60853" y="33939"/>
                  <a:pt x="60853" y="30659"/>
                </a:cubicBezTo>
                <a:cubicBezTo>
                  <a:pt x="60853" y="15169"/>
                  <a:pt x="52365" y="0"/>
                  <a:pt x="32701" y="0"/>
                </a:cubicBezTo>
                <a:cubicBezTo>
                  <a:pt x="14463" y="0"/>
                  <a:pt x="0" y="16109"/>
                  <a:pt x="0" y="35660"/>
                </a:cubicBezTo>
                <a:cubicBezTo>
                  <a:pt x="0" y="56621"/>
                  <a:pt x="16508" y="71797"/>
                  <a:pt x="34586" y="71797"/>
                </a:cubicBezTo>
                <a:cubicBezTo>
                  <a:pt x="53774" y="71797"/>
                  <a:pt x="60853" y="54430"/>
                  <a:pt x="60853" y="51463"/>
                </a:cubicBezTo>
                <a:cubicBezTo>
                  <a:pt x="60853" y="49898"/>
                  <a:pt x="59596" y="49585"/>
                  <a:pt x="58807" y="49585"/>
                </a:cubicBezTo>
                <a:cubicBezTo>
                  <a:pt x="57390" y="49585"/>
                  <a:pt x="57076" y="50524"/>
                  <a:pt x="56762" y="51775"/>
                </a:cubicBezTo>
                <a:cubicBezTo>
                  <a:pt x="51262" y="67885"/>
                  <a:pt x="37106" y="67885"/>
                  <a:pt x="35536" y="67885"/>
                </a:cubicBezTo>
                <a:cubicBezTo>
                  <a:pt x="27669" y="67885"/>
                  <a:pt x="21388" y="63195"/>
                  <a:pt x="17764" y="57404"/>
                </a:cubicBezTo>
                <a:cubicBezTo>
                  <a:pt x="13046" y="49898"/>
                  <a:pt x="13046" y="39574"/>
                  <a:pt x="13046" y="3393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df-path-29">
            <a:extLst xmlns:a="http://schemas.openxmlformats.org/drawingml/2006/main">
              <a:ext uri="{FF2B5EF4-FFF2-40B4-BE49-F238E27FC236}">
                <a16:creationId xmlns:a16="http://schemas.microsoft.com/office/drawing/2014/main" id="{F70B29F9-B878-42B0-917B-0193EB96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756" y="428857"/>
            <a:ext cx="52840" cy="69136"/>
          </a:xfrm>
          <a:custGeom xmlns:a="http://schemas.openxmlformats.org/drawingml/2006/main">
            <a:pathLst>
              <a:path w="52840" h="69136">
                <a:moveTo>
                  <a:pt x="21862" y="17204"/>
                </a:moveTo>
                <a:lnTo>
                  <a:pt x="21862" y="0"/>
                </a:lnTo>
                <a:lnTo>
                  <a:pt x="0" y="1715"/>
                </a:lnTo>
                <a:lnTo>
                  <a:pt x="0" y="6567"/>
                </a:lnTo>
                <a:cubicBezTo>
                  <a:pt x="11008" y="6567"/>
                  <a:pt x="12264" y="7662"/>
                  <a:pt x="12264" y="15325"/>
                </a:cubicBezTo>
                <a:lnTo>
                  <a:pt x="12264" y="57248"/>
                </a:lnTo>
                <a:cubicBezTo>
                  <a:pt x="12264" y="64284"/>
                  <a:pt x="10541" y="64284"/>
                  <a:pt x="0" y="64284"/>
                </a:cubicBezTo>
                <a:lnTo>
                  <a:pt x="0" y="69136"/>
                </a:lnTo>
                <a:cubicBezTo>
                  <a:pt x="6129" y="68980"/>
                  <a:pt x="13520" y="68667"/>
                  <a:pt x="17926" y="68667"/>
                </a:cubicBezTo>
                <a:cubicBezTo>
                  <a:pt x="24214" y="68667"/>
                  <a:pt x="31614" y="68667"/>
                  <a:pt x="37894" y="69136"/>
                </a:cubicBezTo>
                <a:lnTo>
                  <a:pt x="37894" y="64284"/>
                </a:lnTo>
                <a:lnTo>
                  <a:pt x="34593" y="64284"/>
                </a:lnTo>
                <a:cubicBezTo>
                  <a:pt x="22958" y="64284"/>
                  <a:pt x="22643" y="62569"/>
                  <a:pt x="22643" y="56935"/>
                </a:cubicBezTo>
                <a:lnTo>
                  <a:pt x="22643" y="32843"/>
                </a:lnTo>
                <a:cubicBezTo>
                  <a:pt x="22643" y="17361"/>
                  <a:pt x="29246" y="3436"/>
                  <a:pt x="41204" y="3436"/>
                </a:cubicBezTo>
                <a:cubicBezTo>
                  <a:pt x="42300" y="3436"/>
                  <a:pt x="42622" y="3436"/>
                  <a:pt x="42935" y="3593"/>
                </a:cubicBezTo>
                <a:cubicBezTo>
                  <a:pt x="42460" y="3750"/>
                  <a:pt x="39312" y="5628"/>
                  <a:pt x="39312" y="9698"/>
                </a:cubicBezTo>
                <a:cubicBezTo>
                  <a:pt x="39312" y="14074"/>
                  <a:pt x="42622" y="16422"/>
                  <a:pt x="46076" y="16422"/>
                </a:cubicBezTo>
                <a:cubicBezTo>
                  <a:pt x="48902" y="16422"/>
                  <a:pt x="52840" y="14543"/>
                  <a:pt x="52840" y="9541"/>
                </a:cubicBezTo>
                <a:cubicBezTo>
                  <a:pt x="52840" y="4532"/>
                  <a:pt x="47960" y="0"/>
                  <a:pt x="41204" y="0"/>
                </a:cubicBezTo>
                <a:cubicBezTo>
                  <a:pt x="29722" y="0"/>
                  <a:pt x="24060" y="10480"/>
                  <a:pt x="21862" y="172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df-path-30">
            <a:extLst xmlns:a="http://schemas.openxmlformats.org/drawingml/2006/main">
              <a:ext uri="{FF2B5EF4-FFF2-40B4-BE49-F238E27FC236}">
                <a16:creationId xmlns:a16="http://schemas.microsoft.com/office/drawing/2014/main" id="{B002C7A6-66E3-4F2E-88ED-16F8DF89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1834" y="618802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df-path-31">
            <a:extLst xmlns:a="http://schemas.openxmlformats.org/drawingml/2006/main">
              <a:ext uri="{FF2B5EF4-FFF2-40B4-BE49-F238E27FC236}">
                <a16:creationId xmlns:a16="http://schemas.microsoft.com/office/drawing/2014/main" id="{8DE89976-7B83-46D0-B5F7-F648B0AE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755" y="61785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pdf-path-32">
            <a:extLst xmlns:a="http://schemas.openxmlformats.org/drawingml/2006/main">
              <a:ext uri="{FF2B5EF4-FFF2-40B4-BE49-F238E27FC236}">
                <a16:creationId xmlns:a16="http://schemas.microsoft.com/office/drawing/2014/main" id="{9FA619CD-1D7E-4113-8AFB-0C8208C2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980" y="567520"/>
            <a:ext cx="78463" cy="71373"/>
          </a:xfrm>
          <a:custGeom xmlns:a="http://schemas.openxmlformats.org/drawingml/2006/main">
            <a:pathLst>
              <a:path w="78463" h="71373">
                <a:moveTo>
                  <a:pt x="48051" y="22059"/>
                </a:moveTo>
                <a:cubicBezTo>
                  <a:pt x="49001" y="17959"/>
                  <a:pt x="52625" y="3461"/>
                  <a:pt x="63655" y="3461"/>
                </a:cubicBezTo>
                <a:cubicBezTo>
                  <a:pt x="64437" y="3461"/>
                  <a:pt x="68221" y="3461"/>
                  <a:pt x="71530" y="5511"/>
                </a:cubicBezTo>
                <a:cubicBezTo>
                  <a:pt x="67117" y="6299"/>
                  <a:pt x="63968" y="10241"/>
                  <a:pt x="63968" y="14018"/>
                </a:cubicBezTo>
                <a:cubicBezTo>
                  <a:pt x="63968" y="16540"/>
                  <a:pt x="65700" y="19536"/>
                  <a:pt x="69952" y="19536"/>
                </a:cubicBezTo>
                <a:cubicBezTo>
                  <a:pt x="73421" y="19536"/>
                  <a:pt x="78463" y="16698"/>
                  <a:pt x="78463" y="10399"/>
                </a:cubicBezTo>
                <a:cubicBezTo>
                  <a:pt x="78463" y="2200"/>
                  <a:pt x="69163" y="0"/>
                  <a:pt x="63817" y="0"/>
                </a:cubicBezTo>
                <a:cubicBezTo>
                  <a:pt x="54670" y="0"/>
                  <a:pt x="49154" y="8349"/>
                  <a:pt x="47263" y="11968"/>
                </a:cubicBezTo>
                <a:cubicBezTo>
                  <a:pt x="43326" y="1569"/>
                  <a:pt x="34815" y="0"/>
                  <a:pt x="30249" y="0"/>
                </a:cubicBezTo>
                <a:cubicBezTo>
                  <a:pt x="13865" y="0"/>
                  <a:pt x="4879" y="20325"/>
                  <a:pt x="4879" y="24259"/>
                </a:cubicBezTo>
                <a:cubicBezTo>
                  <a:pt x="4879" y="25835"/>
                  <a:pt x="6457" y="25835"/>
                  <a:pt x="6771" y="25835"/>
                </a:cubicBezTo>
                <a:cubicBezTo>
                  <a:pt x="8035" y="25835"/>
                  <a:pt x="8509" y="25520"/>
                  <a:pt x="8824" y="24101"/>
                </a:cubicBezTo>
                <a:cubicBezTo>
                  <a:pt x="14178" y="7403"/>
                  <a:pt x="24573" y="3461"/>
                  <a:pt x="29935" y="3461"/>
                </a:cubicBezTo>
                <a:cubicBezTo>
                  <a:pt x="32923" y="3461"/>
                  <a:pt x="38446" y="4880"/>
                  <a:pt x="38446" y="14018"/>
                </a:cubicBezTo>
                <a:cubicBezTo>
                  <a:pt x="38446" y="18905"/>
                  <a:pt x="35764" y="29462"/>
                  <a:pt x="29935" y="51521"/>
                </a:cubicBezTo>
                <a:cubicBezTo>
                  <a:pt x="27415" y="61289"/>
                  <a:pt x="21893" y="67904"/>
                  <a:pt x="14968" y="67904"/>
                </a:cubicBezTo>
                <a:cubicBezTo>
                  <a:pt x="14017" y="67904"/>
                  <a:pt x="10403" y="67904"/>
                  <a:pt x="7085" y="65855"/>
                </a:cubicBezTo>
                <a:cubicBezTo>
                  <a:pt x="11030" y="65066"/>
                  <a:pt x="14492" y="61762"/>
                  <a:pt x="14492" y="57347"/>
                </a:cubicBezTo>
                <a:cubicBezTo>
                  <a:pt x="14492" y="53097"/>
                  <a:pt x="11030" y="51837"/>
                  <a:pt x="8663" y="51837"/>
                </a:cubicBezTo>
                <a:cubicBezTo>
                  <a:pt x="3937" y="51837"/>
                  <a:pt x="0" y="55929"/>
                  <a:pt x="0" y="60973"/>
                </a:cubicBezTo>
                <a:cubicBezTo>
                  <a:pt x="0" y="68219"/>
                  <a:pt x="7874" y="71373"/>
                  <a:pt x="14806" y="71373"/>
                </a:cubicBezTo>
                <a:cubicBezTo>
                  <a:pt x="25209" y="71373"/>
                  <a:pt x="30885" y="60343"/>
                  <a:pt x="31352" y="59397"/>
                </a:cubicBezTo>
                <a:cubicBezTo>
                  <a:pt x="33237" y="65224"/>
                  <a:pt x="38913" y="71373"/>
                  <a:pt x="48365" y="71373"/>
                </a:cubicBezTo>
                <a:cubicBezTo>
                  <a:pt x="64597" y="71373"/>
                  <a:pt x="73583" y="51047"/>
                  <a:pt x="73583" y="47106"/>
                </a:cubicBezTo>
                <a:cubicBezTo>
                  <a:pt x="73583" y="45530"/>
                  <a:pt x="72158" y="45530"/>
                  <a:pt x="71690" y="45530"/>
                </a:cubicBezTo>
                <a:cubicBezTo>
                  <a:pt x="70273" y="45530"/>
                  <a:pt x="69952" y="46160"/>
                  <a:pt x="69638" y="47264"/>
                </a:cubicBezTo>
                <a:cubicBezTo>
                  <a:pt x="64437" y="64127"/>
                  <a:pt x="53720" y="67904"/>
                  <a:pt x="48687" y="67904"/>
                </a:cubicBezTo>
                <a:cubicBezTo>
                  <a:pt x="42543" y="67904"/>
                  <a:pt x="40016" y="62866"/>
                  <a:pt x="40016" y="57505"/>
                </a:cubicBezTo>
                <a:cubicBezTo>
                  <a:pt x="40016" y="54037"/>
                  <a:pt x="40966" y="50575"/>
                  <a:pt x="42697" y="43638"/>
                </a:cubicBezTo>
                <a:lnTo>
                  <a:pt x="48051" y="220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path-33">
            <a:extLst xmlns:a="http://schemas.openxmlformats.org/drawingml/2006/main">
              <a:ext uri="{FF2B5EF4-FFF2-40B4-BE49-F238E27FC236}">
                <a16:creationId xmlns:a16="http://schemas.microsoft.com/office/drawing/2014/main" id="{AF3FCBEA-67FB-428A-BD6D-BC2CB610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917" y="567520"/>
            <a:ext cx="72633" cy="101939"/>
          </a:xfrm>
          <a:custGeom xmlns:a="http://schemas.openxmlformats.org/drawingml/2006/main">
            <a:pathLst>
              <a:path w="72633" h="101939">
                <a:moveTo>
                  <a:pt x="72005" y="9610"/>
                </a:moveTo>
                <a:cubicBezTo>
                  <a:pt x="72633" y="7403"/>
                  <a:pt x="72633" y="7088"/>
                  <a:pt x="72633" y="5984"/>
                </a:cubicBezTo>
                <a:cubicBezTo>
                  <a:pt x="72633" y="3146"/>
                  <a:pt x="70428" y="1727"/>
                  <a:pt x="68060" y="1727"/>
                </a:cubicBezTo>
                <a:cubicBezTo>
                  <a:pt x="66483" y="1727"/>
                  <a:pt x="63970" y="2673"/>
                  <a:pt x="62552" y="5038"/>
                </a:cubicBezTo>
                <a:cubicBezTo>
                  <a:pt x="62238" y="5826"/>
                  <a:pt x="60975" y="10713"/>
                  <a:pt x="60346" y="13545"/>
                </a:cubicBezTo>
                <a:cubicBezTo>
                  <a:pt x="59243" y="17644"/>
                  <a:pt x="58132" y="21901"/>
                  <a:pt x="57190" y="26151"/>
                </a:cubicBezTo>
                <a:lnTo>
                  <a:pt x="50105" y="54510"/>
                </a:lnTo>
                <a:cubicBezTo>
                  <a:pt x="49469" y="56875"/>
                  <a:pt x="42698" y="67904"/>
                  <a:pt x="32303" y="67904"/>
                </a:cubicBezTo>
                <a:cubicBezTo>
                  <a:pt x="24259" y="67904"/>
                  <a:pt x="22528" y="60973"/>
                  <a:pt x="22528" y="55140"/>
                </a:cubicBezTo>
                <a:cubicBezTo>
                  <a:pt x="22528" y="47895"/>
                  <a:pt x="25202" y="38126"/>
                  <a:pt x="30563" y="24259"/>
                </a:cubicBezTo>
                <a:cubicBezTo>
                  <a:pt x="33084" y="17802"/>
                  <a:pt x="33712" y="16068"/>
                  <a:pt x="33712" y="12914"/>
                </a:cubicBezTo>
                <a:cubicBezTo>
                  <a:pt x="33712" y="5826"/>
                  <a:pt x="28672" y="0"/>
                  <a:pt x="20797" y="0"/>
                </a:cubicBezTo>
                <a:cubicBezTo>
                  <a:pt x="5829" y="0"/>
                  <a:pt x="0" y="22840"/>
                  <a:pt x="0" y="24259"/>
                </a:cubicBezTo>
                <a:cubicBezTo>
                  <a:pt x="0" y="25835"/>
                  <a:pt x="1571" y="25835"/>
                  <a:pt x="1884" y="25835"/>
                </a:cubicBezTo>
                <a:cubicBezTo>
                  <a:pt x="3462" y="25835"/>
                  <a:pt x="3615" y="25520"/>
                  <a:pt x="4405" y="22998"/>
                </a:cubicBezTo>
                <a:cubicBezTo>
                  <a:pt x="8663" y="8191"/>
                  <a:pt x="14960" y="3461"/>
                  <a:pt x="20323" y="3461"/>
                </a:cubicBezTo>
                <a:cubicBezTo>
                  <a:pt x="21586" y="3461"/>
                  <a:pt x="24259" y="3461"/>
                  <a:pt x="24259" y="8507"/>
                </a:cubicBezTo>
                <a:cubicBezTo>
                  <a:pt x="24259" y="12442"/>
                  <a:pt x="22682" y="16540"/>
                  <a:pt x="21586" y="19536"/>
                </a:cubicBezTo>
                <a:cubicBezTo>
                  <a:pt x="15282" y="36235"/>
                  <a:pt x="12440" y="45215"/>
                  <a:pt x="12440" y="52625"/>
                </a:cubicBezTo>
                <a:cubicBezTo>
                  <a:pt x="12440" y="66643"/>
                  <a:pt x="22368" y="71373"/>
                  <a:pt x="31667" y="71373"/>
                </a:cubicBezTo>
                <a:cubicBezTo>
                  <a:pt x="37810" y="71373"/>
                  <a:pt x="43164" y="68693"/>
                  <a:pt x="47577" y="64285"/>
                </a:cubicBezTo>
                <a:cubicBezTo>
                  <a:pt x="45532" y="72477"/>
                  <a:pt x="43639" y="80195"/>
                  <a:pt x="37336" y="88545"/>
                </a:cubicBezTo>
                <a:cubicBezTo>
                  <a:pt x="33237" y="93905"/>
                  <a:pt x="27254" y="98471"/>
                  <a:pt x="20008" y="98471"/>
                </a:cubicBezTo>
                <a:cubicBezTo>
                  <a:pt x="17803" y="98471"/>
                  <a:pt x="10716" y="97997"/>
                  <a:pt x="8036" y="91855"/>
                </a:cubicBezTo>
                <a:cubicBezTo>
                  <a:pt x="10556" y="91855"/>
                  <a:pt x="12601" y="91855"/>
                  <a:pt x="14806" y="89963"/>
                </a:cubicBezTo>
                <a:cubicBezTo>
                  <a:pt x="16385" y="88545"/>
                  <a:pt x="17963" y="86495"/>
                  <a:pt x="17963" y="83506"/>
                </a:cubicBezTo>
                <a:cubicBezTo>
                  <a:pt x="17963" y="78619"/>
                  <a:pt x="13704" y="77987"/>
                  <a:pt x="12126" y="77987"/>
                </a:cubicBezTo>
                <a:cubicBezTo>
                  <a:pt x="8511" y="77987"/>
                  <a:pt x="3302" y="80511"/>
                  <a:pt x="3302" y="88229"/>
                </a:cubicBezTo>
                <a:cubicBezTo>
                  <a:pt x="3302" y="96105"/>
                  <a:pt x="10241" y="101939"/>
                  <a:pt x="20008" y="101939"/>
                </a:cubicBezTo>
                <a:cubicBezTo>
                  <a:pt x="36232" y="101939"/>
                  <a:pt x="52464" y="87599"/>
                  <a:pt x="56876" y="69796"/>
                </a:cubicBezTo>
                <a:lnTo>
                  <a:pt x="72005" y="96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df-path-34">
            <a:extLst xmlns:a="http://schemas.openxmlformats.org/drawingml/2006/main">
              <a:ext uri="{FF2B5EF4-FFF2-40B4-BE49-F238E27FC236}">
                <a16:creationId xmlns:a16="http://schemas.microsoft.com/office/drawing/2014/main" id="{F5B1A6F8-25D4-4BC2-A879-63E498B4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36" y="567520"/>
            <a:ext cx="66803" cy="71373"/>
          </a:xfrm>
          <a:custGeom xmlns:a="http://schemas.openxmlformats.org/drawingml/2006/main">
            <a:pathLst>
              <a:path w="66803" h="71373">
                <a:moveTo>
                  <a:pt x="14178" y="56559"/>
                </a:moveTo>
                <a:cubicBezTo>
                  <a:pt x="22690" y="47421"/>
                  <a:pt x="27263" y="43480"/>
                  <a:pt x="32931" y="38599"/>
                </a:cubicBezTo>
                <a:cubicBezTo>
                  <a:pt x="32931" y="38442"/>
                  <a:pt x="42698" y="30093"/>
                  <a:pt x="48374" y="24416"/>
                </a:cubicBezTo>
                <a:cubicBezTo>
                  <a:pt x="63334" y="9767"/>
                  <a:pt x="66803" y="2200"/>
                  <a:pt x="66803" y="1569"/>
                </a:cubicBezTo>
                <a:cubicBezTo>
                  <a:pt x="66803" y="0"/>
                  <a:pt x="65387" y="0"/>
                  <a:pt x="65072" y="0"/>
                </a:cubicBezTo>
                <a:cubicBezTo>
                  <a:pt x="63969" y="0"/>
                  <a:pt x="63494" y="315"/>
                  <a:pt x="62706" y="1727"/>
                </a:cubicBezTo>
                <a:cubicBezTo>
                  <a:pt x="57987" y="9295"/>
                  <a:pt x="54670" y="11810"/>
                  <a:pt x="50893" y="11810"/>
                </a:cubicBezTo>
                <a:cubicBezTo>
                  <a:pt x="47110" y="11810"/>
                  <a:pt x="45218" y="9452"/>
                  <a:pt x="42858" y="6772"/>
                </a:cubicBezTo>
                <a:cubicBezTo>
                  <a:pt x="39864" y="3146"/>
                  <a:pt x="37183" y="0"/>
                  <a:pt x="31980" y="0"/>
                </a:cubicBezTo>
                <a:cubicBezTo>
                  <a:pt x="20162" y="0"/>
                  <a:pt x="12923" y="14648"/>
                  <a:pt x="12923" y="17959"/>
                </a:cubicBezTo>
                <a:cubicBezTo>
                  <a:pt x="12923" y="18748"/>
                  <a:pt x="13389" y="19693"/>
                  <a:pt x="14814" y="19693"/>
                </a:cubicBezTo>
                <a:cubicBezTo>
                  <a:pt x="16232" y="19693"/>
                  <a:pt x="16546" y="18905"/>
                  <a:pt x="16860" y="17959"/>
                </a:cubicBezTo>
                <a:cubicBezTo>
                  <a:pt x="19848" y="10713"/>
                  <a:pt x="28994" y="10556"/>
                  <a:pt x="30250" y="10556"/>
                </a:cubicBezTo>
                <a:cubicBezTo>
                  <a:pt x="33559" y="10556"/>
                  <a:pt x="36554" y="11653"/>
                  <a:pt x="40185" y="12914"/>
                </a:cubicBezTo>
                <a:cubicBezTo>
                  <a:pt x="46481" y="15280"/>
                  <a:pt x="48212" y="15280"/>
                  <a:pt x="52311" y="15280"/>
                </a:cubicBezTo>
                <a:cubicBezTo>
                  <a:pt x="46643" y="22059"/>
                  <a:pt x="33398" y="33397"/>
                  <a:pt x="30403" y="35920"/>
                </a:cubicBezTo>
                <a:lnTo>
                  <a:pt x="16232" y="49156"/>
                </a:lnTo>
                <a:cubicBezTo>
                  <a:pt x="5516" y="59713"/>
                  <a:pt x="0" y="68693"/>
                  <a:pt x="0" y="69796"/>
                </a:cubicBezTo>
                <a:cubicBezTo>
                  <a:pt x="0" y="71373"/>
                  <a:pt x="1578" y="71373"/>
                  <a:pt x="1892" y="71373"/>
                </a:cubicBezTo>
                <a:cubicBezTo>
                  <a:pt x="3149" y="71373"/>
                  <a:pt x="3471" y="71057"/>
                  <a:pt x="4412" y="69323"/>
                </a:cubicBezTo>
                <a:cubicBezTo>
                  <a:pt x="8035" y="63812"/>
                  <a:pt x="12762" y="59555"/>
                  <a:pt x="17810" y="59555"/>
                </a:cubicBezTo>
                <a:cubicBezTo>
                  <a:pt x="21426" y="59555"/>
                  <a:pt x="23003" y="60973"/>
                  <a:pt x="26941" y="65539"/>
                </a:cubicBezTo>
                <a:cubicBezTo>
                  <a:pt x="29621" y="68851"/>
                  <a:pt x="32456" y="71373"/>
                  <a:pt x="37029" y="71373"/>
                </a:cubicBezTo>
                <a:cubicBezTo>
                  <a:pt x="52625" y="71373"/>
                  <a:pt x="61771" y="51363"/>
                  <a:pt x="61771" y="47106"/>
                </a:cubicBezTo>
                <a:cubicBezTo>
                  <a:pt x="61771" y="46318"/>
                  <a:pt x="61135" y="45530"/>
                  <a:pt x="59879" y="45530"/>
                </a:cubicBezTo>
                <a:cubicBezTo>
                  <a:pt x="58455" y="45530"/>
                  <a:pt x="58141" y="46476"/>
                  <a:pt x="57665" y="47580"/>
                </a:cubicBezTo>
                <a:cubicBezTo>
                  <a:pt x="54042" y="57821"/>
                  <a:pt x="43962" y="60816"/>
                  <a:pt x="38760" y="60816"/>
                </a:cubicBezTo>
                <a:cubicBezTo>
                  <a:pt x="35611" y="60816"/>
                  <a:pt x="32770" y="59871"/>
                  <a:pt x="29468" y="58767"/>
                </a:cubicBezTo>
                <a:cubicBezTo>
                  <a:pt x="24107" y="56717"/>
                  <a:pt x="21740" y="56086"/>
                  <a:pt x="18438" y="56086"/>
                </a:cubicBezTo>
                <a:cubicBezTo>
                  <a:pt x="18124" y="56086"/>
                  <a:pt x="15596" y="56086"/>
                  <a:pt x="14178" y="5655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df-path-35-part-0">
            <a:extLst xmlns:a="http://schemas.openxmlformats.org/drawingml/2006/main">
              <a:ext uri="{FF2B5EF4-FFF2-40B4-BE49-F238E27FC236}">
                <a16:creationId xmlns:a16="http://schemas.microsoft.com/office/drawing/2014/main" id="{5C1CF6B2-0EA4-4F93-ACA6-121CC19A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528" y="738927"/>
            <a:ext cx="68941" cy="1224787"/>
          </a:xfrm>
          <a:custGeom xmlns:a="http://schemas.openxmlformats.org/drawingml/2006/main">
            <a:pathLst>
              <a:path w="68941" h="1224787">
                <a:moveTo>
                  <a:pt x="45961" y="34470"/>
                </a:moveTo>
                <a:lnTo>
                  <a:pt x="45961" y="1190316"/>
                </a:lnTo>
                <a:lnTo>
                  <a:pt x="22981" y="1190316"/>
                </a:lnTo>
                <a:lnTo>
                  <a:pt x="22981" y="34470"/>
                </a:lnTo>
                <a:lnTo>
                  <a:pt x="45961" y="34470"/>
                </a:lnTo>
              </a:path>
            </a:pathLst>
          </a:custGeom>
          <a:solidFill xmlns:a="http://schemas.openxmlformats.org/drawingml/2006/main">
            <a:srgbClr val="3B8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35-part-1">
            <a:extLst xmlns:a="http://schemas.openxmlformats.org/drawingml/2006/main">
              <a:ext uri="{FF2B5EF4-FFF2-40B4-BE49-F238E27FC236}">
                <a16:creationId xmlns:a16="http://schemas.microsoft.com/office/drawing/2014/main" id="{6B4479FC-5585-4930-9420-CA60D83C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528" y="738927"/>
            <a:ext cx="68941" cy="1224787"/>
          </a:xfrm>
          <a:custGeom xmlns:a="http://schemas.openxmlformats.org/drawingml/2006/main">
            <a:pathLst>
              <a:path w="68941" h="1224787">
                <a:moveTo>
                  <a:pt x="0" y="34470"/>
                </a:moveTo>
                <a:cubicBezTo>
                  <a:pt x="0" y="15434"/>
                  <a:pt x="15428" y="0"/>
                  <a:pt x="34471" y="0"/>
                </a:cubicBezTo>
                <a:cubicBezTo>
                  <a:pt x="53506" y="0"/>
                  <a:pt x="68941" y="15434"/>
                  <a:pt x="68941" y="34470"/>
                </a:cubicBezTo>
                <a:cubicBezTo>
                  <a:pt x="68941" y="53508"/>
                  <a:pt x="53506" y="68941"/>
                  <a:pt x="34471" y="68941"/>
                </a:cubicBezTo>
                <a:cubicBezTo>
                  <a:pt x="15428" y="68941"/>
                  <a:pt x="0" y="53508"/>
                  <a:pt x="0" y="34470"/>
                </a:cubicBezTo>
              </a:path>
            </a:pathLst>
          </a:custGeom>
          <a:solidFill xmlns:a="http://schemas.openxmlformats.org/drawingml/2006/main">
            <a:srgbClr val="3B8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df-path-35-part-2">
            <a:extLst xmlns:a="http://schemas.openxmlformats.org/drawingml/2006/main">
              <a:ext uri="{FF2B5EF4-FFF2-40B4-BE49-F238E27FC236}">
                <a16:creationId xmlns:a16="http://schemas.microsoft.com/office/drawing/2014/main" id="{BC731E5A-E450-4148-94A5-100C5DD1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528" y="738927"/>
            <a:ext cx="68941" cy="1224787"/>
          </a:xfrm>
          <a:custGeom xmlns:a="http://schemas.openxmlformats.org/drawingml/2006/main">
            <a:pathLst>
              <a:path w="68941" h="1224787">
                <a:moveTo>
                  <a:pt x="68941" y="1190316"/>
                </a:moveTo>
                <a:cubicBezTo>
                  <a:pt x="68941" y="1209354"/>
                  <a:pt x="53506" y="1224787"/>
                  <a:pt x="34471" y="1224787"/>
                </a:cubicBezTo>
                <a:cubicBezTo>
                  <a:pt x="15428" y="1224787"/>
                  <a:pt x="0" y="1209354"/>
                  <a:pt x="0" y="1190316"/>
                </a:cubicBezTo>
                <a:cubicBezTo>
                  <a:pt x="0" y="1171278"/>
                  <a:pt x="15428" y="1155845"/>
                  <a:pt x="34471" y="1155845"/>
                </a:cubicBezTo>
                <a:cubicBezTo>
                  <a:pt x="53506" y="1155845"/>
                  <a:pt x="68941" y="1171278"/>
                  <a:pt x="68941" y="1190316"/>
                </a:cubicBezTo>
              </a:path>
            </a:pathLst>
          </a:custGeom>
          <a:solidFill xmlns:a="http://schemas.openxmlformats.org/drawingml/2006/main">
            <a:srgbClr val="3B8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E9AD4643-6A26-41E3-991A-EF1CB079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981" y="2220280"/>
            <a:ext cx="697263" cy="213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(c) LSD</a:t>
            </a:r>
          </a:p>
        </p:txBody>
      </p:sp>
      <p:sp>
        <p:nvSpPr>
          <p:cNvPr id="37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FEA62BB8-8663-4706-8742-9B264E2D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895" y="2477659"/>
            <a:ext cx="1753614" cy="213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(Euclidean distance)</a:t>
            </a:r>
          </a:p>
        </p:txBody>
      </p:sp>
      <p:sp>
        <p:nvSpPr>
          <p:cNvPr id="38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DB4E7580-A14B-4994-A115-2B5EB818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8797" y="2220280"/>
            <a:ext cx="304438" cy="213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(d) </a:t>
            </a:r>
          </a:p>
        </p:txBody>
      </p:sp>
      <p:sp>
        <p:nvSpPr>
          <p:cNvPr id="39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CFCA5F03-C01B-4893-9B33-7F824BBD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3286" y="2220280"/>
            <a:ext cx="1031531" cy="213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8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8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8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CSD (ours)</a:t>
            </a:r>
          </a:p>
        </p:txBody>
      </p:sp>
      <p:sp>
        <p:nvSpPr>
          <p:cNvPr id="40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FFAC2F9D-01A4-4B7F-B640-AA600926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5982" y="2477659"/>
            <a:ext cx="1333079" cy="213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(Controllability</a:t>
            </a:r>
          </a:p>
        </p:txBody>
      </p:sp>
      <p:sp>
        <p:nvSpPr>
          <p:cNvPr id="41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47735AEF-B606-4B06-A904-AD7CE4F3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840" y="2477659"/>
            <a:ext cx="71239" cy="213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2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FA0130DD-7DF3-4B81-9227-BC549B29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0654" y="2477659"/>
            <a:ext cx="1336909" cy="213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aware distance)</a:t>
            </a:r>
          </a:p>
        </p:txBody>
      </p:sp>
      <p:sp>
        <p:nvSpPr>
          <p:cNvPr id="43" name="pdf-path-43">
            <a:extLst xmlns:a="http://schemas.openxmlformats.org/drawingml/2006/main">
              <a:ext uri="{FF2B5EF4-FFF2-40B4-BE49-F238E27FC236}">
                <a16:creationId xmlns:a16="http://schemas.microsoft.com/office/drawing/2014/main" id="{6BEA0047-0911-4E48-8976-04A8A0ED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0461" y="1034559"/>
            <a:ext cx="2059748" cy="632541"/>
          </a:xfrm>
          <a:custGeom xmlns:a="http://schemas.openxmlformats.org/drawingml/2006/main">
            <a:pathLst>
              <a:path w="2059748" h="632541">
                <a:moveTo>
                  <a:pt x="0" y="208978"/>
                </a:moveTo>
                <a:lnTo>
                  <a:pt x="922583" y="208978"/>
                </a:lnTo>
                <a:lnTo>
                  <a:pt x="922583" y="0"/>
                </a:lnTo>
                <a:lnTo>
                  <a:pt x="1137165" y="0"/>
                </a:lnTo>
                <a:lnTo>
                  <a:pt x="1137165" y="208978"/>
                </a:lnTo>
                <a:lnTo>
                  <a:pt x="2059748" y="208978"/>
                </a:lnTo>
                <a:lnTo>
                  <a:pt x="2059748" y="423563"/>
                </a:lnTo>
                <a:lnTo>
                  <a:pt x="1137165" y="423563"/>
                </a:lnTo>
                <a:lnTo>
                  <a:pt x="1137165" y="632541"/>
                </a:lnTo>
                <a:lnTo>
                  <a:pt x="922583" y="632541"/>
                </a:lnTo>
                <a:lnTo>
                  <a:pt x="922583" y="423563"/>
                </a:lnTo>
                <a:lnTo>
                  <a:pt x="0" y="423563"/>
                </a:lnTo>
                <a:lnTo>
                  <a:pt x="0" y="208978"/>
                </a:ln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df-path-44">
            <a:extLst xmlns:a="http://schemas.openxmlformats.org/drawingml/2006/main">
              <a:ext uri="{FF2B5EF4-FFF2-40B4-BE49-F238E27FC236}">
                <a16:creationId xmlns:a16="http://schemas.microsoft.com/office/drawing/2014/main" id="{4E30CDFC-C15C-4519-B0AF-BA7A470B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0462" y="1034559"/>
            <a:ext cx="2059747" cy="632541"/>
          </a:xfrm>
          <a:custGeom xmlns:a="http://schemas.openxmlformats.org/drawingml/2006/main">
            <a:pathLst>
              <a:path w="2059747" h="632541">
                <a:moveTo>
                  <a:pt x="0" y="208978"/>
                </a:moveTo>
                <a:lnTo>
                  <a:pt x="922581" y="208978"/>
                </a:lnTo>
                <a:lnTo>
                  <a:pt x="922581" y="0"/>
                </a:lnTo>
                <a:lnTo>
                  <a:pt x="1137165" y="0"/>
                </a:lnTo>
                <a:lnTo>
                  <a:pt x="1137165" y="208978"/>
                </a:lnTo>
                <a:lnTo>
                  <a:pt x="2059747" y="208978"/>
                </a:lnTo>
                <a:lnTo>
                  <a:pt x="2059747" y="423563"/>
                </a:lnTo>
                <a:lnTo>
                  <a:pt x="1137165" y="423563"/>
                </a:lnTo>
                <a:lnTo>
                  <a:pt x="1137165" y="632541"/>
                </a:lnTo>
                <a:lnTo>
                  <a:pt x="922581" y="632541"/>
                </a:lnTo>
                <a:lnTo>
                  <a:pt x="922581" y="423563"/>
                </a:lnTo>
                <a:lnTo>
                  <a:pt x="0" y="423563"/>
                </a:lnTo>
                <a:lnTo>
                  <a:pt x="0" y="208978"/>
                </a:lnTo>
              </a:path>
            </a:pathLst>
          </a:custGeom>
          <a:noFill xmlns:a="http://schemas.openxmlformats.org/drawingml/2006/main"/>
          <a:ln xmlns:a="http://schemas.openxmlformats.org/drawingml/2006/main" w="17235">
            <a:solidFill>
              <a:srgbClr val="404040"/>
            </a:solidFill>
            <a:prstDash val="solid"/>
          </a:ln>
        </p:spPr>
      </p:sp>
      <p:sp>
        <p:nvSpPr>
          <p:cNvPr id="45" name="pdf-path-45">
            <a:extLst xmlns:a="http://schemas.openxmlformats.org/drawingml/2006/main">
              <a:ext uri="{FF2B5EF4-FFF2-40B4-BE49-F238E27FC236}">
                <a16:creationId xmlns:a16="http://schemas.microsoft.com/office/drawing/2014/main" id="{8E4F7011-0FC7-4C77-88A8-5F33C077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0332" y="547772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0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0" y="0"/>
                  <a:pt x="0" y="0"/>
                  <a:pt x="1" y="0"/>
                </a:cubicBezTo>
                <a:cubicBezTo>
                  <a:pt x="0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0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pdf-path-46">
            <a:extLst xmlns:a="http://schemas.openxmlformats.org/drawingml/2006/main">
              <a:ext uri="{FF2B5EF4-FFF2-40B4-BE49-F238E27FC236}">
                <a16:creationId xmlns:a16="http://schemas.microsoft.com/office/drawing/2014/main" id="{D0398D38-42AB-4955-87A3-B43D5E9A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1148" y="54708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pdf-path-47">
            <a:extLst xmlns:a="http://schemas.openxmlformats.org/drawingml/2006/main">
              <a:ext uri="{FF2B5EF4-FFF2-40B4-BE49-F238E27FC236}">
                <a16:creationId xmlns:a16="http://schemas.microsoft.com/office/drawing/2014/main" id="{554CFB71-A96F-462E-B5C4-BB2ECF5B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586" y="471315"/>
            <a:ext cx="134489" cy="155347"/>
          </a:xfrm>
          <a:custGeom xmlns:a="http://schemas.openxmlformats.org/drawingml/2006/main">
            <a:pathLst>
              <a:path w="134489" h="155347">
                <a:moveTo>
                  <a:pt x="20905" y="103847"/>
                </a:moveTo>
                <a:cubicBezTo>
                  <a:pt x="23494" y="102785"/>
                  <a:pt x="31046" y="98081"/>
                  <a:pt x="31046" y="95085"/>
                </a:cubicBezTo>
                <a:cubicBezTo>
                  <a:pt x="31046" y="93593"/>
                  <a:pt x="29744" y="93593"/>
                  <a:pt x="28457" y="93593"/>
                </a:cubicBezTo>
                <a:cubicBezTo>
                  <a:pt x="21119" y="93593"/>
                  <a:pt x="0" y="102785"/>
                  <a:pt x="0" y="124153"/>
                </a:cubicBezTo>
                <a:cubicBezTo>
                  <a:pt x="0" y="139530"/>
                  <a:pt x="17465" y="155347"/>
                  <a:pt x="43762" y="155347"/>
                </a:cubicBezTo>
                <a:cubicBezTo>
                  <a:pt x="78884" y="155347"/>
                  <a:pt x="119620" y="131197"/>
                  <a:pt x="119620" y="102140"/>
                </a:cubicBezTo>
                <a:cubicBezTo>
                  <a:pt x="119620" y="81846"/>
                  <a:pt x="98065" y="72009"/>
                  <a:pt x="80607" y="64322"/>
                </a:cubicBezTo>
                <a:cubicBezTo>
                  <a:pt x="65517" y="57481"/>
                  <a:pt x="55605" y="48719"/>
                  <a:pt x="55605" y="36542"/>
                </a:cubicBezTo>
                <a:cubicBezTo>
                  <a:pt x="55605" y="32053"/>
                  <a:pt x="57550" y="23721"/>
                  <a:pt x="64230" y="17954"/>
                </a:cubicBezTo>
                <a:cubicBezTo>
                  <a:pt x="70695" y="12392"/>
                  <a:pt x="82759" y="11759"/>
                  <a:pt x="85785" y="11759"/>
                </a:cubicBezTo>
                <a:cubicBezTo>
                  <a:pt x="88161" y="11759"/>
                  <a:pt x="97215" y="11974"/>
                  <a:pt x="106476" y="16033"/>
                </a:cubicBezTo>
                <a:cubicBezTo>
                  <a:pt x="110566" y="17954"/>
                  <a:pt x="116173" y="20510"/>
                  <a:pt x="116173" y="29701"/>
                </a:cubicBezTo>
                <a:cubicBezTo>
                  <a:pt x="116173" y="32698"/>
                  <a:pt x="115959" y="33761"/>
                  <a:pt x="115307" y="36113"/>
                </a:cubicBezTo>
                <a:cubicBezTo>
                  <a:pt x="115094" y="36756"/>
                  <a:pt x="114878" y="37605"/>
                  <a:pt x="114878" y="38249"/>
                </a:cubicBezTo>
                <a:cubicBezTo>
                  <a:pt x="114878" y="39741"/>
                  <a:pt x="116173" y="39741"/>
                  <a:pt x="117031" y="39741"/>
                </a:cubicBezTo>
                <a:cubicBezTo>
                  <a:pt x="119835" y="39741"/>
                  <a:pt x="125013" y="37605"/>
                  <a:pt x="129325" y="33976"/>
                </a:cubicBezTo>
                <a:cubicBezTo>
                  <a:pt x="132122" y="31838"/>
                  <a:pt x="134489" y="29057"/>
                  <a:pt x="134489" y="20724"/>
                </a:cubicBezTo>
                <a:cubicBezTo>
                  <a:pt x="134489" y="10255"/>
                  <a:pt x="128889" y="7271"/>
                  <a:pt x="123075" y="4703"/>
                </a:cubicBezTo>
                <a:cubicBezTo>
                  <a:pt x="112940" y="0"/>
                  <a:pt x="103028" y="0"/>
                  <a:pt x="100002" y="0"/>
                </a:cubicBezTo>
                <a:cubicBezTo>
                  <a:pt x="71783" y="0"/>
                  <a:pt x="37297" y="21369"/>
                  <a:pt x="37297" y="45734"/>
                </a:cubicBezTo>
                <a:cubicBezTo>
                  <a:pt x="37297" y="63677"/>
                  <a:pt x="56042" y="72224"/>
                  <a:pt x="66383" y="76712"/>
                </a:cubicBezTo>
                <a:cubicBezTo>
                  <a:pt x="81687" y="83553"/>
                  <a:pt x="101305" y="93378"/>
                  <a:pt x="101305" y="111333"/>
                </a:cubicBezTo>
                <a:cubicBezTo>
                  <a:pt x="101305" y="125646"/>
                  <a:pt x="90741" y="143589"/>
                  <a:pt x="57979" y="143589"/>
                </a:cubicBezTo>
                <a:cubicBezTo>
                  <a:pt x="35995" y="143589"/>
                  <a:pt x="18330" y="129490"/>
                  <a:pt x="18330" y="114961"/>
                </a:cubicBezTo>
                <a:cubicBezTo>
                  <a:pt x="18330" y="111117"/>
                  <a:pt x="19403" y="107261"/>
                  <a:pt x="20905" y="10384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df-path-48">
            <a:extLst xmlns:a="http://schemas.openxmlformats.org/drawingml/2006/main">
              <a:ext uri="{FF2B5EF4-FFF2-40B4-BE49-F238E27FC236}">
                <a16:creationId xmlns:a16="http://schemas.microsoft.com/office/drawing/2014/main" id="{3CB1CA45-97DD-4195-A01A-BA15254A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7474" y="1283978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pdf-path-49">
            <a:extLst xmlns:a="http://schemas.openxmlformats.org/drawingml/2006/main">
              <a:ext uri="{FF2B5EF4-FFF2-40B4-BE49-F238E27FC236}">
                <a16:creationId xmlns:a16="http://schemas.microsoft.com/office/drawing/2014/main" id="{91E436C5-290C-4AAD-9891-2A38B377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536" y="1283491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pdf-path-50">
            <a:extLst xmlns:a="http://schemas.openxmlformats.org/drawingml/2006/main">
              <a:ext uri="{FF2B5EF4-FFF2-40B4-BE49-F238E27FC236}">
                <a16:creationId xmlns:a16="http://schemas.microsoft.com/office/drawing/2014/main" id="{B8F6356B-68B2-416A-967B-5D139BE8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93" y="1209935"/>
            <a:ext cx="106698" cy="117686"/>
          </a:xfrm>
          <a:custGeom xmlns:a="http://schemas.openxmlformats.org/drawingml/2006/main">
            <a:pathLst>
              <a:path w="106698" h="117686">
                <a:moveTo>
                  <a:pt x="106698" y="59245"/>
                </a:moveTo>
                <a:cubicBezTo>
                  <a:pt x="106698" y="26221"/>
                  <a:pt x="82469" y="0"/>
                  <a:pt x="53269" y="0"/>
                </a:cubicBezTo>
                <a:cubicBezTo>
                  <a:pt x="24551" y="0"/>
                  <a:pt x="0" y="25897"/>
                  <a:pt x="0" y="59245"/>
                </a:cubicBezTo>
                <a:cubicBezTo>
                  <a:pt x="0" y="92431"/>
                  <a:pt x="24712" y="117686"/>
                  <a:pt x="53269" y="117686"/>
                </a:cubicBezTo>
                <a:cubicBezTo>
                  <a:pt x="82469" y="117686"/>
                  <a:pt x="106698" y="91944"/>
                  <a:pt x="106698" y="59245"/>
                </a:cubicBezTo>
                <a:moveTo>
                  <a:pt x="53429" y="113474"/>
                </a:moveTo>
                <a:cubicBezTo>
                  <a:pt x="38032" y="113474"/>
                  <a:pt x="16530" y="99227"/>
                  <a:pt x="16530" y="56977"/>
                </a:cubicBezTo>
                <a:cubicBezTo>
                  <a:pt x="16530" y="15051"/>
                  <a:pt x="39955" y="4042"/>
                  <a:pt x="53269" y="4042"/>
                </a:cubicBezTo>
                <a:cubicBezTo>
                  <a:pt x="67233" y="4042"/>
                  <a:pt x="90175" y="15536"/>
                  <a:pt x="90175" y="56977"/>
                </a:cubicBezTo>
                <a:cubicBezTo>
                  <a:pt x="90175" y="99875"/>
                  <a:pt x="68198" y="113474"/>
                  <a:pt x="53429" y="1134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df-path-51">
            <a:extLst xmlns:a="http://schemas.openxmlformats.org/drawingml/2006/main">
              <a:ext uri="{FF2B5EF4-FFF2-40B4-BE49-F238E27FC236}">
                <a16:creationId xmlns:a16="http://schemas.microsoft.com/office/drawing/2014/main" id="{5C2E7E9E-7801-4BF8-B046-1C1A4CE2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450" y="1211710"/>
            <a:ext cx="79098" cy="114130"/>
          </a:xfrm>
          <a:custGeom xmlns:a="http://schemas.openxmlformats.org/drawingml/2006/main">
            <a:pathLst>
              <a:path w="79098" h="114130">
                <a:moveTo>
                  <a:pt x="23103" y="51321"/>
                </a:moveTo>
                <a:lnTo>
                  <a:pt x="23103" y="0"/>
                </a:lnTo>
                <a:lnTo>
                  <a:pt x="0" y="1782"/>
                </a:lnTo>
                <a:lnTo>
                  <a:pt x="0" y="6804"/>
                </a:lnTo>
                <a:cubicBezTo>
                  <a:pt x="11229" y="6804"/>
                  <a:pt x="12509" y="7937"/>
                  <a:pt x="12509" y="15867"/>
                </a:cubicBezTo>
                <a:lnTo>
                  <a:pt x="12509" y="112348"/>
                </a:lnTo>
                <a:lnTo>
                  <a:pt x="16523" y="112348"/>
                </a:lnTo>
                <a:cubicBezTo>
                  <a:pt x="16684" y="112185"/>
                  <a:pt x="17971" y="109918"/>
                  <a:pt x="22307" y="102311"/>
                </a:cubicBezTo>
                <a:cubicBezTo>
                  <a:pt x="24704" y="106037"/>
                  <a:pt x="31453" y="114130"/>
                  <a:pt x="43326" y="114130"/>
                </a:cubicBezTo>
                <a:cubicBezTo>
                  <a:pt x="62415" y="114130"/>
                  <a:pt x="79098" y="98261"/>
                  <a:pt x="79098" y="77380"/>
                </a:cubicBezTo>
                <a:cubicBezTo>
                  <a:pt x="79098" y="56821"/>
                  <a:pt x="63380" y="40799"/>
                  <a:pt x="45080" y="40799"/>
                </a:cubicBezTo>
                <a:cubicBezTo>
                  <a:pt x="32571" y="40799"/>
                  <a:pt x="25669" y="48406"/>
                  <a:pt x="23103" y="51321"/>
                </a:cubicBezTo>
                <a:moveTo>
                  <a:pt x="23586" y="93895"/>
                </a:moveTo>
                <a:lnTo>
                  <a:pt x="23586" y="60547"/>
                </a:lnTo>
                <a:cubicBezTo>
                  <a:pt x="23586" y="57470"/>
                  <a:pt x="23586" y="57307"/>
                  <a:pt x="25348" y="54716"/>
                </a:cubicBezTo>
                <a:cubicBezTo>
                  <a:pt x="31613" y="45652"/>
                  <a:pt x="40430" y="44356"/>
                  <a:pt x="44275" y="44356"/>
                </a:cubicBezTo>
                <a:cubicBezTo>
                  <a:pt x="51507" y="44356"/>
                  <a:pt x="57275" y="48567"/>
                  <a:pt x="61128" y="54716"/>
                </a:cubicBezTo>
                <a:cubicBezTo>
                  <a:pt x="65302" y="61358"/>
                  <a:pt x="65777" y="70583"/>
                  <a:pt x="65777" y="77218"/>
                </a:cubicBezTo>
                <a:cubicBezTo>
                  <a:pt x="65777" y="83211"/>
                  <a:pt x="65455" y="92923"/>
                  <a:pt x="60806" y="100206"/>
                </a:cubicBezTo>
                <a:cubicBezTo>
                  <a:pt x="57435" y="105228"/>
                  <a:pt x="51346" y="110566"/>
                  <a:pt x="42682" y="110566"/>
                </a:cubicBezTo>
                <a:cubicBezTo>
                  <a:pt x="35458" y="110566"/>
                  <a:pt x="29683" y="106685"/>
                  <a:pt x="25830" y="100692"/>
                </a:cubicBezTo>
                <a:cubicBezTo>
                  <a:pt x="23586" y="97290"/>
                  <a:pt x="23586" y="96804"/>
                  <a:pt x="23586" y="938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path-52">
            <a:extLst xmlns:a="http://schemas.openxmlformats.org/drawingml/2006/main">
              <a:ext uri="{FF2B5EF4-FFF2-40B4-BE49-F238E27FC236}">
                <a16:creationId xmlns:a16="http://schemas.microsoft.com/office/drawing/2014/main" id="{46C36059-0943-48ED-92C8-9836A098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0377" y="1215760"/>
            <a:ext cx="40116" cy="141484"/>
          </a:xfrm>
          <a:custGeom xmlns:a="http://schemas.openxmlformats.org/drawingml/2006/main">
            <a:pathLst>
              <a:path w="40116" h="141484">
                <a:moveTo>
                  <a:pt x="40116" y="36750"/>
                </a:moveTo>
                <a:lnTo>
                  <a:pt x="15726" y="38525"/>
                </a:lnTo>
                <a:lnTo>
                  <a:pt x="15726" y="43546"/>
                </a:lnTo>
                <a:cubicBezTo>
                  <a:pt x="28074" y="43546"/>
                  <a:pt x="29522" y="44680"/>
                  <a:pt x="29522" y="52610"/>
                </a:cubicBezTo>
                <a:lnTo>
                  <a:pt x="29522" y="116715"/>
                </a:lnTo>
                <a:cubicBezTo>
                  <a:pt x="29522" y="124004"/>
                  <a:pt x="28074" y="137921"/>
                  <a:pt x="17810" y="137921"/>
                </a:cubicBezTo>
                <a:cubicBezTo>
                  <a:pt x="17006" y="137921"/>
                  <a:pt x="13313" y="137921"/>
                  <a:pt x="9147" y="135815"/>
                </a:cubicBezTo>
                <a:cubicBezTo>
                  <a:pt x="11559" y="135174"/>
                  <a:pt x="14761" y="132906"/>
                  <a:pt x="14761" y="128533"/>
                </a:cubicBezTo>
                <a:cubicBezTo>
                  <a:pt x="14761" y="124328"/>
                  <a:pt x="11874" y="121088"/>
                  <a:pt x="7385" y="121088"/>
                </a:cubicBezTo>
                <a:cubicBezTo>
                  <a:pt x="2888" y="121088"/>
                  <a:pt x="0" y="124328"/>
                  <a:pt x="0" y="128533"/>
                </a:cubicBezTo>
                <a:cubicBezTo>
                  <a:pt x="0" y="136949"/>
                  <a:pt x="8985" y="141484"/>
                  <a:pt x="18131" y="141484"/>
                </a:cubicBezTo>
                <a:cubicBezTo>
                  <a:pt x="30166" y="141484"/>
                  <a:pt x="40116" y="131124"/>
                  <a:pt x="40116" y="116390"/>
                </a:cubicBezTo>
                <a:lnTo>
                  <a:pt x="40116" y="36750"/>
                </a:lnTo>
                <a:moveTo>
                  <a:pt x="40116" y="8578"/>
                </a:moveTo>
                <a:cubicBezTo>
                  <a:pt x="40116" y="3888"/>
                  <a:pt x="36263" y="0"/>
                  <a:pt x="31613" y="0"/>
                </a:cubicBezTo>
                <a:cubicBezTo>
                  <a:pt x="26956" y="0"/>
                  <a:pt x="23104" y="3888"/>
                  <a:pt x="23104" y="8578"/>
                </a:cubicBezTo>
                <a:cubicBezTo>
                  <a:pt x="23104" y="13275"/>
                  <a:pt x="26956" y="17157"/>
                  <a:pt x="31613" y="17157"/>
                </a:cubicBezTo>
                <a:cubicBezTo>
                  <a:pt x="36263" y="17157"/>
                  <a:pt x="40116" y="13275"/>
                  <a:pt x="40116" y="85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path-53">
            <a:extLst xmlns:a="http://schemas.openxmlformats.org/drawingml/2006/main">
              <a:ext uri="{FF2B5EF4-FFF2-40B4-BE49-F238E27FC236}">
                <a16:creationId xmlns:a16="http://schemas.microsoft.com/office/drawing/2014/main" id="{9EB4503D-A2E8-4EEC-A26F-DEA85A0F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0432" y="1251538"/>
            <a:ext cx="62093" cy="74302"/>
          </a:xfrm>
          <a:custGeom xmlns:a="http://schemas.openxmlformats.org/drawingml/2006/main">
            <a:pathLst>
              <a:path w="62093" h="74302">
                <a:moveTo>
                  <a:pt x="13474" y="31728"/>
                </a:moveTo>
                <a:cubicBezTo>
                  <a:pt x="14439" y="7606"/>
                  <a:pt x="27913" y="3556"/>
                  <a:pt x="33367" y="3556"/>
                </a:cubicBezTo>
                <a:cubicBezTo>
                  <a:pt x="49897" y="3556"/>
                  <a:pt x="51499" y="25411"/>
                  <a:pt x="51499" y="31728"/>
                </a:cubicBezTo>
                <a:lnTo>
                  <a:pt x="13474" y="31728"/>
                </a:lnTo>
                <a:moveTo>
                  <a:pt x="13313" y="35122"/>
                </a:moveTo>
                <a:lnTo>
                  <a:pt x="58078" y="35122"/>
                </a:lnTo>
                <a:cubicBezTo>
                  <a:pt x="61610" y="35122"/>
                  <a:pt x="62093" y="35122"/>
                  <a:pt x="62093" y="31728"/>
                </a:cubicBezTo>
                <a:cubicBezTo>
                  <a:pt x="62093" y="15698"/>
                  <a:pt x="53429" y="0"/>
                  <a:pt x="33367" y="0"/>
                </a:cubicBezTo>
                <a:cubicBezTo>
                  <a:pt x="14761" y="0"/>
                  <a:pt x="0" y="16671"/>
                  <a:pt x="0" y="36905"/>
                </a:cubicBezTo>
                <a:cubicBezTo>
                  <a:pt x="0" y="58596"/>
                  <a:pt x="16844" y="74302"/>
                  <a:pt x="35297" y="74302"/>
                </a:cubicBezTo>
                <a:cubicBezTo>
                  <a:pt x="54869" y="74302"/>
                  <a:pt x="62093" y="56329"/>
                  <a:pt x="62093" y="53258"/>
                </a:cubicBezTo>
                <a:cubicBezTo>
                  <a:pt x="62093" y="51638"/>
                  <a:pt x="60806" y="51314"/>
                  <a:pt x="60002" y="51314"/>
                </a:cubicBezTo>
                <a:cubicBezTo>
                  <a:pt x="58562" y="51314"/>
                  <a:pt x="58239" y="52286"/>
                  <a:pt x="57917" y="53582"/>
                </a:cubicBezTo>
                <a:cubicBezTo>
                  <a:pt x="52303" y="70252"/>
                  <a:pt x="37864" y="70252"/>
                  <a:pt x="36254" y="70252"/>
                </a:cubicBezTo>
                <a:cubicBezTo>
                  <a:pt x="28235" y="70252"/>
                  <a:pt x="21824" y="65400"/>
                  <a:pt x="18131" y="59406"/>
                </a:cubicBezTo>
                <a:cubicBezTo>
                  <a:pt x="13313" y="51638"/>
                  <a:pt x="13313" y="40954"/>
                  <a:pt x="13313" y="3512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df-path-54">
            <a:extLst xmlns:a="http://schemas.openxmlformats.org/drawingml/2006/main">
              <a:ext uri="{FF2B5EF4-FFF2-40B4-BE49-F238E27FC236}">
                <a16:creationId xmlns:a16="http://schemas.microsoft.com/office/drawing/2014/main" id="{4BADEA0B-7ECF-4227-BD26-91FC00D9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2866" y="1251538"/>
            <a:ext cx="61136" cy="74302"/>
          </a:xfrm>
          <a:custGeom xmlns:a="http://schemas.openxmlformats.org/drawingml/2006/main">
            <a:pathLst>
              <a:path w="61136" h="74302">
                <a:moveTo>
                  <a:pt x="13321" y="37229"/>
                </a:moveTo>
                <a:cubicBezTo>
                  <a:pt x="13321" y="10846"/>
                  <a:pt x="26481" y="4042"/>
                  <a:pt x="34984" y="4042"/>
                </a:cubicBezTo>
                <a:cubicBezTo>
                  <a:pt x="36424" y="4042"/>
                  <a:pt x="46536" y="4205"/>
                  <a:pt x="52158" y="10036"/>
                </a:cubicBezTo>
                <a:cubicBezTo>
                  <a:pt x="45570" y="10522"/>
                  <a:pt x="44605" y="15374"/>
                  <a:pt x="44605" y="17480"/>
                </a:cubicBezTo>
                <a:cubicBezTo>
                  <a:pt x="44605" y="21692"/>
                  <a:pt x="47501" y="24924"/>
                  <a:pt x="51997" y="24924"/>
                </a:cubicBezTo>
                <a:cubicBezTo>
                  <a:pt x="56164" y="24924"/>
                  <a:pt x="59374" y="22177"/>
                  <a:pt x="59374" y="17318"/>
                </a:cubicBezTo>
                <a:cubicBezTo>
                  <a:pt x="59374" y="6310"/>
                  <a:pt x="47179" y="0"/>
                  <a:pt x="34823" y="0"/>
                </a:cubicBezTo>
                <a:cubicBezTo>
                  <a:pt x="14769" y="0"/>
                  <a:pt x="0" y="17480"/>
                  <a:pt x="0" y="37553"/>
                </a:cubicBezTo>
                <a:cubicBezTo>
                  <a:pt x="0" y="58273"/>
                  <a:pt x="15887" y="74302"/>
                  <a:pt x="34501" y="74302"/>
                </a:cubicBezTo>
                <a:cubicBezTo>
                  <a:pt x="56003" y="74302"/>
                  <a:pt x="61136" y="54878"/>
                  <a:pt x="61136" y="53258"/>
                </a:cubicBezTo>
                <a:cubicBezTo>
                  <a:pt x="61136" y="51638"/>
                  <a:pt x="59534" y="51638"/>
                  <a:pt x="59052" y="51638"/>
                </a:cubicBezTo>
                <a:cubicBezTo>
                  <a:pt x="57604" y="51638"/>
                  <a:pt x="57283" y="52286"/>
                  <a:pt x="56961" y="53258"/>
                </a:cubicBezTo>
                <a:cubicBezTo>
                  <a:pt x="52311" y="68309"/>
                  <a:pt x="41886" y="70252"/>
                  <a:pt x="35949" y="70252"/>
                </a:cubicBezTo>
                <a:cubicBezTo>
                  <a:pt x="27447" y="70252"/>
                  <a:pt x="13321" y="63294"/>
                  <a:pt x="13321" y="3722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path-55">
            <a:extLst xmlns:a="http://schemas.openxmlformats.org/drawingml/2006/main">
              <a:ext uri="{FF2B5EF4-FFF2-40B4-BE49-F238E27FC236}">
                <a16:creationId xmlns:a16="http://schemas.microsoft.com/office/drawing/2014/main" id="{8D0EBA28-1812-4FAE-B4E1-9D9D59EE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500" y="1224500"/>
            <a:ext cx="50219" cy="101340"/>
          </a:xfrm>
          <a:custGeom xmlns:a="http://schemas.openxmlformats.org/drawingml/2006/main">
            <a:pathLst>
              <a:path w="50219" h="101340">
                <a:moveTo>
                  <a:pt x="24704" y="34806"/>
                </a:moveTo>
                <a:lnTo>
                  <a:pt x="47646" y="34806"/>
                </a:lnTo>
                <a:lnTo>
                  <a:pt x="47646" y="29785"/>
                </a:lnTo>
                <a:lnTo>
                  <a:pt x="24704" y="29785"/>
                </a:lnTo>
                <a:lnTo>
                  <a:pt x="24704" y="0"/>
                </a:lnTo>
                <a:lnTo>
                  <a:pt x="20697" y="0"/>
                </a:lnTo>
                <a:cubicBezTo>
                  <a:pt x="20537" y="13276"/>
                  <a:pt x="15719" y="30594"/>
                  <a:pt x="0" y="31243"/>
                </a:cubicBezTo>
                <a:lnTo>
                  <a:pt x="0" y="34806"/>
                </a:lnTo>
                <a:lnTo>
                  <a:pt x="13634" y="34806"/>
                </a:lnTo>
                <a:lnTo>
                  <a:pt x="13634" y="79486"/>
                </a:lnTo>
                <a:cubicBezTo>
                  <a:pt x="13634" y="99396"/>
                  <a:pt x="28557" y="101340"/>
                  <a:pt x="34340" y="101340"/>
                </a:cubicBezTo>
                <a:cubicBezTo>
                  <a:pt x="45724" y="101340"/>
                  <a:pt x="50219" y="89846"/>
                  <a:pt x="50219" y="79486"/>
                </a:cubicBezTo>
                <a:lnTo>
                  <a:pt x="50219" y="70260"/>
                </a:lnTo>
                <a:lnTo>
                  <a:pt x="46206" y="70260"/>
                </a:lnTo>
                <a:lnTo>
                  <a:pt x="46206" y="79162"/>
                </a:lnTo>
                <a:cubicBezTo>
                  <a:pt x="46206" y="91142"/>
                  <a:pt x="41395" y="97290"/>
                  <a:pt x="35458" y="97290"/>
                </a:cubicBezTo>
                <a:cubicBezTo>
                  <a:pt x="24704" y="97290"/>
                  <a:pt x="24704" y="82564"/>
                  <a:pt x="24704" y="79810"/>
                </a:cubicBezTo>
                <a:lnTo>
                  <a:pt x="24704" y="3480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path-56">
            <a:extLst xmlns:a="http://schemas.openxmlformats.org/drawingml/2006/main">
              <a:ext uri="{FF2B5EF4-FFF2-40B4-BE49-F238E27FC236}">
                <a16:creationId xmlns:a16="http://schemas.microsoft.com/office/drawing/2014/main" id="{7B2FF946-9039-416F-8F94-20F6C218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7474" y="1448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pdf-path-57">
            <a:extLst xmlns:a="http://schemas.openxmlformats.org/drawingml/2006/main">
              <a:ext uri="{FF2B5EF4-FFF2-40B4-BE49-F238E27FC236}">
                <a16:creationId xmlns:a16="http://schemas.microsoft.com/office/drawing/2014/main" id="{2D9D44C8-E8C5-4453-B2B0-3EE2D6B8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421" y="1447638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pdf-path-58">
            <a:extLst xmlns:a="http://schemas.openxmlformats.org/drawingml/2006/main">
              <a:ext uri="{FF2B5EF4-FFF2-40B4-BE49-F238E27FC236}">
                <a16:creationId xmlns:a16="http://schemas.microsoft.com/office/drawing/2014/main" id="{49B0E721-D5F4-4B81-A5D9-0E20D761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4161" y="1396503"/>
            <a:ext cx="80064" cy="72506"/>
          </a:xfrm>
          <a:custGeom xmlns:a="http://schemas.openxmlformats.org/drawingml/2006/main">
            <a:pathLst>
              <a:path w="80064" h="72506">
                <a:moveTo>
                  <a:pt x="49033" y="22409"/>
                </a:moveTo>
                <a:cubicBezTo>
                  <a:pt x="49998" y="18245"/>
                  <a:pt x="53698" y="3516"/>
                  <a:pt x="64950" y="3516"/>
                </a:cubicBezTo>
                <a:cubicBezTo>
                  <a:pt x="65747" y="3516"/>
                  <a:pt x="69608" y="3516"/>
                  <a:pt x="72986" y="5599"/>
                </a:cubicBezTo>
                <a:cubicBezTo>
                  <a:pt x="68482" y="6399"/>
                  <a:pt x="65272" y="10403"/>
                  <a:pt x="65272" y="14241"/>
                </a:cubicBezTo>
                <a:cubicBezTo>
                  <a:pt x="65272" y="16803"/>
                  <a:pt x="67034" y="19847"/>
                  <a:pt x="71377" y="19847"/>
                </a:cubicBezTo>
                <a:cubicBezTo>
                  <a:pt x="74916" y="19847"/>
                  <a:pt x="80064" y="16963"/>
                  <a:pt x="80064" y="10564"/>
                </a:cubicBezTo>
                <a:cubicBezTo>
                  <a:pt x="80064" y="2235"/>
                  <a:pt x="70573" y="0"/>
                  <a:pt x="65111" y="0"/>
                </a:cubicBezTo>
                <a:cubicBezTo>
                  <a:pt x="55781" y="0"/>
                  <a:pt x="50159" y="8481"/>
                  <a:pt x="48228" y="12158"/>
                </a:cubicBezTo>
                <a:cubicBezTo>
                  <a:pt x="44207" y="1594"/>
                  <a:pt x="35529" y="0"/>
                  <a:pt x="30863" y="0"/>
                </a:cubicBezTo>
                <a:cubicBezTo>
                  <a:pt x="14142" y="0"/>
                  <a:pt x="4979" y="20647"/>
                  <a:pt x="4979" y="24644"/>
                </a:cubicBezTo>
                <a:cubicBezTo>
                  <a:pt x="4979" y="26246"/>
                  <a:pt x="6588" y="26246"/>
                  <a:pt x="6910" y="26246"/>
                </a:cubicBezTo>
                <a:cubicBezTo>
                  <a:pt x="8197" y="26246"/>
                  <a:pt x="8679" y="25926"/>
                  <a:pt x="9001" y="24484"/>
                </a:cubicBezTo>
                <a:cubicBezTo>
                  <a:pt x="14463" y="7521"/>
                  <a:pt x="25073" y="3516"/>
                  <a:pt x="30541" y="3516"/>
                </a:cubicBezTo>
                <a:cubicBezTo>
                  <a:pt x="33590" y="3516"/>
                  <a:pt x="39228" y="4958"/>
                  <a:pt x="39228" y="14241"/>
                </a:cubicBezTo>
                <a:cubicBezTo>
                  <a:pt x="39228" y="19205"/>
                  <a:pt x="36493" y="29929"/>
                  <a:pt x="30541" y="52339"/>
                </a:cubicBezTo>
                <a:cubicBezTo>
                  <a:pt x="27967" y="62262"/>
                  <a:pt x="22337" y="68982"/>
                  <a:pt x="15268" y="68982"/>
                </a:cubicBezTo>
                <a:cubicBezTo>
                  <a:pt x="14302" y="68982"/>
                  <a:pt x="10610" y="68982"/>
                  <a:pt x="7231" y="66900"/>
                </a:cubicBezTo>
                <a:cubicBezTo>
                  <a:pt x="11253" y="66099"/>
                  <a:pt x="14785" y="62743"/>
                  <a:pt x="14785" y="58258"/>
                </a:cubicBezTo>
                <a:cubicBezTo>
                  <a:pt x="14785" y="53941"/>
                  <a:pt x="11253" y="52659"/>
                  <a:pt x="8841" y="52659"/>
                </a:cubicBezTo>
                <a:cubicBezTo>
                  <a:pt x="4015" y="52659"/>
                  <a:pt x="0" y="56816"/>
                  <a:pt x="0" y="61942"/>
                </a:cubicBezTo>
                <a:cubicBezTo>
                  <a:pt x="0" y="69302"/>
                  <a:pt x="8037" y="72506"/>
                  <a:pt x="15106" y="72506"/>
                </a:cubicBezTo>
                <a:cubicBezTo>
                  <a:pt x="25716" y="72506"/>
                  <a:pt x="31507" y="61302"/>
                  <a:pt x="31989" y="60340"/>
                </a:cubicBezTo>
                <a:cubicBezTo>
                  <a:pt x="33912" y="66259"/>
                  <a:pt x="39710" y="72506"/>
                  <a:pt x="49354" y="72506"/>
                </a:cubicBezTo>
                <a:cubicBezTo>
                  <a:pt x="65908" y="72506"/>
                  <a:pt x="75077" y="51858"/>
                  <a:pt x="75077" y="47854"/>
                </a:cubicBezTo>
                <a:cubicBezTo>
                  <a:pt x="75077" y="46253"/>
                  <a:pt x="73630" y="46253"/>
                  <a:pt x="73148" y="46253"/>
                </a:cubicBezTo>
                <a:cubicBezTo>
                  <a:pt x="71699" y="46253"/>
                  <a:pt x="71377" y="46893"/>
                  <a:pt x="71056" y="48014"/>
                </a:cubicBezTo>
                <a:cubicBezTo>
                  <a:pt x="65747" y="65145"/>
                  <a:pt x="54816" y="68982"/>
                  <a:pt x="49676" y="68982"/>
                </a:cubicBezTo>
                <a:cubicBezTo>
                  <a:pt x="43410" y="68982"/>
                  <a:pt x="40837" y="63864"/>
                  <a:pt x="40837" y="58418"/>
                </a:cubicBezTo>
                <a:cubicBezTo>
                  <a:pt x="40837" y="54894"/>
                  <a:pt x="41802" y="51378"/>
                  <a:pt x="43571" y="44331"/>
                </a:cubicBezTo>
                <a:lnTo>
                  <a:pt x="49033" y="224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path-59">
            <a:extLst xmlns:a="http://schemas.openxmlformats.org/drawingml/2006/main">
              <a:ext uri="{FF2B5EF4-FFF2-40B4-BE49-F238E27FC236}">
                <a16:creationId xmlns:a16="http://schemas.microsoft.com/office/drawing/2014/main" id="{EA0B179E-953D-4A12-9993-B780D205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930" y="1396503"/>
            <a:ext cx="74119" cy="103557"/>
          </a:xfrm>
          <a:custGeom xmlns:a="http://schemas.openxmlformats.org/drawingml/2006/main">
            <a:pathLst>
              <a:path w="74119" h="103557">
                <a:moveTo>
                  <a:pt x="73476" y="9763"/>
                </a:moveTo>
                <a:cubicBezTo>
                  <a:pt x="74119" y="7521"/>
                  <a:pt x="74119" y="7200"/>
                  <a:pt x="74119" y="6079"/>
                </a:cubicBezTo>
                <a:cubicBezTo>
                  <a:pt x="74119" y="3196"/>
                  <a:pt x="71867" y="1754"/>
                  <a:pt x="69454" y="1754"/>
                </a:cubicBezTo>
                <a:cubicBezTo>
                  <a:pt x="67846" y="1754"/>
                  <a:pt x="65280" y="2716"/>
                  <a:pt x="63832" y="5118"/>
                </a:cubicBezTo>
                <a:cubicBezTo>
                  <a:pt x="63510" y="5919"/>
                  <a:pt x="62224" y="10883"/>
                  <a:pt x="61580" y="13760"/>
                </a:cubicBezTo>
                <a:cubicBezTo>
                  <a:pt x="60454" y="17924"/>
                  <a:pt x="59327" y="22249"/>
                  <a:pt x="58362" y="26566"/>
                </a:cubicBezTo>
                <a:lnTo>
                  <a:pt x="51124" y="55376"/>
                </a:lnTo>
                <a:cubicBezTo>
                  <a:pt x="50481" y="57778"/>
                  <a:pt x="43571" y="68982"/>
                  <a:pt x="32962" y="68982"/>
                </a:cubicBezTo>
                <a:cubicBezTo>
                  <a:pt x="24758" y="68982"/>
                  <a:pt x="22989" y="61942"/>
                  <a:pt x="22989" y="56016"/>
                </a:cubicBezTo>
                <a:cubicBezTo>
                  <a:pt x="22989" y="48655"/>
                  <a:pt x="25723" y="38732"/>
                  <a:pt x="31192" y="24644"/>
                </a:cubicBezTo>
                <a:cubicBezTo>
                  <a:pt x="33758" y="18085"/>
                  <a:pt x="34402" y="16323"/>
                  <a:pt x="34402" y="13119"/>
                </a:cubicBezTo>
                <a:cubicBezTo>
                  <a:pt x="34402" y="5919"/>
                  <a:pt x="29262" y="0"/>
                  <a:pt x="21226" y="0"/>
                </a:cubicBezTo>
                <a:cubicBezTo>
                  <a:pt x="5945" y="0"/>
                  <a:pt x="0" y="23202"/>
                  <a:pt x="0" y="24644"/>
                </a:cubicBezTo>
                <a:cubicBezTo>
                  <a:pt x="0" y="26246"/>
                  <a:pt x="1601" y="26246"/>
                  <a:pt x="1924" y="26246"/>
                </a:cubicBezTo>
                <a:cubicBezTo>
                  <a:pt x="3532" y="26246"/>
                  <a:pt x="3692" y="25926"/>
                  <a:pt x="4497" y="23362"/>
                </a:cubicBezTo>
                <a:cubicBezTo>
                  <a:pt x="8840" y="8321"/>
                  <a:pt x="15275" y="3516"/>
                  <a:pt x="20743" y="3516"/>
                </a:cubicBezTo>
                <a:cubicBezTo>
                  <a:pt x="22031" y="3516"/>
                  <a:pt x="24758" y="3516"/>
                  <a:pt x="24758" y="8641"/>
                </a:cubicBezTo>
                <a:cubicBezTo>
                  <a:pt x="24758" y="12638"/>
                  <a:pt x="23149" y="16803"/>
                  <a:pt x="22031" y="19847"/>
                </a:cubicBezTo>
                <a:cubicBezTo>
                  <a:pt x="15596" y="36810"/>
                  <a:pt x="12701" y="45932"/>
                  <a:pt x="12701" y="53460"/>
                </a:cubicBezTo>
                <a:cubicBezTo>
                  <a:pt x="12701" y="67701"/>
                  <a:pt x="22827" y="72506"/>
                  <a:pt x="32318" y="72506"/>
                </a:cubicBezTo>
                <a:cubicBezTo>
                  <a:pt x="38584" y="72506"/>
                  <a:pt x="44046" y="69783"/>
                  <a:pt x="48550" y="65305"/>
                </a:cubicBezTo>
                <a:cubicBezTo>
                  <a:pt x="46459" y="73627"/>
                  <a:pt x="44528" y="81468"/>
                  <a:pt x="38101" y="89950"/>
                </a:cubicBezTo>
                <a:cubicBezTo>
                  <a:pt x="33920" y="95396"/>
                  <a:pt x="27814" y="100033"/>
                  <a:pt x="20422" y="100033"/>
                </a:cubicBezTo>
                <a:cubicBezTo>
                  <a:pt x="18171" y="100033"/>
                  <a:pt x="10931" y="99553"/>
                  <a:pt x="8197" y="93314"/>
                </a:cubicBezTo>
                <a:cubicBezTo>
                  <a:pt x="10771" y="93314"/>
                  <a:pt x="12862" y="93314"/>
                  <a:pt x="15113" y="91391"/>
                </a:cubicBezTo>
                <a:cubicBezTo>
                  <a:pt x="16722" y="89950"/>
                  <a:pt x="18331" y="87868"/>
                  <a:pt x="18331" y="84832"/>
                </a:cubicBezTo>
                <a:cubicBezTo>
                  <a:pt x="18331" y="79867"/>
                  <a:pt x="13988" y="79226"/>
                  <a:pt x="12379" y="79226"/>
                </a:cubicBezTo>
                <a:cubicBezTo>
                  <a:pt x="8679" y="79226"/>
                  <a:pt x="3371" y="81789"/>
                  <a:pt x="3371" y="89629"/>
                </a:cubicBezTo>
                <a:cubicBezTo>
                  <a:pt x="3371" y="97631"/>
                  <a:pt x="10449" y="103557"/>
                  <a:pt x="20422" y="103557"/>
                </a:cubicBezTo>
                <a:cubicBezTo>
                  <a:pt x="36975" y="103557"/>
                  <a:pt x="53536" y="88989"/>
                  <a:pt x="58041" y="70904"/>
                </a:cubicBezTo>
                <a:lnTo>
                  <a:pt x="73476" y="976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path-60">
            <a:extLst xmlns:a="http://schemas.openxmlformats.org/drawingml/2006/main">
              <a:ext uri="{FF2B5EF4-FFF2-40B4-BE49-F238E27FC236}">
                <a16:creationId xmlns:a16="http://schemas.microsoft.com/office/drawing/2014/main" id="{45F0D8A8-897B-4420-BA82-AF0D64F8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2787" y="1396503"/>
            <a:ext cx="68167" cy="72506"/>
          </a:xfrm>
          <a:custGeom xmlns:a="http://schemas.openxmlformats.org/drawingml/2006/main">
            <a:pathLst>
              <a:path w="68167" h="72506">
                <a:moveTo>
                  <a:pt x="14471" y="57457"/>
                </a:moveTo>
                <a:cubicBezTo>
                  <a:pt x="23149" y="48175"/>
                  <a:pt x="27815" y="44171"/>
                  <a:pt x="33606" y="39212"/>
                </a:cubicBezTo>
                <a:cubicBezTo>
                  <a:pt x="33606" y="39052"/>
                  <a:pt x="43571" y="30570"/>
                  <a:pt x="49363" y="24804"/>
                </a:cubicBezTo>
                <a:cubicBezTo>
                  <a:pt x="64629" y="9923"/>
                  <a:pt x="68167" y="2235"/>
                  <a:pt x="68167" y="1594"/>
                </a:cubicBezTo>
                <a:cubicBezTo>
                  <a:pt x="68167" y="0"/>
                  <a:pt x="66720" y="0"/>
                  <a:pt x="66399" y="0"/>
                </a:cubicBezTo>
                <a:cubicBezTo>
                  <a:pt x="65271" y="0"/>
                  <a:pt x="64789" y="320"/>
                  <a:pt x="63985" y="1754"/>
                </a:cubicBezTo>
                <a:cubicBezTo>
                  <a:pt x="59167" y="9443"/>
                  <a:pt x="55790" y="11998"/>
                  <a:pt x="51936" y="11998"/>
                </a:cubicBezTo>
                <a:cubicBezTo>
                  <a:pt x="48075" y="11998"/>
                  <a:pt x="46145" y="9603"/>
                  <a:pt x="43733" y="6880"/>
                </a:cubicBezTo>
                <a:cubicBezTo>
                  <a:pt x="40683" y="3196"/>
                  <a:pt x="37949" y="0"/>
                  <a:pt x="32640" y="0"/>
                </a:cubicBezTo>
                <a:cubicBezTo>
                  <a:pt x="20576" y="0"/>
                  <a:pt x="13183" y="14881"/>
                  <a:pt x="13183" y="18245"/>
                </a:cubicBezTo>
                <a:cubicBezTo>
                  <a:pt x="13183" y="19045"/>
                  <a:pt x="13666" y="20007"/>
                  <a:pt x="15113" y="20007"/>
                </a:cubicBezTo>
                <a:cubicBezTo>
                  <a:pt x="16562" y="20007"/>
                  <a:pt x="16884" y="19205"/>
                  <a:pt x="17205" y="18245"/>
                </a:cubicBezTo>
                <a:cubicBezTo>
                  <a:pt x="20254" y="10883"/>
                  <a:pt x="29584" y="10723"/>
                  <a:pt x="30870" y="10723"/>
                </a:cubicBezTo>
                <a:cubicBezTo>
                  <a:pt x="34248" y="10723"/>
                  <a:pt x="37305" y="11838"/>
                  <a:pt x="41005" y="13119"/>
                </a:cubicBezTo>
                <a:cubicBezTo>
                  <a:pt x="47431" y="15522"/>
                  <a:pt x="49201" y="15522"/>
                  <a:pt x="53376" y="15522"/>
                </a:cubicBezTo>
                <a:cubicBezTo>
                  <a:pt x="47592" y="22409"/>
                  <a:pt x="34088" y="33927"/>
                  <a:pt x="31024" y="36490"/>
                </a:cubicBezTo>
                <a:lnTo>
                  <a:pt x="16562" y="49936"/>
                </a:lnTo>
                <a:cubicBezTo>
                  <a:pt x="5631" y="60660"/>
                  <a:pt x="0" y="69783"/>
                  <a:pt x="0" y="70904"/>
                </a:cubicBezTo>
                <a:cubicBezTo>
                  <a:pt x="0" y="72506"/>
                  <a:pt x="1609" y="72506"/>
                  <a:pt x="1931" y="72506"/>
                </a:cubicBezTo>
                <a:cubicBezTo>
                  <a:pt x="3218" y="72506"/>
                  <a:pt x="3540" y="72186"/>
                  <a:pt x="4504" y="70424"/>
                </a:cubicBezTo>
                <a:cubicBezTo>
                  <a:pt x="8204" y="64825"/>
                  <a:pt x="13023" y="60500"/>
                  <a:pt x="18171" y="60500"/>
                </a:cubicBezTo>
                <a:cubicBezTo>
                  <a:pt x="21862" y="60500"/>
                  <a:pt x="23471" y="61942"/>
                  <a:pt x="27493" y="66580"/>
                </a:cubicBezTo>
                <a:cubicBezTo>
                  <a:pt x="30228" y="69943"/>
                  <a:pt x="33123" y="72506"/>
                  <a:pt x="37788" y="72506"/>
                </a:cubicBezTo>
                <a:cubicBezTo>
                  <a:pt x="53698" y="72506"/>
                  <a:pt x="63028" y="52179"/>
                  <a:pt x="63028" y="47854"/>
                </a:cubicBezTo>
                <a:cubicBezTo>
                  <a:pt x="63028" y="47054"/>
                  <a:pt x="62384" y="46253"/>
                  <a:pt x="61098" y="46253"/>
                </a:cubicBezTo>
                <a:cubicBezTo>
                  <a:pt x="59650" y="46253"/>
                  <a:pt x="59327" y="47214"/>
                  <a:pt x="58845" y="48335"/>
                </a:cubicBezTo>
                <a:cubicBezTo>
                  <a:pt x="55146" y="58738"/>
                  <a:pt x="44859" y="61782"/>
                  <a:pt x="39557" y="61782"/>
                </a:cubicBezTo>
                <a:cubicBezTo>
                  <a:pt x="36340" y="61782"/>
                  <a:pt x="33444" y="60820"/>
                  <a:pt x="30066" y="59700"/>
                </a:cubicBezTo>
                <a:cubicBezTo>
                  <a:pt x="24597" y="57618"/>
                  <a:pt x="22184" y="56976"/>
                  <a:pt x="18813" y="56976"/>
                </a:cubicBezTo>
                <a:cubicBezTo>
                  <a:pt x="18492" y="56976"/>
                  <a:pt x="15917" y="56976"/>
                  <a:pt x="14471" y="574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61">
            <a:extLst xmlns:a="http://schemas.openxmlformats.org/drawingml/2006/main">
              <a:ext uri="{FF2B5EF4-FFF2-40B4-BE49-F238E27FC236}">
                <a16:creationId xmlns:a16="http://schemas.microsoft.com/office/drawing/2014/main" id="{62170D4A-E6CF-4264-836F-2AC31860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7854" y="763369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pdf-path-62">
            <a:extLst xmlns:a="http://schemas.openxmlformats.org/drawingml/2006/main">
              <a:ext uri="{FF2B5EF4-FFF2-40B4-BE49-F238E27FC236}">
                <a16:creationId xmlns:a16="http://schemas.microsoft.com/office/drawing/2014/main" id="{28867870-13F4-4628-8CB3-EDC7D68C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819" y="762899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pdf-path-63">
            <a:extLst xmlns:a="http://schemas.openxmlformats.org/drawingml/2006/main">
              <a:ext uri="{FF2B5EF4-FFF2-40B4-BE49-F238E27FC236}">
                <a16:creationId xmlns:a16="http://schemas.microsoft.com/office/drawing/2014/main" id="{3AE6B4DA-AE89-410C-A08D-AF440C46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731" y="693565"/>
            <a:ext cx="106438" cy="113719"/>
          </a:xfrm>
          <a:custGeom xmlns:a="http://schemas.openxmlformats.org/drawingml/2006/main">
            <a:pathLst>
              <a:path w="106438" h="113719">
                <a:moveTo>
                  <a:pt x="84177" y="100421"/>
                </a:moveTo>
                <a:cubicBezTo>
                  <a:pt x="86222" y="103865"/>
                  <a:pt x="92489" y="110119"/>
                  <a:pt x="94212" y="110119"/>
                </a:cubicBezTo>
                <a:cubicBezTo>
                  <a:pt x="95622" y="110119"/>
                  <a:pt x="95622" y="108867"/>
                  <a:pt x="95622" y="106519"/>
                </a:cubicBezTo>
                <a:lnTo>
                  <a:pt x="95622" y="79304"/>
                </a:lnTo>
                <a:cubicBezTo>
                  <a:pt x="95622" y="73206"/>
                  <a:pt x="96249" y="72424"/>
                  <a:pt x="106438" y="72424"/>
                </a:cubicBezTo>
                <a:lnTo>
                  <a:pt x="106438" y="67571"/>
                </a:lnTo>
                <a:cubicBezTo>
                  <a:pt x="100646" y="67728"/>
                  <a:pt x="92013" y="68041"/>
                  <a:pt x="87317" y="68041"/>
                </a:cubicBezTo>
                <a:cubicBezTo>
                  <a:pt x="81044" y="68041"/>
                  <a:pt x="67723" y="68041"/>
                  <a:pt x="62078" y="67571"/>
                </a:cubicBezTo>
                <a:lnTo>
                  <a:pt x="62078" y="72424"/>
                </a:lnTo>
                <a:lnTo>
                  <a:pt x="67096" y="72424"/>
                </a:lnTo>
                <a:cubicBezTo>
                  <a:pt x="81197" y="72424"/>
                  <a:pt x="81673" y="74138"/>
                  <a:pt x="81673" y="79930"/>
                </a:cubicBezTo>
                <a:lnTo>
                  <a:pt x="81673" y="89940"/>
                </a:lnTo>
                <a:cubicBezTo>
                  <a:pt x="81673" y="107458"/>
                  <a:pt x="61764" y="108867"/>
                  <a:pt x="57382" y="108867"/>
                </a:cubicBezTo>
                <a:cubicBezTo>
                  <a:pt x="47187" y="108867"/>
                  <a:pt x="16155" y="103395"/>
                  <a:pt x="16155" y="56778"/>
                </a:cubicBezTo>
                <a:cubicBezTo>
                  <a:pt x="16155" y="10011"/>
                  <a:pt x="47033" y="4845"/>
                  <a:pt x="56439" y="4845"/>
                </a:cubicBezTo>
                <a:cubicBezTo>
                  <a:pt x="73208" y="4845"/>
                  <a:pt x="87471" y="18926"/>
                  <a:pt x="90612" y="41922"/>
                </a:cubicBezTo>
                <a:cubicBezTo>
                  <a:pt x="90926" y="44106"/>
                  <a:pt x="90926" y="44576"/>
                  <a:pt x="93116" y="44576"/>
                </a:cubicBezTo>
                <a:cubicBezTo>
                  <a:pt x="95622" y="44576"/>
                  <a:pt x="95622" y="44106"/>
                  <a:pt x="95622" y="40826"/>
                </a:cubicBezTo>
                <a:lnTo>
                  <a:pt x="95622" y="3750"/>
                </a:lnTo>
                <a:cubicBezTo>
                  <a:pt x="95622" y="1089"/>
                  <a:pt x="95622" y="0"/>
                  <a:pt x="93898" y="0"/>
                </a:cubicBezTo>
                <a:cubicBezTo>
                  <a:pt x="93270" y="0"/>
                  <a:pt x="92641" y="0"/>
                  <a:pt x="91385" y="1871"/>
                </a:cubicBezTo>
                <a:lnTo>
                  <a:pt x="83556" y="13447"/>
                </a:lnTo>
                <a:cubicBezTo>
                  <a:pt x="78539" y="8445"/>
                  <a:pt x="70067" y="0"/>
                  <a:pt x="54555" y="0"/>
                </a:cubicBezTo>
                <a:cubicBezTo>
                  <a:pt x="25401" y="0"/>
                  <a:pt x="0" y="24711"/>
                  <a:pt x="0" y="56778"/>
                </a:cubicBezTo>
                <a:cubicBezTo>
                  <a:pt x="0" y="88845"/>
                  <a:pt x="25088" y="113719"/>
                  <a:pt x="54870" y="113719"/>
                </a:cubicBezTo>
                <a:cubicBezTo>
                  <a:pt x="66313" y="113719"/>
                  <a:pt x="78853" y="109650"/>
                  <a:pt x="84177" y="10042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path-64">
            <a:extLst xmlns:a="http://schemas.openxmlformats.org/drawingml/2006/main">
              <a:ext uri="{FF2B5EF4-FFF2-40B4-BE49-F238E27FC236}">
                <a16:creationId xmlns:a16="http://schemas.microsoft.com/office/drawing/2014/main" id="{80FB96F2-38E0-4EDD-9FAD-3B268BC0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0432" y="734704"/>
            <a:ext cx="52670" cy="69136"/>
          </a:xfrm>
          <a:custGeom xmlns:a="http://schemas.openxmlformats.org/drawingml/2006/main">
            <a:pathLst>
              <a:path w="52670" h="69136">
                <a:moveTo>
                  <a:pt x="21792" y="17204"/>
                </a:moveTo>
                <a:lnTo>
                  <a:pt x="21792" y="0"/>
                </a:lnTo>
                <a:lnTo>
                  <a:pt x="0" y="1714"/>
                </a:lnTo>
                <a:lnTo>
                  <a:pt x="0" y="6567"/>
                </a:lnTo>
                <a:cubicBezTo>
                  <a:pt x="10976" y="6567"/>
                  <a:pt x="12225" y="7662"/>
                  <a:pt x="12225" y="15325"/>
                </a:cubicBezTo>
                <a:lnTo>
                  <a:pt x="12225" y="57247"/>
                </a:lnTo>
                <a:cubicBezTo>
                  <a:pt x="12225" y="64284"/>
                  <a:pt x="10502" y="64284"/>
                  <a:pt x="0" y="64284"/>
                </a:cubicBezTo>
                <a:lnTo>
                  <a:pt x="0" y="69136"/>
                </a:lnTo>
                <a:cubicBezTo>
                  <a:pt x="6112" y="68980"/>
                  <a:pt x="13474" y="68667"/>
                  <a:pt x="17871" y="68667"/>
                </a:cubicBezTo>
                <a:cubicBezTo>
                  <a:pt x="24137" y="68667"/>
                  <a:pt x="31506" y="68667"/>
                  <a:pt x="37779" y="69136"/>
                </a:cubicBezTo>
                <a:lnTo>
                  <a:pt x="37779" y="64284"/>
                </a:lnTo>
                <a:lnTo>
                  <a:pt x="34486" y="64284"/>
                </a:lnTo>
                <a:cubicBezTo>
                  <a:pt x="22881" y="64284"/>
                  <a:pt x="22567" y="62569"/>
                  <a:pt x="22567" y="56934"/>
                </a:cubicBezTo>
                <a:lnTo>
                  <a:pt x="22567" y="32843"/>
                </a:lnTo>
                <a:cubicBezTo>
                  <a:pt x="22567" y="17360"/>
                  <a:pt x="29154" y="3436"/>
                  <a:pt x="41074" y="3436"/>
                </a:cubicBezTo>
                <a:cubicBezTo>
                  <a:pt x="42168" y="3436"/>
                  <a:pt x="42483" y="3436"/>
                  <a:pt x="42797" y="3592"/>
                </a:cubicBezTo>
                <a:cubicBezTo>
                  <a:pt x="42322" y="3750"/>
                  <a:pt x="39189" y="5627"/>
                  <a:pt x="39189" y="9697"/>
                </a:cubicBezTo>
                <a:cubicBezTo>
                  <a:pt x="39189" y="14073"/>
                  <a:pt x="42483" y="16421"/>
                  <a:pt x="45922" y="16421"/>
                </a:cubicBezTo>
                <a:cubicBezTo>
                  <a:pt x="48749" y="16421"/>
                  <a:pt x="52670" y="14543"/>
                  <a:pt x="52670" y="9540"/>
                </a:cubicBezTo>
                <a:cubicBezTo>
                  <a:pt x="52670" y="4532"/>
                  <a:pt x="47806" y="0"/>
                  <a:pt x="41074" y="0"/>
                </a:cubicBezTo>
                <a:cubicBezTo>
                  <a:pt x="29629" y="0"/>
                  <a:pt x="23976" y="10480"/>
                  <a:pt x="21792" y="172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65">
            <a:extLst xmlns:a="http://schemas.openxmlformats.org/drawingml/2006/main">
              <a:ext uri="{FF2B5EF4-FFF2-40B4-BE49-F238E27FC236}">
                <a16:creationId xmlns:a16="http://schemas.microsoft.com/office/drawing/2014/main" id="{FECB83D8-6F7C-4B3B-881A-E4C26AD6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325" y="699193"/>
            <a:ext cx="33536" cy="104647"/>
          </a:xfrm>
          <a:custGeom xmlns:a="http://schemas.openxmlformats.org/drawingml/2006/main">
            <a:pathLst>
              <a:path w="33536" h="104647">
                <a:moveTo>
                  <a:pt x="22568" y="35511"/>
                </a:moveTo>
                <a:lnTo>
                  <a:pt x="621" y="37226"/>
                </a:lnTo>
                <a:lnTo>
                  <a:pt x="621" y="42078"/>
                </a:lnTo>
                <a:cubicBezTo>
                  <a:pt x="10809" y="42078"/>
                  <a:pt x="12219" y="43017"/>
                  <a:pt x="12219" y="50681"/>
                </a:cubicBezTo>
                <a:lnTo>
                  <a:pt x="12219" y="92758"/>
                </a:lnTo>
                <a:cubicBezTo>
                  <a:pt x="12219" y="99795"/>
                  <a:pt x="10503" y="99795"/>
                  <a:pt x="0" y="99795"/>
                </a:cubicBezTo>
                <a:lnTo>
                  <a:pt x="0" y="104647"/>
                </a:lnTo>
                <a:cubicBezTo>
                  <a:pt x="5010" y="104491"/>
                  <a:pt x="13475" y="104178"/>
                  <a:pt x="17235" y="104178"/>
                </a:cubicBezTo>
                <a:cubicBezTo>
                  <a:pt x="22720" y="104178"/>
                  <a:pt x="28213" y="104491"/>
                  <a:pt x="33536" y="104647"/>
                </a:cubicBezTo>
                <a:lnTo>
                  <a:pt x="33536" y="99795"/>
                </a:lnTo>
                <a:cubicBezTo>
                  <a:pt x="23195" y="99795"/>
                  <a:pt x="22568" y="99020"/>
                  <a:pt x="22568" y="92915"/>
                </a:cubicBezTo>
                <a:lnTo>
                  <a:pt x="22568" y="35511"/>
                </a:lnTo>
                <a:moveTo>
                  <a:pt x="23195" y="8289"/>
                </a:moveTo>
                <a:cubicBezTo>
                  <a:pt x="23195" y="3287"/>
                  <a:pt x="19282" y="0"/>
                  <a:pt x="14884" y="0"/>
                </a:cubicBezTo>
                <a:cubicBezTo>
                  <a:pt x="10028" y="0"/>
                  <a:pt x="6580" y="4226"/>
                  <a:pt x="6580" y="8289"/>
                </a:cubicBezTo>
                <a:cubicBezTo>
                  <a:pt x="6580" y="12515"/>
                  <a:pt x="10028" y="16578"/>
                  <a:pt x="14884" y="16578"/>
                </a:cubicBezTo>
                <a:cubicBezTo>
                  <a:pt x="19282" y="16578"/>
                  <a:pt x="23195" y="13298"/>
                  <a:pt x="23195" y="828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66">
            <a:extLst xmlns:a="http://schemas.openxmlformats.org/drawingml/2006/main">
              <a:ext uri="{FF2B5EF4-FFF2-40B4-BE49-F238E27FC236}">
                <a16:creationId xmlns:a16="http://schemas.microsoft.com/office/drawing/2014/main" id="{83E46258-2244-4FAC-9233-5AB95587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5184" y="734704"/>
            <a:ext cx="77275" cy="99482"/>
          </a:xfrm>
          <a:custGeom xmlns:a="http://schemas.openxmlformats.org/drawingml/2006/main">
            <a:pathLst>
              <a:path w="77275" h="99482">
                <a:moveTo>
                  <a:pt x="22566" y="10323"/>
                </a:moveTo>
                <a:lnTo>
                  <a:pt x="22566" y="0"/>
                </a:lnTo>
                <a:lnTo>
                  <a:pt x="0" y="1714"/>
                </a:lnTo>
                <a:lnTo>
                  <a:pt x="0" y="6567"/>
                </a:lnTo>
                <a:cubicBezTo>
                  <a:pt x="11130" y="6567"/>
                  <a:pt x="12225" y="7506"/>
                  <a:pt x="12225" y="14386"/>
                </a:cubicBezTo>
                <a:lnTo>
                  <a:pt x="12225" y="87592"/>
                </a:lnTo>
                <a:cubicBezTo>
                  <a:pt x="12225" y="94636"/>
                  <a:pt x="10502" y="94636"/>
                  <a:pt x="0" y="94636"/>
                </a:cubicBezTo>
                <a:lnTo>
                  <a:pt x="0" y="99482"/>
                </a:lnTo>
                <a:cubicBezTo>
                  <a:pt x="5331" y="99325"/>
                  <a:pt x="13482" y="99012"/>
                  <a:pt x="17557" y="99012"/>
                </a:cubicBezTo>
                <a:cubicBezTo>
                  <a:pt x="21793" y="99012"/>
                  <a:pt x="29782" y="99325"/>
                  <a:pt x="35267" y="99482"/>
                </a:cubicBezTo>
                <a:lnTo>
                  <a:pt x="35267" y="94636"/>
                </a:lnTo>
                <a:cubicBezTo>
                  <a:pt x="24764" y="94636"/>
                  <a:pt x="23041" y="94636"/>
                  <a:pt x="23041" y="87592"/>
                </a:cubicBezTo>
                <a:lnTo>
                  <a:pt x="23041" y="61317"/>
                </a:lnTo>
                <a:lnTo>
                  <a:pt x="23041" y="59908"/>
                </a:lnTo>
                <a:cubicBezTo>
                  <a:pt x="23823" y="62412"/>
                  <a:pt x="30411" y="70858"/>
                  <a:pt x="42330" y="70858"/>
                </a:cubicBezTo>
                <a:cubicBezTo>
                  <a:pt x="60982" y="70858"/>
                  <a:pt x="77275" y="55525"/>
                  <a:pt x="77275" y="35347"/>
                </a:cubicBezTo>
                <a:cubicBezTo>
                  <a:pt x="77275" y="15482"/>
                  <a:pt x="62078" y="0"/>
                  <a:pt x="44512" y="0"/>
                </a:cubicBezTo>
                <a:cubicBezTo>
                  <a:pt x="32294" y="0"/>
                  <a:pt x="25707" y="6880"/>
                  <a:pt x="22566" y="10323"/>
                </a:cubicBezTo>
                <a:moveTo>
                  <a:pt x="23041" y="51306"/>
                </a:moveTo>
                <a:lnTo>
                  <a:pt x="23041" y="16421"/>
                </a:lnTo>
                <a:cubicBezTo>
                  <a:pt x="27591" y="8445"/>
                  <a:pt x="35267" y="3906"/>
                  <a:pt x="43264" y="3906"/>
                </a:cubicBezTo>
                <a:cubicBezTo>
                  <a:pt x="54700" y="3906"/>
                  <a:pt x="64268" y="17673"/>
                  <a:pt x="64268" y="35347"/>
                </a:cubicBezTo>
                <a:cubicBezTo>
                  <a:pt x="64268" y="54273"/>
                  <a:pt x="53299" y="67414"/>
                  <a:pt x="41702" y="67414"/>
                </a:cubicBezTo>
                <a:cubicBezTo>
                  <a:pt x="35428" y="67414"/>
                  <a:pt x="29468" y="64284"/>
                  <a:pt x="25232" y="57873"/>
                </a:cubicBezTo>
                <a:cubicBezTo>
                  <a:pt x="23041" y="54586"/>
                  <a:pt x="23041" y="54429"/>
                  <a:pt x="23041" y="513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67">
            <a:extLst xmlns:a="http://schemas.openxmlformats.org/drawingml/2006/main">
              <a:ext uri="{FF2B5EF4-FFF2-40B4-BE49-F238E27FC236}">
                <a16:creationId xmlns:a16="http://schemas.microsoft.com/office/drawing/2014/main" id="{7D063520-779C-4AD7-AC7B-EDC81206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042" y="734704"/>
            <a:ext cx="77275" cy="99482"/>
          </a:xfrm>
          <a:custGeom xmlns:a="http://schemas.openxmlformats.org/drawingml/2006/main">
            <a:pathLst>
              <a:path w="77275" h="99482">
                <a:moveTo>
                  <a:pt x="22566" y="10323"/>
                </a:moveTo>
                <a:lnTo>
                  <a:pt x="22566" y="0"/>
                </a:lnTo>
                <a:lnTo>
                  <a:pt x="0" y="1714"/>
                </a:lnTo>
                <a:lnTo>
                  <a:pt x="0" y="6567"/>
                </a:lnTo>
                <a:cubicBezTo>
                  <a:pt x="11130" y="6567"/>
                  <a:pt x="12225" y="7506"/>
                  <a:pt x="12225" y="14386"/>
                </a:cubicBezTo>
                <a:lnTo>
                  <a:pt x="12225" y="87592"/>
                </a:lnTo>
                <a:cubicBezTo>
                  <a:pt x="12225" y="94636"/>
                  <a:pt x="10502" y="94636"/>
                  <a:pt x="0" y="94636"/>
                </a:cubicBezTo>
                <a:lnTo>
                  <a:pt x="0" y="99482"/>
                </a:lnTo>
                <a:cubicBezTo>
                  <a:pt x="5331" y="99325"/>
                  <a:pt x="13482" y="99012"/>
                  <a:pt x="17557" y="99012"/>
                </a:cubicBezTo>
                <a:cubicBezTo>
                  <a:pt x="21793" y="99012"/>
                  <a:pt x="29782" y="99325"/>
                  <a:pt x="35267" y="99482"/>
                </a:cubicBezTo>
                <a:lnTo>
                  <a:pt x="35267" y="94636"/>
                </a:lnTo>
                <a:cubicBezTo>
                  <a:pt x="24764" y="94636"/>
                  <a:pt x="23041" y="94636"/>
                  <a:pt x="23041" y="87592"/>
                </a:cubicBezTo>
                <a:lnTo>
                  <a:pt x="23041" y="61317"/>
                </a:lnTo>
                <a:lnTo>
                  <a:pt x="23041" y="59908"/>
                </a:lnTo>
                <a:cubicBezTo>
                  <a:pt x="23823" y="62412"/>
                  <a:pt x="30411" y="70858"/>
                  <a:pt x="42323" y="70858"/>
                </a:cubicBezTo>
                <a:cubicBezTo>
                  <a:pt x="60982" y="70858"/>
                  <a:pt x="77275" y="55525"/>
                  <a:pt x="77275" y="35347"/>
                </a:cubicBezTo>
                <a:cubicBezTo>
                  <a:pt x="77275" y="15482"/>
                  <a:pt x="62078" y="0"/>
                  <a:pt x="44512" y="0"/>
                </a:cubicBezTo>
                <a:cubicBezTo>
                  <a:pt x="32294" y="0"/>
                  <a:pt x="25707" y="6880"/>
                  <a:pt x="22566" y="10323"/>
                </a:cubicBezTo>
                <a:moveTo>
                  <a:pt x="23041" y="51306"/>
                </a:moveTo>
                <a:lnTo>
                  <a:pt x="23041" y="16421"/>
                </a:lnTo>
                <a:cubicBezTo>
                  <a:pt x="27591" y="8445"/>
                  <a:pt x="35267" y="3906"/>
                  <a:pt x="43257" y="3906"/>
                </a:cubicBezTo>
                <a:cubicBezTo>
                  <a:pt x="54700" y="3906"/>
                  <a:pt x="64268" y="17673"/>
                  <a:pt x="64268" y="35347"/>
                </a:cubicBezTo>
                <a:cubicBezTo>
                  <a:pt x="64268" y="54273"/>
                  <a:pt x="53299" y="67414"/>
                  <a:pt x="41702" y="67414"/>
                </a:cubicBezTo>
                <a:cubicBezTo>
                  <a:pt x="35428" y="67414"/>
                  <a:pt x="29468" y="64284"/>
                  <a:pt x="25232" y="57873"/>
                </a:cubicBezTo>
                <a:cubicBezTo>
                  <a:pt x="23041" y="54586"/>
                  <a:pt x="23041" y="54429"/>
                  <a:pt x="23041" y="513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68">
            <a:extLst xmlns:a="http://schemas.openxmlformats.org/drawingml/2006/main">
              <a:ext uri="{FF2B5EF4-FFF2-40B4-BE49-F238E27FC236}">
                <a16:creationId xmlns:a16="http://schemas.microsoft.com/office/drawing/2014/main" id="{63A76B3F-DA05-4907-A4EB-C7E3C5E5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266" y="733764"/>
            <a:ext cx="60661" cy="71798"/>
          </a:xfrm>
          <a:custGeom xmlns:a="http://schemas.openxmlformats.org/drawingml/2006/main">
            <a:pathLst>
              <a:path w="60661" h="71798">
                <a:moveTo>
                  <a:pt x="13160" y="30659"/>
                </a:moveTo>
                <a:cubicBezTo>
                  <a:pt x="14103" y="7350"/>
                  <a:pt x="27270" y="3437"/>
                  <a:pt x="32601" y="3437"/>
                </a:cubicBezTo>
                <a:cubicBezTo>
                  <a:pt x="48749" y="3437"/>
                  <a:pt x="50311" y="24554"/>
                  <a:pt x="50311" y="30659"/>
                </a:cubicBezTo>
                <a:lnTo>
                  <a:pt x="13160" y="30659"/>
                </a:lnTo>
                <a:moveTo>
                  <a:pt x="13006" y="33939"/>
                </a:moveTo>
                <a:lnTo>
                  <a:pt x="56738" y="33939"/>
                </a:lnTo>
                <a:cubicBezTo>
                  <a:pt x="60193" y="33939"/>
                  <a:pt x="60661" y="33939"/>
                  <a:pt x="60661" y="30659"/>
                </a:cubicBezTo>
                <a:cubicBezTo>
                  <a:pt x="60661" y="15169"/>
                  <a:pt x="52204" y="0"/>
                  <a:pt x="32601" y="0"/>
                </a:cubicBezTo>
                <a:cubicBezTo>
                  <a:pt x="14417" y="0"/>
                  <a:pt x="0" y="16109"/>
                  <a:pt x="0" y="35661"/>
                </a:cubicBezTo>
                <a:cubicBezTo>
                  <a:pt x="0" y="56621"/>
                  <a:pt x="16454" y="71798"/>
                  <a:pt x="34478" y="71798"/>
                </a:cubicBezTo>
                <a:cubicBezTo>
                  <a:pt x="53605" y="71798"/>
                  <a:pt x="60661" y="54431"/>
                  <a:pt x="60661" y="51464"/>
                </a:cubicBezTo>
                <a:cubicBezTo>
                  <a:pt x="60661" y="49898"/>
                  <a:pt x="59403" y="49585"/>
                  <a:pt x="58623" y="49585"/>
                </a:cubicBezTo>
                <a:cubicBezTo>
                  <a:pt x="57213" y="49585"/>
                  <a:pt x="56899" y="50524"/>
                  <a:pt x="56586" y="51776"/>
                </a:cubicBezTo>
                <a:cubicBezTo>
                  <a:pt x="51101" y="67885"/>
                  <a:pt x="36990" y="67885"/>
                  <a:pt x="35421" y="67885"/>
                </a:cubicBezTo>
                <a:cubicBezTo>
                  <a:pt x="27584" y="67885"/>
                  <a:pt x="21318" y="63196"/>
                  <a:pt x="17710" y="57404"/>
                </a:cubicBezTo>
                <a:cubicBezTo>
                  <a:pt x="13006" y="49898"/>
                  <a:pt x="13006" y="39574"/>
                  <a:pt x="13006" y="3393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path-69">
            <a:extLst xmlns:a="http://schemas.openxmlformats.org/drawingml/2006/main">
              <a:ext uri="{FF2B5EF4-FFF2-40B4-BE49-F238E27FC236}">
                <a16:creationId xmlns:a16="http://schemas.microsoft.com/office/drawing/2014/main" id="{86BDC237-CAD7-445A-A07F-A64FA7DF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3103" y="734704"/>
            <a:ext cx="52663" cy="69136"/>
          </a:xfrm>
          <a:custGeom xmlns:a="http://schemas.openxmlformats.org/drawingml/2006/main">
            <a:pathLst>
              <a:path w="52663" h="69136">
                <a:moveTo>
                  <a:pt x="21785" y="17204"/>
                </a:moveTo>
                <a:lnTo>
                  <a:pt x="21785" y="0"/>
                </a:lnTo>
                <a:lnTo>
                  <a:pt x="0" y="1714"/>
                </a:lnTo>
                <a:lnTo>
                  <a:pt x="0" y="6567"/>
                </a:lnTo>
                <a:cubicBezTo>
                  <a:pt x="10969" y="6567"/>
                  <a:pt x="12217" y="7662"/>
                  <a:pt x="12217" y="15325"/>
                </a:cubicBezTo>
                <a:lnTo>
                  <a:pt x="12217" y="57247"/>
                </a:lnTo>
                <a:cubicBezTo>
                  <a:pt x="12217" y="64284"/>
                  <a:pt x="10502" y="64284"/>
                  <a:pt x="0" y="64284"/>
                </a:cubicBezTo>
                <a:lnTo>
                  <a:pt x="0" y="69136"/>
                </a:lnTo>
                <a:cubicBezTo>
                  <a:pt x="6105" y="68980"/>
                  <a:pt x="13473" y="68667"/>
                  <a:pt x="17863" y="68667"/>
                </a:cubicBezTo>
                <a:cubicBezTo>
                  <a:pt x="24137" y="68667"/>
                  <a:pt x="31505" y="68667"/>
                  <a:pt x="37772" y="69136"/>
                </a:cubicBezTo>
                <a:lnTo>
                  <a:pt x="37772" y="64284"/>
                </a:lnTo>
                <a:lnTo>
                  <a:pt x="34478" y="64284"/>
                </a:lnTo>
                <a:cubicBezTo>
                  <a:pt x="22873" y="64284"/>
                  <a:pt x="22566" y="62569"/>
                  <a:pt x="22566" y="56934"/>
                </a:cubicBezTo>
                <a:lnTo>
                  <a:pt x="22566" y="32843"/>
                </a:lnTo>
                <a:cubicBezTo>
                  <a:pt x="22566" y="17360"/>
                  <a:pt x="29154" y="3436"/>
                  <a:pt x="41065" y="3436"/>
                </a:cubicBezTo>
                <a:cubicBezTo>
                  <a:pt x="42161" y="3436"/>
                  <a:pt x="42474" y="3436"/>
                  <a:pt x="42788" y="3592"/>
                </a:cubicBezTo>
                <a:cubicBezTo>
                  <a:pt x="42322" y="3750"/>
                  <a:pt x="39182" y="5627"/>
                  <a:pt x="39182" y="9697"/>
                </a:cubicBezTo>
                <a:cubicBezTo>
                  <a:pt x="39182" y="14073"/>
                  <a:pt x="42474" y="16421"/>
                  <a:pt x="45922" y="16421"/>
                </a:cubicBezTo>
                <a:cubicBezTo>
                  <a:pt x="48749" y="16421"/>
                  <a:pt x="52663" y="14543"/>
                  <a:pt x="52663" y="9540"/>
                </a:cubicBezTo>
                <a:cubicBezTo>
                  <a:pt x="52663" y="4532"/>
                  <a:pt x="47806" y="0"/>
                  <a:pt x="41065" y="0"/>
                </a:cubicBezTo>
                <a:cubicBezTo>
                  <a:pt x="29621" y="0"/>
                  <a:pt x="23976" y="10480"/>
                  <a:pt x="21785" y="172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70">
            <a:extLst xmlns:a="http://schemas.openxmlformats.org/drawingml/2006/main">
              <a:ext uri="{FF2B5EF4-FFF2-40B4-BE49-F238E27FC236}">
                <a16:creationId xmlns:a16="http://schemas.microsoft.com/office/drawing/2014/main" id="{A3C9B62B-A2CC-4C64-8B49-D7774893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7854" y="925484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pdf-path-71">
            <a:extLst xmlns:a="http://schemas.openxmlformats.org/drawingml/2006/main">
              <a:ext uri="{FF2B5EF4-FFF2-40B4-BE49-F238E27FC236}">
                <a16:creationId xmlns:a16="http://schemas.microsoft.com/office/drawing/2014/main" id="{C9C59A6D-F51F-4873-9E6E-21390917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8776" y="924552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pdf-path-72">
            <a:extLst xmlns:a="http://schemas.openxmlformats.org/drawingml/2006/main">
              <a:ext uri="{FF2B5EF4-FFF2-40B4-BE49-F238E27FC236}">
                <a16:creationId xmlns:a16="http://schemas.microsoft.com/office/drawing/2014/main" id="{A1F32B5E-6F74-4ACE-87C3-AC26F790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828" y="875016"/>
            <a:ext cx="77925" cy="70240"/>
          </a:xfrm>
          <a:custGeom xmlns:a="http://schemas.openxmlformats.org/drawingml/2006/main">
            <a:pathLst>
              <a:path w="77925" h="70240">
                <a:moveTo>
                  <a:pt x="47722" y="21709"/>
                </a:moveTo>
                <a:cubicBezTo>
                  <a:pt x="48664" y="17674"/>
                  <a:pt x="52265" y="3407"/>
                  <a:pt x="63219" y="3407"/>
                </a:cubicBezTo>
                <a:cubicBezTo>
                  <a:pt x="63992" y="3407"/>
                  <a:pt x="67753" y="3407"/>
                  <a:pt x="71040" y="5423"/>
                </a:cubicBezTo>
                <a:cubicBezTo>
                  <a:pt x="66658" y="6199"/>
                  <a:pt x="63533" y="10079"/>
                  <a:pt x="63533" y="13796"/>
                </a:cubicBezTo>
                <a:cubicBezTo>
                  <a:pt x="63533" y="16278"/>
                  <a:pt x="65249" y="19226"/>
                  <a:pt x="69477" y="19226"/>
                </a:cubicBezTo>
                <a:cubicBezTo>
                  <a:pt x="72923" y="19226"/>
                  <a:pt x="77925" y="16433"/>
                  <a:pt x="77925" y="10234"/>
                </a:cubicBezTo>
                <a:cubicBezTo>
                  <a:pt x="77925" y="2165"/>
                  <a:pt x="68696" y="0"/>
                  <a:pt x="63380" y="0"/>
                </a:cubicBezTo>
                <a:cubicBezTo>
                  <a:pt x="54294" y="0"/>
                  <a:pt x="48818" y="8216"/>
                  <a:pt x="46941" y="11778"/>
                </a:cubicBezTo>
                <a:cubicBezTo>
                  <a:pt x="43026" y="1544"/>
                  <a:pt x="34577" y="0"/>
                  <a:pt x="30043" y="0"/>
                </a:cubicBezTo>
                <a:cubicBezTo>
                  <a:pt x="13765" y="0"/>
                  <a:pt x="4849" y="20002"/>
                  <a:pt x="4849" y="23873"/>
                </a:cubicBezTo>
                <a:cubicBezTo>
                  <a:pt x="4849" y="25425"/>
                  <a:pt x="6411" y="25425"/>
                  <a:pt x="6725" y="25425"/>
                </a:cubicBezTo>
                <a:cubicBezTo>
                  <a:pt x="7974" y="25425"/>
                  <a:pt x="8449" y="25115"/>
                  <a:pt x="8763" y="23719"/>
                </a:cubicBezTo>
                <a:cubicBezTo>
                  <a:pt x="14079" y="7285"/>
                  <a:pt x="24405" y="3407"/>
                  <a:pt x="29729" y="3407"/>
                </a:cubicBezTo>
                <a:cubicBezTo>
                  <a:pt x="32701" y="3407"/>
                  <a:pt x="38178" y="4803"/>
                  <a:pt x="38178" y="13796"/>
                </a:cubicBezTo>
                <a:cubicBezTo>
                  <a:pt x="38178" y="18605"/>
                  <a:pt x="35519" y="28994"/>
                  <a:pt x="29729" y="50703"/>
                </a:cubicBezTo>
                <a:cubicBezTo>
                  <a:pt x="27223" y="60316"/>
                  <a:pt x="21747" y="66827"/>
                  <a:pt x="14860" y="66827"/>
                </a:cubicBezTo>
                <a:cubicBezTo>
                  <a:pt x="13918" y="66827"/>
                  <a:pt x="10326" y="66827"/>
                  <a:pt x="7040" y="64809"/>
                </a:cubicBezTo>
                <a:cubicBezTo>
                  <a:pt x="10954" y="64034"/>
                  <a:pt x="14393" y="60782"/>
                  <a:pt x="14393" y="56437"/>
                </a:cubicBezTo>
                <a:cubicBezTo>
                  <a:pt x="14393" y="52255"/>
                  <a:pt x="10954" y="51014"/>
                  <a:pt x="8602" y="51014"/>
                </a:cubicBezTo>
                <a:cubicBezTo>
                  <a:pt x="3907" y="51014"/>
                  <a:pt x="0" y="55041"/>
                  <a:pt x="0" y="60006"/>
                </a:cubicBezTo>
                <a:cubicBezTo>
                  <a:pt x="0" y="67137"/>
                  <a:pt x="7820" y="70240"/>
                  <a:pt x="14707" y="70240"/>
                </a:cubicBezTo>
                <a:cubicBezTo>
                  <a:pt x="25034" y="70240"/>
                  <a:pt x="30671" y="59386"/>
                  <a:pt x="31139" y="58454"/>
                </a:cubicBezTo>
                <a:cubicBezTo>
                  <a:pt x="33015" y="64189"/>
                  <a:pt x="38645" y="70240"/>
                  <a:pt x="48036" y="70240"/>
                </a:cubicBezTo>
                <a:cubicBezTo>
                  <a:pt x="64153" y="70240"/>
                  <a:pt x="73077" y="50238"/>
                  <a:pt x="73077" y="46359"/>
                </a:cubicBezTo>
                <a:cubicBezTo>
                  <a:pt x="73077" y="44807"/>
                  <a:pt x="71667" y="44807"/>
                  <a:pt x="71200" y="44807"/>
                </a:cubicBezTo>
                <a:cubicBezTo>
                  <a:pt x="69790" y="44807"/>
                  <a:pt x="69477" y="45427"/>
                  <a:pt x="69163" y="46514"/>
                </a:cubicBezTo>
                <a:cubicBezTo>
                  <a:pt x="63992" y="63109"/>
                  <a:pt x="53352" y="66827"/>
                  <a:pt x="48350" y="66827"/>
                </a:cubicBezTo>
                <a:cubicBezTo>
                  <a:pt x="42253" y="66827"/>
                  <a:pt x="39748" y="61868"/>
                  <a:pt x="39748" y="56593"/>
                </a:cubicBezTo>
                <a:cubicBezTo>
                  <a:pt x="39748" y="53179"/>
                  <a:pt x="40682" y="49772"/>
                  <a:pt x="42406" y="42945"/>
                </a:cubicBezTo>
                <a:lnTo>
                  <a:pt x="47722" y="217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73">
            <a:extLst xmlns:a="http://schemas.openxmlformats.org/drawingml/2006/main">
              <a:ext uri="{FF2B5EF4-FFF2-40B4-BE49-F238E27FC236}">
                <a16:creationId xmlns:a16="http://schemas.microsoft.com/office/drawing/2014/main" id="{3E326AB1-2F23-4D4B-BDD7-5208837C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7152" y="875016"/>
            <a:ext cx="72135" cy="100321"/>
          </a:xfrm>
          <a:custGeom xmlns:a="http://schemas.openxmlformats.org/drawingml/2006/main">
            <a:pathLst>
              <a:path w="72135" h="100321">
                <a:moveTo>
                  <a:pt x="71515" y="9458"/>
                </a:moveTo>
                <a:cubicBezTo>
                  <a:pt x="72135" y="7285"/>
                  <a:pt x="72135" y="6975"/>
                  <a:pt x="72135" y="5889"/>
                </a:cubicBezTo>
                <a:cubicBezTo>
                  <a:pt x="72135" y="3096"/>
                  <a:pt x="69945" y="1700"/>
                  <a:pt x="67601" y="1700"/>
                </a:cubicBezTo>
                <a:cubicBezTo>
                  <a:pt x="66030" y="1700"/>
                  <a:pt x="63532" y="2631"/>
                  <a:pt x="62123" y="4958"/>
                </a:cubicBezTo>
                <a:cubicBezTo>
                  <a:pt x="61809" y="5734"/>
                  <a:pt x="60561" y="10543"/>
                  <a:pt x="59933" y="13330"/>
                </a:cubicBezTo>
                <a:cubicBezTo>
                  <a:pt x="58837" y="17364"/>
                  <a:pt x="57742" y="21553"/>
                  <a:pt x="56800" y="25736"/>
                </a:cubicBezTo>
                <a:lnTo>
                  <a:pt x="49760" y="53644"/>
                </a:lnTo>
                <a:cubicBezTo>
                  <a:pt x="49132" y="55972"/>
                  <a:pt x="42406" y="66827"/>
                  <a:pt x="32081" y="66827"/>
                </a:cubicBezTo>
                <a:cubicBezTo>
                  <a:pt x="24091" y="66827"/>
                  <a:pt x="22368" y="60006"/>
                  <a:pt x="22368" y="54265"/>
                </a:cubicBezTo>
                <a:cubicBezTo>
                  <a:pt x="22368" y="47134"/>
                  <a:pt x="25033" y="37521"/>
                  <a:pt x="30357" y="23873"/>
                </a:cubicBezTo>
                <a:cubicBezTo>
                  <a:pt x="32854" y="17519"/>
                  <a:pt x="33482" y="15813"/>
                  <a:pt x="33482" y="12709"/>
                </a:cubicBezTo>
                <a:cubicBezTo>
                  <a:pt x="33482" y="5734"/>
                  <a:pt x="28481" y="0"/>
                  <a:pt x="20653" y="0"/>
                </a:cubicBezTo>
                <a:cubicBezTo>
                  <a:pt x="5783" y="0"/>
                  <a:pt x="0" y="22478"/>
                  <a:pt x="0" y="23873"/>
                </a:cubicBezTo>
                <a:cubicBezTo>
                  <a:pt x="0" y="25425"/>
                  <a:pt x="1555" y="25425"/>
                  <a:pt x="1870" y="25425"/>
                </a:cubicBezTo>
                <a:cubicBezTo>
                  <a:pt x="3439" y="25425"/>
                  <a:pt x="3593" y="25115"/>
                  <a:pt x="4374" y="22632"/>
                </a:cubicBezTo>
                <a:cubicBezTo>
                  <a:pt x="8603" y="8061"/>
                  <a:pt x="14860" y="3407"/>
                  <a:pt x="20184" y="3407"/>
                </a:cubicBezTo>
                <a:cubicBezTo>
                  <a:pt x="21441" y="3407"/>
                  <a:pt x="24091" y="3407"/>
                  <a:pt x="24091" y="8372"/>
                </a:cubicBezTo>
                <a:cubicBezTo>
                  <a:pt x="24091" y="12244"/>
                  <a:pt x="22529" y="16278"/>
                  <a:pt x="21441" y="19226"/>
                </a:cubicBezTo>
                <a:cubicBezTo>
                  <a:pt x="15174" y="35659"/>
                  <a:pt x="12356" y="44497"/>
                  <a:pt x="12356" y="51789"/>
                </a:cubicBezTo>
                <a:cubicBezTo>
                  <a:pt x="12356" y="65585"/>
                  <a:pt x="22214" y="70240"/>
                  <a:pt x="31452" y="70240"/>
                </a:cubicBezTo>
                <a:cubicBezTo>
                  <a:pt x="37550" y="70240"/>
                  <a:pt x="42874" y="67602"/>
                  <a:pt x="47255" y="63265"/>
                </a:cubicBezTo>
                <a:cubicBezTo>
                  <a:pt x="45217" y="71326"/>
                  <a:pt x="43340" y="78922"/>
                  <a:pt x="37083" y="87139"/>
                </a:cubicBezTo>
                <a:cubicBezTo>
                  <a:pt x="33015" y="92414"/>
                  <a:pt x="27072" y="96907"/>
                  <a:pt x="19870" y="96907"/>
                </a:cubicBezTo>
                <a:cubicBezTo>
                  <a:pt x="17680" y="96907"/>
                  <a:pt x="10641" y="96441"/>
                  <a:pt x="7975" y="90398"/>
                </a:cubicBezTo>
                <a:cubicBezTo>
                  <a:pt x="10487" y="90398"/>
                  <a:pt x="12509" y="90398"/>
                  <a:pt x="14708" y="88536"/>
                </a:cubicBezTo>
                <a:cubicBezTo>
                  <a:pt x="16271" y="87139"/>
                  <a:pt x="17833" y="85122"/>
                  <a:pt x="17833" y="82181"/>
                </a:cubicBezTo>
                <a:cubicBezTo>
                  <a:pt x="17833" y="77371"/>
                  <a:pt x="13605" y="76750"/>
                  <a:pt x="12042" y="76750"/>
                </a:cubicBezTo>
                <a:cubicBezTo>
                  <a:pt x="8449" y="76750"/>
                  <a:pt x="3279" y="79232"/>
                  <a:pt x="3279" y="86829"/>
                </a:cubicBezTo>
                <a:cubicBezTo>
                  <a:pt x="3279" y="94580"/>
                  <a:pt x="10173" y="100321"/>
                  <a:pt x="19870" y="100321"/>
                </a:cubicBezTo>
                <a:cubicBezTo>
                  <a:pt x="35987" y="100321"/>
                  <a:pt x="52111" y="86208"/>
                  <a:pt x="56486" y="68688"/>
                </a:cubicBezTo>
                <a:lnTo>
                  <a:pt x="71515" y="945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74">
            <a:extLst xmlns:a="http://schemas.openxmlformats.org/drawingml/2006/main">
              <a:ext uri="{FF2B5EF4-FFF2-40B4-BE49-F238E27FC236}">
                <a16:creationId xmlns:a16="http://schemas.microsoft.com/office/drawing/2014/main" id="{F9374224-D750-4435-9C32-4FDD3664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1689" y="875016"/>
            <a:ext cx="66352" cy="70240"/>
          </a:xfrm>
          <a:custGeom xmlns:a="http://schemas.openxmlformats.org/drawingml/2006/main">
            <a:pathLst>
              <a:path w="66352" h="70240">
                <a:moveTo>
                  <a:pt x="14087" y="55661"/>
                </a:moveTo>
                <a:cubicBezTo>
                  <a:pt x="22536" y="46669"/>
                  <a:pt x="27079" y="42790"/>
                  <a:pt x="32708" y="37987"/>
                </a:cubicBezTo>
                <a:cubicBezTo>
                  <a:pt x="32708" y="37832"/>
                  <a:pt x="42406" y="29615"/>
                  <a:pt x="48044" y="24029"/>
                </a:cubicBezTo>
                <a:cubicBezTo>
                  <a:pt x="62912" y="9613"/>
                  <a:pt x="66352" y="2165"/>
                  <a:pt x="66352" y="1544"/>
                </a:cubicBezTo>
                <a:cubicBezTo>
                  <a:pt x="66352" y="0"/>
                  <a:pt x="64943" y="0"/>
                  <a:pt x="64629" y="0"/>
                </a:cubicBezTo>
                <a:cubicBezTo>
                  <a:pt x="63532" y="0"/>
                  <a:pt x="63066" y="309"/>
                  <a:pt x="62284" y="1700"/>
                </a:cubicBezTo>
                <a:cubicBezTo>
                  <a:pt x="57588" y="9147"/>
                  <a:pt x="54302" y="11623"/>
                  <a:pt x="50549" y="11623"/>
                </a:cubicBezTo>
                <a:cubicBezTo>
                  <a:pt x="46795" y="11623"/>
                  <a:pt x="44911" y="9302"/>
                  <a:pt x="42567" y="6665"/>
                </a:cubicBezTo>
                <a:cubicBezTo>
                  <a:pt x="39594" y="3096"/>
                  <a:pt x="36937" y="0"/>
                  <a:pt x="31766" y="0"/>
                </a:cubicBezTo>
                <a:cubicBezTo>
                  <a:pt x="20031" y="0"/>
                  <a:pt x="12831" y="14416"/>
                  <a:pt x="12831" y="17674"/>
                </a:cubicBezTo>
                <a:cubicBezTo>
                  <a:pt x="12831" y="18450"/>
                  <a:pt x="13305" y="19381"/>
                  <a:pt x="14715" y="19381"/>
                </a:cubicBezTo>
                <a:cubicBezTo>
                  <a:pt x="16124" y="19381"/>
                  <a:pt x="16439" y="18605"/>
                  <a:pt x="16745" y="17674"/>
                </a:cubicBezTo>
                <a:cubicBezTo>
                  <a:pt x="19717" y="10543"/>
                  <a:pt x="28802" y="10389"/>
                  <a:pt x="30043" y="10389"/>
                </a:cubicBezTo>
                <a:cubicBezTo>
                  <a:pt x="33336" y="10389"/>
                  <a:pt x="36308" y="11468"/>
                  <a:pt x="39909" y="12709"/>
                </a:cubicBezTo>
                <a:cubicBezTo>
                  <a:pt x="46168" y="15037"/>
                  <a:pt x="47891" y="15037"/>
                  <a:pt x="51951" y="15037"/>
                </a:cubicBezTo>
                <a:cubicBezTo>
                  <a:pt x="46320" y="21709"/>
                  <a:pt x="33175" y="32867"/>
                  <a:pt x="30204" y="35349"/>
                </a:cubicBezTo>
                <a:lnTo>
                  <a:pt x="16124" y="48376"/>
                </a:lnTo>
                <a:cubicBezTo>
                  <a:pt x="5484" y="58765"/>
                  <a:pt x="0" y="67602"/>
                  <a:pt x="0" y="68688"/>
                </a:cubicBezTo>
                <a:cubicBezTo>
                  <a:pt x="0" y="70240"/>
                  <a:pt x="1563" y="70240"/>
                  <a:pt x="1877" y="70240"/>
                </a:cubicBezTo>
                <a:cubicBezTo>
                  <a:pt x="3132" y="70240"/>
                  <a:pt x="3446" y="69930"/>
                  <a:pt x="4382" y="68223"/>
                </a:cubicBezTo>
                <a:cubicBezTo>
                  <a:pt x="7989" y="62799"/>
                  <a:pt x="12678" y="58610"/>
                  <a:pt x="17687" y="58610"/>
                </a:cubicBezTo>
                <a:cubicBezTo>
                  <a:pt x="21280" y="58610"/>
                  <a:pt x="22850" y="60006"/>
                  <a:pt x="26765" y="64499"/>
                </a:cubicBezTo>
                <a:cubicBezTo>
                  <a:pt x="29422" y="67757"/>
                  <a:pt x="32233" y="70240"/>
                  <a:pt x="36777" y="70240"/>
                </a:cubicBezTo>
                <a:cubicBezTo>
                  <a:pt x="52265" y="70240"/>
                  <a:pt x="61350" y="50548"/>
                  <a:pt x="61350" y="46359"/>
                </a:cubicBezTo>
                <a:cubicBezTo>
                  <a:pt x="61350" y="45583"/>
                  <a:pt x="60722" y="44807"/>
                  <a:pt x="59473" y="44807"/>
                </a:cubicBezTo>
                <a:cubicBezTo>
                  <a:pt x="58063" y="44807"/>
                  <a:pt x="57749" y="45738"/>
                  <a:pt x="57274" y="46825"/>
                </a:cubicBezTo>
                <a:cubicBezTo>
                  <a:pt x="53674" y="56903"/>
                  <a:pt x="43662" y="59851"/>
                  <a:pt x="38500" y="59851"/>
                </a:cubicBezTo>
                <a:cubicBezTo>
                  <a:pt x="35366" y="59851"/>
                  <a:pt x="32548" y="58920"/>
                  <a:pt x="29269" y="57834"/>
                </a:cubicBezTo>
                <a:cubicBezTo>
                  <a:pt x="23945" y="55817"/>
                  <a:pt x="21593" y="55196"/>
                  <a:pt x="18315" y="55196"/>
                </a:cubicBezTo>
                <a:cubicBezTo>
                  <a:pt x="18001" y="55196"/>
                  <a:pt x="15496" y="55196"/>
                  <a:pt x="14087" y="556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75">
            <a:extLst xmlns:a="http://schemas.openxmlformats.org/drawingml/2006/main">
              <a:ext uri="{FF2B5EF4-FFF2-40B4-BE49-F238E27FC236}">
                <a16:creationId xmlns:a16="http://schemas.microsoft.com/office/drawing/2014/main" id="{8464E26B-4B6D-45B7-9145-BD576A0E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281" y="1355007"/>
            <a:ext cx="95" cy="95"/>
          </a:xfrm>
          <a:custGeom xmlns:a="http://schemas.openxmlformats.org/drawingml/2006/main">
            <a:pathLst>
              <a:path w="95" h="95">
                <a:moveTo>
                  <a:pt x="0" y="1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1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1"/>
                  <a:pt x="0" y="1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pdf-path-76">
            <a:extLst xmlns:a="http://schemas.openxmlformats.org/drawingml/2006/main">
              <a:ext uri="{FF2B5EF4-FFF2-40B4-BE49-F238E27FC236}">
                <a16:creationId xmlns:a16="http://schemas.microsoft.com/office/drawing/2014/main" id="{3323032F-0CD0-4DE4-A7CA-AAB1AC69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614" y="1351133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pdf-path-77">
            <a:extLst xmlns:a="http://schemas.openxmlformats.org/drawingml/2006/main">
              <a:ext uri="{FF2B5EF4-FFF2-40B4-BE49-F238E27FC236}">
                <a16:creationId xmlns:a16="http://schemas.microsoft.com/office/drawing/2014/main" id="{332CB1CC-9C0C-4F9F-8807-790418AB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626" y="1277316"/>
            <a:ext cx="155102" cy="146853"/>
          </a:xfrm>
          <a:custGeom xmlns:a="http://schemas.openxmlformats.org/drawingml/2006/main">
            <a:pathLst>
              <a:path w="155102" h="146853">
                <a:moveTo>
                  <a:pt x="91577" y="71378"/>
                </a:moveTo>
                <a:cubicBezTo>
                  <a:pt x="100080" y="71594"/>
                  <a:pt x="104109" y="72459"/>
                  <a:pt x="105381" y="73529"/>
                </a:cubicBezTo>
                <a:cubicBezTo>
                  <a:pt x="105594" y="73744"/>
                  <a:pt x="105809" y="74610"/>
                  <a:pt x="106024" y="75042"/>
                </a:cubicBezTo>
                <a:cubicBezTo>
                  <a:pt x="106024" y="77193"/>
                  <a:pt x="107724" y="77193"/>
                  <a:pt x="108789" y="77193"/>
                </a:cubicBezTo>
                <a:cubicBezTo>
                  <a:pt x="112183" y="77193"/>
                  <a:pt x="118770" y="73529"/>
                  <a:pt x="118770" y="69025"/>
                </a:cubicBezTo>
                <a:cubicBezTo>
                  <a:pt x="118770" y="63642"/>
                  <a:pt x="109846" y="62573"/>
                  <a:pt x="104952" y="62357"/>
                </a:cubicBezTo>
                <a:cubicBezTo>
                  <a:pt x="104538" y="62357"/>
                  <a:pt x="101558" y="62140"/>
                  <a:pt x="101558" y="61924"/>
                </a:cubicBezTo>
                <a:cubicBezTo>
                  <a:pt x="101558" y="61492"/>
                  <a:pt x="104952" y="58273"/>
                  <a:pt x="106667" y="56339"/>
                </a:cubicBezTo>
                <a:cubicBezTo>
                  <a:pt x="126844" y="35905"/>
                  <a:pt x="155102" y="3652"/>
                  <a:pt x="155102" y="1501"/>
                </a:cubicBezTo>
                <a:cubicBezTo>
                  <a:pt x="155102" y="865"/>
                  <a:pt x="154887" y="0"/>
                  <a:pt x="153394" y="0"/>
                </a:cubicBezTo>
                <a:cubicBezTo>
                  <a:pt x="151915" y="0"/>
                  <a:pt x="146393" y="1285"/>
                  <a:pt x="140234" y="6019"/>
                </a:cubicBezTo>
                <a:cubicBezTo>
                  <a:pt x="136396" y="6019"/>
                  <a:pt x="131095" y="6019"/>
                  <a:pt x="118770" y="3652"/>
                </a:cubicBezTo>
                <a:cubicBezTo>
                  <a:pt x="107080" y="1501"/>
                  <a:pt x="99436" y="0"/>
                  <a:pt x="91148" y="0"/>
                </a:cubicBezTo>
                <a:cubicBezTo>
                  <a:pt x="77544" y="0"/>
                  <a:pt x="64797" y="4950"/>
                  <a:pt x="53544" y="11820"/>
                </a:cubicBezTo>
                <a:cubicBezTo>
                  <a:pt x="34425" y="24085"/>
                  <a:pt x="32724" y="36554"/>
                  <a:pt x="32724" y="36770"/>
                </a:cubicBezTo>
                <a:cubicBezTo>
                  <a:pt x="32724" y="37407"/>
                  <a:pt x="32939" y="38488"/>
                  <a:pt x="34639" y="38488"/>
                </a:cubicBezTo>
                <a:cubicBezTo>
                  <a:pt x="38677" y="38488"/>
                  <a:pt x="51422" y="32254"/>
                  <a:pt x="53330" y="26452"/>
                </a:cubicBezTo>
                <a:cubicBezTo>
                  <a:pt x="56095" y="18056"/>
                  <a:pt x="58852" y="13334"/>
                  <a:pt x="73299" y="13334"/>
                </a:cubicBezTo>
                <a:cubicBezTo>
                  <a:pt x="75223" y="13334"/>
                  <a:pt x="81167" y="13334"/>
                  <a:pt x="93913" y="15701"/>
                </a:cubicBezTo>
                <a:cubicBezTo>
                  <a:pt x="104538" y="17635"/>
                  <a:pt x="113240" y="19353"/>
                  <a:pt x="120892" y="19353"/>
                </a:cubicBezTo>
                <a:cubicBezTo>
                  <a:pt x="123451" y="19353"/>
                  <a:pt x="125986" y="19353"/>
                  <a:pt x="128330" y="18704"/>
                </a:cubicBezTo>
                <a:cubicBezTo>
                  <a:pt x="117077" y="32038"/>
                  <a:pt x="107296" y="43006"/>
                  <a:pt x="88811" y="62140"/>
                </a:cubicBezTo>
                <a:lnTo>
                  <a:pt x="67563" y="62140"/>
                </a:lnTo>
                <a:cubicBezTo>
                  <a:pt x="56310" y="62140"/>
                  <a:pt x="54387" y="68592"/>
                  <a:pt x="54387" y="69444"/>
                </a:cubicBezTo>
                <a:cubicBezTo>
                  <a:pt x="54387" y="71378"/>
                  <a:pt x="56310" y="71378"/>
                  <a:pt x="59918" y="71378"/>
                </a:cubicBezTo>
                <a:lnTo>
                  <a:pt x="79260" y="71378"/>
                </a:lnTo>
                <a:cubicBezTo>
                  <a:pt x="77758" y="73108"/>
                  <a:pt x="67777" y="83211"/>
                  <a:pt x="40155" y="108364"/>
                </a:cubicBezTo>
                <a:cubicBezTo>
                  <a:pt x="39726" y="108797"/>
                  <a:pt x="24444" y="122768"/>
                  <a:pt x="6803" y="137819"/>
                </a:cubicBezTo>
                <a:cubicBezTo>
                  <a:pt x="4037" y="140186"/>
                  <a:pt x="0" y="143838"/>
                  <a:pt x="0" y="145351"/>
                </a:cubicBezTo>
                <a:cubicBezTo>
                  <a:pt x="0" y="145988"/>
                  <a:pt x="215" y="146853"/>
                  <a:pt x="1701" y="146853"/>
                </a:cubicBezTo>
                <a:cubicBezTo>
                  <a:pt x="4466" y="146853"/>
                  <a:pt x="8924" y="144702"/>
                  <a:pt x="11690" y="142984"/>
                </a:cubicBezTo>
                <a:cubicBezTo>
                  <a:pt x="15512" y="140835"/>
                  <a:pt x="19119" y="140835"/>
                  <a:pt x="22528" y="140835"/>
                </a:cubicBezTo>
                <a:cubicBezTo>
                  <a:pt x="32081" y="140835"/>
                  <a:pt x="45892" y="142552"/>
                  <a:pt x="55675" y="143633"/>
                </a:cubicBezTo>
                <a:cubicBezTo>
                  <a:pt x="65870" y="145135"/>
                  <a:pt x="80102" y="146853"/>
                  <a:pt x="90512" y="146853"/>
                </a:cubicBezTo>
                <a:cubicBezTo>
                  <a:pt x="106024" y="146853"/>
                  <a:pt x="118556" y="138036"/>
                  <a:pt x="125357" y="131801"/>
                </a:cubicBezTo>
                <a:cubicBezTo>
                  <a:pt x="138319" y="120197"/>
                  <a:pt x="142141" y="104929"/>
                  <a:pt x="142141" y="103632"/>
                </a:cubicBezTo>
                <a:cubicBezTo>
                  <a:pt x="142141" y="102347"/>
                  <a:pt x="141291" y="102131"/>
                  <a:pt x="140234" y="102131"/>
                </a:cubicBezTo>
                <a:cubicBezTo>
                  <a:pt x="136197" y="102131"/>
                  <a:pt x="123451" y="108364"/>
                  <a:pt x="121536" y="114599"/>
                </a:cubicBezTo>
                <a:cubicBezTo>
                  <a:pt x="120256" y="118683"/>
                  <a:pt x="118127" y="125999"/>
                  <a:pt x="111539" y="133519"/>
                </a:cubicBezTo>
                <a:cubicBezTo>
                  <a:pt x="105165" y="133519"/>
                  <a:pt x="97736" y="133519"/>
                  <a:pt x="78187" y="130936"/>
                </a:cubicBezTo>
                <a:cubicBezTo>
                  <a:pt x="67563" y="129651"/>
                  <a:pt x="51638" y="127501"/>
                  <a:pt x="40369" y="127501"/>
                </a:cubicBezTo>
                <a:cubicBezTo>
                  <a:pt x="39097" y="127501"/>
                  <a:pt x="33996" y="127501"/>
                  <a:pt x="29959" y="128366"/>
                </a:cubicBezTo>
                <a:lnTo>
                  <a:pt x="91577" y="71378"/>
                </a:lnTo>
              </a:path>
            </a:pathLst>
          </a:custGeom>
          <a:solidFill xmlns:a="http://schemas.openxmlformats.org/drawingml/2006/main">
            <a:srgbClr val="3B8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78">
            <a:extLst xmlns:a="http://schemas.openxmlformats.org/drawingml/2006/main">
              <a:ext uri="{FF2B5EF4-FFF2-40B4-BE49-F238E27FC236}">
                <a16:creationId xmlns:a16="http://schemas.microsoft.com/office/drawing/2014/main" id="{F76E07E6-D794-4F1E-81FE-F20D77A5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0332" y="1495395"/>
            <a:ext cx="95" cy="95"/>
          </a:xfrm>
          <a:custGeom xmlns:a="http://schemas.openxmlformats.org/drawingml/2006/main">
            <a:pathLst>
              <a:path w="95" h="95">
                <a:moveTo>
                  <a:pt x="0" y="1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0" y="0"/>
                  <a:pt x="1" y="1"/>
                  <a:pt x="0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1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pdf-path-79">
            <a:extLst xmlns:a="http://schemas.openxmlformats.org/drawingml/2006/main">
              <a:ext uri="{FF2B5EF4-FFF2-40B4-BE49-F238E27FC236}">
                <a16:creationId xmlns:a16="http://schemas.microsoft.com/office/drawing/2014/main" id="{F2524EBF-7C0E-40FB-9B35-8BE61ED1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718" y="1491522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pdf-path-80">
            <a:extLst xmlns:a="http://schemas.openxmlformats.org/drawingml/2006/main">
              <a:ext uri="{FF2B5EF4-FFF2-40B4-BE49-F238E27FC236}">
                <a16:creationId xmlns:a16="http://schemas.microsoft.com/office/drawing/2014/main" id="{C4F9D3A5-411F-4430-995F-09E95AE4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6956" y="1417705"/>
            <a:ext cx="156656" cy="146853"/>
          </a:xfrm>
          <a:custGeom xmlns:a="http://schemas.openxmlformats.org/drawingml/2006/main">
            <a:pathLst>
              <a:path w="156656" h="146853">
                <a:moveTo>
                  <a:pt x="92496" y="71378"/>
                </a:moveTo>
                <a:cubicBezTo>
                  <a:pt x="101075" y="71594"/>
                  <a:pt x="105150" y="72459"/>
                  <a:pt x="106438" y="73529"/>
                </a:cubicBezTo>
                <a:cubicBezTo>
                  <a:pt x="106651" y="73745"/>
                  <a:pt x="106866" y="74610"/>
                  <a:pt x="107080" y="75042"/>
                </a:cubicBezTo>
                <a:cubicBezTo>
                  <a:pt x="107080" y="77193"/>
                  <a:pt x="108797" y="77193"/>
                  <a:pt x="109876" y="77193"/>
                </a:cubicBezTo>
                <a:cubicBezTo>
                  <a:pt x="113301" y="77193"/>
                  <a:pt x="119958" y="73529"/>
                  <a:pt x="119958" y="69024"/>
                </a:cubicBezTo>
                <a:cubicBezTo>
                  <a:pt x="119958" y="63643"/>
                  <a:pt x="110942" y="62573"/>
                  <a:pt x="106001" y="62357"/>
                </a:cubicBezTo>
                <a:cubicBezTo>
                  <a:pt x="105587" y="62357"/>
                  <a:pt x="102576" y="62140"/>
                  <a:pt x="102576" y="61924"/>
                </a:cubicBezTo>
                <a:cubicBezTo>
                  <a:pt x="102576" y="61492"/>
                  <a:pt x="106001" y="58272"/>
                  <a:pt x="107732" y="56339"/>
                </a:cubicBezTo>
                <a:cubicBezTo>
                  <a:pt x="128108" y="35905"/>
                  <a:pt x="156656" y="3652"/>
                  <a:pt x="156656" y="1502"/>
                </a:cubicBezTo>
                <a:cubicBezTo>
                  <a:pt x="156656" y="865"/>
                  <a:pt x="156442" y="0"/>
                  <a:pt x="154926" y="0"/>
                </a:cubicBezTo>
                <a:cubicBezTo>
                  <a:pt x="153432" y="0"/>
                  <a:pt x="147855" y="1285"/>
                  <a:pt x="141635" y="6018"/>
                </a:cubicBezTo>
                <a:cubicBezTo>
                  <a:pt x="137760" y="6018"/>
                  <a:pt x="132405" y="6018"/>
                  <a:pt x="119958" y="3652"/>
                </a:cubicBezTo>
                <a:cubicBezTo>
                  <a:pt x="108145" y="1502"/>
                  <a:pt x="100431" y="0"/>
                  <a:pt x="92059" y="0"/>
                </a:cubicBezTo>
                <a:cubicBezTo>
                  <a:pt x="78324" y="0"/>
                  <a:pt x="65447" y="4949"/>
                  <a:pt x="54080" y="11820"/>
                </a:cubicBezTo>
                <a:cubicBezTo>
                  <a:pt x="34769" y="24085"/>
                  <a:pt x="33053" y="36554"/>
                  <a:pt x="33053" y="36770"/>
                </a:cubicBezTo>
                <a:cubicBezTo>
                  <a:pt x="33053" y="37407"/>
                  <a:pt x="33268" y="38488"/>
                  <a:pt x="34984" y="38488"/>
                </a:cubicBezTo>
                <a:cubicBezTo>
                  <a:pt x="39059" y="38488"/>
                  <a:pt x="51936" y="32253"/>
                  <a:pt x="53866" y="26452"/>
                </a:cubicBezTo>
                <a:cubicBezTo>
                  <a:pt x="56654" y="18055"/>
                  <a:pt x="59443" y="13334"/>
                  <a:pt x="74027" y="13334"/>
                </a:cubicBezTo>
                <a:cubicBezTo>
                  <a:pt x="75973" y="13334"/>
                  <a:pt x="81979" y="13334"/>
                  <a:pt x="94854" y="15700"/>
                </a:cubicBezTo>
                <a:cubicBezTo>
                  <a:pt x="105587" y="17634"/>
                  <a:pt x="114373" y="19352"/>
                  <a:pt x="122101" y="19352"/>
                </a:cubicBezTo>
                <a:cubicBezTo>
                  <a:pt x="124683" y="19352"/>
                  <a:pt x="127249" y="19352"/>
                  <a:pt x="129609" y="18703"/>
                </a:cubicBezTo>
                <a:cubicBezTo>
                  <a:pt x="118242" y="32037"/>
                  <a:pt x="108368" y="43005"/>
                  <a:pt x="89700" y="62140"/>
                </a:cubicBezTo>
                <a:lnTo>
                  <a:pt x="68236" y="62140"/>
                </a:lnTo>
                <a:cubicBezTo>
                  <a:pt x="56876" y="62140"/>
                  <a:pt x="54931" y="68591"/>
                  <a:pt x="54931" y="69444"/>
                </a:cubicBezTo>
                <a:cubicBezTo>
                  <a:pt x="54931" y="71378"/>
                  <a:pt x="56876" y="71378"/>
                  <a:pt x="60515" y="71378"/>
                </a:cubicBezTo>
                <a:lnTo>
                  <a:pt x="80048" y="71378"/>
                </a:lnTo>
                <a:cubicBezTo>
                  <a:pt x="78539" y="73108"/>
                  <a:pt x="68451" y="83210"/>
                  <a:pt x="40559" y="108364"/>
                </a:cubicBezTo>
                <a:cubicBezTo>
                  <a:pt x="40124" y="108797"/>
                  <a:pt x="24680" y="122767"/>
                  <a:pt x="6871" y="137819"/>
                </a:cubicBezTo>
                <a:cubicBezTo>
                  <a:pt x="4075" y="140185"/>
                  <a:pt x="0" y="143837"/>
                  <a:pt x="0" y="145351"/>
                </a:cubicBezTo>
                <a:cubicBezTo>
                  <a:pt x="0" y="145987"/>
                  <a:pt x="215" y="146853"/>
                  <a:pt x="1716" y="146853"/>
                </a:cubicBezTo>
                <a:cubicBezTo>
                  <a:pt x="4504" y="146853"/>
                  <a:pt x="9016" y="144702"/>
                  <a:pt x="11805" y="142984"/>
                </a:cubicBezTo>
                <a:cubicBezTo>
                  <a:pt x="15664" y="140834"/>
                  <a:pt x="19311" y="140834"/>
                  <a:pt x="22751" y="140834"/>
                </a:cubicBezTo>
                <a:cubicBezTo>
                  <a:pt x="32402" y="140834"/>
                  <a:pt x="46343" y="142551"/>
                  <a:pt x="56225" y="143633"/>
                </a:cubicBezTo>
                <a:cubicBezTo>
                  <a:pt x="66520" y="145134"/>
                  <a:pt x="80898" y="146853"/>
                  <a:pt x="91415" y="146853"/>
                </a:cubicBezTo>
                <a:cubicBezTo>
                  <a:pt x="107080" y="146853"/>
                  <a:pt x="119742" y="138035"/>
                  <a:pt x="126613" y="131801"/>
                </a:cubicBezTo>
                <a:cubicBezTo>
                  <a:pt x="139705" y="120197"/>
                  <a:pt x="143566" y="104929"/>
                  <a:pt x="143566" y="103631"/>
                </a:cubicBezTo>
                <a:cubicBezTo>
                  <a:pt x="143566" y="102346"/>
                  <a:pt x="142701" y="102130"/>
                  <a:pt x="141635" y="102130"/>
                </a:cubicBezTo>
                <a:cubicBezTo>
                  <a:pt x="137560" y="102130"/>
                  <a:pt x="124683" y="108364"/>
                  <a:pt x="122754" y="114599"/>
                </a:cubicBezTo>
                <a:cubicBezTo>
                  <a:pt x="121459" y="118683"/>
                  <a:pt x="119313" y="125999"/>
                  <a:pt x="112657" y="133519"/>
                </a:cubicBezTo>
                <a:cubicBezTo>
                  <a:pt x="106214" y="133519"/>
                  <a:pt x="98716" y="133519"/>
                  <a:pt x="78968" y="130936"/>
                </a:cubicBezTo>
                <a:cubicBezTo>
                  <a:pt x="68236" y="129651"/>
                  <a:pt x="52150" y="127500"/>
                  <a:pt x="40775" y="127500"/>
                </a:cubicBezTo>
                <a:cubicBezTo>
                  <a:pt x="39488" y="127500"/>
                  <a:pt x="34332" y="127500"/>
                  <a:pt x="30257" y="128365"/>
                </a:cubicBezTo>
                <a:lnTo>
                  <a:pt x="92496" y="71378"/>
                </a:ln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path-81-part-0">
            <a:extLst xmlns:a="http://schemas.openxmlformats.org/drawingml/2006/main">
              <a:ext uri="{FF2B5EF4-FFF2-40B4-BE49-F238E27FC236}">
                <a16:creationId xmlns:a16="http://schemas.microsoft.com/office/drawing/2014/main" id="{62A6215E-6860-40A1-A277-E028EBDE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975" y="1315523"/>
            <a:ext cx="2037892" cy="68942"/>
          </a:xfrm>
          <a:custGeom xmlns:a="http://schemas.openxmlformats.org/drawingml/2006/main">
            <a:pathLst>
              <a:path w="2037892" h="68942">
                <a:moveTo>
                  <a:pt x="2003422" y="22980"/>
                </a:moveTo>
                <a:lnTo>
                  <a:pt x="34470" y="22981"/>
                </a:lnTo>
                <a:lnTo>
                  <a:pt x="34470" y="45961"/>
                </a:lnTo>
                <a:lnTo>
                  <a:pt x="2003422" y="45960"/>
                </a:lnTo>
                <a:lnTo>
                  <a:pt x="2003422" y="22980"/>
                </a:ln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df-path-81-part-1">
            <a:extLst xmlns:a="http://schemas.openxmlformats.org/drawingml/2006/main">
              <a:ext uri="{FF2B5EF4-FFF2-40B4-BE49-F238E27FC236}">
                <a16:creationId xmlns:a16="http://schemas.microsoft.com/office/drawing/2014/main" id="{98504E0E-D9F3-49D1-9234-3E667818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975" y="1315523"/>
            <a:ext cx="2037892" cy="68942"/>
          </a:xfrm>
          <a:custGeom xmlns:a="http://schemas.openxmlformats.org/drawingml/2006/main">
            <a:pathLst>
              <a:path w="2037892" h="68942">
                <a:moveTo>
                  <a:pt x="2003422" y="68941"/>
                </a:moveTo>
                <a:cubicBezTo>
                  <a:pt x="2022464" y="68941"/>
                  <a:pt x="2037892" y="53508"/>
                  <a:pt x="2037892" y="34470"/>
                </a:cubicBezTo>
                <a:cubicBezTo>
                  <a:pt x="2037892" y="15433"/>
                  <a:pt x="2022464" y="0"/>
                  <a:pt x="2003422" y="0"/>
                </a:cubicBezTo>
                <a:cubicBezTo>
                  <a:pt x="1984388" y="0"/>
                  <a:pt x="1968952" y="15433"/>
                  <a:pt x="1968952" y="34470"/>
                </a:cubicBezTo>
                <a:cubicBezTo>
                  <a:pt x="1968952" y="53508"/>
                  <a:pt x="1984388" y="68941"/>
                  <a:pt x="2003422" y="68941"/>
                </a:cubicBez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81-part-2">
            <a:extLst xmlns:a="http://schemas.openxmlformats.org/drawingml/2006/main">
              <a:ext uri="{FF2B5EF4-FFF2-40B4-BE49-F238E27FC236}">
                <a16:creationId xmlns:a16="http://schemas.microsoft.com/office/drawing/2014/main" id="{605F2B0E-884D-4728-8AFA-4BEBED4F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975" y="1315523"/>
            <a:ext cx="2037892" cy="68942"/>
          </a:xfrm>
          <a:custGeom xmlns:a="http://schemas.openxmlformats.org/drawingml/2006/main">
            <a:pathLst>
              <a:path w="2037892" h="68942">
                <a:moveTo>
                  <a:pt x="34470" y="1"/>
                </a:moveTo>
                <a:cubicBezTo>
                  <a:pt x="15435" y="1"/>
                  <a:pt x="0" y="15434"/>
                  <a:pt x="0" y="34471"/>
                </a:cubicBezTo>
                <a:cubicBezTo>
                  <a:pt x="0" y="53509"/>
                  <a:pt x="15435" y="68942"/>
                  <a:pt x="34470" y="68942"/>
                </a:cubicBezTo>
                <a:cubicBezTo>
                  <a:pt x="53513" y="68942"/>
                  <a:pt x="68941" y="53509"/>
                  <a:pt x="68941" y="34471"/>
                </a:cubicBezTo>
                <a:cubicBezTo>
                  <a:pt x="68941" y="15434"/>
                  <a:pt x="53513" y="1"/>
                  <a:pt x="34470" y="1"/>
                </a:cubicBez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df-path-82-part-0">
            <a:extLst xmlns:a="http://schemas.openxmlformats.org/drawingml/2006/main">
              <a:ext uri="{FF2B5EF4-FFF2-40B4-BE49-F238E27FC236}">
                <a16:creationId xmlns:a16="http://schemas.microsoft.com/office/drawing/2014/main" id="{0D57DBC1-3779-4A97-BA69-D91A5107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356" y="1200203"/>
            <a:ext cx="1097384" cy="68942"/>
          </a:xfrm>
          <a:custGeom xmlns:a="http://schemas.openxmlformats.org/drawingml/2006/main">
            <a:pathLst>
              <a:path w="1097384" h="68942">
                <a:moveTo>
                  <a:pt x="34470" y="22981"/>
                </a:moveTo>
                <a:lnTo>
                  <a:pt x="1062913" y="22981"/>
                </a:lnTo>
                <a:lnTo>
                  <a:pt x="1062913" y="45961"/>
                </a:lnTo>
                <a:lnTo>
                  <a:pt x="34470" y="45961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82-part-1">
            <a:extLst xmlns:a="http://schemas.openxmlformats.org/drawingml/2006/main">
              <a:ext uri="{FF2B5EF4-FFF2-40B4-BE49-F238E27FC236}">
                <a16:creationId xmlns:a16="http://schemas.microsoft.com/office/drawing/2014/main" id="{16A2DB5A-C091-4E8B-B552-8D5A0206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356" y="1200203"/>
            <a:ext cx="1097384" cy="68942"/>
          </a:xfrm>
          <a:custGeom xmlns:a="http://schemas.openxmlformats.org/drawingml/2006/main">
            <a:pathLst>
              <a:path w="1097384" h="68942">
                <a:moveTo>
                  <a:pt x="34470" y="68942"/>
                </a:moveTo>
                <a:cubicBezTo>
                  <a:pt x="15432" y="68941"/>
                  <a:pt x="0" y="53508"/>
                  <a:pt x="0" y="34470"/>
                </a:cubicBezTo>
                <a:cubicBezTo>
                  <a:pt x="0" y="15434"/>
                  <a:pt x="15432" y="0"/>
                  <a:pt x="34470" y="1"/>
                </a:cubicBezTo>
                <a:cubicBezTo>
                  <a:pt x="53508" y="1"/>
                  <a:pt x="68941" y="15434"/>
                  <a:pt x="68941" y="34471"/>
                </a:cubicBezTo>
                <a:cubicBezTo>
                  <a:pt x="68941" y="53508"/>
                  <a:pt x="53508" y="68942"/>
                  <a:pt x="34470" y="68942"/>
                </a:cubicBez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df-path-82-part-2">
            <a:extLst xmlns:a="http://schemas.openxmlformats.org/drawingml/2006/main">
              <a:ext uri="{FF2B5EF4-FFF2-40B4-BE49-F238E27FC236}">
                <a16:creationId xmlns:a16="http://schemas.microsoft.com/office/drawing/2014/main" id="{B119C61F-6B17-485D-9165-3E31EC7B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356" y="1200203"/>
            <a:ext cx="1097384" cy="68942"/>
          </a:xfrm>
          <a:custGeom xmlns:a="http://schemas.openxmlformats.org/drawingml/2006/main">
            <a:pathLst>
              <a:path w="1097384" h="68942">
                <a:moveTo>
                  <a:pt x="1062913" y="1"/>
                </a:moveTo>
                <a:cubicBezTo>
                  <a:pt x="1081951" y="1"/>
                  <a:pt x="1097384" y="15434"/>
                  <a:pt x="1097384" y="34471"/>
                </a:cubicBezTo>
                <a:cubicBezTo>
                  <a:pt x="1097384" y="53509"/>
                  <a:pt x="1081950" y="68942"/>
                  <a:pt x="1062913" y="68942"/>
                </a:cubicBezTo>
                <a:cubicBezTo>
                  <a:pt x="1043875" y="68942"/>
                  <a:pt x="1028442" y="53509"/>
                  <a:pt x="1028442" y="34471"/>
                </a:cubicBezTo>
                <a:cubicBezTo>
                  <a:pt x="1028442" y="15434"/>
                  <a:pt x="1043875" y="1"/>
                  <a:pt x="1062913" y="1"/>
                </a:cubicBez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path-83">
            <a:extLst xmlns:a="http://schemas.openxmlformats.org/drawingml/2006/main">
              <a:ext uri="{FF2B5EF4-FFF2-40B4-BE49-F238E27FC236}">
                <a16:creationId xmlns:a16="http://schemas.microsoft.com/office/drawing/2014/main" id="{DB3E233A-EBFD-447C-9339-A3A05C8C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199" y="639694"/>
            <a:ext cx="2882987" cy="1441491"/>
          </a:xfrm>
          <a:custGeom xmlns:a="http://schemas.openxmlformats.org/drawingml/2006/main">
            <a:pathLst>
              <a:path w="2882987" h="1441491">
                <a:moveTo>
                  <a:pt x="0" y="1441491"/>
                </a:moveTo>
                <a:cubicBezTo>
                  <a:pt x="0" y="645377"/>
                  <a:pt x="645378" y="0"/>
                  <a:pt x="1441492" y="0"/>
                </a:cubicBezTo>
                <a:cubicBezTo>
                  <a:pt x="2237607" y="0"/>
                  <a:pt x="2882987" y="645377"/>
                  <a:pt x="2882987" y="1441491"/>
                </a:cubicBezTo>
                <a:lnTo>
                  <a:pt x="2162237" y="1441491"/>
                </a:lnTo>
                <a:cubicBezTo>
                  <a:pt x="2162237" y="1043434"/>
                  <a:pt x="1839548" y="720746"/>
                  <a:pt x="1441492" y="720746"/>
                </a:cubicBezTo>
                <a:cubicBezTo>
                  <a:pt x="1043434" y="720746"/>
                  <a:pt x="720746" y="1043434"/>
                  <a:pt x="720746" y="1441491"/>
                </a:cubicBezTo>
                <a:lnTo>
                  <a:pt x="0" y="1441491"/>
                </a:ln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df-path-84">
            <a:extLst xmlns:a="http://schemas.openxmlformats.org/drawingml/2006/main">
              <a:ext uri="{FF2B5EF4-FFF2-40B4-BE49-F238E27FC236}">
                <a16:creationId xmlns:a16="http://schemas.microsoft.com/office/drawing/2014/main" id="{838C43FC-4455-4D28-8F9C-D04EB14B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199" y="639694"/>
            <a:ext cx="2882983" cy="1441492"/>
          </a:xfrm>
          <a:custGeom xmlns:a="http://schemas.openxmlformats.org/drawingml/2006/main">
            <a:pathLst>
              <a:path w="2882983" h="1441492">
                <a:moveTo>
                  <a:pt x="0" y="1441492"/>
                </a:moveTo>
                <a:cubicBezTo>
                  <a:pt x="0" y="645378"/>
                  <a:pt x="645378" y="0"/>
                  <a:pt x="1441492" y="0"/>
                </a:cubicBezTo>
                <a:cubicBezTo>
                  <a:pt x="2237606" y="0"/>
                  <a:pt x="2882983" y="645378"/>
                  <a:pt x="2882983" y="1441492"/>
                </a:cubicBezTo>
                <a:lnTo>
                  <a:pt x="2162237" y="1441492"/>
                </a:lnTo>
                <a:cubicBezTo>
                  <a:pt x="2162237" y="1043435"/>
                  <a:pt x="1839548" y="720745"/>
                  <a:pt x="1441492" y="720745"/>
                </a:cubicBezTo>
                <a:cubicBezTo>
                  <a:pt x="1043434" y="720745"/>
                  <a:pt x="720746" y="1043435"/>
                  <a:pt x="720746" y="1441492"/>
                </a:cubicBezTo>
                <a:lnTo>
                  <a:pt x="0" y="1441492"/>
                </a:lnTo>
              </a:path>
            </a:pathLst>
          </a:custGeom>
          <a:noFill xmlns:a="http://schemas.openxmlformats.org/drawingml/2006/main"/>
          <a:ln xmlns:a="http://schemas.openxmlformats.org/drawingml/2006/main" w="17235">
            <a:solidFill>
              <a:srgbClr val="404040"/>
            </a:solidFill>
            <a:prstDash val="solid"/>
          </a:ln>
        </p:spPr>
      </p:sp>
      <p:sp>
        <p:nvSpPr>
          <p:cNvPr id="89" name="pdf-path-85-part-0">
            <a:extLst xmlns:a="http://schemas.openxmlformats.org/drawingml/2006/main">
              <a:ext uri="{FF2B5EF4-FFF2-40B4-BE49-F238E27FC236}">
                <a16:creationId xmlns:a16="http://schemas.microsoft.com/office/drawing/2014/main" id="{B43E61CC-8DD4-4E31-8635-80512E11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144" y="777366"/>
            <a:ext cx="484357" cy="68942"/>
          </a:xfrm>
          <a:custGeom xmlns:a="http://schemas.openxmlformats.org/drawingml/2006/main">
            <a:pathLst>
              <a:path w="484357" h="68942">
                <a:moveTo>
                  <a:pt x="34470" y="22981"/>
                </a:moveTo>
                <a:lnTo>
                  <a:pt x="449886" y="22981"/>
                </a:lnTo>
                <a:lnTo>
                  <a:pt x="449886" y="45961"/>
                </a:lnTo>
                <a:lnTo>
                  <a:pt x="34470" y="45961"/>
                </a:lnTo>
                <a:close/>
              </a:path>
            </a:pathLst>
          </a:custGeom>
          <a:solidFill xmlns:a="http://schemas.openxmlformats.org/drawingml/2006/main">
            <a:srgbClr val="B36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df-path-85-part-1">
            <a:extLst xmlns:a="http://schemas.openxmlformats.org/drawingml/2006/main">
              <a:ext uri="{FF2B5EF4-FFF2-40B4-BE49-F238E27FC236}">
                <a16:creationId xmlns:a16="http://schemas.microsoft.com/office/drawing/2014/main" id="{B8C53852-6B0A-4D28-AB93-29BC03FB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144" y="777366"/>
            <a:ext cx="484357" cy="68942"/>
          </a:xfrm>
          <a:custGeom xmlns:a="http://schemas.openxmlformats.org/drawingml/2006/main">
            <a:pathLst>
              <a:path w="484357" h="68942">
                <a:moveTo>
                  <a:pt x="34470" y="68942"/>
                </a:moveTo>
                <a:cubicBezTo>
                  <a:pt x="15432" y="68941"/>
                  <a:pt x="0" y="53508"/>
                  <a:pt x="0" y="34470"/>
                </a:cubicBezTo>
                <a:cubicBezTo>
                  <a:pt x="0" y="15434"/>
                  <a:pt x="15432" y="0"/>
                  <a:pt x="34470" y="1"/>
                </a:cubicBezTo>
                <a:cubicBezTo>
                  <a:pt x="53507" y="1"/>
                  <a:pt x="68941" y="15434"/>
                  <a:pt x="68941" y="34471"/>
                </a:cubicBezTo>
                <a:cubicBezTo>
                  <a:pt x="68941" y="53508"/>
                  <a:pt x="53507" y="68942"/>
                  <a:pt x="34470" y="68942"/>
                </a:cubicBezTo>
              </a:path>
            </a:pathLst>
          </a:custGeom>
          <a:solidFill xmlns:a="http://schemas.openxmlformats.org/drawingml/2006/main">
            <a:srgbClr val="B36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df-path-85-part-2">
            <a:extLst xmlns:a="http://schemas.openxmlformats.org/drawingml/2006/main">
              <a:ext uri="{FF2B5EF4-FFF2-40B4-BE49-F238E27FC236}">
                <a16:creationId xmlns:a16="http://schemas.microsoft.com/office/drawing/2014/main" id="{667ED7C8-3F61-4790-AE72-218865D5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144" y="777366"/>
            <a:ext cx="484357" cy="68942"/>
          </a:xfrm>
          <a:custGeom xmlns:a="http://schemas.openxmlformats.org/drawingml/2006/main">
            <a:pathLst>
              <a:path w="484357" h="68942">
                <a:moveTo>
                  <a:pt x="449886" y="1"/>
                </a:moveTo>
                <a:cubicBezTo>
                  <a:pt x="468925" y="1"/>
                  <a:pt x="484357" y="15434"/>
                  <a:pt x="484357" y="34471"/>
                </a:cubicBezTo>
                <a:cubicBezTo>
                  <a:pt x="484357" y="53509"/>
                  <a:pt x="468925" y="68942"/>
                  <a:pt x="449886" y="68942"/>
                </a:cubicBezTo>
                <a:cubicBezTo>
                  <a:pt x="430850" y="68942"/>
                  <a:pt x="415416" y="53509"/>
                  <a:pt x="415416" y="34471"/>
                </a:cubicBezTo>
                <a:cubicBezTo>
                  <a:pt x="415416" y="15434"/>
                  <a:pt x="430850" y="1"/>
                  <a:pt x="449886" y="1"/>
                </a:cubicBezTo>
              </a:path>
            </a:pathLst>
          </a:custGeom>
          <a:solidFill xmlns:a="http://schemas.openxmlformats.org/drawingml/2006/main">
            <a:srgbClr val="B36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path-86-part-0">
            <a:extLst xmlns:a="http://schemas.openxmlformats.org/drawingml/2006/main">
              <a:ext uri="{FF2B5EF4-FFF2-40B4-BE49-F238E27FC236}">
                <a16:creationId xmlns:a16="http://schemas.microsoft.com/office/drawing/2014/main" id="{46FD7E74-8452-4B47-A37E-4CF77D8D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649" y="1097557"/>
            <a:ext cx="2847347" cy="965942"/>
          </a:xfrm>
          <a:custGeom xmlns:a="http://schemas.openxmlformats.org/drawingml/2006/main">
            <a:pathLst>
              <a:path w="2847347" h="965942">
                <a:moveTo>
                  <a:pt x="28634" y="922210"/>
                </a:moveTo>
                <a:lnTo>
                  <a:pt x="43747" y="887097"/>
                </a:lnTo>
                <a:lnTo>
                  <a:pt x="59731" y="852431"/>
                </a:lnTo>
                <a:lnTo>
                  <a:pt x="76512" y="818355"/>
                </a:lnTo>
                <a:lnTo>
                  <a:pt x="94075" y="784876"/>
                </a:lnTo>
                <a:lnTo>
                  <a:pt x="112405" y="752000"/>
                </a:lnTo>
                <a:lnTo>
                  <a:pt x="131486" y="719734"/>
                </a:lnTo>
                <a:lnTo>
                  <a:pt x="151302" y="688084"/>
                </a:lnTo>
                <a:lnTo>
                  <a:pt x="171838" y="657057"/>
                </a:lnTo>
                <a:lnTo>
                  <a:pt x="193079" y="626657"/>
                </a:lnTo>
                <a:lnTo>
                  <a:pt x="215008" y="596895"/>
                </a:lnTo>
                <a:lnTo>
                  <a:pt x="237611" y="567774"/>
                </a:lnTo>
                <a:lnTo>
                  <a:pt x="260872" y="539303"/>
                </a:lnTo>
                <a:lnTo>
                  <a:pt x="284775" y="511486"/>
                </a:lnTo>
                <a:lnTo>
                  <a:pt x="309305" y="484330"/>
                </a:lnTo>
                <a:lnTo>
                  <a:pt x="334446" y="457842"/>
                </a:lnTo>
                <a:lnTo>
                  <a:pt x="360184" y="432028"/>
                </a:lnTo>
                <a:lnTo>
                  <a:pt x="386502" y="406895"/>
                </a:lnTo>
                <a:lnTo>
                  <a:pt x="413385" y="382450"/>
                </a:lnTo>
                <a:lnTo>
                  <a:pt x="440817" y="358697"/>
                </a:lnTo>
                <a:lnTo>
                  <a:pt x="468784" y="335643"/>
                </a:lnTo>
                <a:lnTo>
                  <a:pt x="497269" y="313296"/>
                </a:lnTo>
                <a:lnTo>
                  <a:pt x="526257" y="291662"/>
                </a:lnTo>
                <a:lnTo>
                  <a:pt x="555733" y="270746"/>
                </a:lnTo>
                <a:lnTo>
                  <a:pt x="585682" y="250556"/>
                </a:lnTo>
                <a:lnTo>
                  <a:pt x="616086" y="231096"/>
                </a:lnTo>
                <a:lnTo>
                  <a:pt x="646933" y="212375"/>
                </a:lnTo>
                <a:lnTo>
                  <a:pt x="678205" y="194397"/>
                </a:lnTo>
                <a:lnTo>
                  <a:pt x="709888" y="177171"/>
                </a:lnTo>
                <a:lnTo>
                  <a:pt x="741966" y="160700"/>
                </a:lnTo>
                <a:lnTo>
                  <a:pt x="774423" y="144993"/>
                </a:lnTo>
                <a:lnTo>
                  <a:pt x="807246" y="130055"/>
                </a:lnTo>
                <a:lnTo>
                  <a:pt x="840417" y="115894"/>
                </a:lnTo>
                <a:lnTo>
                  <a:pt x="873922" y="102514"/>
                </a:lnTo>
                <a:lnTo>
                  <a:pt x="907744" y="89922"/>
                </a:lnTo>
                <a:lnTo>
                  <a:pt x="941871" y="78126"/>
                </a:lnTo>
                <a:lnTo>
                  <a:pt x="976283" y="67131"/>
                </a:lnTo>
                <a:lnTo>
                  <a:pt x="1010968" y="56943"/>
                </a:lnTo>
                <a:lnTo>
                  <a:pt x="1045909" y="47569"/>
                </a:lnTo>
                <a:lnTo>
                  <a:pt x="1081093" y="39016"/>
                </a:lnTo>
                <a:lnTo>
                  <a:pt x="1116502" y="31289"/>
                </a:lnTo>
                <a:lnTo>
                  <a:pt x="1152120" y="24395"/>
                </a:lnTo>
                <a:lnTo>
                  <a:pt x="1187935" y="18341"/>
                </a:lnTo>
                <a:lnTo>
                  <a:pt x="1223927" y="13132"/>
                </a:lnTo>
                <a:lnTo>
                  <a:pt x="1260086" y="8775"/>
                </a:lnTo>
                <a:lnTo>
                  <a:pt x="1296392" y="5278"/>
                </a:lnTo>
                <a:lnTo>
                  <a:pt x="1332832" y="2645"/>
                </a:lnTo>
                <a:lnTo>
                  <a:pt x="1369392" y="883"/>
                </a:lnTo>
                <a:lnTo>
                  <a:pt x="1406051" y="0"/>
                </a:lnTo>
                <a:lnTo>
                  <a:pt x="1442798" y="0"/>
                </a:lnTo>
                <a:lnTo>
                  <a:pt x="1479618" y="890"/>
                </a:lnTo>
                <a:lnTo>
                  <a:pt x="1516492" y="2678"/>
                </a:lnTo>
                <a:lnTo>
                  <a:pt x="1553409" y="5369"/>
                </a:lnTo>
                <a:lnTo>
                  <a:pt x="1590350" y="8969"/>
                </a:lnTo>
                <a:lnTo>
                  <a:pt x="1627301" y="13486"/>
                </a:lnTo>
                <a:lnTo>
                  <a:pt x="1664246" y="18925"/>
                </a:lnTo>
                <a:lnTo>
                  <a:pt x="1701169" y="25292"/>
                </a:lnTo>
                <a:lnTo>
                  <a:pt x="1738055" y="32595"/>
                </a:lnTo>
                <a:lnTo>
                  <a:pt x="1774888" y="40839"/>
                </a:lnTo>
                <a:lnTo>
                  <a:pt x="1811654" y="50030"/>
                </a:lnTo>
                <a:lnTo>
                  <a:pt x="1848337" y="60176"/>
                </a:lnTo>
                <a:lnTo>
                  <a:pt x="1884920" y="71282"/>
                </a:lnTo>
                <a:lnTo>
                  <a:pt x="1921388" y="83355"/>
                </a:lnTo>
                <a:lnTo>
                  <a:pt x="1957727" y="96401"/>
                </a:lnTo>
                <a:lnTo>
                  <a:pt x="1993919" y="110425"/>
                </a:lnTo>
                <a:lnTo>
                  <a:pt x="2028785" y="124945"/>
                </a:lnTo>
                <a:lnTo>
                  <a:pt x="2063188" y="140283"/>
                </a:lnTo>
                <a:lnTo>
                  <a:pt x="2097115" y="156428"/>
                </a:lnTo>
                <a:lnTo>
                  <a:pt x="2130552" y="173367"/>
                </a:lnTo>
                <a:lnTo>
                  <a:pt x="2163490" y="191087"/>
                </a:lnTo>
                <a:lnTo>
                  <a:pt x="2195913" y="209579"/>
                </a:lnTo>
                <a:lnTo>
                  <a:pt x="2227814" y="228828"/>
                </a:lnTo>
                <a:lnTo>
                  <a:pt x="2259174" y="248824"/>
                </a:lnTo>
                <a:lnTo>
                  <a:pt x="2289983" y="269554"/>
                </a:lnTo>
                <a:lnTo>
                  <a:pt x="2320232" y="291006"/>
                </a:lnTo>
                <a:lnTo>
                  <a:pt x="2349908" y="313168"/>
                </a:lnTo>
                <a:lnTo>
                  <a:pt x="2379001" y="336028"/>
                </a:lnTo>
                <a:lnTo>
                  <a:pt x="2407489" y="359574"/>
                </a:lnTo>
                <a:lnTo>
                  <a:pt x="2435372" y="383796"/>
                </a:lnTo>
                <a:lnTo>
                  <a:pt x="2462626" y="408678"/>
                </a:lnTo>
                <a:lnTo>
                  <a:pt x="2489245" y="434210"/>
                </a:lnTo>
                <a:lnTo>
                  <a:pt x="2515220" y="460381"/>
                </a:lnTo>
                <a:lnTo>
                  <a:pt x="2540530" y="487179"/>
                </a:lnTo>
                <a:lnTo>
                  <a:pt x="2565172" y="514589"/>
                </a:lnTo>
                <a:lnTo>
                  <a:pt x="2589126" y="542603"/>
                </a:lnTo>
                <a:lnTo>
                  <a:pt x="2612389" y="571206"/>
                </a:lnTo>
                <a:lnTo>
                  <a:pt x="2634940" y="600388"/>
                </a:lnTo>
                <a:lnTo>
                  <a:pt x="2656772" y="630135"/>
                </a:lnTo>
                <a:lnTo>
                  <a:pt x="2677867" y="660436"/>
                </a:lnTo>
                <a:lnTo>
                  <a:pt x="2698213" y="691280"/>
                </a:lnTo>
                <a:lnTo>
                  <a:pt x="2717808" y="722653"/>
                </a:lnTo>
                <a:lnTo>
                  <a:pt x="2736628" y="754544"/>
                </a:lnTo>
                <a:lnTo>
                  <a:pt x="2754668" y="786942"/>
                </a:lnTo>
                <a:lnTo>
                  <a:pt x="2771918" y="819833"/>
                </a:lnTo>
                <a:lnTo>
                  <a:pt x="2788356" y="853206"/>
                </a:lnTo>
                <a:lnTo>
                  <a:pt x="2803976" y="887049"/>
                </a:lnTo>
                <a:lnTo>
                  <a:pt x="2818706" y="921215"/>
                </a:lnTo>
                <a:lnTo>
                  <a:pt x="2797603" y="930313"/>
                </a:lnTo>
                <a:lnTo>
                  <a:pt x="2782934" y="896281"/>
                </a:lnTo>
                <a:lnTo>
                  <a:pt x="2783048" y="896547"/>
                </a:lnTo>
                <a:lnTo>
                  <a:pt x="2767552" y="862968"/>
                </a:lnTo>
                <a:lnTo>
                  <a:pt x="2767674" y="863230"/>
                </a:lnTo>
                <a:lnTo>
                  <a:pt x="2751366" y="830117"/>
                </a:lnTo>
                <a:lnTo>
                  <a:pt x="2751497" y="830376"/>
                </a:lnTo>
                <a:lnTo>
                  <a:pt x="2734384" y="797741"/>
                </a:lnTo>
                <a:lnTo>
                  <a:pt x="2734522" y="797996"/>
                </a:lnTo>
                <a:lnTo>
                  <a:pt x="2716628" y="765851"/>
                </a:lnTo>
                <a:lnTo>
                  <a:pt x="2716765" y="766101"/>
                </a:lnTo>
                <a:lnTo>
                  <a:pt x="2698090" y="734458"/>
                </a:lnTo>
                <a:lnTo>
                  <a:pt x="2698243" y="734704"/>
                </a:lnTo>
                <a:lnTo>
                  <a:pt x="2678801" y="703574"/>
                </a:lnTo>
                <a:lnTo>
                  <a:pt x="2678955" y="703816"/>
                </a:lnTo>
                <a:lnTo>
                  <a:pt x="2658763" y="673212"/>
                </a:lnTo>
                <a:lnTo>
                  <a:pt x="2658924" y="673449"/>
                </a:lnTo>
                <a:lnTo>
                  <a:pt x="2637989" y="643383"/>
                </a:lnTo>
                <a:lnTo>
                  <a:pt x="2638158" y="643616"/>
                </a:lnTo>
                <a:lnTo>
                  <a:pt x="2616495" y="614099"/>
                </a:lnTo>
                <a:lnTo>
                  <a:pt x="2616671" y="614326"/>
                </a:lnTo>
                <a:lnTo>
                  <a:pt x="2594288" y="585371"/>
                </a:lnTo>
                <a:lnTo>
                  <a:pt x="2594472" y="585594"/>
                </a:lnTo>
                <a:lnTo>
                  <a:pt x="2571392" y="557212"/>
                </a:lnTo>
                <a:lnTo>
                  <a:pt x="2571568" y="557430"/>
                </a:lnTo>
                <a:lnTo>
                  <a:pt x="2547799" y="529633"/>
                </a:lnTo>
                <a:lnTo>
                  <a:pt x="2547982" y="529847"/>
                </a:lnTo>
                <a:lnTo>
                  <a:pt x="2523532" y="502647"/>
                </a:lnTo>
                <a:lnTo>
                  <a:pt x="2523732" y="502856"/>
                </a:lnTo>
                <a:lnTo>
                  <a:pt x="2498606" y="476265"/>
                </a:lnTo>
                <a:lnTo>
                  <a:pt x="2498805" y="476469"/>
                </a:lnTo>
                <a:lnTo>
                  <a:pt x="2473036" y="450499"/>
                </a:lnTo>
                <a:lnTo>
                  <a:pt x="2473235" y="450697"/>
                </a:lnTo>
                <a:lnTo>
                  <a:pt x="2446816" y="425361"/>
                </a:lnTo>
                <a:lnTo>
                  <a:pt x="2447023" y="425554"/>
                </a:lnTo>
                <a:lnTo>
                  <a:pt x="2419982" y="400862"/>
                </a:lnTo>
                <a:lnTo>
                  <a:pt x="2420189" y="401051"/>
                </a:lnTo>
                <a:lnTo>
                  <a:pt x="2392529" y="377015"/>
                </a:lnTo>
                <a:lnTo>
                  <a:pt x="2392743" y="377198"/>
                </a:lnTo>
                <a:lnTo>
                  <a:pt x="2364469" y="353831"/>
                </a:lnTo>
                <a:lnTo>
                  <a:pt x="2364692" y="354009"/>
                </a:lnTo>
                <a:lnTo>
                  <a:pt x="2335821" y="331324"/>
                </a:lnTo>
                <a:lnTo>
                  <a:pt x="2336043" y="331495"/>
                </a:lnTo>
                <a:lnTo>
                  <a:pt x="2306597" y="309503"/>
                </a:lnTo>
                <a:lnTo>
                  <a:pt x="2306827" y="309669"/>
                </a:lnTo>
                <a:lnTo>
                  <a:pt x="2276807" y="288381"/>
                </a:lnTo>
                <a:lnTo>
                  <a:pt x="2277038" y="288541"/>
                </a:lnTo>
                <a:lnTo>
                  <a:pt x="2246466" y="267970"/>
                </a:lnTo>
                <a:lnTo>
                  <a:pt x="2246704" y="268125"/>
                </a:lnTo>
                <a:lnTo>
                  <a:pt x="2215578" y="248282"/>
                </a:lnTo>
                <a:lnTo>
                  <a:pt x="2215819" y="248430"/>
                </a:lnTo>
                <a:lnTo>
                  <a:pt x="2184163" y="229327"/>
                </a:lnTo>
                <a:lnTo>
                  <a:pt x="2184407" y="229471"/>
                </a:lnTo>
                <a:lnTo>
                  <a:pt x="2152229" y="211120"/>
                </a:lnTo>
                <a:lnTo>
                  <a:pt x="2152477" y="211258"/>
                </a:lnTo>
                <a:lnTo>
                  <a:pt x="2119790" y="193671"/>
                </a:lnTo>
                <a:lnTo>
                  <a:pt x="2120042" y="193802"/>
                </a:lnTo>
                <a:lnTo>
                  <a:pt x="2086857" y="176992"/>
                </a:lnTo>
                <a:lnTo>
                  <a:pt x="2087112" y="177118"/>
                </a:lnTo>
                <a:lnTo>
                  <a:pt x="2053442" y="161095"/>
                </a:lnTo>
                <a:lnTo>
                  <a:pt x="2053701" y="161214"/>
                </a:lnTo>
                <a:lnTo>
                  <a:pt x="2019558" y="145992"/>
                </a:lnTo>
                <a:lnTo>
                  <a:pt x="2019820" y="146105"/>
                </a:lnTo>
                <a:lnTo>
                  <a:pt x="1985216" y="131695"/>
                </a:lnTo>
                <a:lnTo>
                  <a:pt x="1985482" y="131801"/>
                </a:lnTo>
                <a:lnTo>
                  <a:pt x="1949558" y="117881"/>
                </a:lnTo>
                <a:lnTo>
                  <a:pt x="1949826" y="117981"/>
                </a:lnTo>
                <a:lnTo>
                  <a:pt x="1913759" y="105032"/>
                </a:lnTo>
                <a:lnTo>
                  <a:pt x="1914030" y="105126"/>
                </a:lnTo>
                <a:lnTo>
                  <a:pt x="1877834" y="93143"/>
                </a:lnTo>
                <a:lnTo>
                  <a:pt x="1878107" y="93230"/>
                </a:lnTo>
                <a:lnTo>
                  <a:pt x="1841798" y="82207"/>
                </a:lnTo>
                <a:lnTo>
                  <a:pt x="1842073" y="82286"/>
                </a:lnTo>
                <a:lnTo>
                  <a:pt x="1805666" y="72217"/>
                </a:lnTo>
                <a:lnTo>
                  <a:pt x="1805942" y="72290"/>
                </a:lnTo>
                <a:lnTo>
                  <a:pt x="1769453" y="63168"/>
                </a:lnTo>
                <a:lnTo>
                  <a:pt x="1769730" y="63233"/>
                </a:lnTo>
                <a:lnTo>
                  <a:pt x="1733174" y="55051"/>
                </a:lnTo>
                <a:lnTo>
                  <a:pt x="1733452" y="55110"/>
                </a:lnTo>
                <a:lnTo>
                  <a:pt x="1696844" y="47863"/>
                </a:lnTo>
                <a:lnTo>
                  <a:pt x="1697123" y="47914"/>
                </a:lnTo>
                <a:lnTo>
                  <a:pt x="1660478" y="41595"/>
                </a:lnTo>
                <a:lnTo>
                  <a:pt x="1660758" y="41639"/>
                </a:lnTo>
                <a:lnTo>
                  <a:pt x="1624093" y="36242"/>
                </a:lnTo>
                <a:lnTo>
                  <a:pt x="1624372" y="36280"/>
                </a:lnTo>
                <a:lnTo>
                  <a:pt x="1587701" y="31797"/>
                </a:lnTo>
                <a:lnTo>
                  <a:pt x="1587981" y="31828"/>
                </a:lnTo>
                <a:lnTo>
                  <a:pt x="1551319" y="28254"/>
                </a:lnTo>
                <a:lnTo>
                  <a:pt x="1551598" y="28278"/>
                </a:lnTo>
                <a:lnTo>
                  <a:pt x="1514961" y="25608"/>
                </a:lnTo>
                <a:lnTo>
                  <a:pt x="1515241" y="25624"/>
                </a:lnTo>
                <a:lnTo>
                  <a:pt x="1478644" y="23851"/>
                </a:lnTo>
                <a:lnTo>
                  <a:pt x="1478923" y="23860"/>
                </a:lnTo>
                <a:lnTo>
                  <a:pt x="1442382" y="22977"/>
                </a:lnTo>
                <a:lnTo>
                  <a:pt x="1442660" y="22980"/>
                </a:lnTo>
                <a:lnTo>
                  <a:pt x="1406190" y="22980"/>
                </a:lnTo>
                <a:lnTo>
                  <a:pt x="1406467" y="22977"/>
                </a:lnTo>
                <a:lnTo>
                  <a:pt x="1370083" y="23854"/>
                </a:lnTo>
                <a:lnTo>
                  <a:pt x="1370360" y="23844"/>
                </a:lnTo>
                <a:lnTo>
                  <a:pt x="1334077" y="25592"/>
                </a:lnTo>
                <a:lnTo>
                  <a:pt x="1334351" y="25576"/>
                </a:lnTo>
                <a:lnTo>
                  <a:pt x="1298186" y="28188"/>
                </a:lnTo>
                <a:lnTo>
                  <a:pt x="1298460" y="28166"/>
                </a:lnTo>
                <a:lnTo>
                  <a:pt x="1262426" y="31637"/>
                </a:lnTo>
                <a:lnTo>
                  <a:pt x="1262698" y="31607"/>
                </a:lnTo>
                <a:lnTo>
                  <a:pt x="1226813" y="35931"/>
                </a:lnTo>
                <a:lnTo>
                  <a:pt x="1227084" y="35895"/>
                </a:lnTo>
                <a:lnTo>
                  <a:pt x="1191360" y="41064"/>
                </a:lnTo>
                <a:lnTo>
                  <a:pt x="1191630" y="41022"/>
                </a:lnTo>
                <a:lnTo>
                  <a:pt x="1156085" y="47032"/>
                </a:lnTo>
                <a:lnTo>
                  <a:pt x="1156353" y="46982"/>
                </a:lnTo>
                <a:lnTo>
                  <a:pt x="1121001" y="53825"/>
                </a:lnTo>
                <a:lnTo>
                  <a:pt x="1121268" y="53770"/>
                </a:lnTo>
                <a:lnTo>
                  <a:pt x="1086124" y="61439"/>
                </a:lnTo>
                <a:lnTo>
                  <a:pt x="1086389" y="61378"/>
                </a:lnTo>
                <a:lnTo>
                  <a:pt x="1051470" y="69867"/>
                </a:lnTo>
                <a:lnTo>
                  <a:pt x="1051733" y="69800"/>
                </a:lnTo>
                <a:lnTo>
                  <a:pt x="1017053" y="79104"/>
                </a:lnTo>
                <a:lnTo>
                  <a:pt x="1017314" y="79030"/>
                </a:lnTo>
                <a:lnTo>
                  <a:pt x="982889" y="89141"/>
                </a:lnTo>
                <a:lnTo>
                  <a:pt x="983148" y="89062"/>
                </a:lnTo>
                <a:lnTo>
                  <a:pt x="948993" y="99975"/>
                </a:lnTo>
                <a:lnTo>
                  <a:pt x="949250" y="99889"/>
                </a:lnTo>
                <a:lnTo>
                  <a:pt x="915381" y="111597"/>
                </a:lnTo>
                <a:lnTo>
                  <a:pt x="915635" y="111506"/>
                </a:lnTo>
                <a:lnTo>
                  <a:pt x="882066" y="124002"/>
                </a:lnTo>
                <a:lnTo>
                  <a:pt x="882318" y="123905"/>
                </a:lnTo>
                <a:lnTo>
                  <a:pt x="849065" y="137185"/>
                </a:lnTo>
                <a:lnTo>
                  <a:pt x="849316" y="137081"/>
                </a:lnTo>
                <a:lnTo>
                  <a:pt x="816394" y="151137"/>
                </a:lnTo>
                <a:lnTo>
                  <a:pt x="816641" y="151027"/>
                </a:lnTo>
                <a:lnTo>
                  <a:pt x="784066" y="165853"/>
                </a:lnTo>
                <a:lnTo>
                  <a:pt x="784312" y="165737"/>
                </a:lnTo>
                <a:lnTo>
                  <a:pt x="752099" y="181326"/>
                </a:lnTo>
                <a:lnTo>
                  <a:pt x="752341" y="181205"/>
                </a:lnTo>
                <a:lnTo>
                  <a:pt x="720505" y="197551"/>
                </a:lnTo>
                <a:lnTo>
                  <a:pt x="720747" y="197424"/>
                </a:lnTo>
                <a:lnTo>
                  <a:pt x="689302" y="214521"/>
                </a:lnTo>
                <a:lnTo>
                  <a:pt x="689541" y="214388"/>
                </a:lnTo>
                <a:lnTo>
                  <a:pt x="658504" y="232229"/>
                </a:lnTo>
                <a:lnTo>
                  <a:pt x="658739" y="232090"/>
                </a:lnTo>
                <a:lnTo>
                  <a:pt x="628127" y="250670"/>
                </a:lnTo>
                <a:lnTo>
                  <a:pt x="628359" y="250525"/>
                </a:lnTo>
                <a:lnTo>
                  <a:pt x="598185" y="269837"/>
                </a:lnTo>
                <a:lnTo>
                  <a:pt x="598414" y="269687"/>
                </a:lnTo>
                <a:lnTo>
                  <a:pt x="568694" y="289724"/>
                </a:lnTo>
                <a:lnTo>
                  <a:pt x="568919" y="289567"/>
                </a:lnTo>
                <a:lnTo>
                  <a:pt x="539668" y="310324"/>
                </a:lnTo>
                <a:lnTo>
                  <a:pt x="539892" y="310161"/>
                </a:lnTo>
                <a:lnTo>
                  <a:pt x="511126" y="331630"/>
                </a:lnTo>
                <a:lnTo>
                  <a:pt x="511345" y="331463"/>
                </a:lnTo>
                <a:lnTo>
                  <a:pt x="483077" y="353639"/>
                </a:lnTo>
                <a:lnTo>
                  <a:pt x="483294" y="353465"/>
                </a:lnTo>
                <a:lnTo>
                  <a:pt x="455542" y="376340"/>
                </a:lnTo>
                <a:lnTo>
                  <a:pt x="455755" y="376161"/>
                </a:lnTo>
                <a:lnTo>
                  <a:pt x="428533" y="399731"/>
                </a:lnTo>
                <a:lnTo>
                  <a:pt x="428742" y="399546"/>
                </a:lnTo>
                <a:lnTo>
                  <a:pt x="402067" y="423803"/>
                </a:lnTo>
                <a:lnTo>
                  <a:pt x="402272" y="423612"/>
                </a:lnTo>
                <a:lnTo>
                  <a:pt x="376157" y="448550"/>
                </a:lnTo>
                <a:lnTo>
                  <a:pt x="376359" y="448353"/>
                </a:lnTo>
                <a:lnTo>
                  <a:pt x="350820" y="473968"/>
                </a:lnTo>
                <a:lnTo>
                  <a:pt x="351017" y="473765"/>
                </a:lnTo>
                <a:lnTo>
                  <a:pt x="326070" y="500048"/>
                </a:lnTo>
                <a:lnTo>
                  <a:pt x="326263" y="499839"/>
                </a:lnTo>
                <a:lnTo>
                  <a:pt x="301923" y="526784"/>
                </a:lnTo>
                <a:lnTo>
                  <a:pt x="302112" y="526571"/>
                </a:lnTo>
                <a:lnTo>
                  <a:pt x="278395" y="554172"/>
                </a:lnTo>
                <a:lnTo>
                  <a:pt x="278577" y="553952"/>
                </a:lnTo>
                <a:lnTo>
                  <a:pt x="255498" y="582203"/>
                </a:lnTo>
                <a:lnTo>
                  <a:pt x="255676" y="581978"/>
                </a:lnTo>
                <a:lnTo>
                  <a:pt x="233250" y="610872"/>
                </a:lnTo>
                <a:lnTo>
                  <a:pt x="233424" y="610643"/>
                </a:lnTo>
                <a:lnTo>
                  <a:pt x="211665" y="640173"/>
                </a:lnTo>
                <a:lnTo>
                  <a:pt x="211833" y="639939"/>
                </a:lnTo>
                <a:lnTo>
                  <a:pt x="190758" y="670100"/>
                </a:lnTo>
                <a:lnTo>
                  <a:pt x="190921" y="669860"/>
                </a:lnTo>
                <a:lnTo>
                  <a:pt x="170545" y="700646"/>
                </a:lnTo>
                <a:lnTo>
                  <a:pt x="170703" y="700402"/>
                </a:lnTo>
                <a:lnTo>
                  <a:pt x="151041" y="731805"/>
                </a:lnTo>
                <a:lnTo>
                  <a:pt x="151193" y="731556"/>
                </a:lnTo>
                <a:lnTo>
                  <a:pt x="132260" y="763572"/>
                </a:lnTo>
                <a:lnTo>
                  <a:pt x="132405" y="763318"/>
                </a:lnTo>
                <a:lnTo>
                  <a:pt x="114218" y="795939"/>
                </a:lnTo>
                <a:lnTo>
                  <a:pt x="114358" y="795681"/>
                </a:lnTo>
                <a:lnTo>
                  <a:pt x="96930" y="828901"/>
                </a:lnTo>
                <a:lnTo>
                  <a:pt x="97063" y="828640"/>
                </a:lnTo>
                <a:lnTo>
                  <a:pt x="80412" y="862452"/>
                </a:lnTo>
                <a:lnTo>
                  <a:pt x="80538" y="862187"/>
                </a:lnTo>
                <a:lnTo>
                  <a:pt x="64677" y="896586"/>
                </a:lnTo>
                <a:lnTo>
                  <a:pt x="64796" y="896317"/>
                </a:lnTo>
                <a:lnTo>
                  <a:pt x="49742" y="931296"/>
                </a:lnTo>
                <a:lnTo>
                  <a:pt x="28634" y="922210"/>
                </a:lnTo>
              </a:path>
            </a:pathLst>
          </a:custGeom>
          <a:solidFill xmlns:a="http://schemas.openxmlformats.org/drawingml/2006/main">
            <a:srgbClr val="3B8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df-path-86-part-1">
            <a:extLst xmlns:a="http://schemas.openxmlformats.org/drawingml/2006/main">
              <a:ext uri="{FF2B5EF4-FFF2-40B4-BE49-F238E27FC236}">
                <a16:creationId xmlns:a16="http://schemas.microsoft.com/office/drawing/2014/main" id="{CA4AD8FA-0944-41AE-B27A-00F25671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649" y="1097557"/>
            <a:ext cx="2847347" cy="965942"/>
          </a:xfrm>
          <a:custGeom xmlns:a="http://schemas.openxmlformats.org/drawingml/2006/main">
            <a:pathLst>
              <a:path w="2847347" h="965942">
                <a:moveTo>
                  <a:pt x="70850" y="940380"/>
                </a:moveTo>
                <a:cubicBezTo>
                  <a:pt x="63324" y="957867"/>
                  <a:pt x="43047" y="965942"/>
                  <a:pt x="25561" y="958416"/>
                </a:cubicBezTo>
                <a:cubicBezTo>
                  <a:pt x="8074" y="950889"/>
                  <a:pt x="0" y="930613"/>
                  <a:pt x="7526" y="913126"/>
                </a:cubicBezTo>
                <a:cubicBezTo>
                  <a:pt x="15052" y="895639"/>
                  <a:pt x="35329" y="887564"/>
                  <a:pt x="52816" y="895090"/>
                </a:cubicBezTo>
                <a:cubicBezTo>
                  <a:pt x="70302" y="902617"/>
                  <a:pt x="78376" y="922894"/>
                  <a:pt x="70850" y="940380"/>
                </a:cubicBezTo>
              </a:path>
            </a:pathLst>
          </a:custGeom>
          <a:solidFill xmlns:a="http://schemas.openxmlformats.org/drawingml/2006/main">
            <a:srgbClr val="3B8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86-part-2">
            <a:extLst xmlns:a="http://schemas.openxmlformats.org/drawingml/2006/main">
              <a:ext uri="{FF2B5EF4-FFF2-40B4-BE49-F238E27FC236}">
                <a16:creationId xmlns:a16="http://schemas.microsoft.com/office/drawing/2014/main" id="{68570A02-35DC-49D9-A48F-04566E30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649" y="1097557"/>
            <a:ext cx="2847347" cy="965942"/>
          </a:xfrm>
          <a:custGeom xmlns:a="http://schemas.openxmlformats.org/drawingml/2006/main">
            <a:pathLst>
              <a:path w="2847347" h="965942">
                <a:moveTo>
                  <a:pt x="2839809" y="912117"/>
                </a:moveTo>
                <a:cubicBezTo>
                  <a:pt x="2847347" y="929599"/>
                  <a:pt x="2839281" y="949881"/>
                  <a:pt x="2821801" y="957418"/>
                </a:cubicBezTo>
                <a:cubicBezTo>
                  <a:pt x="2804321" y="964955"/>
                  <a:pt x="2784036" y="956893"/>
                  <a:pt x="2776498" y="939411"/>
                </a:cubicBezTo>
                <a:cubicBezTo>
                  <a:pt x="2768961" y="921929"/>
                  <a:pt x="2777027" y="901647"/>
                  <a:pt x="2794509" y="894110"/>
                </a:cubicBezTo>
                <a:cubicBezTo>
                  <a:pt x="2811989" y="886573"/>
                  <a:pt x="2832272" y="894635"/>
                  <a:pt x="2839809" y="912117"/>
                </a:cubicBezTo>
              </a:path>
            </a:pathLst>
          </a:custGeom>
          <a:solidFill xmlns:a="http://schemas.openxmlformats.org/drawingml/2006/main">
            <a:srgbClr val="3B8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87">
            <a:extLst xmlns:a="http://schemas.openxmlformats.org/drawingml/2006/main">
              <a:ext uri="{FF2B5EF4-FFF2-40B4-BE49-F238E27FC236}">
                <a16:creationId xmlns:a16="http://schemas.microsoft.com/office/drawing/2014/main" id="{7D5C1F51-BC2B-4598-A6C6-A8A56AF5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185" y="1248044"/>
            <a:ext cx="95" cy="95"/>
          </a:xfrm>
          <a:custGeom xmlns:a="http://schemas.openxmlformats.org/drawingml/2006/main">
            <a:pathLst>
              <a:path w="95" h="95">
                <a:moveTo>
                  <a:pt x="0" y="1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1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0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1"/>
                </a:cubicBezTo>
                <a:cubicBezTo>
                  <a:pt x="1" y="1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1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1"/>
                  <a:pt x="1" y="1"/>
                </a:cubicBezTo>
                <a:cubicBezTo>
                  <a:pt x="1" y="0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1"/>
                  <a:pt x="1" y="1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1"/>
                  <a:pt x="1" y="1"/>
                  <a:pt x="1" y="0"/>
                </a:cubicBezTo>
                <a:cubicBezTo>
                  <a:pt x="1" y="1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1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1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1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1"/>
                </a:cubicBezTo>
                <a:cubicBezTo>
                  <a:pt x="1" y="0"/>
                  <a:pt x="1" y="1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1"/>
                  <a:pt x="1" y="0"/>
                </a:cubicBezTo>
                <a:cubicBezTo>
                  <a:pt x="1" y="0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pdf-path-88">
            <a:extLst xmlns:a="http://schemas.openxmlformats.org/drawingml/2006/main">
              <a:ext uri="{FF2B5EF4-FFF2-40B4-BE49-F238E27FC236}">
                <a16:creationId xmlns:a16="http://schemas.microsoft.com/office/drawing/2014/main" id="{C2A050AA-DC2C-4B78-9BF7-4FA752E0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304" y="1238731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pdf-path-89">
            <a:extLst xmlns:a="http://schemas.openxmlformats.org/drawingml/2006/main">
              <a:ext uri="{FF2B5EF4-FFF2-40B4-BE49-F238E27FC236}">
                <a16:creationId xmlns:a16="http://schemas.microsoft.com/office/drawing/2014/main" id="{4F4C734E-BF1B-4EC2-B165-D3CB5C87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14" y="1180161"/>
            <a:ext cx="93604" cy="117021"/>
          </a:xfrm>
          <a:custGeom xmlns:a="http://schemas.openxmlformats.org/drawingml/2006/main">
            <a:pathLst>
              <a:path w="93604" h="117021">
                <a:moveTo>
                  <a:pt x="93604" y="72824"/>
                </a:moveTo>
                <a:lnTo>
                  <a:pt x="89342" y="72824"/>
                </a:lnTo>
                <a:cubicBezTo>
                  <a:pt x="87464" y="90296"/>
                  <a:pt x="85081" y="111707"/>
                  <a:pt x="55071" y="111707"/>
                </a:cubicBezTo>
                <a:lnTo>
                  <a:pt x="41095" y="111707"/>
                </a:lnTo>
                <a:cubicBezTo>
                  <a:pt x="33078" y="111707"/>
                  <a:pt x="32735" y="110508"/>
                  <a:pt x="32735" y="104864"/>
                </a:cubicBezTo>
                <a:lnTo>
                  <a:pt x="32735" y="13534"/>
                </a:lnTo>
                <a:cubicBezTo>
                  <a:pt x="32735" y="7711"/>
                  <a:pt x="32735" y="5315"/>
                  <a:pt x="48933" y="5315"/>
                </a:cubicBezTo>
                <a:lnTo>
                  <a:pt x="54564" y="5315"/>
                </a:lnTo>
                <a:lnTo>
                  <a:pt x="54564" y="0"/>
                </a:lnTo>
                <a:cubicBezTo>
                  <a:pt x="48425" y="508"/>
                  <a:pt x="32899" y="508"/>
                  <a:pt x="25911" y="508"/>
                </a:cubicBezTo>
                <a:cubicBezTo>
                  <a:pt x="19266" y="508"/>
                  <a:pt x="5960" y="508"/>
                  <a:pt x="0" y="0"/>
                </a:cubicBezTo>
                <a:lnTo>
                  <a:pt x="0" y="5315"/>
                </a:lnTo>
                <a:lnTo>
                  <a:pt x="4082" y="5315"/>
                </a:lnTo>
                <a:cubicBezTo>
                  <a:pt x="17210" y="5315"/>
                  <a:pt x="17552" y="7202"/>
                  <a:pt x="17552" y="13370"/>
                </a:cubicBezTo>
                <a:lnTo>
                  <a:pt x="17552" y="103651"/>
                </a:lnTo>
                <a:cubicBezTo>
                  <a:pt x="17552" y="109820"/>
                  <a:pt x="17210" y="111707"/>
                  <a:pt x="4082" y="111707"/>
                </a:cubicBezTo>
                <a:lnTo>
                  <a:pt x="0" y="111707"/>
                </a:lnTo>
                <a:lnTo>
                  <a:pt x="0" y="117021"/>
                </a:lnTo>
                <a:lnTo>
                  <a:pt x="88836" y="117021"/>
                </a:lnTo>
                <a:lnTo>
                  <a:pt x="93604" y="72824"/>
                </a:lnTo>
              </a:path>
            </a:pathLst>
          </a:custGeom>
          <a:solidFill xmlns:a="http://schemas.openxmlformats.org/drawingml/2006/main">
            <a:srgbClr val="3B8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90">
            <a:extLst xmlns:a="http://schemas.openxmlformats.org/drawingml/2006/main">
              <a:ext uri="{FF2B5EF4-FFF2-40B4-BE49-F238E27FC236}">
                <a16:creationId xmlns:a16="http://schemas.microsoft.com/office/drawing/2014/main" id="{99739DCD-48C0-4B34-A4C5-11CE8BDD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5638" y="1176387"/>
            <a:ext cx="75530" cy="124568"/>
          </a:xfrm>
          <a:custGeom xmlns:a="http://schemas.openxmlformats.org/drawingml/2006/main">
            <a:pathLst>
              <a:path w="75530" h="124568">
                <a:moveTo>
                  <a:pt x="49960" y="54318"/>
                </a:moveTo>
                <a:lnTo>
                  <a:pt x="28132" y="49004"/>
                </a:lnTo>
                <a:cubicBezTo>
                  <a:pt x="17568" y="46428"/>
                  <a:pt x="10907" y="37190"/>
                  <a:pt x="10907" y="27249"/>
                </a:cubicBezTo>
                <a:cubicBezTo>
                  <a:pt x="10907" y="15257"/>
                  <a:pt x="20115" y="4807"/>
                  <a:pt x="33422" y="4807"/>
                </a:cubicBezTo>
                <a:cubicBezTo>
                  <a:pt x="61897" y="4807"/>
                  <a:pt x="65651" y="32894"/>
                  <a:pt x="66664" y="40605"/>
                </a:cubicBezTo>
                <a:cubicBezTo>
                  <a:pt x="66843" y="41637"/>
                  <a:pt x="66843" y="42670"/>
                  <a:pt x="68720" y="42670"/>
                </a:cubicBezTo>
                <a:cubicBezTo>
                  <a:pt x="70926" y="42670"/>
                  <a:pt x="70926" y="41802"/>
                  <a:pt x="70926" y="38553"/>
                </a:cubicBezTo>
                <a:lnTo>
                  <a:pt x="70926" y="4117"/>
                </a:lnTo>
                <a:cubicBezTo>
                  <a:pt x="70926" y="1198"/>
                  <a:pt x="70926" y="0"/>
                  <a:pt x="69063" y="0"/>
                </a:cubicBezTo>
                <a:cubicBezTo>
                  <a:pt x="67856" y="0"/>
                  <a:pt x="67692" y="180"/>
                  <a:pt x="66500" y="2231"/>
                </a:cubicBezTo>
                <a:lnTo>
                  <a:pt x="60524" y="11993"/>
                </a:lnTo>
                <a:cubicBezTo>
                  <a:pt x="55414" y="7023"/>
                  <a:pt x="48426" y="0"/>
                  <a:pt x="33243" y="0"/>
                </a:cubicBezTo>
                <a:cubicBezTo>
                  <a:pt x="14319" y="0"/>
                  <a:pt x="0" y="15077"/>
                  <a:pt x="0" y="33238"/>
                </a:cubicBezTo>
                <a:cubicBezTo>
                  <a:pt x="0" y="47462"/>
                  <a:pt x="9029" y="59978"/>
                  <a:pt x="22336" y="64590"/>
                </a:cubicBezTo>
                <a:cubicBezTo>
                  <a:pt x="24213" y="65279"/>
                  <a:pt x="32900" y="67345"/>
                  <a:pt x="44850" y="70249"/>
                </a:cubicBezTo>
                <a:cubicBezTo>
                  <a:pt x="49439" y="71446"/>
                  <a:pt x="54565" y="72644"/>
                  <a:pt x="59333" y="78992"/>
                </a:cubicBezTo>
                <a:cubicBezTo>
                  <a:pt x="62924" y="83439"/>
                  <a:pt x="64623" y="89099"/>
                  <a:pt x="64623" y="94758"/>
                </a:cubicBezTo>
                <a:cubicBezTo>
                  <a:pt x="64623" y="106916"/>
                  <a:pt x="56100" y="119252"/>
                  <a:pt x="41780" y="119252"/>
                </a:cubicBezTo>
                <a:cubicBezTo>
                  <a:pt x="36834" y="119252"/>
                  <a:pt x="23870" y="118399"/>
                  <a:pt x="14826" y="110000"/>
                </a:cubicBezTo>
                <a:cubicBezTo>
                  <a:pt x="4946" y="100747"/>
                  <a:pt x="4425" y="89788"/>
                  <a:pt x="4261" y="83619"/>
                </a:cubicBezTo>
                <a:cubicBezTo>
                  <a:pt x="4082" y="81897"/>
                  <a:pt x="2727" y="81897"/>
                  <a:pt x="2220" y="81897"/>
                </a:cubicBezTo>
                <a:cubicBezTo>
                  <a:pt x="0" y="81897"/>
                  <a:pt x="0" y="83095"/>
                  <a:pt x="0" y="86179"/>
                </a:cubicBezTo>
                <a:lnTo>
                  <a:pt x="0" y="120450"/>
                </a:lnTo>
                <a:cubicBezTo>
                  <a:pt x="0" y="123370"/>
                  <a:pt x="0" y="124568"/>
                  <a:pt x="1878" y="124568"/>
                </a:cubicBezTo>
                <a:cubicBezTo>
                  <a:pt x="3069" y="124568"/>
                  <a:pt x="3233" y="124223"/>
                  <a:pt x="4425" y="122336"/>
                </a:cubicBezTo>
                <a:cubicBezTo>
                  <a:pt x="4425" y="122171"/>
                  <a:pt x="4946" y="121648"/>
                  <a:pt x="10565" y="112575"/>
                </a:cubicBezTo>
                <a:cubicBezTo>
                  <a:pt x="15855" y="118399"/>
                  <a:pt x="26761" y="124568"/>
                  <a:pt x="41944" y="124568"/>
                </a:cubicBezTo>
                <a:cubicBezTo>
                  <a:pt x="61897" y="124568"/>
                  <a:pt x="75530" y="107769"/>
                  <a:pt x="75530" y="88919"/>
                </a:cubicBezTo>
                <a:cubicBezTo>
                  <a:pt x="75530" y="71791"/>
                  <a:pt x="64280" y="57747"/>
                  <a:pt x="49960" y="54318"/>
                </a:cubicBezTo>
              </a:path>
            </a:pathLst>
          </a:custGeom>
          <a:solidFill xmlns:a="http://schemas.openxmlformats.org/drawingml/2006/main">
            <a:srgbClr val="3B8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df-path-91">
            <a:extLst xmlns:a="http://schemas.openxmlformats.org/drawingml/2006/main">
              <a:ext uri="{FF2B5EF4-FFF2-40B4-BE49-F238E27FC236}">
                <a16:creationId xmlns:a16="http://schemas.microsoft.com/office/drawing/2014/main" id="{4BEE2C9C-D50C-443B-9112-3705F6B5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7423" y="1180161"/>
            <a:ext cx="114584" cy="117021"/>
          </a:xfrm>
          <a:custGeom xmlns:a="http://schemas.openxmlformats.org/drawingml/2006/main">
            <a:pathLst>
              <a:path w="114584" h="117021">
                <a:moveTo>
                  <a:pt x="0" y="0"/>
                </a:moveTo>
                <a:lnTo>
                  <a:pt x="0" y="5315"/>
                </a:lnTo>
                <a:lnTo>
                  <a:pt x="4084" y="5315"/>
                </a:lnTo>
                <a:cubicBezTo>
                  <a:pt x="17211" y="5315"/>
                  <a:pt x="17552" y="7202"/>
                  <a:pt x="17552" y="13370"/>
                </a:cubicBezTo>
                <a:lnTo>
                  <a:pt x="17552" y="103651"/>
                </a:lnTo>
                <a:cubicBezTo>
                  <a:pt x="17552" y="109820"/>
                  <a:pt x="17211" y="111707"/>
                  <a:pt x="4084" y="111707"/>
                </a:cubicBezTo>
                <a:lnTo>
                  <a:pt x="0" y="111707"/>
                </a:lnTo>
                <a:lnTo>
                  <a:pt x="0" y="117021"/>
                </a:lnTo>
                <a:lnTo>
                  <a:pt x="62403" y="117021"/>
                </a:lnTo>
                <a:cubicBezTo>
                  <a:pt x="91041" y="117021"/>
                  <a:pt x="114584" y="91658"/>
                  <a:pt x="114584" y="59454"/>
                </a:cubicBezTo>
                <a:cubicBezTo>
                  <a:pt x="114584" y="26905"/>
                  <a:pt x="91562" y="0"/>
                  <a:pt x="62403" y="0"/>
                </a:cubicBezTo>
                <a:lnTo>
                  <a:pt x="0" y="0"/>
                </a:lnTo>
                <a:moveTo>
                  <a:pt x="40574" y="111707"/>
                </a:moveTo>
                <a:cubicBezTo>
                  <a:pt x="32558" y="111707"/>
                  <a:pt x="32215" y="110508"/>
                  <a:pt x="32215" y="104864"/>
                </a:cubicBezTo>
                <a:lnTo>
                  <a:pt x="32215" y="12156"/>
                </a:lnTo>
                <a:cubicBezTo>
                  <a:pt x="32215" y="6512"/>
                  <a:pt x="32558" y="5315"/>
                  <a:pt x="40574" y="5315"/>
                </a:cubicBezTo>
                <a:lnTo>
                  <a:pt x="57620" y="5315"/>
                </a:lnTo>
                <a:cubicBezTo>
                  <a:pt x="68199" y="5315"/>
                  <a:pt x="79970" y="9088"/>
                  <a:pt x="88657" y="21245"/>
                </a:cubicBezTo>
                <a:cubicBezTo>
                  <a:pt x="95988" y="31352"/>
                  <a:pt x="97523" y="46084"/>
                  <a:pt x="97523" y="59454"/>
                </a:cubicBezTo>
                <a:cubicBezTo>
                  <a:pt x="97523" y="78468"/>
                  <a:pt x="94290" y="88754"/>
                  <a:pt x="88150" y="97153"/>
                </a:cubicBezTo>
                <a:cubicBezTo>
                  <a:pt x="84739" y="101780"/>
                  <a:pt x="75024" y="111707"/>
                  <a:pt x="57799" y="111707"/>
                </a:cubicBezTo>
                <a:lnTo>
                  <a:pt x="40574" y="111707"/>
                </a:lnTo>
              </a:path>
            </a:pathLst>
          </a:custGeom>
          <a:solidFill xmlns:a="http://schemas.openxmlformats.org/drawingml/2006/main">
            <a:srgbClr val="3B8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92">
            <a:extLst xmlns:a="http://schemas.openxmlformats.org/drawingml/2006/main">
              <a:ext uri="{FF2B5EF4-FFF2-40B4-BE49-F238E27FC236}">
                <a16:creationId xmlns:a16="http://schemas.microsoft.com/office/drawing/2014/main" id="{0815B27F-3F69-4930-BE64-56C79534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183" y="966430"/>
            <a:ext cx="95" cy="95"/>
          </a:xfrm>
          <a:custGeom xmlns:a="http://schemas.openxmlformats.org/drawingml/2006/main">
            <a:pathLst>
              <a:path w="95" h="95">
                <a:moveTo>
                  <a:pt x="0" y="1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1"/>
                  <a:pt x="1" y="1"/>
                </a:cubicBezTo>
                <a:cubicBezTo>
                  <a:pt x="1" y="0"/>
                  <a:pt x="1" y="0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1"/>
                </a:cubicBezTo>
                <a:cubicBezTo>
                  <a:pt x="1" y="0"/>
                  <a:pt x="1" y="0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1"/>
                  <a:pt x="1" y="1"/>
                </a:cubicBezTo>
                <a:cubicBezTo>
                  <a:pt x="1" y="0"/>
                  <a:pt x="0" y="0"/>
                  <a:pt x="1" y="1"/>
                </a:cubicBezTo>
                <a:cubicBezTo>
                  <a:pt x="1" y="1"/>
                  <a:pt x="1" y="0"/>
                  <a:pt x="1" y="0"/>
                </a:cubicBezTo>
                <a:cubicBezTo>
                  <a:pt x="1" y="1"/>
                  <a:pt x="1" y="0"/>
                  <a:pt x="1" y="1"/>
                </a:cubicBezTo>
                <a:cubicBezTo>
                  <a:pt x="1" y="1"/>
                  <a:pt x="1" y="0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1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1"/>
                  <a:pt x="1" y="1"/>
                </a:cubicBezTo>
                <a:cubicBezTo>
                  <a:pt x="1" y="1"/>
                  <a:pt x="1" y="0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1"/>
                  <a:pt x="1" y="1"/>
                </a:cubicBezTo>
                <a:cubicBezTo>
                  <a:pt x="1" y="1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0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0"/>
                  <a:pt x="1" y="1"/>
                </a:cubicBezTo>
                <a:cubicBezTo>
                  <a:pt x="1" y="0"/>
                  <a:pt x="1" y="0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1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1"/>
                  <a:pt x="1" y="0"/>
                </a:cubicBezTo>
                <a:cubicBezTo>
                  <a:pt x="0" y="1"/>
                  <a:pt x="1" y="0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1"/>
                  <a:pt x="0" y="1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pdf-path-93">
            <a:extLst xmlns:a="http://schemas.openxmlformats.org/drawingml/2006/main">
              <a:ext uri="{FF2B5EF4-FFF2-40B4-BE49-F238E27FC236}">
                <a16:creationId xmlns:a16="http://schemas.microsoft.com/office/drawing/2014/main" id="{71A175F4-FCD4-48D8-8E8A-4C6F1978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103" y="959701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pdf-path-94">
            <a:extLst xmlns:a="http://schemas.openxmlformats.org/drawingml/2006/main">
              <a:ext uri="{FF2B5EF4-FFF2-40B4-BE49-F238E27FC236}">
                <a16:creationId xmlns:a16="http://schemas.microsoft.com/office/drawing/2014/main" id="{82B0FC40-42ED-483B-B195-BBFBECD3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648" y="883837"/>
            <a:ext cx="78986" cy="117092"/>
          </a:xfrm>
          <a:custGeom xmlns:a="http://schemas.openxmlformats.org/drawingml/2006/main">
            <a:pathLst>
              <a:path w="78986" h="117092">
                <a:moveTo>
                  <a:pt x="58010" y="13198"/>
                </a:moveTo>
                <a:cubicBezTo>
                  <a:pt x="59545" y="7026"/>
                  <a:pt x="60051" y="5318"/>
                  <a:pt x="73529" y="5318"/>
                </a:cubicBezTo>
                <a:cubicBezTo>
                  <a:pt x="77629" y="5318"/>
                  <a:pt x="78986" y="5318"/>
                  <a:pt x="78986" y="2052"/>
                </a:cubicBezTo>
                <a:cubicBezTo>
                  <a:pt x="78986" y="0"/>
                  <a:pt x="77121" y="0"/>
                  <a:pt x="76437" y="0"/>
                </a:cubicBezTo>
                <a:cubicBezTo>
                  <a:pt x="71486" y="0"/>
                  <a:pt x="58859" y="509"/>
                  <a:pt x="53909" y="509"/>
                </a:cubicBezTo>
                <a:cubicBezTo>
                  <a:pt x="48796" y="509"/>
                  <a:pt x="36347" y="0"/>
                  <a:pt x="31218" y="0"/>
                </a:cubicBezTo>
                <a:cubicBezTo>
                  <a:pt x="30025" y="0"/>
                  <a:pt x="27804" y="0"/>
                  <a:pt x="27804" y="3430"/>
                </a:cubicBezTo>
                <a:cubicBezTo>
                  <a:pt x="27804" y="5318"/>
                  <a:pt x="29340" y="5318"/>
                  <a:pt x="32589" y="5318"/>
                </a:cubicBezTo>
                <a:cubicBezTo>
                  <a:pt x="39746" y="5318"/>
                  <a:pt x="44353" y="5318"/>
                  <a:pt x="44353" y="8568"/>
                </a:cubicBezTo>
                <a:cubicBezTo>
                  <a:pt x="44353" y="9423"/>
                  <a:pt x="44353" y="9767"/>
                  <a:pt x="44024" y="11311"/>
                </a:cubicBezTo>
                <a:lnTo>
                  <a:pt x="20991" y="103714"/>
                </a:lnTo>
                <a:cubicBezTo>
                  <a:pt x="19455" y="110066"/>
                  <a:pt x="18934" y="111774"/>
                  <a:pt x="5455" y="111774"/>
                </a:cubicBezTo>
                <a:cubicBezTo>
                  <a:pt x="1535" y="111774"/>
                  <a:pt x="0" y="111774"/>
                  <a:pt x="0" y="115205"/>
                </a:cubicBezTo>
                <a:cubicBezTo>
                  <a:pt x="0" y="117092"/>
                  <a:pt x="2041" y="117092"/>
                  <a:pt x="2563" y="117092"/>
                </a:cubicBezTo>
                <a:cubicBezTo>
                  <a:pt x="7513" y="117092"/>
                  <a:pt x="19962" y="116583"/>
                  <a:pt x="24912" y="116583"/>
                </a:cubicBezTo>
                <a:cubicBezTo>
                  <a:pt x="30025" y="116583"/>
                  <a:pt x="42653" y="117092"/>
                  <a:pt x="47767" y="117092"/>
                </a:cubicBezTo>
                <a:cubicBezTo>
                  <a:pt x="49138" y="117092"/>
                  <a:pt x="51181" y="117092"/>
                  <a:pt x="51181" y="113841"/>
                </a:cubicBezTo>
                <a:cubicBezTo>
                  <a:pt x="51181" y="111774"/>
                  <a:pt x="49824" y="111774"/>
                  <a:pt x="46067" y="111774"/>
                </a:cubicBezTo>
                <a:cubicBezTo>
                  <a:pt x="42996" y="111774"/>
                  <a:pt x="42146" y="111774"/>
                  <a:pt x="38732" y="111429"/>
                </a:cubicBezTo>
                <a:cubicBezTo>
                  <a:pt x="35140" y="111085"/>
                  <a:pt x="34468" y="110411"/>
                  <a:pt x="34468" y="108523"/>
                </a:cubicBezTo>
                <a:cubicBezTo>
                  <a:pt x="34468" y="107145"/>
                  <a:pt x="34811" y="105781"/>
                  <a:pt x="35140" y="104583"/>
                </a:cubicBezTo>
                <a:lnTo>
                  <a:pt x="58010" y="13198"/>
                </a:lnTo>
              </a:path>
            </a:pathLst>
          </a:custGeom>
          <a:solidFill xmlns:a="http://schemas.openxmlformats.org/drawingml/2006/main">
            <a:srgbClr val="B36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path-95">
            <a:extLst xmlns:a="http://schemas.openxmlformats.org/drawingml/2006/main">
              <a:ext uri="{FF2B5EF4-FFF2-40B4-BE49-F238E27FC236}">
                <a16:creationId xmlns:a16="http://schemas.microsoft.com/office/drawing/2014/main" id="{961C2B63-C827-4F14-AC0E-3C7DA860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477" y="872346"/>
            <a:ext cx="39582" cy="171445"/>
          </a:xfrm>
          <a:custGeom xmlns:a="http://schemas.openxmlformats.org/drawingml/2006/main">
            <a:pathLst>
              <a:path w="39582" h="171445">
                <a:moveTo>
                  <a:pt x="39582" y="169722"/>
                </a:moveTo>
                <a:cubicBezTo>
                  <a:pt x="39582" y="169212"/>
                  <a:pt x="39582" y="168868"/>
                  <a:pt x="36675" y="165961"/>
                </a:cubicBezTo>
                <a:cubicBezTo>
                  <a:pt x="15356" y="144358"/>
                  <a:pt x="9899" y="111954"/>
                  <a:pt x="9899" y="85723"/>
                </a:cubicBezTo>
                <a:cubicBezTo>
                  <a:pt x="9899" y="55894"/>
                  <a:pt x="16384" y="26067"/>
                  <a:pt x="37360" y="4630"/>
                </a:cubicBezTo>
                <a:cubicBezTo>
                  <a:pt x="39582" y="2577"/>
                  <a:pt x="39582" y="2232"/>
                  <a:pt x="39582" y="1722"/>
                </a:cubicBezTo>
                <a:cubicBezTo>
                  <a:pt x="39582" y="524"/>
                  <a:pt x="38896" y="0"/>
                  <a:pt x="37868" y="0"/>
                </a:cubicBezTo>
                <a:cubicBezTo>
                  <a:pt x="36168" y="0"/>
                  <a:pt x="20812" y="11656"/>
                  <a:pt x="10749" y="33439"/>
                </a:cubicBezTo>
                <a:cubicBezTo>
                  <a:pt x="2042" y="52298"/>
                  <a:pt x="0" y="71325"/>
                  <a:pt x="0" y="85723"/>
                </a:cubicBezTo>
                <a:cubicBezTo>
                  <a:pt x="0" y="99100"/>
                  <a:pt x="1878" y="119835"/>
                  <a:pt x="11255" y="139220"/>
                </a:cubicBezTo>
                <a:cubicBezTo>
                  <a:pt x="21498" y="160298"/>
                  <a:pt x="36168" y="171445"/>
                  <a:pt x="37868" y="171445"/>
                </a:cubicBezTo>
                <a:cubicBezTo>
                  <a:pt x="38896" y="171445"/>
                  <a:pt x="39582" y="170935"/>
                  <a:pt x="39582" y="169722"/>
                </a:cubicBezTo>
              </a:path>
            </a:pathLst>
          </a:custGeom>
          <a:solidFill xmlns:a="http://schemas.openxmlformats.org/drawingml/2006/main">
            <a:srgbClr val="B36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df-path-96">
            <a:extLst xmlns:a="http://schemas.openxmlformats.org/drawingml/2006/main">
              <a:ext uri="{FF2B5EF4-FFF2-40B4-BE49-F238E27FC236}">
                <a16:creationId xmlns:a16="http://schemas.microsoft.com/office/drawing/2014/main" id="{4C33E2E0-23A5-4BAB-9005-36AD9D45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246" y="880060"/>
            <a:ext cx="101170" cy="124645"/>
          </a:xfrm>
          <a:custGeom xmlns:a="http://schemas.openxmlformats.org/drawingml/2006/main">
            <a:pathLst>
              <a:path w="101170" h="124645">
                <a:moveTo>
                  <a:pt x="101170" y="1724"/>
                </a:moveTo>
                <a:cubicBezTo>
                  <a:pt x="101170" y="1199"/>
                  <a:pt x="100828" y="0"/>
                  <a:pt x="99292" y="0"/>
                </a:cubicBezTo>
                <a:cubicBezTo>
                  <a:pt x="98442" y="0"/>
                  <a:pt x="98278" y="181"/>
                  <a:pt x="96221" y="2578"/>
                </a:cubicBezTo>
                <a:lnTo>
                  <a:pt x="88037" y="12345"/>
                </a:lnTo>
                <a:cubicBezTo>
                  <a:pt x="83593" y="4285"/>
                  <a:pt x="74722" y="0"/>
                  <a:pt x="63646" y="0"/>
                </a:cubicBezTo>
                <a:cubicBezTo>
                  <a:pt x="41969" y="0"/>
                  <a:pt x="21498" y="19716"/>
                  <a:pt x="21498" y="40465"/>
                </a:cubicBezTo>
                <a:cubicBezTo>
                  <a:pt x="21498" y="54352"/>
                  <a:pt x="30534" y="62233"/>
                  <a:pt x="39240" y="64809"/>
                </a:cubicBezTo>
                <a:lnTo>
                  <a:pt x="57503" y="69603"/>
                </a:lnTo>
                <a:cubicBezTo>
                  <a:pt x="63809" y="71147"/>
                  <a:pt x="73187" y="73723"/>
                  <a:pt x="73187" y="87776"/>
                </a:cubicBezTo>
                <a:cubicBezTo>
                  <a:pt x="73187" y="103206"/>
                  <a:pt x="59203" y="119326"/>
                  <a:pt x="42490" y="119326"/>
                </a:cubicBezTo>
                <a:cubicBezTo>
                  <a:pt x="31562" y="119326"/>
                  <a:pt x="12628" y="115551"/>
                  <a:pt x="12628" y="94292"/>
                </a:cubicBezTo>
                <a:cubicBezTo>
                  <a:pt x="12628" y="90188"/>
                  <a:pt x="13478" y="86067"/>
                  <a:pt x="13657" y="85034"/>
                </a:cubicBezTo>
                <a:cubicBezTo>
                  <a:pt x="13820" y="84360"/>
                  <a:pt x="13984" y="84180"/>
                  <a:pt x="13984" y="83835"/>
                </a:cubicBezTo>
                <a:cubicBezTo>
                  <a:pt x="13984" y="82128"/>
                  <a:pt x="12792" y="81948"/>
                  <a:pt x="11943" y="81948"/>
                </a:cubicBezTo>
                <a:cubicBezTo>
                  <a:pt x="11092" y="81948"/>
                  <a:pt x="10750" y="82128"/>
                  <a:pt x="10242" y="82637"/>
                </a:cubicBezTo>
                <a:cubicBezTo>
                  <a:pt x="9557" y="83326"/>
                  <a:pt x="0" y="122412"/>
                  <a:pt x="0" y="122922"/>
                </a:cubicBezTo>
                <a:cubicBezTo>
                  <a:pt x="0" y="123955"/>
                  <a:pt x="850" y="124645"/>
                  <a:pt x="1879" y="124645"/>
                </a:cubicBezTo>
                <a:cubicBezTo>
                  <a:pt x="2728" y="124645"/>
                  <a:pt x="2908" y="124464"/>
                  <a:pt x="4950" y="122068"/>
                </a:cubicBezTo>
                <a:lnTo>
                  <a:pt x="13313" y="112300"/>
                </a:lnTo>
                <a:cubicBezTo>
                  <a:pt x="20649" y="122248"/>
                  <a:pt x="32247" y="124645"/>
                  <a:pt x="42147" y="124645"/>
                </a:cubicBezTo>
                <a:cubicBezTo>
                  <a:pt x="65345" y="124645"/>
                  <a:pt x="85471" y="101843"/>
                  <a:pt x="85471" y="80584"/>
                </a:cubicBezTo>
                <a:cubicBezTo>
                  <a:pt x="85471" y="68749"/>
                  <a:pt x="79672" y="62922"/>
                  <a:pt x="77123" y="60524"/>
                </a:cubicBezTo>
                <a:cubicBezTo>
                  <a:pt x="73187" y="56584"/>
                  <a:pt x="70638" y="55895"/>
                  <a:pt x="55445" y="51955"/>
                </a:cubicBezTo>
                <a:cubicBezTo>
                  <a:pt x="51688" y="50922"/>
                  <a:pt x="45561" y="49215"/>
                  <a:pt x="44026" y="48869"/>
                </a:cubicBezTo>
                <a:cubicBezTo>
                  <a:pt x="39419" y="47326"/>
                  <a:pt x="33605" y="42352"/>
                  <a:pt x="33605" y="33259"/>
                </a:cubicBezTo>
                <a:cubicBezTo>
                  <a:pt x="33605" y="19372"/>
                  <a:pt x="47260" y="4810"/>
                  <a:pt x="63467" y="4810"/>
                </a:cubicBezTo>
                <a:cubicBezTo>
                  <a:pt x="77630" y="4810"/>
                  <a:pt x="88037" y="12181"/>
                  <a:pt x="88037" y="31371"/>
                </a:cubicBezTo>
                <a:cubicBezTo>
                  <a:pt x="88037" y="36870"/>
                  <a:pt x="87350" y="39955"/>
                  <a:pt x="87350" y="40975"/>
                </a:cubicBezTo>
                <a:cubicBezTo>
                  <a:pt x="87350" y="41154"/>
                  <a:pt x="87350" y="42697"/>
                  <a:pt x="89408" y="42697"/>
                </a:cubicBezTo>
                <a:cubicBezTo>
                  <a:pt x="91107" y="42697"/>
                  <a:pt x="91271" y="42173"/>
                  <a:pt x="91957" y="39266"/>
                </a:cubicBezTo>
                <a:lnTo>
                  <a:pt x="101170" y="1724"/>
                </a:lnTo>
              </a:path>
            </a:pathLst>
          </a:custGeom>
          <a:solidFill xmlns:a="http://schemas.openxmlformats.org/drawingml/2006/main">
            <a:srgbClr val="B36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df-path-97">
            <a:extLst xmlns:a="http://schemas.openxmlformats.org/drawingml/2006/main">
              <a:ext uri="{FF2B5EF4-FFF2-40B4-BE49-F238E27FC236}">
                <a16:creationId xmlns:a16="http://schemas.microsoft.com/office/drawing/2014/main" id="{BF2FF051-1F5C-4DAD-AD0D-38EB6A0A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544" y="927041"/>
            <a:ext cx="18607" cy="106982"/>
          </a:xfrm>
          <a:custGeom xmlns:a="http://schemas.openxmlformats.org/drawingml/2006/main">
            <a:pathLst>
              <a:path w="18607" h="106982">
                <a:moveTo>
                  <a:pt x="18085" y="9079"/>
                </a:moveTo>
                <a:cubicBezTo>
                  <a:pt x="18085" y="4106"/>
                  <a:pt x="14000" y="0"/>
                  <a:pt x="9050" y="0"/>
                </a:cubicBezTo>
                <a:cubicBezTo>
                  <a:pt x="4100" y="0"/>
                  <a:pt x="0" y="4106"/>
                  <a:pt x="0" y="9079"/>
                </a:cubicBezTo>
                <a:cubicBezTo>
                  <a:pt x="0" y="14053"/>
                  <a:pt x="4100" y="18174"/>
                  <a:pt x="9050" y="18174"/>
                </a:cubicBezTo>
                <a:cubicBezTo>
                  <a:pt x="14000" y="18174"/>
                  <a:pt x="18085" y="14053"/>
                  <a:pt x="18085" y="9079"/>
                </a:cubicBezTo>
                <a:moveTo>
                  <a:pt x="14850" y="72000"/>
                </a:moveTo>
                <a:cubicBezTo>
                  <a:pt x="14850" y="76809"/>
                  <a:pt x="14850" y="90172"/>
                  <a:pt x="3922" y="102861"/>
                </a:cubicBezTo>
                <a:cubicBezTo>
                  <a:pt x="2729" y="104239"/>
                  <a:pt x="2729" y="104570"/>
                  <a:pt x="2729" y="105093"/>
                </a:cubicBezTo>
                <a:cubicBezTo>
                  <a:pt x="2729" y="106292"/>
                  <a:pt x="3579" y="106982"/>
                  <a:pt x="4443" y="106982"/>
                </a:cubicBezTo>
                <a:cubicBezTo>
                  <a:pt x="6322" y="106982"/>
                  <a:pt x="18607" y="93259"/>
                  <a:pt x="18607" y="73378"/>
                </a:cubicBezTo>
                <a:cubicBezTo>
                  <a:pt x="18607" y="68405"/>
                  <a:pt x="18264" y="55716"/>
                  <a:pt x="9050" y="55716"/>
                </a:cubicBezTo>
                <a:cubicBezTo>
                  <a:pt x="3072" y="55716"/>
                  <a:pt x="0" y="60345"/>
                  <a:pt x="0" y="64794"/>
                </a:cubicBezTo>
                <a:cubicBezTo>
                  <a:pt x="0" y="69259"/>
                  <a:pt x="2908" y="73888"/>
                  <a:pt x="9050" y="73888"/>
                </a:cubicBezTo>
                <a:cubicBezTo>
                  <a:pt x="9900" y="73888"/>
                  <a:pt x="10243" y="73888"/>
                  <a:pt x="10406" y="73723"/>
                </a:cubicBezTo>
                <a:cubicBezTo>
                  <a:pt x="11599" y="73543"/>
                  <a:pt x="13478" y="73199"/>
                  <a:pt x="14850" y="72000"/>
                </a:cubicBezTo>
              </a:path>
            </a:pathLst>
          </a:custGeom>
          <a:solidFill xmlns:a="http://schemas.openxmlformats.org/drawingml/2006/main">
            <a:srgbClr val="B36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98">
            <a:extLst xmlns:a="http://schemas.openxmlformats.org/drawingml/2006/main">
              <a:ext uri="{FF2B5EF4-FFF2-40B4-BE49-F238E27FC236}">
                <a16:creationId xmlns:a16="http://schemas.microsoft.com/office/drawing/2014/main" id="{9E13226C-4F7D-40D8-B523-AB9F6932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106" y="883837"/>
            <a:ext cx="113455" cy="117092"/>
          </a:xfrm>
          <a:custGeom xmlns:a="http://schemas.openxmlformats.org/drawingml/2006/main">
            <a:pathLst>
              <a:path w="113455" h="117092">
                <a:moveTo>
                  <a:pt x="112934" y="4120"/>
                </a:moveTo>
                <a:cubicBezTo>
                  <a:pt x="113112" y="3430"/>
                  <a:pt x="113455" y="2576"/>
                  <a:pt x="113455" y="1542"/>
                </a:cubicBezTo>
                <a:cubicBezTo>
                  <a:pt x="113455" y="0"/>
                  <a:pt x="112606" y="0"/>
                  <a:pt x="109192" y="0"/>
                </a:cubicBezTo>
                <a:lnTo>
                  <a:pt x="37182" y="0"/>
                </a:lnTo>
                <a:cubicBezTo>
                  <a:pt x="33098" y="0"/>
                  <a:pt x="32919" y="165"/>
                  <a:pt x="31905" y="3430"/>
                </a:cubicBezTo>
                <a:lnTo>
                  <a:pt x="22513" y="34292"/>
                </a:lnTo>
                <a:cubicBezTo>
                  <a:pt x="22169" y="35145"/>
                  <a:pt x="22006" y="36343"/>
                  <a:pt x="22006" y="36689"/>
                </a:cubicBezTo>
                <a:cubicBezTo>
                  <a:pt x="22006" y="36853"/>
                  <a:pt x="22006" y="38575"/>
                  <a:pt x="24047" y="38575"/>
                </a:cubicBezTo>
                <a:cubicBezTo>
                  <a:pt x="25584" y="38575"/>
                  <a:pt x="25927" y="37377"/>
                  <a:pt x="26269" y="36853"/>
                </a:cubicBezTo>
                <a:cubicBezTo>
                  <a:pt x="32754" y="16629"/>
                  <a:pt x="41625" y="5318"/>
                  <a:pt x="68238" y="5318"/>
                </a:cubicBezTo>
                <a:lnTo>
                  <a:pt x="96042" y="5318"/>
                </a:lnTo>
                <a:lnTo>
                  <a:pt x="686" y="112463"/>
                </a:lnTo>
                <a:cubicBezTo>
                  <a:pt x="686" y="112628"/>
                  <a:pt x="0" y="115040"/>
                  <a:pt x="0" y="115550"/>
                </a:cubicBezTo>
                <a:cubicBezTo>
                  <a:pt x="0" y="117092"/>
                  <a:pt x="1193" y="117092"/>
                  <a:pt x="4264" y="117092"/>
                </a:cubicBezTo>
                <a:lnTo>
                  <a:pt x="78479" y="117092"/>
                </a:lnTo>
                <a:cubicBezTo>
                  <a:pt x="82564" y="117092"/>
                  <a:pt x="82744" y="116928"/>
                  <a:pt x="83772" y="113662"/>
                </a:cubicBezTo>
                <a:lnTo>
                  <a:pt x="95878" y="75774"/>
                </a:lnTo>
                <a:cubicBezTo>
                  <a:pt x="96042" y="75085"/>
                  <a:pt x="96564" y="73887"/>
                  <a:pt x="96564" y="73198"/>
                </a:cubicBezTo>
                <a:cubicBezTo>
                  <a:pt x="96564" y="72344"/>
                  <a:pt x="95878" y="71325"/>
                  <a:pt x="94342" y="71325"/>
                </a:cubicBezTo>
                <a:cubicBezTo>
                  <a:pt x="92807" y="71325"/>
                  <a:pt x="92643" y="71999"/>
                  <a:pt x="91451" y="75610"/>
                </a:cubicBezTo>
                <a:cubicBezTo>
                  <a:pt x="83936" y="98920"/>
                  <a:pt x="75751" y="111264"/>
                  <a:pt x="46738" y="111264"/>
                </a:cubicBezTo>
                <a:lnTo>
                  <a:pt x="17563" y="111264"/>
                </a:lnTo>
                <a:lnTo>
                  <a:pt x="112934" y="4120"/>
                </a:lnTo>
              </a:path>
            </a:pathLst>
          </a:custGeom>
          <a:solidFill xmlns:a="http://schemas.openxmlformats.org/drawingml/2006/main">
            <a:srgbClr val="B36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99">
            <a:extLst xmlns:a="http://schemas.openxmlformats.org/drawingml/2006/main">
              <a:ext uri="{FF2B5EF4-FFF2-40B4-BE49-F238E27FC236}">
                <a16:creationId xmlns:a16="http://schemas.microsoft.com/office/drawing/2014/main" id="{7B2EA44B-1AFD-443E-8B55-4CD7EFD1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39" y="872346"/>
            <a:ext cx="39582" cy="171445"/>
          </a:xfrm>
          <a:custGeom xmlns:a="http://schemas.openxmlformats.org/drawingml/2006/main">
            <a:pathLst>
              <a:path w="39582" h="171445">
                <a:moveTo>
                  <a:pt x="39582" y="85723"/>
                </a:moveTo>
                <a:cubicBezTo>
                  <a:pt x="39582" y="72344"/>
                  <a:pt x="37704" y="51611"/>
                  <a:pt x="28326" y="32240"/>
                </a:cubicBezTo>
                <a:cubicBezTo>
                  <a:pt x="18084" y="11146"/>
                  <a:pt x="3414" y="0"/>
                  <a:pt x="1714" y="0"/>
                </a:cubicBezTo>
                <a:cubicBezTo>
                  <a:pt x="685" y="0"/>
                  <a:pt x="0" y="689"/>
                  <a:pt x="0" y="1722"/>
                </a:cubicBezTo>
                <a:cubicBezTo>
                  <a:pt x="0" y="2232"/>
                  <a:pt x="0" y="2577"/>
                  <a:pt x="3249" y="5663"/>
                </a:cubicBezTo>
                <a:cubicBezTo>
                  <a:pt x="19962" y="22636"/>
                  <a:pt x="29682" y="49887"/>
                  <a:pt x="29682" y="85723"/>
                </a:cubicBezTo>
                <a:cubicBezTo>
                  <a:pt x="29682" y="115040"/>
                  <a:pt x="23377" y="145213"/>
                  <a:pt x="2221" y="166816"/>
                </a:cubicBezTo>
                <a:cubicBezTo>
                  <a:pt x="0" y="168868"/>
                  <a:pt x="0" y="169212"/>
                  <a:pt x="0" y="169722"/>
                </a:cubicBezTo>
                <a:cubicBezTo>
                  <a:pt x="0" y="170755"/>
                  <a:pt x="685" y="171445"/>
                  <a:pt x="1714" y="171445"/>
                </a:cubicBezTo>
                <a:cubicBezTo>
                  <a:pt x="3414" y="171445"/>
                  <a:pt x="18769" y="159789"/>
                  <a:pt x="28833" y="138007"/>
                </a:cubicBezTo>
                <a:cubicBezTo>
                  <a:pt x="37540" y="119161"/>
                  <a:pt x="39582" y="100119"/>
                  <a:pt x="39582" y="85723"/>
                </a:cubicBezTo>
              </a:path>
            </a:pathLst>
          </a:custGeom>
          <a:solidFill xmlns:a="http://schemas.openxmlformats.org/drawingml/2006/main">
            <a:srgbClr val="B36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E4E37999-AD8A-466B-A72F-EB1BC765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749" y="1033283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cubicBezTo>
                  <a:pt x="0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1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0" y="0"/>
                  <a:pt x="0" y="0"/>
                  <a:pt x="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1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0" y="0"/>
                  <a:pt x="1" y="0"/>
                  <a:pt x="0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0" y="0"/>
                </a:cubicBezTo>
                <a:cubicBezTo>
                  <a:pt x="0" y="0"/>
                  <a:pt x="1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0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0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0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0" y="0"/>
                </a:cubicBezTo>
                <a:cubicBezTo>
                  <a:pt x="1" y="0"/>
                  <a:pt x="1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0" y="0"/>
                  <a:pt x="1" y="0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0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0" y="0"/>
                  <a:pt x="1" y="0"/>
                  <a:pt x="0" y="0"/>
                </a:cubicBezTo>
                <a:cubicBezTo>
                  <a:pt x="1" y="0"/>
                  <a:pt x="1" y="0"/>
                  <a:pt x="0" y="0"/>
                </a:cubicBezTo>
                <a:cubicBezTo>
                  <a:pt x="0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0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0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1" y="0"/>
                  <a:pt x="0" y="0"/>
                  <a:pt x="1" y="0"/>
                </a:cubicBezTo>
                <a:cubicBezTo>
                  <a:pt x="0" y="0"/>
                  <a:pt x="0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A486DFCE-BB58-4775-8BFE-93F916B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0135" y="1029451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111E5CA9-5DB3-48CB-9620-0512AACE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370" y="956437"/>
            <a:ext cx="156655" cy="145255"/>
          </a:xfrm>
          <a:custGeom xmlns:a="http://schemas.openxmlformats.org/drawingml/2006/main">
            <a:pathLst>
              <a:path w="156655" h="145255">
                <a:moveTo>
                  <a:pt x="92492" y="70603"/>
                </a:moveTo>
                <a:cubicBezTo>
                  <a:pt x="101076" y="70816"/>
                  <a:pt x="105152" y="71671"/>
                  <a:pt x="106435" y="72729"/>
                </a:cubicBezTo>
                <a:cubicBezTo>
                  <a:pt x="106651" y="72943"/>
                  <a:pt x="106867" y="73798"/>
                  <a:pt x="107083" y="74226"/>
                </a:cubicBezTo>
                <a:cubicBezTo>
                  <a:pt x="107083" y="76353"/>
                  <a:pt x="108797" y="76353"/>
                  <a:pt x="109876" y="76353"/>
                </a:cubicBezTo>
                <a:cubicBezTo>
                  <a:pt x="113305" y="76353"/>
                  <a:pt x="119959" y="72729"/>
                  <a:pt x="119959" y="68274"/>
                </a:cubicBezTo>
                <a:cubicBezTo>
                  <a:pt x="119959" y="62951"/>
                  <a:pt x="110943" y="61893"/>
                  <a:pt x="106003" y="61679"/>
                </a:cubicBezTo>
                <a:cubicBezTo>
                  <a:pt x="105584" y="61679"/>
                  <a:pt x="102575" y="61465"/>
                  <a:pt x="102575" y="61251"/>
                </a:cubicBezTo>
                <a:cubicBezTo>
                  <a:pt x="102575" y="60823"/>
                  <a:pt x="106003" y="57639"/>
                  <a:pt x="107730" y="55726"/>
                </a:cubicBezTo>
                <a:cubicBezTo>
                  <a:pt x="128111" y="35514"/>
                  <a:pt x="156655" y="3612"/>
                  <a:pt x="156655" y="1485"/>
                </a:cubicBezTo>
                <a:cubicBezTo>
                  <a:pt x="156655" y="855"/>
                  <a:pt x="156440" y="0"/>
                  <a:pt x="154930" y="0"/>
                </a:cubicBezTo>
                <a:cubicBezTo>
                  <a:pt x="153431" y="0"/>
                  <a:pt x="147856" y="1271"/>
                  <a:pt x="141634" y="5953"/>
                </a:cubicBezTo>
                <a:cubicBezTo>
                  <a:pt x="137762" y="5953"/>
                  <a:pt x="132402" y="5953"/>
                  <a:pt x="119959" y="3612"/>
                </a:cubicBezTo>
                <a:cubicBezTo>
                  <a:pt x="108150" y="1485"/>
                  <a:pt x="100428" y="0"/>
                  <a:pt x="92060" y="0"/>
                </a:cubicBezTo>
                <a:cubicBezTo>
                  <a:pt x="78322" y="0"/>
                  <a:pt x="65446" y="4895"/>
                  <a:pt x="54080" y="11692"/>
                </a:cubicBezTo>
                <a:cubicBezTo>
                  <a:pt x="34766" y="23823"/>
                  <a:pt x="33052" y="36157"/>
                  <a:pt x="33052" y="36370"/>
                </a:cubicBezTo>
                <a:cubicBezTo>
                  <a:pt x="33052" y="37001"/>
                  <a:pt x="33268" y="38070"/>
                  <a:pt x="34983" y="38070"/>
                </a:cubicBezTo>
                <a:cubicBezTo>
                  <a:pt x="39059" y="38070"/>
                  <a:pt x="51935" y="31903"/>
                  <a:pt x="53865" y="26164"/>
                </a:cubicBezTo>
                <a:cubicBezTo>
                  <a:pt x="56659" y="17859"/>
                  <a:pt x="59440" y="13189"/>
                  <a:pt x="74030" y="13189"/>
                </a:cubicBezTo>
                <a:cubicBezTo>
                  <a:pt x="75972" y="13189"/>
                  <a:pt x="81979" y="13189"/>
                  <a:pt x="94854" y="15530"/>
                </a:cubicBezTo>
                <a:cubicBezTo>
                  <a:pt x="105584" y="17443"/>
                  <a:pt x="114371" y="19142"/>
                  <a:pt x="122104" y="19142"/>
                </a:cubicBezTo>
                <a:cubicBezTo>
                  <a:pt x="124682" y="19142"/>
                  <a:pt x="127248" y="19142"/>
                  <a:pt x="129610" y="18500"/>
                </a:cubicBezTo>
                <a:cubicBezTo>
                  <a:pt x="118244" y="31689"/>
                  <a:pt x="108365" y="42537"/>
                  <a:pt x="89699" y="61465"/>
                </a:cubicBezTo>
                <a:lnTo>
                  <a:pt x="68239" y="61465"/>
                </a:lnTo>
                <a:cubicBezTo>
                  <a:pt x="56874" y="61465"/>
                  <a:pt x="54932" y="67846"/>
                  <a:pt x="54932" y="68689"/>
                </a:cubicBezTo>
                <a:cubicBezTo>
                  <a:pt x="54932" y="70603"/>
                  <a:pt x="56874" y="70603"/>
                  <a:pt x="60519" y="70603"/>
                </a:cubicBezTo>
                <a:lnTo>
                  <a:pt x="80048" y="70603"/>
                </a:lnTo>
                <a:cubicBezTo>
                  <a:pt x="78537" y="72313"/>
                  <a:pt x="68455" y="82306"/>
                  <a:pt x="40558" y="107186"/>
                </a:cubicBezTo>
                <a:cubicBezTo>
                  <a:pt x="40126" y="107614"/>
                  <a:pt x="24684" y="121432"/>
                  <a:pt x="6869" y="136321"/>
                </a:cubicBezTo>
                <a:cubicBezTo>
                  <a:pt x="4076" y="138662"/>
                  <a:pt x="0" y="142273"/>
                  <a:pt x="0" y="143770"/>
                </a:cubicBezTo>
                <a:cubicBezTo>
                  <a:pt x="0" y="144401"/>
                  <a:pt x="216" y="145255"/>
                  <a:pt x="1714" y="145255"/>
                </a:cubicBezTo>
                <a:cubicBezTo>
                  <a:pt x="4508" y="145255"/>
                  <a:pt x="9016" y="143129"/>
                  <a:pt x="11808" y="141430"/>
                </a:cubicBezTo>
                <a:cubicBezTo>
                  <a:pt x="15669" y="139303"/>
                  <a:pt x="19313" y="139303"/>
                  <a:pt x="22754" y="139303"/>
                </a:cubicBezTo>
                <a:cubicBezTo>
                  <a:pt x="32405" y="139303"/>
                  <a:pt x="46348" y="141002"/>
                  <a:pt x="56227" y="142071"/>
                </a:cubicBezTo>
                <a:cubicBezTo>
                  <a:pt x="66524" y="143556"/>
                  <a:pt x="80899" y="145255"/>
                  <a:pt x="91413" y="145255"/>
                </a:cubicBezTo>
                <a:cubicBezTo>
                  <a:pt x="107083" y="145255"/>
                  <a:pt x="119742" y="136534"/>
                  <a:pt x="126612" y="130368"/>
                </a:cubicBezTo>
                <a:cubicBezTo>
                  <a:pt x="139704" y="118890"/>
                  <a:pt x="143563" y="103788"/>
                  <a:pt x="143563" y="102505"/>
                </a:cubicBezTo>
                <a:cubicBezTo>
                  <a:pt x="143563" y="101234"/>
                  <a:pt x="142701" y="101020"/>
                  <a:pt x="141634" y="101020"/>
                </a:cubicBezTo>
                <a:cubicBezTo>
                  <a:pt x="137558" y="101020"/>
                  <a:pt x="124682" y="107186"/>
                  <a:pt x="122751" y="113353"/>
                </a:cubicBezTo>
                <a:cubicBezTo>
                  <a:pt x="121458" y="117392"/>
                  <a:pt x="119311" y="124629"/>
                  <a:pt x="112658" y="132067"/>
                </a:cubicBezTo>
                <a:cubicBezTo>
                  <a:pt x="106219" y="132067"/>
                  <a:pt x="98715" y="132067"/>
                  <a:pt x="78969" y="129512"/>
                </a:cubicBezTo>
                <a:cubicBezTo>
                  <a:pt x="68239" y="128241"/>
                  <a:pt x="52151" y="126114"/>
                  <a:pt x="40773" y="126114"/>
                </a:cubicBezTo>
                <a:cubicBezTo>
                  <a:pt x="39491" y="126114"/>
                  <a:pt x="34335" y="126114"/>
                  <a:pt x="30260" y="126969"/>
                </a:cubicBezTo>
                <a:lnTo>
                  <a:pt x="92492" y="7060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DDB62D26-47EE-4AA9-8645-4B4DE73C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183" y="434124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33421BB0-9476-4FE6-AD21-5FE1A8CE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990" y="433437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39371278-CAB0-4599-9511-CAC0C6E8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2252" y="357667"/>
            <a:ext cx="132872" cy="155347"/>
          </a:xfrm>
          <a:custGeom xmlns:a="http://schemas.openxmlformats.org/drawingml/2006/main">
            <a:pathLst>
              <a:path w="132872" h="155347">
                <a:moveTo>
                  <a:pt x="20653" y="103847"/>
                </a:moveTo>
                <a:cubicBezTo>
                  <a:pt x="23210" y="102785"/>
                  <a:pt x="30669" y="98082"/>
                  <a:pt x="30669" y="95085"/>
                </a:cubicBezTo>
                <a:cubicBezTo>
                  <a:pt x="30669" y="93593"/>
                  <a:pt x="29384" y="93593"/>
                  <a:pt x="28111" y="93593"/>
                </a:cubicBezTo>
                <a:cubicBezTo>
                  <a:pt x="20866" y="93593"/>
                  <a:pt x="0" y="102785"/>
                  <a:pt x="0" y="124154"/>
                </a:cubicBezTo>
                <a:cubicBezTo>
                  <a:pt x="0" y="139530"/>
                  <a:pt x="17250" y="155347"/>
                  <a:pt x="43232" y="155347"/>
                </a:cubicBezTo>
                <a:cubicBezTo>
                  <a:pt x="77934" y="155347"/>
                  <a:pt x="118180" y="131197"/>
                  <a:pt x="118180" y="102140"/>
                </a:cubicBezTo>
                <a:cubicBezTo>
                  <a:pt x="118180" y="81846"/>
                  <a:pt x="96884" y="72009"/>
                  <a:pt x="79635" y="64321"/>
                </a:cubicBezTo>
                <a:cubicBezTo>
                  <a:pt x="64729" y="57480"/>
                  <a:pt x="54938" y="48718"/>
                  <a:pt x="54938" y="36542"/>
                </a:cubicBezTo>
                <a:cubicBezTo>
                  <a:pt x="54938" y="32053"/>
                  <a:pt x="56854" y="23720"/>
                  <a:pt x="63456" y="17955"/>
                </a:cubicBezTo>
                <a:cubicBezTo>
                  <a:pt x="69844" y="12392"/>
                  <a:pt x="81764" y="11759"/>
                  <a:pt x="84751" y="11759"/>
                </a:cubicBezTo>
                <a:cubicBezTo>
                  <a:pt x="87094" y="11759"/>
                  <a:pt x="96040" y="11974"/>
                  <a:pt x="105189" y="16032"/>
                </a:cubicBezTo>
                <a:cubicBezTo>
                  <a:pt x="109233" y="17955"/>
                  <a:pt x="114777" y="20509"/>
                  <a:pt x="114777" y="29701"/>
                </a:cubicBezTo>
                <a:cubicBezTo>
                  <a:pt x="114777" y="32698"/>
                  <a:pt x="114562" y="33761"/>
                  <a:pt x="113921" y="36112"/>
                </a:cubicBezTo>
                <a:cubicBezTo>
                  <a:pt x="113706" y="36756"/>
                  <a:pt x="113492" y="37604"/>
                  <a:pt x="113492" y="38249"/>
                </a:cubicBezTo>
                <a:cubicBezTo>
                  <a:pt x="113492" y="39741"/>
                  <a:pt x="114777" y="39741"/>
                  <a:pt x="115622" y="39741"/>
                </a:cubicBezTo>
                <a:cubicBezTo>
                  <a:pt x="118393" y="39741"/>
                  <a:pt x="123509" y="37604"/>
                  <a:pt x="127768" y="33975"/>
                </a:cubicBezTo>
                <a:cubicBezTo>
                  <a:pt x="130528" y="31838"/>
                  <a:pt x="132872" y="29056"/>
                  <a:pt x="132872" y="20724"/>
                </a:cubicBezTo>
                <a:cubicBezTo>
                  <a:pt x="132872" y="10255"/>
                  <a:pt x="127340" y="7270"/>
                  <a:pt x="121593" y="4703"/>
                </a:cubicBezTo>
                <a:cubicBezTo>
                  <a:pt x="111577" y="0"/>
                  <a:pt x="101786" y="0"/>
                  <a:pt x="98800" y="0"/>
                </a:cubicBezTo>
                <a:cubicBezTo>
                  <a:pt x="70915" y="0"/>
                  <a:pt x="36844" y="21369"/>
                  <a:pt x="36844" y="45733"/>
                </a:cubicBezTo>
                <a:cubicBezTo>
                  <a:pt x="36844" y="63676"/>
                  <a:pt x="55367" y="72223"/>
                  <a:pt x="65585" y="76712"/>
                </a:cubicBezTo>
                <a:cubicBezTo>
                  <a:pt x="80706" y="83553"/>
                  <a:pt x="100085" y="93378"/>
                  <a:pt x="100085" y="111332"/>
                </a:cubicBezTo>
                <a:cubicBezTo>
                  <a:pt x="100085" y="125646"/>
                  <a:pt x="89652" y="143589"/>
                  <a:pt x="57282" y="143589"/>
                </a:cubicBezTo>
                <a:cubicBezTo>
                  <a:pt x="35558" y="143589"/>
                  <a:pt x="18106" y="129490"/>
                  <a:pt x="18106" y="114961"/>
                </a:cubicBezTo>
                <a:cubicBezTo>
                  <a:pt x="18106" y="111117"/>
                  <a:pt x="19166" y="107262"/>
                  <a:pt x="20653" y="10384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448B4CD5-965B-4DBF-B9DA-8B975ECC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186" y="852276"/>
            <a:ext cx="1194542" cy="318019"/>
          </a:xfrm>
          <a:custGeom xmlns:a="http://schemas.openxmlformats.org/drawingml/2006/main">
            <a:pathLst>
              <a:path w="1194542" h="318019">
                <a:moveTo>
                  <a:pt x="2744" y="318019"/>
                </a:moveTo>
                <a:lnTo>
                  <a:pt x="1128971" y="40940"/>
                </a:lnTo>
                <a:lnTo>
                  <a:pt x="1126226" y="29783"/>
                </a:lnTo>
                <a:lnTo>
                  <a:pt x="0" y="306861"/>
                </a:lnTo>
                <a:lnTo>
                  <a:pt x="2744" y="318019"/>
                </a:lnTo>
                <a:moveTo>
                  <a:pt x="1129309" y="74383"/>
                </a:moveTo>
                <a:lnTo>
                  <a:pt x="1194542" y="18892"/>
                </a:lnTo>
                <a:lnTo>
                  <a:pt x="1111010" y="0"/>
                </a:lnTo>
                <a:lnTo>
                  <a:pt x="1129309" y="74383"/>
                </a:lnTo>
              </a:path>
            </a:pathLst>
          </a:custGeom>
          <a:solidFill xmlns:a="http://schemas.openxmlformats.org/drawingml/2006/main">
            <a:srgbClr val="B36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E3E1D824-07D9-474C-9F19-8114AD89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464" y="1276666"/>
            <a:ext cx="629607" cy="150600"/>
          </a:xfrm>
          <a:custGeom xmlns:a="http://schemas.openxmlformats.org/drawingml/2006/main">
            <a:pathLst>
              <a:path w="629607" h="150600">
                <a:moveTo>
                  <a:pt x="2188" y="0"/>
                </a:moveTo>
                <a:lnTo>
                  <a:pt x="563022" y="108819"/>
                </a:lnTo>
                <a:lnTo>
                  <a:pt x="560834" y="120100"/>
                </a:lnTo>
                <a:lnTo>
                  <a:pt x="0" y="11280"/>
                </a:lnTo>
                <a:lnTo>
                  <a:pt x="2188" y="0"/>
                </a:lnTo>
                <a:moveTo>
                  <a:pt x="561704" y="75402"/>
                </a:moveTo>
                <a:lnTo>
                  <a:pt x="629607" y="127591"/>
                </a:lnTo>
                <a:lnTo>
                  <a:pt x="547113" y="150600"/>
                </a:lnTo>
                <a:lnTo>
                  <a:pt x="561704" y="75402"/>
                </a:lnTo>
              </a:path>
            </a:pathLst>
          </a:custGeom>
          <a:solidFill xmlns:a="http://schemas.openxmlformats.org/drawingml/2006/main">
            <a:srgbClr val="3B8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06C436BE-A06D-4F7D-99F1-FAB8D8D5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786" y="2220280"/>
            <a:ext cx="4649792" cy="213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 Skill space mappings of LSD and the MI objective</a:t>
            </a:r>
          </a:p>
        </p:txBody>
      </p:sp>
      <p:sp>
        <p:nvSpPr>
          <p:cNvPr id="117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DB90E787-F719-4170-8148-1DC4BCDE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069" y="526045"/>
            <a:ext cx="1400545" cy="1400545"/>
          </a:xfrm>
          <a:custGeom xmlns:a="http://schemas.openxmlformats.org/drawingml/2006/main">
            <a:pathLst>
              <a:path w="1400545" h="1400545">
                <a:moveTo>
                  <a:pt x="0" y="1400545"/>
                </a:moveTo>
                <a:lnTo>
                  <a:pt x="1400545" y="1400545"/>
                </a:lnTo>
                <a:lnTo>
                  <a:pt x="140054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B16BAD05-23B2-45C7-9F9B-FB03145B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833" y="561551"/>
            <a:ext cx="1312275" cy="1312275"/>
          </a:xfrm>
          <a:custGeom xmlns:a="http://schemas.openxmlformats.org/drawingml/2006/main">
            <a:pathLst>
              <a:path w="1312275" h="1312275">
                <a:moveTo>
                  <a:pt x="0" y="1312275"/>
                </a:moveTo>
                <a:lnTo>
                  <a:pt x="1312275" y="1312275"/>
                </a:lnTo>
                <a:lnTo>
                  <a:pt x="13122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DAC8B420-DFD2-4AE2-AC0E-717B04C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971" y="621200"/>
            <a:ext cx="95" cy="596489"/>
          </a:xfrm>
          <a:custGeom xmlns:a="http://schemas.openxmlformats.org/drawingml/2006/main">
            <a:pathLst>
              <a:path w="95" h="596489">
                <a:moveTo>
                  <a:pt x="0" y="5964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63">
            <a:solidFill>
              <a:srgbClr val="F5483D"/>
            </a:solidFill>
            <a:prstDash val="solid"/>
          </a:ln>
        </p:spPr>
      </p:sp>
      <p:sp>
        <p:nvSpPr>
          <p:cNvPr id="120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6279F25D-9A43-4545-9FC0-F2B06140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42" y="1205360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7" y="24656"/>
                  <a:pt x="18734" y="23358"/>
                  <a:pt x="21045" y="21046"/>
                </a:cubicBezTo>
                <a:cubicBezTo>
                  <a:pt x="23357" y="18734"/>
                  <a:pt x="24656" y="15598"/>
                  <a:pt x="24656" y="12328"/>
                </a:cubicBezTo>
                <a:cubicBezTo>
                  <a:pt x="24656" y="9059"/>
                  <a:pt x="23357" y="5923"/>
                  <a:pt x="21045" y="3611"/>
                </a:cubicBezTo>
                <a:cubicBezTo>
                  <a:pt x="18734" y="1299"/>
                  <a:pt x="15597" y="0"/>
                  <a:pt x="12328" y="0"/>
                </a:cubicBezTo>
                <a:cubicBezTo>
                  <a:pt x="9059" y="0"/>
                  <a:pt x="5922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2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F5483D"/>
          </a:solidFill>
          <a:ln xmlns:a="http://schemas.openxmlformats.org/drawingml/2006/main" w="4931">
            <a:solidFill>
              <a:srgbClr val="F5483D"/>
            </a:solidFill>
            <a:prstDash val="solid"/>
          </a:ln>
        </p:spPr>
      </p:sp>
      <p:sp>
        <p:nvSpPr>
          <p:cNvPr id="121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4C23171D-BB93-4D20-B5FF-B184A7BC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42" y="608871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7" y="24656"/>
                  <a:pt x="18734" y="23358"/>
                  <a:pt x="21045" y="21046"/>
                </a:cubicBezTo>
                <a:cubicBezTo>
                  <a:pt x="23357" y="18734"/>
                  <a:pt x="24656" y="15598"/>
                  <a:pt x="24656" y="12328"/>
                </a:cubicBezTo>
                <a:cubicBezTo>
                  <a:pt x="24656" y="9059"/>
                  <a:pt x="23357" y="5923"/>
                  <a:pt x="21045" y="3611"/>
                </a:cubicBezTo>
                <a:cubicBezTo>
                  <a:pt x="18734" y="1299"/>
                  <a:pt x="15597" y="0"/>
                  <a:pt x="12328" y="0"/>
                </a:cubicBezTo>
                <a:cubicBezTo>
                  <a:pt x="9059" y="0"/>
                  <a:pt x="5922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2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F5483D"/>
          </a:solidFill>
          <a:ln xmlns:a="http://schemas.openxmlformats.org/drawingml/2006/main" w="4931">
            <a:solidFill>
              <a:srgbClr val="F5483D"/>
            </a:solidFill>
            <a:prstDash val="solid"/>
          </a:ln>
        </p:spPr>
      </p:sp>
      <p:sp>
        <p:nvSpPr>
          <p:cNvPr id="122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7D291620-92ED-45D7-A376-4113F656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971" y="760752"/>
            <a:ext cx="383415" cy="456937"/>
          </a:xfrm>
          <a:custGeom xmlns:a="http://schemas.openxmlformats.org/drawingml/2006/main">
            <a:pathLst>
              <a:path w="383415" h="456937">
                <a:moveTo>
                  <a:pt x="0" y="456937"/>
                </a:moveTo>
                <a:lnTo>
                  <a:pt x="3834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63">
            <a:solidFill>
              <a:srgbClr val="F5C33D"/>
            </a:solidFill>
            <a:prstDash val="solid"/>
          </a:ln>
        </p:spPr>
      </p:sp>
      <p:sp>
        <p:nvSpPr>
          <p:cNvPr id="123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FBFB90E4-BEE9-437A-994B-41CAE6EF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42" y="1205360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7" y="24656"/>
                  <a:pt x="18734" y="23358"/>
                  <a:pt x="21045" y="21046"/>
                </a:cubicBezTo>
                <a:cubicBezTo>
                  <a:pt x="23357" y="18734"/>
                  <a:pt x="24656" y="15598"/>
                  <a:pt x="24656" y="12328"/>
                </a:cubicBezTo>
                <a:cubicBezTo>
                  <a:pt x="24656" y="9059"/>
                  <a:pt x="23357" y="5923"/>
                  <a:pt x="21045" y="3611"/>
                </a:cubicBezTo>
                <a:cubicBezTo>
                  <a:pt x="18734" y="1299"/>
                  <a:pt x="15597" y="0"/>
                  <a:pt x="12328" y="0"/>
                </a:cubicBezTo>
                <a:cubicBezTo>
                  <a:pt x="9059" y="0"/>
                  <a:pt x="5922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2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F5C33D"/>
          </a:solidFill>
          <a:ln xmlns:a="http://schemas.openxmlformats.org/drawingml/2006/main" w="4931">
            <a:solidFill>
              <a:srgbClr val="F5C33D"/>
            </a:solidFill>
            <a:prstDash val="solid"/>
          </a:ln>
        </p:spPr>
      </p:sp>
      <p:sp>
        <p:nvSpPr>
          <p:cNvPr id="124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F6726673-A2CA-4C7C-A26A-888C8979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058" y="748423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7" y="24656"/>
                  <a:pt x="18734" y="23358"/>
                  <a:pt x="21045" y="21046"/>
                </a:cubicBezTo>
                <a:cubicBezTo>
                  <a:pt x="23357" y="18734"/>
                  <a:pt x="24656" y="15598"/>
                  <a:pt x="24656" y="12328"/>
                </a:cubicBezTo>
                <a:cubicBezTo>
                  <a:pt x="24656" y="9059"/>
                  <a:pt x="23357" y="5923"/>
                  <a:pt x="21045" y="3611"/>
                </a:cubicBezTo>
                <a:cubicBezTo>
                  <a:pt x="18734" y="1299"/>
                  <a:pt x="15597" y="0"/>
                  <a:pt x="12328" y="0"/>
                </a:cubicBezTo>
                <a:cubicBezTo>
                  <a:pt x="9059" y="0"/>
                  <a:pt x="5922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2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F5C33D"/>
          </a:solidFill>
          <a:ln xmlns:a="http://schemas.openxmlformats.org/drawingml/2006/main" w="4931">
            <a:solidFill>
              <a:srgbClr val="F5C33D"/>
            </a:solidFill>
            <a:prstDash val="solid"/>
          </a:ln>
        </p:spPr>
      </p:sp>
      <p:sp>
        <p:nvSpPr>
          <p:cNvPr id="125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44C58EBF-457B-4BC0-95D5-06375A71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971" y="1114109"/>
            <a:ext cx="587426" cy="103579"/>
          </a:xfrm>
          <a:custGeom xmlns:a="http://schemas.openxmlformats.org/drawingml/2006/main">
            <a:pathLst>
              <a:path w="587426" h="103579">
                <a:moveTo>
                  <a:pt x="0" y="103579"/>
                </a:moveTo>
                <a:lnTo>
                  <a:pt x="5874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63">
            <a:solidFill>
              <a:srgbClr val="ADF53D"/>
            </a:solidFill>
            <a:prstDash val="solid"/>
          </a:ln>
        </p:spPr>
      </p:sp>
      <p:sp>
        <p:nvSpPr>
          <p:cNvPr id="126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1A790633-7BD5-40FC-B877-081EB871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42" y="1205360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7" y="24656"/>
                  <a:pt x="18734" y="23358"/>
                  <a:pt x="21045" y="21046"/>
                </a:cubicBezTo>
                <a:cubicBezTo>
                  <a:pt x="23357" y="18734"/>
                  <a:pt x="24656" y="15598"/>
                  <a:pt x="24656" y="12328"/>
                </a:cubicBezTo>
                <a:cubicBezTo>
                  <a:pt x="24656" y="9059"/>
                  <a:pt x="23357" y="5923"/>
                  <a:pt x="21045" y="3611"/>
                </a:cubicBezTo>
                <a:cubicBezTo>
                  <a:pt x="18734" y="1299"/>
                  <a:pt x="15597" y="0"/>
                  <a:pt x="12328" y="0"/>
                </a:cubicBezTo>
                <a:cubicBezTo>
                  <a:pt x="9059" y="0"/>
                  <a:pt x="5922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2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ADF53D"/>
          </a:solidFill>
          <a:ln xmlns:a="http://schemas.openxmlformats.org/drawingml/2006/main" w="4931">
            <a:solidFill>
              <a:srgbClr val="ADF53D"/>
            </a:solidFill>
            <a:prstDash val="solid"/>
          </a:ln>
        </p:spPr>
      </p:sp>
      <p:sp>
        <p:nvSpPr>
          <p:cNvPr id="127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10EF0367-DB18-41FF-A266-6F493516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069" y="1101781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7" y="24656"/>
                  <a:pt x="18734" y="23358"/>
                  <a:pt x="21045" y="21046"/>
                </a:cubicBezTo>
                <a:cubicBezTo>
                  <a:pt x="23357" y="18734"/>
                  <a:pt x="24656" y="15598"/>
                  <a:pt x="24656" y="12328"/>
                </a:cubicBezTo>
                <a:cubicBezTo>
                  <a:pt x="24656" y="9059"/>
                  <a:pt x="23357" y="5923"/>
                  <a:pt x="21045" y="3611"/>
                </a:cubicBezTo>
                <a:cubicBezTo>
                  <a:pt x="18734" y="1299"/>
                  <a:pt x="15597" y="0"/>
                  <a:pt x="12328" y="0"/>
                </a:cubicBezTo>
                <a:cubicBezTo>
                  <a:pt x="9059" y="0"/>
                  <a:pt x="5922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2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ADF53D"/>
          </a:solidFill>
          <a:ln xmlns:a="http://schemas.openxmlformats.org/drawingml/2006/main" w="4931">
            <a:solidFill>
              <a:srgbClr val="ADF53D"/>
            </a:solidFill>
            <a:prstDash val="solid"/>
          </a:ln>
        </p:spPr>
      </p:sp>
      <p:sp>
        <p:nvSpPr>
          <p:cNvPr id="128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E4C40166-EF25-43C4-8A59-183E4BE8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971" y="1217688"/>
            <a:ext cx="516574" cy="298244"/>
          </a:xfrm>
          <a:custGeom xmlns:a="http://schemas.openxmlformats.org/drawingml/2006/main">
            <a:pathLst>
              <a:path w="516574" h="298244">
                <a:moveTo>
                  <a:pt x="0" y="0"/>
                </a:moveTo>
                <a:lnTo>
                  <a:pt x="516574" y="298244"/>
                </a:lnTo>
              </a:path>
            </a:pathLst>
          </a:custGeom>
          <a:noFill xmlns:a="http://schemas.openxmlformats.org/drawingml/2006/main"/>
          <a:ln xmlns:a="http://schemas.openxmlformats.org/drawingml/2006/main" w="9863">
            <a:solidFill>
              <a:srgbClr val="3DF548"/>
            </a:solidFill>
            <a:prstDash val="solid"/>
          </a:ln>
        </p:spPr>
      </p:sp>
      <p:sp>
        <p:nvSpPr>
          <p:cNvPr id="129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054CE968-B030-4B7A-8E37-573E6823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42" y="1205360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7" y="24656"/>
                  <a:pt x="18734" y="23358"/>
                  <a:pt x="21045" y="21046"/>
                </a:cubicBezTo>
                <a:cubicBezTo>
                  <a:pt x="23357" y="18734"/>
                  <a:pt x="24656" y="15598"/>
                  <a:pt x="24656" y="12328"/>
                </a:cubicBezTo>
                <a:cubicBezTo>
                  <a:pt x="24656" y="9059"/>
                  <a:pt x="23357" y="5923"/>
                  <a:pt x="21045" y="3611"/>
                </a:cubicBezTo>
                <a:cubicBezTo>
                  <a:pt x="18734" y="1299"/>
                  <a:pt x="15597" y="0"/>
                  <a:pt x="12328" y="0"/>
                </a:cubicBezTo>
                <a:cubicBezTo>
                  <a:pt x="9059" y="0"/>
                  <a:pt x="5922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2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3DF548"/>
          </a:solidFill>
          <a:ln xmlns:a="http://schemas.openxmlformats.org/drawingml/2006/main" w="4931">
            <a:solidFill>
              <a:srgbClr val="3DF548"/>
            </a:solidFill>
            <a:prstDash val="solid"/>
          </a:ln>
        </p:spPr>
      </p:sp>
      <p:sp>
        <p:nvSpPr>
          <p:cNvPr id="130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A5D08D6A-3AAF-48EC-8933-A7CD6855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217" y="1503604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7" y="24656"/>
                  <a:pt x="18734" y="23358"/>
                  <a:pt x="21045" y="21046"/>
                </a:cubicBezTo>
                <a:cubicBezTo>
                  <a:pt x="23357" y="18734"/>
                  <a:pt x="24656" y="15598"/>
                  <a:pt x="24656" y="12328"/>
                </a:cubicBezTo>
                <a:cubicBezTo>
                  <a:pt x="24656" y="9059"/>
                  <a:pt x="23357" y="5923"/>
                  <a:pt x="21045" y="3611"/>
                </a:cubicBezTo>
                <a:cubicBezTo>
                  <a:pt x="18734" y="1299"/>
                  <a:pt x="15597" y="0"/>
                  <a:pt x="12328" y="0"/>
                </a:cubicBezTo>
                <a:cubicBezTo>
                  <a:pt x="9059" y="0"/>
                  <a:pt x="5922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2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3DF548"/>
          </a:solidFill>
          <a:ln xmlns:a="http://schemas.openxmlformats.org/drawingml/2006/main" w="4931">
            <a:solidFill>
              <a:srgbClr val="3DF548"/>
            </a:solidFill>
            <a:prstDash val="solid"/>
          </a:ln>
        </p:spPr>
      </p:sp>
      <p:sp>
        <p:nvSpPr>
          <p:cNvPr id="131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5EBC7D3C-1A2C-43E2-B14B-C97B3482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971" y="1217688"/>
            <a:ext cx="204011" cy="560516"/>
          </a:xfrm>
          <a:custGeom xmlns:a="http://schemas.openxmlformats.org/drawingml/2006/main">
            <a:pathLst>
              <a:path w="204011" h="560516">
                <a:moveTo>
                  <a:pt x="0" y="0"/>
                </a:moveTo>
                <a:lnTo>
                  <a:pt x="204011" y="560516"/>
                </a:lnTo>
              </a:path>
            </a:pathLst>
          </a:custGeom>
          <a:noFill xmlns:a="http://schemas.openxmlformats.org/drawingml/2006/main"/>
          <a:ln xmlns:a="http://schemas.openxmlformats.org/drawingml/2006/main" w="9863">
            <a:solidFill>
              <a:srgbClr val="3DF5C3"/>
            </a:solidFill>
            <a:prstDash val="solid"/>
          </a:ln>
        </p:spPr>
      </p:sp>
      <p:sp>
        <p:nvSpPr>
          <p:cNvPr id="132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EDE1405F-D715-4594-8C55-D12F82BD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42" y="1205360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7" y="24656"/>
                  <a:pt x="18734" y="23358"/>
                  <a:pt x="21045" y="21046"/>
                </a:cubicBezTo>
                <a:cubicBezTo>
                  <a:pt x="23357" y="18734"/>
                  <a:pt x="24656" y="15598"/>
                  <a:pt x="24656" y="12328"/>
                </a:cubicBezTo>
                <a:cubicBezTo>
                  <a:pt x="24656" y="9059"/>
                  <a:pt x="23357" y="5923"/>
                  <a:pt x="21045" y="3611"/>
                </a:cubicBezTo>
                <a:cubicBezTo>
                  <a:pt x="18734" y="1299"/>
                  <a:pt x="15597" y="0"/>
                  <a:pt x="12328" y="0"/>
                </a:cubicBezTo>
                <a:cubicBezTo>
                  <a:pt x="9059" y="0"/>
                  <a:pt x="5922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2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3DF5C3"/>
          </a:solidFill>
          <a:ln xmlns:a="http://schemas.openxmlformats.org/drawingml/2006/main" w="4931">
            <a:solidFill>
              <a:srgbClr val="3DF5C3"/>
            </a:solidFill>
            <a:prstDash val="solid"/>
          </a:ln>
        </p:spPr>
      </p:sp>
      <p:sp>
        <p:nvSpPr>
          <p:cNvPr id="133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1F87BC33-907A-4152-A569-E26369EA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654" y="1765876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7" y="24656"/>
                  <a:pt x="18734" y="23358"/>
                  <a:pt x="21045" y="21046"/>
                </a:cubicBezTo>
                <a:cubicBezTo>
                  <a:pt x="23357" y="18734"/>
                  <a:pt x="24656" y="15598"/>
                  <a:pt x="24656" y="12328"/>
                </a:cubicBezTo>
                <a:cubicBezTo>
                  <a:pt x="24656" y="9059"/>
                  <a:pt x="23357" y="5923"/>
                  <a:pt x="21045" y="3611"/>
                </a:cubicBezTo>
                <a:cubicBezTo>
                  <a:pt x="18734" y="1299"/>
                  <a:pt x="15597" y="0"/>
                  <a:pt x="12328" y="0"/>
                </a:cubicBezTo>
                <a:cubicBezTo>
                  <a:pt x="9059" y="0"/>
                  <a:pt x="5922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2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3DF5C3"/>
          </a:solidFill>
          <a:ln xmlns:a="http://schemas.openxmlformats.org/drawingml/2006/main" w="4931">
            <a:solidFill>
              <a:srgbClr val="3DF5C3"/>
            </a:solidFill>
            <a:prstDash val="solid"/>
          </a:ln>
        </p:spPr>
      </p:sp>
      <p:sp>
        <p:nvSpPr>
          <p:cNvPr id="134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EFB73AE5-FABE-49C7-8405-8D64A11B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960" y="1217688"/>
            <a:ext cx="204012" cy="560516"/>
          </a:xfrm>
          <a:custGeom xmlns:a="http://schemas.openxmlformats.org/drawingml/2006/main">
            <a:pathLst>
              <a:path w="204012" h="560516">
                <a:moveTo>
                  <a:pt x="204012" y="0"/>
                </a:moveTo>
                <a:lnTo>
                  <a:pt x="0" y="560516"/>
                </a:lnTo>
              </a:path>
            </a:pathLst>
          </a:custGeom>
          <a:noFill xmlns:a="http://schemas.openxmlformats.org/drawingml/2006/main"/>
          <a:ln xmlns:a="http://schemas.openxmlformats.org/drawingml/2006/main" w="9863">
            <a:solidFill>
              <a:srgbClr val="3DADF5"/>
            </a:solidFill>
            <a:prstDash val="solid"/>
          </a:ln>
        </p:spPr>
      </p:sp>
      <p:sp>
        <p:nvSpPr>
          <p:cNvPr id="135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8922D991-7F44-4133-A35C-1B1E91A2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42" y="1205360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7" y="24656"/>
                  <a:pt x="18734" y="23358"/>
                  <a:pt x="21045" y="21046"/>
                </a:cubicBezTo>
                <a:cubicBezTo>
                  <a:pt x="23357" y="18734"/>
                  <a:pt x="24656" y="15598"/>
                  <a:pt x="24656" y="12328"/>
                </a:cubicBezTo>
                <a:cubicBezTo>
                  <a:pt x="24656" y="9059"/>
                  <a:pt x="23357" y="5923"/>
                  <a:pt x="21045" y="3611"/>
                </a:cubicBezTo>
                <a:cubicBezTo>
                  <a:pt x="18734" y="1299"/>
                  <a:pt x="15597" y="0"/>
                  <a:pt x="12328" y="0"/>
                </a:cubicBezTo>
                <a:cubicBezTo>
                  <a:pt x="9059" y="0"/>
                  <a:pt x="5922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2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3DADF5"/>
          </a:solidFill>
          <a:ln xmlns:a="http://schemas.openxmlformats.org/drawingml/2006/main" w="4931">
            <a:solidFill>
              <a:srgbClr val="3DADF5"/>
            </a:solidFill>
            <a:prstDash val="solid"/>
          </a:ln>
        </p:spPr>
      </p:sp>
      <p:sp>
        <p:nvSpPr>
          <p:cNvPr id="136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334F8319-A4EF-4018-A2DF-2B65EB61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632" y="1765876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7" y="24656"/>
                  <a:pt x="18734" y="23358"/>
                  <a:pt x="21045" y="21046"/>
                </a:cubicBezTo>
                <a:cubicBezTo>
                  <a:pt x="23357" y="18734"/>
                  <a:pt x="24656" y="15598"/>
                  <a:pt x="24656" y="12328"/>
                </a:cubicBezTo>
                <a:cubicBezTo>
                  <a:pt x="24656" y="9059"/>
                  <a:pt x="23357" y="5923"/>
                  <a:pt x="21045" y="3611"/>
                </a:cubicBezTo>
                <a:cubicBezTo>
                  <a:pt x="18734" y="1299"/>
                  <a:pt x="15597" y="0"/>
                  <a:pt x="12328" y="0"/>
                </a:cubicBezTo>
                <a:cubicBezTo>
                  <a:pt x="9059" y="0"/>
                  <a:pt x="5922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2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3DADF5"/>
          </a:solidFill>
          <a:ln xmlns:a="http://schemas.openxmlformats.org/drawingml/2006/main" w="4931">
            <a:solidFill>
              <a:srgbClr val="3DADF5"/>
            </a:solidFill>
            <a:prstDash val="solid"/>
          </a:ln>
        </p:spPr>
      </p:sp>
      <p:sp>
        <p:nvSpPr>
          <p:cNvPr id="137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B8D4FD5A-3431-40CE-A08A-DC448197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397" y="1217688"/>
            <a:ext cx="516575" cy="298244"/>
          </a:xfrm>
          <a:custGeom xmlns:a="http://schemas.openxmlformats.org/drawingml/2006/main">
            <a:pathLst>
              <a:path w="516575" h="298244">
                <a:moveTo>
                  <a:pt x="516575" y="0"/>
                </a:moveTo>
                <a:lnTo>
                  <a:pt x="0" y="298244"/>
                </a:lnTo>
              </a:path>
            </a:pathLst>
          </a:custGeom>
          <a:noFill xmlns:a="http://schemas.openxmlformats.org/drawingml/2006/main"/>
          <a:ln xmlns:a="http://schemas.openxmlformats.org/drawingml/2006/main" w="9863">
            <a:solidFill>
              <a:srgbClr val="483DF5"/>
            </a:solidFill>
            <a:prstDash val="solid"/>
          </a:ln>
        </p:spPr>
      </p:sp>
      <p:sp>
        <p:nvSpPr>
          <p:cNvPr id="138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EBD1344F-C277-4C3A-9B66-F3D52084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42" y="1205360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7" y="24656"/>
                  <a:pt x="18734" y="23358"/>
                  <a:pt x="21045" y="21046"/>
                </a:cubicBezTo>
                <a:cubicBezTo>
                  <a:pt x="23357" y="18734"/>
                  <a:pt x="24656" y="15598"/>
                  <a:pt x="24656" y="12328"/>
                </a:cubicBezTo>
                <a:cubicBezTo>
                  <a:pt x="24656" y="9059"/>
                  <a:pt x="23357" y="5923"/>
                  <a:pt x="21045" y="3611"/>
                </a:cubicBezTo>
                <a:cubicBezTo>
                  <a:pt x="18734" y="1299"/>
                  <a:pt x="15597" y="0"/>
                  <a:pt x="12328" y="0"/>
                </a:cubicBezTo>
                <a:cubicBezTo>
                  <a:pt x="9059" y="0"/>
                  <a:pt x="5922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2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483DF5"/>
          </a:solidFill>
          <a:ln xmlns:a="http://schemas.openxmlformats.org/drawingml/2006/main" w="4931">
            <a:solidFill>
              <a:srgbClr val="483DF5"/>
            </a:solidFill>
            <a:prstDash val="solid"/>
          </a:ln>
        </p:spPr>
      </p:sp>
      <p:sp>
        <p:nvSpPr>
          <p:cNvPr id="139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6AB18FF5-2ED5-45ED-AB29-64CD4134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068" y="1503604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7" y="18734"/>
                  <a:pt x="24656" y="15598"/>
                  <a:pt x="24656" y="12328"/>
                </a:cubicBezTo>
                <a:cubicBezTo>
                  <a:pt x="24656" y="9059"/>
                  <a:pt x="23357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483DF5"/>
          </a:solidFill>
          <a:ln xmlns:a="http://schemas.openxmlformats.org/drawingml/2006/main" w="4931">
            <a:solidFill>
              <a:srgbClr val="483DF5"/>
            </a:solidFill>
            <a:prstDash val="solid"/>
          </a:ln>
        </p:spPr>
      </p:sp>
      <p:sp>
        <p:nvSpPr>
          <p:cNvPr id="140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513E332B-C60E-4D50-B88C-76BA9CC0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44" y="1114109"/>
            <a:ext cx="587427" cy="103579"/>
          </a:xfrm>
          <a:custGeom xmlns:a="http://schemas.openxmlformats.org/drawingml/2006/main">
            <a:pathLst>
              <a:path w="587427" h="103579">
                <a:moveTo>
                  <a:pt x="587427" y="1035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63">
            <a:solidFill>
              <a:srgbClr val="C33DF5"/>
            </a:solidFill>
            <a:prstDash val="solid"/>
          </a:ln>
        </p:spPr>
      </p:sp>
      <p:sp>
        <p:nvSpPr>
          <p:cNvPr id="141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B2AC9026-2F88-4E19-8134-574C2EF1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42" y="1205360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7" y="24656"/>
                  <a:pt x="18734" y="23358"/>
                  <a:pt x="21045" y="21046"/>
                </a:cubicBezTo>
                <a:cubicBezTo>
                  <a:pt x="23357" y="18734"/>
                  <a:pt x="24656" y="15598"/>
                  <a:pt x="24656" y="12328"/>
                </a:cubicBezTo>
                <a:cubicBezTo>
                  <a:pt x="24656" y="9059"/>
                  <a:pt x="23357" y="5923"/>
                  <a:pt x="21045" y="3611"/>
                </a:cubicBezTo>
                <a:cubicBezTo>
                  <a:pt x="18734" y="1299"/>
                  <a:pt x="15597" y="0"/>
                  <a:pt x="12328" y="0"/>
                </a:cubicBezTo>
                <a:cubicBezTo>
                  <a:pt x="9059" y="0"/>
                  <a:pt x="5922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2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C33DF5"/>
          </a:solidFill>
          <a:ln xmlns:a="http://schemas.openxmlformats.org/drawingml/2006/main" w="4931">
            <a:solidFill>
              <a:srgbClr val="C33DF5"/>
            </a:solidFill>
            <a:prstDash val="solid"/>
          </a:ln>
        </p:spPr>
      </p:sp>
      <p:sp>
        <p:nvSpPr>
          <p:cNvPr id="142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EF4D334A-E9BC-46D6-AC1C-3770E687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216" y="1101781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C33DF5"/>
          </a:solidFill>
          <a:ln xmlns:a="http://schemas.openxmlformats.org/drawingml/2006/main" w="4931">
            <a:solidFill>
              <a:srgbClr val="C33DF5"/>
            </a:solidFill>
            <a:prstDash val="solid"/>
          </a:ln>
        </p:spPr>
      </p:sp>
      <p:sp>
        <p:nvSpPr>
          <p:cNvPr id="143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0E9D2407-B313-4570-9D16-E22DF7C4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555" y="760752"/>
            <a:ext cx="383416" cy="456937"/>
          </a:xfrm>
          <a:custGeom xmlns:a="http://schemas.openxmlformats.org/drawingml/2006/main">
            <a:pathLst>
              <a:path w="383416" h="456937">
                <a:moveTo>
                  <a:pt x="383416" y="4569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63">
            <a:solidFill>
              <a:srgbClr val="F53DAD"/>
            </a:solidFill>
            <a:prstDash val="solid"/>
          </a:ln>
        </p:spPr>
      </p:sp>
      <p:sp>
        <p:nvSpPr>
          <p:cNvPr id="144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7CD2ED41-9250-4483-BD15-49BDEB44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42" y="1205360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7" y="24656"/>
                  <a:pt x="18734" y="23358"/>
                  <a:pt x="21045" y="21046"/>
                </a:cubicBezTo>
                <a:cubicBezTo>
                  <a:pt x="23357" y="18734"/>
                  <a:pt x="24656" y="15598"/>
                  <a:pt x="24656" y="12328"/>
                </a:cubicBezTo>
                <a:cubicBezTo>
                  <a:pt x="24656" y="9059"/>
                  <a:pt x="23357" y="5923"/>
                  <a:pt x="21045" y="3611"/>
                </a:cubicBezTo>
                <a:cubicBezTo>
                  <a:pt x="18734" y="1299"/>
                  <a:pt x="15597" y="0"/>
                  <a:pt x="12328" y="0"/>
                </a:cubicBezTo>
                <a:cubicBezTo>
                  <a:pt x="9059" y="0"/>
                  <a:pt x="5922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2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F53DAD"/>
          </a:solidFill>
          <a:ln xmlns:a="http://schemas.openxmlformats.org/drawingml/2006/main" w="4931">
            <a:solidFill>
              <a:srgbClr val="F53DAD"/>
            </a:solidFill>
            <a:prstDash val="solid"/>
          </a:ln>
        </p:spPr>
      </p:sp>
      <p:sp>
        <p:nvSpPr>
          <p:cNvPr id="145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161898EA-4656-4BE9-B5E0-7E869E81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227" y="748423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7" y="24656"/>
                  <a:pt x="18734" y="23358"/>
                  <a:pt x="21045" y="21046"/>
                </a:cubicBezTo>
                <a:cubicBezTo>
                  <a:pt x="23357" y="18734"/>
                  <a:pt x="24656" y="15598"/>
                  <a:pt x="24656" y="12328"/>
                </a:cubicBezTo>
                <a:cubicBezTo>
                  <a:pt x="24656" y="9059"/>
                  <a:pt x="23357" y="5923"/>
                  <a:pt x="21045" y="3611"/>
                </a:cubicBezTo>
                <a:cubicBezTo>
                  <a:pt x="18734" y="1299"/>
                  <a:pt x="15597" y="0"/>
                  <a:pt x="12328" y="0"/>
                </a:cubicBezTo>
                <a:cubicBezTo>
                  <a:pt x="9059" y="0"/>
                  <a:pt x="5922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2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F53DAD"/>
          </a:solidFill>
          <a:ln xmlns:a="http://schemas.openxmlformats.org/drawingml/2006/main" w="4931">
            <a:solidFill>
              <a:srgbClr val="F53DAD"/>
            </a:solidFill>
            <a:prstDash val="solid"/>
          </a:ln>
        </p:spPr>
      </p:sp>
      <p:sp>
        <p:nvSpPr>
          <p:cNvPr id="146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EFFD0892-5309-4ACF-8FF1-8F0ACD34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833" y="561551"/>
            <a:ext cx="95" cy="1312275"/>
          </a:xfrm>
          <a:custGeom xmlns:a="http://schemas.openxmlformats.org/drawingml/2006/main">
            <a:pathLst>
              <a:path w="95" h="1312275">
                <a:moveTo>
                  <a:pt x="0" y="13122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45">
            <a:solidFill>
              <a:srgbClr val="000000"/>
            </a:solidFill>
            <a:prstDash val="solid"/>
          </a:ln>
        </p:spPr>
      </p:sp>
      <p:sp>
        <p:nvSpPr>
          <p:cNvPr id="147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866573ED-DFB9-4DB5-8D56-C8DA274F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109" y="561551"/>
            <a:ext cx="95" cy="1312275"/>
          </a:xfrm>
          <a:custGeom xmlns:a="http://schemas.openxmlformats.org/drawingml/2006/main">
            <a:pathLst>
              <a:path w="95" h="1312275">
                <a:moveTo>
                  <a:pt x="0" y="13122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45">
            <a:solidFill>
              <a:srgbClr val="000000"/>
            </a:solidFill>
            <a:prstDash val="solid"/>
          </a:ln>
        </p:spPr>
      </p:sp>
      <p:sp>
        <p:nvSpPr>
          <p:cNvPr id="148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4B851BA1-1719-4CF4-A3DF-52EDFDB7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833" y="1873826"/>
            <a:ext cx="1312275" cy="95"/>
          </a:xfrm>
          <a:custGeom xmlns:a="http://schemas.openxmlformats.org/drawingml/2006/main">
            <a:pathLst>
              <a:path w="1312275" h="95">
                <a:moveTo>
                  <a:pt x="0" y="0"/>
                </a:moveTo>
                <a:lnTo>
                  <a:pt x="1312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45">
            <a:solidFill>
              <a:srgbClr val="000000"/>
            </a:solidFill>
            <a:prstDash val="solid"/>
          </a:ln>
        </p:spPr>
      </p:sp>
      <p:sp>
        <p:nvSpPr>
          <p:cNvPr id="149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EF48080C-359C-41F9-9C48-A9D107F6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833" y="561551"/>
            <a:ext cx="1312275" cy="95"/>
          </a:xfrm>
          <a:custGeom xmlns:a="http://schemas.openxmlformats.org/drawingml/2006/main">
            <a:pathLst>
              <a:path w="1312275" h="95">
                <a:moveTo>
                  <a:pt x="0" y="0"/>
                </a:moveTo>
                <a:lnTo>
                  <a:pt x="1312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45">
            <a:solidFill>
              <a:srgbClr val="000000"/>
            </a:solidFill>
            <a:prstDash val="solid"/>
          </a:ln>
        </p:spPr>
      </p:sp>
      <p:sp>
        <p:nvSpPr>
          <p:cNvPr id="150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C3CC0985-707D-4B3F-920E-6A38FE76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1" y="517688"/>
            <a:ext cx="1400545" cy="1400545"/>
          </a:xfrm>
          <a:custGeom xmlns:a="http://schemas.openxmlformats.org/drawingml/2006/main">
            <a:pathLst>
              <a:path w="1400545" h="1400545">
                <a:moveTo>
                  <a:pt x="0" y="1400545"/>
                </a:moveTo>
                <a:lnTo>
                  <a:pt x="1400545" y="1400545"/>
                </a:lnTo>
                <a:lnTo>
                  <a:pt x="140054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36FD4FCB-E0B9-4C9D-B458-6E0D05F9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86" y="553194"/>
            <a:ext cx="1312275" cy="1312275"/>
          </a:xfrm>
          <a:custGeom xmlns:a="http://schemas.openxmlformats.org/drawingml/2006/main">
            <a:pathLst>
              <a:path w="1312275" h="1312275">
                <a:moveTo>
                  <a:pt x="0" y="1312275"/>
                </a:moveTo>
                <a:lnTo>
                  <a:pt x="1312275" y="1312275"/>
                </a:lnTo>
                <a:lnTo>
                  <a:pt x="13122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B83E3BBA-8787-46F8-B862-017F0319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23" y="1090034"/>
            <a:ext cx="95" cy="119298"/>
          </a:xfrm>
          <a:custGeom xmlns:a="http://schemas.openxmlformats.org/drawingml/2006/main">
            <a:pathLst>
              <a:path w="95" h="119298">
                <a:moveTo>
                  <a:pt x="0" y="11929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63">
            <a:solidFill>
              <a:srgbClr val="F5483D"/>
            </a:solidFill>
            <a:prstDash val="solid"/>
          </a:ln>
        </p:spPr>
      </p:sp>
      <p:sp>
        <p:nvSpPr>
          <p:cNvPr id="153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B18E26E4-CA5D-4343-B8F6-B643ABD9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95" y="1197003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F5483D"/>
          </a:solidFill>
          <a:ln xmlns:a="http://schemas.openxmlformats.org/drawingml/2006/main" w="4931">
            <a:solidFill>
              <a:srgbClr val="F5483D"/>
            </a:solidFill>
            <a:prstDash val="solid"/>
          </a:ln>
        </p:spPr>
      </p:sp>
      <p:sp>
        <p:nvSpPr>
          <p:cNvPr id="154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639A63C9-7AC0-4E6D-B61D-DFBB4DF9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95" y="1077705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F5483D"/>
          </a:solidFill>
          <a:ln xmlns:a="http://schemas.openxmlformats.org/drawingml/2006/main" w="4931">
            <a:solidFill>
              <a:srgbClr val="F5483D"/>
            </a:solidFill>
            <a:prstDash val="solid"/>
          </a:ln>
        </p:spPr>
      </p:sp>
      <p:sp>
        <p:nvSpPr>
          <p:cNvPr id="155" name="pdf-path-167">
            <a:extLst xmlns:a="http://schemas.openxmlformats.org/drawingml/2006/main">
              <a:ext uri="{FF2B5EF4-FFF2-40B4-BE49-F238E27FC236}">
                <a16:creationId xmlns:a16="http://schemas.microsoft.com/office/drawing/2014/main" id="{D8597A4F-8D63-49D7-B72E-652BEB99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23" y="1117944"/>
            <a:ext cx="76683" cy="91387"/>
          </a:xfrm>
          <a:custGeom xmlns:a="http://schemas.openxmlformats.org/drawingml/2006/main">
            <a:pathLst>
              <a:path w="76683" h="91387">
                <a:moveTo>
                  <a:pt x="0" y="91387"/>
                </a:moveTo>
                <a:lnTo>
                  <a:pt x="766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63">
            <a:solidFill>
              <a:srgbClr val="F5C33D"/>
            </a:solidFill>
            <a:prstDash val="solid"/>
          </a:ln>
        </p:spPr>
      </p:sp>
      <p:sp>
        <p:nvSpPr>
          <p:cNvPr id="156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CDE494E5-9A1C-4957-82DB-FE2B924B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95" y="1197003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F5C33D"/>
          </a:solidFill>
          <a:ln xmlns:a="http://schemas.openxmlformats.org/drawingml/2006/main" w="4931">
            <a:solidFill>
              <a:srgbClr val="F5C33D"/>
            </a:solidFill>
            <a:prstDash val="solid"/>
          </a:ln>
        </p:spPr>
      </p:sp>
      <p:sp>
        <p:nvSpPr>
          <p:cNvPr id="157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81E59717-9389-438C-A735-7B538A7F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7" y="1105616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F5C33D"/>
          </a:solidFill>
          <a:ln xmlns:a="http://schemas.openxmlformats.org/drawingml/2006/main" w="4931">
            <a:solidFill>
              <a:srgbClr val="F5C33D"/>
            </a:solidFill>
            <a:prstDash val="solid"/>
          </a:ln>
        </p:spPr>
      </p:sp>
      <p:sp>
        <p:nvSpPr>
          <p:cNvPr id="158" name="pdf-path-172">
            <a:extLst xmlns:a="http://schemas.openxmlformats.org/drawingml/2006/main">
              <a:ext uri="{FF2B5EF4-FFF2-40B4-BE49-F238E27FC236}">
                <a16:creationId xmlns:a16="http://schemas.microsoft.com/office/drawing/2014/main" id="{9C8265B0-48C9-4B0E-9638-F2B187BD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23" y="1188616"/>
            <a:ext cx="117486" cy="20716"/>
          </a:xfrm>
          <a:custGeom xmlns:a="http://schemas.openxmlformats.org/drawingml/2006/main">
            <a:pathLst>
              <a:path w="117486" h="20716">
                <a:moveTo>
                  <a:pt x="0" y="20716"/>
                </a:moveTo>
                <a:lnTo>
                  <a:pt x="1174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63">
            <a:solidFill>
              <a:srgbClr val="ADF53D"/>
            </a:solidFill>
            <a:prstDash val="solid"/>
          </a:ln>
        </p:spPr>
      </p:sp>
      <p:sp>
        <p:nvSpPr>
          <p:cNvPr id="159" name="pdf-path-173">
            <a:extLst xmlns:a="http://schemas.openxmlformats.org/drawingml/2006/main">
              <a:ext uri="{FF2B5EF4-FFF2-40B4-BE49-F238E27FC236}">
                <a16:creationId xmlns:a16="http://schemas.microsoft.com/office/drawing/2014/main" id="{6A9C9806-7C73-4DCF-BB4A-14F21094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95" y="1197003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ADF53D"/>
          </a:solidFill>
          <a:ln xmlns:a="http://schemas.openxmlformats.org/drawingml/2006/main" w="4931">
            <a:solidFill>
              <a:srgbClr val="ADF53D"/>
            </a:solidFill>
            <a:prstDash val="solid"/>
          </a:ln>
        </p:spPr>
      </p:sp>
      <p:sp>
        <p:nvSpPr>
          <p:cNvPr id="160" name="pdf-path-175">
            <a:extLst xmlns:a="http://schemas.openxmlformats.org/drawingml/2006/main">
              <a:ext uri="{FF2B5EF4-FFF2-40B4-BE49-F238E27FC236}">
                <a16:creationId xmlns:a16="http://schemas.microsoft.com/office/drawing/2014/main" id="{4C92A084-E397-46C5-9FF4-2642AAEC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80" y="1176288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ADF53D"/>
          </a:solidFill>
          <a:ln xmlns:a="http://schemas.openxmlformats.org/drawingml/2006/main" w="4931">
            <a:solidFill>
              <a:srgbClr val="ADF53D"/>
            </a:solidFill>
            <a:prstDash val="solid"/>
          </a:ln>
        </p:spPr>
      </p:sp>
      <p:sp>
        <p:nvSpPr>
          <p:cNvPr id="161" name="pdf-path-177">
            <a:extLst xmlns:a="http://schemas.openxmlformats.org/drawingml/2006/main">
              <a:ext uri="{FF2B5EF4-FFF2-40B4-BE49-F238E27FC236}">
                <a16:creationId xmlns:a16="http://schemas.microsoft.com/office/drawing/2014/main" id="{3DCBCD03-91BF-48C8-9512-AC7ADBEA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23" y="1209331"/>
            <a:ext cx="103315" cy="59649"/>
          </a:xfrm>
          <a:custGeom xmlns:a="http://schemas.openxmlformats.org/drawingml/2006/main">
            <a:pathLst>
              <a:path w="103315" h="59649">
                <a:moveTo>
                  <a:pt x="0" y="0"/>
                </a:moveTo>
                <a:lnTo>
                  <a:pt x="103315" y="59649"/>
                </a:lnTo>
              </a:path>
            </a:pathLst>
          </a:custGeom>
          <a:noFill xmlns:a="http://schemas.openxmlformats.org/drawingml/2006/main"/>
          <a:ln xmlns:a="http://schemas.openxmlformats.org/drawingml/2006/main" w="9863">
            <a:solidFill>
              <a:srgbClr val="3DF548"/>
            </a:solidFill>
            <a:prstDash val="solid"/>
          </a:ln>
        </p:spPr>
      </p:sp>
      <p:sp>
        <p:nvSpPr>
          <p:cNvPr id="162" name="pdf-path-178">
            <a:extLst xmlns:a="http://schemas.openxmlformats.org/drawingml/2006/main">
              <a:ext uri="{FF2B5EF4-FFF2-40B4-BE49-F238E27FC236}">
                <a16:creationId xmlns:a16="http://schemas.microsoft.com/office/drawing/2014/main" id="{F20240BB-2FE7-469A-A8C2-86A81BAE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95" y="1197003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3DF548"/>
          </a:solidFill>
          <a:ln xmlns:a="http://schemas.openxmlformats.org/drawingml/2006/main" w="4931">
            <a:solidFill>
              <a:srgbClr val="3DF548"/>
            </a:solidFill>
            <a:prstDash val="solid"/>
          </a:ln>
        </p:spPr>
      </p:sp>
      <p:sp>
        <p:nvSpPr>
          <p:cNvPr id="163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3EE4EC07-92EF-4DF3-94EA-C56B791B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10" y="1256652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3DF548"/>
          </a:solidFill>
          <a:ln xmlns:a="http://schemas.openxmlformats.org/drawingml/2006/main" w="4931">
            <a:solidFill>
              <a:srgbClr val="3DF548"/>
            </a:solidFill>
            <a:prstDash val="solid"/>
          </a:ln>
        </p:spPr>
      </p:sp>
      <p:sp>
        <p:nvSpPr>
          <p:cNvPr id="164" name="pdf-path-182">
            <a:extLst xmlns:a="http://schemas.openxmlformats.org/drawingml/2006/main">
              <a:ext uri="{FF2B5EF4-FFF2-40B4-BE49-F238E27FC236}">
                <a16:creationId xmlns:a16="http://schemas.microsoft.com/office/drawing/2014/main" id="{5BF100FE-1494-4A1D-99FB-458674B4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23" y="1209331"/>
            <a:ext cx="40803" cy="112103"/>
          </a:xfrm>
          <a:custGeom xmlns:a="http://schemas.openxmlformats.org/drawingml/2006/main">
            <a:pathLst>
              <a:path w="40803" h="112103">
                <a:moveTo>
                  <a:pt x="0" y="0"/>
                </a:moveTo>
                <a:lnTo>
                  <a:pt x="40803" y="112103"/>
                </a:lnTo>
              </a:path>
            </a:pathLst>
          </a:custGeom>
          <a:noFill xmlns:a="http://schemas.openxmlformats.org/drawingml/2006/main"/>
          <a:ln xmlns:a="http://schemas.openxmlformats.org/drawingml/2006/main" w="9863">
            <a:solidFill>
              <a:srgbClr val="3DF5C3"/>
            </a:solidFill>
            <a:prstDash val="solid"/>
          </a:ln>
        </p:spPr>
      </p:sp>
      <p:sp>
        <p:nvSpPr>
          <p:cNvPr id="165" name="pdf-path-183">
            <a:extLst xmlns:a="http://schemas.openxmlformats.org/drawingml/2006/main">
              <a:ext uri="{FF2B5EF4-FFF2-40B4-BE49-F238E27FC236}">
                <a16:creationId xmlns:a16="http://schemas.microsoft.com/office/drawing/2014/main" id="{6330A10D-AB40-436C-AAC2-5B961D50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95" y="1197003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3DF5C3"/>
          </a:solidFill>
          <a:ln xmlns:a="http://schemas.openxmlformats.org/drawingml/2006/main" w="4931">
            <a:solidFill>
              <a:srgbClr val="3DF5C3"/>
            </a:solidFill>
            <a:prstDash val="solid"/>
          </a:ln>
        </p:spPr>
      </p:sp>
      <p:sp>
        <p:nvSpPr>
          <p:cNvPr id="166" name="pdf-path-185">
            <a:extLst xmlns:a="http://schemas.openxmlformats.org/drawingml/2006/main">
              <a:ext uri="{FF2B5EF4-FFF2-40B4-BE49-F238E27FC236}">
                <a16:creationId xmlns:a16="http://schemas.microsoft.com/office/drawing/2014/main" id="{837AD9A0-7076-4263-AFD2-4F49CCCC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97" y="1309106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3DF5C3"/>
          </a:solidFill>
          <a:ln xmlns:a="http://schemas.openxmlformats.org/drawingml/2006/main" w="4931">
            <a:solidFill>
              <a:srgbClr val="3DF5C3"/>
            </a:solidFill>
            <a:prstDash val="solid"/>
          </a:ln>
        </p:spPr>
      </p:sp>
      <p:sp>
        <p:nvSpPr>
          <p:cNvPr id="167" name="pdf-path-187">
            <a:extLst xmlns:a="http://schemas.openxmlformats.org/drawingml/2006/main">
              <a:ext uri="{FF2B5EF4-FFF2-40B4-BE49-F238E27FC236}">
                <a16:creationId xmlns:a16="http://schemas.microsoft.com/office/drawing/2014/main" id="{8629F0BA-03F8-4694-B5EB-23B5C61F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721" y="1209331"/>
            <a:ext cx="40803" cy="112103"/>
          </a:xfrm>
          <a:custGeom xmlns:a="http://schemas.openxmlformats.org/drawingml/2006/main">
            <a:pathLst>
              <a:path w="40803" h="112103">
                <a:moveTo>
                  <a:pt x="40803" y="0"/>
                </a:moveTo>
                <a:lnTo>
                  <a:pt x="0" y="112103"/>
                </a:lnTo>
              </a:path>
            </a:pathLst>
          </a:custGeom>
          <a:noFill xmlns:a="http://schemas.openxmlformats.org/drawingml/2006/main"/>
          <a:ln xmlns:a="http://schemas.openxmlformats.org/drawingml/2006/main" w="9863">
            <a:solidFill>
              <a:srgbClr val="3DADF5"/>
            </a:solidFill>
            <a:prstDash val="solid"/>
          </a:ln>
        </p:spPr>
      </p:sp>
      <p:sp>
        <p:nvSpPr>
          <p:cNvPr id="168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E0B9716D-2F44-4E86-A020-96A0B52F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95" y="1197003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3DADF5"/>
          </a:solidFill>
          <a:ln xmlns:a="http://schemas.openxmlformats.org/drawingml/2006/main" w="4931">
            <a:solidFill>
              <a:srgbClr val="3DADF5"/>
            </a:solidFill>
            <a:prstDash val="solid"/>
          </a:ln>
        </p:spPr>
      </p:sp>
      <p:sp>
        <p:nvSpPr>
          <p:cNvPr id="169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A3D1CD74-01AE-4C57-AB1C-DA68D66C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92" y="1309106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3DADF5"/>
          </a:solidFill>
          <a:ln xmlns:a="http://schemas.openxmlformats.org/drawingml/2006/main" w="4931">
            <a:solidFill>
              <a:srgbClr val="3DADF5"/>
            </a:solidFill>
            <a:prstDash val="solid"/>
          </a:ln>
        </p:spPr>
      </p:sp>
      <p:sp>
        <p:nvSpPr>
          <p:cNvPr id="170" name="pdf-path-192">
            <a:extLst xmlns:a="http://schemas.openxmlformats.org/drawingml/2006/main">
              <a:ext uri="{FF2B5EF4-FFF2-40B4-BE49-F238E27FC236}">
                <a16:creationId xmlns:a16="http://schemas.microsoft.com/office/drawing/2014/main" id="{8CA2563F-EE6B-4F8D-9526-C1753A79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08" y="1209331"/>
            <a:ext cx="103315" cy="59649"/>
          </a:xfrm>
          <a:custGeom xmlns:a="http://schemas.openxmlformats.org/drawingml/2006/main">
            <a:pathLst>
              <a:path w="103315" h="59649">
                <a:moveTo>
                  <a:pt x="103315" y="0"/>
                </a:moveTo>
                <a:lnTo>
                  <a:pt x="0" y="59649"/>
                </a:lnTo>
              </a:path>
            </a:pathLst>
          </a:custGeom>
          <a:noFill xmlns:a="http://schemas.openxmlformats.org/drawingml/2006/main"/>
          <a:ln xmlns:a="http://schemas.openxmlformats.org/drawingml/2006/main" w="9863">
            <a:solidFill>
              <a:srgbClr val="483DF5"/>
            </a:solidFill>
            <a:prstDash val="solid"/>
          </a:ln>
        </p:spPr>
      </p:sp>
      <p:sp>
        <p:nvSpPr>
          <p:cNvPr id="171" name="pdf-path-193">
            <a:extLst xmlns:a="http://schemas.openxmlformats.org/drawingml/2006/main">
              <a:ext uri="{FF2B5EF4-FFF2-40B4-BE49-F238E27FC236}">
                <a16:creationId xmlns:a16="http://schemas.microsoft.com/office/drawing/2014/main" id="{FE520CEC-8421-423D-8F2E-45A60886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95" y="1197003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483DF5"/>
          </a:solidFill>
          <a:ln xmlns:a="http://schemas.openxmlformats.org/drawingml/2006/main" w="4931">
            <a:solidFill>
              <a:srgbClr val="483DF5"/>
            </a:solidFill>
            <a:prstDash val="solid"/>
          </a:ln>
        </p:spPr>
      </p:sp>
      <p:sp>
        <p:nvSpPr>
          <p:cNvPr id="172" name="pdf-path-195">
            <a:extLst xmlns:a="http://schemas.openxmlformats.org/drawingml/2006/main">
              <a:ext uri="{FF2B5EF4-FFF2-40B4-BE49-F238E27FC236}">
                <a16:creationId xmlns:a16="http://schemas.microsoft.com/office/drawing/2014/main" id="{4F8A28B3-6DCE-447B-9754-724240E3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880" y="1256652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483DF5"/>
          </a:solidFill>
          <a:ln xmlns:a="http://schemas.openxmlformats.org/drawingml/2006/main" w="4931">
            <a:solidFill>
              <a:srgbClr val="483DF5"/>
            </a:solidFill>
            <a:prstDash val="solid"/>
          </a:ln>
        </p:spPr>
      </p:sp>
      <p:sp>
        <p:nvSpPr>
          <p:cNvPr id="173" name="pdf-path-197">
            <a:extLst xmlns:a="http://schemas.openxmlformats.org/drawingml/2006/main">
              <a:ext uri="{FF2B5EF4-FFF2-40B4-BE49-F238E27FC236}">
                <a16:creationId xmlns:a16="http://schemas.microsoft.com/office/drawing/2014/main" id="{3A2EA206-DAD0-41B4-A07A-E7E09758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8" y="1188616"/>
            <a:ext cx="117485" cy="20716"/>
          </a:xfrm>
          <a:custGeom xmlns:a="http://schemas.openxmlformats.org/drawingml/2006/main">
            <a:pathLst>
              <a:path w="117485" h="20716">
                <a:moveTo>
                  <a:pt x="117485" y="2071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63">
            <a:solidFill>
              <a:srgbClr val="C33DF5"/>
            </a:solidFill>
            <a:prstDash val="solid"/>
          </a:ln>
        </p:spPr>
      </p:sp>
      <p:sp>
        <p:nvSpPr>
          <p:cNvPr id="174" name="pdf-path-198">
            <a:extLst xmlns:a="http://schemas.openxmlformats.org/drawingml/2006/main">
              <a:ext uri="{FF2B5EF4-FFF2-40B4-BE49-F238E27FC236}">
                <a16:creationId xmlns:a16="http://schemas.microsoft.com/office/drawing/2014/main" id="{BF405245-B240-4336-94B6-3E43A4DC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95" y="1197003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C33DF5"/>
          </a:solidFill>
          <a:ln xmlns:a="http://schemas.openxmlformats.org/drawingml/2006/main" w="4931">
            <a:solidFill>
              <a:srgbClr val="C33DF5"/>
            </a:solidFill>
            <a:prstDash val="solid"/>
          </a:ln>
        </p:spPr>
      </p:sp>
      <p:sp>
        <p:nvSpPr>
          <p:cNvPr id="175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B68AB0A9-7387-4A1F-9966-D3E59C91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09" y="1176288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C33DF5"/>
          </a:solidFill>
          <a:ln xmlns:a="http://schemas.openxmlformats.org/drawingml/2006/main" w="4931">
            <a:solidFill>
              <a:srgbClr val="C33DF5"/>
            </a:solidFill>
            <a:prstDash val="solid"/>
          </a:ln>
        </p:spPr>
      </p:sp>
      <p:sp>
        <p:nvSpPr>
          <p:cNvPr id="176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5B30EB09-837C-4684-B2E4-576787D5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40" y="1117944"/>
            <a:ext cx="76683" cy="91387"/>
          </a:xfrm>
          <a:custGeom xmlns:a="http://schemas.openxmlformats.org/drawingml/2006/main">
            <a:pathLst>
              <a:path w="76683" h="91387">
                <a:moveTo>
                  <a:pt x="76683" y="913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63">
            <a:solidFill>
              <a:srgbClr val="F53DAD"/>
            </a:solidFill>
            <a:prstDash val="solid"/>
          </a:ln>
        </p:spPr>
      </p:sp>
      <p:sp>
        <p:nvSpPr>
          <p:cNvPr id="177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E793AA61-3699-40F4-83D0-24F2EF4A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95" y="1197003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F53DAD"/>
          </a:solidFill>
          <a:ln xmlns:a="http://schemas.openxmlformats.org/drawingml/2006/main" w="4931">
            <a:solidFill>
              <a:srgbClr val="F53DAD"/>
            </a:solidFill>
            <a:prstDash val="solid"/>
          </a:ln>
        </p:spPr>
      </p:sp>
      <p:sp>
        <p:nvSpPr>
          <p:cNvPr id="178" name="pdf-path-205">
            <a:extLst xmlns:a="http://schemas.openxmlformats.org/drawingml/2006/main">
              <a:ext uri="{FF2B5EF4-FFF2-40B4-BE49-F238E27FC236}">
                <a16:creationId xmlns:a16="http://schemas.microsoft.com/office/drawing/2014/main" id="{EA295623-63C6-40C6-89EE-571ECB0E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12" y="1105616"/>
            <a:ext cx="24656" cy="24656"/>
          </a:xfrm>
          <a:custGeom xmlns:a="http://schemas.openxmlformats.org/drawingml/2006/main">
            <a:pathLst>
              <a:path w="24656" h="24656">
                <a:moveTo>
                  <a:pt x="12328" y="24656"/>
                </a:moveTo>
                <a:cubicBezTo>
                  <a:pt x="15598" y="24656"/>
                  <a:pt x="18734" y="23358"/>
                  <a:pt x="21046" y="21046"/>
                </a:cubicBezTo>
                <a:cubicBezTo>
                  <a:pt x="23358" y="18734"/>
                  <a:pt x="24656" y="15598"/>
                  <a:pt x="24656" y="12328"/>
                </a:cubicBezTo>
                <a:cubicBezTo>
                  <a:pt x="24656" y="9059"/>
                  <a:pt x="23358" y="5923"/>
                  <a:pt x="21046" y="3611"/>
                </a:cubicBezTo>
                <a:cubicBezTo>
                  <a:pt x="18734" y="1299"/>
                  <a:pt x="15598" y="0"/>
                  <a:pt x="12328" y="0"/>
                </a:cubicBezTo>
                <a:cubicBezTo>
                  <a:pt x="9059" y="0"/>
                  <a:pt x="5923" y="1299"/>
                  <a:pt x="3611" y="3611"/>
                </a:cubicBezTo>
                <a:cubicBezTo>
                  <a:pt x="1299" y="5923"/>
                  <a:pt x="0" y="9059"/>
                  <a:pt x="0" y="12328"/>
                </a:cubicBezTo>
                <a:cubicBezTo>
                  <a:pt x="0" y="15598"/>
                  <a:pt x="1299" y="18734"/>
                  <a:pt x="3611" y="21046"/>
                </a:cubicBezTo>
                <a:cubicBezTo>
                  <a:pt x="5923" y="23358"/>
                  <a:pt x="9059" y="24656"/>
                  <a:pt x="12328" y="24656"/>
                </a:cubicBezTo>
              </a:path>
            </a:pathLst>
          </a:custGeom>
          <a:solidFill xmlns:a="http://schemas.openxmlformats.org/drawingml/2006/main">
            <a:srgbClr val="F53DAD"/>
          </a:solidFill>
          <a:ln xmlns:a="http://schemas.openxmlformats.org/drawingml/2006/main" w="4931">
            <a:solidFill>
              <a:srgbClr val="F53DAD"/>
            </a:solidFill>
            <a:prstDash val="solid"/>
          </a:ln>
        </p:spPr>
      </p:sp>
      <p:sp>
        <p:nvSpPr>
          <p:cNvPr id="179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6452BD7D-DA69-4D6C-B502-766B4C84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86" y="553194"/>
            <a:ext cx="95" cy="1312275"/>
          </a:xfrm>
          <a:custGeom xmlns:a="http://schemas.openxmlformats.org/drawingml/2006/main">
            <a:pathLst>
              <a:path w="95" h="1312275">
                <a:moveTo>
                  <a:pt x="0" y="13122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45">
            <a:solidFill>
              <a:srgbClr val="000000"/>
            </a:solidFill>
            <a:prstDash val="solid"/>
          </a:ln>
        </p:spPr>
      </p:sp>
      <p:sp>
        <p:nvSpPr>
          <p:cNvPr id="180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BCAB0FB4-8653-455D-8F31-276CC9A0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61" y="553194"/>
            <a:ext cx="95" cy="1312275"/>
          </a:xfrm>
          <a:custGeom xmlns:a="http://schemas.openxmlformats.org/drawingml/2006/main">
            <a:pathLst>
              <a:path w="95" h="1312275">
                <a:moveTo>
                  <a:pt x="0" y="13122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45">
            <a:solidFill>
              <a:srgbClr val="000000"/>
            </a:solidFill>
            <a:prstDash val="solid"/>
          </a:ln>
        </p:spPr>
      </p:sp>
      <p:sp>
        <p:nvSpPr>
          <p:cNvPr id="181" name="pdf-path-209">
            <a:extLst xmlns:a="http://schemas.openxmlformats.org/drawingml/2006/main">
              <a:ext uri="{FF2B5EF4-FFF2-40B4-BE49-F238E27FC236}">
                <a16:creationId xmlns:a16="http://schemas.microsoft.com/office/drawing/2014/main" id="{833F6A19-92FE-4CA3-873B-1F503771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86" y="1865469"/>
            <a:ext cx="1312275" cy="95"/>
          </a:xfrm>
          <a:custGeom xmlns:a="http://schemas.openxmlformats.org/drawingml/2006/main">
            <a:pathLst>
              <a:path w="1312275" h="95">
                <a:moveTo>
                  <a:pt x="0" y="0"/>
                </a:moveTo>
                <a:lnTo>
                  <a:pt x="1312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45">
            <a:solidFill>
              <a:srgbClr val="000000"/>
            </a:solidFill>
            <a:prstDash val="solid"/>
          </a:ln>
        </p:spPr>
      </p:sp>
      <p:sp>
        <p:nvSpPr>
          <p:cNvPr id="182" name="pdf-path-210">
            <a:extLst xmlns:a="http://schemas.openxmlformats.org/drawingml/2006/main">
              <a:ext uri="{FF2B5EF4-FFF2-40B4-BE49-F238E27FC236}">
                <a16:creationId xmlns:a16="http://schemas.microsoft.com/office/drawing/2014/main" id="{762C84D6-CBFD-4B02-A233-A9E76964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86" y="553194"/>
            <a:ext cx="1312275" cy="95"/>
          </a:xfrm>
          <a:custGeom xmlns:a="http://schemas.openxmlformats.org/drawingml/2006/main">
            <a:pathLst>
              <a:path w="1312275" h="95">
                <a:moveTo>
                  <a:pt x="0" y="0"/>
                </a:moveTo>
                <a:lnTo>
                  <a:pt x="1312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45">
            <a:solidFill>
              <a:srgbClr val="000000"/>
            </a:solidFill>
            <a:prstDash val="solid"/>
          </a:ln>
        </p:spPr>
      </p:sp>
      <p:sp>
        <p:nvSpPr>
          <p:cNvPr id="183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0172D532-527E-45D0-A806-BA0A09BC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26" y="2220280"/>
            <a:ext cx="3224119" cy="213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 Two skill sets having the same MI</a:t>
            </a:r>
          </a:p>
        </p:txBody>
      </p:sp>
      <p:sp>
        <p:nvSpPr>
          <p:cNvPr id="184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5581B899-6680-48F5-AC4A-6CD684F7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1" y="1202084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pdf-path-213">
            <a:extLst xmlns:a="http://schemas.openxmlformats.org/drawingml/2006/main">
              <a:ext uri="{FF2B5EF4-FFF2-40B4-BE49-F238E27FC236}">
                <a16:creationId xmlns:a16="http://schemas.microsoft.com/office/drawing/2014/main" id="{C3D2DE53-8CA3-4849-A503-11E3310E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176" y="1200614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304E9CF1-025B-4356-805E-59B30F73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497" y="1164588"/>
            <a:ext cx="206009" cy="72156"/>
          </a:xfrm>
          <a:custGeom xmlns:a="http://schemas.openxmlformats.org/drawingml/2006/main">
            <a:pathLst>
              <a:path w="206009" h="72156">
                <a:moveTo>
                  <a:pt x="195479" y="12335"/>
                </a:moveTo>
                <a:cubicBezTo>
                  <a:pt x="200123" y="12335"/>
                  <a:pt x="206009" y="12335"/>
                  <a:pt x="206009" y="6167"/>
                </a:cubicBezTo>
                <a:cubicBezTo>
                  <a:pt x="206009" y="0"/>
                  <a:pt x="200123" y="0"/>
                  <a:pt x="195789" y="0"/>
                </a:cubicBezTo>
                <a:lnTo>
                  <a:pt x="10224" y="0"/>
                </a:lnTo>
                <a:cubicBezTo>
                  <a:pt x="5886" y="0"/>
                  <a:pt x="0" y="0"/>
                  <a:pt x="0" y="6167"/>
                </a:cubicBezTo>
                <a:cubicBezTo>
                  <a:pt x="0" y="12335"/>
                  <a:pt x="5886" y="12335"/>
                  <a:pt x="10534" y="12335"/>
                </a:cubicBezTo>
                <a:lnTo>
                  <a:pt x="195479" y="12335"/>
                </a:lnTo>
                <a:moveTo>
                  <a:pt x="195789" y="72156"/>
                </a:moveTo>
                <a:cubicBezTo>
                  <a:pt x="200123" y="72156"/>
                  <a:pt x="206009" y="72156"/>
                  <a:pt x="206009" y="65988"/>
                </a:cubicBezTo>
                <a:cubicBezTo>
                  <a:pt x="206009" y="59821"/>
                  <a:pt x="200123" y="59821"/>
                  <a:pt x="195479" y="59821"/>
                </a:cubicBezTo>
                <a:lnTo>
                  <a:pt x="10534" y="59821"/>
                </a:lnTo>
                <a:cubicBezTo>
                  <a:pt x="5886" y="59821"/>
                  <a:pt x="0" y="59821"/>
                  <a:pt x="0" y="65988"/>
                </a:cubicBezTo>
                <a:cubicBezTo>
                  <a:pt x="0" y="72156"/>
                  <a:pt x="5886" y="72156"/>
                  <a:pt x="10224" y="72156"/>
                </a:cubicBezTo>
                <a:lnTo>
                  <a:pt x="195789" y="7215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df-path-215">
            <a:extLst xmlns:a="http://schemas.openxmlformats.org/drawingml/2006/main">
              <a:ext uri="{FF2B5EF4-FFF2-40B4-BE49-F238E27FC236}">
                <a16:creationId xmlns:a16="http://schemas.microsoft.com/office/drawing/2014/main" id="{7DB3A560-E85D-4FAC-830F-9CA972AB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1" y="384821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2DFC832E-A8DF-4022-A9AC-0FEF1F8A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857" y="38258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pdf-path-217">
            <a:extLst xmlns:a="http://schemas.openxmlformats.org/drawingml/2006/main">
              <a:ext uri="{FF2B5EF4-FFF2-40B4-BE49-F238E27FC236}">
                <a16:creationId xmlns:a16="http://schemas.microsoft.com/office/drawing/2014/main" id="{1DD83B86-0E62-4C46-BABD-FFBF7F96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61" y="293233"/>
            <a:ext cx="112257" cy="145197"/>
          </a:xfrm>
          <a:custGeom xmlns:a="http://schemas.openxmlformats.org/drawingml/2006/main">
            <a:pathLst>
              <a:path w="112257" h="145197">
                <a:moveTo>
                  <a:pt x="111247" y="7711"/>
                </a:moveTo>
                <a:cubicBezTo>
                  <a:pt x="112257" y="5479"/>
                  <a:pt x="112257" y="5073"/>
                  <a:pt x="112257" y="4058"/>
                </a:cubicBezTo>
                <a:cubicBezTo>
                  <a:pt x="112257" y="2029"/>
                  <a:pt x="110641" y="0"/>
                  <a:pt x="108216" y="0"/>
                </a:cubicBezTo>
                <a:cubicBezTo>
                  <a:pt x="105590" y="0"/>
                  <a:pt x="104378" y="2435"/>
                  <a:pt x="103569" y="4667"/>
                </a:cubicBezTo>
                <a:lnTo>
                  <a:pt x="86819" y="49281"/>
                </a:lnTo>
                <a:lnTo>
                  <a:pt x="25438" y="49281"/>
                </a:lnTo>
                <a:lnTo>
                  <a:pt x="8678" y="4667"/>
                </a:lnTo>
                <a:cubicBezTo>
                  <a:pt x="7668" y="1826"/>
                  <a:pt x="6667" y="0"/>
                  <a:pt x="4041" y="0"/>
                </a:cubicBezTo>
                <a:cubicBezTo>
                  <a:pt x="2020" y="0"/>
                  <a:pt x="0" y="2029"/>
                  <a:pt x="0" y="4058"/>
                </a:cubicBezTo>
                <a:cubicBezTo>
                  <a:pt x="0" y="4464"/>
                  <a:pt x="0" y="4869"/>
                  <a:pt x="1212" y="7711"/>
                </a:cubicBezTo>
                <a:lnTo>
                  <a:pt x="51482" y="140531"/>
                </a:lnTo>
                <a:cubicBezTo>
                  <a:pt x="52492" y="143371"/>
                  <a:pt x="53502" y="145197"/>
                  <a:pt x="56129" y="145197"/>
                </a:cubicBezTo>
                <a:cubicBezTo>
                  <a:pt x="58957" y="145197"/>
                  <a:pt x="59765" y="142965"/>
                  <a:pt x="60573" y="140936"/>
                </a:cubicBezTo>
                <a:lnTo>
                  <a:pt x="111247" y="7711"/>
                </a:lnTo>
                <a:moveTo>
                  <a:pt x="28670" y="57390"/>
                </a:moveTo>
                <a:lnTo>
                  <a:pt x="83587" y="57390"/>
                </a:lnTo>
                <a:lnTo>
                  <a:pt x="56129" y="129582"/>
                </a:lnTo>
                <a:lnTo>
                  <a:pt x="28670" y="573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4BFA491D-28F7-460D-88D1-2EC9418B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806" y="344340"/>
            <a:ext cx="78545" cy="91858"/>
          </a:xfrm>
          <a:custGeom xmlns:a="http://schemas.openxmlformats.org/drawingml/2006/main">
            <a:pathLst>
              <a:path w="78545" h="91858">
                <a:moveTo>
                  <a:pt x="71676" y="12572"/>
                </a:moveTo>
                <a:cubicBezTo>
                  <a:pt x="68443" y="12572"/>
                  <a:pt x="65624" y="12572"/>
                  <a:pt x="62795" y="15403"/>
                </a:cubicBezTo>
                <a:cubicBezTo>
                  <a:pt x="59563" y="18447"/>
                  <a:pt x="59159" y="21897"/>
                  <a:pt x="59159" y="23317"/>
                </a:cubicBezTo>
                <a:cubicBezTo>
                  <a:pt x="59159" y="28187"/>
                  <a:pt x="62795" y="30410"/>
                  <a:pt x="66625" y="30410"/>
                </a:cubicBezTo>
                <a:cubicBezTo>
                  <a:pt x="72484" y="30410"/>
                  <a:pt x="77938" y="25549"/>
                  <a:pt x="77938" y="17433"/>
                </a:cubicBezTo>
                <a:cubicBezTo>
                  <a:pt x="77938" y="7499"/>
                  <a:pt x="68443" y="0"/>
                  <a:pt x="54108" y="0"/>
                </a:cubicBezTo>
                <a:cubicBezTo>
                  <a:pt x="26852" y="0"/>
                  <a:pt x="0" y="28989"/>
                  <a:pt x="0" y="57583"/>
                </a:cubicBezTo>
                <a:cubicBezTo>
                  <a:pt x="0" y="75836"/>
                  <a:pt x="11718" y="91858"/>
                  <a:pt x="32711" y="91858"/>
                </a:cubicBezTo>
                <a:cubicBezTo>
                  <a:pt x="61583" y="91858"/>
                  <a:pt x="78545" y="70358"/>
                  <a:pt x="78545" y="67932"/>
                </a:cubicBezTo>
                <a:cubicBezTo>
                  <a:pt x="78545" y="66714"/>
                  <a:pt x="77332" y="65294"/>
                  <a:pt x="76120" y="65294"/>
                </a:cubicBezTo>
                <a:cubicBezTo>
                  <a:pt x="75110" y="65294"/>
                  <a:pt x="74706" y="65700"/>
                  <a:pt x="73494" y="67323"/>
                </a:cubicBezTo>
                <a:cubicBezTo>
                  <a:pt x="57542" y="87394"/>
                  <a:pt x="35539" y="87394"/>
                  <a:pt x="33115" y="87394"/>
                </a:cubicBezTo>
                <a:cubicBezTo>
                  <a:pt x="20396" y="87394"/>
                  <a:pt x="14941" y="77460"/>
                  <a:pt x="14941" y="65294"/>
                </a:cubicBezTo>
                <a:cubicBezTo>
                  <a:pt x="14941" y="56974"/>
                  <a:pt x="18981" y="37310"/>
                  <a:pt x="25842" y="24737"/>
                </a:cubicBezTo>
                <a:cubicBezTo>
                  <a:pt x="32105" y="13181"/>
                  <a:pt x="43207" y="4455"/>
                  <a:pt x="54310" y="4455"/>
                </a:cubicBezTo>
                <a:cubicBezTo>
                  <a:pt x="61179" y="4455"/>
                  <a:pt x="68848" y="7093"/>
                  <a:pt x="71676" y="1257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df-path-219">
            <a:extLst xmlns:a="http://schemas.openxmlformats.org/drawingml/2006/main">
              <a:ext uri="{FF2B5EF4-FFF2-40B4-BE49-F238E27FC236}">
                <a16:creationId xmlns:a16="http://schemas.microsoft.com/office/drawing/2014/main" id="{FFE7C24A-28ED-4336-9860-C16C22A5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947" y="288777"/>
            <a:ext cx="100742" cy="188991"/>
          </a:xfrm>
          <a:custGeom xmlns:a="http://schemas.openxmlformats.org/drawingml/2006/main">
            <a:pathLst>
              <a:path w="100742" h="188991">
                <a:moveTo>
                  <a:pt x="99134" y="7905"/>
                </a:moveTo>
                <a:cubicBezTo>
                  <a:pt x="100742" y="5065"/>
                  <a:pt x="100742" y="4659"/>
                  <a:pt x="100742" y="4050"/>
                </a:cubicBezTo>
                <a:cubicBezTo>
                  <a:pt x="100742" y="2630"/>
                  <a:pt x="99537" y="0"/>
                  <a:pt x="96709" y="0"/>
                </a:cubicBezTo>
                <a:cubicBezTo>
                  <a:pt x="94286" y="0"/>
                  <a:pt x="93680" y="1218"/>
                  <a:pt x="92265" y="4050"/>
                </a:cubicBezTo>
                <a:lnTo>
                  <a:pt x="1616" y="181078"/>
                </a:lnTo>
                <a:cubicBezTo>
                  <a:pt x="0" y="183919"/>
                  <a:pt x="0" y="184325"/>
                  <a:pt x="0" y="184934"/>
                </a:cubicBezTo>
                <a:cubicBezTo>
                  <a:pt x="0" y="186557"/>
                  <a:pt x="1415" y="188991"/>
                  <a:pt x="4041" y="188991"/>
                </a:cubicBezTo>
                <a:cubicBezTo>
                  <a:pt x="6456" y="188991"/>
                  <a:pt x="7062" y="187774"/>
                  <a:pt x="8477" y="184934"/>
                </a:cubicBezTo>
                <a:lnTo>
                  <a:pt x="99134" y="790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742AA2FC-80E7-447A-A275-CACB5589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187" y="359541"/>
            <a:ext cx="134261" cy="47455"/>
          </a:xfrm>
          <a:custGeom xmlns:a="http://schemas.openxmlformats.org/drawingml/2006/main">
            <a:pathLst>
              <a:path w="134261" h="47455">
                <a:moveTo>
                  <a:pt x="127400" y="8117"/>
                </a:moveTo>
                <a:cubicBezTo>
                  <a:pt x="130431" y="8117"/>
                  <a:pt x="134261" y="8117"/>
                  <a:pt x="134261" y="4058"/>
                </a:cubicBezTo>
                <a:cubicBezTo>
                  <a:pt x="134261" y="0"/>
                  <a:pt x="130431" y="0"/>
                  <a:pt x="127603" y="0"/>
                </a:cubicBezTo>
                <a:lnTo>
                  <a:pt x="6667" y="0"/>
                </a:lnTo>
                <a:cubicBezTo>
                  <a:pt x="3839" y="0"/>
                  <a:pt x="0" y="0"/>
                  <a:pt x="0" y="4058"/>
                </a:cubicBezTo>
                <a:cubicBezTo>
                  <a:pt x="0" y="8117"/>
                  <a:pt x="3839" y="8117"/>
                  <a:pt x="6869" y="8117"/>
                </a:cubicBezTo>
                <a:lnTo>
                  <a:pt x="127400" y="8117"/>
                </a:lnTo>
                <a:moveTo>
                  <a:pt x="127603" y="47455"/>
                </a:moveTo>
                <a:cubicBezTo>
                  <a:pt x="130431" y="47455"/>
                  <a:pt x="134261" y="47455"/>
                  <a:pt x="134261" y="43398"/>
                </a:cubicBezTo>
                <a:cubicBezTo>
                  <a:pt x="134261" y="39348"/>
                  <a:pt x="130431" y="39348"/>
                  <a:pt x="127400" y="39348"/>
                </a:cubicBezTo>
                <a:lnTo>
                  <a:pt x="6869" y="39348"/>
                </a:lnTo>
                <a:cubicBezTo>
                  <a:pt x="3839" y="39348"/>
                  <a:pt x="0" y="39348"/>
                  <a:pt x="0" y="43398"/>
                </a:cubicBezTo>
                <a:cubicBezTo>
                  <a:pt x="0" y="47455"/>
                  <a:pt x="3839" y="47455"/>
                  <a:pt x="6667" y="47455"/>
                </a:cubicBezTo>
                <a:lnTo>
                  <a:pt x="127603" y="474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df-path-221">
            <a:extLst xmlns:a="http://schemas.openxmlformats.org/drawingml/2006/main">
              <a:ext uri="{FF2B5EF4-FFF2-40B4-BE49-F238E27FC236}">
                <a16:creationId xmlns:a16="http://schemas.microsoft.com/office/drawing/2014/main" id="{F805C703-35A1-44F1-AE7E-4FE7B09A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813" y="298914"/>
            <a:ext cx="85001" cy="139516"/>
          </a:xfrm>
          <a:custGeom xmlns:a="http://schemas.openxmlformats.org/drawingml/2006/main">
            <a:pathLst>
              <a:path w="85001" h="139516">
                <a:moveTo>
                  <a:pt x="85001" y="70163"/>
                </a:moveTo>
                <a:cubicBezTo>
                  <a:pt x="85001" y="53939"/>
                  <a:pt x="83991" y="37715"/>
                  <a:pt x="76929" y="22708"/>
                </a:cubicBezTo>
                <a:cubicBezTo>
                  <a:pt x="67636" y="3246"/>
                  <a:pt x="51087" y="0"/>
                  <a:pt x="42601" y="0"/>
                </a:cubicBezTo>
                <a:cubicBezTo>
                  <a:pt x="30488" y="0"/>
                  <a:pt x="15749" y="5275"/>
                  <a:pt x="7475" y="24129"/>
                </a:cubicBezTo>
                <a:cubicBezTo>
                  <a:pt x="1011" y="38121"/>
                  <a:pt x="0" y="53939"/>
                  <a:pt x="0" y="70163"/>
                </a:cubicBezTo>
                <a:cubicBezTo>
                  <a:pt x="0" y="85373"/>
                  <a:pt x="808" y="103618"/>
                  <a:pt x="9091" y="119030"/>
                </a:cubicBezTo>
                <a:cubicBezTo>
                  <a:pt x="17769" y="135457"/>
                  <a:pt x="32509" y="139516"/>
                  <a:pt x="42400" y="139516"/>
                </a:cubicBezTo>
                <a:cubicBezTo>
                  <a:pt x="53301" y="139516"/>
                  <a:pt x="68645" y="135254"/>
                  <a:pt x="77535" y="115987"/>
                </a:cubicBezTo>
                <a:cubicBezTo>
                  <a:pt x="83991" y="101994"/>
                  <a:pt x="85001" y="86185"/>
                  <a:pt x="85001" y="70163"/>
                </a:cubicBezTo>
                <a:moveTo>
                  <a:pt x="42400" y="135052"/>
                </a:moveTo>
                <a:cubicBezTo>
                  <a:pt x="34530" y="135052"/>
                  <a:pt x="22618" y="129979"/>
                  <a:pt x="18982" y="110517"/>
                </a:cubicBezTo>
                <a:cubicBezTo>
                  <a:pt x="16760" y="98351"/>
                  <a:pt x="16760" y="79692"/>
                  <a:pt x="16760" y="67729"/>
                </a:cubicBezTo>
                <a:cubicBezTo>
                  <a:pt x="16760" y="54751"/>
                  <a:pt x="16760" y="41368"/>
                  <a:pt x="18376" y="30419"/>
                </a:cubicBezTo>
                <a:cubicBezTo>
                  <a:pt x="22214" y="6281"/>
                  <a:pt x="37358" y="4464"/>
                  <a:pt x="42400" y="4464"/>
                </a:cubicBezTo>
                <a:cubicBezTo>
                  <a:pt x="49066" y="4464"/>
                  <a:pt x="62391" y="8108"/>
                  <a:pt x="66230" y="28187"/>
                </a:cubicBezTo>
                <a:cubicBezTo>
                  <a:pt x="68242" y="39541"/>
                  <a:pt x="68242" y="54954"/>
                  <a:pt x="68242" y="67729"/>
                </a:cubicBezTo>
                <a:cubicBezTo>
                  <a:pt x="68242" y="82938"/>
                  <a:pt x="68242" y="96728"/>
                  <a:pt x="66028" y="109705"/>
                </a:cubicBezTo>
                <a:cubicBezTo>
                  <a:pt x="62997" y="128965"/>
                  <a:pt x="51491" y="135052"/>
                  <a:pt x="42400" y="1350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8B98023F-E29A-4B40-92BB-7454AAD2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5" y="412474"/>
            <a:ext cx="23622" cy="60627"/>
          </a:xfrm>
          <a:custGeom xmlns:a="http://schemas.openxmlformats.org/drawingml/2006/main">
            <a:pathLst>
              <a:path w="23622" h="60627">
                <a:moveTo>
                  <a:pt x="23622" y="21289"/>
                </a:moveTo>
                <a:cubicBezTo>
                  <a:pt x="23622" y="7905"/>
                  <a:pt x="18569" y="0"/>
                  <a:pt x="10698" y="0"/>
                </a:cubicBezTo>
                <a:cubicBezTo>
                  <a:pt x="4031" y="0"/>
                  <a:pt x="0" y="5064"/>
                  <a:pt x="0" y="10746"/>
                </a:cubicBezTo>
                <a:cubicBezTo>
                  <a:pt x="0" y="16216"/>
                  <a:pt x="4031" y="21492"/>
                  <a:pt x="10698" y="21492"/>
                </a:cubicBezTo>
                <a:cubicBezTo>
                  <a:pt x="13121" y="21492"/>
                  <a:pt x="15752" y="20680"/>
                  <a:pt x="17759" y="18854"/>
                </a:cubicBezTo>
                <a:cubicBezTo>
                  <a:pt x="18366" y="18448"/>
                  <a:pt x="18569" y="18245"/>
                  <a:pt x="18771" y="18245"/>
                </a:cubicBezTo>
                <a:cubicBezTo>
                  <a:pt x="18973" y="18245"/>
                  <a:pt x="19176" y="18448"/>
                  <a:pt x="19176" y="21289"/>
                </a:cubicBezTo>
                <a:cubicBezTo>
                  <a:pt x="19176" y="36295"/>
                  <a:pt x="12115" y="48462"/>
                  <a:pt x="5448" y="55157"/>
                </a:cubicBezTo>
                <a:cubicBezTo>
                  <a:pt x="3227" y="57381"/>
                  <a:pt x="3227" y="57786"/>
                  <a:pt x="3227" y="58395"/>
                </a:cubicBezTo>
                <a:cubicBezTo>
                  <a:pt x="3227" y="59816"/>
                  <a:pt x="4234" y="60627"/>
                  <a:pt x="5246" y="60627"/>
                </a:cubicBezTo>
                <a:cubicBezTo>
                  <a:pt x="7465" y="60627"/>
                  <a:pt x="23622" y="45012"/>
                  <a:pt x="23622" y="2128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1B58CB30-CC40-40B6-A195-900DD6EA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628" y="295465"/>
            <a:ext cx="93487" cy="138502"/>
          </a:xfrm>
          <a:custGeom xmlns:a="http://schemas.openxmlformats.org/drawingml/2006/main">
            <a:pathLst>
              <a:path w="93487" h="138502">
                <a:moveTo>
                  <a:pt x="68646" y="15615"/>
                </a:moveTo>
                <a:cubicBezTo>
                  <a:pt x="70467" y="8319"/>
                  <a:pt x="71074" y="6291"/>
                  <a:pt x="87023" y="6291"/>
                </a:cubicBezTo>
                <a:cubicBezTo>
                  <a:pt x="91874" y="6291"/>
                  <a:pt x="93487" y="6291"/>
                  <a:pt x="93487" y="2435"/>
                </a:cubicBezTo>
                <a:cubicBezTo>
                  <a:pt x="93487" y="0"/>
                  <a:pt x="91267" y="0"/>
                  <a:pt x="90458" y="0"/>
                </a:cubicBezTo>
                <a:cubicBezTo>
                  <a:pt x="84601" y="0"/>
                  <a:pt x="69658" y="608"/>
                  <a:pt x="63805" y="608"/>
                </a:cubicBezTo>
                <a:cubicBezTo>
                  <a:pt x="57746" y="608"/>
                  <a:pt x="43005" y="0"/>
                  <a:pt x="36957" y="0"/>
                </a:cubicBezTo>
                <a:cubicBezTo>
                  <a:pt x="35540" y="0"/>
                  <a:pt x="32915" y="0"/>
                  <a:pt x="32915" y="4058"/>
                </a:cubicBezTo>
                <a:cubicBezTo>
                  <a:pt x="32915" y="6291"/>
                  <a:pt x="34731" y="6291"/>
                  <a:pt x="38570" y="6291"/>
                </a:cubicBezTo>
                <a:cubicBezTo>
                  <a:pt x="47047" y="6291"/>
                  <a:pt x="52501" y="6291"/>
                  <a:pt x="52501" y="10137"/>
                </a:cubicBezTo>
                <a:cubicBezTo>
                  <a:pt x="52501" y="11151"/>
                  <a:pt x="52501" y="11557"/>
                  <a:pt x="52102" y="13383"/>
                </a:cubicBezTo>
                <a:lnTo>
                  <a:pt x="24842" y="122683"/>
                </a:lnTo>
                <a:cubicBezTo>
                  <a:pt x="23026" y="130191"/>
                  <a:pt x="22419" y="132210"/>
                  <a:pt x="6465" y="132210"/>
                </a:cubicBezTo>
                <a:cubicBezTo>
                  <a:pt x="1821" y="132210"/>
                  <a:pt x="0" y="132210"/>
                  <a:pt x="0" y="136270"/>
                </a:cubicBezTo>
                <a:cubicBezTo>
                  <a:pt x="0" y="138502"/>
                  <a:pt x="2429" y="138502"/>
                  <a:pt x="3030" y="138502"/>
                </a:cubicBezTo>
                <a:cubicBezTo>
                  <a:pt x="8893" y="138502"/>
                  <a:pt x="23627" y="137893"/>
                  <a:pt x="29480" y="137893"/>
                </a:cubicBezTo>
                <a:cubicBezTo>
                  <a:pt x="35540" y="137893"/>
                  <a:pt x="50482" y="138502"/>
                  <a:pt x="56537" y="138502"/>
                </a:cubicBezTo>
                <a:cubicBezTo>
                  <a:pt x="58150" y="138502"/>
                  <a:pt x="60573" y="138502"/>
                  <a:pt x="60573" y="134646"/>
                </a:cubicBezTo>
                <a:cubicBezTo>
                  <a:pt x="60573" y="132210"/>
                  <a:pt x="58960" y="132210"/>
                  <a:pt x="54513" y="132210"/>
                </a:cubicBezTo>
                <a:cubicBezTo>
                  <a:pt x="50887" y="132210"/>
                  <a:pt x="49875" y="132210"/>
                  <a:pt x="45833" y="131805"/>
                </a:cubicBezTo>
                <a:cubicBezTo>
                  <a:pt x="41594" y="131408"/>
                  <a:pt x="40785" y="130596"/>
                  <a:pt x="40785" y="128364"/>
                </a:cubicBezTo>
                <a:cubicBezTo>
                  <a:pt x="40785" y="126741"/>
                  <a:pt x="41190" y="125118"/>
                  <a:pt x="41594" y="123697"/>
                </a:cubicBezTo>
                <a:lnTo>
                  <a:pt x="68646" y="156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6F68FC7D-EA5F-4E10-9E15-F302B5DA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323" y="281879"/>
            <a:ext cx="46840" cy="202780"/>
          </a:xfrm>
          <a:custGeom xmlns:a="http://schemas.openxmlformats.org/drawingml/2006/main">
            <a:pathLst>
              <a:path w="46840" h="202780">
                <a:moveTo>
                  <a:pt x="46840" y="200751"/>
                </a:moveTo>
                <a:cubicBezTo>
                  <a:pt x="46840" y="200142"/>
                  <a:pt x="46840" y="199736"/>
                  <a:pt x="43405" y="196295"/>
                </a:cubicBezTo>
                <a:cubicBezTo>
                  <a:pt x="18169" y="170746"/>
                  <a:pt x="11710" y="132413"/>
                  <a:pt x="11710" y="101394"/>
                </a:cubicBezTo>
                <a:cubicBezTo>
                  <a:pt x="11710" y="66105"/>
                  <a:pt x="19378" y="30824"/>
                  <a:pt x="44208" y="5479"/>
                </a:cubicBezTo>
                <a:cubicBezTo>
                  <a:pt x="46840" y="3043"/>
                  <a:pt x="46840" y="2637"/>
                  <a:pt x="46840" y="2028"/>
                </a:cubicBezTo>
                <a:cubicBezTo>
                  <a:pt x="46840" y="608"/>
                  <a:pt x="46030" y="0"/>
                  <a:pt x="44816" y="0"/>
                </a:cubicBezTo>
                <a:cubicBezTo>
                  <a:pt x="42798" y="0"/>
                  <a:pt x="24634" y="13788"/>
                  <a:pt x="12722" y="39542"/>
                </a:cubicBezTo>
                <a:cubicBezTo>
                  <a:pt x="2417" y="61852"/>
                  <a:pt x="0" y="84358"/>
                  <a:pt x="0" y="101394"/>
                </a:cubicBezTo>
                <a:cubicBezTo>
                  <a:pt x="0" y="117212"/>
                  <a:pt x="2215" y="141747"/>
                  <a:pt x="13329" y="164659"/>
                </a:cubicBezTo>
                <a:cubicBezTo>
                  <a:pt x="25438" y="189600"/>
                  <a:pt x="42798" y="202780"/>
                  <a:pt x="44816" y="202780"/>
                </a:cubicBezTo>
                <a:cubicBezTo>
                  <a:pt x="46030" y="202780"/>
                  <a:pt x="46840" y="202171"/>
                  <a:pt x="46840" y="20075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df-path-225">
            <a:extLst xmlns:a="http://schemas.openxmlformats.org/drawingml/2006/main">
              <a:ext uri="{FF2B5EF4-FFF2-40B4-BE49-F238E27FC236}">
                <a16:creationId xmlns:a16="http://schemas.microsoft.com/office/drawing/2014/main" id="{F2B7E833-8846-47E5-B77B-D9C2B4CC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969" y="291009"/>
            <a:ext cx="119723" cy="147421"/>
          </a:xfrm>
          <a:custGeom xmlns:a="http://schemas.openxmlformats.org/drawingml/2006/main">
            <a:pathLst>
              <a:path w="119723" h="147421">
                <a:moveTo>
                  <a:pt x="119723" y="2021"/>
                </a:moveTo>
                <a:cubicBezTo>
                  <a:pt x="119723" y="1412"/>
                  <a:pt x="119319" y="0"/>
                  <a:pt x="117509" y="0"/>
                </a:cubicBezTo>
                <a:cubicBezTo>
                  <a:pt x="116503" y="0"/>
                  <a:pt x="116300" y="204"/>
                  <a:pt x="113872" y="3035"/>
                </a:cubicBezTo>
                <a:lnTo>
                  <a:pt x="104186" y="14592"/>
                </a:lnTo>
                <a:cubicBezTo>
                  <a:pt x="98935" y="5064"/>
                  <a:pt x="88434" y="0"/>
                  <a:pt x="75313" y="0"/>
                </a:cubicBezTo>
                <a:cubicBezTo>
                  <a:pt x="49673" y="0"/>
                  <a:pt x="25438" y="23317"/>
                  <a:pt x="25438" y="47853"/>
                </a:cubicBezTo>
                <a:cubicBezTo>
                  <a:pt x="25438" y="64280"/>
                  <a:pt x="36147" y="73605"/>
                  <a:pt x="46440" y="76648"/>
                </a:cubicBezTo>
                <a:lnTo>
                  <a:pt x="68039" y="82321"/>
                </a:lnTo>
                <a:cubicBezTo>
                  <a:pt x="75516" y="84148"/>
                  <a:pt x="86618" y="87191"/>
                  <a:pt x="86618" y="103821"/>
                </a:cubicBezTo>
                <a:cubicBezTo>
                  <a:pt x="86618" y="122075"/>
                  <a:pt x="70063" y="141130"/>
                  <a:pt x="50280" y="141130"/>
                </a:cubicBezTo>
                <a:cubicBezTo>
                  <a:pt x="37350" y="141130"/>
                  <a:pt x="14943" y="136666"/>
                  <a:pt x="14943" y="111523"/>
                </a:cubicBezTo>
                <a:cubicBezTo>
                  <a:pt x="14943" y="106662"/>
                  <a:pt x="15955" y="101792"/>
                  <a:pt x="16157" y="100574"/>
                </a:cubicBezTo>
                <a:cubicBezTo>
                  <a:pt x="16359" y="99763"/>
                  <a:pt x="16561" y="99561"/>
                  <a:pt x="16561" y="99155"/>
                </a:cubicBezTo>
                <a:cubicBezTo>
                  <a:pt x="16561" y="97126"/>
                  <a:pt x="15145" y="96923"/>
                  <a:pt x="14133" y="96923"/>
                </a:cubicBezTo>
                <a:cubicBezTo>
                  <a:pt x="13126" y="96923"/>
                  <a:pt x="12722" y="97126"/>
                  <a:pt x="12114" y="97734"/>
                </a:cubicBezTo>
                <a:cubicBezTo>
                  <a:pt x="11305" y="98546"/>
                  <a:pt x="0" y="144783"/>
                  <a:pt x="0" y="145392"/>
                </a:cubicBezTo>
                <a:cubicBezTo>
                  <a:pt x="0" y="146610"/>
                  <a:pt x="1012" y="147421"/>
                  <a:pt x="2226" y="147421"/>
                </a:cubicBezTo>
                <a:cubicBezTo>
                  <a:pt x="3232" y="147421"/>
                  <a:pt x="3435" y="147218"/>
                  <a:pt x="5858" y="144378"/>
                </a:cubicBezTo>
                <a:lnTo>
                  <a:pt x="15751" y="132820"/>
                </a:lnTo>
                <a:cubicBezTo>
                  <a:pt x="24432" y="144580"/>
                  <a:pt x="38159" y="147421"/>
                  <a:pt x="49875" y="147421"/>
                </a:cubicBezTo>
                <a:cubicBezTo>
                  <a:pt x="77331" y="147421"/>
                  <a:pt x="101156" y="120451"/>
                  <a:pt x="101156" y="95308"/>
                </a:cubicBezTo>
                <a:cubicBezTo>
                  <a:pt x="101156" y="81316"/>
                  <a:pt x="94286" y="74416"/>
                  <a:pt x="91255" y="71576"/>
                </a:cubicBezTo>
                <a:cubicBezTo>
                  <a:pt x="86618" y="66918"/>
                  <a:pt x="83588" y="66106"/>
                  <a:pt x="65616" y="61438"/>
                </a:cubicBezTo>
                <a:cubicBezTo>
                  <a:pt x="61180" y="60221"/>
                  <a:pt x="53906" y="58192"/>
                  <a:pt x="52090" y="57786"/>
                </a:cubicBezTo>
                <a:cubicBezTo>
                  <a:pt x="46642" y="55960"/>
                  <a:pt x="39773" y="50085"/>
                  <a:pt x="39773" y="39339"/>
                </a:cubicBezTo>
                <a:cubicBezTo>
                  <a:pt x="39773" y="22912"/>
                  <a:pt x="55929" y="5673"/>
                  <a:pt x="75110" y="5673"/>
                </a:cubicBezTo>
                <a:cubicBezTo>
                  <a:pt x="91863" y="5673"/>
                  <a:pt x="104186" y="14390"/>
                  <a:pt x="104186" y="37107"/>
                </a:cubicBezTo>
                <a:cubicBezTo>
                  <a:pt x="104186" y="43591"/>
                  <a:pt x="103376" y="47244"/>
                  <a:pt x="103376" y="48462"/>
                </a:cubicBezTo>
                <a:cubicBezTo>
                  <a:pt x="103376" y="48665"/>
                  <a:pt x="103376" y="50490"/>
                  <a:pt x="105794" y="50490"/>
                </a:cubicBezTo>
                <a:cubicBezTo>
                  <a:pt x="107811" y="50490"/>
                  <a:pt x="108013" y="49882"/>
                  <a:pt x="108823" y="46432"/>
                </a:cubicBezTo>
                <a:lnTo>
                  <a:pt x="119723" y="20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df-path-226">
            <a:extLst xmlns:a="http://schemas.openxmlformats.org/drawingml/2006/main">
              <a:ext uri="{FF2B5EF4-FFF2-40B4-BE49-F238E27FC236}">
                <a16:creationId xmlns:a16="http://schemas.microsoft.com/office/drawing/2014/main" id="{8E4AA590-6055-4675-8FFD-ADE1BA01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19" y="346563"/>
            <a:ext cx="22003" cy="126539"/>
          </a:xfrm>
          <a:custGeom xmlns:a="http://schemas.openxmlformats.org/drawingml/2006/main">
            <a:pathLst>
              <a:path w="22003" h="126539">
                <a:moveTo>
                  <a:pt x="21396" y="10755"/>
                </a:moveTo>
                <a:cubicBezTo>
                  <a:pt x="21396" y="4870"/>
                  <a:pt x="16550" y="0"/>
                  <a:pt x="10698" y="0"/>
                </a:cubicBezTo>
                <a:cubicBezTo>
                  <a:pt x="4840" y="0"/>
                  <a:pt x="0" y="4870"/>
                  <a:pt x="0" y="10755"/>
                </a:cubicBezTo>
                <a:cubicBezTo>
                  <a:pt x="0" y="16630"/>
                  <a:pt x="4840" y="21500"/>
                  <a:pt x="10698" y="21500"/>
                </a:cubicBezTo>
                <a:cubicBezTo>
                  <a:pt x="16550" y="21500"/>
                  <a:pt x="21396" y="16630"/>
                  <a:pt x="21396" y="10755"/>
                </a:cubicBezTo>
                <a:moveTo>
                  <a:pt x="17562" y="85171"/>
                </a:moveTo>
                <a:cubicBezTo>
                  <a:pt x="17562" y="90853"/>
                  <a:pt x="17562" y="106671"/>
                  <a:pt x="4638" y="121668"/>
                </a:cubicBezTo>
                <a:cubicBezTo>
                  <a:pt x="3227" y="123292"/>
                  <a:pt x="3227" y="123698"/>
                  <a:pt x="3227" y="124306"/>
                </a:cubicBezTo>
                <a:cubicBezTo>
                  <a:pt x="3227" y="125727"/>
                  <a:pt x="4233" y="126539"/>
                  <a:pt x="5245" y="126539"/>
                </a:cubicBezTo>
                <a:cubicBezTo>
                  <a:pt x="7466" y="126539"/>
                  <a:pt x="22003" y="110315"/>
                  <a:pt x="22003" y="86794"/>
                </a:cubicBezTo>
                <a:cubicBezTo>
                  <a:pt x="22003" y="80910"/>
                  <a:pt x="21598" y="65911"/>
                  <a:pt x="10698" y="65911"/>
                </a:cubicBezTo>
                <a:cubicBezTo>
                  <a:pt x="3626" y="65911"/>
                  <a:pt x="0" y="71381"/>
                  <a:pt x="0" y="76658"/>
                </a:cubicBezTo>
                <a:cubicBezTo>
                  <a:pt x="0" y="81924"/>
                  <a:pt x="3423" y="87403"/>
                  <a:pt x="10698" y="87403"/>
                </a:cubicBezTo>
                <a:cubicBezTo>
                  <a:pt x="11710" y="87403"/>
                  <a:pt x="12114" y="87403"/>
                  <a:pt x="12318" y="87200"/>
                </a:cubicBezTo>
                <a:cubicBezTo>
                  <a:pt x="13729" y="86997"/>
                  <a:pt x="15954" y="86591"/>
                  <a:pt x="17562" y="851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df-path-227">
            <a:extLst xmlns:a="http://schemas.openxmlformats.org/drawingml/2006/main">
              <a:ext uri="{FF2B5EF4-FFF2-40B4-BE49-F238E27FC236}">
                <a16:creationId xmlns:a16="http://schemas.microsoft.com/office/drawing/2014/main" id="{4561F333-475D-4088-B527-96AD6176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048" y="295465"/>
            <a:ext cx="134261" cy="138502"/>
          </a:xfrm>
          <a:custGeom xmlns:a="http://schemas.openxmlformats.org/drawingml/2006/main">
            <a:pathLst>
              <a:path w="134261" h="138502">
                <a:moveTo>
                  <a:pt x="133654" y="4870"/>
                </a:moveTo>
                <a:cubicBezTo>
                  <a:pt x="133857" y="4058"/>
                  <a:pt x="134261" y="3043"/>
                  <a:pt x="134261" y="1826"/>
                </a:cubicBezTo>
                <a:cubicBezTo>
                  <a:pt x="134261" y="0"/>
                  <a:pt x="133249" y="0"/>
                  <a:pt x="129219" y="0"/>
                </a:cubicBezTo>
                <a:lnTo>
                  <a:pt x="44017" y="0"/>
                </a:lnTo>
                <a:cubicBezTo>
                  <a:pt x="39166" y="0"/>
                  <a:pt x="38963" y="203"/>
                  <a:pt x="37749" y="4058"/>
                </a:cubicBezTo>
                <a:lnTo>
                  <a:pt x="26646" y="40556"/>
                </a:lnTo>
                <a:cubicBezTo>
                  <a:pt x="26247" y="41571"/>
                  <a:pt x="26045" y="42991"/>
                  <a:pt x="26045" y="43397"/>
                </a:cubicBezTo>
                <a:cubicBezTo>
                  <a:pt x="26045" y="43600"/>
                  <a:pt x="26045" y="45629"/>
                  <a:pt x="28468" y="45629"/>
                </a:cubicBezTo>
                <a:cubicBezTo>
                  <a:pt x="30284" y="45629"/>
                  <a:pt x="30689" y="44209"/>
                  <a:pt x="31093" y="43600"/>
                </a:cubicBezTo>
                <a:cubicBezTo>
                  <a:pt x="38761" y="19674"/>
                  <a:pt x="49257" y="6291"/>
                  <a:pt x="80755" y="6291"/>
                </a:cubicBezTo>
                <a:lnTo>
                  <a:pt x="113669" y="6291"/>
                </a:lnTo>
                <a:lnTo>
                  <a:pt x="810" y="133022"/>
                </a:lnTo>
                <a:cubicBezTo>
                  <a:pt x="810" y="133225"/>
                  <a:pt x="0" y="136067"/>
                  <a:pt x="0" y="136675"/>
                </a:cubicBezTo>
                <a:cubicBezTo>
                  <a:pt x="0" y="138502"/>
                  <a:pt x="1411" y="138502"/>
                  <a:pt x="5048" y="138502"/>
                </a:cubicBezTo>
                <a:lnTo>
                  <a:pt x="92869" y="138502"/>
                </a:lnTo>
                <a:cubicBezTo>
                  <a:pt x="97721" y="138502"/>
                  <a:pt x="97923" y="138299"/>
                  <a:pt x="99132" y="134443"/>
                </a:cubicBezTo>
                <a:lnTo>
                  <a:pt x="113467" y="89635"/>
                </a:lnTo>
                <a:cubicBezTo>
                  <a:pt x="113669" y="88823"/>
                  <a:pt x="114277" y="87403"/>
                  <a:pt x="114277" y="86591"/>
                </a:cubicBezTo>
                <a:cubicBezTo>
                  <a:pt x="114277" y="85577"/>
                  <a:pt x="113467" y="84359"/>
                  <a:pt x="111651" y="84359"/>
                </a:cubicBezTo>
                <a:cubicBezTo>
                  <a:pt x="109830" y="84359"/>
                  <a:pt x="109628" y="85171"/>
                  <a:pt x="108216" y="89432"/>
                </a:cubicBezTo>
                <a:cubicBezTo>
                  <a:pt x="99334" y="117010"/>
                  <a:pt x="89648" y="131612"/>
                  <a:pt x="55317" y="131612"/>
                </a:cubicBezTo>
                <a:lnTo>
                  <a:pt x="20800" y="131612"/>
                </a:lnTo>
                <a:lnTo>
                  <a:pt x="133654" y="487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df-path-228">
            <a:extLst xmlns:a="http://schemas.openxmlformats.org/drawingml/2006/main">
              <a:ext uri="{FF2B5EF4-FFF2-40B4-BE49-F238E27FC236}">
                <a16:creationId xmlns:a16="http://schemas.microsoft.com/office/drawing/2014/main" id="{B55D5429-432F-4178-9B36-06E2E36D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191" y="281879"/>
            <a:ext cx="46846" cy="202780"/>
          </a:xfrm>
          <a:custGeom xmlns:a="http://schemas.openxmlformats.org/drawingml/2006/main">
            <a:pathLst>
              <a:path w="46846" h="202780">
                <a:moveTo>
                  <a:pt x="46846" y="101394"/>
                </a:moveTo>
                <a:cubicBezTo>
                  <a:pt x="46846" y="85575"/>
                  <a:pt x="44620" y="61041"/>
                  <a:pt x="33517" y="38120"/>
                </a:cubicBezTo>
                <a:cubicBezTo>
                  <a:pt x="21408" y="13180"/>
                  <a:pt x="4042" y="0"/>
                  <a:pt x="2019" y="0"/>
                </a:cubicBezTo>
                <a:cubicBezTo>
                  <a:pt x="810" y="0"/>
                  <a:pt x="0" y="811"/>
                  <a:pt x="0" y="2028"/>
                </a:cubicBezTo>
                <a:cubicBezTo>
                  <a:pt x="0" y="2637"/>
                  <a:pt x="0" y="3043"/>
                  <a:pt x="3840" y="6696"/>
                </a:cubicBezTo>
                <a:cubicBezTo>
                  <a:pt x="23617" y="26767"/>
                  <a:pt x="35136" y="59012"/>
                  <a:pt x="35136" y="101394"/>
                </a:cubicBezTo>
                <a:cubicBezTo>
                  <a:pt x="35136" y="136066"/>
                  <a:pt x="27658" y="171761"/>
                  <a:pt x="2626" y="197310"/>
                </a:cubicBezTo>
                <a:cubicBezTo>
                  <a:pt x="0" y="199736"/>
                  <a:pt x="0" y="200142"/>
                  <a:pt x="0" y="200751"/>
                </a:cubicBezTo>
                <a:cubicBezTo>
                  <a:pt x="0" y="201969"/>
                  <a:pt x="810" y="202780"/>
                  <a:pt x="2019" y="202780"/>
                </a:cubicBezTo>
                <a:cubicBezTo>
                  <a:pt x="4042" y="202780"/>
                  <a:pt x="22211" y="188991"/>
                  <a:pt x="34124" y="163238"/>
                </a:cubicBezTo>
                <a:cubicBezTo>
                  <a:pt x="44417" y="140936"/>
                  <a:pt x="46846" y="118421"/>
                  <a:pt x="46846" y="10139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df-path-229">
            <a:extLst xmlns:a="http://schemas.openxmlformats.org/drawingml/2006/main">
              <a:ext uri="{FF2B5EF4-FFF2-40B4-BE49-F238E27FC236}">
                <a16:creationId xmlns:a16="http://schemas.microsoft.com/office/drawing/2014/main" id="{745AEB3F-5703-45BA-B790-6C938AF9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347" y="359541"/>
            <a:ext cx="134261" cy="47455"/>
          </a:xfrm>
          <a:custGeom xmlns:a="http://schemas.openxmlformats.org/drawingml/2006/main">
            <a:pathLst>
              <a:path w="134261" h="47455">
                <a:moveTo>
                  <a:pt x="127397" y="8117"/>
                </a:moveTo>
                <a:cubicBezTo>
                  <a:pt x="130432" y="8117"/>
                  <a:pt x="134261" y="8117"/>
                  <a:pt x="134261" y="4058"/>
                </a:cubicBezTo>
                <a:cubicBezTo>
                  <a:pt x="134261" y="0"/>
                  <a:pt x="130432" y="0"/>
                  <a:pt x="127599" y="0"/>
                </a:cubicBezTo>
                <a:lnTo>
                  <a:pt x="6666" y="0"/>
                </a:lnTo>
                <a:cubicBezTo>
                  <a:pt x="3839" y="0"/>
                  <a:pt x="0" y="0"/>
                  <a:pt x="0" y="4058"/>
                </a:cubicBezTo>
                <a:cubicBezTo>
                  <a:pt x="0" y="8117"/>
                  <a:pt x="3839" y="8117"/>
                  <a:pt x="6869" y="8117"/>
                </a:cubicBezTo>
                <a:lnTo>
                  <a:pt x="127397" y="8117"/>
                </a:lnTo>
                <a:moveTo>
                  <a:pt x="127599" y="47455"/>
                </a:moveTo>
                <a:cubicBezTo>
                  <a:pt x="130432" y="47455"/>
                  <a:pt x="134261" y="47455"/>
                  <a:pt x="134261" y="43398"/>
                </a:cubicBezTo>
                <a:cubicBezTo>
                  <a:pt x="134261" y="39348"/>
                  <a:pt x="130432" y="39348"/>
                  <a:pt x="127397" y="39348"/>
                </a:cubicBezTo>
                <a:lnTo>
                  <a:pt x="6869" y="39348"/>
                </a:lnTo>
                <a:cubicBezTo>
                  <a:pt x="3839" y="39348"/>
                  <a:pt x="0" y="39348"/>
                  <a:pt x="0" y="43398"/>
                </a:cubicBezTo>
                <a:cubicBezTo>
                  <a:pt x="0" y="47455"/>
                  <a:pt x="3839" y="47455"/>
                  <a:pt x="6666" y="47455"/>
                </a:cubicBezTo>
                <a:lnTo>
                  <a:pt x="127599" y="474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B6BA8641-5BC6-4057-9D93-A7D37611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397" y="295465"/>
            <a:ext cx="93487" cy="138502"/>
          </a:xfrm>
          <a:custGeom xmlns:a="http://schemas.openxmlformats.org/drawingml/2006/main">
            <a:pathLst>
              <a:path w="93487" h="138502">
                <a:moveTo>
                  <a:pt x="68645" y="15615"/>
                </a:moveTo>
                <a:cubicBezTo>
                  <a:pt x="70466" y="8319"/>
                  <a:pt x="71074" y="6291"/>
                  <a:pt x="87022" y="6291"/>
                </a:cubicBezTo>
                <a:cubicBezTo>
                  <a:pt x="91874" y="6291"/>
                  <a:pt x="93487" y="6291"/>
                  <a:pt x="93487" y="2435"/>
                </a:cubicBezTo>
                <a:cubicBezTo>
                  <a:pt x="93487" y="0"/>
                  <a:pt x="91267" y="0"/>
                  <a:pt x="90457" y="0"/>
                </a:cubicBezTo>
                <a:cubicBezTo>
                  <a:pt x="84599" y="0"/>
                  <a:pt x="69657" y="608"/>
                  <a:pt x="63805" y="608"/>
                </a:cubicBezTo>
                <a:cubicBezTo>
                  <a:pt x="57745" y="608"/>
                  <a:pt x="43005" y="0"/>
                  <a:pt x="36956" y="0"/>
                </a:cubicBezTo>
                <a:cubicBezTo>
                  <a:pt x="35540" y="0"/>
                  <a:pt x="32914" y="0"/>
                  <a:pt x="32914" y="4058"/>
                </a:cubicBezTo>
                <a:cubicBezTo>
                  <a:pt x="32914" y="6291"/>
                  <a:pt x="34730" y="6291"/>
                  <a:pt x="38570" y="6291"/>
                </a:cubicBezTo>
                <a:cubicBezTo>
                  <a:pt x="47047" y="6291"/>
                  <a:pt x="52500" y="6291"/>
                  <a:pt x="52500" y="10137"/>
                </a:cubicBezTo>
                <a:cubicBezTo>
                  <a:pt x="52500" y="11151"/>
                  <a:pt x="52500" y="11557"/>
                  <a:pt x="52100" y="13383"/>
                </a:cubicBezTo>
                <a:lnTo>
                  <a:pt x="24841" y="122683"/>
                </a:lnTo>
                <a:cubicBezTo>
                  <a:pt x="23026" y="130191"/>
                  <a:pt x="22418" y="132210"/>
                  <a:pt x="6464" y="132210"/>
                </a:cubicBezTo>
                <a:cubicBezTo>
                  <a:pt x="1821" y="132210"/>
                  <a:pt x="0" y="132210"/>
                  <a:pt x="0" y="136270"/>
                </a:cubicBezTo>
                <a:cubicBezTo>
                  <a:pt x="0" y="138502"/>
                  <a:pt x="2428" y="138502"/>
                  <a:pt x="3029" y="138502"/>
                </a:cubicBezTo>
                <a:cubicBezTo>
                  <a:pt x="8893" y="138502"/>
                  <a:pt x="23627" y="137893"/>
                  <a:pt x="29480" y="137893"/>
                </a:cubicBezTo>
                <a:cubicBezTo>
                  <a:pt x="35540" y="137893"/>
                  <a:pt x="50482" y="138502"/>
                  <a:pt x="56537" y="138502"/>
                </a:cubicBezTo>
                <a:cubicBezTo>
                  <a:pt x="58150" y="138502"/>
                  <a:pt x="60573" y="138502"/>
                  <a:pt x="60573" y="134646"/>
                </a:cubicBezTo>
                <a:cubicBezTo>
                  <a:pt x="60573" y="132210"/>
                  <a:pt x="58959" y="132210"/>
                  <a:pt x="54513" y="132210"/>
                </a:cubicBezTo>
                <a:cubicBezTo>
                  <a:pt x="50887" y="132210"/>
                  <a:pt x="49875" y="132210"/>
                  <a:pt x="45832" y="131805"/>
                </a:cubicBezTo>
                <a:cubicBezTo>
                  <a:pt x="41594" y="131408"/>
                  <a:pt x="40784" y="130596"/>
                  <a:pt x="40784" y="128364"/>
                </a:cubicBezTo>
                <a:cubicBezTo>
                  <a:pt x="40784" y="126741"/>
                  <a:pt x="41189" y="125118"/>
                  <a:pt x="41594" y="123697"/>
                </a:cubicBezTo>
                <a:lnTo>
                  <a:pt x="68645" y="156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df-path-231">
            <a:extLst xmlns:a="http://schemas.openxmlformats.org/drawingml/2006/main">
              <a:ext uri="{FF2B5EF4-FFF2-40B4-BE49-F238E27FC236}">
                <a16:creationId xmlns:a16="http://schemas.microsoft.com/office/drawing/2014/main" id="{3DC55904-09A4-4864-AE66-1B27BE74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091" y="281879"/>
            <a:ext cx="46839" cy="202780"/>
          </a:xfrm>
          <a:custGeom xmlns:a="http://schemas.openxmlformats.org/drawingml/2006/main">
            <a:pathLst>
              <a:path w="46839" h="202780">
                <a:moveTo>
                  <a:pt x="46839" y="200751"/>
                </a:moveTo>
                <a:cubicBezTo>
                  <a:pt x="46839" y="200142"/>
                  <a:pt x="46839" y="199736"/>
                  <a:pt x="43404" y="196295"/>
                </a:cubicBezTo>
                <a:cubicBezTo>
                  <a:pt x="18169" y="170746"/>
                  <a:pt x="11710" y="132413"/>
                  <a:pt x="11710" y="101394"/>
                </a:cubicBezTo>
                <a:cubicBezTo>
                  <a:pt x="11710" y="66105"/>
                  <a:pt x="19378" y="30824"/>
                  <a:pt x="44208" y="5479"/>
                </a:cubicBezTo>
                <a:cubicBezTo>
                  <a:pt x="46839" y="3043"/>
                  <a:pt x="46839" y="2637"/>
                  <a:pt x="46839" y="2028"/>
                </a:cubicBezTo>
                <a:cubicBezTo>
                  <a:pt x="46839" y="608"/>
                  <a:pt x="46030" y="0"/>
                  <a:pt x="44815" y="0"/>
                </a:cubicBezTo>
                <a:cubicBezTo>
                  <a:pt x="42797" y="0"/>
                  <a:pt x="24634" y="13788"/>
                  <a:pt x="12722" y="39542"/>
                </a:cubicBezTo>
                <a:cubicBezTo>
                  <a:pt x="2418" y="61852"/>
                  <a:pt x="0" y="84358"/>
                  <a:pt x="0" y="101394"/>
                </a:cubicBezTo>
                <a:cubicBezTo>
                  <a:pt x="0" y="117212"/>
                  <a:pt x="2215" y="141747"/>
                  <a:pt x="13329" y="164659"/>
                </a:cubicBezTo>
                <a:cubicBezTo>
                  <a:pt x="25438" y="189600"/>
                  <a:pt x="42797" y="202780"/>
                  <a:pt x="44815" y="202780"/>
                </a:cubicBezTo>
                <a:cubicBezTo>
                  <a:pt x="46030" y="202780"/>
                  <a:pt x="46839" y="202171"/>
                  <a:pt x="46839" y="20075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E3CC99B4-6F79-461D-B259-70D83929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078" y="344340"/>
            <a:ext cx="78545" cy="91858"/>
          </a:xfrm>
          <a:custGeom xmlns:a="http://schemas.openxmlformats.org/drawingml/2006/main">
            <a:pathLst>
              <a:path w="78545" h="91858">
                <a:moveTo>
                  <a:pt x="71676" y="12572"/>
                </a:moveTo>
                <a:cubicBezTo>
                  <a:pt x="68444" y="12572"/>
                  <a:pt x="65621" y="12572"/>
                  <a:pt x="62793" y="15403"/>
                </a:cubicBezTo>
                <a:cubicBezTo>
                  <a:pt x="59562" y="18447"/>
                  <a:pt x="59157" y="21897"/>
                  <a:pt x="59157" y="23317"/>
                </a:cubicBezTo>
                <a:cubicBezTo>
                  <a:pt x="59157" y="28187"/>
                  <a:pt x="62793" y="30410"/>
                  <a:pt x="66622" y="30410"/>
                </a:cubicBezTo>
                <a:cubicBezTo>
                  <a:pt x="72486" y="30410"/>
                  <a:pt x="77938" y="25549"/>
                  <a:pt x="77938" y="17433"/>
                </a:cubicBezTo>
                <a:cubicBezTo>
                  <a:pt x="77938" y="7499"/>
                  <a:pt x="68444" y="0"/>
                  <a:pt x="54108" y="0"/>
                </a:cubicBezTo>
                <a:cubicBezTo>
                  <a:pt x="26849" y="0"/>
                  <a:pt x="0" y="28989"/>
                  <a:pt x="0" y="57583"/>
                </a:cubicBezTo>
                <a:cubicBezTo>
                  <a:pt x="0" y="75836"/>
                  <a:pt x="11716" y="91858"/>
                  <a:pt x="32712" y="91858"/>
                </a:cubicBezTo>
                <a:cubicBezTo>
                  <a:pt x="61586" y="91858"/>
                  <a:pt x="78545" y="70358"/>
                  <a:pt x="78545" y="67932"/>
                </a:cubicBezTo>
                <a:cubicBezTo>
                  <a:pt x="78545" y="66714"/>
                  <a:pt x="77332" y="65294"/>
                  <a:pt x="76123" y="65294"/>
                </a:cubicBezTo>
                <a:cubicBezTo>
                  <a:pt x="75111" y="65294"/>
                  <a:pt x="74706" y="65700"/>
                  <a:pt x="73492" y="67323"/>
                </a:cubicBezTo>
                <a:cubicBezTo>
                  <a:pt x="57543" y="87394"/>
                  <a:pt x="35540" y="87394"/>
                  <a:pt x="33117" y="87394"/>
                </a:cubicBezTo>
                <a:cubicBezTo>
                  <a:pt x="20396" y="87394"/>
                  <a:pt x="14942" y="77460"/>
                  <a:pt x="14942" y="65294"/>
                </a:cubicBezTo>
                <a:cubicBezTo>
                  <a:pt x="14942" y="56974"/>
                  <a:pt x="18979" y="37310"/>
                  <a:pt x="25843" y="24737"/>
                </a:cubicBezTo>
                <a:cubicBezTo>
                  <a:pt x="32105" y="13181"/>
                  <a:pt x="43208" y="4455"/>
                  <a:pt x="54311" y="4455"/>
                </a:cubicBezTo>
                <a:cubicBezTo>
                  <a:pt x="61180" y="4455"/>
                  <a:pt x="68848" y="7093"/>
                  <a:pt x="71676" y="1257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df-path-233">
            <a:extLst xmlns:a="http://schemas.openxmlformats.org/drawingml/2006/main">
              <a:ext uri="{FF2B5EF4-FFF2-40B4-BE49-F238E27FC236}">
                <a16:creationId xmlns:a16="http://schemas.microsoft.com/office/drawing/2014/main" id="{3796374C-2D41-46EF-A941-932C5C1A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434" y="291009"/>
            <a:ext cx="119724" cy="147421"/>
          </a:xfrm>
          <a:custGeom xmlns:a="http://schemas.openxmlformats.org/drawingml/2006/main">
            <a:pathLst>
              <a:path w="119724" h="147421">
                <a:moveTo>
                  <a:pt x="119724" y="2021"/>
                </a:moveTo>
                <a:cubicBezTo>
                  <a:pt x="119724" y="1412"/>
                  <a:pt x="119319" y="0"/>
                  <a:pt x="117509" y="0"/>
                </a:cubicBezTo>
                <a:cubicBezTo>
                  <a:pt x="116503" y="0"/>
                  <a:pt x="116300" y="204"/>
                  <a:pt x="113872" y="3035"/>
                </a:cubicBezTo>
                <a:lnTo>
                  <a:pt x="104186" y="14592"/>
                </a:lnTo>
                <a:cubicBezTo>
                  <a:pt x="98936" y="5064"/>
                  <a:pt x="88434" y="0"/>
                  <a:pt x="75313" y="0"/>
                </a:cubicBezTo>
                <a:cubicBezTo>
                  <a:pt x="49673" y="0"/>
                  <a:pt x="25438" y="23317"/>
                  <a:pt x="25438" y="47853"/>
                </a:cubicBezTo>
                <a:cubicBezTo>
                  <a:pt x="25438" y="64280"/>
                  <a:pt x="36147" y="73605"/>
                  <a:pt x="46441" y="76648"/>
                </a:cubicBezTo>
                <a:lnTo>
                  <a:pt x="68039" y="82321"/>
                </a:lnTo>
                <a:cubicBezTo>
                  <a:pt x="75516" y="84148"/>
                  <a:pt x="86618" y="87191"/>
                  <a:pt x="86618" y="103821"/>
                </a:cubicBezTo>
                <a:cubicBezTo>
                  <a:pt x="86618" y="122075"/>
                  <a:pt x="70062" y="141130"/>
                  <a:pt x="50280" y="141130"/>
                </a:cubicBezTo>
                <a:cubicBezTo>
                  <a:pt x="37350" y="141130"/>
                  <a:pt x="14942" y="136666"/>
                  <a:pt x="14942" y="111523"/>
                </a:cubicBezTo>
                <a:cubicBezTo>
                  <a:pt x="14942" y="106662"/>
                  <a:pt x="15954" y="101792"/>
                  <a:pt x="16157" y="100574"/>
                </a:cubicBezTo>
                <a:cubicBezTo>
                  <a:pt x="16359" y="99763"/>
                  <a:pt x="16562" y="99561"/>
                  <a:pt x="16562" y="99155"/>
                </a:cubicBezTo>
                <a:cubicBezTo>
                  <a:pt x="16562" y="97126"/>
                  <a:pt x="15145" y="96923"/>
                  <a:pt x="14133" y="96923"/>
                </a:cubicBezTo>
                <a:cubicBezTo>
                  <a:pt x="13127" y="96923"/>
                  <a:pt x="12722" y="97126"/>
                  <a:pt x="12115" y="97734"/>
                </a:cubicBezTo>
                <a:cubicBezTo>
                  <a:pt x="11306" y="98546"/>
                  <a:pt x="0" y="144783"/>
                  <a:pt x="0" y="145392"/>
                </a:cubicBezTo>
                <a:cubicBezTo>
                  <a:pt x="0" y="146610"/>
                  <a:pt x="1012" y="147421"/>
                  <a:pt x="2227" y="147421"/>
                </a:cubicBezTo>
                <a:cubicBezTo>
                  <a:pt x="3233" y="147421"/>
                  <a:pt x="3435" y="147218"/>
                  <a:pt x="5857" y="144378"/>
                </a:cubicBezTo>
                <a:lnTo>
                  <a:pt x="15752" y="132820"/>
                </a:lnTo>
                <a:cubicBezTo>
                  <a:pt x="24432" y="144580"/>
                  <a:pt x="38160" y="147421"/>
                  <a:pt x="49875" y="147421"/>
                </a:cubicBezTo>
                <a:cubicBezTo>
                  <a:pt x="77332" y="147421"/>
                  <a:pt x="101156" y="120451"/>
                  <a:pt x="101156" y="95308"/>
                </a:cubicBezTo>
                <a:cubicBezTo>
                  <a:pt x="101156" y="81316"/>
                  <a:pt x="94286" y="74416"/>
                  <a:pt x="91256" y="71576"/>
                </a:cubicBezTo>
                <a:cubicBezTo>
                  <a:pt x="86618" y="66918"/>
                  <a:pt x="83589" y="66106"/>
                  <a:pt x="65616" y="61438"/>
                </a:cubicBezTo>
                <a:cubicBezTo>
                  <a:pt x="61180" y="60221"/>
                  <a:pt x="53906" y="58192"/>
                  <a:pt x="52090" y="57786"/>
                </a:cubicBezTo>
                <a:cubicBezTo>
                  <a:pt x="46643" y="55960"/>
                  <a:pt x="39774" y="50085"/>
                  <a:pt x="39774" y="39339"/>
                </a:cubicBezTo>
                <a:cubicBezTo>
                  <a:pt x="39774" y="22912"/>
                  <a:pt x="55930" y="5673"/>
                  <a:pt x="75111" y="5673"/>
                </a:cubicBezTo>
                <a:cubicBezTo>
                  <a:pt x="91863" y="5673"/>
                  <a:pt x="104186" y="14390"/>
                  <a:pt x="104186" y="37107"/>
                </a:cubicBezTo>
                <a:cubicBezTo>
                  <a:pt x="104186" y="43591"/>
                  <a:pt x="103376" y="47244"/>
                  <a:pt x="103376" y="48462"/>
                </a:cubicBezTo>
                <a:cubicBezTo>
                  <a:pt x="103376" y="48665"/>
                  <a:pt x="103376" y="50490"/>
                  <a:pt x="105794" y="50490"/>
                </a:cubicBezTo>
                <a:cubicBezTo>
                  <a:pt x="107812" y="50490"/>
                  <a:pt x="108014" y="49882"/>
                  <a:pt x="108824" y="46432"/>
                </a:cubicBezTo>
                <a:lnTo>
                  <a:pt x="119724" y="20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df-path-234">
            <a:extLst xmlns:a="http://schemas.openxmlformats.org/drawingml/2006/main">
              <a:ext uri="{FF2B5EF4-FFF2-40B4-BE49-F238E27FC236}">
                <a16:creationId xmlns:a16="http://schemas.microsoft.com/office/drawing/2014/main" id="{B4ACAF53-4FB6-496C-81D6-9FD9DBC4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786" y="346563"/>
            <a:ext cx="22003" cy="126539"/>
          </a:xfrm>
          <a:custGeom xmlns:a="http://schemas.openxmlformats.org/drawingml/2006/main">
            <a:pathLst>
              <a:path w="22003" h="126539">
                <a:moveTo>
                  <a:pt x="21395" y="10755"/>
                </a:moveTo>
                <a:cubicBezTo>
                  <a:pt x="21395" y="4870"/>
                  <a:pt x="16550" y="0"/>
                  <a:pt x="10697" y="0"/>
                </a:cubicBezTo>
                <a:cubicBezTo>
                  <a:pt x="4840" y="0"/>
                  <a:pt x="0" y="4870"/>
                  <a:pt x="0" y="10755"/>
                </a:cubicBezTo>
                <a:cubicBezTo>
                  <a:pt x="0" y="16630"/>
                  <a:pt x="4840" y="21500"/>
                  <a:pt x="10697" y="21500"/>
                </a:cubicBezTo>
                <a:cubicBezTo>
                  <a:pt x="16550" y="21500"/>
                  <a:pt x="21395" y="16630"/>
                  <a:pt x="21395" y="10755"/>
                </a:cubicBezTo>
                <a:moveTo>
                  <a:pt x="17562" y="85171"/>
                </a:moveTo>
                <a:cubicBezTo>
                  <a:pt x="17562" y="90853"/>
                  <a:pt x="17562" y="106671"/>
                  <a:pt x="4638" y="121668"/>
                </a:cubicBezTo>
                <a:cubicBezTo>
                  <a:pt x="3227" y="123292"/>
                  <a:pt x="3227" y="123698"/>
                  <a:pt x="3227" y="124306"/>
                </a:cubicBezTo>
                <a:cubicBezTo>
                  <a:pt x="3227" y="125727"/>
                  <a:pt x="4233" y="126539"/>
                  <a:pt x="5245" y="126539"/>
                </a:cubicBezTo>
                <a:cubicBezTo>
                  <a:pt x="7466" y="126539"/>
                  <a:pt x="22003" y="110315"/>
                  <a:pt x="22003" y="86794"/>
                </a:cubicBezTo>
                <a:cubicBezTo>
                  <a:pt x="22003" y="80910"/>
                  <a:pt x="21598" y="65911"/>
                  <a:pt x="10697" y="65911"/>
                </a:cubicBezTo>
                <a:cubicBezTo>
                  <a:pt x="3626" y="65911"/>
                  <a:pt x="0" y="71381"/>
                  <a:pt x="0" y="76658"/>
                </a:cubicBezTo>
                <a:cubicBezTo>
                  <a:pt x="0" y="81924"/>
                  <a:pt x="3424" y="87403"/>
                  <a:pt x="10697" y="87403"/>
                </a:cubicBezTo>
                <a:cubicBezTo>
                  <a:pt x="11709" y="87403"/>
                  <a:pt x="12114" y="87403"/>
                  <a:pt x="12317" y="87200"/>
                </a:cubicBezTo>
                <a:cubicBezTo>
                  <a:pt x="13728" y="86997"/>
                  <a:pt x="15954" y="86591"/>
                  <a:pt x="17562" y="851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df-path-235">
            <a:extLst xmlns:a="http://schemas.openxmlformats.org/drawingml/2006/main">
              <a:ext uri="{FF2B5EF4-FFF2-40B4-BE49-F238E27FC236}">
                <a16:creationId xmlns:a16="http://schemas.microsoft.com/office/drawing/2014/main" id="{1E5FF09F-F1F3-476A-938C-659ABC4D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514" y="295465"/>
            <a:ext cx="134262" cy="138502"/>
          </a:xfrm>
          <a:custGeom xmlns:a="http://schemas.openxmlformats.org/drawingml/2006/main">
            <a:pathLst>
              <a:path w="134262" h="138502">
                <a:moveTo>
                  <a:pt x="133654" y="4870"/>
                </a:moveTo>
                <a:cubicBezTo>
                  <a:pt x="133857" y="4058"/>
                  <a:pt x="134262" y="3043"/>
                  <a:pt x="134262" y="1826"/>
                </a:cubicBezTo>
                <a:cubicBezTo>
                  <a:pt x="134262" y="0"/>
                  <a:pt x="133250" y="0"/>
                  <a:pt x="129219" y="0"/>
                </a:cubicBezTo>
                <a:lnTo>
                  <a:pt x="44018" y="0"/>
                </a:lnTo>
                <a:cubicBezTo>
                  <a:pt x="39166" y="0"/>
                  <a:pt x="38964" y="203"/>
                  <a:pt x="37750" y="4058"/>
                </a:cubicBezTo>
                <a:lnTo>
                  <a:pt x="26646" y="40556"/>
                </a:lnTo>
                <a:cubicBezTo>
                  <a:pt x="26248" y="41571"/>
                  <a:pt x="26045" y="42991"/>
                  <a:pt x="26045" y="43397"/>
                </a:cubicBezTo>
                <a:cubicBezTo>
                  <a:pt x="26045" y="43600"/>
                  <a:pt x="26045" y="45629"/>
                  <a:pt x="28468" y="45629"/>
                </a:cubicBezTo>
                <a:cubicBezTo>
                  <a:pt x="30284" y="45629"/>
                  <a:pt x="30689" y="44209"/>
                  <a:pt x="31093" y="43600"/>
                </a:cubicBezTo>
                <a:cubicBezTo>
                  <a:pt x="38762" y="19674"/>
                  <a:pt x="49257" y="6291"/>
                  <a:pt x="80755" y="6291"/>
                </a:cubicBezTo>
                <a:lnTo>
                  <a:pt x="113670" y="6291"/>
                </a:lnTo>
                <a:lnTo>
                  <a:pt x="810" y="133022"/>
                </a:lnTo>
                <a:cubicBezTo>
                  <a:pt x="810" y="133225"/>
                  <a:pt x="0" y="136067"/>
                  <a:pt x="0" y="136675"/>
                </a:cubicBezTo>
                <a:cubicBezTo>
                  <a:pt x="0" y="138502"/>
                  <a:pt x="1411" y="138502"/>
                  <a:pt x="5049" y="138502"/>
                </a:cubicBezTo>
                <a:lnTo>
                  <a:pt x="92870" y="138502"/>
                </a:lnTo>
                <a:cubicBezTo>
                  <a:pt x="97721" y="138502"/>
                  <a:pt x="97924" y="138299"/>
                  <a:pt x="99133" y="134443"/>
                </a:cubicBezTo>
                <a:lnTo>
                  <a:pt x="113468" y="89635"/>
                </a:lnTo>
                <a:cubicBezTo>
                  <a:pt x="113670" y="88823"/>
                  <a:pt x="114276" y="87403"/>
                  <a:pt x="114276" y="86591"/>
                </a:cubicBezTo>
                <a:cubicBezTo>
                  <a:pt x="114276" y="85577"/>
                  <a:pt x="113468" y="84359"/>
                  <a:pt x="111652" y="84359"/>
                </a:cubicBezTo>
                <a:cubicBezTo>
                  <a:pt x="109829" y="84359"/>
                  <a:pt x="109628" y="85171"/>
                  <a:pt x="108217" y="89432"/>
                </a:cubicBezTo>
                <a:cubicBezTo>
                  <a:pt x="99334" y="117010"/>
                  <a:pt x="89649" y="131612"/>
                  <a:pt x="55317" y="131612"/>
                </a:cubicBezTo>
                <a:lnTo>
                  <a:pt x="20800" y="131612"/>
                </a:lnTo>
                <a:lnTo>
                  <a:pt x="133654" y="487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df-path-236">
            <a:extLst xmlns:a="http://schemas.openxmlformats.org/drawingml/2006/main">
              <a:ext uri="{FF2B5EF4-FFF2-40B4-BE49-F238E27FC236}">
                <a16:creationId xmlns:a16="http://schemas.microsoft.com/office/drawing/2014/main" id="{26B38887-754E-4C10-96D8-48898A39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095" y="281879"/>
            <a:ext cx="46845" cy="202780"/>
          </a:xfrm>
          <a:custGeom xmlns:a="http://schemas.openxmlformats.org/drawingml/2006/main">
            <a:pathLst>
              <a:path w="46845" h="202780">
                <a:moveTo>
                  <a:pt x="46845" y="101394"/>
                </a:moveTo>
                <a:cubicBezTo>
                  <a:pt x="46845" y="85575"/>
                  <a:pt x="44619" y="61041"/>
                  <a:pt x="33516" y="38120"/>
                </a:cubicBezTo>
                <a:cubicBezTo>
                  <a:pt x="21407" y="13180"/>
                  <a:pt x="4042" y="0"/>
                  <a:pt x="2018" y="0"/>
                </a:cubicBezTo>
                <a:cubicBezTo>
                  <a:pt x="810" y="0"/>
                  <a:pt x="0" y="811"/>
                  <a:pt x="0" y="2028"/>
                </a:cubicBezTo>
                <a:cubicBezTo>
                  <a:pt x="0" y="2637"/>
                  <a:pt x="0" y="3043"/>
                  <a:pt x="3839" y="6696"/>
                </a:cubicBezTo>
                <a:cubicBezTo>
                  <a:pt x="23616" y="26767"/>
                  <a:pt x="35135" y="59012"/>
                  <a:pt x="35135" y="101394"/>
                </a:cubicBezTo>
                <a:cubicBezTo>
                  <a:pt x="35135" y="136066"/>
                  <a:pt x="27658" y="171761"/>
                  <a:pt x="2625" y="197310"/>
                </a:cubicBezTo>
                <a:cubicBezTo>
                  <a:pt x="0" y="199736"/>
                  <a:pt x="0" y="200142"/>
                  <a:pt x="0" y="200751"/>
                </a:cubicBezTo>
                <a:cubicBezTo>
                  <a:pt x="0" y="201969"/>
                  <a:pt x="810" y="202780"/>
                  <a:pt x="2018" y="202780"/>
                </a:cubicBezTo>
                <a:cubicBezTo>
                  <a:pt x="4042" y="202780"/>
                  <a:pt x="22211" y="188991"/>
                  <a:pt x="34123" y="163238"/>
                </a:cubicBezTo>
                <a:cubicBezTo>
                  <a:pt x="44416" y="140936"/>
                  <a:pt x="46845" y="118421"/>
                  <a:pt x="46845" y="10139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9837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2026-10-09T20:13:25.3490000Z</dcterms:created>
  <dcterms:modified xsi:type="dcterms:W3CDTF">2026-10-09T20:13:25.3490000Z</dcterms:modified>
</coreProperties>
</file>