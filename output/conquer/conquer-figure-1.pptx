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9b47ed5224993" /><Relationship Type="http://schemas.openxmlformats.org/officeDocument/2006/relationships/extended-properties" Target="/docProps/app.xml" Id="Ra2a08dab9c1847bd" /><Relationship Type="http://schemas.openxmlformats.org/officeDocument/2006/relationships/officeDocument" Target="/ppt/presentation.xml" Id="R4a5270df77ba48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a7df9bc6ad4bc3"/>
  </p:sldMasterIdLst>
  <p:notesMasterIdLst>
    <p:notesMasterId xmlns:r="http://schemas.openxmlformats.org/officeDocument/2006/relationships" r:id="Re5044366d8004a58"/>
  </p:notesMasterIdLst>
  <p:sldIdLst>
    <p:sldId xmlns:r="http://schemas.openxmlformats.org/officeDocument/2006/relationships" id="256" r:id="R243ab7f7249049a7"/>
  </p:sldIdLst>
  <p:sldSz cx="13401675" cy="7372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01fd42aaa4e0b" /><Relationship Type="http://schemas.openxmlformats.org/officeDocument/2006/relationships/slideMaster" Target="/ppt/slideMasters/slideMaster1.xml" Id="R5ea7df9bc6ad4bc3" /><Relationship Type="http://schemas.openxmlformats.org/officeDocument/2006/relationships/notesMaster" Target="/ppt/notesMasters/notesMaster1.xml" Id="Re5044366d8004a58" /><Relationship Type="http://schemas.openxmlformats.org/officeDocument/2006/relationships/presProps" Target="/ppt/presProps.xml" Id="R99a10170c2ab48e2" /><Relationship Type="http://schemas.openxmlformats.org/officeDocument/2006/relationships/tableStyles" Target="/ppt/tableStyles.xml" Id="Rd67a73cad062498f" /><Relationship Type="http://schemas.openxmlformats.org/officeDocument/2006/relationships/slide" Target="/ppt/slides/slide1.xml" Id="R243ab7f72490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2ef9f9e57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748403a4745f1" /><Relationship Type="http://schemas.openxmlformats.org/officeDocument/2006/relationships/notesMaster" Target="/ppt/notesMasters/notesMaster1.xml" Id="R613bec632747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"Continual Quadruped Robots Coordination via Semantic Skill Discovery",</a:t>
            </a:r>
          </a:p>
          <a:p xmlns:a="http://schemas.openxmlformats.org/drawingml/2006/main">
            <a:r>
              <a:t>  "paper_url": "https://arxiv.org/abs/2606.08102v2",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"arXiv nonexclusive distribution license; no open reuse license verified. https://arxiv.org/licenses/nonexclusive-distrib/1.0/",</a:t>
            </a:r>
          </a:p>
          <a:p xmlns:a="http://schemas.openxmlformats.org/drawingml/2006/main">
            <a:r>
              <a:t>  "notes": "Source-faithful four-panel Conquer architecture. Native source paths and typeable ordinary labels are retained. Source Cambria Math remains editable glyph outlines. The bitmap SAG/skill-library panel is rebuilt from measured source coordinates as native boxes, arrows, labels and formula contours, retaining only isolated flame/snowflake icons and glow effects. No full-figure or full-panel raster backdrop is embedded.",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"c19f9b1df96865992892f4fac84506eb1a16edac32c170b00a539470cc2d69b6",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540,</a:t>
            </a:r>
          </a:p>
          <a:p xmlns:a="http://schemas.openxmlformats.org/drawingml/2006/main">
            <a:r>
              <a:t>    328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"Source pixels and final generated PNG inspected; isolated images and rotated text reviewed; independent editor QA pending.",</a:t>
            </a:r>
          </a:p>
          <a:p xmlns:a="http://schemas.openxmlformats.org/drawingml/2006/main">
            <a:r>
              <a:t>  "font_substitutions": "Times New Roman ordinary labels with source weight/italic retained. Reconstructed SAG labels use source-measured Times New Roman sizing.",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"Source custom dash patterns expanded as native solid path segments; no Office dash preset approximation remains in this figure.",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"62 source clipping groups intersect crop; extracted paths require explicit clipping review",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"unhandled image/shading at seq 4: [226.2769775390625, 254.05322265625, 286.26629638671875, 317.1724548339844]; requires reviewed raster region",</a:t>
            </a:r>
          </a:p>
          <a:p xmlns:a="http://schemas.openxmlformats.org/drawingml/2006/main">
            <a:r>
              <a:t>    "unhandled image/shading at seq 7: [226.2769775390625, 206.974609375, 286.0054931640625, 255.61814880371094]; requires reviewed raster region",</a:t>
            </a:r>
          </a:p>
          <a:p xmlns:a="http://schemas.openxmlformats.org/drawingml/2006/main">
            <a:r>
              <a:t>    "unhandled image/shading at seq 22: [101.21221160888672, 103.8189926147461, 136.81459045410156, 120.77250671386719]; requires reviewed raster region",</a:t>
            </a:r>
          </a:p>
          <a:p xmlns:a="http://schemas.openxmlformats.org/drawingml/2006/main">
            <a:r>
              <a:t>    "unhandled image/shading at seq 25: [101.47303009033203, 175.80624389648438, 136.9449920654297, 192.759765625]; requires reviewed raster region",</a:t>
            </a:r>
          </a:p>
          <a:p xmlns:a="http://schemas.openxmlformats.org/drawingml/2006/main">
            <a:r>
              <a:t>    "unhandled image/shading at seq 28: [119.20901489257812, 231.36155700683594, 157.94126892089844, 248.31507873535156]; requires reviewed raster region",</a:t>
            </a:r>
          </a:p>
          <a:p xmlns:a="http://schemas.openxmlformats.org/drawingml/2006/main">
            <a:r>
              <a:t>    "unhandled image/shading at seq 31: [297.7425537109375, 101.86283111572266, 316.6522521972656, 122.33746337890625]; requires reviewed raster region",</a:t>
            </a:r>
          </a:p>
          <a:p xmlns:a="http://schemas.openxmlformats.org/drawingml/2006/main">
            <a:r>
              <a:t>    "unhandled image/shading at seq 41: [230.71099853515625, 110.99160766601562, 299.3074951171875, 132.6399383544922]; requires reviewed raster region",</a:t>
            </a:r>
          </a:p>
          <a:p xmlns:a="http://schemas.openxmlformats.org/drawingml/2006/main">
            <a:r>
              <a:t>    "unhandled image/shading at seq 46: [282.22357177734375, 118.68589782714844, 296.30804443359375, 132.6399383544922]; requires reviewed raster region",</a:t>
            </a:r>
          </a:p>
          <a:p xmlns:a="http://schemas.openxmlformats.org/drawingml/2006/main">
            <a:r>
              <a:t>    "unhandled image/shading at seq 81: [80.08551788330078, 76.9542236328125, 214.53994750976562, 94.55979919433594]; requires reviewed raster region",</a:t>
            </a:r>
          </a:p>
          <a:p xmlns:a="http://schemas.openxmlformats.org/drawingml/2006/main">
            <a:r>
              <a:t>    "unhandled image/shading at seq 90: [120.90435791015625, 140.46466064453125, 156.50674438476562, 157.41818237304688]; requires reviewed raster region",</a:t>
            </a:r>
          </a:p>
          <a:p xmlns:a="http://schemas.openxmlformats.org/drawingml/2006/main">
            <a:r>
              <a:t>    "unhandled image/shading at seq 94: [376.38079833984375, 76.30216979980469, 527.1366577148438, 93.77732849121094]; requires reviewed raster region",</a:t>
            </a:r>
          </a:p>
          <a:p xmlns:a="http://schemas.openxmlformats.org/drawingml/2006/main">
            <a:r>
              <a:t>    "unhandled image/shading at seq 99: [230.4501495361328, 76.82380676269531, 364.774169921875, 94.29896545410156]; requires reviewed raster region",</a:t>
            </a:r>
          </a:p>
          <a:p xmlns:a="http://schemas.openxmlformats.org/drawingml/2006/main">
            <a:r>
              <a:t>    "unhandled image/shading at seq 108: [146.4976806640625, 280.45068359375, 209.09523010253906, 312.1407165527344]; requires reviewed raster region",</a:t>
            </a:r>
          </a:p>
          <a:p xmlns:a="http://schemas.openxmlformats.org/drawingml/2006/main">
            <a:r>
              <a:t>    "unhandled image/shading at seq 122: [335.56195068359375, 219.1028594970703, 355.6453552246094, 237.36048889160156]; requires reviewed raster region",</a:t>
            </a:r>
          </a:p>
          <a:p xmlns:a="http://schemas.openxmlformats.org/drawingml/2006/main">
            <a:r>
              <a:t>    "unhandled image/shading at seq 135: [230.71099853515625, 93.64691162109375, 299.3074951171875, 115.29524230957031]; requires reviewed raster region",</a:t>
            </a:r>
          </a:p>
          <a:p xmlns:a="http://schemas.openxmlformats.org/drawingml/2006/main">
            <a:r>
              <a:t>    "unhandled image/shading at seq 142: [245.96910095214844, 217.92916870117188, 266.052490234375, 236.18679809570312]; requires reviewed raster region",</a:t>
            </a:r>
          </a:p>
          <a:p xmlns:a="http://schemas.openxmlformats.org/drawingml/2006/main">
            <a:r>
              <a:t>    "unhandled image/shading at seq 153: [245.0562744140625, 258.61761474609375, 266.5741882324219, 278.0489501953125]; requires reviewed raster region",</a:t>
            </a:r>
          </a:p>
          <a:p xmlns:a="http://schemas.openxmlformats.org/drawingml/2006/main">
            <a:r>
              <a:t>    "unhandled image/shading at seq 158: [236.4490966796875, 235.14352416992188, 275.1813659667969, 252.0970458984375]; requires reviewed raster region",</a:t>
            </a:r>
          </a:p>
          <a:p xmlns:a="http://schemas.openxmlformats.org/drawingml/2006/main">
            <a:r>
              <a:t>    "unhandled image/shading at seq 180: [231.88467407226562, 275.5711364746094, 280.5282287597656, 296.5674133300781]; requires reviewed raster region",</a:t>
            </a:r>
          </a:p>
          <a:p xmlns:a="http://schemas.openxmlformats.org/drawingml/2006/main">
            <a:r>
              <a:t>    "unhandled image/shading at seq 186: [323.955322265625, 254.9661102294922, 345.34283447265625, 274.26702880859375]; requires reviewed raster region",</a:t>
            </a:r>
          </a:p>
          <a:p xmlns:a="http://schemas.openxmlformats.org/drawingml/2006/main">
            <a:r>
              <a:t>    "unhandled image/shading at seq 216: [291.35235595703125, 278.9618225097656, 358.12310791015625, 296.30657958984375]; requires reviewed raster region",</a:t>
            </a:r>
          </a:p>
          <a:p xmlns:a="http://schemas.openxmlformats.org/drawingml/2006/main">
            <a:r>
              <a:t>    "unhandled image/shading at seq 222: [394.5079650878906, 173.45883178710938, 443.1515197753906, 191.97727966308594]; requires reviewed raster region",</a:t>
            </a:r>
          </a:p>
          <a:p xmlns:a="http://schemas.openxmlformats.org/drawingml/2006/main">
            <a:r>
              <a:t>    "unhandled image/shading at seq 236: [464.2781982421875, 172.6763153076172, 519.57275390625, 191.45559692382812]; requires reviewed raster region",</a:t>
            </a:r>
          </a:p>
          <a:p xmlns:a="http://schemas.openxmlformats.org/drawingml/2006/main">
            <a:r>
              <a:t>    "unhandled image/shading at seq 242: [154.85296630859375, 71.17018127441406, 232.16714477539062, 125.37286376953125]; requires reviewed raster region",</a:t>
            </a:r>
          </a:p>
          <a:p xmlns:a="http://schemas.openxmlformats.org/drawingml/2006/main">
            <a:r>
              <a:t>    "unhandled image/shading at seq 244: [159.23956298828125, 134.52003479003906, 210.00811767578125, 172.85650634765625]; requires reviewed raster region",</a:t>
            </a:r>
          </a:p>
          <a:p xmlns:a="http://schemas.openxmlformats.org/drawingml/2006/main">
            <a:r>
              <a:t>    "unhandled image/shading at seq 246: [161.81771850585938, 165.4473114013672, 218.50225830078125, 207.05523681640625]; requires reviewed raster region",</a:t>
            </a:r>
          </a:p>
          <a:p xmlns:a="http://schemas.openxmlformats.org/drawingml/2006/main">
            <a:r>
              <a:t>    "unhandled image/shading at seq 248: [158.79852294921875, 221.2078094482422, 219.6114501953125, 267.4471435546875]; requires reviewed raster region",</a:t>
            </a:r>
          </a:p>
          <a:p xmlns:a="http://schemas.openxmlformats.org/drawingml/2006/main">
            <a:r>
              <a:t>    "unhandled image/shading at seq 250: [101.47303009033203, 285.0911560058594, 137.07540893554688, 302.044677734375]; requires reviewed raster region",</a:t>
            </a:r>
          </a:p>
          <a:p xmlns:a="http://schemas.openxmlformats.org/drawingml/2006/main">
            <a:r>
              <a:t>    "unhandled image/shading at seq 260: [226.2769775390625, 175.80624389648438, 285.6142883300781, 204.10556030273438]; requires reviewed raster region",</a:t>
            </a:r>
          </a:p>
          <a:p xmlns:a="http://schemas.openxmlformats.org/drawingml/2006/main">
            <a:r>
              <a:t>    "unhandled image/shading at seq 278: [378.7281494140625, 201.3668975830078, 529.4840087890625, 218.97247314453125]; requires reviewed raster region",</a:t>
            </a:r>
          </a:p>
          <a:p xmlns:a="http://schemas.openxmlformats.org/drawingml/2006/main">
            <a:r>
              <a:t>    "unhandled image/shading at seq 283: [377.6849060058594, 223.66726684570312, 539.9169921875, 312.216796875];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"editor_fixes": "Eight reviewed black open shaft/head compounds split to avoid even-odd cutouts. Original individual gradient-arrow pixels precomposed over their verified uniform #F2F2F2 surface while retaining transparent exterior.",</a:t>
            </a:r>
          </a:p>
          <a:p xmlns:a="http://schemas.openxmlformats.org/drawingml/2006/main">
            <a:r>
              <a:t>  "text_editability": "Ordinary source captions/labels and reconstructed SAG labels are native typeable text; Timeline is native rotated text. Cambria Math and reconstructed SAG math remain editable glyph paths, not live equations.",</a:t>
            </a:r>
          </a:p>
          <a:p xmlns:a="http://schemas.openxmlformats.org/drawingml/2006/main">
            <a:r>
              <a:t>  "raster_panel_reconstruction": "Source bitmap instance 38 is not embedded. Its SAG architecture is rebuilt with native shapes/arrows/labels and source mathematical contours. Only flame/snowflake icons and two text-free glow rings are isolated raster insets.",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"All selected source images/shadings isolated with original source SVG clips and masks. Literal letter-M shadow omitted so editing the native instruction does not expose old lettering. SAG bitmap replaced with native objects and isolated icons/glow rings. Rotated ordinary Timeline label restored as native text."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e3815eed0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cfbdb8ca946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d31096ebb4c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7b31974bd43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7eed7787d4d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75c78d8ce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08E80D-B861-44E7-B528-2A6B1564F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0168" y="2785110"/>
            <a:ext cx="10721340" cy="106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09838F-99B0-4C8B-99A3-BD6BDE8F7A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10251" y="4054793"/>
            <a:ext cx="938117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D06390-CE18-4492-934A-BFC52FC3A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0168" y="3071813"/>
            <a:ext cx="1072134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41413E-5F52-4D82-91BF-353C915D46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573405"/>
            <a:ext cx="11893987" cy="901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795684-54F0-45BC-9041-83351069F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2047875"/>
            <a:ext cx="11893987" cy="458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1pPr>
            <a:lvl2pPr marL="5734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2pPr>
            <a:lvl3pPr marL="9010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3pPr>
            <a:lvl4pPr marL="12287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4pPr>
            <a:lvl5pPr marL="155638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5pPr>
            <a:lvl6pPr marL="18840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6pPr>
            <a:lvl7pPr marL="22117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7pPr>
            <a:lvl8pPr marL="25393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8pPr>
            <a:lvl9pPr marL="28670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373D5A-F23E-45BE-A2BC-375073ECE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573405"/>
            <a:ext cx="11893987" cy="901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1F5B55-5C40-47F2-B7CD-F82426C42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2047875"/>
            <a:ext cx="5528191" cy="458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1pPr>
            <a:lvl2pPr marL="5734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2pPr>
            <a:lvl3pPr marL="9010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3pPr>
            <a:lvl4pPr marL="12287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4pPr>
            <a:lvl5pPr marL="155638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5pPr>
            <a:lvl6pPr marL="18840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6pPr>
            <a:lvl7pPr marL="22117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7pPr>
            <a:lvl8pPr marL="25393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8pPr>
            <a:lvl9pPr marL="28670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9B00A0-CB64-4540-A53D-B82451C392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19640" y="2047875"/>
            <a:ext cx="5528191" cy="458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1pPr>
            <a:lvl2pPr marL="5734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2pPr>
            <a:lvl3pPr marL="9010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3pPr>
            <a:lvl4pPr marL="12287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4pPr>
            <a:lvl5pPr marL="155638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5pPr>
            <a:lvl6pPr marL="18840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6pPr>
            <a:lvl7pPr marL="22117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7pPr>
            <a:lvl8pPr marL="25393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8pPr>
            <a:lvl9pPr marL="28670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6C886E-CF27-45C9-B6C6-9B81DB6C2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3844" y="573405"/>
            <a:ext cx="11893987" cy="901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A557B2-ED1A-4E88-B881-290F1AC8C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3844" y="2047875"/>
            <a:ext cx="5528191" cy="458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1pPr>
            <a:lvl2pPr marL="5734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2pPr>
            <a:lvl3pPr marL="9010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3pPr>
            <a:lvl4pPr marL="12287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4pPr>
            <a:lvl5pPr marL="155638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5pPr>
            <a:lvl6pPr marL="188404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6pPr>
            <a:lvl7pPr marL="221170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7pPr>
            <a:lvl8pPr marL="253936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8pPr>
            <a:lvl9pPr marL="2867025" indent="-245745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8f92acd80481b" /><Relationship Type="http://schemas.openxmlformats.org/officeDocument/2006/relationships/slideLayout" Target="/ppt/slideLayouts/slideLayout1.xml" Id="Rb33a80a55cb64e3e" /><Relationship Type="http://schemas.openxmlformats.org/officeDocument/2006/relationships/slideLayout" Target="/ppt/slideLayouts/slideLayout2.xml" Id="Rb1964b95c6fd476f" /><Relationship Type="http://schemas.openxmlformats.org/officeDocument/2006/relationships/slideLayout" Target="/ppt/slideLayouts/slideLayout3.xml" Id="R53394431c6c34597" /><Relationship Type="http://schemas.openxmlformats.org/officeDocument/2006/relationships/slideLayout" Target="/ppt/slideLayouts/slideLayout4.xml" Id="Rb78b93c707874ebe" /><Relationship Type="http://schemas.openxmlformats.org/officeDocument/2006/relationships/slideLayout" Target="/ppt/slideLayouts/slideLayout5.xml" Id="R155b161f078647c2" /><Relationship Type="http://schemas.openxmlformats.org/officeDocument/2006/relationships/slideLayout" Target="/ppt/slideLayouts/slideLayout6.xml" Id="R329d929d72a5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a80a55cb64e3e"/>
    <p:sldLayoutId xmlns:r="http://schemas.openxmlformats.org/officeDocument/2006/relationships" id="2147483650" r:id="Rb1964b95c6fd476f"/>
    <p:sldLayoutId xmlns:r="http://schemas.openxmlformats.org/officeDocument/2006/relationships" id="2147483651" r:id="R53394431c6c34597"/>
    <p:sldLayoutId xmlns:r="http://schemas.openxmlformats.org/officeDocument/2006/relationships" id="2147483652" r:id="Rb78b93c707874ebe"/>
    <p:sldLayoutId xmlns:r="http://schemas.openxmlformats.org/officeDocument/2006/relationships" id="2147483653" r:id="R155b161f078647c2"/>
    <p:sldLayoutId xmlns:r="http://schemas.openxmlformats.org/officeDocument/2006/relationships" id="2147483654" r:id="R329d929d72a5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a2103ca634885" /><Relationship Type="http://schemas.openxmlformats.org/officeDocument/2006/relationships/image" Target="/ppt/media/image.png" Id="Rd178ec9db00e4997" /><Relationship Type="http://schemas.openxmlformats.org/officeDocument/2006/relationships/image" Target="/ppt/media/image2.png" Id="R0208fdff40944d39" /><Relationship Type="http://schemas.openxmlformats.org/officeDocument/2006/relationships/image" Target="/ppt/media/image3.png" Id="R7b2bb8c3f8074951" /><Relationship Type="http://schemas.openxmlformats.org/officeDocument/2006/relationships/image" Target="/ppt/media/image4.png" Id="Rf9dfe4e10ff840ab" /><Relationship Type="http://schemas.openxmlformats.org/officeDocument/2006/relationships/image" Target="/ppt/media/image5.png" Id="Rd28dde3313f54346" /><Relationship Type="http://schemas.openxmlformats.org/officeDocument/2006/relationships/image" Target="/ppt/media/image6.png" Id="Ra59d077dd51e45bf" /><Relationship Type="http://schemas.openxmlformats.org/officeDocument/2006/relationships/image" Target="/ppt/media/image7.png" Id="Rfbabec08a5024bee" /><Relationship Type="http://schemas.openxmlformats.org/officeDocument/2006/relationships/image" Target="/ppt/media/image8.png" Id="R2f626017dbc546cb" /><Relationship Type="http://schemas.openxmlformats.org/officeDocument/2006/relationships/image" Target="/ppt/media/image9.png" Id="R7e877f78207443e4" /><Relationship Type="http://schemas.openxmlformats.org/officeDocument/2006/relationships/image" Target="/ppt/media/image10.png" Id="R199a515a3d2845d5" /><Relationship Type="http://schemas.openxmlformats.org/officeDocument/2006/relationships/image" Target="/ppt/media/image11.png" Id="R59491b029b3f42c2" /><Relationship Type="http://schemas.openxmlformats.org/officeDocument/2006/relationships/image" Target="/ppt/media/image12.png" Id="Rb7fcaa234ecc4b27" /><Relationship Type="http://schemas.openxmlformats.org/officeDocument/2006/relationships/image" Target="/ppt/media/image13.png" Id="R085553c4df9b4215" /><Relationship Type="http://schemas.openxmlformats.org/officeDocument/2006/relationships/image" Target="/ppt/media/image14.png" Id="R803234eb84cc43d1" /><Relationship Type="http://schemas.openxmlformats.org/officeDocument/2006/relationships/image" Target="/ppt/media/image15.png" Id="R4f9dfb0217ba47ab" /><Relationship Type="http://schemas.openxmlformats.org/officeDocument/2006/relationships/image" Target="/ppt/media/image16.png" Id="R8315f3bfcd644056" /><Relationship Type="http://schemas.openxmlformats.org/officeDocument/2006/relationships/image" Target="/ppt/media/image17.png" Id="Ra55bf46a4ed149be" /><Relationship Type="http://schemas.openxmlformats.org/officeDocument/2006/relationships/image" Target="/ppt/media/image18.png" Id="Rb599db81b48b4fe2" /><Relationship Type="http://schemas.openxmlformats.org/officeDocument/2006/relationships/image" Target="/ppt/media/image19.png" Id="R3cde402c27a640d9" /><Relationship Type="http://schemas.openxmlformats.org/officeDocument/2006/relationships/image" Target="/ppt/media/image20.png" Id="R587de0d3b3344d17" /><Relationship Type="http://schemas.openxmlformats.org/officeDocument/2006/relationships/image" Target="/ppt/media/image21.png" Id="Ra5a5f25ad340437f" /><Relationship Type="http://schemas.openxmlformats.org/officeDocument/2006/relationships/image" Target="/ppt/media/image22.png" Id="R14f94bb0cdcc4d2e" /><Relationship Type="http://schemas.openxmlformats.org/officeDocument/2006/relationships/image" Target="/ppt/media/image23.png" Id="R73745532ae39498b" /><Relationship Type="http://schemas.openxmlformats.org/officeDocument/2006/relationships/image" Target="/ppt/media/image24.png" Id="R4ab51d8b578246fb" /><Relationship Type="http://schemas.openxmlformats.org/officeDocument/2006/relationships/image" Target="/ppt/media/image25.png" Id="R17869604cd0b4f7f" /><Relationship Type="http://schemas.openxmlformats.org/officeDocument/2006/relationships/image" Target="/ppt/media/image26.png" Id="Rb58f6f9c58b74a95" /><Relationship Type="http://schemas.openxmlformats.org/officeDocument/2006/relationships/image" Target="/ppt/media/image27.png" Id="R3b717d55929c40b3" /><Relationship Type="http://schemas.openxmlformats.org/officeDocument/2006/relationships/image" Target="/ppt/media/image28.png" Id="R3e0f9b9a27dc42e8" /><Relationship Type="http://schemas.openxmlformats.org/officeDocument/2006/relationships/image" Target="/ppt/media/image29.png" Id="R54cbad22fc4a4584" /><Relationship Type="http://schemas.openxmlformats.org/officeDocument/2006/relationships/image" Target="/ppt/media/image30.png" Id="Rfa40500b7be645ca" /><Relationship Type="http://schemas.openxmlformats.org/officeDocument/2006/relationships/image" Target="/ppt/media/image31.png" Id="Rced4e93f770047ff" /><Relationship Type="http://schemas.openxmlformats.org/officeDocument/2006/relationships/image" Target="/ppt/media/image32.png" Id="R336dbc18e8d74e0f" /><Relationship Type="http://schemas.openxmlformats.org/officeDocument/2006/relationships/image" Target="/ppt/media/image33.png" Id="Rd729990fe75f4ab0" /><Relationship Type="http://schemas.openxmlformats.org/officeDocument/2006/relationships/image" Target="/ppt/media/image34.png" Id="Rd17cbb53d2d1410e" /><Relationship Type="http://schemas.openxmlformats.org/officeDocument/2006/relationships/image" Target="/ppt/media/image35.png" Id="R816dc001c9d74b06" /><Relationship Type="http://schemas.openxmlformats.org/officeDocument/2006/relationships/image" Target="/ppt/media/image36.png" Id="R4a8b50f44fe44438" /><Relationship Type="http://schemas.openxmlformats.org/officeDocument/2006/relationships/image" Target="/ppt/media/image37.png" Id="Rcb64bf811ce84e96" /><Relationship Type="http://schemas.openxmlformats.org/officeDocument/2006/relationships/image" Target="/ppt/media/image38.png" Id="R42372c8c872740b9" /><Relationship Type="http://schemas.openxmlformats.org/officeDocument/2006/relationships/image" Target="/ppt/media/image39.png" Id="R3740e07144fc4111" /><Relationship Type="http://schemas.openxmlformats.org/officeDocument/2006/relationships/image" Target="/ppt/media/image40.png" Id="Rc6584b4e834a4e1e" /><Relationship Type="http://schemas.openxmlformats.org/officeDocument/2006/relationships/image" Target="/ppt/media/image41.png" Id="R6c08c0ae774d474a" /><Relationship Type="http://schemas.openxmlformats.org/officeDocument/2006/relationships/image" Target="/ppt/media/image42.png" Id="Rcce9a6524a094f5e" /><Relationship Type="http://schemas.openxmlformats.org/officeDocument/2006/relationships/image" Target="/ppt/media/image43.png" Id="Rcb47758c77ce4095" /><Relationship Type="http://schemas.openxmlformats.org/officeDocument/2006/relationships/image" Target="/ppt/media/image44.png" Id="R93a6da4697024189" /><Relationship Type="http://schemas.openxmlformats.org/officeDocument/2006/relationships/notesSlide" Target="/ppt/notesSlides/notesSlide1.xml" Id="R12dbc5576ee748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4" name="pdf-path-0">
            <a:extLst xmlns:a="http://schemas.openxmlformats.org/drawingml/2006/main">
              <a:ext uri="{FF2B5EF4-FFF2-40B4-BE49-F238E27FC236}">
                <a16:creationId xmlns:a16="http://schemas.microsoft.com/office/drawing/2014/main" id="{704F64E4-4B5D-430B-8271-25D3970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57109"/>
            <a:ext cx="13370728" cy="7292786"/>
          </a:xfrm>
          <a:custGeom xmlns:a="http://schemas.openxmlformats.org/drawingml/2006/main">
            <a:pathLst>
              <a:path w="13370728" h="7292786">
                <a:moveTo>
                  <a:pt x="0" y="0"/>
                </a:moveTo>
                <a:lnTo>
                  <a:pt x="13370728" y="0"/>
                </a:lnTo>
                <a:lnTo>
                  <a:pt x="13370728" y="7292786"/>
                </a:lnTo>
                <a:lnTo>
                  <a:pt x="0" y="72927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1A45781F-A9B3-41DD-8B81-B64E1B2D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85" y="62388"/>
            <a:ext cx="13303651" cy="7277879"/>
          </a:xfrm>
          <a:custGeom xmlns:a="http://schemas.openxmlformats.org/drawingml/2006/main">
            <a:pathLst>
              <a:path w="13303651" h="7277879">
                <a:moveTo>
                  <a:pt x="0" y="0"/>
                </a:moveTo>
                <a:lnTo>
                  <a:pt x="13303651" y="0"/>
                </a:lnTo>
                <a:lnTo>
                  <a:pt x="13303651" y="7277879"/>
                </a:lnTo>
                <a:lnTo>
                  <a:pt x="0" y="7277879"/>
                </a:lnTo>
                <a:close/>
              </a:path>
            </a:pathLst>
          </a:custGeom>
          <a:solidFill xmlns:a="http://schemas.openxmlformats.org/drawingml/2006/main">
            <a:srgbClr val="DAE3F3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D42F83AF-3FFF-4D63-B1CF-BC8B5662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9525" y="163004"/>
            <a:ext cx="4151336" cy="7043108"/>
          </a:xfrm>
          <a:custGeom xmlns:a="http://schemas.openxmlformats.org/drawingml/2006/main">
            <a:pathLst>
              <a:path w="4151336" h="7043108">
                <a:moveTo>
                  <a:pt x="0" y="132051"/>
                </a:moveTo>
                <a:cubicBezTo>
                  <a:pt x="0" y="59120"/>
                  <a:pt x="59122" y="0"/>
                  <a:pt x="132051" y="0"/>
                </a:cubicBezTo>
                <a:lnTo>
                  <a:pt x="4019285" y="0"/>
                </a:lnTo>
                <a:cubicBezTo>
                  <a:pt x="4092216" y="0"/>
                  <a:pt x="4151336" y="59120"/>
                  <a:pt x="4151336" y="132051"/>
                </a:cubicBezTo>
                <a:lnTo>
                  <a:pt x="4151336" y="6911058"/>
                </a:lnTo>
                <a:cubicBezTo>
                  <a:pt x="4151336" y="6983988"/>
                  <a:pt x="4092216" y="7043108"/>
                  <a:pt x="4019285" y="7043108"/>
                </a:cubicBezTo>
                <a:lnTo>
                  <a:pt x="132051" y="7043108"/>
                </a:lnTo>
                <a:cubicBezTo>
                  <a:pt x="59122" y="7043108"/>
                  <a:pt x="0" y="6983988"/>
                  <a:pt x="0" y="6911058"/>
                </a:cubicBezTo>
                <a:lnTo>
                  <a:pt x="0" y="132051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13DB57A7-F45D-44C2-AE88-69C3DEF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9525" y="163004"/>
            <a:ext cx="4151335" cy="7043109"/>
          </a:xfrm>
          <a:custGeom xmlns:a="http://schemas.openxmlformats.org/drawingml/2006/main">
            <a:pathLst>
              <a:path w="4151335" h="7043109">
                <a:moveTo>
                  <a:pt x="0" y="132051"/>
                </a:moveTo>
                <a:cubicBezTo>
                  <a:pt x="0" y="59121"/>
                  <a:pt x="59121" y="0"/>
                  <a:pt x="132051" y="0"/>
                </a:cubicBezTo>
                <a:lnTo>
                  <a:pt x="4019286" y="0"/>
                </a:lnTo>
                <a:cubicBezTo>
                  <a:pt x="4092215" y="0"/>
                  <a:pt x="4151335" y="59121"/>
                  <a:pt x="4151335" y="132051"/>
                </a:cubicBezTo>
                <a:lnTo>
                  <a:pt x="4151335" y="6911058"/>
                </a:lnTo>
                <a:cubicBezTo>
                  <a:pt x="4151335" y="6983988"/>
                  <a:pt x="4092215" y="7043109"/>
                  <a:pt x="4019286" y="7043109"/>
                </a:cubicBezTo>
                <a:lnTo>
                  <a:pt x="132051" y="7043109"/>
                </a:lnTo>
                <a:cubicBezTo>
                  <a:pt x="59121" y="7043109"/>
                  <a:pt x="0" y="6983988"/>
                  <a:pt x="0" y="6911058"/>
                </a:cubicBezTo>
                <a:lnTo>
                  <a:pt x="0" y="132051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D9D9D9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840B-7BF4-4269-BC8B-193184668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ec9db00e4997"/>
          <a:srcRect xmlns:a="http://schemas.openxmlformats.org/drawingml/2006/main" l="103" t="0" r="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7040" y="5259321"/>
            <a:ext cx="1714195" cy="1803632"/>
          </a:xfrm>
          <a:prstGeom xmlns:a="http://schemas.openxmlformats.org/drawingml/2006/main" prst="rect">
            <a:avLst/>
          </a:prstGeom>
        </p:spPr>
      </p:pic>
      <p:sp>
        <p:nvSpPr>
          <p:cNvPr id="6" name="conquer-source-component-0">
            <a:extLst xmlns:a="http://schemas.openxmlformats.org/drawingml/2006/main">
              <a:ext uri="{FF2B5EF4-FFF2-40B4-BE49-F238E27FC236}">
                <a16:creationId xmlns:a16="http://schemas.microsoft.com/office/drawing/2014/main" id="{96B97F39-8347-469E-BEF1-96723A8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040" y="5259321"/>
            <a:ext cx="1714195" cy="1803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df-path-5">
            <a:extLst xmlns:a="http://schemas.openxmlformats.org/drawingml/2006/main">
              <a:ext uri="{FF2B5EF4-FFF2-40B4-BE49-F238E27FC236}">
                <a16:creationId xmlns:a16="http://schemas.microsoft.com/office/drawing/2014/main" id="{6AD0EE8B-AD90-4550-8F9B-D97071AA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5370806"/>
            <a:ext cx="1490606" cy="1580041"/>
          </a:xfrm>
          <a:custGeom xmlns:a="http://schemas.openxmlformats.org/drawingml/2006/main">
            <a:pathLst>
              <a:path w="1490606" h="1580041">
                <a:moveTo>
                  <a:pt x="0" y="150669"/>
                </a:moveTo>
                <a:cubicBezTo>
                  <a:pt x="0" y="67457"/>
                  <a:pt x="67457" y="0"/>
                  <a:pt x="150671" y="0"/>
                </a:cubicBezTo>
                <a:lnTo>
                  <a:pt x="1339935" y="0"/>
                </a:lnTo>
                <a:cubicBezTo>
                  <a:pt x="1423148" y="0"/>
                  <a:pt x="1490606" y="67457"/>
                  <a:pt x="1490606" y="150669"/>
                </a:cubicBezTo>
                <a:lnTo>
                  <a:pt x="1490606" y="1429370"/>
                </a:lnTo>
                <a:cubicBezTo>
                  <a:pt x="1490606" y="1512583"/>
                  <a:pt x="1423148" y="1580041"/>
                  <a:pt x="1339935" y="1580041"/>
                </a:cubicBezTo>
                <a:lnTo>
                  <a:pt x="150671" y="1580041"/>
                </a:lnTo>
                <a:cubicBezTo>
                  <a:pt x="67457" y="1580041"/>
                  <a:pt x="0" y="1512583"/>
                  <a:pt x="0" y="1429370"/>
                </a:cubicBezTo>
                <a:lnTo>
                  <a:pt x="0" y="150669"/>
                </a:lnTo>
              </a:path>
            </a:pathLst>
          </a:custGeom>
          <a:solidFill xmlns:a="http://schemas.openxmlformats.org/drawingml/2006/main">
            <a:srgbClr val="DCE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6">
            <a:extLst xmlns:a="http://schemas.openxmlformats.org/drawingml/2006/main">
              <a:ext uri="{FF2B5EF4-FFF2-40B4-BE49-F238E27FC236}">
                <a16:creationId xmlns:a16="http://schemas.microsoft.com/office/drawing/2014/main" id="{B7040413-A0BC-497E-842F-C85A6689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5370806"/>
            <a:ext cx="1490606" cy="1580042"/>
          </a:xfrm>
          <a:custGeom xmlns:a="http://schemas.openxmlformats.org/drawingml/2006/main">
            <a:pathLst>
              <a:path w="1490606" h="1580042">
                <a:moveTo>
                  <a:pt x="0" y="150671"/>
                </a:moveTo>
                <a:cubicBezTo>
                  <a:pt x="0" y="67458"/>
                  <a:pt x="67458" y="0"/>
                  <a:pt x="150671" y="0"/>
                </a:cubicBezTo>
                <a:lnTo>
                  <a:pt x="1339935" y="0"/>
                </a:lnTo>
                <a:cubicBezTo>
                  <a:pt x="1423148" y="0"/>
                  <a:pt x="1490606" y="67458"/>
                  <a:pt x="1490606" y="150671"/>
                </a:cubicBezTo>
                <a:lnTo>
                  <a:pt x="1490606" y="1429371"/>
                </a:lnTo>
                <a:cubicBezTo>
                  <a:pt x="1490606" y="1512584"/>
                  <a:pt x="1423148" y="1580042"/>
                  <a:pt x="1339935" y="1580042"/>
                </a:cubicBezTo>
                <a:lnTo>
                  <a:pt x="150671" y="1580042"/>
                </a:lnTo>
                <a:cubicBezTo>
                  <a:pt x="67458" y="1580042"/>
                  <a:pt x="0" y="1512584"/>
                  <a:pt x="0" y="1429371"/>
                </a:cubicBezTo>
                <a:lnTo>
                  <a:pt x="0" y="1506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D9D9D9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9029-FA54-44AC-B5B7-B309D99AC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8fdff40944d39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7040" y="3914049"/>
            <a:ext cx="1706742" cy="1389989"/>
          </a:xfrm>
          <a:prstGeom xmlns:a="http://schemas.openxmlformats.org/drawingml/2006/main" prst="rect">
            <a:avLst/>
          </a:prstGeom>
        </p:spPr>
      </p:pic>
      <p:sp>
        <p:nvSpPr>
          <p:cNvPr id="10" name="conquer-source-component-1">
            <a:extLst xmlns:a="http://schemas.openxmlformats.org/drawingml/2006/main">
              <a:ext uri="{FF2B5EF4-FFF2-40B4-BE49-F238E27FC236}">
                <a16:creationId xmlns:a16="http://schemas.microsoft.com/office/drawing/2014/main" id="{449B0950-BF5C-438E-AB17-97AE43C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040" y="3914049"/>
            <a:ext cx="1706742" cy="1389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df-path-8">
            <a:extLst xmlns:a="http://schemas.openxmlformats.org/drawingml/2006/main">
              <a:ext uri="{FF2B5EF4-FFF2-40B4-BE49-F238E27FC236}">
                <a16:creationId xmlns:a16="http://schemas.microsoft.com/office/drawing/2014/main" id="{A98BF5BF-33BA-4BED-AC2E-B90B17B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4021807"/>
            <a:ext cx="1486879" cy="1173854"/>
          </a:xfrm>
          <a:custGeom xmlns:a="http://schemas.openxmlformats.org/drawingml/2006/main">
            <a:pathLst>
              <a:path w="1486879" h="1173854">
                <a:moveTo>
                  <a:pt x="0" y="118654"/>
                </a:moveTo>
                <a:cubicBezTo>
                  <a:pt x="0" y="53123"/>
                  <a:pt x="53123" y="0"/>
                  <a:pt x="118652" y="0"/>
                </a:cubicBezTo>
                <a:lnTo>
                  <a:pt x="1368226" y="0"/>
                </a:lnTo>
                <a:cubicBezTo>
                  <a:pt x="1433756" y="0"/>
                  <a:pt x="1486879" y="53123"/>
                  <a:pt x="1486879" y="118654"/>
                </a:cubicBezTo>
                <a:lnTo>
                  <a:pt x="1486879" y="1055200"/>
                </a:lnTo>
                <a:cubicBezTo>
                  <a:pt x="1486879" y="1120730"/>
                  <a:pt x="1433756" y="1173854"/>
                  <a:pt x="1368226" y="1173854"/>
                </a:cubicBezTo>
                <a:lnTo>
                  <a:pt x="118652" y="1173854"/>
                </a:lnTo>
                <a:cubicBezTo>
                  <a:pt x="53123" y="1173854"/>
                  <a:pt x="0" y="1120730"/>
                  <a:pt x="0" y="1055200"/>
                </a:cubicBezTo>
                <a:lnTo>
                  <a:pt x="0" y="118654"/>
                </a:lnTo>
              </a:path>
            </a:pathLst>
          </a:custGeom>
          <a:solidFill xmlns:a="http://schemas.openxmlformats.org/drawingml/2006/main">
            <a:srgbClr val="FCC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9">
            <a:extLst xmlns:a="http://schemas.openxmlformats.org/drawingml/2006/main">
              <a:ext uri="{FF2B5EF4-FFF2-40B4-BE49-F238E27FC236}">
                <a16:creationId xmlns:a16="http://schemas.microsoft.com/office/drawing/2014/main" id="{64379F53-D207-42B1-8F13-4FFD5EAB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4021807"/>
            <a:ext cx="1486879" cy="1173852"/>
          </a:xfrm>
          <a:custGeom xmlns:a="http://schemas.openxmlformats.org/drawingml/2006/main">
            <a:pathLst>
              <a:path w="1486879" h="1173852">
                <a:moveTo>
                  <a:pt x="0" y="118653"/>
                </a:moveTo>
                <a:cubicBezTo>
                  <a:pt x="0" y="53122"/>
                  <a:pt x="53122" y="0"/>
                  <a:pt x="118653" y="0"/>
                </a:cubicBezTo>
                <a:lnTo>
                  <a:pt x="1368227" y="0"/>
                </a:lnTo>
                <a:cubicBezTo>
                  <a:pt x="1433757" y="0"/>
                  <a:pt x="1486879" y="53122"/>
                  <a:pt x="1486879" y="118653"/>
                </a:cubicBezTo>
                <a:lnTo>
                  <a:pt x="1486879" y="1055200"/>
                </a:lnTo>
                <a:cubicBezTo>
                  <a:pt x="1486879" y="1120730"/>
                  <a:pt x="1433757" y="1173852"/>
                  <a:pt x="1368227" y="1173852"/>
                </a:cubicBezTo>
                <a:lnTo>
                  <a:pt x="118653" y="1173852"/>
                </a:lnTo>
                <a:cubicBezTo>
                  <a:pt x="53122" y="1173852"/>
                  <a:pt x="0" y="1120730"/>
                  <a:pt x="0" y="1055200"/>
                </a:cubicBezTo>
                <a:lnTo>
                  <a:pt x="0" y="11865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D9D9D9"/>
            </a:solidFill>
            <a:prstDash val="solid"/>
          </a:ln>
        </p:spPr>
      </p:sp>
      <p:sp>
        <p:nvSpPr>
          <p:cNvPr id="13" name="pdf-path-10">
            <a:extLst xmlns:a="http://schemas.openxmlformats.org/drawingml/2006/main">
              <a:ext uri="{FF2B5EF4-FFF2-40B4-BE49-F238E27FC236}">
                <a16:creationId xmlns:a16="http://schemas.microsoft.com/office/drawing/2014/main" id="{C03EB3AC-B824-4487-A0DA-03986FB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836" y="166731"/>
            <a:ext cx="4546346" cy="3428390"/>
          </a:xfrm>
          <a:custGeom xmlns:a="http://schemas.openxmlformats.org/drawingml/2006/main">
            <a:pathLst>
              <a:path w="4546346" h="3428390">
                <a:moveTo>
                  <a:pt x="0" y="109054"/>
                </a:moveTo>
                <a:cubicBezTo>
                  <a:pt x="0" y="48824"/>
                  <a:pt x="48826" y="0"/>
                  <a:pt x="109056" y="0"/>
                </a:cubicBezTo>
                <a:lnTo>
                  <a:pt x="4437291" y="0"/>
                </a:lnTo>
                <a:cubicBezTo>
                  <a:pt x="4497523" y="0"/>
                  <a:pt x="4546346" y="48824"/>
                  <a:pt x="4546346" y="109054"/>
                </a:cubicBezTo>
                <a:lnTo>
                  <a:pt x="4546346" y="3319335"/>
                </a:lnTo>
                <a:cubicBezTo>
                  <a:pt x="4546346" y="3379566"/>
                  <a:pt x="4497523" y="3428390"/>
                  <a:pt x="4437291" y="3428390"/>
                </a:cubicBezTo>
                <a:lnTo>
                  <a:pt x="109056" y="3428390"/>
                </a:lnTo>
                <a:cubicBezTo>
                  <a:pt x="48826" y="3428390"/>
                  <a:pt x="0" y="3379566"/>
                  <a:pt x="0" y="3319335"/>
                </a:cubicBezTo>
                <a:lnTo>
                  <a:pt x="0" y="109054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1">
            <a:extLst xmlns:a="http://schemas.openxmlformats.org/drawingml/2006/main">
              <a:ext uri="{FF2B5EF4-FFF2-40B4-BE49-F238E27FC236}">
                <a16:creationId xmlns:a16="http://schemas.microsoft.com/office/drawing/2014/main" id="{9AFE3FE7-6C93-42F5-B737-72873A2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836" y="166731"/>
            <a:ext cx="4546346" cy="3428391"/>
          </a:xfrm>
          <a:custGeom xmlns:a="http://schemas.openxmlformats.org/drawingml/2006/main">
            <a:pathLst>
              <a:path w="4546346" h="3428391">
                <a:moveTo>
                  <a:pt x="0" y="109055"/>
                </a:moveTo>
                <a:cubicBezTo>
                  <a:pt x="0" y="48826"/>
                  <a:pt x="48826" y="0"/>
                  <a:pt x="109055" y="0"/>
                </a:cubicBezTo>
                <a:lnTo>
                  <a:pt x="4437291" y="0"/>
                </a:lnTo>
                <a:cubicBezTo>
                  <a:pt x="4497519" y="0"/>
                  <a:pt x="4546346" y="48826"/>
                  <a:pt x="4546346" y="109055"/>
                </a:cubicBezTo>
                <a:lnTo>
                  <a:pt x="4546346" y="3319337"/>
                </a:lnTo>
                <a:cubicBezTo>
                  <a:pt x="4546346" y="3379565"/>
                  <a:pt x="4497519" y="3428391"/>
                  <a:pt x="4437291" y="3428391"/>
                </a:cubicBezTo>
                <a:lnTo>
                  <a:pt x="109055" y="3428391"/>
                </a:lnTo>
                <a:cubicBezTo>
                  <a:pt x="48826" y="3428391"/>
                  <a:pt x="0" y="3379565"/>
                  <a:pt x="0" y="3319337"/>
                </a:cubicBezTo>
                <a:lnTo>
                  <a:pt x="0" y="109055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D9D9D9"/>
            </a:solidFill>
            <a:prstDash val="solid"/>
          </a:ln>
        </p:spPr>
      </p:sp>
      <p:sp>
        <p:nvSpPr>
          <p:cNvPr id="15" name="pdf-path-12">
            <a:extLst xmlns:a="http://schemas.openxmlformats.org/drawingml/2006/main">
              <a:ext uri="{FF2B5EF4-FFF2-40B4-BE49-F238E27FC236}">
                <a16:creationId xmlns:a16="http://schemas.microsoft.com/office/drawing/2014/main" id="{2008EE8C-4592-4431-9096-14FD724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356" y="1381573"/>
            <a:ext cx="257129" cy="175147"/>
          </a:xfrm>
          <a:custGeom xmlns:a="http://schemas.openxmlformats.org/drawingml/2006/main">
            <a:pathLst>
              <a:path w="257129" h="175147">
                <a:moveTo>
                  <a:pt x="0" y="0"/>
                </a:moveTo>
                <a:lnTo>
                  <a:pt x="257129" y="0"/>
                </a:lnTo>
                <a:lnTo>
                  <a:pt x="257129" y="175147"/>
                </a:lnTo>
                <a:lnTo>
                  <a:pt x="0" y="1751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80A8393-80CE-4E9C-8B3B-69D34CC1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9243" y="923213"/>
            <a:ext cx="2373788" cy="1881888"/>
          </a:xfrm>
          <a:custGeom xmlns:a="http://schemas.openxmlformats.org/drawingml/2006/main">
            <a:pathLst>
              <a:path w="2373788" h="1881888">
                <a:moveTo>
                  <a:pt x="0" y="132936"/>
                </a:moveTo>
                <a:cubicBezTo>
                  <a:pt x="0" y="59516"/>
                  <a:pt x="59518" y="0"/>
                  <a:pt x="132937" y="0"/>
                </a:cubicBezTo>
                <a:lnTo>
                  <a:pt x="2240853" y="0"/>
                </a:lnTo>
                <a:cubicBezTo>
                  <a:pt x="2314272" y="0"/>
                  <a:pt x="2373788" y="59516"/>
                  <a:pt x="2373788" y="132936"/>
                </a:cubicBezTo>
                <a:lnTo>
                  <a:pt x="2373788" y="1748952"/>
                </a:lnTo>
                <a:cubicBezTo>
                  <a:pt x="2373788" y="1822372"/>
                  <a:pt x="2314272" y="1881888"/>
                  <a:pt x="2240853" y="1881888"/>
                </a:cubicBezTo>
                <a:lnTo>
                  <a:pt x="132937" y="1881888"/>
                </a:lnTo>
                <a:cubicBezTo>
                  <a:pt x="59518" y="1881888"/>
                  <a:pt x="0" y="1822372"/>
                  <a:pt x="0" y="1748952"/>
                </a:cubicBezTo>
                <a:lnTo>
                  <a:pt x="0" y="132936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4">
            <a:extLst xmlns:a="http://schemas.openxmlformats.org/drawingml/2006/main">
              <a:ext uri="{FF2B5EF4-FFF2-40B4-BE49-F238E27FC236}">
                <a16:creationId xmlns:a16="http://schemas.microsoft.com/office/drawing/2014/main" id="{20786BC6-20C4-434F-B44A-8E2B74BB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9243" y="923213"/>
            <a:ext cx="2373788" cy="1881890"/>
          </a:xfrm>
          <a:custGeom xmlns:a="http://schemas.openxmlformats.org/drawingml/2006/main">
            <a:pathLst>
              <a:path w="2373788" h="1881890">
                <a:moveTo>
                  <a:pt x="0" y="132936"/>
                </a:moveTo>
                <a:lnTo>
                  <a:pt x="48" y="129337"/>
                </a:lnTo>
                <a:lnTo>
                  <a:pt x="190" y="125761"/>
                </a:lnTo>
                <a:lnTo>
                  <a:pt x="426" y="122210"/>
                </a:lnTo>
                <a:lnTo>
                  <a:pt x="755" y="118686"/>
                </a:lnTo>
                <a:lnTo>
                  <a:pt x="1175" y="115188"/>
                </a:lnTo>
                <a:lnTo>
                  <a:pt x="1684" y="111719"/>
                </a:lnTo>
                <a:lnTo>
                  <a:pt x="2282" y="108279"/>
                </a:lnTo>
                <a:lnTo>
                  <a:pt x="2968" y="104870"/>
                </a:lnTo>
                <a:lnTo>
                  <a:pt x="3740" y="101494"/>
                </a:lnTo>
                <a:lnTo>
                  <a:pt x="4598" y="98151"/>
                </a:lnTo>
                <a:lnTo>
                  <a:pt x="5539" y="94842"/>
                </a:lnTo>
                <a:lnTo>
                  <a:pt x="6563" y="91568"/>
                </a:lnTo>
                <a:lnTo>
                  <a:pt x="7668" y="88332"/>
                </a:lnTo>
                <a:lnTo>
                  <a:pt x="8854" y="85134"/>
                </a:lnTo>
                <a:lnTo>
                  <a:pt x="10118" y="81975"/>
                </a:lnTo>
                <a:lnTo>
                  <a:pt x="11461" y="78857"/>
                </a:lnTo>
                <a:lnTo>
                  <a:pt x="12880" y="75780"/>
                </a:lnTo>
                <a:lnTo>
                  <a:pt x="14375" y="72746"/>
                </a:lnTo>
                <a:lnTo>
                  <a:pt x="15944" y="69756"/>
                </a:lnTo>
                <a:lnTo>
                  <a:pt x="17586" y="66812"/>
                </a:lnTo>
                <a:lnTo>
                  <a:pt x="19300" y="63914"/>
                </a:lnTo>
                <a:lnTo>
                  <a:pt x="21085" y="61064"/>
                </a:lnTo>
                <a:lnTo>
                  <a:pt x="22939" y="58263"/>
                </a:lnTo>
                <a:lnTo>
                  <a:pt x="24861" y="55512"/>
                </a:lnTo>
                <a:lnTo>
                  <a:pt x="26851" y="52812"/>
                </a:lnTo>
                <a:lnTo>
                  <a:pt x="28906" y="50165"/>
                </a:lnTo>
                <a:lnTo>
                  <a:pt x="31025" y="47572"/>
                </a:lnTo>
                <a:lnTo>
                  <a:pt x="33209" y="45034"/>
                </a:lnTo>
                <a:lnTo>
                  <a:pt x="35454" y="42551"/>
                </a:lnTo>
                <a:lnTo>
                  <a:pt x="37760" y="40127"/>
                </a:lnTo>
                <a:lnTo>
                  <a:pt x="40127" y="37760"/>
                </a:lnTo>
                <a:lnTo>
                  <a:pt x="42551" y="35454"/>
                </a:lnTo>
                <a:lnTo>
                  <a:pt x="45034" y="33209"/>
                </a:lnTo>
                <a:lnTo>
                  <a:pt x="46931" y="31577"/>
                </a:lnTo>
                <a:moveTo>
                  <a:pt x="79378" y="11237"/>
                </a:moveTo>
                <a:lnTo>
                  <a:pt x="81975" y="10118"/>
                </a:lnTo>
                <a:lnTo>
                  <a:pt x="85134" y="8854"/>
                </a:lnTo>
                <a:lnTo>
                  <a:pt x="88332" y="7668"/>
                </a:lnTo>
                <a:lnTo>
                  <a:pt x="91568" y="6563"/>
                </a:lnTo>
                <a:lnTo>
                  <a:pt x="94842" y="5539"/>
                </a:lnTo>
                <a:lnTo>
                  <a:pt x="98151" y="4598"/>
                </a:lnTo>
                <a:lnTo>
                  <a:pt x="101494" y="3740"/>
                </a:lnTo>
                <a:lnTo>
                  <a:pt x="104870" y="2968"/>
                </a:lnTo>
                <a:lnTo>
                  <a:pt x="108279" y="2282"/>
                </a:lnTo>
                <a:lnTo>
                  <a:pt x="111719" y="1684"/>
                </a:lnTo>
                <a:lnTo>
                  <a:pt x="115188" y="1175"/>
                </a:lnTo>
                <a:lnTo>
                  <a:pt x="118686" y="755"/>
                </a:lnTo>
                <a:lnTo>
                  <a:pt x="122210" y="426"/>
                </a:lnTo>
                <a:lnTo>
                  <a:pt x="125761" y="190"/>
                </a:lnTo>
                <a:lnTo>
                  <a:pt x="129337" y="48"/>
                </a:lnTo>
                <a:lnTo>
                  <a:pt x="132936" y="0"/>
                </a:lnTo>
                <a:lnTo>
                  <a:pt x="193105" y="0"/>
                </a:lnTo>
                <a:moveTo>
                  <a:pt x="231534" y="0"/>
                </a:moveTo>
                <a:lnTo>
                  <a:pt x="346823" y="0"/>
                </a:lnTo>
                <a:moveTo>
                  <a:pt x="385253" y="0"/>
                </a:moveTo>
                <a:lnTo>
                  <a:pt x="500542" y="0"/>
                </a:lnTo>
                <a:moveTo>
                  <a:pt x="538972" y="0"/>
                </a:moveTo>
                <a:lnTo>
                  <a:pt x="654261" y="0"/>
                </a:lnTo>
                <a:moveTo>
                  <a:pt x="692690" y="0"/>
                </a:moveTo>
                <a:lnTo>
                  <a:pt x="807979" y="0"/>
                </a:lnTo>
                <a:moveTo>
                  <a:pt x="846409" y="0"/>
                </a:moveTo>
                <a:lnTo>
                  <a:pt x="961698" y="0"/>
                </a:lnTo>
                <a:moveTo>
                  <a:pt x="1000127" y="0"/>
                </a:moveTo>
                <a:lnTo>
                  <a:pt x="1115416" y="0"/>
                </a:lnTo>
                <a:moveTo>
                  <a:pt x="1153846" y="0"/>
                </a:moveTo>
                <a:lnTo>
                  <a:pt x="1269135" y="0"/>
                </a:lnTo>
                <a:moveTo>
                  <a:pt x="1307565" y="0"/>
                </a:moveTo>
                <a:lnTo>
                  <a:pt x="1422854" y="0"/>
                </a:lnTo>
                <a:moveTo>
                  <a:pt x="1461283" y="0"/>
                </a:moveTo>
                <a:lnTo>
                  <a:pt x="1576572" y="0"/>
                </a:lnTo>
                <a:moveTo>
                  <a:pt x="1615002" y="0"/>
                </a:moveTo>
                <a:lnTo>
                  <a:pt x="1730291" y="0"/>
                </a:lnTo>
                <a:moveTo>
                  <a:pt x="1768721" y="0"/>
                </a:moveTo>
                <a:lnTo>
                  <a:pt x="1884010" y="0"/>
                </a:lnTo>
                <a:moveTo>
                  <a:pt x="1922439" y="0"/>
                </a:moveTo>
                <a:lnTo>
                  <a:pt x="2037728" y="0"/>
                </a:lnTo>
                <a:moveTo>
                  <a:pt x="2076158" y="0"/>
                </a:moveTo>
                <a:lnTo>
                  <a:pt x="2191447" y="0"/>
                </a:lnTo>
                <a:moveTo>
                  <a:pt x="2229877" y="0"/>
                </a:moveTo>
                <a:lnTo>
                  <a:pt x="2240852" y="0"/>
                </a:lnTo>
                <a:lnTo>
                  <a:pt x="2244451" y="48"/>
                </a:lnTo>
                <a:lnTo>
                  <a:pt x="2248027" y="190"/>
                </a:lnTo>
                <a:lnTo>
                  <a:pt x="2251578" y="426"/>
                </a:lnTo>
                <a:lnTo>
                  <a:pt x="2255103" y="755"/>
                </a:lnTo>
                <a:lnTo>
                  <a:pt x="2258601" y="1175"/>
                </a:lnTo>
                <a:lnTo>
                  <a:pt x="2262070" y="1684"/>
                </a:lnTo>
                <a:lnTo>
                  <a:pt x="2265509" y="2282"/>
                </a:lnTo>
                <a:lnTo>
                  <a:pt x="2268918" y="2968"/>
                </a:lnTo>
                <a:lnTo>
                  <a:pt x="2272295" y="3740"/>
                </a:lnTo>
                <a:lnTo>
                  <a:pt x="2275638" y="4598"/>
                </a:lnTo>
                <a:lnTo>
                  <a:pt x="2278947" y="5539"/>
                </a:lnTo>
                <a:lnTo>
                  <a:pt x="2282220" y="6563"/>
                </a:lnTo>
                <a:lnTo>
                  <a:pt x="2285456" y="7668"/>
                </a:lnTo>
                <a:lnTo>
                  <a:pt x="2288655" y="8854"/>
                </a:lnTo>
                <a:lnTo>
                  <a:pt x="2291814" y="10118"/>
                </a:lnTo>
                <a:lnTo>
                  <a:pt x="2294932" y="11461"/>
                </a:lnTo>
                <a:lnTo>
                  <a:pt x="2298009" y="12880"/>
                </a:lnTo>
                <a:lnTo>
                  <a:pt x="2301043" y="14375"/>
                </a:lnTo>
                <a:lnTo>
                  <a:pt x="2304032" y="15944"/>
                </a:lnTo>
                <a:lnTo>
                  <a:pt x="2306977" y="17586"/>
                </a:lnTo>
                <a:lnTo>
                  <a:pt x="2309874" y="19300"/>
                </a:lnTo>
                <a:lnTo>
                  <a:pt x="2312725" y="21085"/>
                </a:lnTo>
                <a:lnTo>
                  <a:pt x="2315526" y="22939"/>
                </a:lnTo>
                <a:lnTo>
                  <a:pt x="2318277" y="24861"/>
                </a:lnTo>
                <a:lnTo>
                  <a:pt x="2320976" y="26851"/>
                </a:lnTo>
                <a:lnTo>
                  <a:pt x="2323623" y="28906"/>
                </a:lnTo>
                <a:lnTo>
                  <a:pt x="2326217" y="31025"/>
                </a:lnTo>
                <a:lnTo>
                  <a:pt x="2328755" y="33209"/>
                </a:lnTo>
                <a:lnTo>
                  <a:pt x="2331237" y="35454"/>
                </a:lnTo>
                <a:lnTo>
                  <a:pt x="2333662" y="37760"/>
                </a:lnTo>
                <a:lnTo>
                  <a:pt x="2334770" y="38868"/>
                </a:lnTo>
                <a:moveTo>
                  <a:pt x="2357717" y="69528"/>
                </a:moveTo>
                <a:lnTo>
                  <a:pt x="2357844" y="69756"/>
                </a:lnTo>
                <a:lnTo>
                  <a:pt x="2359413" y="72746"/>
                </a:lnTo>
                <a:lnTo>
                  <a:pt x="2360908" y="75780"/>
                </a:lnTo>
                <a:lnTo>
                  <a:pt x="2362327" y="78857"/>
                </a:lnTo>
                <a:lnTo>
                  <a:pt x="2363670" y="81975"/>
                </a:lnTo>
                <a:lnTo>
                  <a:pt x="2364935" y="85134"/>
                </a:lnTo>
                <a:lnTo>
                  <a:pt x="2366120" y="88332"/>
                </a:lnTo>
                <a:lnTo>
                  <a:pt x="2367226" y="91568"/>
                </a:lnTo>
                <a:lnTo>
                  <a:pt x="2368250" y="94842"/>
                </a:lnTo>
                <a:lnTo>
                  <a:pt x="2369191" y="98151"/>
                </a:lnTo>
                <a:lnTo>
                  <a:pt x="2370048" y="101494"/>
                </a:lnTo>
                <a:lnTo>
                  <a:pt x="2370820" y="104870"/>
                </a:lnTo>
                <a:lnTo>
                  <a:pt x="2371506" y="108279"/>
                </a:lnTo>
                <a:lnTo>
                  <a:pt x="2372104" y="111719"/>
                </a:lnTo>
                <a:lnTo>
                  <a:pt x="2372614" y="115188"/>
                </a:lnTo>
                <a:lnTo>
                  <a:pt x="2373033" y="118686"/>
                </a:lnTo>
                <a:lnTo>
                  <a:pt x="2373362" y="122210"/>
                </a:lnTo>
                <a:lnTo>
                  <a:pt x="2373598" y="125761"/>
                </a:lnTo>
                <a:lnTo>
                  <a:pt x="2373740" y="129337"/>
                </a:lnTo>
                <a:lnTo>
                  <a:pt x="2373788" y="132936"/>
                </a:lnTo>
                <a:lnTo>
                  <a:pt x="2373788" y="182129"/>
                </a:lnTo>
                <a:moveTo>
                  <a:pt x="2373788" y="220559"/>
                </a:moveTo>
                <a:lnTo>
                  <a:pt x="2373788" y="335848"/>
                </a:lnTo>
                <a:moveTo>
                  <a:pt x="2373788" y="374278"/>
                </a:moveTo>
                <a:lnTo>
                  <a:pt x="2373788" y="489567"/>
                </a:lnTo>
                <a:moveTo>
                  <a:pt x="2373788" y="527996"/>
                </a:moveTo>
                <a:lnTo>
                  <a:pt x="2373788" y="643285"/>
                </a:lnTo>
                <a:moveTo>
                  <a:pt x="2373788" y="681715"/>
                </a:moveTo>
                <a:lnTo>
                  <a:pt x="2373788" y="797004"/>
                </a:lnTo>
                <a:moveTo>
                  <a:pt x="2373788" y="835433"/>
                </a:moveTo>
                <a:lnTo>
                  <a:pt x="2373788" y="950722"/>
                </a:lnTo>
                <a:moveTo>
                  <a:pt x="2373788" y="989152"/>
                </a:moveTo>
                <a:lnTo>
                  <a:pt x="2373788" y="1104441"/>
                </a:lnTo>
                <a:moveTo>
                  <a:pt x="2373788" y="1142871"/>
                </a:moveTo>
                <a:lnTo>
                  <a:pt x="2373788" y="1258160"/>
                </a:lnTo>
                <a:moveTo>
                  <a:pt x="2373788" y="1296589"/>
                </a:moveTo>
                <a:lnTo>
                  <a:pt x="2373788" y="1411878"/>
                </a:lnTo>
                <a:moveTo>
                  <a:pt x="2373788" y="1450308"/>
                </a:moveTo>
                <a:lnTo>
                  <a:pt x="2373788" y="1565597"/>
                </a:lnTo>
                <a:moveTo>
                  <a:pt x="2373788" y="1604027"/>
                </a:moveTo>
                <a:lnTo>
                  <a:pt x="2373788" y="1719316"/>
                </a:lnTo>
                <a:moveTo>
                  <a:pt x="2373491" y="1757739"/>
                </a:moveTo>
                <a:lnTo>
                  <a:pt x="2373362" y="1759680"/>
                </a:lnTo>
                <a:lnTo>
                  <a:pt x="2373033" y="1763205"/>
                </a:lnTo>
                <a:lnTo>
                  <a:pt x="2372614" y="1766702"/>
                </a:lnTo>
                <a:lnTo>
                  <a:pt x="2372104" y="1770172"/>
                </a:lnTo>
                <a:lnTo>
                  <a:pt x="2371506" y="1773611"/>
                </a:lnTo>
                <a:lnTo>
                  <a:pt x="2370820" y="1777020"/>
                </a:lnTo>
                <a:lnTo>
                  <a:pt x="2370048" y="1780396"/>
                </a:lnTo>
                <a:lnTo>
                  <a:pt x="2369191" y="1783740"/>
                </a:lnTo>
                <a:lnTo>
                  <a:pt x="2368250" y="1787049"/>
                </a:lnTo>
                <a:lnTo>
                  <a:pt x="2367226" y="1790322"/>
                </a:lnTo>
                <a:lnTo>
                  <a:pt x="2366120" y="1793558"/>
                </a:lnTo>
                <a:lnTo>
                  <a:pt x="2364935" y="1796756"/>
                </a:lnTo>
                <a:lnTo>
                  <a:pt x="2363670" y="1799915"/>
                </a:lnTo>
                <a:lnTo>
                  <a:pt x="2362327" y="1803034"/>
                </a:lnTo>
                <a:lnTo>
                  <a:pt x="2360908" y="1806111"/>
                </a:lnTo>
                <a:lnTo>
                  <a:pt x="2359413" y="1809144"/>
                </a:lnTo>
                <a:lnTo>
                  <a:pt x="2357844" y="1812134"/>
                </a:lnTo>
                <a:lnTo>
                  <a:pt x="2356202" y="1815078"/>
                </a:lnTo>
                <a:lnTo>
                  <a:pt x="2354488" y="1817976"/>
                </a:lnTo>
                <a:lnTo>
                  <a:pt x="2352704" y="1820826"/>
                </a:lnTo>
                <a:lnTo>
                  <a:pt x="2350850" y="1823627"/>
                </a:lnTo>
                <a:lnTo>
                  <a:pt x="2348927" y="1826378"/>
                </a:lnTo>
                <a:lnTo>
                  <a:pt x="2346938" y="1829078"/>
                </a:lnTo>
                <a:lnTo>
                  <a:pt x="2344883" y="1831725"/>
                </a:lnTo>
                <a:lnTo>
                  <a:pt x="2342763" y="1834318"/>
                </a:lnTo>
                <a:lnTo>
                  <a:pt x="2340580" y="1836857"/>
                </a:lnTo>
                <a:lnTo>
                  <a:pt x="2338335" y="1839339"/>
                </a:lnTo>
                <a:lnTo>
                  <a:pt x="2336028" y="1841764"/>
                </a:lnTo>
                <a:lnTo>
                  <a:pt x="2333662" y="1844130"/>
                </a:lnTo>
                <a:lnTo>
                  <a:pt x="2331237" y="1846436"/>
                </a:lnTo>
                <a:lnTo>
                  <a:pt x="2328755" y="1848681"/>
                </a:lnTo>
                <a:lnTo>
                  <a:pt x="2326217" y="1850865"/>
                </a:lnTo>
                <a:lnTo>
                  <a:pt x="2323623" y="1852984"/>
                </a:lnTo>
                <a:lnTo>
                  <a:pt x="2320976" y="1855040"/>
                </a:lnTo>
                <a:lnTo>
                  <a:pt x="2319973" y="1855778"/>
                </a:lnTo>
                <a:moveTo>
                  <a:pt x="2286253" y="1873927"/>
                </a:moveTo>
                <a:lnTo>
                  <a:pt x="2285456" y="1874222"/>
                </a:lnTo>
                <a:lnTo>
                  <a:pt x="2282220" y="1875327"/>
                </a:lnTo>
                <a:lnTo>
                  <a:pt x="2278947" y="1876351"/>
                </a:lnTo>
                <a:lnTo>
                  <a:pt x="2275638" y="1877292"/>
                </a:lnTo>
                <a:lnTo>
                  <a:pt x="2272295" y="1878150"/>
                </a:lnTo>
                <a:lnTo>
                  <a:pt x="2268918" y="1878922"/>
                </a:lnTo>
                <a:lnTo>
                  <a:pt x="2265509" y="1879607"/>
                </a:lnTo>
                <a:lnTo>
                  <a:pt x="2262070" y="1880206"/>
                </a:lnTo>
                <a:lnTo>
                  <a:pt x="2258601" y="1880715"/>
                </a:lnTo>
                <a:lnTo>
                  <a:pt x="2255103" y="1881135"/>
                </a:lnTo>
                <a:lnTo>
                  <a:pt x="2251578" y="1881463"/>
                </a:lnTo>
                <a:lnTo>
                  <a:pt x="2248027" y="1881699"/>
                </a:lnTo>
                <a:lnTo>
                  <a:pt x="2244451" y="1881842"/>
                </a:lnTo>
                <a:lnTo>
                  <a:pt x="2240852" y="1881890"/>
                </a:lnTo>
                <a:lnTo>
                  <a:pt x="2171892" y="1881890"/>
                </a:lnTo>
                <a:moveTo>
                  <a:pt x="2133462" y="1881890"/>
                </a:moveTo>
                <a:lnTo>
                  <a:pt x="2018173" y="1881890"/>
                </a:lnTo>
                <a:moveTo>
                  <a:pt x="1979744" y="1881890"/>
                </a:moveTo>
                <a:lnTo>
                  <a:pt x="1864455" y="1881890"/>
                </a:lnTo>
                <a:moveTo>
                  <a:pt x="1826025" y="1881890"/>
                </a:moveTo>
                <a:lnTo>
                  <a:pt x="1710736" y="1881890"/>
                </a:lnTo>
                <a:moveTo>
                  <a:pt x="1672306" y="1881890"/>
                </a:moveTo>
                <a:lnTo>
                  <a:pt x="1557017" y="1881890"/>
                </a:lnTo>
                <a:moveTo>
                  <a:pt x="1518588" y="1881890"/>
                </a:moveTo>
                <a:lnTo>
                  <a:pt x="1403299" y="1881890"/>
                </a:lnTo>
                <a:moveTo>
                  <a:pt x="1364869" y="1881890"/>
                </a:moveTo>
                <a:lnTo>
                  <a:pt x="1249580" y="1881890"/>
                </a:lnTo>
                <a:moveTo>
                  <a:pt x="1211151" y="1881890"/>
                </a:moveTo>
                <a:lnTo>
                  <a:pt x="1095862" y="1881890"/>
                </a:lnTo>
                <a:moveTo>
                  <a:pt x="1057432" y="1881890"/>
                </a:moveTo>
                <a:lnTo>
                  <a:pt x="942143" y="1881890"/>
                </a:lnTo>
                <a:moveTo>
                  <a:pt x="903713" y="1881890"/>
                </a:moveTo>
                <a:lnTo>
                  <a:pt x="788424" y="1881890"/>
                </a:lnTo>
                <a:moveTo>
                  <a:pt x="749995" y="1881890"/>
                </a:moveTo>
                <a:lnTo>
                  <a:pt x="634706" y="1881890"/>
                </a:lnTo>
                <a:moveTo>
                  <a:pt x="596276" y="1881890"/>
                </a:moveTo>
                <a:lnTo>
                  <a:pt x="480987" y="1881890"/>
                </a:lnTo>
                <a:moveTo>
                  <a:pt x="442557" y="1881890"/>
                </a:moveTo>
                <a:lnTo>
                  <a:pt x="327268" y="1881890"/>
                </a:lnTo>
                <a:moveTo>
                  <a:pt x="288839" y="1881890"/>
                </a:moveTo>
                <a:lnTo>
                  <a:pt x="173550" y="1881890"/>
                </a:lnTo>
                <a:moveTo>
                  <a:pt x="135120" y="1881890"/>
                </a:moveTo>
                <a:lnTo>
                  <a:pt x="132936" y="1881890"/>
                </a:lnTo>
                <a:lnTo>
                  <a:pt x="129337" y="1881842"/>
                </a:lnTo>
                <a:lnTo>
                  <a:pt x="125761" y="1881699"/>
                </a:lnTo>
                <a:lnTo>
                  <a:pt x="122210" y="1881463"/>
                </a:lnTo>
                <a:lnTo>
                  <a:pt x="118686" y="1881135"/>
                </a:lnTo>
                <a:lnTo>
                  <a:pt x="115188" y="1880715"/>
                </a:lnTo>
                <a:lnTo>
                  <a:pt x="111719" y="1880206"/>
                </a:lnTo>
                <a:lnTo>
                  <a:pt x="108279" y="1879607"/>
                </a:lnTo>
                <a:lnTo>
                  <a:pt x="104870" y="1878922"/>
                </a:lnTo>
                <a:lnTo>
                  <a:pt x="101494" y="1878150"/>
                </a:lnTo>
                <a:lnTo>
                  <a:pt x="98151" y="1877292"/>
                </a:lnTo>
                <a:lnTo>
                  <a:pt x="94842" y="1876351"/>
                </a:lnTo>
                <a:lnTo>
                  <a:pt x="91568" y="1875327"/>
                </a:lnTo>
                <a:lnTo>
                  <a:pt x="88332" y="1874222"/>
                </a:lnTo>
                <a:lnTo>
                  <a:pt x="85134" y="1873036"/>
                </a:lnTo>
                <a:lnTo>
                  <a:pt x="81975" y="1871772"/>
                </a:lnTo>
                <a:lnTo>
                  <a:pt x="78857" y="1870429"/>
                </a:lnTo>
                <a:lnTo>
                  <a:pt x="75780" y="1869010"/>
                </a:lnTo>
                <a:lnTo>
                  <a:pt x="72746" y="1867515"/>
                </a:lnTo>
                <a:lnTo>
                  <a:pt x="69756" y="1865946"/>
                </a:lnTo>
                <a:lnTo>
                  <a:pt x="66812" y="1864304"/>
                </a:lnTo>
                <a:lnTo>
                  <a:pt x="63914" y="1862590"/>
                </a:lnTo>
                <a:lnTo>
                  <a:pt x="61064" y="1860805"/>
                </a:lnTo>
                <a:lnTo>
                  <a:pt x="58263" y="1858951"/>
                </a:lnTo>
                <a:lnTo>
                  <a:pt x="55512" y="1857029"/>
                </a:lnTo>
                <a:lnTo>
                  <a:pt x="52812" y="1855040"/>
                </a:lnTo>
                <a:lnTo>
                  <a:pt x="50165" y="1852984"/>
                </a:lnTo>
                <a:lnTo>
                  <a:pt x="47572" y="1850865"/>
                </a:lnTo>
                <a:lnTo>
                  <a:pt x="45034" y="1848681"/>
                </a:lnTo>
                <a:lnTo>
                  <a:pt x="42551" y="1846436"/>
                </a:lnTo>
                <a:lnTo>
                  <a:pt x="40127" y="1844130"/>
                </a:lnTo>
                <a:lnTo>
                  <a:pt x="37760" y="1841764"/>
                </a:lnTo>
                <a:lnTo>
                  <a:pt x="35454" y="1839339"/>
                </a:lnTo>
                <a:lnTo>
                  <a:pt x="33209" y="1836857"/>
                </a:lnTo>
                <a:lnTo>
                  <a:pt x="33001" y="1836615"/>
                </a:lnTo>
                <a:moveTo>
                  <a:pt x="12138" y="1804501"/>
                </a:moveTo>
                <a:lnTo>
                  <a:pt x="11461" y="1803034"/>
                </a:lnTo>
                <a:lnTo>
                  <a:pt x="10118" y="1799915"/>
                </a:lnTo>
                <a:lnTo>
                  <a:pt x="8854" y="1796756"/>
                </a:lnTo>
                <a:lnTo>
                  <a:pt x="7668" y="1793558"/>
                </a:lnTo>
                <a:lnTo>
                  <a:pt x="6563" y="1790322"/>
                </a:lnTo>
                <a:lnTo>
                  <a:pt x="5539" y="1787049"/>
                </a:lnTo>
                <a:lnTo>
                  <a:pt x="4598" y="1783740"/>
                </a:lnTo>
                <a:lnTo>
                  <a:pt x="3740" y="1780396"/>
                </a:lnTo>
                <a:lnTo>
                  <a:pt x="2968" y="1777020"/>
                </a:lnTo>
                <a:lnTo>
                  <a:pt x="2282" y="1773611"/>
                </a:lnTo>
                <a:lnTo>
                  <a:pt x="1684" y="1770172"/>
                </a:lnTo>
                <a:lnTo>
                  <a:pt x="1175" y="1766702"/>
                </a:lnTo>
                <a:lnTo>
                  <a:pt x="755" y="1763205"/>
                </a:lnTo>
                <a:lnTo>
                  <a:pt x="426" y="1759680"/>
                </a:lnTo>
                <a:lnTo>
                  <a:pt x="190" y="1756129"/>
                </a:lnTo>
                <a:lnTo>
                  <a:pt x="48" y="1752553"/>
                </a:lnTo>
                <a:lnTo>
                  <a:pt x="0" y="1748954"/>
                </a:lnTo>
                <a:lnTo>
                  <a:pt x="0" y="1690969"/>
                </a:lnTo>
                <a:moveTo>
                  <a:pt x="0" y="1652539"/>
                </a:moveTo>
                <a:lnTo>
                  <a:pt x="0" y="1537250"/>
                </a:lnTo>
                <a:moveTo>
                  <a:pt x="0" y="1498821"/>
                </a:moveTo>
                <a:lnTo>
                  <a:pt x="0" y="1383532"/>
                </a:lnTo>
                <a:moveTo>
                  <a:pt x="0" y="1345102"/>
                </a:moveTo>
                <a:lnTo>
                  <a:pt x="0" y="1229813"/>
                </a:lnTo>
                <a:moveTo>
                  <a:pt x="0" y="1191383"/>
                </a:moveTo>
                <a:lnTo>
                  <a:pt x="0" y="1076094"/>
                </a:lnTo>
                <a:moveTo>
                  <a:pt x="0" y="1037665"/>
                </a:moveTo>
                <a:lnTo>
                  <a:pt x="0" y="922376"/>
                </a:lnTo>
                <a:moveTo>
                  <a:pt x="0" y="883946"/>
                </a:moveTo>
                <a:lnTo>
                  <a:pt x="0" y="768657"/>
                </a:lnTo>
                <a:moveTo>
                  <a:pt x="0" y="730227"/>
                </a:moveTo>
                <a:lnTo>
                  <a:pt x="0" y="614938"/>
                </a:lnTo>
                <a:moveTo>
                  <a:pt x="0" y="576509"/>
                </a:moveTo>
                <a:lnTo>
                  <a:pt x="0" y="461220"/>
                </a:lnTo>
                <a:moveTo>
                  <a:pt x="0" y="422790"/>
                </a:moveTo>
                <a:lnTo>
                  <a:pt x="0" y="307501"/>
                </a:lnTo>
                <a:moveTo>
                  <a:pt x="0" y="269071"/>
                </a:moveTo>
                <a:lnTo>
                  <a:pt x="0" y="153782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BFBFBF"/>
            </a:solidFill>
            <a:prstDash val="solid"/>
          </a:ln>
        </p:spPr>
      </p:sp>
      <p:sp>
        <p:nvSpPr>
          <p:cNvPr id="18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C5846B72-9D3B-4757-9B19-3333BFA4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2011" y="2468443"/>
            <a:ext cx="1239886" cy="171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 Space</a:t>
            </a:r>
          </a:p>
        </p:txBody>
      </p:sp>
      <p:sp>
        <p:nvSpPr>
          <p:cNvPr id="19" name="pdf-path-16-part-0">
            <a:extLst xmlns:a="http://schemas.openxmlformats.org/drawingml/2006/main">
              <a:ext uri="{FF2B5EF4-FFF2-40B4-BE49-F238E27FC236}">
                <a16:creationId xmlns:a16="http://schemas.microsoft.com/office/drawing/2014/main" id="{121D5594-EF71-403A-991A-FC4E923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3892" y="2304819"/>
            <a:ext cx="2066662" cy="102479"/>
          </a:xfrm>
          <a:custGeom xmlns:a="http://schemas.openxmlformats.org/drawingml/2006/main">
            <a:pathLst>
              <a:path w="2066662" h="102479">
                <a:moveTo>
                  <a:pt x="0" y="38428"/>
                </a:moveTo>
                <a:lnTo>
                  <a:pt x="1998344" y="38429"/>
                </a:lnTo>
                <a:lnTo>
                  <a:pt x="1998344" y="64050"/>
                </a:lnTo>
                <a:lnTo>
                  <a:pt x="0" y="64048"/>
                </a:lnTo>
                <a:lnTo>
                  <a:pt x="0" y="384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16-part-1">
            <a:extLst xmlns:a="http://schemas.openxmlformats.org/drawingml/2006/main">
              <a:ext uri="{FF2B5EF4-FFF2-40B4-BE49-F238E27FC236}">
                <a16:creationId xmlns:a16="http://schemas.microsoft.com/office/drawing/2014/main" id="{7B25DA3E-D5CB-4A77-96CD-21BA951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3892" y="2304819"/>
            <a:ext cx="2066662" cy="102479"/>
          </a:xfrm>
          <a:custGeom xmlns:a="http://schemas.openxmlformats.org/drawingml/2006/main">
            <a:pathLst>
              <a:path w="2066662" h="102479">
                <a:moveTo>
                  <a:pt x="1998343" y="51239"/>
                </a:moveTo>
                <a:lnTo>
                  <a:pt x="1964183" y="0"/>
                </a:lnTo>
                <a:lnTo>
                  <a:pt x="2066662" y="51239"/>
                </a:lnTo>
                <a:lnTo>
                  <a:pt x="1964183" y="102479"/>
                </a:lnTo>
                <a:lnTo>
                  <a:pt x="1998343" y="512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17-part-0">
            <a:extLst xmlns:a="http://schemas.openxmlformats.org/drawingml/2006/main">
              <a:ext uri="{FF2B5EF4-FFF2-40B4-BE49-F238E27FC236}">
                <a16:creationId xmlns:a16="http://schemas.microsoft.com/office/drawing/2014/main" id="{E80D5F6C-F03B-4C91-BD79-6868020E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3280" y="1051778"/>
            <a:ext cx="102479" cy="1306315"/>
          </a:xfrm>
          <a:custGeom xmlns:a="http://schemas.openxmlformats.org/drawingml/2006/main">
            <a:pathLst>
              <a:path w="102479" h="1306315">
                <a:moveTo>
                  <a:pt x="63423" y="1306315"/>
                </a:moveTo>
                <a:lnTo>
                  <a:pt x="64068" y="68324"/>
                </a:lnTo>
                <a:lnTo>
                  <a:pt x="38448" y="68311"/>
                </a:lnTo>
                <a:lnTo>
                  <a:pt x="37803" y="1306301"/>
                </a:lnTo>
                <a:lnTo>
                  <a:pt x="63423" y="13063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17-part-1">
            <a:extLst xmlns:a="http://schemas.openxmlformats.org/drawingml/2006/main">
              <a:ext uri="{FF2B5EF4-FFF2-40B4-BE49-F238E27FC236}">
                <a16:creationId xmlns:a16="http://schemas.microsoft.com/office/drawing/2014/main" id="{1127F94A-2780-4E16-ABF8-108F8B1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3280" y="1051778"/>
            <a:ext cx="102479" cy="1306315"/>
          </a:xfrm>
          <a:custGeom xmlns:a="http://schemas.openxmlformats.org/drawingml/2006/main">
            <a:pathLst>
              <a:path w="102479" h="1306315">
                <a:moveTo>
                  <a:pt x="51258" y="68319"/>
                </a:moveTo>
                <a:lnTo>
                  <a:pt x="102479" y="102505"/>
                </a:lnTo>
                <a:lnTo>
                  <a:pt x="51293" y="0"/>
                </a:lnTo>
                <a:lnTo>
                  <a:pt x="0" y="102452"/>
                </a:lnTo>
                <a:lnTo>
                  <a:pt x="51258" y="683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18">
            <a:extLst xmlns:a="http://schemas.openxmlformats.org/drawingml/2006/main">
              <a:ext uri="{FF2B5EF4-FFF2-40B4-BE49-F238E27FC236}">
                <a16:creationId xmlns:a16="http://schemas.microsoft.com/office/drawing/2014/main" id="{0C5F37E5-36BE-48CA-9FC2-DE61F101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55" y="163004"/>
            <a:ext cx="4151337" cy="7043108"/>
          </a:xfrm>
          <a:custGeom xmlns:a="http://schemas.openxmlformats.org/drawingml/2006/main">
            <a:pathLst>
              <a:path w="4151337" h="7043108">
                <a:moveTo>
                  <a:pt x="0" y="132051"/>
                </a:moveTo>
                <a:cubicBezTo>
                  <a:pt x="0" y="59120"/>
                  <a:pt x="59121" y="0"/>
                  <a:pt x="132051" y="0"/>
                </a:cubicBezTo>
                <a:lnTo>
                  <a:pt x="4019285" y="0"/>
                </a:lnTo>
                <a:cubicBezTo>
                  <a:pt x="4092215" y="0"/>
                  <a:pt x="4151337" y="59120"/>
                  <a:pt x="4151337" y="132051"/>
                </a:cubicBezTo>
                <a:lnTo>
                  <a:pt x="4151337" y="6911058"/>
                </a:lnTo>
                <a:cubicBezTo>
                  <a:pt x="4151337" y="6983988"/>
                  <a:pt x="4092215" y="7043108"/>
                  <a:pt x="4019285" y="7043108"/>
                </a:cubicBezTo>
                <a:lnTo>
                  <a:pt x="132051" y="7043108"/>
                </a:lnTo>
                <a:cubicBezTo>
                  <a:pt x="59121" y="7043108"/>
                  <a:pt x="0" y="6983988"/>
                  <a:pt x="0" y="6911058"/>
                </a:cubicBezTo>
                <a:lnTo>
                  <a:pt x="0" y="132051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19">
            <a:extLst xmlns:a="http://schemas.openxmlformats.org/drawingml/2006/main">
              <a:ext uri="{FF2B5EF4-FFF2-40B4-BE49-F238E27FC236}">
                <a16:creationId xmlns:a16="http://schemas.microsoft.com/office/drawing/2014/main" id="{5EA5FBA0-ECD5-4EC1-BE66-32B18779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55" y="163004"/>
            <a:ext cx="4151335" cy="7043109"/>
          </a:xfrm>
          <a:custGeom xmlns:a="http://schemas.openxmlformats.org/drawingml/2006/main">
            <a:pathLst>
              <a:path w="4151335" h="7043109">
                <a:moveTo>
                  <a:pt x="0" y="132051"/>
                </a:moveTo>
                <a:cubicBezTo>
                  <a:pt x="0" y="59121"/>
                  <a:pt x="59121" y="0"/>
                  <a:pt x="132051" y="0"/>
                </a:cubicBezTo>
                <a:lnTo>
                  <a:pt x="4019285" y="0"/>
                </a:lnTo>
                <a:cubicBezTo>
                  <a:pt x="4092215" y="0"/>
                  <a:pt x="4151335" y="59121"/>
                  <a:pt x="4151335" y="132051"/>
                </a:cubicBezTo>
                <a:lnTo>
                  <a:pt x="4151335" y="6911058"/>
                </a:lnTo>
                <a:cubicBezTo>
                  <a:pt x="4151335" y="6983988"/>
                  <a:pt x="4092215" y="7043109"/>
                  <a:pt x="4019285" y="7043109"/>
                </a:cubicBezTo>
                <a:lnTo>
                  <a:pt x="132051" y="7043109"/>
                </a:lnTo>
                <a:cubicBezTo>
                  <a:pt x="59121" y="7043109"/>
                  <a:pt x="0" y="6983988"/>
                  <a:pt x="0" y="6911058"/>
                </a:cubicBezTo>
                <a:lnTo>
                  <a:pt x="0" y="132051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D9D9D9"/>
            </a:solidFill>
            <a:prstDash val="solid"/>
          </a:ln>
        </p:spPr>
      </p:sp>
      <p:sp>
        <p:nvSpPr>
          <p:cNvPr id="25" name="pdf-path-20">
            <a:extLst xmlns:a="http://schemas.openxmlformats.org/drawingml/2006/main">
              <a:ext uri="{FF2B5EF4-FFF2-40B4-BE49-F238E27FC236}">
                <a16:creationId xmlns:a16="http://schemas.microsoft.com/office/drawing/2014/main" id="{89DC6135-BE0D-4F25-A116-BECAAD4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7194" y="813281"/>
            <a:ext cx="1989957" cy="756480"/>
          </a:xfrm>
          <a:custGeom xmlns:a="http://schemas.openxmlformats.org/drawingml/2006/main">
            <a:pathLst>
              <a:path w="1989957" h="756480">
                <a:moveTo>
                  <a:pt x="0" y="126082"/>
                </a:moveTo>
                <a:cubicBezTo>
                  <a:pt x="0" y="56449"/>
                  <a:pt x="56450" y="0"/>
                  <a:pt x="126083" y="0"/>
                </a:cubicBezTo>
                <a:lnTo>
                  <a:pt x="1863873" y="0"/>
                </a:lnTo>
                <a:cubicBezTo>
                  <a:pt x="1933508" y="0"/>
                  <a:pt x="1989957" y="56449"/>
                  <a:pt x="1989957" y="126082"/>
                </a:cubicBezTo>
                <a:lnTo>
                  <a:pt x="1989957" y="630397"/>
                </a:lnTo>
                <a:cubicBezTo>
                  <a:pt x="1989957" y="700032"/>
                  <a:pt x="1933508" y="756480"/>
                  <a:pt x="1863873" y="756480"/>
                </a:cubicBezTo>
                <a:lnTo>
                  <a:pt x="126083" y="756480"/>
                </a:lnTo>
                <a:cubicBezTo>
                  <a:pt x="56450" y="756480"/>
                  <a:pt x="0" y="700032"/>
                  <a:pt x="0" y="630397"/>
                </a:cubicBezTo>
                <a:lnTo>
                  <a:pt x="0" y="126082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74CC46FF-570C-498E-97F6-486E8CA9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7194" y="813281"/>
            <a:ext cx="1989957" cy="756481"/>
          </a:xfrm>
          <a:custGeom xmlns:a="http://schemas.openxmlformats.org/drawingml/2006/main">
            <a:pathLst>
              <a:path w="1989957" h="756481">
                <a:moveTo>
                  <a:pt x="0" y="126083"/>
                </a:moveTo>
                <a:cubicBezTo>
                  <a:pt x="0" y="56449"/>
                  <a:pt x="56449" y="0"/>
                  <a:pt x="126083" y="0"/>
                </a:cubicBezTo>
                <a:lnTo>
                  <a:pt x="1863874" y="0"/>
                </a:lnTo>
                <a:cubicBezTo>
                  <a:pt x="1933508" y="0"/>
                  <a:pt x="1989957" y="56449"/>
                  <a:pt x="1989957" y="126083"/>
                </a:cubicBezTo>
                <a:lnTo>
                  <a:pt x="1989957" y="630398"/>
                </a:lnTo>
                <a:cubicBezTo>
                  <a:pt x="1989957" y="700032"/>
                  <a:pt x="1933508" y="756481"/>
                  <a:pt x="1863874" y="756481"/>
                </a:cubicBezTo>
                <a:lnTo>
                  <a:pt x="126083" y="756481"/>
                </a:lnTo>
                <a:cubicBezTo>
                  <a:pt x="56449" y="756481"/>
                  <a:pt x="0" y="700032"/>
                  <a:pt x="0" y="630398"/>
                </a:cubicBezTo>
                <a:lnTo>
                  <a:pt x="0" y="12608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9CE99-7D44-422E-B767-A3EA2514E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bb8c3f8074951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314" y="966378"/>
            <a:ext cx="1017338" cy="484447"/>
          </a:xfrm>
          <a:prstGeom xmlns:a="http://schemas.openxmlformats.org/drawingml/2006/main" prst="rect">
            <a:avLst/>
          </a:prstGeom>
        </p:spPr>
      </p:pic>
      <p:sp>
        <p:nvSpPr>
          <p:cNvPr id="28" name="conquer-source-component-2">
            <a:extLst xmlns:a="http://schemas.openxmlformats.org/drawingml/2006/main">
              <a:ext uri="{FF2B5EF4-FFF2-40B4-BE49-F238E27FC236}">
                <a16:creationId xmlns:a16="http://schemas.microsoft.com/office/drawing/2014/main" id="{3B22F490-AE2E-4252-80E4-40A82A5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314" y="966378"/>
            <a:ext cx="1017338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CABF8138-D388-4C00-8B29-6F7AA25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24" y="1066683"/>
            <a:ext cx="808655" cy="286941"/>
          </a:xfrm>
          <a:custGeom xmlns:a="http://schemas.openxmlformats.org/drawingml/2006/main">
            <a:pathLst>
              <a:path w="808655" h="286941">
                <a:moveTo>
                  <a:pt x="0" y="143471"/>
                </a:moveTo>
                <a:lnTo>
                  <a:pt x="71735" y="0"/>
                </a:lnTo>
                <a:lnTo>
                  <a:pt x="736919" y="0"/>
                </a:lnTo>
                <a:lnTo>
                  <a:pt x="808655" y="143471"/>
                </a:lnTo>
                <a:lnTo>
                  <a:pt x="736919" y="286941"/>
                </a:lnTo>
                <a:lnTo>
                  <a:pt x="71735" y="286941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FE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24">
            <a:extLst xmlns:a="http://schemas.openxmlformats.org/drawingml/2006/main">
              <a:ext uri="{FF2B5EF4-FFF2-40B4-BE49-F238E27FC236}">
                <a16:creationId xmlns:a16="http://schemas.microsoft.com/office/drawing/2014/main" id="{A450E861-3AC5-40E4-99E1-ABD4192E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24" y="1066683"/>
            <a:ext cx="808654" cy="286941"/>
          </a:xfrm>
          <a:custGeom xmlns:a="http://schemas.openxmlformats.org/drawingml/2006/main">
            <a:pathLst>
              <a:path w="808654" h="286941">
                <a:moveTo>
                  <a:pt x="0" y="143471"/>
                </a:moveTo>
                <a:lnTo>
                  <a:pt x="71735" y="0"/>
                </a:lnTo>
                <a:lnTo>
                  <a:pt x="736919" y="0"/>
                </a:lnTo>
                <a:lnTo>
                  <a:pt x="808654" y="143471"/>
                </a:lnTo>
                <a:lnTo>
                  <a:pt x="736919" y="286941"/>
                </a:lnTo>
                <a:lnTo>
                  <a:pt x="71735" y="286941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4D9CD-21F3-485B-BBF5-C5AB10002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fe4e10ff840ab"/>
          <a:srcRect xmlns:a="http://schemas.openxmlformats.org/drawingml/2006/main" l="0" t="332" r="0" b="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767" y="3023413"/>
            <a:ext cx="1013611" cy="484447"/>
          </a:xfrm>
          <a:prstGeom xmlns:a="http://schemas.openxmlformats.org/drawingml/2006/main" prst="rect">
            <a:avLst/>
          </a:prstGeom>
        </p:spPr>
      </p:pic>
      <p:sp>
        <p:nvSpPr>
          <p:cNvPr id="32" name="conquer-source-component-3">
            <a:extLst xmlns:a="http://schemas.openxmlformats.org/drawingml/2006/main">
              <a:ext uri="{FF2B5EF4-FFF2-40B4-BE49-F238E27FC236}">
                <a16:creationId xmlns:a16="http://schemas.microsoft.com/office/drawing/2014/main" id="{987EF547-1BB0-40A3-BBD1-3C19E88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67" y="3023413"/>
            <a:ext cx="1013611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pdf-path-26">
            <a:extLst xmlns:a="http://schemas.openxmlformats.org/drawingml/2006/main">
              <a:ext uri="{FF2B5EF4-FFF2-40B4-BE49-F238E27FC236}">
                <a16:creationId xmlns:a16="http://schemas.microsoft.com/office/drawing/2014/main" id="{DF5797A0-82D4-45F0-A446-6C4D73C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77" y="3123717"/>
            <a:ext cx="804927" cy="286941"/>
          </a:xfrm>
          <a:custGeom xmlns:a="http://schemas.openxmlformats.org/drawingml/2006/main">
            <a:pathLst>
              <a:path w="804927" h="286941">
                <a:moveTo>
                  <a:pt x="0" y="143471"/>
                </a:moveTo>
                <a:lnTo>
                  <a:pt x="71736" y="0"/>
                </a:lnTo>
                <a:lnTo>
                  <a:pt x="733193" y="0"/>
                </a:lnTo>
                <a:lnTo>
                  <a:pt x="804927" y="143471"/>
                </a:lnTo>
                <a:lnTo>
                  <a:pt x="733193" y="286941"/>
                </a:lnTo>
                <a:lnTo>
                  <a:pt x="71736" y="286941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FE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27">
            <a:extLst xmlns:a="http://schemas.openxmlformats.org/drawingml/2006/main">
              <a:ext uri="{FF2B5EF4-FFF2-40B4-BE49-F238E27FC236}">
                <a16:creationId xmlns:a16="http://schemas.microsoft.com/office/drawing/2014/main" id="{ED4FB959-17D3-4894-8F09-ED164A24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77" y="3123717"/>
            <a:ext cx="804928" cy="286942"/>
          </a:xfrm>
          <a:custGeom xmlns:a="http://schemas.openxmlformats.org/drawingml/2006/main">
            <a:pathLst>
              <a:path w="804928" h="286942">
                <a:moveTo>
                  <a:pt x="0" y="143471"/>
                </a:moveTo>
                <a:lnTo>
                  <a:pt x="71736" y="0"/>
                </a:lnTo>
                <a:lnTo>
                  <a:pt x="733193" y="0"/>
                </a:lnTo>
                <a:lnTo>
                  <a:pt x="804928" y="143471"/>
                </a:lnTo>
                <a:lnTo>
                  <a:pt x="733193" y="286942"/>
                </a:lnTo>
                <a:lnTo>
                  <a:pt x="71736" y="286942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B8086-0297-42BE-AEC8-9BF50E013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de3313f54346"/>
          <a:srcRect xmlns:a="http://schemas.openxmlformats.org/drawingml/2006/main" l="0" t="221" r="0" b="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7573" y="4610906"/>
            <a:ext cx="1106774" cy="484447"/>
          </a:xfrm>
          <a:prstGeom xmlns:a="http://schemas.openxmlformats.org/drawingml/2006/main" prst="rect">
            <a:avLst/>
          </a:prstGeom>
        </p:spPr>
      </p:pic>
      <p:sp>
        <p:nvSpPr>
          <p:cNvPr id="36" name="conquer-source-component-4">
            <a:extLst xmlns:a="http://schemas.openxmlformats.org/drawingml/2006/main">
              <a:ext uri="{FF2B5EF4-FFF2-40B4-BE49-F238E27FC236}">
                <a16:creationId xmlns:a16="http://schemas.microsoft.com/office/drawing/2014/main" id="{95FF6596-369F-475A-AECD-17FEE9C4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573" y="4610906"/>
            <a:ext cx="1106774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df-path-29">
            <a:extLst xmlns:a="http://schemas.openxmlformats.org/drawingml/2006/main">
              <a:ext uri="{FF2B5EF4-FFF2-40B4-BE49-F238E27FC236}">
                <a16:creationId xmlns:a16="http://schemas.microsoft.com/office/drawing/2014/main" id="{E11D5602-8031-4F66-93D0-AFA94FA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710" y="4711214"/>
            <a:ext cx="894363" cy="286941"/>
          </a:xfrm>
          <a:custGeom xmlns:a="http://schemas.openxmlformats.org/drawingml/2006/main">
            <a:pathLst>
              <a:path w="894363" h="286941">
                <a:moveTo>
                  <a:pt x="0" y="143471"/>
                </a:moveTo>
                <a:lnTo>
                  <a:pt x="71736" y="0"/>
                </a:lnTo>
                <a:lnTo>
                  <a:pt x="822628" y="0"/>
                </a:lnTo>
                <a:lnTo>
                  <a:pt x="894363" y="143471"/>
                </a:lnTo>
                <a:lnTo>
                  <a:pt x="822628" y="286941"/>
                </a:lnTo>
                <a:lnTo>
                  <a:pt x="71736" y="286941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BF9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0">
            <a:extLst xmlns:a="http://schemas.openxmlformats.org/drawingml/2006/main">
              <a:ext uri="{FF2B5EF4-FFF2-40B4-BE49-F238E27FC236}">
                <a16:creationId xmlns:a16="http://schemas.microsoft.com/office/drawing/2014/main" id="{43B2729E-2476-4657-80B8-6FCDFBFC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710" y="4711214"/>
            <a:ext cx="894363" cy="286942"/>
          </a:xfrm>
          <a:custGeom xmlns:a="http://schemas.openxmlformats.org/drawingml/2006/main">
            <a:pathLst>
              <a:path w="894363" h="286942">
                <a:moveTo>
                  <a:pt x="0" y="143471"/>
                </a:moveTo>
                <a:lnTo>
                  <a:pt x="71736" y="0"/>
                </a:lnTo>
                <a:lnTo>
                  <a:pt x="822628" y="0"/>
                </a:lnTo>
                <a:lnTo>
                  <a:pt x="894363" y="143471"/>
                </a:lnTo>
                <a:lnTo>
                  <a:pt x="822628" y="286942"/>
                </a:lnTo>
                <a:lnTo>
                  <a:pt x="71736" y="286942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6C0D84-0643-41B1-A451-29922208B1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d077dd51e45bf"/>
          <a:srcRect xmlns:a="http://schemas.openxmlformats.org/drawingml/2006/main" l="581" t="0" r="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9168" y="910480"/>
            <a:ext cx="540345" cy="585063"/>
          </a:xfrm>
          <a:prstGeom xmlns:a="http://schemas.openxmlformats.org/drawingml/2006/main" prst="rect">
            <a:avLst/>
          </a:prstGeom>
        </p:spPr>
      </p:pic>
      <p:sp>
        <p:nvSpPr>
          <p:cNvPr id="40" name="conquer-source-component-5">
            <a:extLst xmlns:a="http://schemas.openxmlformats.org/drawingml/2006/main">
              <a:ext uri="{FF2B5EF4-FFF2-40B4-BE49-F238E27FC236}">
                <a16:creationId xmlns:a16="http://schemas.microsoft.com/office/drawing/2014/main" id="{3BFC4CA8-AC3B-4DDB-B074-FE7A190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168" y="910480"/>
            <a:ext cx="540345" cy="585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8D28B5A1-34F1-474C-85B2-B9FB919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2298" y="2285254"/>
            <a:ext cx="3238340" cy="447182"/>
          </a:xfrm>
          <a:custGeom xmlns:a="http://schemas.openxmlformats.org/drawingml/2006/main">
            <a:pathLst>
              <a:path w="3238340" h="447182">
                <a:moveTo>
                  <a:pt x="0" y="74530"/>
                </a:moveTo>
                <a:cubicBezTo>
                  <a:pt x="0" y="33367"/>
                  <a:pt x="33367" y="0"/>
                  <a:pt x="74530" y="0"/>
                </a:cubicBezTo>
                <a:lnTo>
                  <a:pt x="3163808" y="0"/>
                </a:lnTo>
                <a:cubicBezTo>
                  <a:pt x="3204970" y="0"/>
                  <a:pt x="3238340" y="33367"/>
                  <a:pt x="3238340" y="74530"/>
                </a:cubicBezTo>
                <a:lnTo>
                  <a:pt x="3238340" y="372650"/>
                </a:lnTo>
                <a:cubicBezTo>
                  <a:pt x="3238340" y="413813"/>
                  <a:pt x="3204970" y="447182"/>
                  <a:pt x="3163808" y="447182"/>
                </a:cubicBezTo>
                <a:lnTo>
                  <a:pt x="74530" y="447182"/>
                </a:lnTo>
                <a:cubicBezTo>
                  <a:pt x="33367" y="447182"/>
                  <a:pt x="0" y="413813"/>
                  <a:pt x="0" y="372650"/>
                </a:cubicBezTo>
                <a:lnTo>
                  <a:pt x="0" y="74530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33">
            <a:extLst xmlns:a="http://schemas.openxmlformats.org/drawingml/2006/main">
              <a:ext uri="{FF2B5EF4-FFF2-40B4-BE49-F238E27FC236}">
                <a16:creationId xmlns:a16="http://schemas.microsoft.com/office/drawing/2014/main" id="{7DF9FDAC-F9E8-4A3D-AB4C-02041F0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2298" y="2285254"/>
            <a:ext cx="3238340" cy="447182"/>
          </a:xfrm>
          <a:custGeom xmlns:a="http://schemas.openxmlformats.org/drawingml/2006/main">
            <a:pathLst>
              <a:path w="3238340" h="447182">
                <a:moveTo>
                  <a:pt x="0" y="74531"/>
                </a:moveTo>
                <a:cubicBezTo>
                  <a:pt x="0" y="33369"/>
                  <a:pt x="33369" y="0"/>
                  <a:pt x="74531" y="0"/>
                </a:cubicBezTo>
                <a:lnTo>
                  <a:pt x="3163809" y="0"/>
                </a:lnTo>
                <a:cubicBezTo>
                  <a:pt x="3204970" y="0"/>
                  <a:pt x="3238340" y="33369"/>
                  <a:pt x="3238340" y="74531"/>
                </a:cubicBezTo>
                <a:lnTo>
                  <a:pt x="3238340" y="372651"/>
                </a:lnTo>
                <a:cubicBezTo>
                  <a:pt x="3238340" y="413813"/>
                  <a:pt x="3204970" y="447182"/>
                  <a:pt x="3163809" y="447182"/>
                </a:cubicBezTo>
                <a:lnTo>
                  <a:pt x="74531" y="447182"/>
                </a:lnTo>
                <a:cubicBezTo>
                  <a:pt x="33369" y="447182"/>
                  <a:pt x="0" y="413813"/>
                  <a:pt x="0" y="372651"/>
                </a:cubicBezTo>
                <a:lnTo>
                  <a:pt x="0" y="7453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4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4B00E151-2EC8-4DDA-9DAE-C8D2949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3437" y="2387975"/>
            <a:ext cx="1949159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 Embedding Model</a:t>
            </a:r>
          </a:p>
        </p:txBody>
      </p:sp>
      <p:sp>
        <p:nvSpPr>
          <p:cNvPr id="44" name="pdf-path-35-part-0">
            <a:extLst xmlns:a="http://schemas.openxmlformats.org/drawingml/2006/main">
              <a:ext uri="{FF2B5EF4-FFF2-40B4-BE49-F238E27FC236}">
                <a16:creationId xmlns:a16="http://schemas.microsoft.com/office/drawing/2014/main" id="{8DB64EF2-3A20-4D88-AB04-429C0C0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468" y="813281"/>
            <a:ext cx="102479" cy="4737834"/>
          </a:xfrm>
          <a:custGeom xmlns:a="http://schemas.openxmlformats.org/drawingml/2006/main">
            <a:pathLst>
              <a:path w="102479" h="4737834">
                <a:moveTo>
                  <a:pt x="68318" y="0"/>
                </a:moveTo>
                <a:lnTo>
                  <a:pt x="68319" y="4669514"/>
                </a:lnTo>
                <a:lnTo>
                  <a:pt x="34160" y="4669514"/>
                </a:lnTo>
                <a:lnTo>
                  <a:pt x="34158" y="0"/>
                </a:lnTo>
                <a:lnTo>
                  <a:pt x="6831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35-part-1">
            <a:extLst xmlns:a="http://schemas.openxmlformats.org/drawingml/2006/main">
              <a:ext uri="{FF2B5EF4-FFF2-40B4-BE49-F238E27FC236}">
                <a16:creationId xmlns:a16="http://schemas.microsoft.com/office/drawing/2014/main" id="{54A734AC-0E27-47B6-A3F2-B7812E8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468" y="813281"/>
            <a:ext cx="102479" cy="4737834"/>
          </a:xfrm>
          <a:custGeom xmlns:a="http://schemas.openxmlformats.org/drawingml/2006/main">
            <a:pathLst>
              <a:path w="102479" h="4737834">
                <a:moveTo>
                  <a:pt x="51239" y="4669515"/>
                </a:moveTo>
                <a:lnTo>
                  <a:pt x="102479" y="4635355"/>
                </a:lnTo>
                <a:lnTo>
                  <a:pt x="51240" y="4737834"/>
                </a:lnTo>
                <a:lnTo>
                  <a:pt x="0" y="4635355"/>
                </a:lnTo>
                <a:lnTo>
                  <a:pt x="51239" y="46695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FF963632-965D-4339-8A92-8DB0220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467" y="1072515"/>
            <a:ext cx="455532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VLM</a:t>
            </a:r>
          </a:p>
        </p:txBody>
      </p:sp>
      <p:sp>
        <p:nvSpPr>
          <p:cNvPr id="47" name="pdf-path-37-part-0">
            <a:extLst xmlns:a="http://schemas.openxmlformats.org/drawingml/2006/main">
              <a:ext uri="{FF2B5EF4-FFF2-40B4-BE49-F238E27FC236}">
                <a16:creationId xmlns:a16="http://schemas.microsoft.com/office/drawing/2014/main" id="{87ADC507-BBC3-4462-8F39-68919BD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708" y="1577215"/>
            <a:ext cx="102480" cy="688906"/>
          </a:xfrm>
          <a:custGeom xmlns:a="http://schemas.openxmlformats.org/drawingml/2006/main">
            <a:pathLst>
              <a:path w="102480" h="688906">
                <a:moveTo>
                  <a:pt x="64049" y="0"/>
                </a:moveTo>
                <a:lnTo>
                  <a:pt x="64049" y="620586"/>
                </a:lnTo>
                <a:lnTo>
                  <a:pt x="38430" y="620586"/>
                </a:lnTo>
                <a:lnTo>
                  <a:pt x="38430" y="0"/>
                </a:lnTo>
                <a:lnTo>
                  <a:pt x="6404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37-part-1">
            <a:extLst xmlns:a="http://schemas.openxmlformats.org/drawingml/2006/main">
              <a:ext uri="{FF2B5EF4-FFF2-40B4-BE49-F238E27FC236}">
                <a16:creationId xmlns:a16="http://schemas.microsoft.com/office/drawing/2014/main" id="{FFC3667F-EB56-4DE4-85D4-0E2852F6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708" y="1577215"/>
            <a:ext cx="102480" cy="688906"/>
          </a:xfrm>
          <a:custGeom xmlns:a="http://schemas.openxmlformats.org/drawingml/2006/main">
            <a:pathLst>
              <a:path w="102480" h="688906">
                <a:moveTo>
                  <a:pt x="51239" y="620586"/>
                </a:moveTo>
                <a:lnTo>
                  <a:pt x="102480" y="586427"/>
                </a:lnTo>
                <a:lnTo>
                  <a:pt x="51239" y="688906"/>
                </a:lnTo>
                <a:lnTo>
                  <a:pt x="0" y="586427"/>
                </a:lnTo>
                <a:lnTo>
                  <a:pt x="51239" y="6205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5F6F188-6972-4491-A0A5-FA98E10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208" y="1076242"/>
            <a:ext cx="538610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1</a:t>
            </a:r>
          </a:p>
        </p:txBody>
      </p:sp>
      <p:sp>
        <p:nvSpPr>
          <p:cNvPr id="50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DB061F42-12DB-496F-A512-8A726EB0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208" y="3137003"/>
            <a:ext cx="538610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3</a:t>
            </a:r>
          </a:p>
        </p:txBody>
      </p:sp>
      <p:sp>
        <p:nvSpPr>
          <p:cNvPr id="51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91A03DEF-ACD5-4F14-B3B9-A49A936E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1661" y="4724498"/>
            <a:ext cx="618371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M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10A19E-126C-4059-8DF4-4A0373CDC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bec08a5024bee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3742" y="1171335"/>
            <a:ext cx="1960145" cy="618601"/>
          </a:xfrm>
          <a:prstGeom xmlns:a="http://schemas.openxmlformats.org/drawingml/2006/main" prst="rect">
            <a:avLst/>
          </a:prstGeom>
        </p:spPr>
      </p:pic>
      <p:sp>
        <p:nvSpPr>
          <p:cNvPr id="53" name="conquer-source-component-6">
            <a:extLst xmlns:a="http://schemas.openxmlformats.org/drawingml/2006/main">
              <a:ext uri="{FF2B5EF4-FFF2-40B4-BE49-F238E27FC236}">
                <a16:creationId xmlns:a16="http://schemas.microsoft.com/office/drawing/2014/main" id="{E2A45933-CCDD-4572-B5A1-6246D88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742" y="1171335"/>
            <a:ext cx="1960145" cy="618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pdf-path-42">
            <a:extLst xmlns:a="http://schemas.openxmlformats.org/drawingml/2006/main">
              <a:ext uri="{FF2B5EF4-FFF2-40B4-BE49-F238E27FC236}">
                <a16:creationId xmlns:a16="http://schemas.microsoft.com/office/drawing/2014/main" id="{E86FD173-3B05-4A07-8487-5402146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332" y="1271642"/>
            <a:ext cx="1732828" cy="417368"/>
          </a:xfrm>
          <a:custGeom xmlns:a="http://schemas.openxmlformats.org/drawingml/2006/main">
            <a:pathLst>
              <a:path w="1732828" h="417368">
                <a:moveTo>
                  <a:pt x="0" y="97341"/>
                </a:moveTo>
                <a:cubicBezTo>
                  <a:pt x="0" y="43581"/>
                  <a:pt x="43581" y="0"/>
                  <a:pt x="97342" y="0"/>
                </a:cubicBezTo>
                <a:lnTo>
                  <a:pt x="1635486" y="0"/>
                </a:lnTo>
                <a:cubicBezTo>
                  <a:pt x="1689247" y="0"/>
                  <a:pt x="1732828" y="43581"/>
                  <a:pt x="1732828" y="97341"/>
                </a:cubicBezTo>
                <a:lnTo>
                  <a:pt x="1732828" y="320025"/>
                </a:lnTo>
                <a:cubicBezTo>
                  <a:pt x="1732828" y="373787"/>
                  <a:pt x="1689247" y="417368"/>
                  <a:pt x="1635486" y="417368"/>
                </a:cubicBezTo>
                <a:lnTo>
                  <a:pt x="97342" y="417368"/>
                </a:lnTo>
                <a:cubicBezTo>
                  <a:pt x="43581" y="417368"/>
                  <a:pt x="0" y="373787"/>
                  <a:pt x="0" y="320025"/>
                </a:cubicBezTo>
                <a:lnTo>
                  <a:pt x="0" y="97341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43">
            <a:extLst xmlns:a="http://schemas.openxmlformats.org/drawingml/2006/main">
              <a:ext uri="{FF2B5EF4-FFF2-40B4-BE49-F238E27FC236}">
                <a16:creationId xmlns:a16="http://schemas.microsoft.com/office/drawing/2014/main" id="{E982FBE0-4598-43E1-AFEB-E7E812FE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332" y="1271642"/>
            <a:ext cx="1732829" cy="417370"/>
          </a:xfrm>
          <a:custGeom xmlns:a="http://schemas.openxmlformats.org/drawingml/2006/main">
            <a:pathLst>
              <a:path w="1732829" h="417370">
                <a:moveTo>
                  <a:pt x="0" y="97343"/>
                </a:moveTo>
                <a:cubicBezTo>
                  <a:pt x="0" y="43582"/>
                  <a:pt x="43582" y="0"/>
                  <a:pt x="97343" y="0"/>
                </a:cubicBezTo>
                <a:lnTo>
                  <a:pt x="1635486" y="0"/>
                </a:lnTo>
                <a:cubicBezTo>
                  <a:pt x="1689247" y="0"/>
                  <a:pt x="1732829" y="43582"/>
                  <a:pt x="1732829" y="97343"/>
                </a:cubicBezTo>
                <a:lnTo>
                  <a:pt x="1732829" y="320027"/>
                </a:lnTo>
                <a:cubicBezTo>
                  <a:pt x="1732829" y="373788"/>
                  <a:pt x="1689247" y="417370"/>
                  <a:pt x="1635486" y="417370"/>
                </a:cubicBezTo>
                <a:lnTo>
                  <a:pt x="97343" y="417370"/>
                </a:lnTo>
                <a:cubicBezTo>
                  <a:pt x="43582" y="417370"/>
                  <a:pt x="0" y="373788"/>
                  <a:pt x="0" y="320027"/>
                </a:cubicBezTo>
                <a:lnTo>
                  <a:pt x="0" y="9734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56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149659D1-410A-4A47-9A2E-42C0BDB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8020" y="1297479"/>
            <a:ext cx="824073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Instruction: </a:t>
            </a:r>
          </a:p>
        </p:txBody>
      </p:sp>
      <p:sp>
        <p:nvSpPr>
          <p:cNvPr id="57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1FADE70F-55C6-4AEA-9B9A-ECB4848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8020" y="1480078"/>
            <a:ext cx="1549026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Push the box to Goal M</a:t>
            </a:r>
          </a:p>
        </p:txBody>
      </p:sp>
      <p:sp>
        <p:nvSpPr>
          <p:cNvPr id="5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C1F48E7D-B99F-470E-A84A-DA15D8E0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576" y="1767266"/>
            <a:ext cx="1710469" cy="376378"/>
          </a:xfrm>
          <a:custGeom xmlns:a="http://schemas.openxmlformats.org/drawingml/2006/main">
            <a:pathLst>
              <a:path w="1710469" h="376378">
                <a:moveTo>
                  <a:pt x="0" y="0"/>
                </a:moveTo>
                <a:lnTo>
                  <a:pt x="1710469" y="0"/>
                </a:lnTo>
                <a:lnTo>
                  <a:pt x="1710469" y="376378"/>
                </a:lnTo>
                <a:lnTo>
                  <a:pt x="0" y="376378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1">
            <a:extLst xmlns:a="http://schemas.openxmlformats.org/drawingml/2006/main">
              <a:ext uri="{FF2B5EF4-FFF2-40B4-BE49-F238E27FC236}">
                <a16:creationId xmlns:a16="http://schemas.microsoft.com/office/drawing/2014/main" id="{B095FC76-9AC2-409E-9A40-0E467CC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576" y="1767266"/>
            <a:ext cx="1710469" cy="376378"/>
          </a:xfrm>
          <a:custGeom xmlns:a="http://schemas.openxmlformats.org/drawingml/2006/main">
            <a:pathLst>
              <a:path w="1710469" h="376378">
                <a:moveTo>
                  <a:pt x="0" y="0"/>
                </a:moveTo>
                <a:lnTo>
                  <a:pt x="1710469" y="0"/>
                </a:lnTo>
                <a:lnTo>
                  <a:pt x="1710469" y="376378"/>
                </a:lnTo>
                <a:lnTo>
                  <a:pt x="0" y="376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D9D9D9"/>
            </a:solidFill>
            <a:prstDash val="solid"/>
          </a:ln>
        </p:spPr>
      </p:sp>
      <p:sp>
        <p:nvSpPr>
          <p:cNvPr id="60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C13AB193-49EF-4ACD-9D3B-2C59DE9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3681" y="1784978"/>
            <a:ext cx="1609374" cy="13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“Push the cuboid box on flat </a:t>
            </a:r>
          </a:p>
        </p:txBody>
      </p:sp>
      <p:sp>
        <p:nvSpPr>
          <p:cNvPr id="61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50CC0AD-5078-4764-9E4A-12403DC1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4467" y="1948945"/>
            <a:ext cx="1613863" cy="13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terrain with four robot dogs”</a:t>
            </a:r>
          </a:p>
        </p:txBody>
      </p:sp>
      <p:sp>
        <p:nvSpPr>
          <p:cNvPr id="6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BACFC98E-2E46-4B85-A1E4-0BACCD97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4195" y="1253009"/>
            <a:ext cx="1392425" cy="397430"/>
          </a:xfrm>
          <a:custGeom xmlns:a="http://schemas.openxmlformats.org/drawingml/2006/main">
            <a:pathLst>
              <a:path w="1392425" h="397430">
                <a:moveTo>
                  <a:pt x="0" y="65216"/>
                </a:moveTo>
                <a:cubicBezTo>
                  <a:pt x="0" y="29198"/>
                  <a:pt x="29199" y="0"/>
                  <a:pt x="65216" y="0"/>
                </a:cubicBezTo>
                <a:lnTo>
                  <a:pt x="691270" y="0"/>
                </a:lnTo>
                <a:lnTo>
                  <a:pt x="987528" y="0"/>
                </a:lnTo>
                <a:lnTo>
                  <a:pt x="1119817" y="0"/>
                </a:lnTo>
                <a:cubicBezTo>
                  <a:pt x="1155836" y="0"/>
                  <a:pt x="1185032" y="29198"/>
                  <a:pt x="1185032" y="65216"/>
                </a:cubicBezTo>
                <a:lnTo>
                  <a:pt x="1185032" y="228249"/>
                </a:lnTo>
                <a:lnTo>
                  <a:pt x="1392425" y="397430"/>
                </a:lnTo>
                <a:lnTo>
                  <a:pt x="1185032" y="326068"/>
                </a:lnTo>
                <a:cubicBezTo>
                  <a:pt x="1185032" y="362085"/>
                  <a:pt x="1155836" y="391283"/>
                  <a:pt x="1119817" y="391283"/>
                </a:cubicBezTo>
                <a:lnTo>
                  <a:pt x="987528" y="391283"/>
                </a:lnTo>
                <a:lnTo>
                  <a:pt x="691270" y="391283"/>
                </a:lnTo>
                <a:lnTo>
                  <a:pt x="65216" y="391283"/>
                </a:lnTo>
                <a:cubicBezTo>
                  <a:pt x="29199" y="391283"/>
                  <a:pt x="0" y="362085"/>
                  <a:pt x="0" y="326068"/>
                </a:cubicBezTo>
                <a:lnTo>
                  <a:pt x="0" y="228249"/>
                </a:lnTo>
                <a:lnTo>
                  <a:pt x="0" y="65216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5C2FE1F9-BC94-4014-8FCA-8D9BACDE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4195" y="1253009"/>
            <a:ext cx="1392423" cy="397430"/>
          </a:xfrm>
          <a:custGeom xmlns:a="http://schemas.openxmlformats.org/drawingml/2006/main">
            <a:pathLst>
              <a:path w="1392423" h="397430">
                <a:moveTo>
                  <a:pt x="0" y="65215"/>
                </a:moveTo>
                <a:cubicBezTo>
                  <a:pt x="0" y="29198"/>
                  <a:pt x="29198" y="0"/>
                  <a:pt x="65215" y="0"/>
                </a:cubicBezTo>
                <a:lnTo>
                  <a:pt x="691268" y="0"/>
                </a:lnTo>
                <a:lnTo>
                  <a:pt x="987526" y="0"/>
                </a:lnTo>
                <a:lnTo>
                  <a:pt x="1119815" y="0"/>
                </a:lnTo>
                <a:cubicBezTo>
                  <a:pt x="1155833" y="0"/>
                  <a:pt x="1185031" y="29198"/>
                  <a:pt x="1185031" y="65215"/>
                </a:cubicBezTo>
                <a:lnTo>
                  <a:pt x="1185031" y="228248"/>
                </a:lnTo>
                <a:lnTo>
                  <a:pt x="1392423" y="397430"/>
                </a:lnTo>
                <a:lnTo>
                  <a:pt x="1185031" y="326069"/>
                </a:lnTo>
                <a:lnTo>
                  <a:pt x="1185031" y="326068"/>
                </a:lnTo>
                <a:cubicBezTo>
                  <a:pt x="1185031" y="362085"/>
                  <a:pt x="1155833" y="391283"/>
                  <a:pt x="1119815" y="391283"/>
                </a:cubicBezTo>
                <a:lnTo>
                  <a:pt x="987526" y="391283"/>
                </a:lnTo>
                <a:lnTo>
                  <a:pt x="691268" y="391283"/>
                </a:lnTo>
                <a:lnTo>
                  <a:pt x="65215" y="391283"/>
                </a:lnTo>
                <a:cubicBezTo>
                  <a:pt x="29198" y="391283"/>
                  <a:pt x="0" y="362085"/>
                  <a:pt x="0" y="326068"/>
                </a:cubicBezTo>
                <a:lnTo>
                  <a:pt x="0" y="326069"/>
                </a:lnTo>
                <a:lnTo>
                  <a:pt x="0" y="228248"/>
                </a:lnTo>
                <a:lnTo>
                  <a:pt x="0" y="65215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8FAADC"/>
            </a:solidFill>
            <a:prstDash val="solid"/>
          </a:ln>
        </p:spPr>
      </p:sp>
      <p:sp>
        <p:nvSpPr>
          <p:cNvPr id="64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B8E902ED-430E-4F79-A77B-0800E958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4284" y="1353376"/>
            <a:ext cx="768391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2d-cube-flat</a:t>
            </a:r>
          </a:p>
        </p:txBody>
      </p:sp>
      <p:sp>
        <p:nvSpPr>
          <p:cNvPr id="6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82A935C0-2F77-494A-8963-57A085C0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6495" y="1248428"/>
            <a:ext cx="347420" cy="407043"/>
          </a:xfrm>
          <a:custGeom xmlns:a="http://schemas.openxmlformats.org/drawingml/2006/main">
            <a:pathLst>
              <a:path w="347420" h="407043">
                <a:moveTo>
                  <a:pt x="48774" y="52054"/>
                </a:moveTo>
                <a:cubicBezTo>
                  <a:pt x="47919" y="23041"/>
                  <a:pt x="74446" y="0"/>
                  <a:pt x="100118" y="854"/>
                </a:cubicBezTo>
                <a:cubicBezTo>
                  <a:pt x="128356" y="0"/>
                  <a:pt x="151461" y="26455"/>
                  <a:pt x="150605" y="52054"/>
                </a:cubicBezTo>
                <a:cubicBezTo>
                  <a:pt x="151461" y="80214"/>
                  <a:pt x="124935" y="103255"/>
                  <a:pt x="100118" y="102402"/>
                </a:cubicBezTo>
                <a:cubicBezTo>
                  <a:pt x="71022" y="103255"/>
                  <a:pt x="47919" y="76801"/>
                  <a:pt x="48774" y="52054"/>
                </a:cubicBezTo>
                <a:moveTo>
                  <a:pt x="856" y="153602"/>
                </a:moveTo>
                <a:cubicBezTo>
                  <a:pt x="0" y="124589"/>
                  <a:pt x="26527" y="101548"/>
                  <a:pt x="52198" y="102402"/>
                </a:cubicBezTo>
                <a:cubicBezTo>
                  <a:pt x="80436" y="101548"/>
                  <a:pt x="103542" y="128001"/>
                  <a:pt x="102686" y="153602"/>
                </a:cubicBezTo>
                <a:cubicBezTo>
                  <a:pt x="103542" y="181762"/>
                  <a:pt x="77012" y="204803"/>
                  <a:pt x="52198" y="203948"/>
                </a:cubicBezTo>
                <a:cubicBezTo>
                  <a:pt x="23104" y="204803"/>
                  <a:pt x="0" y="178350"/>
                  <a:pt x="856" y="153602"/>
                </a:cubicBezTo>
                <a:moveTo>
                  <a:pt x="130925" y="153602"/>
                </a:moveTo>
                <a:cubicBezTo>
                  <a:pt x="130068" y="124589"/>
                  <a:pt x="156595" y="101548"/>
                  <a:pt x="182268" y="102402"/>
                </a:cubicBezTo>
                <a:cubicBezTo>
                  <a:pt x="210505" y="101548"/>
                  <a:pt x="233610" y="128001"/>
                  <a:pt x="232754" y="153602"/>
                </a:cubicBezTo>
                <a:cubicBezTo>
                  <a:pt x="233610" y="181762"/>
                  <a:pt x="207083" y="204803"/>
                  <a:pt x="182268" y="203948"/>
                </a:cubicBezTo>
                <a:cubicBezTo>
                  <a:pt x="153172" y="204803"/>
                  <a:pt x="130068" y="178350"/>
                  <a:pt x="130925" y="153602"/>
                </a:cubicBezTo>
                <a:moveTo>
                  <a:pt x="245590" y="52054"/>
                </a:moveTo>
                <a:cubicBezTo>
                  <a:pt x="245590" y="23894"/>
                  <a:pt x="268693" y="854"/>
                  <a:pt x="296934" y="854"/>
                </a:cubicBezTo>
                <a:cubicBezTo>
                  <a:pt x="324315" y="854"/>
                  <a:pt x="347420" y="23894"/>
                  <a:pt x="347420" y="52054"/>
                </a:cubicBezTo>
                <a:cubicBezTo>
                  <a:pt x="347420" y="79362"/>
                  <a:pt x="324315" y="102402"/>
                  <a:pt x="296934" y="102402"/>
                </a:cubicBezTo>
                <a:cubicBezTo>
                  <a:pt x="268693" y="102402"/>
                  <a:pt x="245590" y="79362"/>
                  <a:pt x="245590" y="52054"/>
                </a:cubicBezTo>
                <a:moveTo>
                  <a:pt x="130925" y="356697"/>
                </a:moveTo>
                <a:cubicBezTo>
                  <a:pt x="130925" y="328536"/>
                  <a:pt x="154028" y="305497"/>
                  <a:pt x="182268" y="305497"/>
                </a:cubicBezTo>
                <a:cubicBezTo>
                  <a:pt x="209650" y="305497"/>
                  <a:pt x="232754" y="328536"/>
                  <a:pt x="232754" y="356697"/>
                </a:cubicBezTo>
                <a:cubicBezTo>
                  <a:pt x="232754" y="384003"/>
                  <a:pt x="209650" y="407043"/>
                  <a:pt x="182268" y="407043"/>
                </a:cubicBezTo>
                <a:cubicBezTo>
                  <a:pt x="154028" y="407043"/>
                  <a:pt x="130925" y="384003"/>
                  <a:pt x="130925" y="356697"/>
                </a:cubicBez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2">
            <a:extLst xmlns:a="http://schemas.openxmlformats.org/drawingml/2006/main">
              <a:ext uri="{FF2B5EF4-FFF2-40B4-BE49-F238E27FC236}">
                <a16:creationId xmlns:a16="http://schemas.microsoft.com/office/drawing/2014/main" id="{5FA158B1-C426-4A0F-AAAD-CB38F15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6495" y="1248429"/>
            <a:ext cx="347421" cy="407043"/>
          </a:xfrm>
          <a:custGeom xmlns:a="http://schemas.openxmlformats.org/drawingml/2006/main">
            <a:pathLst>
              <a:path w="347421" h="407043">
                <a:moveTo>
                  <a:pt x="48776" y="52054"/>
                </a:moveTo>
                <a:cubicBezTo>
                  <a:pt x="47919" y="23040"/>
                  <a:pt x="74447" y="0"/>
                  <a:pt x="100119" y="853"/>
                </a:cubicBezTo>
                <a:cubicBezTo>
                  <a:pt x="128357" y="0"/>
                  <a:pt x="151461" y="26454"/>
                  <a:pt x="150606" y="52054"/>
                </a:cubicBezTo>
                <a:cubicBezTo>
                  <a:pt x="151461" y="80214"/>
                  <a:pt x="124935" y="103254"/>
                  <a:pt x="100119" y="102401"/>
                </a:cubicBezTo>
                <a:cubicBezTo>
                  <a:pt x="71024" y="103254"/>
                  <a:pt x="47919" y="76801"/>
                  <a:pt x="48776" y="52054"/>
                </a:cubicBezTo>
                <a:moveTo>
                  <a:pt x="855" y="153601"/>
                </a:moveTo>
                <a:cubicBezTo>
                  <a:pt x="0" y="124587"/>
                  <a:pt x="26527" y="101547"/>
                  <a:pt x="52199" y="102401"/>
                </a:cubicBezTo>
                <a:cubicBezTo>
                  <a:pt x="80437" y="101547"/>
                  <a:pt x="103542" y="128001"/>
                  <a:pt x="102685" y="153601"/>
                </a:cubicBezTo>
                <a:cubicBezTo>
                  <a:pt x="103542" y="181761"/>
                  <a:pt x="77014" y="204802"/>
                  <a:pt x="52199" y="203948"/>
                </a:cubicBezTo>
                <a:cubicBezTo>
                  <a:pt x="23104" y="204802"/>
                  <a:pt x="0" y="178348"/>
                  <a:pt x="855" y="153601"/>
                </a:cubicBezTo>
                <a:moveTo>
                  <a:pt x="130925" y="153601"/>
                </a:moveTo>
                <a:cubicBezTo>
                  <a:pt x="130068" y="124587"/>
                  <a:pt x="156596" y="101547"/>
                  <a:pt x="182268" y="102401"/>
                </a:cubicBezTo>
                <a:cubicBezTo>
                  <a:pt x="210506" y="101547"/>
                  <a:pt x="233610" y="128001"/>
                  <a:pt x="232754" y="153601"/>
                </a:cubicBezTo>
                <a:cubicBezTo>
                  <a:pt x="233610" y="181761"/>
                  <a:pt x="207083" y="204802"/>
                  <a:pt x="182268" y="203948"/>
                </a:cubicBezTo>
                <a:cubicBezTo>
                  <a:pt x="153173" y="204802"/>
                  <a:pt x="130068" y="178348"/>
                  <a:pt x="130925" y="153601"/>
                </a:cubicBezTo>
                <a:moveTo>
                  <a:pt x="245590" y="52054"/>
                </a:moveTo>
                <a:cubicBezTo>
                  <a:pt x="245590" y="23893"/>
                  <a:pt x="268695" y="853"/>
                  <a:pt x="296933" y="853"/>
                </a:cubicBezTo>
                <a:cubicBezTo>
                  <a:pt x="324316" y="853"/>
                  <a:pt x="347421" y="23893"/>
                  <a:pt x="347421" y="52054"/>
                </a:cubicBezTo>
                <a:cubicBezTo>
                  <a:pt x="347421" y="79361"/>
                  <a:pt x="324316" y="102401"/>
                  <a:pt x="296933" y="102401"/>
                </a:cubicBezTo>
                <a:cubicBezTo>
                  <a:pt x="268695" y="102401"/>
                  <a:pt x="245590" y="79361"/>
                  <a:pt x="245590" y="52054"/>
                </a:cubicBezTo>
                <a:moveTo>
                  <a:pt x="130925" y="356696"/>
                </a:moveTo>
                <a:cubicBezTo>
                  <a:pt x="130925" y="328536"/>
                  <a:pt x="154028" y="305496"/>
                  <a:pt x="182268" y="305496"/>
                </a:cubicBezTo>
                <a:cubicBezTo>
                  <a:pt x="209651" y="305496"/>
                  <a:pt x="232754" y="328536"/>
                  <a:pt x="232754" y="356696"/>
                </a:cubicBezTo>
                <a:cubicBezTo>
                  <a:pt x="232754" y="384003"/>
                  <a:pt x="209651" y="407043"/>
                  <a:pt x="182268" y="407043"/>
                </a:cubicBezTo>
                <a:cubicBezTo>
                  <a:pt x="154028" y="407043"/>
                  <a:pt x="130925" y="384003"/>
                  <a:pt x="130925" y="3566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8FAADC"/>
            </a:solidFill>
            <a:prstDash val="solid"/>
          </a:ln>
        </p:spPr>
      </p:sp>
      <p:sp>
        <p:nvSpPr>
          <p:cNvPr id="6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D923D1A1-44D7-453F-B14A-A434BB2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7755" y="1395638"/>
            <a:ext cx="1365230" cy="572861"/>
          </a:xfrm>
          <a:custGeom xmlns:a="http://schemas.openxmlformats.org/drawingml/2006/main">
            <a:pathLst>
              <a:path w="1365230" h="572861">
                <a:moveTo>
                  <a:pt x="176472" y="246793"/>
                </a:moveTo>
                <a:cubicBezTo>
                  <a:pt x="176472" y="210776"/>
                  <a:pt x="205669" y="181577"/>
                  <a:pt x="241687" y="181577"/>
                </a:cubicBezTo>
                <a:lnTo>
                  <a:pt x="374599" y="181577"/>
                </a:lnTo>
                <a:lnTo>
                  <a:pt x="0" y="0"/>
                </a:lnTo>
                <a:lnTo>
                  <a:pt x="671788" y="181577"/>
                </a:lnTo>
                <a:lnTo>
                  <a:pt x="1300015" y="181577"/>
                </a:lnTo>
                <a:cubicBezTo>
                  <a:pt x="1336030" y="181577"/>
                  <a:pt x="1365230" y="210776"/>
                  <a:pt x="1365230" y="246793"/>
                </a:cubicBezTo>
                <a:lnTo>
                  <a:pt x="1365230" y="246792"/>
                </a:lnTo>
                <a:lnTo>
                  <a:pt x="1365230" y="344612"/>
                </a:lnTo>
                <a:lnTo>
                  <a:pt x="1365230" y="507645"/>
                </a:lnTo>
                <a:cubicBezTo>
                  <a:pt x="1365230" y="543663"/>
                  <a:pt x="1336030" y="572861"/>
                  <a:pt x="1300015" y="572861"/>
                </a:cubicBezTo>
                <a:lnTo>
                  <a:pt x="671788" y="572861"/>
                </a:lnTo>
                <a:lnTo>
                  <a:pt x="374599" y="572861"/>
                </a:lnTo>
                <a:lnTo>
                  <a:pt x="241687" y="572861"/>
                </a:lnTo>
                <a:cubicBezTo>
                  <a:pt x="205669" y="572861"/>
                  <a:pt x="176472" y="543663"/>
                  <a:pt x="176472" y="507645"/>
                </a:cubicBezTo>
                <a:lnTo>
                  <a:pt x="176472" y="344612"/>
                </a:lnTo>
                <a:lnTo>
                  <a:pt x="176472" y="246792"/>
                </a:lnTo>
                <a:lnTo>
                  <a:pt x="176472" y="246793"/>
                </a:lnTo>
              </a:path>
            </a:pathLst>
          </a:custGeom>
          <a:solidFill xmlns:a="http://schemas.openxmlformats.org/drawingml/2006/main">
            <a:srgbClr val="FFF3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6E23504A-4A18-4B30-A132-ADCF646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7756" y="1395637"/>
            <a:ext cx="1365229" cy="572862"/>
          </a:xfrm>
          <a:custGeom xmlns:a="http://schemas.openxmlformats.org/drawingml/2006/main">
            <a:pathLst>
              <a:path w="1365229" h="572862">
                <a:moveTo>
                  <a:pt x="176471" y="246794"/>
                </a:moveTo>
                <a:cubicBezTo>
                  <a:pt x="176471" y="210776"/>
                  <a:pt x="205669" y="181579"/>
                  <a:pt x="241687" y="181579"/>
                </a:cubicBezTo>
                <a:lnTo>
                  <a:pt x="374598" y="181579"/>
                </a:lnTo>
                <a:lnTo>
                  <a:pt x="0" y="0"/>
                </a:lnTo>
                <a:lnTo>
                  <a:pt x="671787" y="181579"/>
                </a:lnTo>
                <a:lnTo>
                  <a:pt x="1300014" y="181579"/>
                </a:lnTo>
                <a:cubicBezTo>
                  <a:pt x="1336031" y="181579"/>
                  <a:pt x="1365229" y="210776"/>
                  <a:pt x="1365229" y="246794"/>
                </a:cubicBezTo>
                <a:lnTo>
                  <a:pt x="1365229" y="246793"/>
                </a:lnTo>
                <a:lnTo>
                  <a:pt x="1365229" y="344613"/>
                </a:lnTo>
                <a:lnTo>
                  <a:pt x="1365229" y="507646"/>
                </a:lnTo>
                <a:cubicBezTo>
                  <a:pt x="1365229" y="543664"/>
                  <a:pt x="1336031" y="572862"/>
                  <a:pt x="1300014" y="572862"/>
                </a:cubicBezTo>
                <a:lnTo>
                  <a:pt x="671787" y="572862"/>
                </a:lnTo>
                <a:lnTo>
                  <a:pt x="374598" y="572862"/>
                </a:lnTo>
                <a:lnTo>
                  <a:pt x="241687" y="572862"/>
                </a:lnTo>
                <a:cubicBezTo>
                  <a:pt x="205669" y="572862"/>
                  <a:pt x="176471" y="543664"/>
                  <a:pt x="176471" y="507646"/>
                </a:cubicBezTo>
                <a:lnTo>
                  <a:pt x="176471" y="344613"/>
                </a:lnTo>
                <a:lnTo>
                  <a:pt x="176471" y="246793"/>
                </a:lnTo>
                <a:lnTo>
                  <a:pt x="176471" y="246794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D966"/>
            </a:solidFill>
            <a:prstDash val="solid"/>
          </a:ln>
        </p:spPr>
      </p:sp>
      <p:sp>
        <p:nvSpPr>
          <p:cNvPr id="69" name="pdf-path-65">
            <a:extLst xmlns:a="http://schemas.openxmlformats.org/drawingml/2006/main">
              <a:ext uri="{FF2B5EF4-FFF2-40B4-BE49-F238E27FC236}">
                <a16:creationId xmlns:a16="http://schemas.microsoft.com/office/drawing/2014/main" id="{AE4446E9-153C-4512-AEA0-723848C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89" y="1338719"/>
            <a:ext cx="264585" cy="436001"/>
          </a:xfrm>
          <a:custGeom xmlns:a="http://schemas.openxmlformats.org/drawingml/2006/main">
            <a:pathLst>
              <a:path w="264585" h="436001">
                <a:moveTo>
                  <a:pt x="162689" y="101535"/>
                </a:moveTo>
                <a:lnTo>
                  <a:pt x="264585" y="101535"/>
                </a:lnTo>
                <a:lnTo>
                  <a:pt x="264585" y="203069"/>
                </a:lnTo>
                <a:lnTo>
                  <a:pt x="162689" y="203069"/>
                </a:lnTo>
                <a:lnTo>
                  <a:pt x="162689" y="101535"/>
                </a:lnTo>
                <a:moveTo>
                  <a:pt x="0" y="170646"/>
                </a:moveTo>
                <a:lnTo>
                  <a:pt x="101895" y="170646"/>
                </a:lnTo>
                <a:lnTo>
                  <a:pt x="101895" y="272181"/>
                </a:lnTo>
                <a:lnTo>
                  <a:pt x="0" y="272181"/>
                </a:lnTo>
                <a:lnTo>
                  <a:pt x="0" y="170646"/>
                </a:lnTo>
                <a:moveTo>
                  <a:pt x="59083" y="334466"/>
                </a:moveTo>
                <a:lnTo>
                  <a:pt x="160976" y="334466"/>
                </a:lnTo>
                <a:lnTo>
                  <a:pt x="160976" y="436001"/>
                </a:lnTo>
                <a:lnTo>
                  <a:pt x="59083" y="436001"/>
                </a:lnTo>
                <a:lnTo>
                  <a:pt x="59083" y="334466"/>
                </a:lnTo>
                <a:moveTo>
                  <a:pt x="162689" y="272181"/>
                </a:moveTo>
                <a:lnTo>
                  <a:pt x="264585" y="272181"/>
                </a:lnTo>
                <a:lnTo>
                  <a:pt x="264585" y="373716"/>
                </a:lnTo>
                <a:lnTo>
                  <a:pt x="162689" y="373716"/>
                </a:lnTo>
                <a:lnTo>
                  <a:pt x="162689" y="272181"/>
                </a:lnTo>
                <a:moveTo>
                  <a:pt x="0" y="0"/>
                </a:moveTo>
                <a:lnTo>
                  <a:pt x="101895" y="0"/>
                </a:lnTo>
                <a:lnTo>
                  <a:pt x="101895" y="101535"/>
                </a:lnTo>
                <a:lnTo>
                  <a:pt x="0" y="10153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C103E48B-BCD5-43F5-A491-2AA8EBD7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89" y="1338719"/>
            <a:ext cx="264583" cy="436002"/>
          </a:xfrm>
          <a:custGeom xmlns:a="http://schemas.openxmlformats.org/drawingml/2006/main">
            <a:pathLst>
              <a:path w="264583" h="436002">
                <a:moveTo>
                  <a:pt x="162689" y="101535"/>
                </a:moveTo>
                <a:lnTo>
                  <a:pt x="162689" y="203069"/>
                </a:lnTo>
                <a:lnTo>
                  <a:pt x="264583" y="203069"/>
                </a:lnTo>
                <a:lnTo>
                  <a:pt x="264583" y="101535"/>
                </a:lnTo>
                <a:close/>
                <a:moveTo>
                  <a:pt x="0" y="170646"/>
                </a:moveTo>
                <a:lnTo>
                  <a:pt x="0" y="272181"/>
                </a:lnTo>
                <a:lnTo>
                  <a:pt x="101894" y="272181"/>
                </a:lnTo>
                <a:lnTo>
                  <a:pt x="101894" y="170646"/>
                </a:lnTo>
                <a:close/>
                <a:moveTo>
                  <a:pt x="59082" y="334467"/>
                </a:moveTo>
                <a:lnTo>
                  <a:pt x="59082" y="436002"/>
                </a:lnTo>
                <a:lnTo>
                  <a:pt x="160976" y="436002"/>
                </a:lnTo>
                <a:lnTo>
                  <a:pt x="160976" y="334467"/>
                </a:lnTo>
                <a:close/>
                <a:moveTo>
                  <a:pt x="162689" y="272181"/>
                </a:moveTo>
                <a:lnTo>
                  <a:pt x="162689" y="373716"/>
                </a:lnTo>
                <a:lnTo>
                  <a:pt x="264583" y="373716"/>
                </a:lnTo>
                <a:lnTo>
                  <a:pt x="264583" y="272181"/>
                </a:lnTo>
                <a:close/>
                <a:moveTo>
                  <a:pt x="0" y="0"/>
                </a:moveTo>
                <a:lnTo>
                  <a:pt x="0" y="101535"/>
                </a:lnTo>
                <a:lnTo>
                  <a:pt x="101894" y="101535"/>
                </a:lnTo>
                <a:lnTo>
                  <a:pt x="10189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D966"/>
            </a:solidFill>
            <a:prstDash val="solid"/>
          </a:ln>
        </p:spPr>
      </p:sp>
      <p:sp>
        <p:nvSpPr>
          <p:cNvPr id="71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C577EEC2-138D-447A-9952-7D43EA91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8024" y="1685035"/>
            <a:ext cx="614671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3d-tri-flat</a:t>
            </a:r>
          </a:p>
        </p:txBody>
      </p:sp>
      <p:sp>
        <p:nvSpPr>
          <p:cNvPr id="7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6E68E087-2239-42F5-BB10-BF916AC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4195" y="1823165"/>
            <a:ext cx="1809873" cy="395009"/>
          </a:xfrm>
          <a:custGeom xmlns:a="http://schemas.openxmlformats.org/drawingml/2006/main">
            <a:pathLst>
              <a:path w="1809873" h="395009">
                <a:moveTo>
                  <a:pt x="0" y="65836"/>
                </a:moveTo>
                <a:cubicBezTo>
                  <a:pt x="0" y="29477"/>
                  <a:pt x="29478" y="0"/>
                  <a:pt x="65839" y="0"/>
                </a:cubicBezTo>
                <a:lnTo>
                  <a:pt x="693443" y="0"/>
                </a:lnTo>
                <a:lnTo>
                  <a:pt x="990632" y="0"/>
                </a:lnTo>
                <a:lnTo>
                  <a:pt x="1122922" y="0"/>
                </a:lnTo>
                <a:cubicBezTo>
                  <a:pt x="1159284" y="0"/>
                  <a:pt x="1188759" y="29477"/>
                  <a:pt x="1188759" y="65836"/>
                </a:cubicBezTo>
                <a:lnTo>
                  <a:pt x="1188759" y="230423"/>
                </a:lnTo>
                <a:lnTo>
                  <a:pt x="1809873" y="374644"/>
                </a:lnTo>
                <a:lnTo>
                  <a:pt x="1188759" y="329175"/>
                </a:lnTo>
                <a:lnTo>
                  <a:pt x="1188759" y="329174"/>
                </a:lnTo>
                <a:cubicBezTo>
                  <a:pt x="1188759" y="365535"/>
                  <a:pt x="1159284" y="395009"/>
                  <a:pt x="1122922" y="395009"/>
                </a:cubicBezTo>
                <a:lnTo>
                  <a:pt x="990632" y="395009"/>
                </a:lnTo>
                <a:lnTo>
                  <a:pt x="693443" y="395009"/>
                </a:lnTo>
                <a:lnTo>
                  <a:pt x="65839" y="395009"/>
                </a:lnTo>
                <a:cubicBezTo>
                  <a:pt x="29478" y="395009"/>
                  <a:pt x="0" y="365535"/>
                  <a:pt x="0" y="329174"/>
                </a:cubicBezTo>
                <a:lnTo>
                  <a:pt x="0" y="329175"/>
                </a:lnTo>
                <a:lnTo>
                  <a:pt x="0" y="230423"/>
                </a:lnTo>
                <a:lnTo>
                  <a:pt x="0" y="65836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1AD22DFC-CFDC-4FE6-86DF-235EEA3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4195" y="1823165"/>
            <a:ext cx="1809871" cy="395010"/>
          </a:xfrm>
          <a:custGeom xmlns:a="http://schemas.openxmlformats.org/drawingml/2006/main">
            <a:pathLst>
              <a:path w="1809871" h="395010">
                <a:moveTo>
                  <a:pt x="0" y="65837"/>
                </a:moveTo>
                <a:cubicBezTo>
                  <a:pt x="0" y="29476"/>
                  <a:pt x="29476" y="0"/>
                  <a:pt x="65836" y="0"/>
                </a:cubicBezTo>
                <a:lnTo>
                  <a:pt x="693442" y="0"/>
                </a:lnTo>
                <a:lnTo>
                  <a:pt x="990631" y="0"/>
                </a:lnTo>
                <a:lnTo>
                  <a:pt x="1122920" y="0"/>
                </a:lnTo>
                <a:cubicBezTo>
                  <a:pt x="1159282" y="0"/>
                  <a:pt x="1188758" y="29476"/>
                  <a:pt x="1188758" y="65837"/>
                </a:cubicBezTo>
                <a:lnTo>
                  <a:pt x="1188758" y="230422"/>
                </a:lnTo>
                <a:lnTo>
                  <a:pt x="1809871" y="374644"/>
                </a:lnTo>
                <a:lnTo>
                  <a:pt x="1188758" y="329175"/>
                </a:lnTo>
                <a:lnTo>
                  <a:pt x="1188758" y="329173"/>
                </a:lnTo>
                <a:cubicBezTo>
                  <a:pt x="1188758" y="365534"/>
                  <a:pt x="1159282" y="395010"/>
                  <a:pt x="1122920" y="395010"/>
                </a:cubicBezTo>
                <a:lnTo>
                  <a:pt x="990631" y="395010"/>
                </a:lnTo>
                <a:lnTo>
                  <a:pt x="693442" y="395010"/>
                </a:lnTo>
                <a:lnTo>
                  <a:pt x="65836" y="395010"/>
                </a:lnTo>
                <a:cubicBezTo>
                  <a:pt x="29476" y="395010"/>
                  <a:pt x="0" y="365534"/>
                  <a:pt x="0" y="329173"/>
                </a:cubicBezTo>
                <a:lnTo>
                  <a:pt x="0" y="329175"/>
                </a:lnTo>
                <a:lnTo>
                  <a:pt x="0" y="230422"/>
                </a:ln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4B183"/>
            </a:solidFill>
            <a:prstDash val="solid"/>
          </a:ln>
        </p:spPr>
      </p:sp>
      <p:sp>
        <p:nvSpPr>
          <p:cNvPr id="7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4DD9F363-664F-496B-A687-EB84E76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6087" y="1782173"/>
            <a:ext cx="342836" cy="372652"/>
          </a:xfrm>
          <a:custGeom xmlns:a="http://schemas.openxmlformats.org/drawingml/2006/main">
            <a:pathLst>
              <a:path w="342836" h="372652">
                <a:moveTo>
                  <a:pt x="140867" y="101246"/>
                </a:moveTo>
                <a:lnTo>
                  <a:pt x="191784" y="0"/>
                </a:lnTo>
                <a:lnTo>
                  <a:pt x="241852" y="101246"/>
                </a:lnTo>
                <a:lnTo>
                  <a:pt x="140867" y="101246"/>
                </a:lnTo>
                <a:moveTo>
                  <a:pt x="113711" y="271406"/>
                </a:moveTo>
                <a:lnTo>
                  <a:pt x="164629" y="170160"/>
                </a:lnTo>
                <a:lnTo>
                  <a:pt x="214697" y="271406"/>
                </a:lnTo>
                <a:lnTo>
                  <a:pt x="113711" y="271406"/>
                </a:lnTo>
                <a:moveTo>
                  <a:pt x="241852" y="202490"/>
                </a:moveTo>
                <a:lnTo>
                  <a:pt x="292768" y="101246"/>
                </a:lnTo>
                <a:lnTo>
                  <a:pt x="342836" y="202490"/>
                </a:lnTo>
                <a:lnTo>
                  <a:pt x="241852" y="202490"/>
                </a:lnTo>
                <a:moveTo>
                  <a:pt x="0" y="372652"/>
                </a:moveTo>
                <a:lnTo>
                  <a:pt x="50917" y="271406"/>
                </a:lnTo>
                <a:lnTo>
                  <a:pt x="100984" y="372652"/>
                </a:lnTo>
                <a:lnTo>
                  <a:pt x="0" y="372652"/>
                </a:lnTo>
                <a:moveTo>
                  <a:pt x="0" y="170160"/>
                </a:moveTo>
                <a:lnTo>
                  <a:pt x="50917" y="68916"/>
                </a:lnTo>
                <a:lnTo>
                  <a:pt x="100984" y="170160"/>
                </a:lnTo>
                <a:lnTo>
                  <a:pt x="0" y="17016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5">
            <a:extLst xmlns:a="http://schemas.openxmlformats.org/drawingml/2006/main">
              <a:ext uri="{FF2B5EF4-FFF2-40B4-BE49-F238E27FC236}">
                <a16:creationId xmlns:a16="http://schemas.microsoft.com/office/drawing/2014/main" id="{D015F74C-E5EA-466F-B1E1-954FE512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6087" y="1782173"/>
            <a:ext cx="342838" cy="372651"/>
          </a:xfrm>
          <a:custGeom xmlns:a="http://schemas.openxmlformats.org/drawingml/2006/main">
            <a:pathLst>
              <a:path w="342838" h="372651">
                <a:moveTo>
                  <a:pt x="140869" y="101246"/>
                </a:moveTo>
                <a:lnTo>
                  <a:pt x="191786" y="0"/>
                </a:lnTo>
                <a:lnTo>
                  <a:pt x="241854" y="101246"/>
                </a:lnTo>
                <a:lnTo>
                  <a:pt x="140869" y="101246"/>
                </a:lnTo>
                <a:moveTo>
                  <a:pt x="113714" y="271406"/>
                </a:moveTo>
                <a:lnTo>
                  <a:pt x="164631" y="170161"/>
                </a:lnTo>
                <a:lnTo>
                  <a:pt x="214698" y="271406"/>
                </a:lnTo>
                <a:lnTo>
                  <a:pt x="113714" y="271406"/>
                </a:lnTo>
                <a:moveTo>
                  <a:pt x="241854" y="202491"/>
                </a:moveTo>
                <a:lnTo>
                  <a:pt x="292770" y="101246"/>
                </a:lnTo>
                <a:lnTo>
                  <a:pt x="342838" y="202491"/>
                </a:lnTo>
                <a:lnTo>
                  <a:pt x="241854" y="202491"/>
                </a:lnTo>
                <a:moveTo>
                  <a:pt x="0" y="372651"/>
                </a:moveTo>
                <a:lnTo>
                  <a:pt x="50917" y="271406"/>
                </a:lnTo>
                <a:lnTo>
                  <a:pt x="100985" y="372651"/>
                </a:lnTo>
                <a:lnTo>
                  <a:pt x="0" y="372651"/>
                </a:lnTo>
                <a:moveTo>
                  <a:pt x="0" y="170161"/>
                </a:moveTo>
                <a:lnTo>
                  <a:pt x="50917" y="68915"/>
                </a:lnTo>
                <a:lnTo>
                  <a:pt x="100985" y="170161"/>
                </a:lnTo>
                <a:lnTo>
                  <a:pt x="0" y="17016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4B183"/>
            </a:solidFill>
            <a:prstDash val="solid"/>
          </a:ln>
        </p:spPr>
      </p:sp>
      <p:sp>
        <p:nvSpPr>
          <p:cNvPr id="76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14EE76A-DE6A-47AD-9643-93A7EA80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2740" y="1927259"/>
            <a:ext cx="1067201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1d-cuboid-rough</a:t>
            </a:r>
          </a:p>
        </p:txBody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B16E99-93DC-40DD-A444-BA6A91F8F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6017dbc546cb"/>
          <a:srcRect xmlns:a="http://schemas.openxmlformats.org/drawingml/2006/main" l="0" t="218" r="0" b="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619" y="198717"/>
            <a:ext cx="3842035" cy="503079"/>
          </a:xfrm>
          <a:prstGeom xmlns:a="http://schemas.openxmlformats.org/drawingml/2006/main" prst="rect">
            <a:avLst/>
          </a:prstGeom>
        </p:spPr>
      </p:pic>
      <p:sp>
        <p:nvSpPr>
          <p:cNvPr id="78" name="conquer-source-component-8">
            <a:extLst xmlns:a="http://schemas.openxmlformats.org/drawingml/2006/main">
              <a:ext uri="{FF2B5EF4-FFF2-40B4-BE49-F238E27FC236}">
                <a16:creationId xmlns:a16="http://schemas.microsoft.com/office/drawing/2014/main" id="{0E717A19-EBF9-48B7-A141-9924FD5F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19" y="198717"/>
            <a:ext cx="3842035" cy="503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pdf-path-82">
            <a:extLst xmlns:a="http://schemas.openxmlformats.org/drawingml/2006/main">
              <a:ext uri="{FF2B5EF4-FFF2-40B4-BE49-F238E27FC236}">
                <a16:creationId xmlns:a16="http://schemas.microsoft.com/office/drawing/2014/main" id="{98069EC3-5102-42C2-A448-769321D0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41" y="299021"/>
            <a:ext cx="3577452" cy="305575"/>
          </a:xfrm>
          <a:custGeom xmlns:a="http://schemas.openxmlformats.org/drawingml/2006/main">
            <a:pathLst>
              <a:path w="3577452" h="305575">
                <a:moveTo>
                  <a:pt x="0" y="125668"/>
                </a:moveTo>
                <a:cubicBezTo>
                  <a:pt x="0" y="56264"/>
                  <a:pt x="56264" y="0"/>
                  <a:pt x="125669" y="0"/>
                </a:cubicBezTo>
                <a:lnTo>
                  <a:pt x="3451784" y="0"/>
                </a:lnTo>
                <a:cubicBezTo>
                  <a:pt x="3521190" y="0"/>
                  <a:pt x="3577452" y="56264"/>
                  <a:pt x="3577452" y="125668"/>
                </a:cubicBezTo>
                <a:lnTo>
                  <a:pt x="3577452" y="179905"/>
                </a:lnTo>
                <a:cubicBezTo>
                  <a:pt x="3577452" y="249311"/>
                  <a:pt x="3521190" y="305575"/>
                  <a:pt x="3451784" y="305575"/>
                </a:cubicBezTo>
                <a:lnTo>
                  <a:pt x="125669" y="305575"/>
                </a:lnTo>
                <a:cubicBezTo>
                  <a:pt x="56264" y="305575"/>
                  <a:pt x="0" y="249311"/>
                  <a:pt x="0" y="179905"/>
                </a:cubicBezTo>
                <a:lnTo>
                  <a:pt x="0" y="125668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83">
            <a:extLst xmlns:a="http://schemas.openxmlformats.org/drawingml/2006/main">
              <a:ext uri="{FF2B5EF4-FFF2-40B4-BE49-F238E27FC236}">
                <a16:creationId xmlns:a16="http://schemas.microsoft.com/office/drawing/2014/main" id="{3D1A12FE-1E3A-480F-BD9B-0D207193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841" y="299021"/>
            <a:ext cx="3577452" cy="305575"/>
          </a:xfrm>
          <a:custGeom xmlns:a="http://schemas.openxmlformats.org/drawingml/2006/main">
            <a:pathLst>
              <a:path w="3577452" h="305575">
                <a:moveTo>
                  <a:pt x="0" y="125669"/>
                </a:moveTo>
                <a:cubicBezTo>
                  <a:pt x="0" y="56264"/>
                  <a:pt x="56264" y="0"/>
                  <a:pt x="125669" y="0"/>
                </a:cubicBezTo>
                <a:lnTo>
                  <a:pt x="3451784" y="0"/>
                </a:lnTo>
                <a:cubicBezTo>
                  <a:pt x="3521188" y="0"/>
                  <a:pt x="3577452" y="56264"/>
                  <a:pt x="3577452" y="125669"/>
                </a:cubicBezTo>
                <a:lnTo>
                  <a:pt x="3577452" y="179906"/>
                </a:lnTo>
                <a:cubicBezTo>
                  <a:pt x="3577452" y="249311"/>
                  <a:pt x="3521188" y="305575"/>
                  <a:pt x="3451784" y="305575"/>
                </a:cubicBezTo>
                <a:lnTo>
                  <a:pt x="125669" y="305575"/>
                </a:lnTo>
                <a:cubicBezTo>
                  <a:pt x="56264" y="305575"/>
                  <a:pt x="0" y="249311"/>
                  <a:pt x="0" y="179906"/>
                </a:cubicBezTo>
                <a:lnTo>
                  <a:pt x="0" y="12566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81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4762C42B-B4E5-4611-A6EA-19B947A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44" y="304854"/>
            <a:ext cx="2473855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Multi-agent Task Stream</a:t>
            </a:r>
          </a:p>
        </p:txBody>
      </p:sp>
      <p:sp>
        <p:nvSpPr>
          <p:cNvPr id="82" name="pdf-path-87">
            <a:extLst xmlns:a="http://schemas.openxmlformats.org/drawingml/2006/main">
              <a:ext uri="{FF2B5EF4-FFF2-40B4-BE49-F238E27FC236}">
                <a16:creationId xmlns:a16="http://schemas.microsoft.com/office/drawing/2014/main" id="{817B5580-CF2E-43AB-9544-BA88BDB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384" y="1047127"/>
            <a:ext cx="653905" cy="768949"/>
          </a:xfrm>
          <a:custGeom xmlns:a="http://schemas.openxmlformats.org/drawingml/2006/main">
            <a:pathLst>
              <a:path w="653905" h="768949">
                <a:moveTo>
                  <a:pt x="105276" y="247694"/>
                </a:moveTo>
                <a:lnTo>
                  <a:pt x="107496" y="244129"/>
                </a:lnTo>
                <a:lnTo>
                  <a:pt x="109740" y="240590"/>
                </a:lnTo>
                <a:lnTo>
                  <a:pt x="112005" y="237080"/>
                </a:lnTo>
                <a:lnTo>
                  <a:pt x="114294" y="233597"/>
                </a:lnTo>
                <a:lnTo>
                  <a:pt x="116604" y="230143"/>
                </a:lnTo>
                <a:lnTo>
                  <a:pt x="118936" y="226716"/>
                </a:lnTo>
                <a:lnTo>
                  <a:pt x="121290" y="223318"/>
                </a:lnTo>
                <a:lnTo>
                  <a:pt x="123665" y="219947"/>
                </a:lnTo>
                <a:lnTo>
                  <a:pt x="126061" y="216606"/>
                </a:lnTo>
                <a:lnTo>
                  <a:pt x="128477" y="213293"/>
                </a:lnTo>
                <a:lnTo>
                  <a:pt x="130914" y="210008"/>
                </a:lnTo>
                <a:lnTo>
                  <a:pt x="133371" y="206752"/>
                </a:lnTo>
                <a:lnTo>
                  <a:pt x="134324" y="205511"/>
                </a:lnTo>
                <a:moveTo>
                  <a:pt x="144943" y="192134"/>
                </a:moveTo>
                <a:lnTo>
                  <a:pt x="145948" y="190909"/>
                </a:lnTo>
                <a:lnTo>
                  <a:pt x="148519" y="187829"/>
                </a:lnTo>
                <a:lnTo>
                  <a:pt x="151108" y="184778"/>
                </a:lnTo>
                <a:lnTo>
                  <a:pt x="153716" y="181757"/>
                </a:lnTo>
                <a:lnTo>
                  <a:pt x="156340" y="178766"/>
                </a:lnTo>
                <a:lnTo>
                  <a:pt x="158982" y="175804"/>
                </a:lnTo>
                <a:lnTo>
                  <a:pt x="161641" y="172873"/>
                </a:lnTo>
                <a:lnTo>
                  <a:pt x="164316" y="169972"/>
                </a:lnTo>
                <a:lnTo>
                  <a:pt x="167008" y="167102"/>
                </a:lnTo>
                <a:lnTo>
                  <a:pt x="169716" y="164261"/>
                </a:lnTo>
                <a:lnTo>
                  <a:pt x="172439" y="161452"/>
                </a:lnTo>
                <a:lnTo>
                  <a:pt x="175178" y="158673"/>
                </a:lnTo>
                <a:lnTo>
                  <a:pt x="177932" y="155925"/>
                </a:lnTo>
                <a:lnTo>
                  <a:pt x="179527" y="154360"/>
                </a:lnTo>
                <a:moveTo>
                  <a:pt x="191942" y="142631"/>
                </a:moveTo>
                <a:lnTo>
                  <a:pt x="194757" y="140092"/>
                </a:lnTo>
                <a:lnTo>
                  <a:pt x="197609" y="137563"/>
                </a:lnTo>
                <a:lnTo>
                  <a:pt x="200474" y="135066"/>
                </a:lnTo>
                <a:lnTo>
                  <a:pt x="203351" y="132601"/>
                </a:lnTo>
                <a:lnTo>
                  <a:pt x="206240" y="130169"/>
                </a:lnTo>
                <a:lnTo>
                  <a:pt x="209142" y="127768"/>
                </a:lnTo>
                <a:lnTo>
                  <a:pt x="212055" y="125399"/>
                </a:lnTo>
                <a:lnTo>
                  <a:pt x="214979" y="123063"/>
                </a:lnTo>
                <a:lnTo>
                  <a:pt x="217915" y="120760"/>
                </a:lnTo>
                <a:lnTo>
                  <a:pt x="220861" y="118489"/>
                </a:lnTo>
                <a:lnTo>
                  <a:pt x="223818" y="116251"/>
                </a:lnTo>
                <a:lnTo>
                  <a:pt x="226785" y="114046"/>
                </a:lnTo>
                <a:lnTo>
                  <a:pt x="229761" y="111874"/>
                </a:lnTo>
                <a:lnTo>
                  <a:pt x="231767" y="110438"/>
                </a:lnTo>
                <a:moveTo>
                  <a:pt x="245871" y="100807"/>
                </a:moveTo>
                <a:lnTo>
                  <a:pt x="247815" y="99542"/>
                </a:lnTo>
                <a:lnTo>
                  <a:pt x="250853" y="97604"/>
                </a:lnTo>
                <a:lnTo>
                  <a:pt x="253899" y="95701"/>
                </a:lnTo>
                <a:lnTo>
                  <a:pt x="256952" y="93831"/>
                </a:lnTo>
                <a:lnTo>
                  <a:pt x="260012" y="91996"/>
                </a:lnTo>
                <a:lnTo>
                  <a:pt x="263079" y="90195"/>
                </a:lnTo>
                <a:lnTo>
                  <a:pt x="266152" y="88429"/>
                </a:lnTo>
                <a:lnTo>
                  <a:pt x="269232" y="86697"/>
                </a:lnTo>
                <a:lnTo>
                  <a:pt x="272317" y="85000"/>
                </a:lnTo>
                <a:lnTo>
                  <a:pt x="275408" y="83338"/>
                </a:lnTo>
                <a:lnTo>
                  <a:pt x="278504" y="81711"/>
                </a:lnTo>
                <a:lnTo>
                  <a:pt x="281605" y="80118"/>
                </a:lnTo>
                <a:lnTo>
                  <a:pt x="284711" y="78561"/>
                </a:lnTo>
                <a:lnTo>
                  <a:pt x="287821" y="77040"/>
                </a:lnTo>
                <a:lnTo>
                  <a:pt x="290521" y="75751"/>
                </a:lnTo>
                <a:moveTo>
                  <a:pt x="306136" y="68835"/>
                </a:moveTo>
                <a:lnTo>
                  <a:pt x="306558" y="68659"/>
                </a:lnTo>
                <a:lnTo>
                  <a:pt x="309691" y="67388"/>
                </a:lnTo>
                <a:lnTo>
                  <a:pt x="312826" y="66153"/>
                </a:lnTo>
                <a:lnTo>
                  <a:pt x="315963" y="64955"/>
                </a:lnTo>
                <a:lnTo>
                  <a:pt x="319101" y="63793"/>
                </a:lnTo>
                <a:lnTo>
                  <a:pt x="322241" y="62668"/>
                </a:lnTo>
                <a:lnTo>
                  <a:pt x="325381" y="61580"/>
                </a:lnTo>
                <a:lnTo>
                  <a:pt x="328522" y="60528"/>
                </a:lnTo>
                <a:lnTo>
                  <a:pt x="331664" y="59514"/>
                </a:lnTo>
                <a:lnTo>
                  <a:pt x="334805" y="58537"/>
                </a:lnTo>
                <a:lnTo>
                  <a:pt x="337946" y="57597"/>
                </a:lnTo>
                <a:lnTo>
                  <a:pt x="341087" y="56694"/>
                </a:lnTo>
                <a:lnTo>
                  <a:pt x="344227" y="55829"/>
                </a:lnTo>
                <a:lnTo>
                  <a:pt x="347365" y="55002"/>
                </a:lnTo>
                <a:lnTo>
                  <a:pt x="350503" y="54212"/>
                </a:lnTo>
                <a:lnTo>
                  <a:pt x="353638" y="53460"/>
                </a:lnTo>
                <a:lnTo>
                  <a:pt x="354863" y="53181"/>
                </a:lnTo>
                <a:moveTo>
                  <a:pt x="371618" y="49882"/>
                </a:moveTo>
                <a:lnTo>
                  <a:pt x="372400" y="49752"/>
                </a:lnTo>
                <a:lnTo>
                  <a:pt x="375516" y="49268"/>
                </a:lnTo>
                <a:lnTo>
                  <a:pt x="378627" y="48824"/>
                </a:lnTo>
                <a:lnTo>
                  <a:pt x="381735" y="48418"/>
                </a:lnTo>
                <a:lnTo>
                  <a:pt x="384837" y="48052"/>
                </a:lnTo>
                <a:lnTo>
                  <a:pt x="387935" y="47725"/>
                </a:lnTo>
                <a:lnTo>
                  <a:pt x="391028" y="47437"/>
                </a:lnTo>
                <a:lnTo>
                  <a:pt x="394115" y="47188"/>
                </a:lnTo>
                <a:lnTo>
                  <a:pt x="397196" y="46980"/>
                </a:lnTo>
                <a:lnTo>
                  <a:pt x="400272" y="46810"/>
                </a:lnTo>
                <a:lnTo>
                  <a:pt x="403341" y="46681"/>
                </a:lnTo>
                <a:lnTo>
                  <a:pt x="406403" y="46591"/>
                </a:lnTo>
                <a:lnTo>
                  <a:pt x="409459" y="46542"/>
                </a:lnTo>
                <a:lnTo>
                  <a:pt x="412507" y="46533"/>
                </a:lnTo>
                <a:lnTo>
                  <a:pt x="415548" y="46564"/>
                </a:lnTo>
                <a:lnTo>
                  <a:pt x="418581" y="46635"/>
                </a:lnTo>
                <a:lnTo>
                  <a:pt x="421606" y="46747"/>
                </a:lnTo>
                <a:lnTo>
                  <a:pt x="422669" y="46801"/>
                </a:lnTo>
                <a:moveTo>
                  <a:pt x="439679" y="48293"/>
                </a:moveTo>
                <a:lnTo>
                  <a:pt x="442530" y="48677"/>
                </a:lnTo>
                <a:lnTo>
                  <a:pt x="445479" y="49118"/>
                </a:lnTo>
                <a:lnTo>
                  <a:pt x="448419" y="49600"/>
                </a:lnTo>
                <a:lnTo>
                  <a:pt x="451347" y="50124"/>
                </a:lnTo>
                <a:lnTo>
                  <a:pt x="454264" y="50690"/>
                </a:lnTo>
                <a:lnTo>
                  <a:pt x="457169" y="51298"/>
                </a:lnTo>
                <a:lnTo>
                  <a:pt x="460062" y="51948"/>
                </a:lnTo>
                <a:lnTo>
                  <a:pt x="462944" y="52640"/>
                </a:lnTo>
                <a:lnTo>
                  <a:pt x="465813" y="53375"/>
                </a:lnTo>
                <a:lnTo>
                  <a:pt x="468669" y="54152"/>
                </a:lnTo>
                <a:lnTo>
                  <a:pt x="471512" y="54972"/>
                </a:lnTo>
                <a:lnTo>
                  <a:pt x="474342" y="55834"/>
                </a:lnTo>
                <a:lnTo>
                  <a:pt x="477158" y="56739"/>
                </a:lnTo>
                <a:lnTo>
                  <a:pt x="479960" y="57687"/>
                </a:lnTo>
                <a:lnTo>
                  <a:pt x="482749" y="58679"/>
                </a:lnTo>
                <a:lnTo>
                  <a:pt x="485522" y="59713"/>
                </a:lnTo>
                <a:lnTo>
                  <a:pt x="488281" y="60791"/>
                </a:lnTo>
                <a:lnTo>
                  <a:pt x="489135" y="61140"/>
                </a:lnTo>
                <a:moveTo>
                  <a:pt x="504657" y="68252"/>
                </a:moveTo>
                <a:lnTo>
                  <a:pt x="507157" y="69559"/>
                </a:lnTo>
                <a:lnTo>
                  <a:pt x="509787" y="70988"/>
                </a:lnTo>
                <a:lnTo>
                  <a:pt x="512400" y="72461"/>
                </a:lnTo>
                <a:lnTo>
                  <a:pt x="514996" y="73979"/>
                </a:lnTo>
                <a:lnTo>
                  <a:pt x="517573" y="75542"/>
                </a:lnTo>
                <a:lnTo>
                  <a:pt x="520126" y="77144"/>
                </a:lnTo>
                <a:lnTo>
                  <a:pt x="522646" y="78783"/>
                </a:lnTo>
                <a:lnTo>
                  <a:pt x="525135" y="80458"/>
                </a:lnTo>
                <a:lnTo>
                  <a:pt x="527592" y="82168"/>
                </a:lnTo>
                <a:lnTo>
                  <a:pt x="530017" y="83914"/>
                </a:lnTo>
                <a:lnTo>
                  <a:pt x="532410" y="85694"/>
                </a:lnTo>
                <a:lnTo>
                  <a:pt x="534771" y="87509"/>
                </a:lnTo>
                <a:lnTo>
                  <a:pt x="537100" y="89357"/>
                </a:lnTo>
                <a:lnTo>
                  <a:pt x="539396" y="91240"/>
                </a:lnTo>
                <a:lnTo>
                  <a:pt x="541661" y="93156"/>
                </a:lnTo>
                <a:lnTo>
                  <a:pt x="543894" y="95106"/>
                </a:lnTo>
                <a:lnTo>
                  <a:pt x="546095" y="97088"/>
                </a:lnTo>
                <a:lnTo>
                  <a:pt x="546539" y="97501"/>
                </a:lnTo>
                <a:moveTo>
                  <a:pt x="558579" y="109608"/>
                </a:moveTo>
                <a:lnTo>
                  <a:pt x="558625" y="109657"/>
                </a:lnTo>
                <a:lnTo>
                  <a:pt x="560600" y="111862"/>
                </a:lnTo>
                <a:lnTo>
                  <a:pt x="562544" y="114096"/>
                </a:lnTo>
                <a:lnTo>
                  <a:pt x="564455" y="116361"/>
                </a:lnTo>
                <a:lnTo>
                  <a:pt x="566333" y="118656"/>
                </a:lnTo>
                <a:lnTo>
                  <a:pt x="568180" y="120980"/>
                </a:lnTo>
                <a:lnTo>
                  <a:pt x="569994" y="123333"/>
                </a:lnTo>
                <a:lnTo>
                  <a:pt x="571776" y="125715"/>
                </a:lnTo>
                <a:lnTo>
                  <a:pt x="573525" y="128125"/>
                </a:lnTo>
                <a:lnTo>
                  <a:pt x="575242" y="130564"/>
                </a:lnTo>
                <a:lnTo>
                  <a:pt x="576926" y="133031"/>
                </a:lnTo>
                <a:lnTo>
                  <a:pt x="578578" y="135525"/>
                </a:lnTo>
                <a:lnTo>
                  <a:pt x="580198" y="138047"/>
                </a:lnTo>
                <a:lnTo>
                  <a:pt x="581785" y="140596"/>
                </a:lnTo>
                <a:lnTo>
                  <a:pt x="583340" y="143171"/>
                </a:lnTo>
                <a:lnTo>
                  <a:pt x="584862" y="145772"/>
                </a:lnTo>
                <a:lnTo>
                  <a:pt x="586351" y="148400"/>
                </a:lnTo>
                <a:lnTo>
                  <a:pt x="587808" y="151053"/>
                </a:lnTo>
                <a:lnTo>
                  <a:pt x="587995" y="151406"/>
                </a:lnTo>
                <a:moveTo>
                  <a:pt x="595521" y="166734"/>
                </a:moveTo>
                <a:lnTo>
                  <a:pt x="595863" y="167496"/>
                </a:lnTo>
                <a:lnTo>
                  <a:pt x="597091" y="170321"/>
                </a:lnTo>
                <a:lnTo>
                  <a:pt x="598287" y="173168"/>
                </a:lnTo>
                <a:lnTo>
                  <a:pt x="599449" y="176039"/>
                </a:lnTo>
                <a:lnTo>
                  <a:pt x="600579" y="178932"/>
                </a:lnTo>
                <a:lnTo>
                  <a:pt x="601676" y="181848"/>
                </a:lnTo>
                <a:lnTo>
                  <a:pt x="602740" y="184785"/>
                </a:lnTo>
                <a:lnTo>
                  <a:pt x="603772" y="187744"/>
                </a:lnTo>
                <a:lnTo>
                  <a:pt x="604770" y="190725"/>
                </a:lnTo>
                <a:lnTo>
                  <a:pt x="605735" y="193726"/>
                </a:lnTo>
                <a:lnTo>
                  <a:pt x="606668" y="196748"/>
                </a:lnTo>
                <a:lnTo>
                  <a:pt x="607567" y="199791"/>
                </a:lnTo>
                <a:lnTo>
                  <a:pt x="608434" y="202854"/>
                </a:lnTo>
                <a:lnTo>
                  <a:pt x="609267" y="205936"/>
                </a:lnTo>
                <a:lnTo>
                  <a:pt x="610068" y="209038"/>
                </a:lnTo>
                <a:lnTo>
                  <a:pt x="610836" y="212159"/>
                </a:lnTo>
                <a:lnTo>
                  <a:pt x="611570" y="215298"/>
                </a:lnTo>
                <a:lnTo>
                  <a:pt x="611572" y="215308"/>
                </a:lnTo>
                <a:moveTo>
                  <a:pt x="614877" y="232063"/>
                </a:moveTo>
                <a:lnTo>
                  <a:pt x="615281" y="234514"/>
                </a:lnTo>
                <a:lnTo>
                  <a:pt x="615783" y="237777"/>
                </a:lnTo>
                <a:lnTo>
                  <a:pt x="616252" y="241056"/>
                </a:lnTo>
                <a:lnTo>
                  <a:pt x="616688" y="244351"/>
                </a:lnTo>
                <a:lnTo>
                  <a:pt x="617091" y="247661"/>
                </a:lnTo>
                <a:lnTo>
                  <a:pt x="617460" y="250987"/>
                </a:lnTo>
                <a:lnTo>
                  <a:pt x="617796" y="254328"/>
                </a:lnTo>
                <a:lnTo>
                  <a:pt x="618098" y="257684"/>
                </a:lnTo>
                <a:lnTo>
                  <a:pt x="618368" y="261054"/>
                </a:lnTo>
                <a:lnTo>
                  <a:pt x="618603" y="264438"/>
                </a:lnTo>
                <a:lnTo>
                  <a:pt x="618806" y="267836"/>
                </a:lnTo>
                <a:lnTo>
                  <a:pt x="618975" y="271248"/>
                </a:lnTo>
                <a:lnTo>
                  <a:pt x="619110" y="274672"/>
                </a:lnTo>
                <a:lnTo>
                  <a:pt x="619212" y="278110"/>
                </a:lnTo>
                <a:lnTo>
                  <a:pt x="619281" y="281560"/>
                </a:lnTo>
                <a:lnTo>
                  <a:pt x="619296" y="283060"/>
                </a:lnTo>
                <a:moveTo>
                  <a:pt x="619077" y="300136"/>
                </a:moveTo>
                <a:lnTo>
                  <a:pt x="618987" y="302506"/>
                </a:lnTo>
                <a:lnTo>
                  <a:pt x="618820" y="306035"/>
                </a:lnTo>
                <a:lnTo>
                  <a:pt x="618620" y="309574"/>
                </a:lnTo>
                <a:lnTo>
                  <a:pt x="618386" y="313123"/>
                </a:lnTo>
                <a:lnTo>
                  <a:pt x="618118" y="316681"/>
                </a:lnTo>
                <a:lnTo>
                  <a:pt x="617817" y="320248"/>
                </a:lnTo>
                <a:lnTo>
                  <a:pt x="617482" y="323824"/>
                </a:lnTo>
                <a:lnTo>
                  <a:pt x="617112" y="327409"/>
                </a:lnTo>
                <a:lnTo>
                  <a:pt x="616710" y="331002"/>
                </a:lnTo>
                <a:lnTo>
                  <a:pt x="616273" y="334602"/>
                </a:lnTo>
                <a:lnTo>
                  <a:pt x="615802" y="338210"/>
                </a:lnTo>
                <a:lnTo>
                  <a:pt x="615298" y="341825"/>
                </a:lnTo>
                <a:lnTo>
                  <a:pt x="614760" y="345447"/>
                </a:lnTo>
                <a:lnTo>
                  <a:pt x="614187" y="349076"/>
                </a:lnTo>
                <a:lnTo>
                  <a:pt x="613854" y="351073"/>
                </a:lnTo>
                <a:moveTo>
                  <a:pt x="610700" y="367858"/>
                </a:moveTo>
                <a:lnTo>
                  <a:pt x="610040" y="370968"/>
                </a:lnTo>
                <a:lnTo>
                  <a:pt x="609230" y="374634"/>
                </a:lnTo>
                <a:lnTo>
                  <a:pt x="608386" y="378304"/>
                </a:lnTo>
                <a:lnTo>
                  <a:pt x="607507" y="381978"/>
                </a:lnTo>
                <a:lnTo>
                  <a:pt x="606595" y="385655"/>
                </a:lnTo>
                <a:lnTo>
                  <a:pt x="605648" y="389335"/>
                </a:lnTo>
                <a:lnTo>
                  <a:pt x="604667" y="393018"/>
                </a:lnTo>
                <a:lnTo>
                  <a:pt x="603652" y="396704"/>
                </a:lnTo>
                <a:lnTo>
                  <a:pt x="602602" y="400391"/>
                </a:lnTo>
                <a:lnTo>
                  <a:pt x="601519" y="404081"/>
                </a:lnTo>
                <a:lnTo>
                  <a:pt x="600401" y="407772"/>
                </a:lnTo>
                <a:lnTo>
                  <a:pt x="599249" y="411464"/>
                </a:lnTo>
                <a:lnTo>
                  <a:pt x="598062" y="415158"/>
                </a:lnTo>
                <a:lnTo>
                  <a:pt x="597354" y="417300"/>
                </a:lnTo>
                <a:moveTo>
                  <a:pt x="591693" y="433413"/>
                </a:moveTo>
                <a:lnTo>
                  <a:pt x="591614" y="433627"/>
                </a:lnTo>
                <a:lnTo>
                  <a:pt x="590221" y="437319"/>
                </a:lnTo>
                <a:lnTo>
                  <a:pt x="588794" y="441010"/>
                </a:lnTo>
                <a:lnTo>
                  <a:pt x="587332" y="444700"/>
                </a:lnTo>
                <a:lnTo>
                  <a:pt x="585836" y="448387"/>
                </a:lnTo>
                <a:lnTo>
                  <a:pt x="584305" y="452072"/>
                </a:lnTo>
                <a:lnTo>
                  <a:pt x="582739" y="455755"/>
                </a:lnTo>
                <a:lnTo>
                  <a:pt x="581139" y="459435"/>
                </a:lnTo>
                <a:lnTo>
                  <a:pt x="579505" y="463112"/>
                </a:lnTo>
                <a:lnTo>
                  <a:pt x="577836" y="466785"/>
                </a:lnTo>
                <a:lnTo>
                  <a:pt x="576132" y="470455"/>
                </a:lnTo>
                <a:lnTo>
                  <a:pt x="574393" y="474120"/>
                </a:lnTo>
                <a:lnTo>
                  <a:pt x="572620" y="477781"/>
                </a:lnTo>
                <a:lnTo>
                  <a:pt x="571323" y="480404"/>
                </a:lnTo>
                <a:moveTo>
                  <a:pt x="563468" y="495570"/>
                </a:moveTo>
                <a:lnTo>
                  <a:pt x="563233" y="496009"/>
                </a:lnTo>
                <a:lnTo>
                  <a:pt x="561251" y="499637"/>
                </a:lnTo>
                <a:lnTo>
                  <a:pt x="559235" y="503258"/>
                </a:lnTo>
                <a:lnTo>
                  <a:pt x="557183" y="506873"/>
                </a:lnTo>
                <a:lnTo>
                  <a:pt x="555097" y="510480"/>
                </a:lnTo>
                <a:lnTo>
                  <a:pt x="552975" y="514080"/>
                </a:lnTo>
                <a:lnTo>
                  <a:pt x="550819" y="517671"/>
                </a:lnTo>
                <a:lnTo>
                  <a:pt x="548628" y="521255"/>
                </a:lnTo>
                <a:lnTo>
                  <a:pt x="546408" y="524821"/>
                </a:lnTo>
                <a:lnTo>
                  <a:pt x="544165" y="528359"/>
                </a:lnTo>
                <a:lnTo>
                  <a:pt x="541899" y="531869"/>
                </a:lnTo>
                <a:lnTo>
                  <a:pt x="539611" y="535352"/>
                </a:lnTo>
                <a:lnTo>
                  <a:pt x="537300" y="538807"/>
                </a:lnTo>
                <a:lnTo>
                  <a:pt x="536918" y="539369"/>
                </a:lnTo>
                <a:moveTo>
                  <a:pt x="527109" y="553350"/>
                </a:moveTo>
                <a:lnTo>
                  <a:pt x="525427" y="555657"/>
                </a:lnTo>
                <a:lnTo>
                  <a:pt x="522990" y="558941"/>
                </a:lnTo>
                <a:lnTo>
                  <a:pt x="520533" y="562197"/>
                </a:lnTo>
                <a:lnTo>
                  <a:pt x="518056" y="565424"/>
                </a:lnTo>
                <a:lnTo>
                  <a:pt x="515560" y="568622"/>
                </a:lnTo>
                <a:lnTo>
                  <a:pt x="513044" y="571790"/>
                </a:lnTo>
                <a:lnTo>
                  <a:pt x="510510" y="574930"/>
                </a:lnTo>
                <a:lnTo>
                  <a:pt x="507957" y="578040"/>
                </a:lnTo>
                <a:lnTo>
                  <a:pt x="505385" y="581120"/>
                </a:lnTo>
                <a:lnTo>
                  <a:pt x="502796" y="584171"/>
                </a:lnTo>
                <a:lnTo>
                  <a:pt x="500189" y="587192"/>
                </a:lnTo>
                <a:lnTo>
                  <a:pt x="497564" y="590184"/>
                </a:lnTo>
                <a:lnTo>
                  <a:pt x="494922" y="593145"/>
                </a:lnTo>
                <a:lnTo>
                  <a:pt x="494899" y="593170"/>
                </a:lnTo>
                <a:moveTo>
                  <a:pt x="483248" y="605658"/>
                </a:moveTo>
                <a:lnTo>
                  <a:pt x="481465" y="607497"/>
                </a:lnTo>
                <a:lnTo>
                  <a:pt x="478727" y="610276"/>
                </a:lnTo>
                <a:lnTo>
                  <a:pt x="475973" y="613024"/>
                </a:lnTo>
                <a:lnTo>
                  <a:pt x="473204" y="615741"/>
                </a:lnTo>
                <a:lnTo>
                  <a:pt x="470420" y="618427"/>
                </a:lnTo>
                <a:lnTo>
                  <a:pt x="467623" y="621082"/>
                </a:lnTo>
                <a:lnTo>
                  <a:pt x="464811" y="623705"/>
                </a:lnTo>
                <a:lnTo>
                  <a:pt x="461986" y="626297"/>
                </a:lnTo>
                <a:lnTo>
                  <a:pt x="459147" y="628857"/>
                </a:lnTo>
                <a:lnTo>
                  <a:pt x="456295" y="631386"/>
                </a:lnTo>
                <a:lnTo>
                  <a:pt x="453431" y="633883"/>
                </a:lnTo>
                <a:lnTo>
                  <a:pt x="450553" y="636348"/>
                </a:lnTo>
                <a:lnTo>
                  <a:pt x="447664" y="638781"/>
                </a:lnTo>
                <a:lnTo>
                  <a:pt x="445659" y="640440"/>
                </a:lnTo>
                <a:moveTo>
                  <a:pt x="432271" y="651044"/>
                </a:moveTo>
                <a:lnTo>
                  <a:pt x="430087" y="652698"/>
                </a:lnTo>
                <a:lnTo>
                  <a:pt x="427120" y="654903"/>
                </a:lnTo>
                <a:lnTo>
                  <a:pt x="424143" y="657075"/>
                </a:lnTo>
                <a:lnTo>
                  <a:pt x="421156" y="659214"/>
                </a:lnTo>
                <a:lnTo>
                  <a:pt x="418160" y="661320"/>
                </a:lnTo>
                <a:lnTo>
                  <a:pt x="415156" y="663392"/>
                </a:lnTo>
                <a:lnTo>
                  <a:pt x="412142" y="665431"/>
                </a:lnTo>
                <a:lnTo>
                  <a:pt x="409120" y="667436"/>
                </a:lnTo>
                <a:lnTo>
                  <a:pt x="406089" y="669407"/>
                </a:lnTo>
                <a:lnTo>
                  <a:pt x="403051" y="671345"/>
                </a:lnTo>
                <a:lnTo>
                  <a:pt x="400005" y="673249"/>
                </a:lnTo>
                <a:lnTo>
                  <a:pt x="396952" y="675118"/>
                </a:lnTo>
                <a:lnTo>
                  <a:pt x="393892" y="676953"/>
                </a:lnTo>
                <a:lnTo>
                  <a:pt x="390825" y="678754"/>
                </a:lnTo>
                <a:lnTo>
                  <a:pt x="389653" y="679428"/>
                </a:lnTo>
                <a:moveTo>
                  <a:pt x="374666" y="687616"/>
                </a:moveTo>
                <a:lnTo>
                  <a:pt x="372299" y="688831"/>
                </a:lnTo>
                <a:lnTo>
                  <a:pt x="369193" y="690388"/>
                </a:lnTo>
                <a:lnTo>
                  <a:pt x="366083" y="691909"/>
                </a:lnTo>
                <a:lnTo>
                  <a:pt x="362969" y="693396"/>
                </a:lnTo>
                <a:lnTo>
                  <a:pt x="359851" y="694846"/>
                </a:lnTo>
                <a:lnTo>
                  <a:pt x="356729" y="696261"/>
                </a:lnTo>
                <a:lnTo>
                  <a:pt x="353604" y="697640"/>
                </a:lnTo>
                <a:lnTo>
                  <a:pt x="350476" y="698983"/>
                </a:lnTo>
                <a:lnTo>
                  <a:pt x="347346" y="700291"/>
                </a:lnTo>
                <a:lnTo>
                  <a:pt x="344213" y="701562"/>
                </a:lnTo>
                <a:lnTo>
                  <a:pt x="341078" y="702796"/>
                </a:lnTo>
                <a:lnTo>
                  <a:pt x="337941" y="703994"/>
                </a:lnTo>
                <a:lnTo>
                  <a:pt x="334803" y="705156"/>
                </a:lnTo>
                <a:lnTo>
                  <a:pt x="331663" y="706281"/>
                </a:lnTo>
                <a:lnTo>
                  <a:pt x="328523" y="707369"/>
                </a:lnTo>
                <a:lnTo>
                  <a:pt x="327575" y="707687"/>
                </a:lnTo>
                <a:moveTo>
                  <a:pt x="311246" y="712688"/>
                </a:moveTo>
                <a:lnTo>
                  <a:pt x="309678" y="713120"/>
                </a:lnTo>
                <a:lnTo>
                  <a:pt x="306539" y="713947"/>
                </a:lnTo>
                <a:lnTo>
                  <a:pt x="303402" y="714737"/>
                </a:lnTo>
                <a:lnTo>
                  <a:pt x="300266" y="715489"/>
                </a:lnTo>
                <a:lnTo>
                  <a:pt x="297132" y="716203"/>
                </a:lnTo>
                <a:lnTo>
                  <a:pt x="294001" y="716878"/>
                </a:lnTo>
                <a:lnTo>
                  <a:pt x="290872" y="717516"/>
                </a:lnTo>
                <a:lnTo>
                  <a:pt x="287746" y="718115"/>
                </a:lnTo>
                <a:lnTo>
                  <a:pt x="284624" y="718675"/>
                </a:lnTo>
                <a:lnTo>
                  <a:pt x="281504" y="719198"/>
                </a:lnTo>
                <a:lnTo>
                  <a:pt x="278389" y="719681"/>
                </a:lnTo>
                <a:lnTo>
                  <a:pt x="275277" y="720125"/>
                </a:lnTo>
                <a:lnTo>
                  <a:pt x="272170" y="720531"/>
                </a:lnTo>
                <a:lnTo>
                  <a:pt x="269067" y="720897"/>
                </a:lnTo>
                <a:lnTo>
                  <a:pt x="265969" y="721224"/>
                </a:lnTo>
                <a:lnTo>
                  <a:pt x="262876" y="721512"/>
                </a:lnTo>
                <a:lnTo>
                  <a:pt x="260879" y="721673"/>
                </a:lnTo>
                <a:moveTo>
                  <a:pt x="243819" y="722409"/>
                </a:moveTo>
                <a:lnTo>
                  <a:pt x="241397" y="722416"/>
                </a:lnTo>
                <a:lnTo>
                  <a:pt x="238356" y="722385"/>
                </a:lnTo>
                <a:lnTo>
                  <a:pt x="235323" y="722314"/>
                </a:lnTo>
                <a:lnTo>
                  <a:pt x="232299" y="722202"/>
                </a:lnTo>
                <a:lnTo>
                  <a:pt x="229282" y="722049"/>
                </a:lnTo>
                <a:lnTo>
                  <a:pt x="226274" y="721856"/>
                </a:lnTo>
                <a:lnTo>
                  <a:pt x="223275" y="721621"/>
                </a:lnTo>
                <a:lnTo>
                  <a:pt x="220285" y="721346"/>
                </a:lnTo>
                <a:lnTo>
                  <a:pt x="217305" y="721029"/>
                </a:lnTo>
                <a:lnTo>
                  <a:pt x="214335" y="720671"/>
                </a:lnTo>
                <a:lnTo>
                  <a:pt x="211375" y="720272"/>
                </a:lnTo>
                <a:lnTo>
                  <a:pt x="208425" y="719832"/>
                </a:lnTo>
                <a:lnTo>
                  <a:pt x="205486" y="719349"/>
                </a:lnTo>
                <a:lnTo>
                  <a:pt x="202558" y="718825"/>
                </a:lnTo>
                <a:lnTo>
                  <a:pt x="199641" y="718259"/>
                </a:lnTo>
                <a:lnTo>
                  <a:pt x="196735" y="717651"/>
                </a:lnTo>
                <a:lnTo>
                  <a:pt x="193842" y="717001"/>
                </a:lnTo>
                <a:lnTo>
                  <a:pt x="193011" y="716802"/>
                </a:lnTo>
                <a:moveTo>
                  <a:pt x="176582" y="712154"/>
                </a:moveTo>
                <a:lnTo>
                  <a:pt x="173944" y="711262"/>
                </a:lnTo>
                <a:lnTo>
                  <a:pt x="171156" y="710270"/>
                </a:lnTo>
                <a:lnTo>
                  <a:pt x="168382" y="709236"/>
                </a:lnTo>
                <a:lnTo>
                  <a:pt x="165623" y="708158"/>
                </a:lnTo>
                <a:lnTo>
                  <a:pt x="162879" y="707037"/>
                </a:lnTo>
                <a:lnTo>
                  <a:pt x="160150" y="705872"/>
                </a:lnTo>
                <a:lnTo>
                  <a:pt x="157438" y="704663"/>
                </a:lnTo>
                <a:lnTo>
                  <a:pt x="154740" y="703411"/>
                </a:lnTo>
                <a:lnTo>
                  <a:pt x="152060" y="702115"/>
                </a:lnTo>
                <a:lnTo>
                  <a:pt x="149395" y="700774"/>
                </a:lnTo>
                <a:lnTo>
                  <a:pt x="146748" y="699390"/>
                </a:lnTo>
                <a:lnTo>
                  <a:pt x="144117" y="697961"/>
                </a:lnTo>
                <a:lnTo>
                  <a:pt x="141504" y="696488"/>
                </a:lnTo>
                <a:lnTo>
                  <a:pt x="138909" y="694970"/>
                </a:lnTo>
                <a:lnTo>
                  <a:pt x="136331" y="693407"/>
                </a:lnTo>
                <a:lnTo>
                  <a:pt x="133779" y="691805"/>
                </a:lnTo>
                <a:lnTo>
                  <a:pt x="131258" y="690166"/>
                </a:lnTo>
                <a:lnTo>
                  <a:pt x="130664" y="689766"/>
                </a:lnTo>
                <a:moveTo>
                  <a:pt x="116898" y="679665"/>
                </a:moveTo>
                <a:lnTo>
                  <a:pt x="116805" y="679592"/>
                </a:lnTo>
                <a:lnTo>
                  <a:pt x="114508" y="677709"/>
                </a:lnTo>
                <a:lnTo>
                  <a:pt x="112243" y="675793"/>
                </a:lnTo>
                <a:lnTo>
                  <a:pt x="110010" y="673843"/>
                </a:lnTo>
                <a:lnTo>
                  <a:pt x="107809" y="671861"/>
                </a:lnTo>
                <a:lnTo>
                  <a:pt x="105641" y="669845"/>
                </a:lnTo>
                <a:lnTo>
                  <a:pt x="103504" y="667798"/>
                </a:lnTo>
                <a:lnTo>
                  <a:pt x="101400" y="665719"/>
                </a:lnTo>
                <a:lnTo>
                  <a:pt x="99327" y="663608"/>
                </a:lnTo>
                <a:lnTo>
                  <a:pt x="97287" y="661465"/>
                </a:lnTo>
                <a:lnTo>
                  <a:pt x="95280" y="659292"/>
                </a:lnTo>
                <a:lnTo>
                  <a:pt x="93304" y="657087"/>
                </a:lnTo>
                <a:lnTo>
                  <a:pt x="91361" y="654853"/>
                </a:lnTo>
                <a:lnTo>
                  <a:pt x="89450" y="652588"/>
                </a:lnTo>
                <a:lnTo>
                  <a:pt x="87571" y="650293"/>
                </a:lnTo>
                <a:lnTo>
                  <a:pt x="85724" y="647969"/>
                </a:lnTo>
                <a:lnTo>
                  <a:pt x="83910" y="645616"/>
                </a:lnTo>
                <a:lnTo>
                  <a:pt x="82129" y="643234"/>
                </a:lnTo>
                <a:lnTo>
                  <a:pt x="81694" y="642635"/>
                </a:lnTo>
                <a:moveTo>
                  <a:pt x="72183" y="628455"/>
                </a:moveTo>
                <a:lnTo>
                  <a:pt x="72119" y="628353"/>
                </a:lnTo>
                <a:lnTo>
                  <a:pt x="70565" y="625778"/>
                </a:lnTo>
                <a:lnTo>
                  <a:pt x="69043" y="623177"/>
                </a:lnTo>
                <a:lnTo>
                  <a:pt x="67553" y="620549"/>
                </a:lnTo>
                <a:lnTo>
                  <a:pt x="66097" y="617896"/>
                </a:lnTo>
                <a:lnTo>
                  <a:pt x="64672" y="615217"/>
                </a:lnTo>
                <a:lnTo>
                  <a:pt x="63281" y="612513"/>
                </a:lnTo>
                <a:lnTo>
                  <a:pt x="61922" y="609784"/>
                </a:lnTo>
                <a:lnTo>
                  <a:pt x="60596" y="607031"/>
                </a:lnTo>
                <a:lnTo>
                  <a:pt x="59302" y="604254"/>
                </a:lnTo>
                <a:lnTo>
                  <a:pt x="58041" y="601453"/>
                </a:lnTo>
                <a:lnTo>
                  <a:pt x="56813" y="598628"/>
                </a:lnTo>
                <a:lnTo>
                  <a:pt x="55618" y="595781"/>
                </a:lnTo>
                <a:lnTo>
                  <a:pt x="54455" y="592910"/>
                </a:lnTo>
                <a:lnTo>
                  <a:pt x="53325" y="590017"/>
                </a:lnTo>
                <a:lnTo>
                  <a:pt x="52228" y="587101"/>
                </a:lnTo>
                <a:lnTo>
                  <a:pt x="51164" y="584164"/>
                </a:lnTo>
                <a:lnTo>
                  <a:pt x="50465" y="582157"/>
                </a:lnTo>
                <a:moveTo>
                  <a:pt x="45403" y="565847"/>
                </a:moveTo>
                <a:lnTo>
                  <a:pt x="44637" y="563013"/>
                </a:lnTo>
                <a:lnTo>
                  <a:pt x="43836" y="559911"/>
                </a:lnTo>
                <a:lnTo>
                  <a:pt x="43069" y="556790"/>
                </a:lnTo>
                <a:lnTo>
                  <a:pt x="42335" y="553651"/>
                </a:lnTo>
                <a:lnTo>
                  <a:pt x="41633" y="550492"/>
                </a:lnTo>
                <a:lnTo>
                  <a:pt x="40965" y="547316"/>
                </a:lnTo>
                <a:lnTo>
                  <a:pt x="40330" y="544122"/>
                </a:lnTo>
                <a:lnTo>
                  <a:pt x="39728" y="540910"/>
                </a:lnTo>
                <a:lnTo>
                  <a:pt x="39159" y="537681"/>
                </a:lnTo>
                <a:lnTo>
                  <a:pt x="38624" y="534435"/>
                </a:lnTo>
                <a:lnTo>
                  <a:pt x="38121" y="531172"/>
                </a:lnTo>
                <a:lnTo>
                  <a:pt x="37652" y="527893"/>
                </a:lnTo>
                <a:lnTo>
                  <a:pt x="37216" y="524598"/>
                </a:lnTo>
                <a:lnTo>
                  <a:pt x="36814" y="521288"/>
                </a:lnTo>
                <a:lnTo>
                  <a:pt x="36445" y="517962"/>
                </a:lnTo>
                <a:lnTo>
                  <a:pt x="36198" y="515505"/>
                </a:lnTo>
                <a:moveTo>
                  <a:pt x="34968" y="498472"/>
                </a:moveTo>
                <a:lnTo>
                  <a:pt x="34930" y="497701"/>
                </a:lnTo>
                <a:lnTo>
                  <a:pt x="34794" y="494277"/>
                </a:lnTo>
                <a:lnTo>
                  <a:pt x="34692" y="490839"/>
                </a:lnTo>
                <a:lnTo>
                  <a:pt x="34624" y="487389"/>
                </a:lnTo>
                <a:lnTo>
                  <a:pt x="34589" y="483927"/>
                </a:lnTo>
                <a:lnTo>
                  <a:pt x="34587" y="480452"/>
                </a:lnTo>
                <a:lnTo>
                  <a:pt x="34620" y="476967"/>
                </a:lnTo>
                <a:lnTo>
                  <a:pt x="34685" y="473470"/>
                </a:lnTo>
                <a:lnTo>
                  <a:pt x="34785" y="469962"/>
                </a:lnTo>
                <a:lnTo>
                  <a:pt x="34918" y="466443"/>
                </a:lnTo>
                <a:lnTo>
                  <a:pt x="35084" y="462914"/>
                </a:lnTo>
                <a:lnTo>
                  <a:pt x="35285" y="459375"/>
                </a:lnTo>
                <a:lnTo>
                  <a:pt x="35519" y="455826"/>
                </a:lnTo>
                <a:lnTo>
                  <a:pt x="35786" y="452268"/>
                </a:lnTo>
                <a:lnTo>
                  <a:pt x="36088" y="448701"/>
                </a:lnTo>
                <a:lnTo>
                  <a:pt x="36220" y="447289"/>
                </a:lnTo>
                <a:moveTo>
                  <a:pt x="38161" y="430321"/>
                </a:moveTo>
                <a:lnTo>
                  <a:pt x="38607" y="427124"/>
                </a:lnTo>
                <a:lnTo>
                  <a:pt x="39145" y="423502"/>
                </a:lnTo>
                <a:lnTo>
                  <a:pt x="39717" y="419873"/>
                </a:lnTo>
                <a:lnTo>
                  <a:pt x="40323" y="416238"/>
                </a:lnTo>
                <a:lnTo>
                  <a:pt x="40964" y="412597"/>
                </a:lnTo>
                <a:lnTo>
                  <a:pt x="41638" y="408951"/>
                </a:lnTo>
                <a:lnTo>
                  <a:pt x="42346" y="405299"/>
                </a:lnTo>
                <a:lnTo>
                  <a:pt x="43088" y="401642"/>
                </a:lnTo>
                <a:lnTo>
                  <a:pt x="43864" y="397981"/>
                </a:lnTo>
                <a:lnTo>
                  <a:pt x="44674" y="394315"/>
                </a:lnTo>
                <a:lnTo>
                  <a:pt x="45519" y="390645"/>
                </a:lnTo>
                <a:lnTo>
                  <a:pt x="46397" y="386971"/>
                </a:lnTo>
                <a:lnTo>
                  <a:pt x="47310" y="383294"/>
                </a:lnTo>
                <a:lnTo>
                  <a:pt x="48134" y="380093"/>
                </a:lnTo>
                <a:moveTo>
                  <a:pt x="52755" y="363651"/>
                </a:moveTo>
                <a:lnTo>
                  <a:pt x="53504" y="361177"/>
                </a:lnTo>
                <a:lnTo>
                  <a:pt x="54656" y="357485"/>
                </a:lnTo>
                <a:lnTo>
                  <a:pt x="55843" y="353791"/>
                </a:lnTo>
                <a:lnTo>
                  <a:pt x="57063" y="350098"/>
                </a:lnTo>
                <a:lnTo>
                  <a:pt x="58319" y="346403"/>
                </a:lnTo>
                <a:lnTo>
                  <a:pt x="59608" y="342709"/>
                </a:lnTo>
                <a:lnTo>
                  <a:pt x="60932" y="339015"/>
                </a:lnTo>
                <a:lnTo>
                  <a:pt x="62291" y="335322"/>
                </a:lnTo>
                <a:lnTo>
                  <a:pt x="63684" y="331630"/>
                </a:lnTo>
                <a:lnTo>
                  <a:pt x="65111" y="327939"/>
                </a:lnTo>
                <a:lnTo>
                  <a:pt x="66573" y="324249"/>
                </a:lnTo>
                <a:lnTo>
                  <a:pt x="68069" y="320562"/>
                </a:lnTo>
                <a:lnTo>
                  <a:pt x="69600" y="316877"/>
                </a:lnTo>
                <a:lnTo>
                  <a:pt x="70187" y="315495"/>
                </a:lnTo>
                <a:moveTo>
                  <a:pt x="77125" y="299889"/>
                </a:moveTo>
                <a:lnTo>
                  <a:pt x="77773" y="298494"/>
                </a:lnTo>
                <a:lnTo>
                  <a:pt x="79511" y="294829"/>
                </a:lnTo>
                <a:lnTo>
                  <a:pt x="81285" y="291168"/>
                </a:lnTo>
                <a:lnTo>
                  <a:pt x="83092" y="287512"/>
                </a:lnTo>
                <a:lnTo>
                  <a:pt x="84935" y="283861"/>
                </a:lnTo>
                <a:lnTo>
                  <a:pt x="86812" y="280215"/>
                </a:lnTo>
                <a:lnTo>
                  <a:pt x="88725" y="276574"/>
                </a:lnTo>
                <a:lnTo>
                  <a:pt x="90671" y="272940"/>
                </a:lnTo>
                <a:lnTo>
                  <a:pt x="92653" y="269312"/>
                </a:lnTo>
                <a:lnTo>
                  <a:pt x="94670" y="265691"/>
                </a:lnTo>
                <a:lnTo>
                  <a:pt x="96721" y="262076"/>
                </a:lnTo>
                <a:lnTo>
                  <a:pt x="98808" y="258469"/>
                </a:lnTo>
                <a:lnTo>
                  <a:pt x="100929" y="254870"/>
                </a:lnTo>
                <a:lnTo>
                  <a:pt x="101080" y="254618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4472C4"/>
            </a:solidFill>
            <a:prstDash val="solid"/>
          </a:ln>
        </p:spPr>
      </p:sp>
      <p:sp>
        <p:nvSpPr>
          <p:cNvPr id="83" name="pdf-path-88">
            <a:extLst xmlns:a="http://schemas.openxmlformats.org/drawingml/2006/main">
              <a:ext uri="{FF2B5EF4-FFF2-40B4-BE49-F238E27FC236}">
                <a16:creationId xmlns:a16="http://schemas.microsoft.com/office/drawing/2014/main" id="{CF701E3C-369F-4AB0-B016-655D7D3F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9865" y="1714837"/>
            <a:ext cx="690186" cy="539289"/>
          </a:xfrm>
          <a:custGeom xmlns:a="http://schemas.openxmlformats.org/drawingml/2006/main">
            <a:pathLst>
              <a:path w="690186" h="539289">
                <a:moveTo>
                  <a:pt x="331841" y="9503"/>
                </a:moveTo>
                <a:lnTo>
                  <a:pt x="335921" y="9314"/>
                </a:lnTo>
                <a:lnTo>
                  <a:pt x="339992" y="9162"/>
                </a:lnTo>
                <a:lnTo>
                  <a:pt x="344052" y="9048"/>
                </a:lnTo>
                <a:lnTo>
                  <a:pt x="348103" y="8971"/>
                </a:lnTo>
                <a:lnTo>
                  <a:pt x="352142" y="8931"/>
                </a:lnTo>
                <a:lnTo>
                  <a:pt x="356171" y="8928"/>
                </a:lnTo>
                <a:lnTo>
                  <a:pt x="360189" y="8962"/>
                </a:lnTo>
                <a:lnTo>
                  <a:pt x="364196" y="9032"/>
                </a:lnTo>
                <a:lnTo>
                  <a:pt x="368191" y="9138"/>
                </a:lnTo>
                <a:lnTo>
                  <a:pt x="372174" y="9280"/>
                </a:lnTo>
                <a:lnTo>
                  <a:pt x="376145" y="9458"/>
                </a:lnTo>
                <a:lnTo>
                  <a:pt x="380103" y="9672"/>
                </a:lnTo>
                <a:lnTo>
                  <a:pt x="383050" y="9858"/>
                </a:lnTo>
                <a:moveTo>
                  <a:pt x="400067" y="11310"/>
                </a:moveTo>
                <a:lnTo>
                  <a:pt x="403575" y="11693"/>
                </a:lnTo>
                <a:lnTo>
                  <a:pt x="407438" y="12151"/>
                </a:lnTo>
                <a:lnTo>
                  <a:pt x="411287" y="12643"/>
                </a:lnTo>
                <a:lnTo>
                  <a:pt x="415120" y="13169"/>
                </a:lnTo>
                <a:lnTo>
                  <a:pt x="418938" y="13729"/>
                </a:lnTo>
                <a:lnTo>
                  <a:pt x="422741" y="14323"/>
                </a:lnTo>
                <a:lnTo>
                  <a:pt x="426527" y="14949"/>
                </a:lnTo>
                <a:lnTo>
                  <a:pt x="430298" y="15609"/>
                </a:lnTo>
                <a:lnTo>
                  <a:pt x="434052" y="16302"/>
                </a:lnTo>
                <a:lnTo>
                  <a:pt x="437789" y="17027"/>
                </a:lnTo>
                <a:lnTo>
                  <a:pt x="441509" y="17785"/>
                </a:lnTo>
                <a:lnTo>
                  <a:pt x="445212" y="18576"/>
                </a:lnTo>
                <a:lnTo>
                  <a:pt x="448898" y="19398"/>
                </a:lnTo>
                <a:lnTo>
                  <a:pt x="450567" y="19787"/>
                </a:lnTo>
                <a:moveTo>
                  <a:pt x="467117" y="24005"/>
                </a:moveTo>
                <a:lnTo>
                  <a:pt x="470627" y="24998"/>
                </a:lnTo>
                <a:lnTo>
                  <a:pt x="474182" y="26041"/>
                </a:lnTo>
                <a:lnTo>
                  <a:pt x="477717" y="27114"/>
                </a:lnTo>
                <a:lnTo>
                  <a:pt x="481232" y="28217"/>
                </a:lnTo>
                <a:lnTo>
                  <a:pt x="484726" y="29350"/>
                </a:lnTo>
                <a:lnTo>
                  <a:pt x="488200" y="30514"/>
                </a:lnTo>
                <a:lnTo>
                  <a:pt x="491654" y="31707"/>
                </a:lnTo>
                <a:lnTo>
                  <a:pt x="495085" y="32931"/>
                </a:lnTo>
                <a:lnTo>
                  <a:pt x="498496" y="34183"/>
                </a:lnTo>
                <a:lnTo>
                  <a:pt x="501884" y="35465"/>
                </a:lnTo>
                <a:lnTo>
                  <a:pt x="505251" y="36776"/>
                </a:lnTo>
                <a:lnTo>
                  <a:pt x="508595" y="38115"/>
                </a:lnTo>
                <a:lnTo>
                  <a:pt x="511917" y="39484"/>
                </a:lnTo>
                <a:lnTo>
                  <a:pt x="515216" y="40880"/>
                </a:lnTo>
                <a:lnTo>
                  <a:pt x="515425" y="40971"/>
                </a:lnTo>
                <a:moveTo>
                  <a:pt x="530950" y="48088"/>
                </a:moveTo>
                <a:lnTo>
                  <a:pt x="531356" y="48285"/>
                </a:lnTo>
                <a:lnTo>
                  <a:pt x="534512" y="49848"/>
                </a:lnTo>
                <a:lnTo>
                  <a:pt x="537643" y="51439"/>
                </a:lnTo>
                <a:lnTo>
                  <a:pt x="540748" y="53056"/>
                </a:lnTo>
                <a:lnTo>
                  <a:pt x="543828" y="54701"/>
                </a:lnTo>
                <a:lnTo>
                  <a:pt x="546883" y="56371"/>
                </a:lnTo>
                <a:lnTo>
                  <a:pt x="549911" y="58068"/>
                </a:lnTo>
                <a:lnTo>
                  <a:pt x="552914" y="59792"/>
                </a:lnTo>
                <a:lnTo>
                  <a:pt x="555889" y="61541"/>
                </a:lnTo>
                <a:lnTo>
                  <a:pt x="558838" y="63316"/>
                </a:lnTo>
                <a:lnTo>
                  <a:pt x="561760" y="65116"/>
                </a:lnTo>
                <a:lnTo>
                  <a:pt x="564654" y="66942"/>
                </a:lnTo>
                <a:lnTo>
                  <a:pt x="567521" y="68793"/>
                </a:lnTo>
                <a:lnTo>
                  <a:pt x="570360" y="70669"/>
                </a:lnTo>
                <a:lnTo>
                  <a:pt x="573170" y="72570"/>
                </a:lnTo>
                <a:lnTo>
                  <a:pt x="575136" y="73931"/>
                </a:lnTo>
                <a:moveTo>
                  <a:pt x="588883" y="84064"/>
                </a:moveTo>
                <a:lnTo>
                  <a:pt x="589425" y="84484"/>
                </a:lnTo>
                <a:lnTo>
                  <a:pt x="592030" y="86553"/>
                </a:lnTo>
                <a:lnTo>
                  <a:pt x="594605" y="88645"/>
                </a:lnTo>
                <a:lnTo>
                  <a:pt x="597148" y="90760"/>
                </a:lnTo>
                <a:lnTo>
                  <a:pt x="599661" y="92898"/>
                </a:lnTo>
                <a:lnTo>
                  <a:pt x="602143" y="95058"/>
                </a:lnTo>
                <a:lnTo>
                  <a:pt x="604593" y="97241"/>
                </a:lnTo>
                <a:lnTo>
                  <a:pt x="607011" y="99446"/>
                </a:lnTo>
                <a:lnTo>
                  <a:pt x="609397" y="101673"/>
                </a:lnTo>
                <a:lnTo>
                  <a:pt x="611750" y="103922"/>
                </a:lnTo>
                <a:lnTo>
                  <a:pt x="614071" y="106193"/>
                </a:lnTo>
                <a:lnTo>
                  <a:pt x="616358" y="108485"/>
                </a:lnTo>
                <a:lnTo>
                  <a:pt x="618613" y="110799"/>
                </a:lnTo>
                <a:lnTo>
                  <a:pt x="620834" y="113133"/>
                </a:lnTo>
                <a:lnTo>
                  <a:pt x="623021" y="115489"/>
                </a:lnTo>
                <a:lnTo>
                  <a:pt x="625174" y="117865"/>
                </a:lnTo>
                <a:lnTo>
                  <a:pt x="626220" y="119049"/>
                </a:lnTo>
                <a:moveTo>
                  <a:pt x="637099" y="132212"/>
                </a:moveTo>
                <a:lnTo>
                  <a:pt x="637358" y="132545"/>
                </a:lnTo>
                <a:lnTo>
                  <a:pt x="639264" y="135061"/>
                </a:lnTo>
                <a:lnTo>
                  <a:pt x="641134" y="137595"/>
                </a:lnTo>
                <a:lnTo>
                  <a:pt x="642967" y="140149"/>
                </a:lnTo>
                <a:lnTo>
                  <a:pt x="644763" y="142721"/>
                </a:lnTo>
                <a:lnTo>
                  <a:pt x="646522" y="145312"/>
                </a:lnTo>
                <a:lnTo>
                  <a:pt x="648244" y="147921"/>
                </a:lnTo>
                <a:lnTo>
                  <a:pt x="649927" y="150549"/>
                </a:lnTo>
                <a:lnTo>
                  <a:pt x="651573" y="153194"/>
                </a:lnTo>
                <a:lnTo>
                  <a:pt x="653180" y="155857"/>
                </a:lnTo>
                <a:lnTo>
                  <a:pt x="654749" y="158538"/>
                </a:lnTo>
                <a:lnTo>
                  <a:pt x="656278" y="161236"/>
                </a:lnTo>
                <a:lnTo>
                  <a:pt x="657769" y="163951"/>
                </a:lnTo>
                <a:lnTo>
                  <a:pt x="659220" y="166684"/>
                </a:lnTo>
                <a:lnTo>
                  <a:pt x="660631" y="169433"/>
                </a:lnTo>
                <a:lnTo>
                  <a:pt x="662002" y="172198"/>
                </a:lnTo>
                <a:lnTo>
                  <a:pt x="663333" y="174980"/>
                </a:lnTo>
                <a:lnTo>
                  <a:pt x="663738" y="175859"/>
                </a:lnTo>
                <a:moveTo>
                  <a:pt x="670310" y="191619"/>
                </a:moveTo>
                <a:lnTo>
                  <a:pt x="670457" y="192007"/>
                </a:lnTo>
                <a:lnTo>
                  <a:pt x="671497" y="194898"/>
                </a:lnTo>
                <a:lnTo>
                  <a:pt x="672496" y="197805"/>
                </a:lnTo>
                <a:lnTo>
                  <a:pt x="673451" y="200726"/>
                </a:lnTo>
                <a:lnTo>
                  <a:pt x="674364" y="203661"/>
                </a:lnTo>
                <a:lnTo>
                  <a:pt x="675233" y="206611"/>
                </a:lnTo>
                <a:lnTo>
                  <a:pt x="676058" y="209575"/>
                </a:lnTo>
                <a:lnTo>
                  <a:pt x="676839" y="212552"/>
                </a:lnTo>
                <a:lnTo>
                  <a:pt x="677576" y="215544"/>
                </a:lnTo>
                <a:lnTo>
                  <a:pt x="678269" y="218549"/>
                </a:lnTo>
                <a:lnTo>
                  <a:pt x="678916" y="221567"/>
                </a:lnTo>
                <a:lnTo>
                  <a:pt x="679519" y="224598"/>
                </a:lnTo>
                <a:lnTo>
                  <a:pt x="680076" y="227642"/>
                </a:lnTo>
                <a:lnTo>
                  <a:pt x="680588" y="230699"/>
                </a:lnTo>
                <a:lnTo>
                  <a:pt x="681054" y="233769"/>
                </a:lnTo>
                <a:lnTo>
                  <a:pt x="681473" y="236851"/>
                </a:lnTo>
                <a:lnTo>
                  <a:pt x="681846" y="239945"/>
                </a:lnTo>
                <a:lnTo>
                  <a:pt x="681996" y="241371"/>
                </a:lnTo>
                <a:moveTo>
                  <a:pt x="683082" y="258411"/>
                </a:moveTo>
                <a:lnTo>
                  <a:pt x="683091" y="258717"/>
                </a:lnTo>
                <a:lnTo>
                  <a:pt x="683130" y="261847"/>
                </a:lnTo>
                <a:lnTo>
                  <a:pt x="683121" y="264970"/>
                </a:lnTo>
                <a:lnTo>
                  <a:pt x="683064" y="268086"/>
                </a:lnTo>
                <a:lnTo>
                  <a:pt x="682960" y="271194"/>
                </a:lnTo>
                <a:lnTo>
                  <a:pt x="682809" y="274295"/>
                </a:lnTo>
                <a:lnTo>
                  <a:pt x="682610" y="277388"/>
                </a:lnTo>
                <a:lnTo>
                  <a:pt x="682365" y="280473"/>
                </a:lnTo>
                <a:lnTo>
                  <a:pt x="682074" y="283550"/>
                </a:lnTo>
                <a:lnTo>
                  <a:pt x="681736" y="286618"/>
                </a:lnTo>
                <a:lnTo>
                  <a:pt x="681353" y="289678"/>
                </a:lnTo>
                <a:lnTo>
                  <a:pt x="680924" y="292729"/>
                </a:lnTo>
                <a:lnTo>
                  <a:pt x="680449" y="295771"/>
                </a:lnTo>
                <a:lnTo>
                  <a:pt x="679929" y="298803"/>
                </a:lnTo>
                <a:lnTo>
                  <a:pt x="679364" y="301826"/>
                </a:lnTo>
                <a:lnTo>
                  <a:pt x="678755" y="304839"/>
                </a:lnTo>
                <a:lnTo>
                  <a:pt x="678101" y="307842"/>
                </a:lnTo>
                <a:lnTo>
                  <a:pt x="677775" y="309239"/>
                </a:lnTo>
                <a:moveTo>
                  <a:pt x="673241" y="325701"/>
                </a:moveTo>
                <a:lnTo>
                  <a:pt x="672305" y="328564"/>
                </a:lnTo>
                <a:lnTo>
                  <a:pt x="671306" y="331479"/>
                </a:lnTo>
                <a:lnTo>
                  <a:pt x="670264" y="334382"/>
                </a:lnTo>
                <a:lnTo>
                  <a:pt x="669181" y="337273"/>
                </a:lnTo>
                <a:lnTo>
                  <a:pt x="668057" y="340151"/>
                </a:lnTo>
                <a:lnTo>
                  <a:pt x="666891" y="343016"/>
                </a:lnTo>
                <a:lnTo>
                  <a:pt x="665684" y="345869"/>
                </a:lnTo>
                <a:lnTo>
                  <a:pt x="664436" y="348709"/>
                </a:lnTo>
                <a:lnTo>
                  <a:pt x="663148" y="351535"/>
                </a:lnTo>
                <a:lnTo>
                  <a:pt x="661820" y="354348"/>
                </a:lnTo>
                <a:lnTo>
                  <a:pt x="660452" y="357146"/>
                </a:lnTo>
                <a:lnTo>
                  <a:pt x="659044" y="359931"/>
                </a:lnTo>
                <a:lnTo>
                  <a:pt x="657596" y="362702"/>
                </a:lnTo>
                <a:lnTo>
                  <a:pt x="656110" y="365458"/>
                </a:lnTo>
                <a:lnTo>
                  <a:pt x="654585" y="368200"/>
                </a:lnTo>
                <a:lnTo>
                  <a:pt x="653020" y="370926"/>
                </a:lnTo>
                <a:lnTo>
                  <a:pt x="652205" y="372305"/>
                </a:lnTo>
                <a:moveTo>
                  <a:pt x="643017" y="386699"/>
                </a:moveTo>
                <a:lnTo>
                  <a:pt x="642839" y="386961"/>
                </a:lnTo>
                <a:lnTo>
                  <a:pt x="641011" y="389577"/>
                </a:lnTo>
                <a:lnTo>
                  <a:pt x="639147" y="392176"/>
                </a:lnTo>
                <a:lnTo>
                  <a:pt x="637247" y="394759"/>
                </a:lnTo>
                <a:lnTo>
                  <a:pt x="635311" y="397325"/>
                </a:lnTo>
                <a:lnTo>
                  <a:pt x="633339" y="399873"/>
                </a:lnTo>
                <a:lnTo>
                  <a:pt x="631331" y="402403"/>
                </a:lnTo>
                <a:lnTo>
                  <a:pt x="629288" y="404916"/>
                </a:lnTo>
                <a:lnTo>
                  <a:pt x="627210" y="407411"/>
                </a:lnTo>
                <a:lnTo>
                  <a:pt x="625098" y="409887"/>
                </a:lnTo>
                <a:lnTo>
                  <a:pt x="622950" y="412346"/>
                </a:lnTo>
                <a:lnTo>
                  <a:pt x="620769" y="414785"/>
                </a:lnTo>
                <a:lnTo>
                  <a:pt x="618554" y="417206"/>
                </a:lnTo>
                <a:lnTo>
                  <a:pt x="616304" y="419607"/>
                </a:lnTo>
                <a:lnTo>
                  <a:pt x="614022" y="421989"/>
                </a:lnTo>
                <a:lnTo>
                  <a:pt x="611706" y="424352"/>
                </a:lnTo>
                <a:lnTo>
                  <a:pt x="610146" y="425908"/>
                </a:lnTo>
                <a:moveTo>
                  <a:pt x="597696" y="437598"/>
                </a:moveTo>
                <a:lnTo>
                  <a:pt x="597129" y="438104"/>
                </a:lnTo>
                <a:lnTo>
                  <a:pt x="594588" y="440323"/>
                </a:lnTo>
                <a:lnTo>
                  <a:pt x="592016" y="442521"/>
                </a:lnTo>
                <a:lnTo>
                  <a:pt x="589413" y="444698"/>
                </a:lnTo>
                <a:lnTo>
                  <a:pt x="586780" y="446853"/>
                </a:lnTo>
                <a:lnTo>
                  <a:pt x="584116" y="448985"/>
                </a:lnTo>
                <a:lnTo>
                  <a:pt x="581422" y="451096"/>
                </a:lnTo>
                <a:lnTo>
                  <a:pt x="578699" y="453184"/>
                </a:lnTo>
                <a:lnTo>
                  <a:pt x="575945" y="455249"/>
                </a:lnTo>
                <a:lnTo>
                  <a:pt x="573163" y="457292"/>
                </a:lnTo>
                <a:lnTo>
                  <a:pt x="570351" y="459311"/>
                </a:lnTo>
                <a:lnTo>
                  <a:pt x="567511" y="461308"/>
                </a:lnTo>
                <a:lnTo>
                  <a:pt x="564642" y="463280"/>
                </a:lnTo>
                <a:lnTo>
                  <a:pt x="561745" y="465229"/>
                </a:lnTo>
                <a:lnTo>
                  <a:pt x="558820" y="467154"/>
                </a:lnTo>
                <a:lnTo>
                  <a:pt x="556836" y="468430"/>
                </a:lnTo>
                <a:moveTo>
                  <a:pt x="542240" y="477297"/>
                </a:moveTo>
                <a:lnTo>
                  <a:pt x="540696" y="478186"/>
                </a:lnTo>
                <a:lnTo>
                  <a:pt x="537582" y="479936"/>
                </a:lnTo>
                <a:lnTo>
                  <a:pt x="534442" y="481661"/>
                </a:lnTo>
                <a:lnTo>
                  <a:pt x="531277" y="483360"/>
                </a:lnTo>
                <a:lnTo>
                  <a:pt x="528086" y="485032"/>
                </a:lnTo>
                <a:lnTo>
                  <a:pt x="524870" y="486679"/>
                </a:lnTo>
                <a:lnTo>
                  <a:pt x="521629" y="488298"/>
                </a:lnTo>
                <a:lnTo>
                  <a:pt x="518364" y="489891"/>
                </a:lnTo>
                <a:lnTo>
                  <a:pt x="515074" y="491456"/>
                </a:lnTo>
                <a:lnTo>
                  <a:pt x="511760" y="492994"/>
                </a:lnTo>
                <a:lnTo>
                  <a:pt x="508422" y="494505"/>
                </a:lnTo>
                <a:lnTo>
                  <a:pt x="505061" y="495988"/>
                </a:lnTo>
                <a:lnTo>
                  <a:pt x="501676" y="497442"/>
                </a:lnTo>
                <a:lnTo>
                  <a:pt x="498268" y="498869"/>
                </a:lnTo>
                <a:lnTo>
                  <a:pt x="496206" y="499709"/>
                </a:lnTo>
                <a:moveTo>
                  <a:pt x="480250" y="505798"/>
                </a:moveTo>
                <a:lnTo>
                  <a:pt x="477352" y="506823"/>
                </a:lnTo>
                <a:lnTo>
                  <a:pt x="473790" y="508046"/>
                </a:lnTo>
                <a:lnTo>
                  <a:pt x="470208" y="509239"/>
                </a:lnTo>
                <a:lnTo>
                  <a:pt x="466604" y="510402"/>
                </a:lnTo>
                <a:lnTo>
                  <a:pt x="462980" y="511534"/>
                </a:lnTo>
                <a:lnTo>
                  <a:pt x="459336" y="512635"/>
                </a:lnTo>
                <a:lnTo>
                  <a:pt x="455671" y="513706"/>
                </a:lnTo>
                <a:lnTo>
                  <a:pt x="451988" y="514746"/>
                </a:lnTo>
                <a:lnTo>
                  <a:pt x="448284" y="515754"/>
                </a:lnTo>
                <a:lnTo>
                  <a:pt x="444562" y="516730"/>
                </a:lnTo>
                <a:lnTo>
                  <a:pt x="440820" y="517675"/>
                </a:lnTo>
                <a:lnTo>
                  <a:pt x="437060" y="518588"/>
                </a:lnTo>
                <a:lnTo>
                  <a:pt x="433282" y="519469"/>
                </a:lnTo>
                <a:lnTo>
                  <a:pt x="431044" y="519969"/>
                </a:lnTo>
                <a:moveTo>
                  <a:pt x="414303" y="523348"/>
                </a:moveTo>
                <a:lnTo>
                  <a:pt x="414123" y="523381"/>
                </a:lnTo>
                <a:lnTo>
                  <a:pt x="410240" y="524064"/>
                </a:lnTo>
                <a:lnTo>
                  <a:pt x="406340" y="524713"/>
                </a:lnTo>
                <a:lnTo>
                  <a:pt x="402424" y="525328"/>
                </a:lnTo>
                <a:lnTo>
                  <a:pt x="398492" y="525909"/>
                </a:lnTo>
                <a:lnTo>
                  <a:pt x="394544" y="526455"/>
                </a:lnTo>
                <a:lnTo>
                  <a:pt x="390580" y="526967"/>
                </a:lnTo>
                <a:lnTo>
                  <a:pt x="386602" y="527443"/>
                </a:lnTo>
                <a:lnTo>
                  <a:pt x="382608" y="527885"/>
                </a:lnTo>
                <a:lnTo>
                  <a:pt x="378599" y="528291"/>
                </a:lnTo>
                <a:lnTo>
                  <a:pt x="374576" y="528662"/>
                </a:lnTo>
                <a:lnTo>
                  <a:pt x="370539" y="528997"/>
                </a:lnTo>
                <a:lnTo>
                  <a:pt x="366488" y="529296"/>
                </a:lnTo>
                <a:lnTo>
                  <a:pt x="363462" y="529492"/>
                </a:lnTo>
                <a:moveTo>
                  <a:pt x="346399" y="530233"/>
                </a:moveTo>
                <a:lnTo>
                  <a:pt x="346133" y="530241"/>
                </a:lnTo>
                <a:lnTo>
                  <a:pt x="342083" y="530318"/>
                </a:lnTo>
                <a:lnTo>
                  <a:pt x="338043" y="530357"/>
                </a:lnTo>
                <a:lnTo>
                  <a:pt x="334014" y="530361"/>
                </a:lnTo>
                <a:lnTo>
                  <a:pt x="329996" y="530327"/>
                </a:lnTo>
                <a:lnTo>
                  <a:pt x="325990" y="530257"/>
                </a:lnTo>
                <a:lnTo>
                  <a:pt x="321995" y="530151"/>
                </a:lnTo>
                <a:lnTo>
                  <a:pt x="318012" y="530009"/>
                </a:lnTo>
                <a:lnTo>
                  <a:pt x="314041" y="529830"/>
                </a:lnTo>
                <a:lnTo>
                  <a:pt x="310082" y="529617"/>
                </a:lnTo>
                <a:lnTo>
                  <a:pt x="306137" y="529367"/>
                </a:lnTo>
                <a:lnTo>
                  <a:pt x="302204" y="529083"/>
                </a:lnTo>
                <a:lnTo>
                  <a:pt x="298285" y="528763"/>
                </a:lnTo>
                <a:lnTo>
                  <a:pt x="295219" y="528485"/>
                </a:lnTo>
                <a:moveTo>
                  <a:pt x="278250" y="526556"/>
                </a:moveTo>
                <a:lnTo>
                  <a:pt x="275066" y="526119"/>
                </a:lnTo>
                <a:lnTo>
                  <a:pt x="271248" y="525559"/>
                </a:lnTo>
                <a:lnTo>
                  <a:pt x="267445" y="524966"/>
                </a:lnTo>
                <a:lnTo>
                  <a:pt x="263659" y="524339"/>
                </a:lnTo>
                <a:lnTo>
                  <a:pt x="259888" y="523680"/>
                </a:lnTo>
                <a:lnTo>
                  <a:pt x="256134" y="522987"/>
                </a:lnTo>
                <a:lnTo>
                  <a:pt x="252397" y="522261"/>
                </a:lnTo>
                <a:lnTo>
                  <a:pt x="248677" y="521503"/>
                </a:lnTo>
                <a:lnTo>
                  <a:pt x="244973" y="520713"/>
                </a:lnTo>
                <a:lnTo>
                  <a:pt x="241288" y="519890"/>
                </a:lnTo>
                <a:lnTo>
                  <a:pt x="237620" y="519036"/>
                </a:lnTo>
                <a:lnTo>
                  <a:pt x="233971" y="518149"/>
                </a:lnTo>
                <a:lnTo>
                  <a:pt x="230339" y="517232"/>
                </a:lnTo>
                <a:lnTo>
                  <a:pt x="228017" y="516621"/>
                </a:lnTo>
                <a:moveTo>
                  <a:pt x="211603" y="511903"/>
                </a:moveTo>
                <a:lnTo>
                  <a:pt x="208954" y="511072"/>
                </a:lnTo>
                <a:lnTo>
                  <a:pt x="205460" y="509938"/>
                </a:lnTo>
                <a:lnTo>
                  <a:pt x="201986" y="508775"/>
                </a:lnTo>
                <a:lnTo>
                  <a:pt x="198533" y="507581"/>
                </a:lnTo>
                <a:lnTo>
                  <a:pt x="195101" y="506358"/>
                </a:lnTo>
                <a:lnTo>
                  <a:pt x="191690" y="505106"/>
                </a:lnTo>
                <a:lnTo>
                  <a:pt x="188302" y="503824"/>
                </a:lnTo>
                <a:lnTo>
                  <a:pt x="184935" y="502513"/>
                </a:lnTo>
                <a:lnTo>
                  <a:pt x="181591" y="501173"/>
                </a:lnTo>
                <a:lnTo>
                  <a:pt x="178269" y="499805"/>
                </a:lnTo>
                <a:lnTo>
                  <a:pt x="174970" y="498408"/>
                </a:lnTo>
                <a:lnTo>
                  <a:pt x="171695" y="496983"/>
                </a:lnTo>
                <a:lnTo>
                  <a:pt x="168443" y="495530"/>
                </a:lnTo>
                <a:lnTo>
                  <a:pt x="165214" y="494049"/>
                </a:lnTo>
                <a:lnTo>
                  <a:pt x="163860" y="493411"/>
                </a:lnTo>
                <a:moveTo>
                  <a:pt x="148584" y="485776"/>
                </a:moveTo>
                <a:lnTo>
                  <a:pt x="146358" y="484588"/>
                </a:lnTo>
                <a:lnTo>
                  <a:pt x="143303" y="482917"/>
                </a:lnTo>
                <a:lnTo>
                  <a:pt x="140275" y="481220"/>
                </a:lnTo>
                <a:lnTo>
                  <a:pt x="137273" y="479497"/>
                </a:lnTo>
                <a:lnTo>
                  <a:pt x="134297" y="477748"/>
                </a:lnTo>
                <a:lnTo>
                  <a:pt x="131348" y="475973"/>
                </a:lnTo>
                <a:lnTo>
                  <a:pt x="128426" y="474172"/>
                </a:lnTo>
                <a:lnTo>
                  <a:pt x="125532" y="472346"/>
                </a:lnTo>
                <a:lnTo>
                  <a:pt x="122665" y="470495"/>
                </a:lnTo>
                <a:lnTo>
                  <a:pt x="119827" y="468619"/>
                </a:lnTo>
                <a:lnTo>
                  <a:pt x="117016" y="466719"/>
                </a:lnTo>
                <a:lnTo>
                  <a:pt x="114234" y="464793"/>
                </a:lnTo>
                <a:lnTo>
                  <a:pt x="111481" y="462843"/>
                </a:lnTo>
                <a:lnTo>
                  <a:pt x="108757" y="460870"/>
                </a:lnTo>
                <a:lnTo>
                  <a:pt x="106062" y="458872"/>
                </a:lnTo>
                <a:lnTo>
                  <a:pt x="105369" y="458346"/>
                </a:lnTo>
                <a:moveTo>
                  <a:pt x="92035" y="447676"/>
                </a:moveTo>
                <a:lnTo>
                  <a:pt x="90525" y="446391"/>
                </a:lnTo>
                <a:lnTo>
                  <a:pt x="88043" y="444231"/>
                </a:lnTo>
                <a:lnTo>
                  <a:pt x="85594" y="442048"/>
                </a:lnTo>
                <a:lnTo>
                  <a:pt x="83176" y="439842"/>
                </a:lnTo>
                <a:lnTo>
                  <a:pt x="80790" y="437615"/>
                </a:lnTo>
                <a:lnTo>
                  <a:pt x="78436" y="435366"/>
                </a:lnTo>
                <a:lnTo>
                  <a:pt x="76116" y="433096"/>
                </a:lnTo>
                <a:lnTo>
                  <a:pt x="73828" y="430803"/>
                </a:lnTo>
                <a:lnTo>
                  <a:pt x="71573" y="428490"/>
                </a:lnTo>
                <a:lnTo>
                  <a:pt x="69353" y="426155"/>
                </a:lnTo>
                <a:lnTo>
                  <a:pt x="67166" y="423800"/>
                </a:lnTo>
                <a:lnTo>
                  <a:pt x="65013" y="421424"/>
                </a:lnTo>
                <a:lnTo>
                  <a:pt x="62894" y="419027"/>
                </a:lnTo>
                <a:lnTo>
                  <a:pt x="60811" y="416610"/>
                </a:lnTo>
                <a:lnTo>
                  <a:pt x="58762" y="414173"/>
                </a:lnTo>
                <a:lnTo>
                  <a:pt x="56748" y="411716"/>
                </a:lnTo>
                <a:lnTo>
                  <a:pt x="56258" y="411103"/>
                </a:lnTo>
                <a:moveTo>
                  <a:pt x="46026" y="397431"/>
                </a:moveTo>
                <a:lnTo>
                  <a:pt x="45423" y="396567"/>
                </a:lnTo>
                <a:lnTo>
                  <a:pt x="43664" y="393977"/>
                </a:lnTo>
                <a:lnTo>
                  <a:pt x="41943" y="391367"/>
                </a:lnTo>
                <a:lnTo>
                  <a:pt x="40259" y="388740"/>
                </a:lnTo>
                <a:lnTo>
                  <a:pt x="38614" y="386095"/>
                </a:lnTo>
                <a:lnTo>
                  <a:pt x="37006" y="383432"/>
                </a:lnTo>
                <a:lnTo>
                  <a:pt x="35438" y="380751"/>
                </a:lnTo>
                <a:lnTo>
                  <a:pt x="33908" y="378053"/>
                </a:lnTo>
                <a:lnTo>
                  <a:pt x="32418" y="375337"/>
                </a:lnTo>
                <a:lnTo>
                  <a:pt x="30967" y="372605"/>
                </a:lnTo>
                <a:lnTo>
                  <a:pt x="29555" y="369856"/>
                </a:lnTo>
                <a:lnTo>
                  <a:pt x="28184" y="367090"/>
                </a:lnTo>
                <a:lnTo>
                  <a:pt x="26853" y="364308"/>
                </a:lnTo>
                <a:lnTo>
                  <a:pt x="25563" y="361510"/>
                </a:lnTo>
                <a:lnTo>
                  <a:pt x="24313" y="358696"/>
                </a:lnTo>
                <a:lnTo>
                  <a:pt x="23105" y="355866"/>
                </a:lnTo>
                <a:lnTo>
                  <a:pt x="21938" y="353020"/>
                </a:lnTo>
                <a:lnTo>
                  <a:pt x="21715" y="352453"/>
                </a:lnTo>
                <a:moveTo>
                  <a:pt x="16046" y="336347"/>
                </a:moveTo>
                <a:lnTo>
                  <a:pt x="15823" y="335628"/>
                </a:lnTo>
                <a:lnTo>
                  <a:pt x="14954" y="332678"/>
                </a:lnTo>
                <a:lnTo>
                  <a:pt x="14129" y="329714"/>
                </a:lnTo>
                <a:lnTo>
                  <a:pt x="13347" y="326736"/>
                </a:lnTo>
                <a:lnTo>
                  <a:pt x="12610" y="323745"/>
                </a:lnTo>
                <a:lnTo>
                  <a:pt x="11918" y="320740"/>
                </a:lnTo>
                <a:lnTo>
                  <a:pt x="11270" y="317722"/>
                </a:lnTo>
                <a:lnTo>
                  <a:pt x="10667" y="314691"/>
                </a:lnTo>
                <a:lnTo>
                  <a:pt x="10110" y="311646"/>
                </a:lnTo>
                <a:lnTo>
                  <a:pt x="9598" y="308590"/>
                </a:lnTo>
                <a:lnTo>
                  <a:pt x="9133" y="305520"/>
                </a:lnTo>
                <a:lnTo>
                  <a:pt x="8713" y="302438"/>
                </a:lnTo>
                <a:lnTo>
                  <a:pt x="8340" y="299344"/>
                </a:lnTo>
                <a:lnTo>
                  <a:pt x="8014" y="296239"/>
                </a:lnTo>
                <a:lnTo>
                  <a:pt x="7735" y="293121"/>
                </a:lnTo>
                <a:lnTo>
                  <a:pt x="7503" y="289992"/>
                </a:lnTo>
                <a:lnTo>
                  <a:pt x="7319" y="286851"/>
                </a:lnTo>
                <a:lnTo>
                  <a:pt x="7282" y="286000"/>
                </a:lnTo>
                <a:moveTo>
                  <a:pt x="7198" y="268925"/>
                </a:moveTo>
                <a:lnTo>
                  <a:pt x="7226" y="268095"/>
                </a:lnTo>
                <a:lnTo>
                  <a:pt x="7378" y="264994"/>
                </a:lnTo>
                <a:lnTo>
                  <a:pt x="7576" y="261901"/>
                </a:lnTo>
                <a:lnTo>
                  <a:pt x="7821" y="258816"/>
                </a:lnTo>
                <a:lnTo>
                  <a:pt x="8112" y="255739"/>
                </a:lnTo>
                <a:lnTo>
                  <a:pt x="8450" y="252671"/>
                </a:lnTo>
                <a:lnTo>
                  <a:pt x="8834" y="249611"/>
                </a:lnTo>
                <a:lnTo>
                  <a:pt x="9263" y="246560"/>
                </a:lnTo>
                <a:lnTo>
                  <a:pt x="9737" y="243518"/>
                </a:lnTo>
                <a:lnTo>
                  <a:pt x="10257" y="240486"/>
                </a:lnTo>
                <a:lnTo>
                  <a:pt x="10822" y="237463"/>
                </a:lnTo>
                <a:lnTo>
                  <a:pt x="11431" y="234450"/>
                </a:lnTo>
                <a:lnTo>
                  <a:pt x="12085" y="231447"/>
                </a:lnTo>
                <a:lnTo>
                  <a:pt x="12783" y="228454"/>
                </a:lnTo>
                <a:lnTo>
                  <a:pt x="13524" y="225472"/>
                </a:lnTo>
                <a:lnTo>
                  <a:pt x="14310" y="222500"/>
                </a:lnTo>
                <a:lnTo>
                  <a:pt x="15138" y="219540"/>
                </a:lnTo>
                <a:lnTo>
                  <a:pt x="15449" y="218489"/>
                </a:lnTo>
                <a:moveTo>
                  <a:pt x="20897" y="202306"/>
                </a:moveTo>
                <a:lnTo>
                  <a:pt x="21005" y="202016"/>
                </a:lnTo>
                <a:lnTo>
                  <a:pt x="22130" y="199138"/>
                </a:lnTo>
                <a:lnTo>
                  <a:pt x="23296" y="196273"/>
                </a:lnTo>
                <a:lnTo>
                  <a:pt x="24502" y="193420"/>
                </a:lnTo>
                <a:lnTo>
                  <a:pt x="25750" y="190580"/>
                </a:lnTo>
                <a:lnTo>
                  <a:pt x="27038" y="187754"/>
                </a:lnTo>
                <a:lnTo>
                  <a:pt x="28366" y="184941"/>
                </a:lnTo>
                <a:lnTo>
                  <a:pt x="29734" y="182143"/>
                </a:lnTo>
                <a:lnTo>
                  <a:pt x="31142" y="179358"/>
                </a:lnTo>
                <a:lnTo>
                  <a:pt x="32590" y="176587"/>
                </a:lnTo>
                <a:lnTo>
                  <a:pt x="34076" y="173831"/>
                </a:lnTo>
                <a:lnTo>
                  <a:pt x="35602" y="171089"/>
                </a:lnTo>
                <a:lnTo>
                  <a:pt x="37166" y="168363"/>
                </a:lnTo>
                <a:lnTo>
                  <a:pt x="38768" y="165651"/>
                </a:lnTo>
                <a:lnTo>
                  <a:pt x="40409" y="162955"/>
                </a:lnTo>
                <a:lnTo>
                  <a:pt x="42087" y="160274"/>
                </a:lnTo>
                <a:lnTo>
                  <a:pt x="43803" y="157610"/>
                </a:lnTo>
                <a:lnTo>
                  <a:pt x="44311" y="156843"/>
                </a:lnTo>
                <a:moveTo>
                  <a:pt x="54169" y="142900"/>
                </a:moveTo>
                <a:lnTo>
                  <a:pt x="54875" y="141964"/>
                </a:lnTo>
                <a:lnTo>
                  <a:pt x="56847" y="139416"/>
                </a:lnTo>
                <a:lnTo>
                  <a:pt x="58855" y="136886"/>
                </a:lnTo>
                <a:lnTo>
                  <a:pt x="60898" y="134373"/>
                </a:lnTo>
                <a:lnTo>
                  <a:pt x="62976" y="131878"/>
                </a:lnTo>
                <a:lnTo>
                  <a:pt x="65088" y="129401"/>
                </a:lnTo>
                <a:lnTo>
                  <a:pt x="67236" y="126943"/>
                </a:lnTo>
                <a:lnTo>
                  <a:pt x="69417" y="124504"/>
                </a:lnTo>
                <a:lnTo>
                  <a:pt x="71632" y="122083"/>
                </a:lnTo>
                <a:lnTo>
                  <a:pt x="73882" y="119682"/>
                </a:lnTo>
                <a:lnTo>
                  <a:pt x="76164" y="117300"/>
                </a:lnTo>
                <a:lnTo>
                  <a:pt x="78480" y="114937"/>
                </a:lnTo>
                <a:lnTo>
                  <a:pt x="80829" y="112594"/>
                </a:lnTo>
                <a:lnTo>
                  <a:pt x="83210" y="110272"/>
                </a:lnTo>
                <a:lnTo>
                  <a:pt x="85624" y="107969"/>
                </a:lnTo>
                <a:lnTo>
                  <a:pt x="88070" y="105687"/>
                </a:lnTo>
                <a:lnTo>
                  <a:pt x="88686" y="105125"/>
                </a:lnTo>
                <a:moveTo>
                  <a:pt x="101582" y="93929"/>
                </a:moveTo>
                <a:lnTo>
                  <a:pt x="103406" y="92436"/>
                </a:lnTo>
                <a:lnTo>
                  <a:pt x="106070" y="90303"/>
                </a:lnTo>
                <a:lnTo>
                  <a:pt x="108764" y="88193"/>
                </a:lnTo>
                <a:lnTo>
                  <a:pt x="111487" y="86105"/>
                </a:lnTo>
                <a:lnTo>
                  <a:pt x="114240" y="84039"/>
                </a:lnTo>
                <a:lnTo>
                  <a:pt x="117023" y="81997"/>
                </a:lnTo>
                <a:lnTo>
                  <a:pt x="119835" y="79977"/>
                </a:lnTo>
                <a:lnTo>
                  <a:pt x="122675" y="77981"/>
                </a:lnTo>
                <a:lnTo>
                  <a:pt x="125544" y="76009"/>
                </a:lnTo>
                <a:lnTo>
                  <a:pt x="128441" y="74060"/>
                </a:lnTo>
                <a:lnTo>
                  <a:pt x="131366" y="72135"/>
                </a:lnTo>
                <a:lnTo>
                  <a:pt x="134319" y="70235"/>
                </a:lnTo>
                <a:lnTo>
                  <a:pt x="137299" y="68359"/>
                </a:lnTo>
                <a:lnTo>
                  <a:pt x="140307" y="66507"/>
                </a:lnTo>
                <a:lnTo>
                  <a:pt x="143341" y="64681"/>
                </a:lnTo>
                <a:lnTo>
                  <a:pt x="143520" y="64575"/>
                </a:lnTo>
                <a:moveTo>
                  <a:pt x="158404" y="56200"/>
                </a:moveTo>
                <a:lnTo>
                  <a:pt x="158909" y="55929"/>
                </a:lnTo>
                <a:lnTo>
                  <a:pt x="162100" y="54256"/>
                </a:lnTo>
                <a:lnTo>
                  <a:pt x="165316" y="52610"/>
                </a:lnTo>
                <a:lnTo>
                  <a:pt x="168557" y="50991"/>
                </a:lnTo>
                <a:lnTo>
                  <a:pt x="171822" y="49398"/>
                </a:lnTo>
                <a:lnTo>
                  <a:pt x="175112" y="47833"/>
                </a:lnTo>
                <a:lnTo>
                  <a:pt x="178426" y="46295"/>
                </a:lnTo>
                <a:lnTo>
                  <a:pt x="181764" y="44784"/>
                </a:lnTo>
                <a:lnTo>
                  <a:pt x="185125" y="43301"/>
                </a:lnTo>
                <a:lnTo>
                  <a:pt x="188510" y="41846"/>
                </a:lnTo>
                <a:lnTo>
                  <a:pt x="191917" y="40420"/>
                </a:lnTo>
                <a:lnTo>
                  <a:pt x="195348" y="39022"/>
                </a:lnTo>
                <a:lnTo>
                  <a:pt x="198801" y="37652"/>
                </a:lnTo>
                <a:lnTo>
                  <a:pt x="202276" y="36312"/>
                </a:lnTo>
                <a:lnTo>
                  <a:pt x="205121" y="35245"/>
                </a:lnTo>
                <a:moveTo>
                  <a:pt x="221253" y="29638"/>
                </a:moveTo>
                <a:lnTo>
                  <a:pt x="223582" y="28887"/>
                </a:lnTo>
                <a:lnTo>
                  <a:pt x="227206" y="27755"/>
                </a:lnTo>
                <a:lnTo>
                  <a:pt x="230850" y="26653"/>
                </a:lnTo>
                <a:lnTo>
                  <a:pt x="234514" y="25583"/>
                </a:lnTo>
                <a:lnTo>
                  <a:pt x="238198" y="24543"/>
                </a:lnTo>
                <a:lnTo>
                  <a:pt x="241901" y="23535"/>
                </a:lnTo>
                <a:lnTo>
                  <a:pt x="245624" y="22558"/>
                </a:lnTo>
                <a:lnTo>
                  <a:pt x="249365" y="21613"/>
                </a:lnTo>
                <a:lnTo>
                  <a:pt x="253125" y="20700"/>
                </a:lnTo>
                <a:lnTo>
                  <a:pt x="256904" y="19820"/>
                </a:lnTo>
                <a:lnTo>
                  <a:pt x="260700" y="18971"/>
                </a:lnTo>
                <a:lnTo>
                  <a:pt x="264514" y="18156"/>
                </a:lnTo>
                <a:lnTo>
                  <a:pt x="268346" y="17373"/>
                </a:lnTo>
                <a:lnTo>
                  <a:pt x="270847" y="16886"/>
                </a:lnTo>
                <a:moveTo>
                  <a:pt x="287675" y="13974"/>
                </a:moveTo>
                <a:lnTo>
                  <a:pt x="287761" y="13961"/>
                </a:lnTo>
                <a:lnTo>
                  <a:pt x="291694" y="13380"/>
                </a:lnTo>
                <a:lnTo>
                  <a:pt x="295642" y="12834"/>
                </a:lnTo>
                <a:lnTo>
                  <a:pt x="299605" y="12322"/>
                </a:lnTo>
                <a:lnTo>
                  <a:pt x="303584" y="11845"/>
                </a:lnTo>
                <a:lnTo>
                  <a:pt x="307578" y="11403"/>
                </a:lnTo>
                <a:lnTo>
                  <a:pt x="311586" y="10997"/>
                </a:lnTo>
                <a:lnTo>
                  <a:pt x="315609" y="10626"/>
                </a:lnTo>
                <a:lnTo>
                  <a:pt x="319646" y="10291"/>
                </a:lnTo>
                <a:lnTo>
                  <a:pt x="323698" y="9992"/>
                </a:lnTo>
                <a:lnTo>
                  <a:pt x="327762" y="9729"/>
                </a:lnTo>
                <a:lnTo>
                  <a:pt x="331841" y="950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ED7D31"/>
            </a:solidFill>
            <a:prstDash val="solid"/>
          </a:ln>
        </p:spPr>
      </p:sp>
      <p:sp>
        <p:nvSpPr>
          <p:cNvPr id="84" name="pdf-path-89">
            <a:extLst xmlns:a="http://schemas.openxmlformats.org/drawingml/2006/main">
              <a:ext uri="{FF2B5EF4-FFF2-40B4-BE49-F238E27FC236}">
                <a16:creationId xmlns:a16="http://schemas.microsoft.com/office/drawing/2014/main" id="{63FA37E5-2F05-44D3-9DC6-8C9DCF5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8474" y="1219040"/>
            <a:ext cx="596011" cy="657845"/>
          </a:xfrm>
          <a:custGeom xmlns:a="http://schemas.openxmlformats.org/drawingml/2006/main">
            <a:pathLst>
              <a:path w="596011" h="657845">
                <a:moveTo>
                  <a:pt x="49407" y="406690"/>
                </a:moveTo>
                <a:lnTo>
                  <a:pt x="48271" y="402987"/>
                </a:lnTo>
                <a:lnTo>
                  <a:pt x="47179" y="399283"/>
                </a:lnTo>
                <a:lnTo>
                  <a:pt x="46131" y="395578"/>
                </a:lnTo>
                <a:lnTo>
                  <a:pt x="45127" y="391872"/>
                </a:lnTo>
                <a:lnTo>
                  <a:pt x="44166" y="388166"/>
                </a:lnTo>
                <a:lnTo>
                  <a:pt x="43249" y="384460"/>
                </a:lnTo>
                <a:lnTo>
                  <a:pt x="42375" y="380754"/>
                </a:lnTo>
                <a:lnTo>
                  <a:pt x="41544" y="377049"/>
                </a:lnTo>
                <a:lnTo>
                  <a:pt x="40756" y="373345"/>
                </a:lnTo>
                <a:lnTo>
                  <a:pt x="40011" y="369642"/>
                </a:lnTo>
                <a:lnTo>
                  <a:pt x="39308" y="365942"/>
                </a:lnTo>
                <a:lnTo>
                  <a:pt x="38648" y="362243"/>
                </a:lnTo>
                <a:lnTo>
                  <a:pt x="38030" y="358547"/>
                </a:lnTo>
                <a:lnTo>
                  <a:pt x="37764" y="356839"/>
                </a:lnTo>
                <a:moveTo>
                  <a:pt x="35549" y="339905"/>
                </a:moveTo>
                <a:lnTo>
                  <a:pt x="35202" y="336441"/>
                </a:lnTo>
                <a:lnTo>
                  <a:pt x="34876" y="332772"/>
                </a:lnTo>
                <a:lnTo>
                  <a:pt x="34591" y="329109"/>
                </a:lnTo>
                <a:lnTo>
                  <a:pt x="34347" y="325451"/>
                </a:lnTo>
                <a:lnTo>
                  <a:pt x="34144" y="321799"/>
                </a:lnTo>
                <a:lnTo>
                  <a:pt x="33981" y="318154"/>
                </a:lnTo>
                <a:lnTo>
                  <a:pt x="33859" y="314515"/>
                </a:lnTo>
                <a:lnTo>
                  <a:pt x="33777" y="310884"/>
                </a:lnTo>
                <a:lnTo>
                  <a:pt x="33735" y="307260"/>
                </a:lnTo>
                <a:lnTo>
                  <a:pt x="33733" y="303644"/>
                </a:lnTo>
                <a:lnTo>
                  <a:pt x="33771" y="300036"/>
                </a:lnTo>
                <a:lnTo>
                  <a:pt x="33848" y="296437"/>
                </a:lnTo>
                <a:lnTo>
                  <a:pt x="33965" y="292846"/>
                </a:lnTo>
                <a:lnTo>
                  <a:pt x="34122" y="289265"/>
                </a:lnTo>
                <a:lnTo>
                  <a:pt x="34151" y="288736"/>
                </a:lnTo>
                <a:moveTo>
                  <a:pt x="35468" y="271709"/>
                </a:moveTo>
                <a:lnTo>
                  <a:pt x="35488" y="271511"/>
                </a:lnTo>
                <a:lnTo>
                  <a:pt x="35877" y="267993"/>
                </a:lnTo>
                <a:lnTo>
                  <a:pt x="36305" y="264486"/>
                </a:lnTo>
                <a:lnTo>
                  <a:pt x="36770" y="260992"/>
                </a:lnTo>
                <a:lnTo>
                  <a:pt x="37273" y="257511"/>
                </a:lnTo>
                <a:lnTo>
                  <a:pt x="37815" y="254042"/>
                </a:lnTo>
                <a:lnTo>
                  <a:pt x="38393" y="250586"/>
                </a:lnTo>
                <a:lnTo>
                  <a:pt x="39010" y="247144"/>
                </a:lnTo>
                <a:lnTo>
                  <a:pt x="39663" y="243716"/>
                </a:lnTo>
                <a:lnTo>
                  <a:pt x="40354" y="240302"/>
                </a:lnTo>
                <a:lnTo>
                  <a:pt x="41082" y="236903"/>
                </a:lnTo>
                <a:lnTo>
                  <a:pt x="41846" y="233518"/>
                </a:lnTo>
                <a:lnTo>
                  <a:pt x="42648" y="230149"/>
                </a:lnTo>
                <a:lnTo>
                  <a:pt x="43485" y="226796"/>
                </a:lnTo>
                <a:lnTo>
                  <a:pt x="44359" y="223459"/>
                </a:lnTo>
                <a:lnTo>
                  <a:pt x="44922" y="221409"/>
                </a:lnTo>
                <a:moveTo>
                  <a:pt x="49926" y="205081"/>
                </a:moveTo>
                <a:lnTo>
                  <a:pt x="50360" y="203793"/>
                </a:lnTo>
                <a:lnTo>
                  <a:pt x="51484" y="200578"/>
                </a:lnTo>
                <a:lnTo>
                  <a:pt x="52644" y="197382"/>
                </a:lnTo>
                <a:lnTo>
                  <a:pt x="53838" y="194206"/>
                </a:lnTo>
                <a:lnTo>
                  <a:pt x="55067" y="191049"/>
                </a:lnTo>
                <a:lnTo>
                  <a:pt x="56331" y="187912"/>
                </a:lnTo>
                <a:lnTo>
                  <a:pt x="57630" y="184795"/>
                </a:lnTo>
                <a:lnTo>
                  <a:pt x="58963" y="181699"/>
                </a:lnTo>
                <a:lnTo>
                  <a:pt x="60330" y="178624"/>
                </a:lnTo>
                <a:lnTo>
                  <a:pt x="61731" y="175571"/>
                </a:lnTo>
                <a:lnTo>
                  <a:pt x="63166" y="172539"/>
                </a:lnTo>
                <a:lnTo>
                  <a:pt x="64634" y="169529"/>
                </a:lnTo>
                <a:lnTo>
                  <a:pt x="66136" y="166542"/>
                </a:lnTo>
                <a:lnTo>
                  <a:pt x="67672" y="163578"/>
                </a:lnTo>
                <a:lnTo>
                  <a:pt x="69241" y="160637"/>
                </a:lnTo>
                <a:lnTo>
                  <a:pt x="70551" y="158251"/>
                </a:lnTo>
                <a:moveTo>
                  <a:pt x="79291" y="143581"/>
                </a:moveTo>
                <a:lnTo>
                  <a:pt x="79343" y="143498"/>
                </a:lnTo>
                <a:lnTo>
                  <a:pt x="81141" y="140729"/>
                </a:lnTo>
                <a:lnTo>
                  <a:pt x="82970" y="137986"/>
                </a:lnTo>
                <a:lnTo>
                  <a:pt x="84831" y="135270"/>
                </a:lnTo>
                <a:lnTo>
                  <a:pt x="86724" y="132580"/>
                </a:lnTo>
                <a:lnTo>
                  <a:pt x="88648" y="129918"/>
                </a:lnTo>
                <a:lnTo>
                  <a:pt x="90603" y="127283"/>
                </a:lnTo>
                <a:lnTo>
                  <a:pt x="92590" y="124676"/>
                </a:lnTo>
                <a:lnTo>
                  <a:pt x="94608" y="122097"/>
                </a:lnTo>
                <a:lnTo>
                  <a:pt x="96657" y="119547"/>
                </a:lnTo>
                <a:lnTo>
                  <a:pt x="98737" y="117026"/>
                </a:lnTo>
                <a:lnTo>
                  <a:pt x="100847" y="114534"/>
                </a:lnTo>
                <a:lnTo>
                  <a:pt x="102987" y="112071"/>
                </a:lnTo>
                <a:lnTo>
                  <a:pt x="105158" y="109639"/>
                </a:lnTo>
                <a:lnTo>
                  <a:pt x="107359" y="107237"/>
                </a:lnTo>
                <a:lnTo>
                  <a:pt x="109590" y="104865"/>
                </a:lnTo>
                <a:lnTo>
                  <a:pt x="110981" y="103426"/>
                </a:lnTo>
                <a:moveTo>
                  <a:pt x="123284" y="91584"/>
                </a:moveTo>
                <a:lnTo>
                  <a:pt x="123597" y="91301"/>
                </a:lnTo>
                <a:lnTo>
                  <a:pt x="126033" y="89155"/>
                </a:lnTo>
                <a:lnTo>
                  <a:pt x="128498" y="87042"/>
                </a:lnTo>
                <a:lnTo>
                  <a:pt x="130992" y="84962"/>
                </a:lnTo>
                <a:lnTo>
                  <a:pt x="133514" y="82918"/>
                </a:lnTo>
                <a:lnTo>
                  <a:pt x="136064" y="80907"/>
                </a:lnTo>
                <a:lnTo>
                  <a:pt x="138643" y="78932"/>
                </a:lnTo>
                <a:lnTo>
                  <a:pt x="141249" y="76992"/>
                </a:lnTo>
                <a:lnTo>
                  <a:pt x="143883" y="75088"/>
                </a:lnTo>
                <a:lnTo>
                  <a:pt x="146545" y="73220"/>
                </a:lnTo>
                <a:lnTo>
                  <a:pt x="149234" y="71388"/>
                </a:lnTo>
                <a:lnTo>
                  <a:pt x="151951" y="69593"/>
                </a:lnTo>
                <a:lnTo>
                  <a:pt x="154694" y="67835"/>
                </a:lnTo>
                <a:lnTo>
                  <a:pt x="157465" y="66115"/>
                </a:lnTo>
                <a:lnTo>
                  <a:pt x="160263" y="64433"/>
                </a:lnTo>
                <a:lnTo>
                  <a:pt x="163087" y="62788"/>
                </a:lnTo>
                <a:lnTo>
                  <a:pt x="164849" y="61796"/>
                </a:lnTo>
                <a:moveTo>
                  <a:pt x="180041" y="54001"/>
                </a:moveTo>
                <a:lnTo>
                  <a:pt x="180584" y="53744"/>
                </a:lnTo>
                <a:lnTo>
                  <a:pt x="183591" y="52377"/>
                </a:lnTo>
                <a:lnTo>
                  <a:pt x="186623" y="51052"/>
                </a:lnTo>
                <a:lnTo>
                  <a:pt x="189680" y="49767"/>
                </a:lnTo>
                <a:lnTo>
                  <a:pt x="192763" y="48524"/>
                </a:lnTo>
                <a:lnTo>
                  <a:pt x="195870" y="47324"/>
                </a:lnTo>
                <a:lnTo>
                  <a:pt x="199002" y="46166"/>
                </a:lnTo>
                <a:lnTo>
                  <a:pt x="202159" y="45050"/>
                </a:lnTo>
                <a:lnTo>
                  <a:pt x="205341" y="43978"/>
                </a:lnTo>
                <a:lnTo>
                  <a:pt x="208547" y="42950"/>
                </a:lnTo>
                <a:lnTo>
                  <a:pt x="211767" y="41968"/>
                </a:lnTo>
                <a:lnTo>
                  <a:pt x="214992" y="41036"/>
                </a:lnTo>
                <a:lnTo>
                  <a:pt x="218222" y="40153"/>
                </a:lnTo>
                <a:lnTo>
                  <a:pt x="221456" y="39320"/>
                </a:lnTo>
                <a:lnTo>
                  <a:pt x="224694" y="38536"/>
                </a:lnTo>
                <a:lnTo>
                  <a:pt x="227935" y="37800"/>
                </a:lnTo>
                <a:lnTo>
                  <a:pt x="228500" y="37680"/>
                </a:lnTo>
                <a:moveTo>
                  <a:pt x="245312" y="34693"/>
                </a:moveTo>
                <a:lnTo>
                  <a:pt x="247436" y="34402"/>
                </a:lnTo>
                <a:lnTo>
                  <a:pt x="250693" y="34002"/>
                </a:lnTo>
                <a:lnTo>
                  <a:pt x="253950" y="33650"/>
                </a:lnTo>
                <a:lnTo>
                  <a:pt x="257208" y="33345"/>
                </a:lnTo>
                <a:lnTo>
                  <a:pt x="260465" y="33087"/>
                </a:lnTo>
                <a:lnTo>
                  <a:pt x="263723" y="32875"/>
                </a:lnTo>
                <a:lnTo>
                  <a:pt x="266980" y="32710"/>
                </a:lnTo>
                <a:lnTo>
                  <a:pt x="270237" y="32591"/>
                </a:lnTo>
                <a:lnTo>
                  <a:pt x="273492" y="32518"/>
                </a:lnTo>
                <a:lnTo>
                  <a:pt x="276745" y="32490"/>
                </a:lnTo>
                <a:lnTo>
                  <a:pt x="279997" y="32508"/>
                </a:lnTo>
                <a:lnTo>
                  <a:pt x="283247" y="32572"/>
                </a:lnTo>
                <a:lnTo>
                  <a:pt x="286494" y="32681"/>
                </a:lnTo>
                <a:lnTo>
                  <a:pt x="289739" y="32835"/>
                </a:lnTo>
                <a:lnTo>
                  <a:pt x="292980" y="33033"/>
                </a:lnTo>
                <a:lnTo>
                  <a:pt x="296218" y="33276"/>
                </a:lnTo>
                <a:lnTo>
                  <a:pt x="296428" y="33295"/>
                </a:lnTo>
                <a:moveTo>
                  <a:pt x="313384" y="35316"/>
                </a:moveTo>
                <a:lnTo>
                  <a:pt x="315552" y="35658"/>
                </a:lnTo>
                <a:lnTo>
                  <a:pt x="318757" y="36207"/>
                </a:lnTo>
                <a:lnTo>
                  <a:pt x="321955" y="36800"/>
                </a:lnTo>
                <a:lnTo>
                  <a:pt x="325146" y="37434"/>
                </a:lnTo>
                <a:lnTo>
                  <a:pt x="328331" y="38112"/>
                </a:lnTo>
                <a:lnTo>
                  <a:pt x="331508" y="38831"/>
                </a:lnTo>
                <a:lnTo>
                  <a:pt x="334678" y="39593"/>
                </a:lnTo>
                <a:lnTo>
                  <a:pt x="337841" y="40396"/>
                </a:lnTo>
                <a:lnTo>
                  <a:pt x="340995" y="41242"/>
                </a:lnTo>
                <a:lnTo>
                  <a:pt x="344141" y="42129"/>
                </a:lnTo>
                <a:lnTo>
                  <a:pt x="347277" y="43057"/>
                </a:lnTo>
                <a:lnTo>
                  <a:pt x="350405" y="44026"/>
                </a:lnTo>
                <a:lnTo>
                  <a:pt x="353524" y="45036"/>
                </a:lnTo>
                <a:lnTo>
                  <a:pt x="356632" y="46086"/>
                </a:lnTo>
                <a:lnTo>
                  <a:pt x="359731" y="47177"/>
                </a:lnTo>
                <a:lnTo>
                  <a:pt x="362819" y="48309"/>
                </a:lnTo>
                <a:lnTo>
                  <a:pt x="362854" y="48322"/>
                </a:lnTo>
                <a:moveTo>
                  <a:pt x="378648" y="54815"/>
                </a:moveTo>
                <a:lnTo>
                  <a:pt x="381108" y="55931"/>
                </a:lnTo>
                <a:lnTo>
                  <a:pt x="384114" y="57339"/>
                </a:lnTo>
                <a:lnTo>
                  <a:pt x="387106" y="58785"/>
                </a:lnTo>
                <a:lnTo>
                  <a:pt x="390085" y="60269"/>
                </a:lnTo>
                <a:lnTo>
                  <a:pt x="393051" y="61792"/>
                </a:lnTo>
                <a:lnTo>
                  <a:pt x="396002" y="63353"/>
                </a:lnTo>
                <a:lnTo>
                  <a:pt x="398938" y="64951"/>
                </a:lnTo>
                <a:lnTo>
                  <a:pt x="401860" y="66587"/>
                </a:lnTo>
                <a:lnTo>
                  <a:pt x="404767" y="68261"/>
                </a:lnTo>
                <a:lnTo>
                  <a:pt x="407659" y="69972"/>
                </a:lnTo>
                <a:lnTo>
                  <a:pt x="410534" y="71719"/>
                </a:lnTo>
                <a:lnTo>
                  <a:pt x="413394" y="73504"/>
                </a:lnTo>
                <a:lnTo>
                  <a:pt x="416237" y="75325"/>
                </a:lnTo>
                <a:lnTo>
                  <a:pt x="419063" y="77182"/>
                </a:lnTo>
                <a:lnTo>
                  <a:pt x="421872" y="79076"/>
                </a:lnTo>
                <a:lnTo>
                  <a:pt x="423195" y="79990"/>
                </a:lnTo>
                <a:moveTo>
                  <a:pt x="436958" y="90099"/>
                </a:moveTo>
                <a:lnTo>
                  <a:pt x="438351" y="91186"/>
                </a:lnTo>
                <a:lnTo>
                  <a:pt x="441031" y="93327"/>
                </a:lnTo>
                <a:lnTo>
                  <a:pt x="443692" y="95502"/>
                </a:lnTo>
                <a:lnTo>
                  <a:pt x="446332" y="97712"/>
                </a:lnTo>
                <a:lnTo>
                  <a:pt x="448952" y="99957"/>
                </a:lnTo>
                <a:lnTo>
                  <a:pt x="451552" y="102235"/>
                </a:lnTo>
                <a:lnTo>
                  <a:pt x="454130" y="104546"/>
                </a:lnTo>
                <a:lnTo>
                  <a:pt x="456687" y="106891"/>
                </a:lnTo>
                <a:lnTo>
                  <a:pt x="459222" y="109270"/>
                </a:lnTo>
                <a:lnTo>
                  <a:pt x="461735" y="111682"/>
                </a:lnTo>
                <a:lnTo>
                  <a:pt x="464226" y="114126"/>
                </a:lnTo>
                <a:lnTo>
                  <a:pt x="466694" y="116603"/>
                </a:lnTo>
                <a:lnTo>
                  <a:pt x="469139" y="119113"/>
                </a:lnTo>
                <a:lnTo>
                  <a:pt x="471560" y="121655"/>
                </a:lnTo>
                <a:lnTo>
                  <a:pt x="473958" y="124229"/>
                </a:lnTo>
                <a:lnTo>
                  <a:pt x="474527" y="124854"/>
                </a:lnTo>
                <a:moveTo>
                  <a:pt x="485723" y="137750"/>
                </a:moveTo>
                <a:lnTo>
                  <a:pt x="487828" y="140336"/>
                </a:lnTo>
                <a:lnTo>
                  <a:pt x="490050" y="143129"/>
                </a:lnTo>
                <a:lnTo>
                  <a:pt x="492246" y="145953"/>
                </a:lnTo>
                <a:lnTo>
                  <a:pt x="494416" y="148806"/>
                </a:lnTo>
                <a:lnTo>
                  <a:pt x="496558" y="151690"/>
                </a:lnTo>
                <a:lnTo>
                  <a:pt x="498673" y="154604"/>
                </a:lnTo>
                <a:lnTo>
                  <a:pt x="500760" y="157547"/>
                </a:lnTo>
                <a:lnTo>
                  <a:pt x="502819" y="160519"/>
                </a:lnTo>
                <a:lnTo>
                  <a:pt x="504850" y="163521"/>
                </a:lnTo>
                <a:lnTo>
                  <a:pt x="506852" y="166552"/>
                </a:lnTo>
                <a:lnTo>
                  <a:pt x="508825" y="169611"/>
                </a:lnTo>
                <a:lnTo>
                  <a:pt x="510769" y="172700"/>
                </a:lnTo>
                <a:lnTo>
                  <a:pt x="512683" y="175816"/>
                </a:lnTo>
                <a:lnTo>
                  <a:pt x="514567" y="178961"/>
                </a:lnTo>
                <a:lnTo>
                  <a:pt x="515015" y="179728"/>
                </a:lnTo>
                <a:moveTo>
                  <a:pt x="523294" y="194665"/>
                </a:moveTo>
                <a:lnTo>
                  <a:pt x="523524" y="195101"/>
                </a:lnTo>
                <a:lnTo>
                  <a:pt x="525221" y="198411"/>
                </a:lnTo>
                <a:lnTo>
                  <a:pt x="526885" y="201747"/>
                </a:lnTo>
                <a:lnTo>
                  <a:pt x="528517" y="205111"/>
                </a:lnTo>
                <a:lnTo>
                  <a:pt x="530116" y="208500"/>
                </a:lnTo>
                <a:lnTo>
                  <a:pt x="531681" y="211916"/>
                </a:lnTo>
                <a:lnTo>
                  <a:pt x="533213" y="215357"/>
                </a:lnTo>
                <a:lnTo>
                  <a:pt x="534711" y="218824"/>
                </a:lnTo>
                <a:lnTo>
                  <a:pt x="536174" y="222317"/>
                </a:lnTo>
                <a:lnTo>
                  <a:pt x="537603" y="225835"/>
                </a:lnTo>
                <a:lnTo>
                  <a:pt x="538996" y="229379"/>
                </a:lnTo>
                <a:lnTo>
                  <a:pt x="540354" y="232947"/>
                </a:lnTo>
                <a:lnTo>
                  <a:pt x="541677" y="236540"/>
                </a:lnTo>
                <a:lnTo>
                  <a:pt x="542964" y="240157"/>
                </a:lnTo>
                <a:lnTo>
                  <a:pt x="543494" y="241703"/>
                </a:lnTo>
                <a:moveTo>
                  <a:pt x="548661" y="257980"/>
                </a:moveTo>
                <a:lnTo>
                  <a:pt x="548832" y="258561"/>
                </a:lnTo>
                <a:lnTo>
                  <a:pt x="549880" y="262266"/>
                </a:lnTo>
                <a:lnTo>
                  <a:pt x="550884" y="265972"/>
                </a:lnTo>
                <a:lnTo>
                  <a:pt x="551845" y="269678"/>
                </a:lnTo>
                <a:lnTo>
                  <a:pt x="552762" y="273384"/>
                </a:lnTo>
                <a:lnTo>
                  <a:pt x="553636" y="277090"/>
                </a:lnTo>
                <a:lnTo>
                  <a:pt x="554467" y="280795"/>
                </a:lnTo>
                <a:lnTo>
                  <a:pt x="555255" y="284499"/>
                </a:lnTo>
                <a:lnTo>
                  <a:pt x="556001" y="288202"/>
                </a:lnTo>
                <a:lnTo>
                  <a:pt x="556703" y="291903"/>
                </a:lnTo>
                <a:lnTo>
                  <a:pt x="557364" y="295601"/>
                </a:lnTo>
                <a:lnTo>
                  <a:pt x="557981" y="299298"/>
                </a:lnTo>
                <a:lnTo>
                  <a:pt x="558557" y="302991"/>
                </a:lnTo>
                <a:lnTo>
                  <a:pt x="559091" y="306681"/>
                </a:lnTo>
                <a:lnTo>
                  <a:pt x="559275" y="308060"/>
                </a:lnTo>
                <a:moveTo>
                  <a:pt x="561132" y="325037"/>
                </a:moveTo>
                <a:lnTo>
                  <a:pt x="561135" y="325072"/>
                </a:lnTo>
                <a:lnTo>
                  <a:pt x="561420" y="328735"/>
                </a:lnTo>
                <a:lnTo>
                  <a:pt x="561664" y="332393"/>
                </a:lnTo>
                <a:lnTo>
                  <a:pt x="561867" y="336045"/>
                </a:lnTo>
                <a:lnTo>
                  <a:pt x="562030" y="339690"/>
                </a:lnTo>
                <a:lnTo>
                  <a:pt x="562152" y="343329"/>
                </a:lnTo>
                <a:lnTo>
                  <a:pt x="562235" y="346960"/>
                </a:lnTo>
                <a:lnTo>
                  <a:pt x="562276" y="350584"/>
                </a:lnTo>
                <a:lnTo>
                  <a:pt x="562278" y="354200"/>
                </a:lnTo>
                <a:lnTo>
                  <a:pt x="562241" y="357808"/>
                </a:lnTo>
                <a:lnTo>
                  <a:pt x="562163" y="361408"/>
                </a:lnTo>
                <a:lnTo>
                  <a:pt x="562046" y="364998"/>
                </a:lnTo>
                <a:lnTo>
                  <a:pt x="561890" y="368579"/>
                </a:lnTo>
                <a:lnTo>
                  <a:pt x="561694" y="372151"/>
                </a:lnTo>
                <a:lnTo>
                  <a:pt x="561460" y="375712"/>
                </a:lnTo>
                <a:lnTo>
                  <a:pt x="561420" y="376223"/>
                </a:lnTo>
                <a:moveTo>
                  <a:pt x="559724" y="393217"/>
                </a:moveTo>
                <a:lnTo>
                  <a:pt x="559707" y="393358"/>
                </a:lnTo>
                <a:lnTo>
                  <a:pt x="559241" y="396852"/>
                </a:lnTo>
                <a:lnTo>
                  <a:pt x="558738" y="400334"/>
                </a:lnTo>
                <a:lnTo>
                  <a:pt x="558197" y="403803"/>
                </a:lnTo>
                <a:lnTo>
                  <a:pt x="557618" y="407258"/>
                </a:lnTo>
                <a:lnTo>
                  <a:pt x="557002" y="410700"/>
                </a:lnTo>
                <a:lnTo>
                  <a:pt x="556348" y="414129"/>
                </a:lnTo>
                <a:lnTo>
                  <a:pt x="555657" y="417542"/>
                </a:lnTo>
                <a:lnTo>
                  <a:pt x="554930" y="420942"/>
                </a:lnTo>
                <a:lnTo>
                  <a:pt x="554165" y="424326"/>
                </a:lnTo>
                <a:lnTo>
                  <a:pt x="553364" y="427695"/>
                </a:lnTo>
                <a:lnTo>
                  <a:pt x="552526" y="431048"/>
                </a:lnTo>
                <a:lnTo>
                  <a:pt x="551652" y="434385"/>
                </a:lnTo>
                <a:lnTo>
                  <a:pt x="550741" y="437706"/>
                </a:lnTo>
                <a:lnTo>
                  <a:pt x="549795" y="441010"/>
                </a:lnTo>
                <a:lnTo>
                  <a:pt x="549115" y="443286"/>
                </a:lnTo>
                <a:moveTo>
                  <a:pt x="543721" y="459489"/>
                </a:moveTo>
                <a:lnTo>
                  <a:pt x="543368" y="460462"/>
                </a:lnTo>
                <a:lnTo>
                  <a:pt x="542173" y="463639"/>
                </a:lnTo>
                <a:lnTo>
                  <a:pt x="540944" y="466796"/>
                </a:lnTo>
                <a:lnTo>
                  <a:pt x="539680" y="469933"/>
                </a:lnTo>
                <a:lnTo>
                  <a:pt x="538381" y="473049"/>
                </a:lnTo>
                <a:lnTo>
                  <a:pt x="537049" y="476145"/>
                </a:lnTo>
                <a:lnTo>
                  <a:pt x="535682" y="479220"/>
                </a:lnTo>
                <a:lnTo>
                  <a:pt x="534281" y="482274"/>
                </a:lnTo>
                <a:lnTo>
                  <a:pt x="532846" y="485305"/>
                </a:lnTo>
                <a:lnTo>
                  <a:pt x="531377" y="488315"/>
                </a:lnTo>
                <a:lnTo>
                  <a:pt x="529875" y="491302"/>
                </a:lnTo>
                <a:lnTo>
                  <a:pt x="528339" y="494266"/>
                </a:lnTo>
                <a:lnTo>
                  <a:pt x="526770" y="497207"/>
                </a:lnTo>
                <a:lnTo>
                  <a:pt x="525169" y="500125"/>
                </a:lnTo>
                <a:lnTo>
                  <a:pt x="523534" y="503019"/>
                </a:lnTo>
                <a:lnTo>
                  <a:pt x="521926" y="505784"/>
                </a:lnTo>
                <a:moveTo>
                  <a:pt x="512797" y="520216"/>
                </a:moveTo>
                <a:lnTo>
                  <a:pt x="511180" y="522574"/>
                </a:lnTo>
                <a:lnTo>
                  <a:pt x="509288" y="525264"/>
                </a:lnTo>
                <a:lnTo>
                  <a:pt x="507363" y="527926"/>
                </a:lnTo>
                <a:lnTo>
                  <a:pt x="505408" y="530561"/>
                </a:lnTo>
                <a:lnTo>
                  <a:pt x="503421" y="533168"/>
                </a:lnTo>
                <a:lnTo>
                  <a:pt x="501403" y="535747"/>
                </a:lnTo>
                <a:lnTo>
                  <a:pt x="499354" y="538297"/>
                </a:lnTo>
                <a:lnTo>
                  <a:pt x="497275" y="540818"/>
                </a:lnTo>
                <a:lnTo>
                  <a:pt x="495164" y="543311"/>
                </a:lnTo>
                <a:lnTo>
                  <a:pt x="493024" y="545773"/>
                </a:lnTo>
                <a:lnTo>
                  <a:pt x="490853" y="548206"/>
                </a:lnTo>
                <a:lnTo>
                  <a:pt x="488652" y="550608"/>
                </a:lnTo>
                <a:lnTo>
                  <a:pt x="486421" y="552979"/>
                </a:lnTo>
                <a:lnTo>
                  <a:pt x="484160" y="555319"/>
                </a:lnTo>
                <a:lnTo>
                  <a:pt x="481870" y="557628"/>
                </a:lnTo>
                <a:lnTo>
                  <a:pt x="479997" y="559467"/>
                </a:lnTo>
                <a:moveTo>
                  <a:pt x="467349" y="570940"/>
                </a:moveTo>
                <a:lnTo>
                  <a:pt x="465019" y="572882"/>
                </a:lnTo>
                <a:lnTo>
                  <a:pt x="462497" y="574927"/>
                </a:lnTo>
                <a:lnTo>
                  <a:pt x="459947" y="576937"/>
                </a:lnTo>
                <a:lnTo>
                  <a:pt x="457369" y="578912"/>
                </a:lnTo>
                <a:lnTo>
                  <a:pt x="454762" y="580852"/>
                </a:lnTo>
                <a:lnTo>
                  <a:pt x="452128" y="582756"/>
                </a:lnTo>
                <a:lnTo>
                  <a:pt x="449466" y="584624"/>
                </a:lnTo>
                <a:lnTo>
                  <a:pt x="446777" y="586456"/>
                </a:lnTo>
                <a:lnTo>
                  <a:pt x="444061" y="588251"/>
                </a:lnTo>
                <a:lnTo>
                  <a:pt x="441317" y="590009"/>
                </a:lnTo>
                <a:lnTo>
                  <a:pt x="438546" y="591729"/>
                </a:lnTo>
                <a:lnTo>
                  <a:pt x="435749" y="593412"/>
                </a:lnTo>
                <a:lnTo>
                  <a:pt x="432924" y="595056"/>
                </a:lnTo>
                <a:lnTo>
                  <a:pt x="430074" y="596662"/>
                </a:lnTo>
                <a:lnTo>
                  <a:pt x="427196" y="598229"/>
                </a:lnTo>
                <a:lnTo>
                  <a:pt x="424893" y="599441"/>
                </a:lnTo>
                <a:moveTo>
                  <a:pt x="409465" y="606759"/>
                </a:moveTo>
                <a:lnTo>
                  <a:pt x="409389" y="606793"/>
                </a:lnTo>
                <a:lnTo>
                  <a:pt x="406331" y="608077"/>
                </a:lnTo>
                <a:lnTo>
                  <a:pt x="403249" y="609320"/>
                </a:lnTo>
                <a:lnTo>
                  <a:pt x="400141" y="610520"/>
                </a:lnTo>
                <a:lnTo>
                  <a:pt x="397009" y="611679"/>
                </a:lnTo>
                <a:lnTo>
                  <a:pt x="393852" y="612794"/>
                </a:lnTo>
                <a:lnTo>
                  <a:pt x="390671" y="613866"/>
                </a:lnTo>
                <a:lnTo>
                  <a:pt x="387465" y="614894"/>
                </a:lnTo>
                <a:lnTo>
                  <a:pt x="384244" y="615876"/>
                </a:lnTo>
                <a:lnTo>
                  <a:pt x="381019" y="616808"/>
                </a:lnTo>
                <a:lnTo>
                  <a:pt x="377789" y="617691"/>
                </a:lnTo>
                <a:lnTo>
                  <a:pt x="374555" y="618524"/>
                </a:lnTo>
                <a:lnTo>
                  <a:pt x="371318" y="619309"/>
                </a:lnTo>
                <a:lnTo>
                  <a:pt x="368077" y="620044"/>
                </a:lnTo>
                <a:lnTo>
                  <a:pt x="364832" y="620731"/>
                </a:lnTo>
                <a:lnTo>
                  <a:pt x="361585" y="621369"/>
                </a:lnTo>
                <a:lnTo>
                  <a:pt x="360521" y="621563"/>
                </a:lnTo>
                <a:moveTo>
                  <a:pt x="343624" y="624025"/>
                </a:moveTo>
                <a:lnTo>
                  <a:pt x="342061" y="624194"/>
                </a:lnTo>
                <a:lnTo>
                  <a:pt x="338804" y="624499"/>
                </a:lnTo>
                <a:lnTo>
                  <a:pt x="335546" y="624757"/>
                </a:lnTo>
                <a:lnTo>
                  <a:pt x="332288" y="624969"/>
                </a:lnTo>
                <a:lnTo>
                  <a:pt x="329031" y="625134"/>
                </a:lnTo>
                <a:lnTo>
                  <a:pt x="325775" y="625254"/>
                </a:lnTo>
                <a:lnTo>
                  <a:pt x="322520" y="625327"/>
                </a:lnTo>
                <a:lnTo>
                  <a:pt x="319266" y="625354"/>
                </a:lnTo>
                <a:lnTo>
                  <a:pt x="316014" y="625336"/>
                </a:lnTo>
                <a:lnTo>
                  <a:pt x="312764" y="625272"/>
                </a:lnTo>
                <a:lnTo>
                  <a:pt x="309517" y="625164"/>
                </a:lnTo>
                <a:lnTo>
                  <a:pt x="306273" y="625010"/>
                </a:lnTo>
                <a:lnTo>
                  <a:pt x="303032" y="624811"/>
                </a:lnTo>
                <a:lnTo>
                  <a:pt x="299794" y="624568"/>
                </a:lnTo>
                <a:lnTo>
                  <a:pt x="296560" y="624281"/>
                </a:lnTo>
                <a:lnTo>
                  <a:pt x="293330" y="623949"/>
                </a:lnTo>
                <a:lnTo>
                  <a:pt x="292489" y="623852"/>
                </a:lnTo>
                <a:moveTo>
                  <a:pt x="275600" y="621331"/>
                </a:moveTo>
                <a:lnTo>
                  <a:pt x="274057" y="621045"/>
                </a:lnTo>
                <a:lnTo>
                  <a:pt x="270865" y="620410"/>
                </a:lnTo>
                <a:lnTo>
                  <a:pt x="267681" y="619733"/>
                </a:lnTo>
                <a:lnTo>
                  <a:pt x="264503" y="619013"/>
                </a:lnTo>
                <a:lnTo>
                  <a:pt x="261333" y="618251"/>
                </a:lnTo>
                <a:lnTo>
                  <a:pt x="258171" y="617448"/>
                </a:lnTo>
                <a:lnTo>
                  <a:pt x="255016" y="616603"/>
                </a:lnTo>
                <a:lnTo>
                  <a:pt x="251871" y="615716"/>
                </a:lnTo>
                <a:lnTo>
                  <a:pt x="248734" y="614788"/>
                </a:lnTo>
                <a:lnTo>
                  <a:pt x="245606" y="613819"/>
                </a:lnTo>
                <a:lnTo>
                  <a:pt x="242488" y="612809"/>
                </a:lnTo>
                <a:lnTo>
                  <a:pt x="239379" y="611758"/>
                </a:lnTo>
                <a:lnTo>
                  <a:pt x="236281" y="610667"/>
                </a:lnTo>
                <a:lnTo>
                  <a:pt x="233193" y="609536"/>
                </a:lnTo>
                <a:lnTo>
                  <a:pt x="230115" y="608364"/>
                </a:lnTo>
                <a:lnTo>
                  <a:pt x="227049" y="607153"/>
                </a:lnTo>
                <a:lnTo>
                  <a:pt x="226515" y="606934"/>
                </a:lnTo>
                <a:moveTo>
                  <a:pt x="210899" y="600024"/>
                </a:moveTo>
                <a:lnTo>
                  <a:pt x="208905" y="599060"/>
                </a:lnTo>
                <a:lnTo>
                  <a:pt x="205926" y="597575"/>
                </a:lnTo>
                <a:lnTo>
                  <a:pt x="202961" y="596053"/>
                </a:lnTo>
                <a:lnTo>
                  <a:pt x="200010" y="594492"/>
                </a:lnTo>
                <a:lnTo>
                  <a:pt x="197073" y="592893"/>
                </a:lnTo>
                <a:lnTo>
                  <a:pt x="194151" y="591257"/>
                </a:lnTo>
                <a:lnTo>
                  <a:pt x="191244" y="589584"/>
                </a:lnTo>
                <a:lnTo>
                  <a:pt x="188353" y="587873"/>
                </a:lnTo>
                <a:lnTo>
                  <a:pt x="185477" y="586125"/>
                </a:lnTo>
                <a:lnTo>
                  <a:pt x="182618" y="584341"/>
                </a:lnTo>
                <a:lnTo>
                  <a:pt x="179774" y="582520"/>
                </a:lnTo>
                <a:lnTo>
                  <a:pt x="176948" y="580662"/>
                </a:lnTo>
                <a:lnTo>
                  <a:pt x="174139" y="578769"/>
                </a:lnTo>
                <a:lnTo>
                  <a:pt x="171347" y="576839"/>
                </a:lnTo>
                <a:lnTo>
                  <a:pt x="168573" y="574874"/>
                </a:lnTo>
                <a:lnTo>
                  <a:pt x="167001" y="573732"/>
                </a:lnTo>
                <a:moveTo>
                  <a:pt x="153485" y="563294"/>
                </a:moveTo>
                <a:lnTo>
                  <a:pt x="152320" y="562342"/>
                </a:lnTo>
                <a:lnTo>
                  <a:pt x="149679" y="560132"/>
                </a:lnTo>
                <a:lnTo>
                  <a:pt x="147059" y="557888"/>
                </a:lnTo>
                <a:lnTo>
                  <a:pt x="144460" y="555610"/>
                </a:lnTo>
                <a:lnTo>
                  <a:pt x="141881" y="553298"/>
                </a:lnTo>
                <a:lnTo>
                  <a:pt x="139324" y="550953"/>
                </a:lnTo>
                <a:lnTo>
                  <a:pt x="136789" y="548574"/>
                </a:lnTo>
                <a:lnTo>
                  <a:pt x="134276" y="546163"/>
                </a:lnTo>
                <a:lnTo>
                  <a:pt x="131785" y="543718"/>
                </a:lnTo>
                <a:lnTo>
                  <a:pt x="129317" y="541241"/>
                </a:lnTo>
                <a:lnTo>
                  <a:pt x="126873" y="538731"/>
                </a:lnTo>
                <a:lnTo>
                  <a:pt x="124451" y="536189"/>
                </a:lnTo>
                <a:lnTo>
                  <a:pt x="122053" y="533615"/>
                </a:lnTo>
                <a:lnTo>
                  <a:pt x="119679" y="531009"/>
                </a:lnTo>
                <a:lnTo>
                  <a:pt x="117330" y="528371"/>
                </a:lnTo>
                <a:lnTo>
                  <a:pt x="116728" y="527680"/>
                </a:lnTo>
                <a:moveTo>
                  <a:pt x="105822" y="514537"/>
                </a:moveTo>
                <a:lnTo>
                  <a:pt x="103765" y="511892"/>
                </a:lnTo>
                <a:lnTo>
                  <a:pt x="101596" y="509038"/>
                </a:lnTo>
                <a:lnTo>
                  <a:pt x="99453" y="506154"/>
                </a:lnTo>
                <a:lnTo>
                  <a:pt x="97338" y="503241"/>
                </a:lnTo>
                <a:lnTo>
                  <a:pt x="95251" y="500298"/>
                </a:lnTo>
                <a:lnTo>
                  <a:pt x="93192" y="497325"/>
                </a:lnTo>
                <a:lnTo>
                  <a:pt x="91161" y="494323"/>
                </a:lnTo>
                <a:lnTo>
                  <a:pt x="89159" y="491293"/>
                </a:lnTo>
                <a:lnTo>
                  <a:pt x="87186" y="488233"/>
                </a:lnTo>
                <a:lnTo>
                  <a:pt x="85242" y="485145"/>
                </a:lnTo>
                <a:lnTo>
                  <a:pt x="83328" y="482028"/>
                </a:lnTo>
                <a:lnTo>
                  <a:pt x="81445" y="478883"/>
                </a:lnTo>
                <a:lnTo>
                  <a:pt x="79591" y="475710"/>
                </a:lnTo>
                <a:lnTo>
                  <a:pt x="77768" y="472510"/>
                </a:lnTo>
                <a:lnTo>
                  <a:pt x="77448" y="471933"/>
                </a:lnTo>
                <a:moveTo>
                  <a:pt x="69488" y="456824"/>
                </a:moveTo>
                <a:lnTo>
                  <a:pt x="69126" y="456097"/>
                </a:lnTo>
                <a:lnTo>
                  <a:pt x="67494" y="452734"/>
                </a:lnTo>
                <a:lnTo>
                  <a:pt x="65895" y="449344"/>
                </a:lnTo>
                <a:lnTo>
                  <a:pt x="64330" y="445929"/>
                </a:lnTo>
                <a:lnTo>
                  <a:pt x="62798" y="442487"/>
                </a:lnTo>
                <a:lnTo>
                  <a:pt x="61301" y="439020"/>
                </a:lnTo>
                <a:lnTo>
                  <a:pt x="59837" y="435527"/>
                </a:lnTo>
                <a:lnTo>
                  <a:pt x="58409" y="432009"/>
                </a:lnTo>
                <a:lnTo>
                  <a:pt x="57015" y="428466"/>
                </a:lnTo>
                <a:lnTo>
                  <a:pt x="55657" y="424898"/>
                </a:lnTo>
                <a:lnTo>
                  <a:pt x="54334" y="421305"/>
                </a:lnTo>
                <a:lnTo>
                  <a:pt x="53048" y="417687"/>
                </a:lnTo>
                <a:lnTo>
                  <a:pt x="51797" y="414045"/>
                </a:lnTo>
                <a:lnTo>
                  <a:pt x="50584" y="410380"/>
                </a:lnTo>
                <a:lnTo>
                  <a:pt x="50264" y="409378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C000"/>
            </a:solidFill>
            <a:prstDash val="solid"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8A5BD8-C0B1-4182-89A2-16BD4300D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77f78207443e4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6017" y="2013528"/>
            <a:ext cx="1017338" cy="484447"/>
          </a:xfrm>
          <a:prstGeom xmlns:a="http://schemas.openxmlformats.org/drawingml/2006/main" prst="rect">
            <a:avLst/>
          </a:prstGeom>
        </p:spPr>
      </p:pic>
      <p:sp>
        <p:nvSpPr>
          <p:cNvPr id="86" name="conquer-source-component-9">
            <a:extLst xmlns:a="http://schemas.openxmlformats.org/drawingml/2006/main">
              <a:ext uri="{FF2B5EF4-FFF2-40B4-BE49-F238E27FC236}">
                <a16:creationId xmlns:a16="http://schemas.microsoft.com/office/drawing/2014/main" id="{8C259F0B-6E4F-4AA8-93C0-A26061FC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017" y="2013528"/>
            <a:ext cx="1017338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pdf-path-91">
            <a:extLst xmlns:a="http://schemas.openxmlformats.org/drawingml/2006/main">
              <a:ext uri="{FF2B5EF4-FFF2-40B4-BE49-F238E27FC236}">
                <a16:creationId xmlns:a16="http://schemas.microsoft.com/office/drawing/2014/main" id="{BE841DFE-6548-4F1F-A8C7-47AD8BD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428" y="2113834"/>
            <a:ext cx="808653" cy="286941"/>
          </a:xfrm>
          <a:custGeom xmlns:a="http://schemas.openxmlformats.org/drawingml/2006/main">
            <a:pathLst>
              <a:path w="808653" h="286941">
                <a:moveTo>
                  <a:pt x="0" y="143471"/>
                </a:moveTo>
                <a:lnTo>
                  <a:pt x="71735" y="0"/>
                </a:lnTo>
                <a:lnTo>
                  <a:pt x="736918" y="0"/>
                </a:lnTo>
                <a:lnTo>
                  <a:pt x="808653" y="143471"/>
                </a:lnTo>
                <a:lnTo>
                  <a:pt x="736918" y="286941"/>
                </a:lnTo>
                <a:lnTo>
                  <a:pt x="71735" y="286941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92">
            <a:extLst xmlns:a="http://schemas.openxmlformats.org/drawingml/2006/main">
              <a:ext uri="{FF2B5EF4-FFF2-40B4-BE49-F238E27FC236}">
                <a16:creationId xmlns:a16="http://schemas.microsoft.com/office/drawing/2014/main" id="{6F9AC100-ACDA-4A5B-BE3F-F3ABEFB9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428" y="2113834"/>
            <a:ext cx="808653" cy="286942"/>
          </a:xfrm>
          <a:custGeom xmlns:a="http://schemas.openxmlformats.org/drawingml/2006/main">
            <a:pathLst>
              <a:path w="808653" h="286942">
                <a:moveTo>
                  <a:pt x="0" y="143471"/>
                </a:moveTo>
                <a:lnTo>
                  <a:pt x="71735" y="0"/>
                </a:lnTo>
                <a:lnTo>
                  <a:pt x="736918" y="0"/>
                </a:lnTo>
                <a:lnTo>
                  <a:pt x="808653" y="143471"/>
                </a:lnTo>
                <a:lnTo>
                  <a:pt x="736918" y="286942"/>
                </a:lnTo>
                <a:lnTo>
                  <a:pt x="71735" y="286942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89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A016C5DD-F03F-43B3-9473-D24A196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159" y="2134571"/>
            <a:ext cx="538610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2</a:t>
            </a:r>
          </a:p>
        </p:txBody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A83A20-9E86-4E2C-B49E-E9D156904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a515a3d2845d5"/>
          <a:srcRect xmlns:a="http://schemas.openxmlformats.org/drawingml/2006/main" l="376" t="0" r="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6256" y="180085"/>
            <a:ext cx="4307849" cy="499353"/>
          </a:xfrm>
          <a:prstGeom xmlns:a="http://schemas.openxmlformats.org/drawingml/2006/main" prst="rect">
            <a:avLst/>
          </a:prstGeom>
        </p:spPr>
      </p:pic>
      <p:sp>
        <p:nvSpPr>
          <p:cNvPr id="91" name="conquer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0AB002A0-AD97-4C78-B190-954A13AE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6256" y="180085"/>
            <a:ext cx="4307849" cy="499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pdf-path-95">
            <a:extLst xmlns:a="http://schemas.openxmlformats.org/drawingml/2006/main">
              <a:ext uri="{FF2B5EF4-FFF2-40B4-BE49-F238E27FC236}">
                <a16:creationId xmlns:a16="http://schemas.microsoft.com/office/drawing/2014/main" id="{9A4B7C75-3777-4BEA-8555-33E9977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3204" y="280390"/>
            <a:ext cx="4035813" cy="301845"/>
          </a:xfrm>
          <a:custGeom xmlns:a="http://schemas.openxmlformats.org/drawingml/2006/main">
            <a:pathLst>
              <a:path w="4035813" h="301845">
                <a:moveTo>
                  <a:pt x="0" y="124133"/>
                </a:moveTo>
                <a:cubicBezTo>
                  <a:pt x="0" y="55576"/>
                  <a:pt x="55578" y="0"/>
                  <a:pt x="124135" y="0"/>
                </a:cubicBezTo>
                <a:lnTo>
                  <a:pt x="3911680" y="0"/>
                </a:lnTo>
                <a:cubicBezTo>
                  <a:pt x="3980236" y="0"/>
                  <a:pt x="4035813" y="55576"/>
                  <a:pt x="4035813" y="124133"/>
                </a:cubicBezTo>
                <a:lnTo>
                  <a:pt x="4035813" y="177710"/>
                </a:lnTo>
                <a:cubicBezTo>
                  <a:pt x="4035813" y="246269"/>
                  <a:pt x="3980236" y="301845"/>
                  <a:pt x="3911680" y="301845"/>
                </a:cubicBezTo>
                <a:lnTo>
                  <a:pt x="124135" y="301845"/>
                </a:lnTo>
                <a:cubicBezTo>
                  <a:pt x="55578" y="301845"/>
                  <a:pt x="0" y="246269"/>
                  <a:pt x="0" y="177710"/>
                </a:cubicBezTo>
                <a:lnTo>
                  <a:pt x="0" y="124133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96">
            <a:extLst xmlns:a="http://schemas.openxmlformats.org/drawingml/2006/main">
              <a:ext uri="{FF2B5EF4-FFF2-40B4-BE49-F238E27FC236}">
                <a16:creationId xmlns:a16="http://schemas.microsoft.com/office/drawing/2014/main" id="{D20EB29F-8FC7-4A83-88CB-42EFEEB1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3204" y="280390"/>
            <a:ext cx="4035813" cy="301847"/>
          </a:xfrm>
          <a:custGeom xmlns:a="http://schemas.openxmlformats.org/drawingml/2006/main">
            <a:pathLst>
              <a:path w="4035813" h="301847">
                <a:moveTo>
                  <a:pt x="0" y="124134"/>
                </a:moveTo>
                <a:cubicBezTo>
                  <a:pt x="0" y="55577"/>
                  <a:pt x="55576" y="0"/>
                  <a:pt x="124133" y="0"/>
                </a:cubicBezTo>
                <a:lnTo>
                  <a:pt x="3911680" y="0"/>
                </a:lnTo>
                <a:cubicBezTo>
                  <a:pt x="3980236" y="0"/>
                  <a:pt x="4035813" y="55577"/>
                  <a:pt x="4035813" y="124134"/>
                </a:cubicBezTo>
                <a:lnTo>
                  <a:pt x="4035813" y="177712"/>
                </a:lnTo>
                <a:cubicBezTo>
                  <a:pt x="4035813" y="246270"/>
                  <a:pt x="3980236" y="301847"/>
                  <a:pt x="3911680" y="301847"/>
                </a:cubicBezTo>
                <a:lnTo>
                  <a:pt x="124133" y="301847"/>
                </a:lnTo>
                <a:cubicBezTo>
                  <a:pt x="55576" y="301847"/>
                  <a:pt x="0" y="246270"/>
                  <a:pt x="0" y="177712"/>
                </a:cubicBezTo>
                <a:lnTo>
                  <a:pt x="0" y="124134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94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88D9A119-4926-4CAE-9B52-F49E0D22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8672" y="286221"/>
            <a:ext cx="2920395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Semantic Descriptor Interface</a:t>
            </a:r>
          </a:p>
        </p:txBody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315383-7FDD-40F2-96A1-FC9D39C19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91b029b3f42c2"/>
          <a:srcRect xmlns:a="http://schemas.openxmlformats.org/drawingml/2006/main" l="409" t="0" r="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6288" y="194990"/>
            <a:ext cx="3838309" cy="499353"/>
          </a:xfrm>
          <a:prstGeom xmlns:a="http://schemas.openxmlformats.org/drawingml/2006/main" prst="rect">
            <a:avLst/>
          </a:prstGeom>
        </p:spPr>
      </p:pic>
      <p:sp>
        <p:nvSpPr>
          <p:cNvPr id="96" name="conquer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483235FD-5124-4024-BE53-FA5DEDBF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6288" y="194990"/>
            <a:ext cx="3838309" cy="499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C734F4C5-1773-4677-AE7B-9017393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9510" y="295294"/>
            <a:ext cx="3573725" cy="301849"/>
          </a:xfrm>
          <a:custGeom xmlns:a="http://schemas.openxmlformats.org/drawingml/2006/main">
            <a:pathLst>
              <a:path w="3573725" h="301849">
                <a:moveTo>
                  <a:pt x="0" y="124134"/>
                </a:moveTo>
                <a:cubicBezTo>
                  <a:pt x="0" y="55578"/>
                  <a:pt x="55578" y="0"/>
                  <a:pt x="124135" y="0"/>
                </a:cubicBezTo>
                <a:lnTo>
                  <a:pt x="3449590" y="0"/>
                </a:lnTo>
                <a:cubicBezTo>
                  <a:pt x="3518148" y="0"/>
                  <a:pt x="3573725" y="55578"/>
                  <a:pt x="3573725" y="124134"/>
                </a:cubicBezTo>
                <a:lnTo>
                  <a:pt x="3573725" y="177714"/>
                </a:lnTo>
                <a:cubicBezTo>
                  <a:pt x="3573725" y="246271"/>
                  <a:pt x="3518148" y="301849"/>
                  <a:pt x="3449590" y="301849"/>
                </a:cubicBezTo>
                <a:lnTo>
                  <a:pt x="124135" y="301849"/>
                </a:lnTo>
                <a:cubicBezTo>
                  <a:pt x="55578" y="301849"/>
                  <a:pt x="0" y="246271"/>
                  <a:pt x="0" y="177714"/>
                </a:cubicBezTo>
                <a:lnTo>
                  <a:pt x="0" y="124134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4511F4D4-5088-49FA-A14A-13E2EE5B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9510" y="295294"/>
            <a:ext cx="3573724" cy="301848"/>
          </a:xfrm>
          <a:custGeom xmlns:a="http://schemas.openxmlformats.org/drawingml/2006/main">
            <a:pathLst>
              <a:path w="3573724" h="301848">
                <a:moveTo>
                  <a:pt x="0" y="124135"/>
                </a:moveTo>
                <a:cubicBezTo>
                  <a:pt x="0" y="55577"/>
                  <a:pt x="55577" y="0"/>
                  <a:pt x="124134" y="0"/>
                </a:cubicBezTo>
                <a:lnTo>
                  <a:pt x="3449590" y="0"/>
                </a:lnTo>
                <a:cubicBezTo>
                  <a:pt x="3518147" y="0"/>
                  <a:pt x="3573724" y="55577"/>
                  <a:pt x="3573724" y="124135"/>
                </a:cubicBezTo>
                <a:lnTo>
                  <a:pt x="3573724" y="177713"/>
                </a:lnTo>
                <a:cubicBezTo>
                  <a:pt x="3573724" y="246271"/>
                  <a:pt x="3518147" y="301848"/>
                  <a:pt x="3449590" y="301848"/>
                </a:cubicBezTo>
                <a:lnTo>
                  <a:pt x="124134" y="301848"/>
                </a:lnTo>
                <a:cubicBezTo>
                  <a:pt x="55577" y="301848"/>
                  <a:pt x="0" y="246271"/>
                  <a:pt x="0" y="177713"/>
                </a:cubicBezTo>
                <a:lnTo>
                  <a:pt x="0" y="124135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99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2507E163-7D09-4D85-B038-F45BE4DE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309" y="301127"/>
            <a:ext cx="3286429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Retrieve-Adapt-Update Workflow</a:t>
            </a:r>
          </a:p>
        </p:txBody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8AE5C22-A0C4-48DF-B3A8-2248FC312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caa234ecc4b27"/>
          <a:srcRect xmlns:a="http://schemas.openxmlformats.org/drawingml/2006/main" l="92" t="0" r="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7346" y="6013628"/>
            <a:ext cx="1788725" cy="905543"/>
          </a:xfrm>
          <a:prstGeom xmlns:a="http://schemas.openxmlformats.org/drawingml/2006/main" prst="rect">
            <a:avLst/>
          </a:prstGeom>
        </p:spPr>
      </p:pic>
      <p:sp>
        <p:nvSpPr>
          <p:cNvPr id="101" name="conquer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D69659D6-F1DB-4DC6-9213-1C41290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7346" y="6013628"/>
            <a:ext cx="1788725" cy="905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B70E2E8-4764-4EED-A208-5A7A58F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8131" y="5994414"/>
            <a:ext cx="1827155" cy="943972"/>
          </a:xfrm>
          <a:custGeom xmlns:a="http://schemas.openxmlformats.org/drawingml/2006/main">
            <a:pathLst>
              <a:path w="1827155" h="943972">
                <a:moveTo>
                  <a:pt x="0" y="0"/>
                </a:moveTo>
                <a:lnTo>
                  <a:pt x="38430" y="0"/>
                </a:lnTo>
                <a:moveTo>
                  <a:pt x="76859" y="0"/>
                </a:moveTo>
                <a:lnTo>
                  <a:pt x="115289" y="0"/>
                </a:lnTo>
                <a:moveTo>
                  <a:pt x="153719" y="0"/>
                </a:moveTo>
                <a:lnTo>
                  <a:pt x="192148" y="0"/>
                </a:lnTo>
                <a:moveTo>
                  <a:pt x="230578" y="0"/>
                </a:moveTo>
                <a:lnTo>
                  <a:pt x="269008" y="0"/>
                </a:lnTo>
                <a:moveTo>
                  <a:pt x="307437" y="0"/>
                </a:moveTo>
                <a:lnTo>
                  <a:pt x="345867" y="0"/>
                </a:lnTo>
                <a:moveTo>
                  <a:pt x="384297" y="0"/>
                </a:moveTo>
                <a:lnTo>
                  <a:pt x="422726" y="0"/>
                </a:lnTo>
                <a:moveTo>
                  <a:pt x="461156" y="0"/>
                </a:moveTo>
                <a:lnTo>
                  <a:pt x="499586" y="0"/>
                </a:lnTo>
                <a:moveTo>
                  <a:pt x="538015" y="0"/>
                </a:moveTo>
                <a:lnTo>
                  <a:pt x="576445" y="0"/>
                </a:lnTo>
                <a:moveTo>
                  <a:pt x="614875" y="0"/>
                </a:moveTo>
                <a:lnTo>
                  <a:pt x="653304" y="0"/>
                </a:lnTo>
                <a:moveTo>
                  <a:pt x="691734" y="0"/>
                </a:moveTo>
                <a:lnTo>
                  <a:pt x="730164" y="0"/>
                </a:lnTo>
                <a:moveTo>
                  <a:pt x="768593" y="0"/>
                </a:moveTo>
                <a:lnTo>
                  <a:pt x="807023" y="0"/>
                </a:lnTo>
                <a:moveTo>
                  <a:pt x="845453" y="0"/>
                </a:moveTo>
                <a:lnTo>
                  <a:pt x="883882" y="0"/>
                </a:lnTo>
                <a:moveTo>
                  <a:pt x="922312" y="0"/>
                </a:moveTo>
                <a:lnTo>
                  <a:pt x="960742" y="0"/>
                </a:lnTo>
                <a:moveTo>
                  <a:pt x="999171" y="0"/>
                </a:moveTo>
                <a:lnTo>
                  <a:pt x="1037601" y="0"/>
                </a:lnTo>
                <a:moveTo>
                  <a:pt x="1076031" y="0"/>
                </a:moveTo>
                <a:lnTo>
                  <a:pt x="1114460" y="0"/>
                </a:lnTo>
                <a:moveTo>
                  <a:pt x="1152890" y="0"/>
                </a:moveTo>
                <a:lnTo>
                  <a:pt x="1191320" y="0"/>
                </a:lnTo>
                <a:moveTo>
                  <a:pt x="1229749" y="0"/>
                </a:moveTo>
                <a:lnTo>
                  <a:pt x="1268179" y="0"/>
                </a:lnTo>
                <a:moveTo>
                  <a:pt x="1306609" y="0"/>
                </a:moveTo>
                <a:lnTo>
                  <a:pt x="1345038" y="0"/>
                </a:lnTo>
                <a:moveTo>
                  <a:pt x="1383468" y="0"/>
                </a:moveTo>
                <a:lnTo>
                  <a:pt x="1421898" y="0"/>
                </a:lnTo>
                <a:moveTo>
                  <a:pt x="1460327" y="0"/>
                </a:moveTo>
                <a:lnTo>
                  <a:pt x="1498757" y="0"/>
                </a:lnTo>
                <a:moveTo>
                  <a:pt x="1537187" y="0"/>
                </a:moveTo>
                <a:lnTo>
                  <a:pt x="1575616" y="0"/>
                </a:lnTo>
                <a:moveTo>
                  <a:pt x="1614046" y="0"/>
                </a:moveTo>
                <a:lnTo>
                  <a:pt x="1652476" y="0"/>
                </a:lnTo>
                <a:moveTo>
                  <a:pt x="1690905" y="0"/>
                </a:moveTo>
                <a:lnTo>
                  <a:pt x="1729335" y="0"/>
                </a:lnTo>
                <a:moveTo>
                  <a:pt x="1767765" y="0"/>
                </a:moveTo>
                <a:lnTo>
                  <a:pt x="1806194" y="0"/>
                </a:lnTo>
                <a:moveTo>
                  <a:pt x="1827155" y="17469"/>
                </a:moveTo>
                <a:lnTo>
                  <a:pt x="1827155" y="55899"/>
                </a:lnTo>
                <a:moveTo>
                  <a:pt x="1827155" y="94328"/>
                </a:moveTo>
                <a:lnTo>
                  <a:pt x="1827155" y="132758"/>
                </a:lnTo>
                <a:moveTo>
                  <a:pt x="1827155" y="171188"/>
                </a:moveTo>
                <a:lnTo>
                  <a:pt x="1827155" y="209617"/>
                </a:lnTo>
                <a:moveTo>
                  <a:pt x="1827155" y="248047"/>
                </a:moveTo>
                <a:lnTo>
                  <a:pt x="1827155" y="286477"/>
                </a:lnTo>
                <a:moveTo>
                  <a:pt x="1827155" y="324906"/>
                </a:moveTo>
                <a:lnTo>
                  <a:pt x="1827155" y="363336"/>
                </a:lnTo>
                <a:moveTo>
                  <a:pt x="1827155" y="401766"/>
                </a:moveTo>
                <a:lnTo>
                  <a:pt x="1827155" y="440195"/>
                </a:lnTo>
                <a:moveTo>
                  <a:pt x="1827155" y="478625"/>
                </a:moveTo>
                <a:lnTo>
                  <a:pt x="1827155" y="517055"/>
                </a:lnTo>
                <a:moveTo>
                  <a:pt x="1827155" y="555484"/>
                </a:moveTo>
                <a:lnTo>
                  <a:pt x="1827155" y="593914"/>
                </a:lnTo>
                <a:moveTo>
                  <a:pt x="1827155" y="632344"/>
                </a:moveTo>
                <a:lnTo>
                  <a:pt x="1827155" y="670773"/>
                </a:lnTo>
                <a:moveTo>
                  <a:pt x="1827155" y="709203"/>
                </a:moveTo>
                <a:lnTo>
                  <a:pt x="1827155" y="747633"/>
                </a:lnTo>
                <a:moveTo>
                  <a:pt x="1827155" y="786062"/>
                </a:moveTo>
                <a:lnTo>
                  <a:pt x="1827155" y="824492"/>
                </a:lnTo>
                <a:moveTo>
                  <a:pt x="1827155" y="862922"/>
                </a:moveTo>
                <a:lnTo>
                  <a:pt x="1827155" y="901351"/>
                </a:lnTo>
                <a:moveTo>
                  <a:pt x="1827155" y="939781"/>
                </a:moveTo>
                <a:lnTo>
                  <a:pt x="1827155" y="943972"/>
                </a:lnTo>
                <a:lnTo>
                  <a:pt x="1792916" y="943972"/>
                </a:lnTo>
                <a:moveTo>
                  <a:pt x="1754486" y="943972"/>
                </a:moveTo>
                <a:lnTo>
                  <a:pt x="1716057" y="943972"/>
                </a:lnTo>
                <a:moveTo>
                  <a:pt x="1677627" y="943972"/>
                </a:moveTo>
                <a:lnTo>
                  <a:pt x="1639197" y="943972"/>
                </a:lnTo>
                <a:moveTo>
                  <a:pt x="1600768" y="943972"/>
                </a:moveTo>
                <a:lnTo>
                  <a:pt x="1562338" y="943972"/>
                </a:lnTo>
                <a:moveTo>
                  <a:pt x="1523908" y="943972"/>
                </a:moveTo>
                <a:lnTo>
                  <a:pt x="1485479" y="943972"/>
                </a:lnTo>
                <a:moveTo>
                  <a:pt x="1447049" y="943972"/>
                </a:moveTo>
                <a:lnTo>
                  <a:pt x="1408619" y="943972"/>
                </a:lnTo>
                <a:moveTo>
                  <a:pt x="1370190" y="943972"/>
                </a:moveTo>
                <a:lnTo>
                  <a:pt x="1331760" y="943972"/>
                </a:lnTo>
                <a:moveTo>
                  <a:pt x="1293331" y="943972"/>
                </a:moveTo>
                <a:lnTo>
                  <a:pt x="1254901" y="943972"/>
                </a:lnTo>
                <a:moveTo>
                  <a:pt x="1216471" y="943972"/>
                </a:moveTo>
                <a:lnTo>
                  <a:pt x="1178042" y="943972"/>
                </a:lnTo>
                <a:moveTo>
                  <a:pt x="1139612" y="943972"/>
                </a:moveTo>
                <a:lnTo>
                  <a:pt x="1101182" y="943972"/>
                </a:lnTo>
                <a:moveTo>
                  <a:pt x="1062753" y="943972"/>
                </a:moveTo>
                <a:lnTo>
                  <a:pt x="1024323" y="943972"/>
                </a:lnTo>
                <a:moveTo>
                  <a:pt x="985893" y="943972"/>
                </a:moveTo>
                <a:lnTo>
                  <a:pt x="947464" y="943972"/>
                </a:lnTo>
                <a:moveTo>
                  <a:pt x="909034" y="943972"/>
                </a:moveTo>
                <a:lnTo>
                  <a:pt x="870604" y="943972"/>
                </a:lnTo>
                <a:moveTo>
                  <a:pt x="832175" y="943972"/>
                </a:moveTo>
                <a:lnTo>
                  <a:pt x="793745" y="943972"/>
                </a:lnTo>
                <a:moveTo>
                  <a:pt x="755315" y="943972"/>
                </a:moveTo>
                <a:lnTo>
                  <a:pt x="716886" y="943972"/>
                </a:lnTo>
                <a:moveTo>
                  <a:pt x="678456" y="943972"/>
                </a:moveTo>
                <a:lnTo>
                  <a:pt x="640026" y="943972"/>
                </a:lnTo>
                <a:moveTo>
                  <a:pt x="601597" y="943972"/>
                </a:moveTo>
                <a:lnTo>
                  <a:pt x="563167" y="943972"/>
                </a:lnTo>
                <a:moveTo>
                  <a:pt x="524737" y="943972"/>
                </a:moveTo>
                <a:lnTo>
                  <a:pt x="486308" y="943972"/>
                </a:lnTo>
                <a:moveTo>
                  <a:pt x="447878" y="943972"/>
                </a:moveTo>
                <a:lnTo>
                  <a:pt x="409448" y="943972"/>
                </a:lnTo>
                <a:moveTo>
                  <a:pt x="371019" y="943972"/>
                </a:moveTo>
                <a:lnTo>
                  <a:pt x="332589" y="943972"/>
                </a:lnTo>
                <a:moveTo>
                  <a:pt x="294159" y="943972"/>
                </a:moveTo>
                <a:lnTo>
                  <a:pt x="255730" y="943972"/>
                </a:lnTo>
                <a:moveTo>
                  <a:pt x="217300" y="943972"/>
                </a:moveTo>
                <a:lnTo>
                  <a:pt x="178870" y="943972"/>
                </a:lnTo>
                <a:moveTo>
                  <a:pt x="140441" y="943972"/>
                </a:moveTo>
                <a:lnTo>
                  <a:pt x="102011" y="943972"/>
                </a:lnTo>
                <a:moveTo>
                  <a:pt x="63581" y="943972"/>
                </a:moveTo>
                <a:lnTo>
                  <a:pt x="25152" y="943972"/>
                </a:lnTo>
                <a:moveTo>
                  <a:pt x="0" y="930694"/>
                </a:moveTo>
                <a:lnTo>
                  <a:pt x="0" y="892264"/>
                </a:lnTo>
                <a:moveTo>
                  <a:pt x="0" y="853834"/>
                </a:moveTo>
                <a:lnTo>
                  <a:pt x="0" y="815405"/>
                </a:lnTo>
                <a:moveTo>
                  <a:pt x="0" y="776975"/>
                </a:moveTo>
                <a:lnTo>
                  <a:pt x="0" y="738545"/>
                </a:lnTo>
                <a:moveTo>
                  <a:pt x="0" y="700116"/>
                </a:moveTo>
                <a:lnTo>
                  <a:pt x="0" y="661686"/>
                </a:lnTo>
                <a:moveTo>
                  <a:pt x="0" y="623256"/>
                </a:moveTo>
                <a:lnTo>
                  <a:pt x="0" y="584827"/>
                </a:lnTo>
                <a:moveTo>
                  <a:pt x="0" y="546397"/>
                </a:moveTo>
                <a:lnTo>
                  <a:pt x="0" y="507967"/>
                </a:lnTo>
                <a:moveTo>
                  <a:pt x="0" y="469538"/>
                </a:moveTo>
                <a:lnTo>
                  <a:pt x="0" y="431108"/>
                </a:lnTo>
                <a:moveTo>
                  <a:pt x="0" y="392678"/>
                </a:moveTo>
                <a:lnTo>
                  <a:pt x="0" y="354249"/>
                </a:lnTo>
                <a:moveTo>
                  <a:pt x="0" y="315819"/>
                </a:moveTo>
                <a:lnTo>
                  <a:pt x="0" y="277389"/>
                </a:lnTo>
                <a:moveTo>
                  <a:pt x="0" y="238960"/>
                </a:moveTo>
                <a:lnTo>
                  <a:pt x="0" y="200530"/>
                </a:lnTo>
                <a:moveTo>
                  <a:pt x="0" y="162100"/>
                </a:moveTo>
                <a:lnTo>
                  <a:pt x="0" y="123671"/>
                </a:lnTo>
                <a:moveTo>
                  <a:pt x="0" y="85241"/>
                </a:moveTo>
                <a:lnTo>
                  <a:pt x="0" y="46811"/>
                </a:lnTo>
                <a:moveTo>
                  <a:pt x="0" y="83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000000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98CB008-132E-4391-9D22-81C69082E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553c4df9b42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025" y="1400175"/>
            <a:ext cx="657225" cy="685800"/>
          </a:xfrm>
          <a:prstGeom xmlns:a="http://schemas.openxmlformats.org/drawingml/2006/main" prst="rect">
            <a:avLst/>
          </a:prstGeom>
        </p:spPr>
      </p:pic>
      <p:sp>
        <p:nvSpPr>
          <p:cNvPr id="104" name="conquer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E83F50A3-EA67-447A-98C9-B270C7E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400175"/>
            <a:ext cx="657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D20E74-DC00-43CC-8472-DB2390A19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234eb84cc43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025" y="24574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106" name="conquer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6E56E092-8F59-462A-BC75-BF26940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24574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2D8C00-CDB3-40C1-B6E9-326C1A7EA7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dfb0217ba47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025" y="3943350"/>
            <a:ext cx="657225" cy="742950"/>
          </a:xfrm>
          <a:prstGeom xmlns:a="http://schemas.openxmlformats.org/drawingml/2006/main" prst="rect">
            <a:avLst/>
          </a:prstGeom>
        </p:spPr>
      </p:pic>
      <p:sp>
        <p:nvSpPr>
          <p:cNvPr id="108" name="conquer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647AD750-5045-427E-958D-E8FB8DE0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3943350"/>
            <a:ext cx="657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E998C290-4739-4761-AB82-64976CF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6875" y="2855160"/>
            <a:ext cx="755251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robots</a:t>
            </a:r>
          </a:p>
        </p:txBody>
      </p:sp>
      <p:sp>
        <p:nvSpPr>
          <p:cNvPr id="110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753662C8-DE8F-4DBE-A91D-7BB4750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983" y="1849001"/>
            <a:ext cx="858014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rough terrain</a:t>
            </a:r>
          </a:p>
        </p:txBody>
      </p:sp>
      <p:sp>
        <p:nvSpPr>
          <p:cNvPr id="111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A4A25E42-10BA-4CE6-8066-6F2D889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41" y="4274961"/>
            <a:ext cx="853698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unseen </a:t>
            </a:r>
          </a:p>
        </p:txBody>
      </p:sp>
      <p:sp>
        <p:nvSpPr>
          <p:cNvPr id="112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DAC771CA-E3BC-4B37-AD26-DEA068F7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550" y="4457561"/>
            <a:ext cx="674396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challenges</a:t>
            </a:r>
          </a:p>
        </p:txBody>
      </p:sp>
      <p:sp>
        <p:nvSpPr>
          <p:cNvPr id="11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4DCAA9FD-4379-4B70-9BA1-6FC5408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723" y="3880201"/>
            <a:ext cx="1852078" cy="931628"/>
          </a:xfrm>
          <a:custGeom xmlns:a="http://schemas.openxmlformats.org/drawingml/2006/main">
            <a:pathLst>
              <a:path w="1852078" h="931628">
                <a:moveTo>
                  <a:pt x="0" y="65810"/>
                </a:moveTo>
                <a:cubicBezTo>
                  <a:pt x="0" y="29464"/>
                  <a:pt x="29464" y="0"/>
                  <a:pt x="65811" y="0"/>
                </a:cubicBezTo>
                <a:lnTo>
                  <a:pt x="1786266" y="0"/>
                </a:lnTo>
                <a:cubicBezTo>
                  <a:pt x="1822612" y="0"/>
                  <a:pt x="1852078" y="29464"/>
                  <a:pt x="1852078" y="65810"/>
                </a:cubicBezTo>
                <a:lnTo>
                  <a:pt x="1852078" y="865817"/>
                </a:lnTo>
                <a:cubicBezTo>
                  <a:pt x="1852078" y="902163"/>
                  <a:pt x="1822612" y="931628"/>
                  <a:pt x="1786266" y="931628"/>
                </a:cubicBezTo>
                <a:lnTo>
                  <a:pt x="65811" y="931628"/>
                </a:lnTo>
                <a:cubicBezTo>
                  <a:pt x="29464" y="931628"/>
                  <a:pt x="0" y="902163"/>
                  <a:pt x="0" y="865817"/>
                </a:cubicBezTo>
                <a:lnTo>
                  <a:pt x="0" y="6581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6FEA9F41-1CA0-466E-9938-77B697D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723" y="3880201"/>
            <a:ext cx="1852076" cy="931628"/>
          </a:xfrm>
          <a:custGeom xmlns:a="http://schemas.openxmlformats.org/drawingml/2006/main">
            <a:pathLst>
              <a:path w="1852076" h="931628">
                <a:moveTo>
                  <a:pt x="0" y="65811"/>
                </a:moveTo>
                <a:lnTo>
                  <a:pt x="91" y="62316"/>
                </a:lnTo>
                <a:lnTo>
                  <a:pt x="362" y="58868"/>
                </a:lnTo>
                <a:lnTo>
                  <a:pt x="807" y="55473"/>
                </a:lnTo>
                <a:lnTo>
                  <a:pt x="1423" y="52134"/>
                </a:lnTo>
                <a:lnTo>
                  <a:pt x="2205" y="48856"/>
                </a:lnTo>
                <a:lnTo>
                  <a:pt x="3148" y="45644"/>
                </a:lnTo>
                <a:lnTo>
                  <a:pt x="4247" y="42502"/>
                </a:lnTo>
                <a:lnTo>
                  <a:pt x="5499" y="39435"/>
                </a:lnTo>
                <a:lnTo>
                  <a:pt x="6898" y="36447"/>
                </a:lnTo>
                <a:lnTo>
                  <a:pt x="8440" y="33543"/>
                </a:lnTo>
                <a:lnTo>
                  <a:pt x="10121" y="30728"/>
                </a:lnTo>
                <a:lnTo>
                  <a:pt x="11935" y="28006"/>
                </a:lnTo>
                <a:lnTo>
                  <a:pt x="13879" y="25381"/>
                </a:lnTo>
                <a:lnTo>
                  <a:pt x="15948" y="22858"/>
                </a:lnTo>
                <a:lnTo>
                  <a:pt x="18137" y="20442"/>
                </a:lnTo>
                <a:lnTo>
                  <a:pt x="20442" y="18137"/>
                </a:lnTo>
                <a:lnTo>
                  <a:pt x="22858" y="15948"/>
                </a:lnTo>
                <a:lnTo>
                  <a:pt x="25381" y="13879"/>
                </a:lnTo>
                <a:lnTo>
                  <a:pt x="28006" y="11935"/>
                </a:lnTo>
                <a:lnTo>
                  <a:pt x="30728" y="10121"/>
                </a:lnTo>
                <a:lnTo>
                  <a:pt x="33543" y="8440"/>
                </a:lnTo>
                <a:lnTo>
                  <a:pt x="36447" y="6898"/>
                </a:lnTo>
                <a:lnTo>
                  <a:pt x="39435" y="5499"/>
                </a:lnTo>
                <a:lnTo>
                  <a:pt x="40003" y="5267"/>
                </a:lnTo>
                <a:moveTo>
                  <a:pt x="64911" y="23"/>
                </a:moveTo>
                <a:lnTo>
                  <a:pt x="65811" y="0"/>
                </a:lnTo>
                <a:lnTo>
                  <a:pt x="141770" y="0"/>
                </a:lnTo>
                <a:moveTo>
                  <a:pt x="167390" y="0"/>
                </a:moveTo>
                <a:lnTo>
                  <a:pt x="244249" y="0"/>
                </a:lnTo>
                <a:moveTo>
                  <a:pt x="269869" y="0"/>
                </a:moveTo>
                <a:lnTo>
                  <a:pt x="346728" y="0"/>
                </a:lnTo>
                <a:moveTo>
                  <a:pt x="372348" y="0"/>
                </a:moveTo>
                <a:lnTo>
                  <a:pt x="449208" y="0"/>
                </a:lnTo>
                <a:moveTo>
                  <a:pt x="474827" y="0"/>
                </a:moveTo>
                <a:lnTo>
                  <a:pt x="551687" y="0"/>
                </a:lnTo>
                <a:moveTo>
                  <a:pt x="577306" y="0"/>
                </a:moveTo>
                <a:lnTo>
                  <a:pt x="654166" y="0"/>
                </a:lnTo>
                <a:moveTo>
                  <a:pt x="679786" y="0"/>
                </a:moveTo>
                <a:lnTo>
                  <a:pt x="756645" y="0"/>
                </a:lnTo>
                <a:moveTo>
                  <a:pt x="782265" y="0"/>
                </a:moveTo>
                <a:lnTo>
                  <a:pt x="859124" y="0"/>
                </a:lnTo>
                <a:moveTo>
                  <a:pt x="884744" y="0"/>
                </a:moveTo>
                <a:lnTo>
                  <a:pt x="961603" y="0"/>
                </a:lnTo>
                <a:moveTo>
                  <a:pt x="987223" y="0"/>
                </a:moveTo>
                <a:lnTo>
                  <a:pt x="1064082" y="0"/>
                </a:lnTo>
                <a:moveTo>
                  <a:pt x="1089702" y="0"/>
                </a:moveTo>
                <a:lnTo>
                  <a:pt x="1166561" y="0"/>
                </a:lnTo>
                <a:moveTo>
                  <a:pt x="1192181" y="0"/>
                </a:moveTo>
                <a:lnTo>
                  <a:pt x="1269040" y="0"/>
                </a:lnTo>
                <a:moveTo>
                  <a:pt x="1294660" y="0"/>
                </a:moveTo>
                <a:lnTo>
                  <a:pt x="1371519" y="0"/>
                </a:lnTo>
                <a:moveTo>
                  <a:pt x="1397139" y="0"/>
                </a:moveTo>
                <a:lnTo>
                  <a:pt x="1473999" y="0"/>
                </a:lnTo>
                <a:moveTo>
                  <a:pt x="1499618" y="0"/>
                </a:moveTo>
                <a:lnTo>
                  <a:pt x="1576478" y="0"/>
                </a:lnTo>
                <a:moveTo>
                  <a:pt x="1602097" y="0"/>
                </a:moveTo>
                <a:lnTo>
                  <a:pt x="1678957" y="0"/>
                </a:lnTo>
                <a:moveTo>
                  <a:pt x="1704577" y="0"/>
                </a:moveTo>
                <a:lnTo>
                  <a:pt x="1781436" y="0"/>
                </a:lnTo>
                <a:moveTo>
                  <a:pt x="1806714" y="3246"/>
                </a:moveTo>
                <a:lnTo>
                  <a:pt x="1809575" y="4247"/>
                </a:lnTo>
                <a:lnTo>
                  <a:pt x="1812642" y="5499"/>
                </a:lnTo>
                <a:lnTo>
                  <a:pt x="1815629" y="6898"/>
                </a:lnTo>
                <a:lnTo>
                  <a:pt x="1818533" y="8440"/>
                </a:lnTo>
                <a:lnTo>
                  <a:pt x="1821348" y="10121"/>
                </a:lnTo>
                <a:lnTo>
                  <a:pt x="1824071" y="11935"/>
                </a:lnTo>
                <a:lnTo>
                  <a:pt x="1826696" y="13879"/>
                </a:lnTo>
                <a:lnTo>
                  <a:pt x="1829218" y="15948"/>
                </a:lnTo>
                <a:lnTo>
                  <a:pt x="1831634" y="18137"/>
                </a:lnTo>
                <a:lnTo>
                  <a:pt x="1833939" y="20442"/>
                </a:lnTo>
                <a:lnTo>
                  <a:pt x="1836128" y="22858"/>
                </a:lnTo>
                <a:lnTo>
                  <a:pt x="1838197" y="25381"/>
                </a:lnTo>
                <a:lnTo>
                  <a:pt x="1840141" y="28006"/>
                </a:lnTo>
                <a:lnTo>
                  <a:pt x="1841956" y="30728"/>
                </a:lnTo>
                <a:lnTo>
                  <a:pt x="1843636" y="33543"/>
                </a:lnTo>
                <a:lnTo>
                  <a:pt x="1845179" y="36447"/>
                </a:lnTo>
                <a:lnTo>
                  <a:pt x="1846578" y="39435"/>
                </a:lnTo>
                <a:lnTo>
                  <a:pt x="1847829" y="42502"/>
                </a:lnTo>
                <a:lnTo>
                  <a:pt x="1848929" y="45644"/>
                </a:lnTo>
                <a:lnTo>
                  <a:pt x="1849872" y="48856"/>
                </a:lnTo>
                <a:lnTo>
                  <a:pt x="1850653" y="52134"/>
                </a:lnTo>
                <a:lnTo>
                  <a:pt x="1851269" y="55473"/>
                </a:lnTo>
                <a:lnTo>
                  <a:pt x="1851715" y="58868"/>
                </a:lnTo>
                <a:lnTo>
                  <a:pt x="1851810" y="60089"/>
                </a:lnTo>
                <a:moveTo>
                  <a:pt x="1852076" y="85701"/>
                </a:moveTo>
                <a:lnTo>
                  <a:pt x="1852076" y="162560"/>
                </a:lnTo>
                <a:moveTo>
                  <a:pt x="1852076" y="188180"/>
                </a:moveTo>
                <a:lnTo>
                  <a:pt x="1852076" y="265040"/>
                </a:lnTo>
                <a:moveTo>
                  <a:pt x="1852076" y="290659"/>
                </a:moveTo>
                <a:lnTo>
                  <a:pt x="1852076" y="367519"/>
                </a:lnTo>
                <a:moveTo>
                  <a:pt x="1852076" y="393138"/>
                </a:moveTo>
                <a:lnTo>
                  <a:pt x="1852076" y="469998"/>
                </a:lnTo>
                <a:moveTo>
                  <a:pt x="1852076" y="495618"/>
                </a:moveTo>
                <a:lnTo>
                  <a:pt x="1852076" y="572477"/>
                </a:lnTo>
                <a:moveTo>
                  <a:pt x="1852076" y="598097"/>
                </a:moveTo>
                <a:lnTo>
                  <a:pt x="1852076" y="674956"/>
                </a:lnTo>
                <a:moveTo>
                  <a:pt x="1852076" y="700576"/>
                </a:moveTo>
                <a:lnTo>
                  <a:pt x="1852076" y="777435"/>
                </a:lnTo>
                <a:moveTo>
                  <a:pt x="1852076" y="803055"/>
                </a:moveTo>
                <a:lnTo>
                  <a:pt x="1852076" y="865816"/>
                </a:lnTo>
                <a:lnTo>
                  <a:pt x="1851985" y="869312"/>
                </a:lnTo>
                <a:lnTo>
                  <a:pt x="1851715" y="872759"/>
                </a:lnTo>
                <a:lnTo>
                  <a:pt x="1851269" y="876155"/>
                </a:lnTo>
                <a:lnTo>
                  <a:pt x="1850653" y="879494"/>
                </a:lnTo>
                <a:lnTo>
                  <a:pt x="1850578" y="879808"/>
                </a:lnTo>
                <a:moveTo>
                  <a:pt x="1840448" y="903162"/>
                </a:moveTo>
                <a:lnTo>
                  <a:pt x="1840141" y="903622"/>
                </a:lnTo>
                <a:lnTo>
                  <a:pt x="1838197" y="906247"/>
                </a:lnTo>
                <a:lnTo>
                  <a:pt x="1836128" y="908769"/>
                </a:lnTo>
                <a:lnTo>
                  <a:pt x="1833939" y="911185"/>
                </a:lnTo>
                <a:lnTo>
                  <a:pt x="1831634" y="913490"/>
                </a:lnTo>
                <a:lnTo>
                  <a:pt x="1829218" y="915679"/>
                </a:lnTo>
                <a:lnTo>
                  <a:pt x="1826696" y="917748"/>
                </a:lnTo>
                <a:lnTo>
                  <a:pt x="1824071" y="919692"/>
                </a:lnTo>
                <a:lnTo>
                  <a:pt x="1821348" y="921507"/>
                </a:lnTo>
                <a:lnTo>
                  <a:pt x="1818533" y="923188"/>
                </a:lnTo>
                <a:lnTo>
                  <a:pt x="1815629" y="924730"/>
                </a:lnTo>
                <a:lnTo>
                  <a:pt x="1812642" y="926129"/>
                </a:lnTo>
                <a:lnTo>
                  <a:pt x="1809575" y="927381"/>
                </a:lnTo>
                <a:lnTo>
                  <a:pt x="1806433" y="928480"/>
                </a:lnTo>
                <a:lnTo>
                  <a:pt x="1803221" y="929423"/>
                </a:lnTo>
                <a:lnTo>
                  <a:pt x="1799943" y="930204"/>
                </a:lnTo>
                <a:lnTo>
                  <a:pt x="1796604" y="930820"/>
                </a:lnTo>
                <a:lnTo>
                  <a:pt x="1793208" y="931266"/>
                </a:lnTo>
                <a:lnTo>
                  <a:pt x="1789761" y="931536"/>
                </a:lnTo>
                <a:lnTo>
                  <a:pt x="1786265" y="931628"/>
                </a:lnTo>
                <a:lnTo>
                  <a:pt x="1773068" y="931628"/>
                </a:lnTo>
                <a:moveTo>
                  <a:pt x="1747448" y="931628"/>
                </a:moveTo>
                <a:lnTo>
                  <a:pt x="1670589" y="931628"/>
                </a:lnTo>
                <a:moveTo>
                  <a:pt x="1644969" y="931628"/>
                </a:moveTo>
                <a:lnTo>
                  <a:pt x="1568110" y="931628"/>
                </a:lnTo>
                <a:moveTo>
                  <a:pt x="1542490" y="931628"/>
                </a:moveTo>
                <a:lnTo>
                  <a:pt x="1465631" y="931628"/>
                </a:lnTo>
                <a:moveTo>
                  <a:pt x="1440011" y="931628"/>
                </a:moveTo>
                <a:lnTo>
                  <a:pt x="1363151" y="931628"/>
                </a:lnTo>
                <a:moveTo>
                  <a:pt x="1337532" y="931628"/>
                </a:moveTo>
                <a:lnTo>
                  <a:pt x="1260672" y="931628"/>
                </a:lnTo>
                <a:moveTo>
                  <a:pt x="1235053" y="931628"/>
                </a:moveTo>
                <a:lnTo>
                  <a:pt x="1158193" y="931628"/>
                </a:lnTo>
                <a:moveTo>
                  <a:pt x="1132573" y="931628"/>
                </a:moveTo>
                <a:lnTo>
                  <a:pt x="1055714" y="931628"/>
                </a:lnTo>
                <a:moveTo>
                  <a:pt x="1030094" y="931628"/>
                </a:moveTo>
                <a:lnTo>
                  <a:pt x="953235" y="931628"/>
                </a:lnTo>
                <a:moveTo>
                  <a:pt x="927615" y="931628"/>
                </a:moveTo>
                <a:lnTo>
                  <a:pt x="850756" y="931628"/>
                </a:lnTo>
                <a:moveTo>
                  <a:pt x="825136" y="931628"/>
                </a:moveTo>
                <a:lnTo>
                  <a:pt x="748277" y="931628"/>
                </a:lnTo>
                <a:moveTo>
                  <a:pt x="722657" y="931628"/>
                </a:moveTo>
                <a:lnTo>
                  <a:pt x="645798" y="931628"/>
                </a:lnTo>
                <a:moveTo>
                  <a:pt x="620178" y="931628"/>
                </a:moveTo>
                <a:lnTo>
                  <a:pt x="543319" y="931628"/>
                </a:lnTo>
                <a:moveTo>
                  <a:pt x="517699" y="931628"/>
                </a:moveTo>
                <a:lnTo>
                  <a:pt x="440840" y="931628"/>
                </a:lnTo>
                <a:moveTo>
                  <a:pt x="415220" y="931628"/>
                </a:moveTo>
                <a:lnTo>
                  <a:pt x="338360" y="931628"/>
                </a:lnTo>
                <a:moveTo>
                  <a:pt x="312741" y="931628"/>
                </a:moveTo>
                <a:lnTo>
                  <a:pt x="235881" y="931628"/>
                </a:lnTo>
                <a:moveTo>
                  <a:pt x="210262" y="931628"/>
                </a:moveTo>
                <a:lnTo>
                  <a:pt x="133402" y="931628"/>
                </a:lnTo>
                <a:moveTo>
                  <a:pt x="107782" y="931628"/>
                </a:moveTo>
                <a:lnTo>
                  <a:pt x="65811" y="931628"/>
                </a:lnTo>
                <a:lnTo>
                  <a:pt x="62316" y="931536"/>
                </a:lnTo>
                <a:lnTo>
                  <a:pt x="58868" y="931266"/>
                </a:lnTo>
                <a:lnTo>
                  <a:pt x="55473" y="930820"/>
                </a:lnTo>
                <a:lnTo>
                  <a:pt x="52134" y="930204"/>
                </a:lnTo>
                <a:lnTo>
                  <a:pt x="48856" y="929423"/>
                </a:lnTo>
                <a:lnTo>
                  <a:pt x="45644" y="928480"/>
                </a:lnTo>
                <a:lnTo>
                  <a:pt x="42502" y="927381"/>
                </a:lnTo>
                <a:lnTo>
                  <a:pt x="39435" y="926129"/>
                </a:lnTo>
                <a:lnTo>
                  <a:pt x="36447" y="924730"/>
                </a:lnTo>
                <a:lnTo>
                  <a:pt x="33543" y="923188"/>
                </a:lnTo>
                <a:lnTo>
                  <a:pt x="32541" y="922589"/>
                </a:lnTo>
                <a:moveTo>
                  <a:pt x="13483" y="905712"/>
                </a:moveTo>
                <a:lnTo>
                  <a:pt x="11935" y="903622"/>
                </a:lnTo>
                <a:lnTo>
                  <a:pt x="10121" y="900900"/>
                </a:lnTo>
                <a:lnTo>
                  <a:pt x="8440" y="898084"/>
                </a:lnTo>
                <a:lnTo>
                  <a:pt x="6898" y="895180"/>
                </a:lnTo>
                <a:lnTo>
                  <a:pt x="5499" y="892193"/>
                </a:lnTo>
                <a:lnTo>
                  <a:pt x="4247" y="889126"/>
                </a:lnTo>
                <a:lnTo>
                  <a:pt x="3148" y="885984"/>
                </a:lnTo>
                <a:lnTo>
                  <a:pt x="2205" y="882772"/>
                </a:lnTo>
                <a:lnTo>
                  <a:pt x="1423" y="879494"/>
                </a:lnTo>
                <a:lnTo>
                  <a:pt x="807" y="876155"/>
                </a:lnTo>
                <a:lnTo>
                  <a:pt x="362" y="872759"/>
                </a:lnTo>
                <a:lnTo>
                  <a:pt x="91" y="869312"/>
                </a:lnTo>
                <a:lnTo>
                  <a:pt x="0" y="865816"/>
                </a:lnTo>
                <a:lnTo>
                  <a:pt x="0" y="831829"/>
                </a:lnTo>
                <a:moveTo>
                  <a:pt x="0" y="806209"/>
                </a:moveTo>
                <a:lnTo>
                  <a:pt x="0" y="729350"/>
                </a:lnTo>
                <a:moveTo>
                  <a:pt x="0" y="703730"/>
                </a:moveTo>
                <a:lnTo>
                  <a:pt x="0" y="626871"/>
                </a:lnTo>
                <a:moveTo>
                  <a:pt x="0" y="601251"/>
                </a:moveTo>
                <a:lnTo>
                  <a:pt x="0" y="524391"/>
                </a:lnTo>
                <a:moveTo>
                  <a:pt x="0" y="498772"/>
                </a:moveTo>
                <a:lnTo>
                  <a:pt x="0" y="421912"/>
                </a:lnTo>
                <a:moveTo>
                  <a:pt x="0" y="396293"/>
                </a:moveTo>
                <a:lnTo>
                  <a:pt x="0" y="319433"/>
                </a:lnTo>
                <a:moveTo>
                  <a:pt x="0" y="293813"/>
                </a:moveTo>
                <a:lnTo>
                  <a:pt x="0" y="216954"/>
                </a:lnTo>
                <a:moveTo>
                  <a:pt x="0" y="191334"/>
                </a:moveTo>
                <a:lnTo>
                  <a:pt x="0" y="114475"/>
                </a:lnTo>
                <a:moveTo>
                  <a:pt x="0" y="88855"/>
                </a:moveTo>
                <a:lnTo>
                  <a:pt x="0" y="65811"/>
                </a:lnTo>
              </a:path>
            </a:pathLst>
          </a:custGeom>
          <a:noFill xmlns:a="http://schemas.openxmlformats.org/drawingml/2006/main"/>
          <a:ln xmlns:a="http://schemas.openxmlformats.org/drawingml/2006/main" w="25620">
            <a:solidFill>
              <a:srgbClr val="BFBFBF"/>
            </a:solidFill>
            <a:prstDash val="solid"/>
          </a:ln>
        </p:spPr>
      </p:sp>
      <p:sp>
        <p:nvSpPr>
          <p:cNvPr id="115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19E990D8-41D8-42EB-99F9-610DF02D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376" y="3982921"/>
            <a:ext cx="1056847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Library</a:t>
            </a:r>
          </a:p>
        </p:txBody>
      </p:sp>
      <p:sp>
        <p:nvSpPr>
          <p:cNvPr id="116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4778C32E-6177-495D-8D75-10213B52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699" y="4357193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0"/>
                  <a:pt x="24470" y="0"/>
                  <a:pt x="54655" y="0"/>
                </a:cubicBezTo>
                <a:lnTo>
                  <a:pt x="329173" y="0"/>
                </a:lnTo>
                <a:cubicBezTo>
                  <a:pt x="359358" y="0"/>
                  <a:pt x="383830" y="24470"/>
                  <a:pt x="383830" y="54657"/>
                </a:cubicBezTo>
                <a:lnTo>
                  <a:pt x="383830" y="273278"/>
                </a:lnTo>
                <a:cubicBezTo>
                  <a:pt x="383830" y="303463"/>
                  <a:pt x="359358" y="327933"/>
                  <a:pt x="329173" y="327933"/>
                </a:cubicBezTo>
                <a:lnTo>
                  <a:pt x="54655" y="327933"/>
                </a:lnTo>
                <a:cubicBezTo>
                  <a:pt x="24470" y="327933"/>
                  <a:pt x="0" y="303463"/>
                  <a:pt x="0" y="273278"/>
                </a:cubicBezTo>
                <a:lnTo>
                  <a:pt x="0" y="54657"/>
                </a:lnTo>
              </a:path>
            </a:pathLst>
          </a:custGeom>
          <a:solidFill xmlns:a="http://schemas.openxmlformats.org/drawingml/2006/main">
            <a:srgbClr val="DCE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E8CB6390-D77D-4558-B45F-B556638C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699" y="4357193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1"/>
                  <a:pt x="24470" y="0"/>
                  <a:pt x="54657" y="0"/>
                </a:cubicBezTo>
                <a:lnTo>
                  <a:pt x="329173" y="0"/>
                </a:lnTo>
                <a:cubicBezTo>
                  <a:pt x="359360" y="0"/>
                  <a:pt x="383830" y="24471"/>
                  <a:pt x="383830" y="54657"/>
                </a:cubicBezTo>
                <a:lnTo>
                  <a:pt x="383830" y="273276"/>
                </a:lnTo>
                <a:cubicBezTo>
                  <a:pt x="383830" y="303462"/>
                  <a:pt x="359360" y="327933"/>
                  <a:pt x="329173" y="327933"/>
                </a:cubicBezTo>
                <a:lnTo>
                  <a:pt x="54657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7D43E69-3F64-4EB1-ACDF-3F174768E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5f3bfcd644056"/>
          <a:srcRect xmlns:a="http://schemas.openxmlformats.org/drawingml/2006/main" l="0" t="413" r="0" b="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9858" y="4260614"/>
            <a:ext cx="573883" cy="521712"/>
          </a:xfrm>
          <a:prstGeom xmlns:a="http://schemas.openxmlformats.org/drawingml/2006/main" prst="rect">
            <a:avLst/>
          </a:prstGeom>
        </p:spPr>
      </p:pic>
      <p:sp>
        <p:nvSpPr>
          <p:cNvPr id="119" name="conquer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4F6BAB2E-EB07-4D63-9BE8-FB70844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9858" y="4260614"/>
            <a:ext cx="573883" cy="521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61F7B3B7-30AC-4EED-A192-8C673F0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14" y="4357193"/>
            <a:ext cx="383832" cy="327935"/>
          </a:xfrm>
          <a:custGeom xmlns:a="http://schemas.openxmlformats.org/drawingml/2006/main">
            <a:pathLst>
              <a:path w="383832" h="327935">
                <a:moveTo>
                  <a:pt x="0" y="54657"/>
                </a:moveTo>
                <a:cubicBezTo>
                  <a:pt x="0" y="24472"/>
                  <a:pt x="24470" y="0"/>
                  <a:pt x="54657" y="0"/>
                </a:cubicBezTo>
                <a:lnTo>
                  <a:pt x="329175" y="0"/>
                </a:lnTo>
                <a:cubicBezTo>
                  <a:pt x="359360" y="0"/>
                  <a:pt x="383832" y="24472"/>
                  <a:pt x="383832" y="54657"/>
                </a:cubicBezTo>
                <a:lnTo>
                  <a:pt x="383832" y="273278"/>
                </a:lnTo>
                <a:cubicBezTo>
                  <a:pt x="383832" y="303465"/>
                  <a:pt x="359360" y="327935"/>
                  <a:pt x="329175" y="327935"/>
                </a:cubicBezTo>
                <a:lnTo>
                  <a:pt x="54657" y="327935"/>
                </a:lnTo>
                <a:cubicBezTo>
                  <a:pt x="24470" y="327935"/>
                  <a:pt x="0" y="303465"/>
                  <a:pt x="0" y="273278"/>
                </a:cubicBezTo>
                <a:lnTo>
                  <a:pt x="0" y="54657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CC2F478B-F681-4D0F-B2FA-7217CE2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14" y="4357193"/>
            <a:ext cx="383831" cy="327934"/>
          </a:xfrm>
          <a:custGeom xmlns:a="http://schemas.openxmlformats.org/drawingml/2006/main">
            <a:pathLst>
              <a:path w="383831" h="327934">
                <a:moveTo>
                  <a:pt x="0" y="54657"/>
                </a:moveTo>
                <a:cubicBezTo>
                  <a:pt x="0" y="24471"/>
                  <a:pt x="24470" y="0"/>
                  <a:pt x="54657" y="0"/>
                </a:cubicBezTo>
                <a:lnTo>
                  <a:pt x="329174" y="0"/>
                </a:lnTo>
                <a:cubicBezTo>
                  <a:pt x="359361" y="0"/>
                  <a:pt x="383831" y="24471"/>
                  <a:pt x="383831" y="54657"/>
                </a:cubicBezTo>
                <a:lnTo>
                  <a:pt x="383831" y="273277"/>
                </a:lnTo>
                <a:cubicBezTo>
                  <a:pt x="383831" y="303464"/>
                  <a:pt x="359361" y="327934"/>
                  <a:pt x="329174" y="327934"/>
                </a:cubicBezTo>
                <a:lnTo>
                  <a:pt x="54657" y="327934"/>
                </a:lnTo>
                <a:cubicBezTo>
                  <a:pt x="24470" y="327934"/>
                  <a:pt x="0" y="303464"/>
                  <a:pt x="0" y="273277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22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750DBBE8-CED1-41C6-AB5D-7269BD3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9241" y="4408443"/>
            <a:ext cx="102776" cy="13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3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5714AE55-8C49-484E-B14A-0702CFA4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8317" y="4408443"/>
            <a:ext cx="102776" cy="13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4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C37C89B0-6884-42BE-8EB3-D7EFDB2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940" y="4357193"/>
            <a:ext cx="383832" cy="327935"/>
          </a:xfrm>
          <a:custGeom xmlns:a="http://schemas.openxmlformats.org/drawingml/2006/main">
            <a:pathLst>
              <a:path w="383832" h="327935">
                <a:moveTo>
                  <a:pt x="0" y="54657"/>
                </a:moveTo>
                <a:cubicBezTo>
                  <a:pt x="0" y="24472"/>
                  <a:pt x="24469" y="0"/>
                  <a:pt x="54657" y="0"/>
                </a:cubicBezTo>
                <a:lnTo>
                  <a:pt x="329174" y="0"/>
                </a:lnTo>
                <a:cubicBezTo>
                  <a:pt x="359360" y="0"/>
                  <a:pt x="383832" y="24472"/>
                  <a:pt x="383832" y="54657"/>
                </a:cubicBezTo>
                <a:lnTo>
                  <a:pt x="383832" y="273278"/>
                </a:lnTo>
                <a:cubicBezTo>
                  <a:pt x="383832" y="303465"/>
                  <a:pt x="359360" y="327935"/>
                  <a:pt x="329174" y="327935"/>
                </a:cubicBezTo>
                <a:lnTo>
                  <a:pt x="54657" y="327935"/>
                </a:lnTo>
                <a:cubicBezTo>
                  <a:pt x="24469" y="327935"/>
                  <a:pt x="0" y="303465"/>
                  <a:pt x="0" y="273278"/>
                </a:cubicBezTo>
                <a:lnTo>
                  <a:pt x="0" y="54657"/>
                </a:lnTo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37F369BD-CCB2-486F-8BCD-AD501F5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940" y="4357193"/>
            <a:ext cx="383831" cy="327934"/>
          </a:xfrm>
          <a:custGeom xmlns:a="http://schemas.openxmlformats.org/drawingml/2006/main">
            <a:pathLst>
              <a:path w="383831" h="327934">
                <a:moveTo>
                  <a:pt x="0" y="54657"/>
                </a:moveTo>
                <a:cubicBezTo>
                  <a:pt x="0" y="24471"/>
                  <a:pt x="24470" y="0"/>
                  <a:pt x="54657" y="0"/>
                </a:cubicBezTo>
                <a:lnTo>
                  <a:pt x="329174" y="0"/>
                </a:lnTo>
                <a:cubicBezTo>
                  <a:pt x="359361" y="0"/>
                  <a:pt x="383831" y="24471"/>
                  <a:pt x="383831" y="54657"/>
                </a:cubicBezTo>
                <a:lnTo>
                  <a:pt x="383831" y="273277"/>
                </a:lnTo>
                <a:cubicBezTo>
                  <a:pt x="383831" y="303464"/>
                  <a:pt x="359361" y="327934"/>
                  <a:pt x="329174" y="327934"/>
                </a:cubicBezTo>
                <a:lnTo>
                  <a:pt x="54657" y="327934"/>
                </a:lnTo>
                <a:cubicBezTo>
                  <a:pt x="24470" y="327934"/>
                  <a:pt x="0" y="303464"/>
                  <a:pt x="0" y="273277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C2B62A7-18FA-46D6-A8F8-5859605F2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bf46a4ed149be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3742" y="675710"/>
            <a:ext cx="1960145" cy="618601"/>
          </a:xfrm>
          <a:prstGeom xmlns:a="http://schemas.openxmlformats.org/drawingml/2006/main" prst="rect">
            <a:avLst/>
          </a:prstGeom>
        </p:spPr>
      </p:pic>
      <p:sp>
        <p:nvSpPr>
          <p:cNvPr id="127" name="conquer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DFED3BDA-CB90-4B3C-8E1A-1B1855A9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742" y="675710"/>
            <a:ext cx="1960145" cy="618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DC897B07-78FB-4214-84CB-5D4EA794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332" y="776015"/>
            <a:ext cx="1732828" cy="417372"/>
          </a:xfrm>
          <a:custGeom xmlns:a="http://schemas.openxmlformats.org/drawingml/2006/main">
            <a:pathLst>
              <a:path w="1732828" h="417372">
                <a:moveTo>
                  <a:pt x="0" y="97343"/>
                </a:moveTo>
                <a:cubicBezTo>
                  <a:pt x="0" y="43583"/>
                  <a:pt x="43581" y="0"/>
                  <a:pt x="97342" y="0"/>
                </a:cubicBezTo>
                <a:lnTo>
                  <a:pt x="1635486" y="0"/>
                </a:lnTo>
                <a:cubicBezTo>
                  <a:pt x="1689247" y="0"/>
                  <a:pt x="1732828" y="43583"/>
                  <a:pt x="1732828" y="97343"/>
                </a:cubicBezTo>
                <a:lnTo>
                  <a:pt x="1732828" y="320028"/>
                </a:lnTo>
                <a:cubicBezTo>
                  <a:pt x="1732828" y="373789"/>
                  <a:pt x="1689247" y="417372"/>
                  <a:pt x="1635486" y="417372"/>
                </a:cubicBezTo>
                <a:lnTo>
                  <a:pt x="97342" y="417372"/>
                </a:lnTo>
                <a:cubicBezTo>
                  <a:pt x="43581" y="417372"/>
                  <a:pt x="0" y="373789"/>
                  <a:pt x="0" y="320028"/>
                </a:cubicBezTo>
                <a:lnTo>
                  <a:pt x="0" y="97343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36F94F39-A72F-4BE1-9BE8-AAE8366D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332" y="776015"/>
            <a:ext cx="1732829" cy="417370"/>
          </a:xfrm>
          <a:custGeom xmlns:a="http://schemas.openxmlformats.org/drawingml/2006/main">
            <a:pathLst>
              <a:path w="1732829" h="417370">
                <a:moveTo>
                  <a:pt x="0" y="97343"/>
                </a:moveTo>
                <a:cubicBezTo>
                  <a:pt x="0" y="43582"/>
                  <a:pt x="43582" y="0"/>
                  <a:pt x="97343" y="0"/>
                </a:cubicBezTo>
                <a:lnTo>
                  <a:pt x="1635486" y="0"/>
                </a:lnTo>
                <a:cubicBezTo>
                  <a:pt x="1689247" y="0"/>
                  <a:pt x="1732829" y="43582"/>
                  <a:pt x="1732829" y="97343"/>
                </a:cubicBezTo>
                <a:lnTo>
                  <a:pt x="1732829" y="320027"/>
                </a:lnTo>
                <a:cubicBezTo>
                  <a:pt x="1732829" y="373788"/>
                  <a:pt x="1689247" y="417370"/>
                  <a:pt x="1635486" y="417370"/>
                </a:cubicBezTo>
                <a:lnTo>
                  <a:pt x="97343" y="417370"/>
                </a:lnTo>
                <a:cubicBezTo>
                  <a:pt x="43582" y="417370"/>
                  <a:pt x="0" y="373788"/>
                  <a:pt x="0" y="320027"/>
                </a:cubicBezTo>
                <a:lnTo>
                  <a:pt x="0" y="9734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130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5E29FF43-CD7E-4AFE-A86D-83F5406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987" y="887561"/>
            <a:ext cx="1344099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Background prompt</a:t>
            </a:r>
          </a:p>
        </p:txBody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EBC2B2C-EC46-412F-8788-AA6CC7692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9db81b48b4f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3350" y="1457325"/>
            <a:ext cx="714375" cy="3429000"/>
          </a:xfrm>
          <a:prstGeom xmlns:a="http://schemas.openxmlformats.org/drawingml/2006/main" prst="rect">
            <a:avLst/>
          </a:prstGeom>
        </p:spPr>
      </p:pic>
      <p:sp>
        <p:nvSpPr>
          <p:cNvPr id="132" name="conquer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F0197352-3220-4A2B-A1CE-9E5A654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1457325"/>
            <a:ext cx="7143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1E0E8487-B07F-4F96-8197-6C82F37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4561" y="3377121"/>
            <a:ext cx="536618" cy="484446"/>
          </a:xfrm>
          <a:custGeom xmlns:a="http://schemas.openxmlformats.org/drawingml/2006/main">
            <a:pathLst>
              <a:path w="536618" h="484446">
                <a:moveTo>
                  <a:pt x="536618" y="74430"/>
                </a:moveTo>
                <a:lnTo>
                  <a:pt x="131097" y="74430"/>
                </a:lnTo>
                <a:lnTo>
                  <a:pt x="131097" y="402235"/>
                </a:lnTo>
                <a:lnTo>
                  <a:pt x="187762" y="402235"/>
                </a:lnTo>
                <a:lnTo>
                  <a:pt x="93882" y="484446"/>
                </a:lnTo>
                <a:lnTo>
                  <a:pt x="0" y="402235"/>
                </a:lnTo>
                <a:lnTo>
                  <a:pt x="56667" y="402235"/>
                </a:lnTo>
                <a:lnTo>
                  <a:pt x="56667" y="0"/>
                </a:lnTo>
                <a:lnTo>
                  <a:pt x="536618" y="0"/>
                </a:lnTo>
                <a:lnTo>
                  <a:pt x="536618" y="74430"/>
                </a:lnTo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31DA51A1-CFCE-4FBB-B4BB-AADBAB5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4562" y="3377120"/>
            <a:ext cx="536618" cy="484447"/>
          </a:xfrm>
          <a:custGeom xmlns:a="http://schemas.openxmlformats.org/drawingml/2006/main">
            <a:pathLst>
              <a:path w="536618" h="484447">
                <a:moveTo>
                  <a:pt x="536618" y="74430"/>
                </a:moveTo>
                <a:lnTo>
                  <a:pt x="131096" y="74430"/>
                </a:lnTo>
                <a:lnTo>
                  <a:pt x="131096" y="402237"/>
                </a:lnTo>
                <a:lnTo>
                  <a:pt x="187762" y="402237"/>
                </a:lnTo>
                <a:lnTo>
                  <a:pt x="93881" y="484447"/>
                </a:lnTo>
                <a:lnTo>
                  <a:pt x="0" y="402237"/>
                </a:lnTo>
                <a:lnTo>
                  <a:pt x="56666" y="402237"/>
                </a:lnTo>
                <a:lnTo>
                  <a:pt x="56666" y="0"/>
                </a:lnTo>
                <a:lnTo>
                  <a:pt x="536618" y="0"/>
                </a:lnTo>
                <a:lnTo>
                  <a:pt x="536618" y="7443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70AD47"/>
            </a:solidFill>
            <a:prstDash val="solid"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D41D9EB-1A01-43EA-A238-3E1C70E7A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e402c27a640d9"/>
          <a:srcRect xmlns:a="http://schemas.openxmlformats.org/drawingml/2006/main" l="0" t="413" r="0" b="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9742" y="4227076"/>
            <a:ext cx="573883" cy="521712"/>
          </a:xfrm>
          <a:prstGeom xmlns:a="http://schemas.openxmlformats.org/drawingml/2006/main" prst="rect">
            <a:avLst/>
          </a:prstGeom>
        </p:spPr>
      </p:pic>
      <p:sp>
        <p:nvSpPr>
          <p:cNvPr id="136" name="conquer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C4539ACB-356C-48B7-8CFF-EDF501E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9742" y="4227076"/>
            <a:ext cx="573883" cy="521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298E91DE-CA5C-4019-8384-E5E46C1C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702" y="4323655"/>
            <a:ext cx="383828" cy="327933"/>
          </a:xfrm>
          <a:custGeom xmlns:a="http://schemas.openxmlformats.org/drawingml/2006/main">
            <a:pathLst>
              <a:path w="383828" h="327933">
                <a:moveTo>
                  <a:pt x="0" y="54657"/>
                </a:moveTo>
                <a:cubicBezTo>
                  <a:pt x="0" y="24470"/>
                  <a:pt x="24470" y="0"/>
                  <a:pt x="54656" y="0"/>
                </a:cubicBezTo>
                <a:lnTo>
                  <a:pt x="329173" y="0"/>
                </a:lnTo>
                <a:cubicBezTo>
                  <a:pt x="359359" y="0"/>
                  <a:pt x="383828" y="24470"/>
                  <a:pt x="383828" y="54657"/>
                </a:cubicBezTo>
                <a:lnTo>
                  <a:pt x="383828" y="273275"/>
                </a:lnTo>
                <a:cubicBezTo>
                  <a:pt x="383828" y="303463"/>
                  <a:pt x="359359" y="327933"/>
                  <a:pt x="329173" y="327933"/>
                </a:cubicBezTo>
                <a:lnTo>
                  <a:pt x="54656" y="327933"/>
                </a:lnTo>
                <a:cubicBezTo>
                  <a:pt x="24470" y="327933"/>
                  <a:pt x="0" y="303463"/>
                  <a:pt x="0" y="273275"/>
                </a:cubicBezTo>
                <a:lnTo>
                  <a:pt x="0" y="54657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06D86616-68D3-47CF-B6A8-B415CC3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702" y="4323655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1"/>
                  <a:pt x="24471" y="0"/>
                  <a:pt x="54657" y="0"/>
                </a:cubicBezTo>
                <a:lnTo>
                  <a:pt x="329173" y="0"/>
                </a:lnTo>
                <a:cubicBezTo>
                  <a:pt x="359360" y="0"/>
                  <a:pt x="383830" y="24471"/>
                  <a:pt x="383830" y="54657"/>
                </a:cubicBezTo>
                <a:lnTo>
                  <a:pt x="383830" y="273276"/>
                </a:lnTo>
                <a:cubicBezTo>
                  <a:pt x="383830" y="303462"/>
                  <a:pt x="359360" y="327933"/>
                  <a:pt x="329173" y="327933"/>
                </a:cubicBezTo>
                <a:lnTo>
                  <a:pt x="54657" y="327933"/>
                </a:lnTo>
                <a:cubicBezTo>
                  <a:pt x="24471" y="327933"/>
                  <a:pt x="0" y="303462"/>
                  <a:pt x="0" y="273276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39" name="pdf-path-147-part-0">
            <a:extLst xmlns:a="http://schemas.openxmlformats.org/drawingml/2006/main">
              <a:ext uri="{FF2B5EF4-FFF2-40B4-BE49-F238E27FC236}">
                <a16:creationId xmlns:a16="http://schemas.microsoft.com/office/drawing/2014/main" id="{10D081C5-C764-44FD-A479-DAB8BF8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788" y="4688853"/>
            <a:ext cx="102479" cy="787516"/>
          </a:xfrm>
          <a:custGeom xmlns:a="http://schemas.openxmlformats.org/drawingml/2006/main">
            <a:pathLst>
              <a:path w="102479" h="787516">
                <a:moveTo>
                  <a:pt x="64047" y="0"/>
                </a:moveTo>
                <a:lnTo>
                  <a:pt x="64049" y="719197"/>
                </a:lnTo>
                <a:lnTo>
                  <a:pt x="38430" y="719197"/>
                </a:lnTo>
                <a:lnTo>
                  <a:pt x="38428" y="0"/>
                </a:lnTo>
                <a:lnTo>
                  <a:pt x="6404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47-part-1">
            <a:extLst xmlns:a="http://schemas.openxmlformats.org/drawingml/2006/main">
              <a:ext uri="{FF2B5EF4-FFF2-40B4-BE49-F238E27FC236}">
                <a16:creationId xmlns:a16="http://schemas.microsoft.com/office/drawing/2014/main" id="{2FDCB756-68D9-421A-AF5E-54DB26C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788" y="4688853"/>
            <a:ext cx="102479" cy="787516"/>
          </a:xfrm>
          <a:custGeom xmlns:a="http://schemas.openxmlformats.org/drawingml/2006/main">
            <a:pathLst>
              <a:path w="102479" h="787516">
                <a:moveTo>
                  <a:pt x="51240" y="719197"/>
                </a:moveTo>
                <a:lnTo>
                  <a:pt x="102479" y="685037"/>
                </a:lnTo>
                <a:lnTo>
                  <a:pt x="51240" y="787516"/>
                </a:lnTo>
                <a:lnTo>
                  <a:pt x="0" y="685037"/>
                </a:lnTo>
                <a:lnTo>
                  <a:pt x="51240" y="7191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EA95C063-D777-4260-B5D7-884A810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761" y="3869020"/>
            <a:ext cx="909268" cy="298123"/>
          </a:xfrm>
          <a:custGeom xmlns:a="http://schemas.openxmlformats.org/drawingml/2006/main">
            <a:pathLst>
              <a:path w="909268" h="298123">
                <a:moveTo>
                  <a:pt x="0" y="0"/>
                </a:moveTo>
                <a:lnTo>
                  <a:pt x="909268" y="0"/>
                </a:lnTo>
                <a:lnTo>
                  <a:pt x="909268" y="298123"/>
                </a:lnTo>
                <a:lnTo>
                  <a:pt x="0" y="298123"/>
                </a:lnTo>
                <a:close/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DD0E03FB-41B6-4D31-A705-632F16FF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761" y="3869020"/>
            <a:ext cx="909268" cy="298121"/>
          </a:xfrm>
          <a:custGeom xmlns:a="http://schemas.openxmlformats.org/drawingml/2006/main">
            <a:pathLst>
              <a:path w="909268" h="298121">
                <a:moveTo>
                  <a:pt x="0" y="0"/>
                </a:moveTo>
                <a:lnTo>
                  <a:pt x="909268" y="0"/>
                </a:lnTo>
                <a:lnTo>
                  <a:pt x="909268" y="298121"/>
                </a:lnTo>
                <a:lnTo>
                  <a:pt x="0" y="298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C00000"/>
            </a:solidFill>
            <a:prstDash val="solid"/>
          </a:ln>
        </p:spPr>
      </p:sp>
      <p:sp>
        <p:nvSpPr>
          <p:cNvPr id="143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371AB262-FE17-44EF-BEB3-3793647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8055" y="3892644"/>
            <a:ext cx="501814" cy="18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Adapt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494A1AF-0AA6-41A9-A7EE-4B6FCF356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e0d3b3344d17"/>
          <a:srcRect xmlns:a="http://schemas.openxmlformats.org/drawingml/2006/main" l="594" t="0" r="5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3658" y="5389748"/>
            <a:ext cx="614874" cy="555250"/>
          </a:xfrm>
          <a:prstGeom xmlns:a="http://schemas.openxmlformats.org/drawingml/2006/main" prst="rect">
            <a:avLst/>
          </a:prstGeom>
        </p:spPr>
      </p:pic>
      <p:sp>
        <p:nvSpPr>
          <p:cNvPr id="145" name="conquer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B0C09651-6EF7-482B-BA49-196565F5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3658" y="5389748"/>
            <a:ext cx="614874" cy="55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8BB31ABA-CF6C-4F65-A5C0-A7110CA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48" y="5501233"/>
            <a:ext cx="387555" cy="331660"/>
          </a:xfrm>
          <a:custGeom xmlns:a="http://schemas.openxmlformats.org/drawingml/2006/main">
            <a:pathLst>
              <a:path w="387555" h="331660">
                <a:moveTo>
                  <a:pt x="0" y="55277"/>
                </a:moveTo>
                <a:cubicBezTo>
                  <a:pt x="0" y="24748"/>
                  <a:pt x="24749" y="0"/>
                  <a:pt x="55278" y="0"/>
                </a:cubicBezTo>
                <a:lnTo>
                  <a:pt x="332278" y="0"/>
                </a:lnTo>
                <a:cubicBezTo>
                  <a:pt x="362807" y="0"/>
                  <a:pt x="387555" y="24748"/>
                  <a:pt x="387555" y="55277"/>
                </a:cubicBezTo>
                <a:lnTo>
                  <a:pt x="387555" y="276382"/>
                </a:lnTo>
                <a:cubicBezTo>
                  <a:pt x="387555" y="306911"/>
                  <a:pt x="362807" y="331660"/>
                  <a:pt x="332278" y="331660"/>
                </a:cubicBezTo>
                <a:lnTo>
                  <a:pt x="55278" y="331660"/>
                </a:lnTo>
                <a:cubicBezTo>
                  <a:pt x="24749" y="331660"/>
                  <a:pt x="0" y="306911"/>
                  <a:pt x="0" y="276382"/>
                </a:cubicBezTo>
                <a:lnTo>
                  <a:pt x="0" y="55277"/>
                </a:lnTo>
              </a:path>
            </a:pathLst>
          </a:custGeom>
          <a:solidFill xmlns:a="http://schemas.openxmlformats.org/drawingml/2006/main">
            <a:srgbClr val="BF9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1BA27CE2-3641-4700-AD50-13F955EC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48" y="5501233"/>
            <a:ext cx="387557" cy="331659"/>
          </a:xfrm>
          <a:custGeom xmlns:a="http://schemas.openxmlformats.org/drawingml/2006/main">
            <a:pathLst>
              <a:path w="387557" h="331659">
                <a:moveTo>
                  <a:pt x="0" y="55278"/>
                </a:moveTo>
                <a:cubicBezTo>
                  <a:pt x="0" y="24748"/>
                  <a:pt x="24748" y="0"/>
                  <a:pt x="55278" y="0"/>
                </a:cubicBezTo>
                <a:lnTo>
                  <a:pt x="332279" y="0"/>
                </a:lnTo>
                <a:cubicBezTo>
                  <a:pt x="362808" y="0"/>
                  <a:pt x="387557" y="24748"/>
                  <a:pt x="387557" y="55278"/>
                </a:cubicBezTo>
                <a:lnTo>
                  <a:pt x="387557" y="276382"/>
                </a:lnTo>
                <a:cubicBezTo>
                  <a:pt x="387557" y="306911"/>
                  <a:pt x="362808" y="331659"/>
                  <a:pt x="332279" y="331659"/>
                </a:cubicBezTo>
                <a:lnTo>
                  <a:pt x="55278" y="331659"/>
                </a:lnTo>
                <a:cubicBezTo>
                  <a:pt x="24748" y="331659"/>
                  <a:pt x="0" y="306911"/>
                  <a:pt x="0" y="276382"/>
                </a:cubicBezTo>
                <a:lnTo>
                  <a:pt x="0" y="55278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CD53FAA-8CD9-4331-8DE3-78BD16220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5f25ad340437f"/>
          <a:srcRect xmlns:a="http://schemas.openxmlformats.org/drawingml/2006/main" l="0" t="221" r="0" b="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7708" y="4718976"/>
            <a:ext cx="1106775" cy="484447"/>
          </a:xfrm>
          <a:prstGeom xmlns:a="http://schemas.openxmlformats.org/drawingml/2006/main" prst="rect">
            <a:avLst/>
          </a:prstGeom>
        </p:spPr>
      </p:pic>
      <p:sp>
        <p:nvSpPr>
          <p:cNvPr id="149" name="conquer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608BCE01-32BE-49D3-AC98-CADE1820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7708" y="4718976"/>
            <a:ext cx="1106775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A30F36F8-022A-4945-805A-BF0CF3E0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4845" y="4819282"/>
            <a:ext cx="894363" cy="286941"/>
          </a:xfrm>
          <a:custGeom xmlns:a="http://schemas.openxmlformats.org/drawingml/2006/main">
            <a:pathLst>
              <a:path w="894363" h="286941">
                <a:moveTo>
                  <a:pt x="0" y="143471"/>
                </a:moveTo>
                <a:lnTo>
                  <a:pt x="71736" y="0"/>
                </a:lnTo>
                <a:lnTo>
                  <a:pt x="822629" y="0"/>
                </a:lnTo>
                <a:lnTo>
                  <a:pt x="894363" y="143471"/>
                </a:lnTo>
                <a:lnTo>
                  <a:pt x="822629" y="286941"/>
                </a:lnTo>
                <a:lnTo>
                  <a:pt x="71736" y="286941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9135065D-A759-4D5E-A5BB-C0DEA1A7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4845" y="4819282"/>
            <a:ext cx="894363" cy="286942"/>
          </a:xfrm>
          <a:custGeom xmlns:a="http://schemas.openxmlformats.org/drawingml/2006/main">
            <a:pathLst>
              <a:path w="894363" h="286942">
                <a:moveTo>
                  <a:pt x="0" y="143471"/>
                </a:moveTo>
                <a:lnTo>
                  <a:pt x="71736" y="0"/>
                </a:lnTo>
                <a:lnTo>
                  <a:pt x="822628" y="0"/>
                </a:lnTo>
                <a:lnTo>
                  <a:pt x="894363" y="143471"/>
                </a:lnTo>
                <a:lnTo>
                  <a:pt x="822628" y="286942"/>
                </a:lnTo>
                <a:lnTo>
                  <a:pt x="71736" y="286942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C00000"/>
            </a:solidFill>
            <a:prstDash val="solid"/>
          </a:ln>
        </p:spPr>
      </p:sp>
      <p:sp>
        <p:nvSpPr>
          <p:cNvPr id="152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33EBA0B6-070B-48CC-AE40-604AA241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1484" y="4919898"/>
            <a:ext cx="2191187" cy="931628"/>
          </a:xfrm>
          <a:custGeom xmlns:a="http://schemas.openxmlformats.org/drawingml/2006/main">
            <a:pathLst>
              <a:path w="2191187" h="931628">
                <a:moveTo>
                  <a:pt x="0" y="65808"/>
                </a:moveTo>
                <a:cubicBezTo>
                  <a:pt x="0" y="29462"/>
                  <a:pt x="29463" y="0"/>
                  <a:pt x="65809" y="0"/>
                </a:cubicBezTo>
                <a:lnTo>
                  <a:pt x="2125377" y="0"/>
                </a:lnTo>
                <a:cubicBezTo>
                  <a:pt x="2161723" y="0"/>
                  <a:pt x="2191187" y="29462"/>
                  <a:pt x="2191187" y="65808"/>
                </a:cubicBezTo>
                <a:lnTo>
                  <a:pt x="2191187" y="865818"/>
                </a:lnTo>
                <a:cubicBezTo>
                  <a:pt x="2191187" y="902164"/>
                  <a:pt x="2161723" y="931628"/>
                  <a:pt x="2125377" y="931628"/>
                </a:cubicBezTo>
                <a:lnTo>
                  <a:pt x="65809" y="931628"/>
                </a:lnTo>
                <a:cubicBezTo>
                  <a:pt x="29463" y="931628"/>
                  <a:pt x="0" y="902164"/>
                  <a:pt x="0" y="865818"/>
                </a:cubicBezTo>
                <a:lnTo>
                  <a:pt x="0" y="65808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B7C140C6-EE9A-436A-ACB5-FC1E6095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1484" y="4919898"/>
            <a:ext cx="2191188" cy="931629"/>
          </a:xfrm>
          <a:custGeom xmlns:a="http://schemas.openxmlformats.org/drawingml/2006/main">
            <a:pathLst>
              <a:path w="2191188" h="931629">
                <a:moveTo>
                  <a:pt x="0" y="65810"/>
                </a:moveTo>
                <a:lnTo>
                  <a:pt x="91" y="62315"/>
                </a:lnTo>
                <a:lnTo>
                  <a:pt x="362" y="58867"/>
                </a:lnTo>
                <a:lnTo>
                  <a:pt x="807" y="55472"/>
                </a:lnTo>
                <a:lnTo>
                  <a:pt x="1423" y="52133"/>
                </a:lnTo>
                <a:lnTo>
                  <a:pt x="2205" y="48855"/>
                </a:lnTo>
                <a:lnTo>
                  <a:pt x="3148" y="45643"/>
                </a:lnTo>
                <a:lnTo>
                  <a:pt x="4247" y="42501"/>
                </a:lnTo>
                <a:lnTo>
                  <a:pt x="5499" y="39434"/>
                </a:lnTo>
                <a:lnTo>
                  <a:pt x="6898" y="36447"/>
                </a:lnTo>
                <a:lnTo>
                  <a:pt x="8440" y="33543"/>
                </a:lnTo>
                <a:lnTo>
                  <a:pt x="10121" y="30728"/>
                </a:lnTo>
                <a:lnTo>
                  <a:pt x="11935" y="28005"/>
                </a:lnTo>
                <a:lnTo>
                  <a:pt x="13879" y="25380"/>
                </a:lnTo>
                <a:lnTo>
                  <a:pt x="15948" y="22858"/>
                </a:lnTo>
                <a:lnTo>
                  <a:pt x="18137" y="20442"/>
                </a:lnTo>
                <a:lnTo>
                  <a:pt x="20442" y="18137"/>
                </a:lnTo>
                <a:lnTo>
                  <a:pt x="22858" y="15948"/>
                </a:lnTo>
                <a:lnTo>
                  <a:pt x="25381" y="13879"/>
                </a:lnTo>
                <a:lnTo>
                  <a:pt x="28006" y="11935"/>
                </a:lnTo>
                <a:lnTo>
                  <a:pt x="30728" y="10121"/>
                </a:lnTo>
                <a:lnTo>
                  <a:pt x="33543" y="8440"/>
                </a:lnTo>
                <a:lnTo>
                  <a:pt x="36447" y="6898"/>
                </a:lnTo>
                <a:lnTo>
                  <a:pt x="39435" y="5499"/>
                </a:lnTo>
                <a:lnTo>
                  <a:pt x="40003" y="5266"/>
                </a:lnTo>
                <a:moveTo>
                  <a:pt x="64912" y="23"/>
                </a:moveTo>
                <a:lnTo>
                  <a:pt x="65810" y="0"/>
                </a:lnTo>
                <a:lnTo>
                  <a:pt x="141771" y="0"/>
                </a:lnTo>
                <a:moveTo>
                  <a:pt x="167391" y="0"/>
                </a:moveTo>
                <a:lnTo>
                  <a:pt x="244250" y="0"/>
                </a:lnTo>
                <a:moveTo>
                  <a:pt x="269870" y="0"/>
                </a:moveTo>
                <a:lnTo>
                  <a:pt x="346729" y="0"/>
                </a:lnTo>
                <a:moveTo>
                  <a:pt x="372349" y="0"/>
                </a:moveTo>
                <a:lnTo>
                  <a:pt x="449208" y="0"/>
                </a:lnTo>
                <a:moveTo>
                  <a:pt x="474828" y="0"/>
                </a:moveTo>
                <a:lnTo>
                  <a:pt x="551688" y="0"/>
                </a:lnTo>
                <a:moveTo>
                  <a:pt x="577307" y="0"/>
                </a:moveTo>
                <a:lnTo>
                  <a:pt x="654167" y="0"/>
                </a:lnTo>
                <a:moveTo>
                  <a:pt x="679786" y="0"/>
                </a:moveTo>
                <a:lnTo>
                  <a:pt x="756646" y="0"/>
                </a:lnTo>
                <a:moveTo>
                  <a:pt x="782266" y="0"/>
                </a:moveTo>
                <a:lnTo>
                  <a:pt x="859125" y="0"/>
                </a:lnTo>
                <a:moveTo>
                  <a:pt x="884745" y="0"/>
                </a:moveTo>
                <a:lnTo>
                  <a:pt x="961604" y="0"/>
                </a:lnTo>
                <a:moveTo>
                  <a:pt x="987224" y="0"/>
                </a:moveTo>
                <a:lnTo>
                  <a:pt x="1064083" y="0"/>
                </a:lnTo>
                <a:moveTo>
                  <a:pt x="1089703" y="0"/>
                </a:moveTo>
                <a:lnTo>
                  <a:pt x="1166562" y="0"/>
                </a:lnTo>
                <a:moveTo>
                  <a:pt x="1192182" y="0"/>
                </a:moveTo>
                <a:lnTo>
                  <a:pt x="1269041" y="0"/>
                </a:lnTo>
                <a:moveTo>
                  <a:pt x="1294661" y="0"/>
                </a:moveTo>
                <a:lnTo>
                  <a:pt x="1371520" y="0"/>
                </a:lnTo>
                <a:moveTo>
                  <a:pt x="1397140" y="0"/>
                </a:moveTo>
                <a:lnTo>
                  <a:pt x="1474000" y="0"/>
                </a:lnTo>
                <a:moveTo>
                  <a:pt x="1499619" y="0"/>
                </a:moveTo>
                <a:lnTo>
                  <a:pt x="1576479" y="0"/>
                </a:lnTo>
                <a:moveTo>
                  <a:pt x="1602098" y="0"/>
                </a:moveTo>
                <a:lnTo>
                  <a:pt x="1678958" y="0"/>
                </a:lnTo>
                <a:moveTo>
                  <a:pt x="1704578" y="0"/>
                </a:moveTo>
                <a:lnTo>
                  <a:pt x="1781437" y="0"/>
                </a:lnTo>
                <a:moveTo>
                  <a:pt x="1807057" y="0"/>
                </a:moveTo>
                <a:lnTo>
                  <a:pt x="1883916" y="0"/>
                </a:lnTo>
                <a:moveTo>
                  <a:pt x="1909536" y="0"/>
                </a:moveTo>
                <a:lnTo>
                  <a:pt x="1986395" y="0"/>
                </a:lnTo>
                <a:moveTo>
                  <a:pt x="2012015" y="0"/>
                </a:moveTo>
                <a:lnTo>
                  <a:pt x="2088874" y="0"/>
                </a:lnTo>
                <a:moveTo>
                  <a:pt x="2114494" y="0"/>
                </a:moveTo>
                <a:lnTo>
                  <a:pt x="2125379" y="0"/>
                </a:lnTo>
                <a:lnTo>
                  <a:pt x="2128874" y="91"/>
                </a:lnTo>
                <a:lnTo>
                  <a:pt x="2132322" y="362"/>
                </a:lnTo>
                <a:lnTo>
                  <a:pt x="2135717" y="807"/>
                </a:lnTo>
                <a:lnTo>
                  <a:pt x="2139056" y="1423"/>
                </a:lnTo>
                <a:lnTo>
                  <a:pt x="2142333" y="2205"/>
                </a:lnTo>
                <a:lnTo>
                  <a:pt x="2145545" y="3148"/>
                </a:lnTo>
                <a:lnTo>
                  <a:pt x="2148687" y="4247"/>
                </a:lnTo>
                <a:lnTo>
                  <a:pt x="2151754" y="5499"/>
                </a:lnTo>
                <a:lnTo>
                  <a:pt x="2154742" y="6898"/>
                </a:lnTo>
                <a:lnTo>
                  <a:pt x="2157645" y="8440"/>
                </a:lnTo>
                <a:lnTo>
                  <a:pt x="2160461" y="10121"/>
                </a:lnTo>
                <a:lnTo>
                  <a:pt x="2163183" y="11935"/>
                </a:lnTo>
                <a:lnTo>
                  <a:pt x="2165808" y="13879"/>
                </a:lnTo>
                <a:lnTo>
                  <a:pt x="2168330" y="15948"/>
                </a:lnTo>
                <a:lnTo>
                  <a:pt x="2170746" y="18137"/>
                </a:lnTo>
                <a:lnTo>
                  <a:pt x="2173051" y="20442"/>
                </a:lnTo>
                <a:lnTo>
                  <a:pt x="2175240" y="22858"/>
                </a:lnTo>
                <a:lnTo>
                  <a:pt x="2177309" y="25380"/>
                </a:lnTo>
                <a:lnTo>
                  <a:pt x="2179253" y="28005"/>
                </a:lnTo>
                <a:lnTo>
                  <a:pt x="2180844" y="30391"/>
                </a:lnTo>
                <a:moveTo>
                  <a:pt x="2190126" y="54091"/>
                </a:moveTo>
                <a:lnTo>
                  <a:pt x="2190381" y="55472"/>
                </a:lnTo>
                <a:lnTo>
                  <a:pt x="2190826" y="58867"/>
                </a:lnTo>
                <a:lnTo>
                  <a:pt x="2191097" y="62315"/>
                </a:lnTo>
                <a:lnTo>
                  <a:pt x="2191188" y="65810"/>
                </a:lnTo>
                <a:lnTo>
                  <a:pt x="2191188" y="130886"/>
                </a:lnTo>
                <a:moveTo>
                  <a:pt x="2191188" y="156506"/>
                </a:moveTo>
                <a:lnTo>
                  <a:pt x="2191188" y="233366"/>
                </a:lnTo>
                <a:moveTo>
                  <a:pt x="2191188" y="258985"/>
                </a:moveTo>
                <a:lnTo>
                  <a:pt x="2191188" y="335845"/>
                </a:lnTo>
                <a:moveTo>
                  <a:pt x="2191188" y="361464"/>
                </a:moveTo>
                <a:lnTo>
                  <a:pt x="2191188" y="438324"/>
                </a:lnTo>
                <a:moveTo>
                  <a:pt x="2191188" y="463944"/>
                </a:moveTo>
                <a:lnTo>
                  <a:pt x="2191188" y="540803"/>
                </a:lnTo>
                <a:moveTo>
                  <a:pt x="2191188" y="566423"/>
                </a:moveTo>
                <a:lnTo>
                  <a:pt x="2191188" y="643282"/>
                </a:lnTo>
                <a:moveTo>
                  <a:pt x="2191188" y="668902"/>
                </a:moveTo>
                <a:lnTo>
                  <a:pt x="2191188" y="745761"/>
                </a:lnTo>
                <a:moveTo>
                  <a:pt x="2191188" y="771381"/>
                </a:moveTo>
                <a:lnTo>
                  <a:pt x="2191188" y="848240"/>
                </a:lnTo>
                <a:moveTo>
                  <a:pt x="2190685" y="873839"/>
                </a:moveTo>
                <a:lnTo>
                  <a:pt x="2190381" y="876158"/>
                </a:lnTo>
                <a:lnTo>
                  <a:pt x="2189765" y="879497"/>
                </a:lnTo>
                <a:lnTo>
                  <a:pt x="2188984" y="882774"/>
                </a:lnTo>
                <a:lnTo>
                  <a:pt x="2188041" y="885986"/>
                </a:lnTo>
                <a:lnTo>
                  <a:pt x="2186941" y="889128"/>
                </a:lnTo>
                <a:lnTo>
                  <a:pt x="2185690" y="892195"/>
                </a:lnTo>
                <a:lnTo>
                  <a:pt x="2184291" y="895183"/>
                </a:lnTo>
                <a:lnTo>
                  <a:pt x="2182748" y="898086"/>
                </a:lnTo>
                <a:lnTo>
                  <a:pt x="2181068" y="900902"/>
                </a:lnTo>
                <a:lnTo>
                  <a:pt x="2179253" y="903624"/>
                </a:lnTo>
                <a:lnTo>
                  <a:pt x="2177309" y="906249"/>
                </a:lnTo>
                <a:lnTo>
                  <a:pt x="2175240" y="908771"/>
                </a:lnTo>
                <a:lnTo>
                  <a:pt x="2173051" y="911187"/>
                </a:lnTo>
                <a:lnTo>
                  <a:pt x="2170746" y="913492"/>
                </a:lnTo>
                <a:lnTo>
                  <a:pt x="2168330" y="915681"/>
                </a:lnTo>
                <a:lnTo>
                  <a:pt x="2165808" y="917750"/>
                </a:lnTo>
                <a:lnTo>
                  <a:pt x="2163183" y="919694"/>
                </a:lnTo>
                <a:lnTo>
                  <a:pt x="2160461" y="921508"/>
                </a:lnTo>
                <a:lnTo>
                  <a:pt x="2157645" y="923189"/>
                </a:lnTo>
                <a:lnTo>
                  <a:pt x="2154742" y="924731"/>
                </a:lnTo>
                <a:lnTo>
                  <a:pt x="2151754" y="926130"/>
                </a:lnTo>
                <a:lnTo>
                  <a:pt x="2148687" y="927382"/>
                </a:lnTo>
                <a:lnTo>
                  <a:pt x="2145545" y="928481"/>
                </a:lnTo>
                <a:lnTo>
                  <a:pt x="2143613" y="929049"/>
                </a:lnTo>
                <a:moveTo>
                  <a:pt x="2118236" y="931629"/>
                </a:moveTo>
                <a:lnTo>
                  <a:pt x="2041377" y="931629"/>
                </a:lnTo>
                <a:moveTo>
                  <a:pt x="2015757" y="931629"/>
                </a:moveTo>
                <a:lnTo>
                  <a:pt x="1938897" y="931629"/>
                </a:lnTo>
                <a:moveTo>
                  <a:pt x="1913278" y="931629"/>
                </a:moveTo>
                <a:lnTo>
                  <a:pt x="1836418" y="931629"/>
                </a:lnTo>
                <a:moveTo>
                  <a:pt x="1810799" y="931629"/>
                </a:moveTo>
                <a:lnTo>
                  <a:pt x="1733939" y="931629"/>
                </a:lnTo>
                <a:moveTo>
                  <a:pt x="1708319" y="931629"/>
                </a:moveTo>
                <a:lnTo>
                  <a:pt x="1631460" y="931629"/>
                </a:lnTo>
                <a:moveTo>
                  <a:pt x="1605840" y="931629"/>
                </a:moveTo>
                <a:lnTo>
                  <a:pt x="1528981" y="931629"/>
                </a:lnTo>
                <a:moveTo>
                  <a:pt x="1503361" y="931629"/>
                </a:moveTo>
                <a:lnTo>
                  <a:pt x="1426502" y="931629"/>
                </a:lnTo>
                <a:moveTo>
                  <a:pt x="1400882" y="931629"/>
                </a:moveTo>
                <a:lnTo>
                  <a:pt x="1324023" y="931629"/>
                </a:lnTo>
                <a:moveTo>
                  <a:pt x="1298403" y="931629"/>
                </a:moveTo>
                <a:lnTo>
                  <a:pt x="1221544" y="931629"/>
                </a:lnTo>
                <a:moveTo>
                  <a:pt x="1195924" y="931629"/>
                </a:moveTo>
                <a:lnTo>
                  <a:pt x="1119065" y="931629"/>
                </a:lnTo>
                <a:moveTo>
                  <a:pt x="1093445" y="931629"/>
                </a:moveTo>
                <a:lnTo>
                  <a:pt x="1016586" y="931629"/>
                </a:lnTo>
                <a:moveTo>
                  <a:pt x="990966" y="931629"/>
                </a:moveTo>
                <a:lnTo>
                  <a:pt x="914106" y="931629"/>
                </a:lnTo>
                <a:moveTo>
                  <a:pt x="888487" y="931629"/>
                </a:moveTo>
                <a:lnTo>
                  <a:pt x="811627" y="931629"/>
                </a:lnTo>
                <a:moveTo>
                  <a:pt x="786008" y="931629"/>
                </a:moveTo>
                <a:lnTo>
                  <a:pt x="709148" y="931629"/>
                </a:lnTo>
                <a:moveTo>
                  <a:pt x="683528" y="931629"/>
                </a:moveTo>
                <a:lnTo>
                  <a:pt x="606669" y="931629"/>
                </a:lnTo>
                <a:moveTo>
                  <a:pt x="581049" y="931629"/>
                </a:moveTo>
                <a:lnTo>
                  <a:pt x="504190" y="931629"/>
                </a:lnTo>
                <a:moveTo>
                  <a:pt x="478570" y="931629"/>
                </a:moveTo>
                <a:lnTo>
                  <a:pt x="401711" y="931629"/>
                </a:lnTo>
                <a:moveTo>
                  <a:pt x="376091" y="931629"/>
                </a:moveTo>
                <a:lnTo>
                  <a:pt x="299232" y="931629"/>
                </a:lnTo>
                <a:moveTo>
                  <a:pt x="273612" y="931629"/>
                </a:moveTo>
                <a:lnTo>
                  <a:pt x="196753" y="931629"/>
                </a:lnTo>
                <a:moveTo>
                  <a:pt x="171133" y="931629"/>
                </a:moveTo>
                <a:lnTo>
                  <a:pt x="94274" y="931629"/>
                </a:lnTo>
                <a:moveTo>
                  <a:pt x="68654" y="931629"/>
                </a:moveTo>
                <a:lnTo>
                  <a:pt x="65810" y="931629"/>
                </a:lnTo>
                <a:lnTo>
                  <a:pt x="62315" y="931538"/>
                </a:lnTo>
                <a:lnTo>
                  <a:pt x="58868" y="931267"/>
                </a:lnTo>
                <a:lnTo>
                  <a:pt x="55472" y="930822"/>
                </a:lnTo>
                <a:lnTo>
                  <a:pt x="52133" y="930206"/>
                </a:lnTo>
                <a:lnTo>
                  <a:pt x="48855" y="929424"/>
                </a:lnTo>
                <a:lnTo>
                  <a:pt x="45643" y="928481"/>
                </a:lnTo>
                <a:lnTo>
                  <a:pt x="42502" y="927382"/>
                </a:lnTo>
                <a:lnTo>
                  <a:pt x="39435" y="926130"/>
                </a:lnTo>
                <a:lnTo>
                  <a:pt x="36447" y="924731"/>
                </a:lnTo>
                <a:lnTo>
                  <a:pt x="33543" y="923189"/>
                </a:lnTo>
                <a:lnTo>
                  <a:pt x="30728" y="921508"/>
                </a:lnTo>
                <a:lnTo>
                  <a:pt x="28006" y="919694"/>
                </a:lnTo>
                <a:lnTo>
                  <a:pt x="25381" y="917750"/>
                </a:lnTo>
                <a:lnTo>
                  <a:pt x="22858" y="915681"/>
                </a:lnTo>
                <a:lnTo>
                  <a:pt x="20442" y="913492"/>
                </a:lnTo>
                <a:lnTo>
                  <a:pt x="18137" y="911187"/>
                </a:lnTo>
                <a:lnTo>
                  <a:pt x="15948" y="908771"/>
                </a:lnTo>
                <a:lnTo>
                  <a:pt x="13879" y="906249"/>
                </a:lnTo>
                <a:lnTo>
                  <a:pt x="11935" y="903624"/>
                </a:lnTo>
                <a:lnTo>
                  <a:pt x="10121" y="900902"/>
                </a:lnTo>
                <a:lnTo>
                  <a:pt x="8440" y="898086"/>
                </a:lnTo>
                <a:lnTo>
                  <a:pt x="6898" y="895183"/>
                </a:lnTo>
                <a:lnTo>
                  <a:pt x="6444" y="894214"/>
                </a:lnTo>
                <a:moveTo>
                  <a:pt x="110" y="869559"/>
                </a:moveTo>
                <a:lnTo>
                  <a:pt x="91" y="869315"/>
                </a:lnTo>
                <a:lnTo>
                  <a:pt x="0" y="865820"/>
                </a:lnTo>
                <a:lnTo>
                  <a:pt x="0" y="792702"/>
                </a:lnTo>
                <a:moveTo>
                  <a:pt x="0" y="767082"/>
                </a:moveTo>
                <a:lnTo>
                  <a:pt x="0" y="690223"/>
                </a:lnTo>
                <a:moveTo>
                  <a:pt x="0" y="664603"/>
                </a:moveTo>
                <a:lnTo>
                  <a:pt x="0" y="587744"/>
                </a:lnTo>
                <a:moveTo>
                  <a:pt x="0" y="562124"/>
                </a:moveTo>
                <a:lnTo>
                  <a:pt x="0" y="485265"/>
                </a:lnTo>
                <a:moveTo>
                  <a:pt x="0" y="459645"/>
                </a:moveTo>
                <a:lnTo>
                  <a:pt x="0" y="382785"/>
                </a:lnTo>
                <a:moveTo>
                  <a:pt x="0" y="357166"/>
                </a:moveTo>
                <a:lnTo>
                  <a:pt x="0" y="280306"/>
                </a:lnTo>
                <a:moveTo>
                  <a:pt x="0" y="254687"/>
                </a:moveTo>
                <a:lnTo>
                  <a:pt x="0" y="177827"/>
                </a:lnTo>
                <a:moveTo>
                  <a:pt x="0" y="152208"/>
                </a:moveTo>
                <a:lnTo>
                  <a:pt x="0" y="75348"/>
                </a:lnTo>
              </a:path>
            </a:pathLst>
          </a:custGeom>
          <a:noFill xmlns:a="http://schemas.openxmlformats.org/drawingml/2006/main"/>
          <a:ln xmlns:a="http://schemas.openxmlformats.org/drawingml/2006/main" w="25620">
            <a:solidFill>
              <a:srgbClr val="BFBFBF"/>
            </a:solidFill>
            <a:prstDash val="solid"/>
          </a:ln>
        </p:spPr>
      </p:sp>
      <p:sp>
        <p:nvSpPr>
          <p:cNvPr id="154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BCB60668-A49E-479F-A18D-A7057D0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485" y="5026345"/>
            <a:ext cx="1885185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Extended Skill Library</a:t>
            </a:r>
          </a:p>
        </p:txBody>
      </p:sp>
      <p:sp>
        <p:nvSpPr>
          <p:cNvPr id="155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DF30787E-C1D3-4E96-A7CB-F348A4AD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2099" y="5396891"/>
            <a:ext cx="383832" cy="327934"/>
          </a:xfrm>
          <a:custGeom xmlns:a="http://schemas.openxmlformats.org/drawingml/2006/main">
            <a:pathLst>
              <a:path w="383832" h="327934">
                <a:moveTo>
                  <a:pt x="0" y="54658"/>
                </a:moveTo>
                <a:cubicBezTo>
                  <a:pt x="0" y="24470"/>
                  <a:pt x="24470" y="0"/>
                  <a:pt x="54657" y="0"/>
                </a:cubicBezTo>
                <a:lnTo>
                  <a:pt x="329174" y="0"/>
                </a:lnTo>
                <a:cubicBezTo>
                  <a:pt x="359360" y="0"/>
                  <a:pt x="383832" y="24470"/>
                  <a:pt x="383832" y="54658"/>
                </a:cubicBezTo>
                <a:lnTo>
                  <a:pt x="383832" y="273277"/>
                </a:lnTo>
                <a:cubicBezTo>
                  <a:pt x="383832" y="303464"/>
                  <a:pt x="359360" y="327934"/>
                  <a:pt x="329174" y="327934"/>
                </a:cubicBezTo>
                <a:lnTo>
                  <a:pt x="54657" y="327934"/>
                </a:lnTo>
                <a:cubicBezTo>
                  <a:pt x="24470" y="327934"/>
                  <a:pt x="0" y="303464"/>
                  <a:pt x="0" y="273277"/>
                </a:cubicBezTo>
                <a:lnTo>
                  <a:pt x="0" y="54658"/>
                </a:lnTo>
              </a:path>
            </a:pathLst>
          </a:custGeom>
          <a:solidFill xmlns:a="http://schemas.openxmlformats.org/drawingml/2006/main">
            <a:srgbClr val="DCE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34C40C83-57B1-42A9-B089-43C62A80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2099" y="5396891"/>
            <a:ext cx="383831" cy="327934"/>
          </a:xfrm>
          <a:custGeom xmlns:a="http://schemas.openxmlformats.org/drawingml/2006/main">
            <a:pathLst>
              <a:path w="383831" h="327934">
                <a:moveTo>
                  <a:pt x="0" y="54657"/>
                </a:moveTo>
                <a:cubicBezTo>
                  <a:pt x="0" y="24471"/>
                  <a:pt x="24470" y="0"/>
                  <a:pt x="54657" y="0"/>
                </a:cubicBezTo>
                <a:lnTo>
                  <a:pt x="329174" y="0"/>
                </a:lnTo>
                <a:cubicBezTo>
                  <a:pt x="359361" y="0"/>
                  <a:pt x="383831" y="24471"/>
                  <a:pt x="383831" y="54657"/>
                </a:cubicBezTo>
                <a:lnTo>
                  <a:pt x="383831" y="273277"/>
                </a:lnTo>
                <a:cubicBezTo>
                  <a:pt x="383831" y="303464"/>
                  <a:pt x="359361" y="327934"/>
                  <a:pt x="329174" y="327934"/>
                </a:cubicBezTo>
                <a:lnTo>
                  <a:pt x="54657" y="327934"/>
                </a:lnTo>
                <a:cubicBezTo>
                  <a:pt x="24470" y="327934"/>
                  <a:pt x="0" y="303464"/>
                  <a:pt x="0" y="273277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5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ACE2A704-6B2B-4370-BC5C-045F0699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4688" y="5396891"/>
            <a:ext cx="383828" cy="327933"/>
          </a:xfrm>
          <a:custGeom xmlns:a="http://schemas.openxmlformats.org/drawingml/2006/main">
            <a:pathLst>
              <a:path w="383828" h="327933">
                <a:moveTo>
                  <a:pt x="0" y="54658"/>
                </a:moveTo>
                <a:cubicBezTo>
                  <a:pt x="0" y="24470"/>
                  <a:pt x="24470" y="0"/>
                  <a:pt x="54655" y="0"/>
                </a:cubicBezTo>
                <a:lnTo>
                  <a:pt x="329173" y="0"/>
                </a:lnTo>
                <a:cubicBezTo>
                  <a:pt x="359358" y="0"/>
                  <a:pt x="383828" y="24470"/>
                  <a:pt x="383828" y="54658"/>
                </a:cubicBezTo>
                <a:lnTo>
                  <a:pt x="383828" y="273276"/>
                </a:lnTo>
                <a:cubicBezTo>
                  <a:pt x="383828" y="303462"/>
                  <a:pt x="359358" y="327933"/>
                  <a:pt x="329173" y="327933"/>
                </a:cubicBezTo>
                <a:lnTo>
                  <a:pt x="54655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8"/>
                </a:lnTo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82DAEC2C-0C70-4EA7-8F50-FB34AF5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4688" y="5396891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0"/>
                  <a:pt x="24470" y="0"/>
                  <a:pt x="54657" y="0"/>
                </a:cubicBezTo>
                <a:lnTo>
                  <a:pt x="329173" y="0"/>
                </a:lnTo>
                <a:cubicBezTo>
                  <a:pt x="359360" y="0"/>
                  <a:pt x="383830" y="24470"/>
                  <a:pt x="383830" y="54657"/>
                </a:cubicBezTo>
                <a:lnTo>
                  <a:pt x="383830" y="273276"/>
                </a:lnTo>
                <a:cubicBezTo>
                  <a:pt x="383830" y="303462"/>
                  <a:pt x="359360" y="327933"/>
                  <a:pt x="329173" y="327933"/>
                </a:cubicBezTo>
                <a:lnTo>
                  <a:pt x="54657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59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D35C976F-E2C7-4FE7-97FC-CD6984FB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5088" y="5448139"/>
            <a:ext cx="102776" cy="13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60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F58BB6D2-6EC1-4DB6-B0E4-71296BF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4616" y="5396891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8"/>
                </a:moveTo>
                <a:cubicBezTo>
                  <a:pt x="0" y="24470"/>
                  <a:pt x="24470" y="0"/>
                  <a:pt x="54655" y="0"/>
                </a:cubicBezTo>
                <a:lnTo>
                  <a:pt x="329173" y="0"/>
                </a:lnTo>
                <a:cubicBezTo>
                  <a:pt x="359358" y="0"/>
                  <a:pt x="383830" y="24470"/>
                  <a:pt x="383830" y="54658"/>
                </a:cubicBezTo>
                <a:lnTo>
                  <a:pt x="383830" y="273276"/>
                </a:lnTo>
                <a:cubicBezTo>
                  <a:pt x="383830" y="303462"/>
                  <a:pt x="359358" y="327933"/>
                  <a:pt x="329173" y="327933"/>
                </a:cubicBezTo>
                <a:lnTo>
                  <a:pt x="54655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8"/>
                </a:lnTo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A3985E61-9779-42FD-8951-559E6CE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4616" y="5396891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0"/>
                  <a:pt x="24470" y="0"/>
                  <a:pt x="54657" y="0"/>
                </a:cubicBezTo>
                <a:lnTo>
                  <a:pt x="329173" y="0"/>
                </a:lnTo>
                <a:cubicBezTo>
                  <a:pt x="359360" y="0"/>
                  <a:pt x="383830" y="24470"/>
                  <a:pt x="383830" y="54657"/>
                </a:cubicBezTo>
                <a:lnTo>
                  <a:pt x="383830" y="273276"/>
                </a:lnTo>
                <a:cubicBezTo>
                  <a:pt x="383830" y="303462"/>
                  <a:pt x="359360" y="327933"/>
                  <a:pt x="329173" y="327933"/>
                </a:cubicBezTo>
                <a:lnTo>
                  <a:pt x="54657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CEC7D70-355F-43AF-B5A2-4FC64E7410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94bb0cdcc4d2e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280" y="5874195"/>
            <a:ext cx="1389990" cy="599969"/>
          </a:xfrm>
          <a:prstGeom xmlns:a="http://schemas.openxmlformats.org/drawingml/2006/main" prst="rect">
            <a:avLst/>
          </a:prstGeom>
        </p:spPr>
      </p:pic>
      <p:sp>
        <p:nvSpPr>
          <p:cNvPr id="163" name="conquer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2F9E6B00-CF84-4982-88E2-9973CA99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280" y="5874195"/>
            <a:ext cx="1389990" cy="599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DA88C03E-EB2E-458B-97FF-D8346C6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416" y="5974501"/>
            <a:ext cx="1173852" cy="398737"/>
          </a:xfrm>
          <a:custGeom xmlns:a="http://schemas.openxmlformats.org/drawingml/2006/main">
            <a:pathLst>
              <a:path w="1173852" h="398737">
                <a:moveTo>
                  <a:pt x="0" y="199368"/>
                </a:moveTo>
                <a:lnTo>
                  <a:pt x="99683" y="0"/>
                </a:lnTo>
                <a:lnTo>
                  <a:pt x="1074169" y="0"/>
                </a:lnTo>
                <a:lnTo>
                  <a:pt x="1173852" y="199368"/>
                </a:lnTo>
                <a:lnTo>
                  <a:pt x="1074169" y="398737"/>
                </a:lnTo>
                <a:lnTo>
                  <a:pt x="99683" y="398737"/>
                </a:lnTo>
                <a:lnTo>
                  <a:pt x="0" y="199368"/>
                </a:ln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FABBE6D2-2D13-4397-A02E-78BD9AA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4416" y="5974501"/>
            <a:ext cx="1173852" cy="398737"/>
          </a:xfrm>
          <a:custGeom xmlns:a="http://schemas.openxmlformats.org/drawingml/2006/main">
            <a:pathLst>
              <a:path w="1173852" h="398737">
                <a:moveTo>
                  <a:pt x="0" y="199369"/>
                </a:moveTo>
                <a:lnTo>
                  <a:pt x="99684" y="0"/>
                </a:lnTo>
                <a:lnTo>
                  <a:pt x="1074169" y="0"/>
                </a:lnTo>
                <a:lnTo>
                  <a:pt x="1173852" y="199369"/>
                </a:lnTo>
                <a:lnTo>
                  <a:pt x="1074169" y="398737"/>
                </a:lnTo>
                <a:lnTo>
                  <a:pt x="99684" y="398737"/>
                </a:lnTo>
                <a:lnTo>
                  <a:pt x="0" y="19936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2F5597"/>
            </a:solidFill>
            <a:prstDash val="solid"/>
          </a:ln>
        </p:spPr>
      </p:sp>
      <p:sp>
        <p:nvSpPr>
          <p:cNvPr id="166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B19A8E2B-462B-42BB-8A39-3A23295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477" y="6816692"/>
            <a:ext cx="905541" cy="298121"/>
          </a:xfrm>
          <a:custGeom xmlns:a="http://schemas.openxmlformats.org/drawingml/2006/main">
            <a:pathLst>
              <a:path w="905541" h="298121">
                <a:moveTo>
                  <a:pt x="0" y="0"/>
                </a:moveTo>
                <a:lnTo>
                  <a:pt x="905541" y="0"/>
                </a:lnTo>
                <a:lnTo>
                  <a:pt x="905541" y="298121"/>
                </a:lnTo>
                <a:lnTo>
                  <a:pt x="0" y="298121"/>
                </a:lnTo>
                <a:close/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113DA0B2-9DE6-4179-8C4B-4232F093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3477" y="6816692"/>
            <a:ext cx="905541" cy="298122"/>
          </a:xfrm>
          <a:custGeom xmlns:a="http://schemas.openxmlformats.org/drawingml/2006/main">
            <a:pathLst>
              <a:path w="905541" h="298122">
                <a:moveTo>
                  <a:pt x="0" y="0"/>
                </a:moveTo>
                <a:lnTo>
                  <a:pt x="905541" y="0"/>
                </a:lnTo>
                <a:lnTo>
                  <a:pt x="905541" y="298122"/>
                </a:lnTo>
                <a:lnTo>
                  <a:pt x="0" y="298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C00000"/>
            </a:solidFill>
            <a:prstDash val="solid"/>
          </a:ln>
        </p:spPr>
      </p:sp>
      <p:sp>
        <p:nvSpPr>
          <p:cNvPr id="168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FB4A7D22-0C64-4097-B52D-2D538BA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8960" y="6840316"/>
            <a:ext cx="584381" cy="18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7F5AE69-D01D-4179-AB17-B19DA5904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45532ae39498b"/>
          <a:srcRect xmlns:a="http://schemas.openxmlformats.org/drawingml/2006/main" l="0" t="210" r="0" b="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8198" y="5285407"/>
            <a:ext cx="611148" cy="551524"/>
          </a:xfrm>
          <a:prstGeom xmlns:a="http://schemas.openxmlformats.org/drawingml/2006/main" prst="rect">
            <a:avLst/>
          </a:prstGeom>
        </p:spPr>
      </p:pic>
      <p:sp>
        <p:nvSpPr>
          <p:cNvPr id="170" name="conquer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11D27EF7-9C33-4EF9-ADF4-8CF43B9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8198" y="5285407"/>
            <a:ext cx="611148" cy="551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1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3CA203A6-81D1-470F-AD02-0360553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788" y="5396891"/>
            <a:ext cx="383829" cy="327933"/>
          </a:xfrm>
          <a:custGeom xmlns:a="http://schemas.openxmlformats.org/drawingml/2006/main">
            <a:pathLst>
              <a:path w="383829" h="327933">
                <a:moveTo>
                  <a:pt x="0" y="54658"/>
                </a:moveTo>
                <a:cubicBezTo>
                  <a:pt x="0" y="24470"/>
                  <a:pt x="24471" y="0"/>
                  <a:pt x="54656" y="0"/>
                </a:cubicBezTo>
                <a:lnTo>
                  <a:pt x="329174" y="0"/>
                </a:lnTo>
                <a:cubicBezTo>
                  <a:pt x="359359" y="0"/>
                  <a:pt x="383829" y="24470"/>
                  <a:pt x="383829" y="54658"/>
                </a:cubicBezTo>
                <a:lnTo>
                  <a:pt x="383829" y="273276"/>
                </a:lnTo>
                <a:cubicBezTo>
                  <a:pt x="383829" y="303462"/>
                  <a:pt x="359359" y="327933"/>
                  <a:pt x="329174" y="327933"/>
                </a:cubicBezTo>
                <a:lnTo>
                  <a:pt x="54656" y="327933"/>
                </a:lnTo>
                <a:cubicBezTo>
                  <a:pt x="24471" y="327933"/>
                  <a:pt x="0" y="303462"/>
                  <a:pt x="0" y="273276"/>
                </a:cubicBezTo>
                <a:lnTo>
                  <a:pt x="0" y="54658"/>
                </a:lnTo>
              </a:path>
            </a:pathLst>
          </a:custGeom>
          <a:solidFill xmlns:a="http://schemas.openxmlformats.org/drawingml/2006/main">
            <a:srgbClr val="BF9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26AC1A5F-088C-47D8-8832-91567BB6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788" y="5396891"/>
            <a:ext cx="383830" cy="327933"/>
          </a:xfrm>
          <a:custGeom xmlns:a="http://schemas.openxmlformats.org/drawingml/2006/main">
            <a:pathLst>
              <a:path w="383830" h="327933">
                <a:moveTo>
                  <a:pt x="0" y="54657"/>
                </a:moveTo>
                <a:cubicBezTo>
                  <a:pt x="0" y="24470"/>
                  <a:pt x="24470" y="0"/>
                  <a:pt x="54657" y="0"/>
                </a:cubicBezTo>
                <a:lnTo>
                  <a:pt x="329173" y="0"/>
                </a:lnTo>
                <a:cubicBezTo>
                  <a:pt x="359360" y="0"/>
                  <a:pt x="383830" y="24470"/>
                  <a:pt x="383830" y="54657"/>
                </a:cubicBezTo>
                <a:lnTo>
                  <a:pt x="383830" y="273276"/>
                </a:lnTo>
                <a:cubicBezTo>
                  <a:pt x="383830" y="303462"/>
                  <a:pt x="359360" y="327933"/>
                  <a:pt x="329173" y="327933"/>
                </a:cubicBezTo>
                <a:lnTo>
                  <a:pt x="54657" y="327933"/>
                </a:lnTo>
                <a:cubicBezTo>
                  <a:pt x="24470" y="327933"/>
                  <a:pt x="0" y="303462"/>
                  <a:pt x="0" y="273276"/>
                </a:cubicBezTo>
                <a:lnTo>
                  <a:pt x="0" y="5465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73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32822D1E-D029-4FA8-AD3F-0B26BA2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9658" y="6031327"/>
            <a:ext cx="72103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</a:t>
            </a:r>
          </a:p>
        </p:txBody>
      </p:sp>
      <p:sp>
        <p:nvSpPr>
          <p:cNvPr id="174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E53F5C5D-BD8E-4732-A0B5-A996DD02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1594" y="6031327"/>
            <a:ext cx="262514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 &lt; </a:t>
            </a:r>
          </a:p>
        </p:txBody>
      </p:sp>
      <p:sp>
        <p:nvSpPr>
          <p:cNvPr id="175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C79F2C36-488D-4920-A452-8C96780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6138" y="6031327"/>
            <a:ext cx="79392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?</a:t>
            </a:r>
          </a:p>
        </p:txBody>
      </p:sp>
      <p:sp>
        <p:nvSpPr>
          <p:cNvPr id="176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09211A8B-5F5B-445A-AFB5-16C74B89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1254" y="6324792"/>
            <a:ext cx="648414" cy="268310"/>
          </a:xfrm>
          <a:custGeom xmlns:a="http://schemas.openxmlformats.org/drawingml/2006/main">
            <a:pathLst>
              <a:path w="648414" h="268310">
                <a:moveTo>
                  <a:pt x="0" y="44719"/>
                </a:moveTo>
                <a:cubicBezTo>
                  <a:pt x="0" y="20021"/>
                  <a:pt x="20021" y="0"/>
                  <a:pt x="44718" y="0"/>
                </a:cubicBezTo>
                <a:lnTo>
                  <a:pt x="603694" y="0"/>
                </a:lnTo>
                <a:cubicBezTo>
                  <a:pt x="628391" y="0"/>
                  <a:pt x="648414" y="20021"/>
                  <a:pt x="648414" y="44719"/>
                </a:cubicBezTo>
                <a:lnTo>
                  <a:pt x="648414" y="223591"/>
                </a:lnTo>
                <a:cubicBezTo>
                  <a:pt x="648414" y="248288"/>
                  <a:pt x="628391" y="268310"/>
                  <a:pt x="603694" y="268310"/>
                </a:cubicBezTo>
                <a:lnTo>
                  <a:pt x="44718" y="268310"/>
                </a:lnTo>
                <a:cubicBezTo>
                  <a:pt x="20021" y="268310"/>
                  <a:pt x="0" y="248288"/>
                  <a:pt x="0" y="223591"/>
                </a:cubicBezTo>
                <a:lnTo>
                  <a:pt x="0" y="44719"/>
                </a:lnTo>
              </a:path>
            </a:pathLst>
          </a:custGeom>
          <a:solidFill xmlns:a="http://schemas.openxmlformats.org/drawingml/2006/main">
            <a:srgbClr val="EDC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28AC2A0D-84B2-4B71-8406-7C471690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1254" y="6324792"/>
            <a:ext cx="648414" cy="268310"/>
          </a:xfrm>
          <a:custGeom xmlns:a="http://schemas.openxmlformats.org/drawingml/2006/main">
            <a:pathLst>
              <a:path w="648414" h="268310">
                <a:moveTo>
                  <a:pt x="0" y="44719"/>
                </a:moveTo>
                <a:cubicBezTo>
                  <a:pt x="0" y="20021"/>
                  <a:pt x="20021" y="0"/>
                  <a:pt x="44719" y="0"/>
                </a:cubicBezTo>
                <a:lnTo>
                  <a:pt x="603695" y="0"/>
                </a:lnTo>
                <a:cubicBezTo>
                  <a:pt x="628393" y="0"/>
                  <a:pt x="648414" y="20021"/>
                  <a:pt x="648414" y="44719"/>
                </a:cubicBezTo>
                <a:lnTo>
                  <a:pt x="648414" y="223591"/>
                </a:lnTo>
                <a:cubicBezTo>
                  <a:pt x="648414" y="248288"/>
                  <a:pt x="628393" y="268310"/>
                  <a:pt x="603695" y="268310"/>
                </a:cubicBezTo>
                <a:lnTo>
                  <a:pt x="44719" y="268310"/>
                </a:lnTo>
                <a:cubicBezTo>
                  <a:pt x="20021" y="268310"/>
                  <a:pt x="0" y="248288"/>
                  <a:pt x="0" y="223591"/>
                </a:cubicBezTo>
                <a:lnTo>
                  <a:pt x="0" y="4471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78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CE623649-8360-4647-B84C-B0EB292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7434" y="6344017"/>
            <a:ext cx="599223" cy="171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T:Merge</a:t>
            </a:r>
          </a:p>
        </p:txBody>
      </p:sp>
      <p:sp>
        <p:nvSpPr>
          <p:cNvPr id="179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F51F0FE6-E53D-4B3B-9F93-CBF7AB8F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198" y="6324792"/>
            <a:ext cx="648413" cy="268309"/>
          </a:xfrm>
          <a:custGeom xmlns:a="http://schemas.openxmlformats.org/drawingml/2006/main">
            <a:pathLst>
              <a:path w="648413" h="268309">
                <a:moveTo>
                  <a:pt x="0" y="44719"/>
                </a:moveTo>
                <a:cubicBezTo>
                  <a:pt x="0" y="20021"/>
                  <a:pt x="20021" y="0"/>
                  <a:pt x="44719" y="0"/>
                </a:cubicBezTo>
                <a:lnTo>
                  <a:pt x="603695" y="0"/>
                </a:lnTo>
                <a:cubicBezTo>
                  <a:pt x="628392" y="0"/>
                  <a:pt x="648413" y="20021"/>
                  <a:pt x="648413" y="44719"/>
                </a:cubicBezTo>
                <a:lnTo>
                  <a:pt x="648413" y="223590"/>
                </a:lnTo>
                <a:cubicBezTo>
                  <a:pt x="648413" y="248288"/>
                  <a:pt x="628392" y="268309"/>
                  <a:pt x="603695" y="268309"/>
                </a:cubicBezTo>
                <a:lnTo>
                  <a:pt x="44719" y="268309"/>
                </a:lnTo>
                <a:cubicBezTo>
                  <a:pt x="20021" y="268309"/>
                  <a:pt x="0" y="248288"/>
                  <a:pt x="0" y="223590"/>
                </a:cubicBezTo>
                <a:lnTo>
                  <a:pt x="0" y="44719"/>
                </a:lnTo>
              </a:path>
            </a:pathLst>
          </a:custGeom>
          <a:solidFill xmlns:a="http://schemas.openxmlformats.org/drawingml/2006/main">
            <a:srgbClr val="EDC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DACCE4F0-56EA-4907-B3DB-0C280B0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198" y="6324792"/>
            <a:ext cx="648413" cy="268309"/>
          </a:xfrm>
          <a:custGeom xmlns:a="http://schemas.openxmlformats.org/drawingml/2006/main">
            <a:pathLst>
              <a:path w="648413" h="268309">
                <a:moveTo>
                  <a:pt x="0" y="44719"/>
                </a:moveTo>
                <a:cubicBezTo>
                  <a:pt x="0" y="20021"/>
                  <a:pt x="20021" y="0"/>
                  <a:pt x="44719" y="0"/>
                </a:cubicBezTo>
                <a:lnTo>
                  <a:pt x="603694" y="0"/>
                </a:lnTo>
                <a:cubicBezTo>
                  <a:pt x="628392" y="0"/>
                  <a:pt x="648413" y="20021"/>
                  <a:pt x="648413" y="44719"/>
                </a:cubicBezTo>
                <a:lnTo>
                  <a:pt x="648413" y="223590"/>
                </a:lnTo>
                <a:cubicBezTo>
                  <a:pt x="648413" y="248288"/>
                  <a:pt x="628392" y="268309"/>
                  <a:pt x="603694" y="268309"/>
                </a:cubicBezTo>
                <a:lnTo>
                  <a:pt x="44719" y="268309"/>
                </a:lnTo>
                <a:cubicBezTo>
                  <a:pt x="20021" y="268309"/>
                  <a:pt x="0" y="248288"/>
                  <a:pt x="0" y="223590"/>
                </a:cubicBezTo>
                <a:lnTo>
                  <a:pt x="0" y="4471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81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80C5C9CF-0F04-4D6A-9571-D5B9CB21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5342" y="6340628"/>
            <a:ext cx="458629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F:Add</a:t>
            </a:r>
          </a:p>
        </p:txBody>
      </p:sp>
      <p:sp>
        <p:nvSpPr>
          <p:cNvPr id="182" name="conquer-rotated-label-205">
            <a:extLst xmlns:a="http://schemas.openxmlformats.org/drawingml/2006/main">
              <a:ext uri="{FF2B5EF4-FFF2-40B4-BE49-F238E27FC236}">
                <a16:creationId xmlns:a16="http://schemas.microsoft.com/office/drawing/2014/main" id="{797A46D2-0871-4720-8754-9AEB95C0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4191" y="3230987"/>
            <a:ext cx="643182" cy="178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Timeline</a:t>
            </a:r>
          </a:p>
        </p:txBody>
      </p:sp>
      <p:sp>
        <p:nvSpPr>
          <p:cNvPr id="183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F50961A1-33E0-4BE6-A499-204DA4E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0260" y="209585"/>
            <a:ext cx="535337" cy="2688889"/>
          </a:xfrm>
          <a:custGeom xmlns:a="http://schemas.openxmlformats.org/drawingml/2006/main">
            <a:pathLst>
              <a:path w="535337" h="2688889">
                <a:moveTo>
                  <a:pt x="0" y="2688889"/>
                </a:moveTo>
                <a:lnTo>
                  <a:pt x="10005" y="2638635"/>
                </a:lnTo>
                <a:moveTo>
                  <a:pt x="13340" y="2621884"/>
                </a:moveTo>
                <a:lnTo>
                  <a:pt x="23345" y="2571631"/>
                </a:lnTo>
                <a:moveTo>
                  <a:pt x="26680" y="2554880"/>
                </a:moveTo>
                <a:lnTo>
                  <a:pt x="36685" y="2504627"/>
                </a:lnTo>
                <a:moveTo>
                  <a:pt x="40020" y="2487876"/>
                </a:moveTo>
                <a:lnTo>
                  <a:pt x="50025" y="2437622"/>
                </a:lnTo>
                <a:moveTo>
                  <a:pt x="53360" y="2420871"/>
                </a:moveTo>
                <a:lnTo>
                  <a:pt x="63365" y="2370618"/>
                </a:lnTo>
                <a:moveTo>
                  <a:pt x="66700" y="2353867"/>
                </a:moveTo>
                <a:lnTo>
                  <a:pt x="76705" y="2303614"/>
                </a:lnTo>
                <a:moveTo>
                  <a:pt x="80040" y="2286863"/>
                </a:moveTo>
                <a:lnTo>
                  <a:pt x="90045" y="2236609"/>
                </a:lnTo>
                <a:moveTo>
                  <a:pt x="93380" y="2219858"/>
                </a:moveTo>
                <a:lnTo>
                  <a:pt x="103385" y="2169605"/>
                </a:lnTo>
                <a:moveTo>
                  <a:pt x="106720" y="2152854"/>
                </a:moveTo>
                <a:lnTo>
                  <a:pt x="116725" y="2102601"/>
                </a:lnTo>
                <a:moveTo>
                  <a:pt x="120060" y="2085850"/>
                </a:moveTo>
                <a:lnTo>
                  <a:pt x="130065" y="2035596"/>
                </a:lnTo>
                <a:moveTo>
                  <a:pt x="133400" y="2018845"/>
                </a:moveTo>
                <a:lnTo>
                  <a:pt x="143405" y="1968592"/>
                </a:lnTo>
                <a:moveTo>
                  <a:pt x="146740" y="1951841"/>
                </a:moveTo>
                <a:lnTo>
                  <a:pt x="156745" y="1901588"/>
                </a:lnTo>
                <a:moveTo>
                  <a:pt x="160080" y="1884836"/>
                </a:moveTo>
                <a:lnTo>
                  <a:pt x="170085" y="1834583"/>
                </a:lnTo>
                <a:moveTo>
                  <a:pt x="173420" y="1817832"/>
                </a:moveTo>
                <a:lnTo>
                  <a:pt x="183426" y="1767579"/>
                </a:lnTo>
                <a:moveTo>
                  <a:pt x="186761" y="1750828"/>
                </a:moveTo>
                <a:lnTo>
                  <a:pt x="196766" y="1700574"/>
                </a:lnTo>
                <a:moveTo>
                  <a:pt x="200101" y="1683823"/>
                </a:moveTo>
                <a:lnTo>
                  <a:pt x="210106" y="1633570"/>
                </a:lnTo>
                <a:moveTo>
                  <a:pt x="213441" y="1616819"/>
                </a:moveTo>
                <a:lnTo>
                  <a:pt x="223446" y="1566566"/>
                </a:lnTo>
                <a:moveTo>
                  <a:pt x="226781" y="1549815"/>
                </a:moveTo>
                <a:lnTo>
                  <a:pt x="236786" y="1499561"/>
                </a:lnTo>
                <a:moveTo>
                  <a:pt x="240121" y="1482810"/>
                </a:moveTo>
                <a:lnTo>
                  <a:pt x="250126" y="1432557"/>
                </a:lnTo>
                <a:moveTo>
                  <a:pt x="253461" y="1415806"/>
                </a:moveTo>
                <a:lnTo>
                  <a:pt x="263466" y="1365553"/>
                </a:lnTo>
                <a:moveTo>
                  <a:pt x="266801" y="1348802"/>
                </a:moveTo>
                <a:lnTo>
                  <a:pt x="276806" y="1298548"/>
                </a:lnTo>
                <a:moveTo>
                  <a:pt x="280141" y="1281797"/>
                </a:moveTo>
                <a:lnTo>
                  <a:pt x="290146" y="1231544"/>
                </a:lnTo>
                <a:moveTo>
                  <a:pt x="293481" y="1214793"/>
                </a:moveTo>
                <a:lnTo>
                  <a:pt x="303486" y="1164540"/>
                </a:lnTo>
                <a:moveTo>
                  <a:pt x="306821" y="1147789"/>
                </a:moveTo>
                <a:lnTo>
                  <a:pt x="316826" y="1097535"/>
                </a:lnTo>
                <a:moveTo>
                  <a:pt x="320161" y="1080784"/>
                </a:moveTo>
                <a:lnTo>
                  <a:pt x="330166" y="1030531"/>
                </a:lnTo>
                <a:moveTo>
                  <a:pt x="333501" y="1013780"/>
                </a:moveTo>
                <a:lnTo>
                  <a:pt x="343506" y="963527"/>
                </a:lnTo>
                <a:moveTo>
                  <a:pt x="346841" y="946775"/>
                </a:moveTo>
                <a:lnTo>
                  <a:pt x="356846" y="896522"/>
                </a:lnTo>
                <a:moveTo>
                  <a:pt x="360181" y="879771"/>
                </a:moveTo>
                <a:lnTo>
                  <a:pt x="370186" y="829518"/>
                </a:lnTo>
                <a:moveTo>
                  <a:pt x="373521" y="812767"/>
                </a:moveTo>
                <a:lnTo>
                  <a:pt x="383526" y="762513"/>
                </a:lnTo>
                <a:moveTo>
                  <a:pt x="386861" y="745762"/>
                </a:moveTo>
                <a:lnTo>
                  <a:pt x="396866" y="695509"/>
                </a:lnTo>
                <a:moveTo>
                  <a:pt x="400201" y="678758"/>
                </a:moveTo>
                <a:lnTo>
                  <a:pt x="410206" y="628505"/>
                </a:lnTo>
                <a:moveTo>
                  <a:pt x="413541" y="611754"/>
                </a:moveTo>
                <a:lnTo>
                  <a:pt x="423546" y="561500"/>
                </a:lnTo>
                <a:moveTo>
                  <a:pt x="426881" y="544749"/>
                </a:moveTo>
                <a:lnTo>
                  <a:pt x="436886" y="494496"/>
                </a:lnTo>
                <a:moveTo>
                  <a:pt x="440221" y="477745"/>
                </a:moveTo>
                <a:lnTo>
                  <a:pt x="450226" y="427492"/>
                </a:lnTo>
                <a:moveTo>
                  <a:pt x="453561" y="410741"/>
                </a:moveTo>
                <a:lnTo>
                  <a:pt x="463566" y="360487"/>
                </a:lnTo>
                <a:moveTo>
                  <a:pt x="466901" y="343736"/>
                </a:moveTo>
                <a:lnTo>
                  <a:pt x="476906" y="293483"/>
                </a:lnTo>
                <a:moveTo>
                  <a:pt x="480241" y="276732"/>
                </a:moveTo>
                <a:lnTo>
                  <a:pt x="490246" y="226479"/>
                </a:lnTo>
                <a:moveTo>
                  <a:pt x="493581" y="209728"/>
                </a:moveTo>
                <a:lnTo>
                  <a:pt x="503586" y="159474"/>
                </a:lnTo>
                <a:moveTo>
                  <a:pt x="506921" y="142723"/>
                </a:moveTo>
                <a:lnTo>
                  <a:pt x="516926" y="92470"/>
                </a:lnTo>
                <a:moveTo>
                  <a:pt x="520261" y="75719"/>
                </a:moveTo>
                <a:lnTo>
                  <a:pt x="530267" y="25466"/>
                </a:lnTo>
                <a:moveTo>
                  <a:pt x="533602" y="8714"/>
                </a:moveTo>
                <a:lnTo>
                  <a:pt x="535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95959"/>
            </a:solidFill>
            <a:prstDash val="solid"/>
          </a:ln>
        </p:spPr>
      </p:sp>
      <p:sp>
        <p:nvSpPr>
          <p:cNvPr id="184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73A7A2DD-3755-4BE4-B6EE-5FE0ED80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6533" y="3563447"/>
            <a:ext cx="592836" cy="203872"/>
          </a:xfrm>
          <a:custGeom xmlns:a="http://schemas.openxmlformats.org/drawingml/2006/main">
            <a:pathLst>
              <a:path w="592836" h="203872">
                <a:moveTo>
                  <a:pt x="0" y="203872"/>
                </a:moveTo>
                <a:lnTo>
                  <a:pt x="48454" y="187208"/>
                </a:lnTo>
                <a:moveTo>
                  <a:pt x="64606" y="181654"/>
                </a:moveTo>
                <a:lnTo>
                  <a:pt x="113060" y="164991"/>
                </a:lnTo>
                <a:moveTo>
                  <a:pt x="129212" y="159437"/>
                </a:moveTo>
                <a:lnTo>
                  <a:pt x="177666" y="142774"/>
                </a:lnTo>
                <a:moveTo>
                  <a:pt x="193818" y="137219"/>
                </a:moveTo>
                <a:lnTo>
                  <a:pt x="242272" y="120556"/>
                </a:lnTo>
                <a:moveTo>
                  <a:pt x="258424" y="115002"/>
                </a:moveTo>
                <a:lnTo>
                  <a:pt x="306878" y="98339"/>
                </a:lnTo>
                <a:moveTo>
                  <a:pt x="323030" y="92784"/>
                </a:moveTo>
                <a:lnTo>
                  <a:pt x="371484" y="76121"/>
                </a:lnTo>
                <a:moveTo>
                  <a:pt x="387636" y="70567"/>
                </a:moveTo>
                <a:lnTo>
                  <a:pt x="436090" y="53904"/>
                </a:lnTo>
                <a:moveTo>
                  <a:pt x="452241" y="48349"/>
                </a:moveTo>
                <a:lnTo>
                  <a:pt x="500696" y="31686"/>
                </a:lnTo>
                <a:moveTo>
                  <a:pt x="516847" y="26132"/>
                </a:moveTo>
                <a:lnTo>
                  <a:pt x="565302" y="9469"/>
                </a:lnTo>
                <a:moveTo>
                  <a:pt x="581453" y="3914"/>
                </a:moveTo>
                <a:lnTo>
                  <a:pt x="592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95959"/>
            </a:solidFill>
            <a:prstDash val="solid"/>
          </a:ln>
        </p:spPr>
      </p:sp>
      <p:sp>
        <p:nvSpPr>
          <p:cNvPr id="185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88EED523-1FCA-47D0-8246-A832A0D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305" y="5974501"/>
            <a:ext cx="2202367" cy="1144039"/>
          </a:xfrm>
          <a:custGeom xmlns:a="http://schemas.openxmlformats.org/drawingml/2006/main">
            <a:pathLst>
              <a:path w="2202367" h="1144039">
                <a:moveTo>
                  <a:pt x="0" y="80814"/>
                </a:moveTo>
                <a:cubicBezTo>
                  <a:pt x="0" y="36182"/>
                  <a:pt x="36181" y="0"/>
                  <a:pt x="80812" y="0"/>
                </a:cubicBezTo>
                <a:lnTo>
                  <a:pt x="2121554" y="0"/>
                </a:lnTo>
                <a:cubicBezTo>
                  <a:pt x="2166185" y="0"/>
                  <a:pt x="2202367" y="36182"/>
                  <a:pt x="2202367" y="80814"/>
                </a:cubicBezTo>
                <a:lnTo>
                  <a:pt x="2202367" y="1063225"/>
                </a:lnTo>
                <a:cubicBezTo>
                  <a:pt x="2202367" y="1107858"/>
                  <a:pt x="2166185" y="1144039"/>
                  <a:pt x="2121554" y="1144039"/>
                </a:cubicBezTo>
                <a:lnTo>
                  <a:pt x="80812" y="1144039"/>
                </a:lnTo>
                <a:cubicBezTo>
                  <a:pt x="36181" y="1144039"/>
                  <a:pt x="0" y="1107858"/>
                  <a:pt x="0" y="1063225"/>
                </a:cubicBezTo>
                <a:lnTo>
                  <a:pt x="0" y="80814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831F0C3F-F07C-4DAE-A0EB-2DB1BFA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305" y="5974501"/>
            <a:ext cx="2202369" cy="1144039"/>
          </a:xfrm>
          <a:custGeom xmlns:a="http://schemas.openxmlformats.org/drawingml/2006/main">
            <a:pathLst>
              <a:path w="2202369" h="1144039">
                <a:moveTo>
                  <a:pt x="0" y="80814"/>
                </a:moveTo>
                <a:lnTo>
                  <a:pt x="79" y="77214"/>
                </a:lnTo>
                <a:lnTo>
                  <a:pt x="313" y="73655"/>
                </a:lnTo>
                <a:lnTo>
                  <a:pt x="699" y="70139"/>
                </a:lnTo>
                <a:lnTo>
                  <a:pt x="1234" y="66670"/>
                </a:lnTo>
                <a:lnTo>
                  <a:pt x="1914" y="63251"/>
                </a:lnTo>
                <a:lnTo>
                  <a:pt x="2736" y="59886"/>
                </a:lnTo>
                <a:lnTo>
                  <a:pt x="3697" y="56577"/>
                </a:lnTo>
                <a:lnTo>
                  <a:pt x="4794" y="53329"/>
                </a:lnTo>
                <a:lnTo>
                  <a:pt x="6023" y="50143"/>
                </a:lnTo>
                <a:lnTo>
                  <a:pt x="7381" y="47025"/>
                </a:lnTo>
                <a:lnTo>
                  <a:pt x="8865" y="43976"/>
                </a:lnTo>
                <a:lnTo>
                  <a:pt x="10471" y="41001"/>
                </a:lnTo>
                <a:lnTo>
                  <a:pt x="12197" y="38102"/>
                </a:lnTo>
                <a:lnTo>
                  <a:pt x="14038" y="35282"/>
                </a:lnTo>
                <a:lnTo>
                  <a:pt x="15992" y="32546"/>
                </a:lnTo>
                <a:lnTo>
                  <a:pt x="18055" y="29896"/>
                </a:lnTo>
                <a:lnTo>
                  <a:pt x="20224" y="27335"/>
                </a:lnTo>
                <a:lnTo>
                  <a:pt x="22496" y="24868"/>
                </a:lnTo>
                <a:lnTo>
                  <a:pt x="24868" y="22496"/>
                </a:lnTo>
                <a:lnTo>
                  <a:pt x="27335" y="20224"/>
                </a:lnTo>
                <a:lnTo>
                  <a:pt x="29896" y="18055"/>
                </a:lnTo>
                <a:lnTo>
                  <a:pt x="32546" y="15992"/>
                </a:lnTo>
                <a:lnTo>
                  <a:pt x="33880" y="15040"/>
                </a:lnTo>
                <a:moveTo>
                  <a:pt x="56711" y="3659"/>
                </a:moveTo>
                <a:lnTo>
                  <a:pt x="59886" y="2736"/>
                </a:lnTo>
                <a:lnTo>
                  <a:pt x="63251" y="1914"/>
                </a:lnTo>
                <a:lnTo>
                  <a:pt x="66670" y="1234"/>
                </a:lnTo>
                <a:lnTo>
                  <a:pt x="70139" y="699"/>
                </a:lnTo>
                <a:lnTo>
                  <a:pt x="73655" y="313"/>
                </a:lnTo>
                <a:lnTo>
                  <a:pt x="77214" y="79"/>
                </a:lnTo>
                <a:lnTo>
                  <a:pt x="80814" y="0"/>
                </a:lnTo>
                <a:lnTo>
                  <a:pt x="133202" y="0"/>
                </a:lnTo>
                <a:moveTo>
                  <a:pt x="158822" y="0"/>
                </a:moveTo>
                <a:lnTo>
                  <a:pt x="235681" y="0"/>
                </a:lnTo>
                <a:moveTo>
                  <a:pt x="261301" y="0"/>
                </a:moveTo>
                <a:lnTo>
                  <a:pt x="338160" y="0"/>
                </a:lnTo>
                <a:moveTo>
                  <a:pt x="363780" y="0"/>
                </a:moveTo>
                <a:lnTo>
                  <a:pt x="440639" y="0"/>
                </a:lnTo>
                <a:moveTo>
                  <a:pt x="466259" y="0"/>
                </a:moveTo>
                <a:lnTo>
                  <a:pt x="543119" y="0"/>
                </a:lnTo>
                <a:moveTo>
                  <a:pt x="568738" y="0"/>
                </a:moveTo>
                <a:lnTo>
                  <a:pt x="645598" y="0"/>
                </a:lnTo>
                <a:moveTo>
                  <a:pt x="671217" y="0"/>
                </a:moveTo>
                <a:lnTo>
                  <a:pt x="748077" y="0"/>
                </a:lnTo>
                <a:moveTo>
                  <a:pt x="773697" y="0"/>
                </a:moveTo>
                <a:lnTo>
                  <a:pt x="850556" y="0"/>
                </a:lnTo>
                <a:moveTo>
                  <a:pt x="876176" y="0"/>
                </a:moveTo>
                <a:lnTo>
                  <a:pt x="953035" y="0"/>
                </a:lnTo>
                <a:moveTo>
                  <a:pt x="978655" y="0"/>
                </a:moveTo>
                <a:lnTo>
                  <a:pt x="1055514" y="0"/>
                </a:lnTo>
                <a:moveTo>
                  <a:pt x="1081134" y="0"/>
                </a:moveTo>
                <a:lnTo>
                  <a:pt x="1157993" y="0"/>
                </a:lnTo>
                <a:moveTo>
                  <a:pt x="1183613" y="0"/>
                </a:moveTo>
                <a:lnTo>
                  <a:pt x="1260472" y="0"/>
                </a:lnTo>
                <a:moveTo>
                  <a:pt x="1286092" y="0"/>
                </a:moveTo>
                <a:lnTo>
                  <a:pt x="1362951" y="0"/>
                </a:lnTo>
                <a:moveTo>
                  <a:pt x="1388571" y="0"/>
                </a:moveTo>
                <a:lnTo>
                  <a:pt x="1465431" y="0"/>
                </a:lnTo>
                <a:moveTo>
                  <a:pt x="1491050" y="0"/>
                </a:moveTo>
                <a:lnTo>
                  <a:pt x="1567910" y="0"/>
                </a:lnTo>
                <a:moveTo>
                  <a:pt x="1593529" y="0"/>
                </a:moveTo>
                <a:lnTo>
                  <a:pt x="1670389" y="0"/>
                </a:lnTo>
                <a:moveTo>
                  <a:pt x="1696008" y="0"/>
                </a:moveTo>
                <a:lnTo>
                  <a:pt x="1772868" y="0"/>
                </a:lnTo>
                <a:moveTo>
                  <a:pt x="1798488" y="0"/>
                </a:moveTo>
                <a:lnTo>
                  <a:pt x="1875347" y="0"/>
                </a:lnTo>
                <a:moveTo>
                  <a:pt x="1900967" y="0"/>
                </a:moveTo>
                <a:lnTo>
                  <a:pt x="1977826" y="0"/>
                </a:lnTo>
                <a:moveTo>
                  <a:pt x="2003446" y="0"/>
                </a:moveTo>
                <a:lnTo>
                  <a:pt x="2080305" y="0"/>
                </a:lnTo>
                <a:moveTo>
                  <a:pt x="2105925" y="0"/>
                </a:moveTo>
                <a:lnTo>
                  <a:pt x="2121555" y="0"/>
                </a:lnTo>
                <a:lnTo>
                  <a:pt x="2125155" y="79"/>
                </a:lnTo>
                <a:lnTo>
                  <a:pt x="2128714" y="313"/>
                </a:lnTo>
                <a:lnTo>
                  <a:pt x="2132230" y="699"/>
                </a:lnTo>
                <a:lnTo>
                  <a:pt x="2135699" y="1234"/>
                </a:lnTo>
                <a:lnTo>
                  <a:pt x="2139118" y="1914"/>
                </a:lnTo>
                <a:lnTo>
                  <a:pt x="2142483" y="2736"/>
                </a:lnTo>
                <a:lnTo>
                  <a:pt x="2145792" y="3697"/>
                </a:lnTo>
                <a:lnTo>
                  <a:pt x="2149040" y="4794"/>
                </a:lnTo>
                <a:lnTo>
                  <a:pt x="2152226" y="6023"/>
                </a:lnTo>
                <a:lnTo>
                  <a:pt x="2155344" y="7381"/>
                </a:lnTo>
                <a:lnTo>
                  <a:pt x="2158393" y="8865"/>
                </a:lnTo>
                <a:lnTo>
                  <a:pt x="2161369" y="10471"/>
                </a:lnTo>
                <a:lnTo>
                  <a:pt x="2164268" y="12197"/>
                </a:lnTo>
                <a:lnTo>
                  <a:pt x="2167087" y="14038"/>
                </a:lnTo>
                <a:lnTo>
                  <a:pt x="2169823" y="15992"/>
                </a:lnTo>
                <a:lnTo>
                  <a:pt x="2172473" y="18055"/>
                </a:lnTo>
                <a:lnTo>
                  <a:pt x="2175034" y="20224"/>
                </a:lnTo>
                <a:lnTo>
                  <a:pt x="2177082" y="22111"/>
                </a:lnTo>
                <a:moveTo>
                  <a:pt x="2192622" y="42343"/>
                </a:moveTo>
                <a:lnTo>
                  <a:pt x="2193504" y="43976"/>
                </a:lnTo>
                <a:lnTo>
                  <a:pt x="2194988" y="47025"/>
                </a:lnTo>
                <a:lnTo>
                  <a:pt x="2196346" y="50143"/>
                </a:lnTo>
                <a:lnTo>
                  <a:pt x="2197575" y="53329"/>
                </a:lnTo>
                <a:lnTo>
                  <a:pt x="2198672" y="56577"/>
                </a:lnTo>
                <a:lnTo>
                  <a:pt x="2199633" y="59886"/>
                </a:lnTo>
                <a:lnTo>
                  <a:pt x="2200455" y="63251"/>
                </a:lnTo>
                <a:lnTo>
                  <a:pt x="2201135" y="66670"/>
                </a:lnTo>
                <a:lnTo>
                  <a:pt x="2201670" y="70139"/>
                </a:lnTo>
                <a:lnTo>
                  <a:pt x="2202056" y="73655"/>
                </a:lnTo>
                <a:lnTo>
                  <a:pt x="2202290" y="77214"/>
                </a:lnTo>
                <a:lnTo>
                  <a:pt x="2202369" y="80814"/>
                </a:lnTo>
                <a:lnTo>
                  <a:pt x="2202369" y="117572"/>
                </a:lnTo>
                <a:moveTo>
                  <a:pt x="2202369" y="143192"/>
                </a:moveTo>
                <a:lnTo>
                  <a:pt x="2202369" y="220051"/>
                </a:lnTo>
                <a:moveTo>
                  <a:pt x="2202369" y="245671"/>
                </a:moveTo>
                <a:lnTo>
                  <a:pt x="2202369" y="322530"/>
                </a:lnTo>
                <a:moveTo>
                  <a:pt x="2202369" y="348150"/>
                </a:moveTo>
                <a:lnTo>
                  <a:pt x="2202369" y="425009"/>
                </a:lnTo>
                <a:moveTo>
                  <a:pt x="2202369" y="450629"/>
                </a:moveTo>
                <a:lnTo>
                  <a:pt x="2202369" y="527488"/>
                </a:lnTo>
                <a:moveTo>
                  <a:pt x="2202369" y="553108"/>
                </a:moveTo>
                <a:lnTo>
                  <a:pt x="2202369" y="629967"/>
                </a:lnTo>
                <a:moveTo>
                  <a:pt x="2202369" y="655587"/>
                </a:moveTo>
                <a:lnTo>
                  <a:pt x="2202369" y="732446"/>
                </a:lnTo>
                <a:moveTo>
                  <a:pt x="2202369" y="758066"/>
                </a:moveTo>
                <a:lnTo>
                  <a:pt x="2202369" y="834926"/>
                </a:lnTo>
                <a:moveTo>
                  <a:pt x="2202369" y="860545"/>
                </a:moveTo>
                <a:lnTo>
                  <a:pt x="2202369" y="937405"/>
                </a:lnTo>
                <a:moveTo>
                  <a:pt x="2202369" y="963024"/>
                </a:moveTo>
                <a:lnTo>
                  <a:pt x="2202369" y="1039884"/>
                </a:lnTo>
                <a:moveTo>
                  <a:pt x="2202319" y="1065503"/>
                </a:moveTo>
                <a:lnTo>
                  <a:pt x="2202290" y="1066825"/>
                </a:lnTo>
                <a:lnTo>
                  <a:pt x="2202056" y="1070384"/>
                </a:lnTo>
                <a:lnTo>
                  <a:pt x="2201670" y="1073900"/>
                </a:lnTo>
                <a:lnTo>
                  <a:pt x="2201135" y="1077369"/>
                </a:lnTo>
                <a:lnTo>
                  <a:pt x="2200455" y="1080788"/>
                </a:lnTo>
                <a:lnTo>
                  <a:pt x="2199633" y="1084153"/>
                </a:lnTo>
                <a:lnTo>
                  <a:pt x="2198672" y="1087462"/>
                </a:lnTo>
                <a:lnTo>
                  <a:pt x="2197575" y="1090710"/>
                </a:lnTo>
                <a:lnTo>
                  <a:pt x="2196346" y="1093896"/>
                </a:lnTo>
                <a:lnTo>
                  <a:pt x="2194988" y="1097014"/>
                </a:lnTo>
                <a:lnTo>
                  <a:pt x="2193504" y="1100063"/>
                </a:lnTo>
                <a:lnTo>
                  <a:pt x="2191898" y="1103039"/>
                </a:lnTo>
                <a:lnTo>
                  <a:pt x="2190172" y="1105938"/>
                </a:lnTo>
                <a:lnTo>
                  <a:pt x="2188331" y="1108757"/>
                </a:lnTo>
                <a:lnTo>
                  <a:pt x="2186377" y="1111493"/>
                </a:lnTo>
                <a:lnTo>
                  <a:pt x="2184314" y="1114144"/>
                </a:lnTo>
                <a:lnTo>
                  <a:pt x="2182145" y="1116704"/>
                </a:lnTo>
                <a:lnTo>
                  <a:pt x="2179873" y="1119172"/>
                </a:lnTo>
                <a:lnTo>
                  <a:pt x="2177501" y="1121543"/>
                </a:lnTo>
                <a:lnTo>
                  <a:pt x="2175034" y="1123815"/>
                </a:lnTo>
                <a:lnTo>
                  <a:pt x="2172473" y="1125984"/>
                </a:lnTo>
                <a:lnTo>
                  <a:pt x="2169823" y="1128047"/>
                </a:lnTo>
                <a:lnTo>
                  <a:pt x="2167087" y="1130001"/>
                </a:lnTo>
                <a:lnTo>
                  <a:pt x="2166623" y="1130305"/>
                </a:lnTo>
                <a:moveTo>
                  <a:pt x="2143471" y="1141016"/>
                </a:moveTo>
                <a:lnTo>
                  <a:pt x="2142483" y="1141303"/>
                </a:lnTo>
                <a:lnTo>
                  <a:pt x="2139118" y="1142126"/>
                </a:lnTo>
                <a:lnTo>
                  <a:pt x="2135699" y="1142806"/>
                </a:lnTo>
                <a:lnTo>
                  <a:pt x="2132230" y="1143341"/>
                </a:lnTo>
                <a:lnTo>
                  <a:pt x="2128714" y="1143727"/>
                </a:lnTo>
                <a:lnTo>
                  <a:pt x="2125155" y="1143961"/>
                </a:lnTo>
                <a:lnTo>
                  <a:pt x="2121555" y="1144039"/>
                </a:lnTo>
                <a:lnTo>
                  <a:pt x="2066889" y="1144039"/>
                </a:lnTo>
                <a:moveTo>
                  <a:pt x="2041269" y="1144039"/>
                </a:moveTo>
                <a:lnTo>
                  <a:pt x="1964410" y="1144039"/>
                </a:lnTo>
                <a:moveTo>
                  <a:pt x="1938790" y="1144039"/>
                </a:moveTo>
                <a:lnTo>
                  <a:pt x="1861931" y="1144039"/>
                </a:lnTo>
                <a:moveTo>
                  <a:pt x="1836311" y="1144039"/>
                </a:moveTo>
                <a:lnTo>
                  <a:pt x="1759452" y="1144039"/>
                </a:lnTo>
                <a:moveTo>
                  <a:pt x="1733832" y="1144039"/>
                </a:moveTo>
                <a:lnTo>
                  <a:pt x="1656973" y="1144039"/>
                </a:lnTo>
                <a:moveTo>
                  <a:pt x="1631353" y="1144039"/>
                </a:moveTo>
                <a:lnTo>
                  <a:pt x="1554493" y="1144039"/>
                </a:lnTo>
                <a:moveTo>
                  <a:pt x="1528874" y="1144039"/>
                </a:moveTo>
                <a:lnTo>
                  <a:pt x="1452014" y="1144039"/>
                </a:lnTo>
                <a:moveTo>
                  <a:pt x="1426395" y="1144039"/>
                </a:moveTo>
                <a:lnTo>
                  <a:pt x="1349535" y="1144039"/>
                </a:lnTo>
                <a:moveTo>
                  <a:pt x="1323916" y="1144039"/>
                </a:moveTo>
                <a:lnTo>
                  <a:pt x="1247056" y="1144039"/>
                </a:lnTo>
                <a:moveTo>
                  <a:pt x="1221436" y="1144039"/>
                </a:moveTo>
                <a:lnTo>
                  <a:pt x="1144577" y="1144039"/>
                </a:lnTo>
                <a:moveTo>
                  <a:pt x="1118957" y="1144039"/>
                </a:moveTo>
                <a:lnTo>
                  <a:pt x="1042098" y="1144039"/>
                </a:lnTo>
                <a:moveTo>
                  <a:pt x="1016478" y="1144039"/>
                </a:moveTo>
                <a:lnTo>
                  <a:pt x="939619" y="1144039"/>
                </a:lnTo>
                <a:moveTo>
                  <a:pt x="913999" y="1144039"/>
                </a:moveTo>
                <a:lnTo>
                  <a:pt x="837140" y="1144039"/>
                </a:lnTo>
                <a:moveTo>
                  <a:pt x="811520" y="1144039"/>
                </a:moveTo>
                <a:lnTo>
                  <a:pt x="734661" y="1144039"/>
                </a:lnTo>
                <a:moveTo>
                  <a:pt x="709041" y="1144039"/>
                </a:moveTo>
                <a:lnTo>
                  <a:pt x="632182" y="1144039"/>
                </a:lnTo>
                <a:moveTo>
                  <a:pt x="606562" y="1144039"/>
                </a:moveTo>
                <a:lnTo>
                  <a:pt x="529702" y="1144039"/>
                </a:lnTo>
                <a:moveTo>
                  <a:pt x="504083" y="1144039"/>
                </a:moveTo>
                <a:lnTo>
                  <a:pt x="427223" y="1144039"/>
                </a:lnTo>
                <a:moveTo>
                  <a:pt x="401604" y="1144039"/>
                </a:moveTo>
                <a:lnTo>
                  <a:pt x="324744" y="1144039"/>
                </a:lnTo>
                <a:moveTo>
                  <a:pt x="299124" y="1144039"/>
                </a:moveTo>
                <a:lnTo>
                  <a:pt x="222265" y="1144039"/>
                </a:lnTo>
                <a:moveTo>
                  <a:pt x="196645" y="1144039"/>
                </a:moveTo>
                <a:lnTo>
                  <a:pt x="119786" y="1144039"/>
                </a:lnTo>
                <a:moveTo>
                  <a:pt x="94166" y="1144039"/>
                </a:moveTo>
                <a:lnTo>
                  <a:pt x="80814" y="1144039"/>
                </a:lnTo>
                <a:lnTo>
                  <a:pt x="77214" y="1143961"/>
                </a:lnTo>
                <a:lnTo>
                  <a:pt x="73655" y="1143727"/>
                </a:lnTo>
                <a:lnTo>
                  <a:pt x="70139" y="1143341"/>
                </a:lnTo>
                <a:lnTo>
                  <a:pt x="66670" y="1142806"/>
                </a:lnTo>
                <a:lnTo>
                  <a:pt x="63251" y="1142126"/>
                </a:lnTo>
                <a:lnTo>
                  <a:pt x="59886" y="1141303"/>
                </a:lnTo>
                <a:lnTo>
                  <a:pt x="56577" y="1140342"/>
                </a:lnTo>
                <a:lnTo>
                  <a:pt x="53329" y="1139245"/>
                </a:lnTo>
                <a:lnTo>
                  <a:pt x="50143" y="1138016"/>
                </a:lnTo>
                <a:lnTo>
                  <a:pt x="47025" y="1136658"/>
                </a:lnTo>
                <a:lnTo>
                  <a:pt x="43976" y="1135174"/>
                </a:lnTo>
                <a:lnTo>
                  <a:pt x="41001" y="1133568"/>
                </a:lnTo>
                <a:lnTo>
                  <a:pt x="38102" y="1131843"/>
                </a:lnTo>
                <a:lnTo>
                  <a:pt x="35282" y="1130001"/>
                </a:lnTo>
                <a:lnTo>
                  <a:pt x="32546" y="1128047"/>
                </a:lnTo>
                <a:lnTo>
                  <a:pt x="29896" y="1125984"/>
                </a:lnTo>
                <a:lnTo>
                  <a:pt x="27335" y="1123815"/>
                </a:lnTo>
                <a:lnTo>
                  <a:pt x="24868" y="1121543"/>
                </a:lnTo>
                <a:lnTo>
                  <a:pt x="23660" y="1120335"/>
                </a:lnTo>
                <a:moveTo>
                  <a:pt x="8681" y="1099684"/>
                </a:moveTo>
                <a:lnTo>
                  <a:pt x="7381" y="1097014"/>
                </a:lnTo>
                <a:lnTo>
                  <a:pt x="6023" y="1093896"/>
                </a:lnTo>
                <a:lnTo>
                  <a:pt x="4794" y="1090710"/>
                </a:lnTo>
                <a:lnTo>
                  <a:pt x="3697" y="1087462"/>
                </a:lnTo>
                <a:lnTo>
                  <a:pt x="2736" y="1084153"/>
                </a:lnTo>
                <a:lnTo>
                  <a:pt x="1914" y="1080788"/>
                </a:lnTo>
                <a:lnTo>
                  <a:pt x="1234" y="1077369"/>
                </a:lnTo>
                <a:lnTo>
                  <a:pt x="699" y="1073900"/>
                </a:lnTo>
                <a:lnTo>
                  <a:pt x="313" y="1070384"/>
                </a:lnTo>
                <a:lnTo>
                  <a:pt x="79" y="1066825"/>
                </a:lnTo>
                <a:lnTo>
                  <a:pt x="0" y="1063225"/>
                </a:lnTo>
                <a:lnTo>
                  <a:pt x="0" y="1024190"/>
                </a:lnTo>
                <a:moveTo>
                  <a:pt x="0" y="998570"/>
                </a:moveTo>
                <a:lnTo>
                  <a:pt x="0" y="921711"/>
                </a:lnTo>
                <a:moveTo>
                  <a:pt x="0" y="896091"/>
                </a:moveTo>
                <a:lnTo>
                  <a:pt x="0" y="819232"/>
                </a:lnTo>
                <a:moveTo>
                  <a:pt x="0" y="793612"/>
                </a:moveTo>
                <a:lnTo>
                  <a:pt x="0" y="716752"/>
                </a:lnTo>
                <a:moveTo>
                  <a:pt x="0" y="691133"/>
                </a:moveTo>
                <a:lnTo>
                  <a:pt x="0" y="614273"/>
                </a:lnTo>
                <a:moveTo>
                  <a:pt x="0" y="588654"/>
                </a:moveTo>
                <a:lnTo>
                  <a:pt x="0" y="511794"/>
                </a:lnTo>
                <a:moveTo>
                  <a:pt x="0" y="486174"/>
                </a:moveTo>
                <a:lnTo>
                  <a:pt x="0" y="409315"/>
                </a:lnTo>
                <a:moveTo>
                  <a:pt x="0" y="383695"/>
                </a:moveTo>
                <a:lnTo>
                  <a:pt x="0" y="306836"/>
                </a:lnTo>
                <a:moveTo>
                  <a:pt x="0" y="281216"/>
                </a:moveTo>
                <a:lnTo>
                  <a:pt x="0" y="204357"/>
                </a:lnTo>
                <a:moveTo>
                  <a:pt x="0" y="178737"/>
                </a:moveTo>
                <a:lnTo>
                  <a:pt x="0" y="101878"/>
                </a:lnTo>
              </a:path>
            </a:pathLst>
          </a:custGeom>
          <a:noFill xmlns:a="http://schemas.openxmlformats.org/drawingml/2006/main"/>
          <a:ln xmlns:a="http://schemas.openxmlformats.org/drawingml/2006/main" w="25620">
            <a:solidFill>
              <a:srgbClr val="BFBFBF"/>
            </a:solidFill>
            <a:prstDash val="solid"/>
          </a:ln>
        </p:spPr>
      </p:sp>
      <p:sp>
        <p:nvSpPr>
          <p:cNvPr id="187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CC24AEB6-FB0A-473E-AC2B-2193B4C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928" y="6477579"/>
            <a:ext cx="2075668" cy="264583"/>
          </a:xfrm>
          <a:custGeom xmlns:a="http://schemas.openxmlformats.org/drawingml/2006/main">
            <a:pathLst>
              <a:path w="2075668" h="264583">
                <a:moveTo>
                  <a:pt x="0" y="44099"/>
                </a:moveTo>
                <a:cubicBezTo>
                  <a:pt x="0" y="19744"/>
                  <a:pt x="19743" y="0"/>
                  <a:pt x="44099" y="0"/>
                </a:cubicBezTo>
                <a:lnTo>
                  <a:pt x="2031569" y="0"/>
                </a:lnTo>
                <a:cubicBezTo>
                  <a:pt x="2055924" y="0"/>
                  <a:pt x="2075668" y="19744"/>
                  <a:pt x="2075668" y="44099"/>
                </a:cubicBezTo>
                <a:lnTo>
                  <a:pt x="2075668" y="220484"/>
                </a:lnTo>
                <a:cubicBezTo>
                  <a:pt x="2075668" y="244839"/>
                  <a:pt x="2055924" y="264583"/>
                  <a:pt x="2031569" y="264583"/>
                </a:cubicBezTo>
                <a:lnTo>
                  <a:pt x="44099" y="264583"/>
                </a:lnTo>
                <a:cubicBezTo>
                  <a:pt x="19743" y="264583"/>
                  <a:pt x="0" y="244839"/>
                  <a:pt x="0" y="220484"/>
                </a:cubicBezTo>
                <a:lnTo>
                  <a:pt x="0" y="44099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9E169E68-C452-426F-A03B-474193F8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928" y="6477579"/>
            <a:ext cx="2075668" cy="264583"/>
          </a:xfrm>
          <a:custGeom xmlns:a="http://schemas.openxmlformats.org/drawingml/2006/main">
            <a:pathLst>
              <a:path w="2075668" h="264583">
                <a:moveTo>
                  <a:pt x="0" y="44099"/>
                </a:moveTo>
                <a:cubicBezTo>
                  <a:pt x="0" y="19744"/>
                  <a:pt x="19744" y="0"/>
                  <a:pt x="44099" y="0"/>
                </a:cubicBezTo>
                <a:lnTo>
                  <a:pt x="2031570" y="0"/>
                </a:lnTo>
                <a:cubicBezTo>
                  <a:pt x="2055925" y="0"/>
                  <a:pt x="2075668" y="19744"/>
                  <a:pt x="2075668" y="44099"/>
                </a:cubicBezTo>
                <a:lnTo>
                  <a:pt x="2075668" y="220484"/>
                </a:lnTo>
                <a:cubicBezTo>
                  <a:pt x="2075668" y="244839"/>
                  <a:pt x="2055925" y="264583"/>
                  <a:pt x="2031570" y="264583"/>
                </a:cubicBezTo>
                <a:lnTo>
                  <a:pt x="44099" y="264583"/>
                </a:lnTo>
                <a:cubicBezTo>
                  <a:pt x="19744" y="264583"/>
                  <a:pt x="0" y="244839"/>
                  <a:pt x="0" y="220484"/>
                </a:cubicBezTo>
                <a:lnTo>
                  <a:pt x="0" y="4409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89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1E9CE5D6-1EFF-4419-961E-BEEC568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9460" y="6500867"/>
            <a:ext cx="1711256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Domain Randomization</a:t>
            </a:r>
          </a:p>
        </p:txBody>
      </p:sp>
      <p:sp>
        <p:nvSpPr>
          <p:cNvPr id="190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7D734BA3-FE2F-4DF9-B4D3-AC0FCE7A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6201" y="6783154"/>
            <a:ext cx="2079395" cy="264583"/>
          </a:xfrm>
          <a:custGeom xmlns:a="http://schemas.openxmlformats.org/drawingml/2006/main">
            <a:pathLst>
              <a:path w="2079395" h="264583">
                <a:moveTo>
                  <a:pt x="0" y="44098"/>
                </a:moveTo>
                <a:cubicBezTo>
                  <a:pt x="0" y="19743"/>
                  <a:pt x="19745" y="0"/>
                  <a:pt x="44099" y="0"/>
                </a:cubicBezTo>
                <a:lnTo>
                  <a:pt x="2035296" y="0"/>
                </a:lnTo>
                <a:cubicBezTo>
                  <a:pt x="2059651" y="0"/>
                  <a:pt x="2079395" y="19743"/>
                  <a:pt x="2079395" y="44098"/>
                </a:cubicBezTo>
                <a:lnTo>
                  <a:pt x="2079395" y="220484"/>
                </a:lnTo>
                <a:cubicBezTo>
                  <a:pt x="2079395" y="244839"/>
                  <a:pt x="2059651" y="264583"/>
                  <a:pt x="2035296" y="264583"/>
                </a:cubicBezTo>
                <a:lnTo>
                  <a:pt x="44099" y="264583"/>
                </a:lnTo>
                <a:cubicBezTo>
                  <a:pt x="19745" y="264583"/>
                  <a:pt x="0" y="244839"/>
                  <a:pt x="0" y="220484"/>
                </a:cubicBezTo>
                <a:lnTo>
                  <a:pt x="0" y="44098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1C1DC432-178D-45B7-A9E7-7EFBD1AA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6201" y="6783154"/>
            <a:ext cx="2079394" cy="264583"/>
          </a:xfrm>
          <a:custGeom xmlns:a="http://schemas.openxmlformats.org/drawingml/2006/main">
            <a:pathLst>
              <a:path w="2079394" h="264583">
                <a:moveTo>
                  <a:pt x="0" y="44099"/>
                </a:moveTo>
                <a:cubicBezTo>
                  <a:pt x="0" y="19744"/>
                  <a:pt x="19744" y="0"/>
                  <a:pt x="44098" y="0"/>
                </a:cubicBezTo>
                <a:lnTo>
                  <a:pt x="2035296" y="0"/>
                </a:lnTo>
                <a:cubicBezTo>
                  <a:pt x="2059650" y="0"/>
                  <a:pt x="2079394" y="19744"/>
                  <a:pt x="2079394" y="44099"/>
                </a:cubicBezTo>
                <a:lnTo>
                  <a:pt x="2079394" y="220484"/>
                </a:lnTo>
                <a:cubicBezTo>
                  <a:pt x="2079394" y="244839"/>
                  <a:pt x="2059650" y="264583"/>
                  <a:pt x="2035296" y="264583"/>
                </a:cubicBezTo>
                <a:lnTo>
                  <a:pt x="44098" y="264583"/>
                </a:lnTo>
                <a:cubicBezTo>
                  <a:pt x="19744" y="264583"/>
                  <a:pt x="0" y="244839"/>
                  <a:pt x="0" y="220484"/>
                </a:cubicBezTo>
                <a:lnTo>
                  <a:pt x="0" y="4409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192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29E6DD7D-51F3-4697-B9CF-D01D5548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2941" y="6806442"/>
            <a:ext cx="1382292" cy="178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Hierarchical Policy</a:t>
            </a:r>
          </a:p>
        </p:txBody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D16B8F8-B00A-41E3-AA8A-4507A598F0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51d8b578246fb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569" y="5971084"/>
            <a:ext cx="1907974" cy="495626"/>
          </a:xfrm>
          <a:prstGeom xmlns:a="http://schemas.openxmlformats.org/drawingml/2006/main" prst="rect">
            <a:avLst/>
          </a:prstGeom>
        </p:spPr>
      </p:pic>
      <p:sp>
        <p:nvSpPr>
          <p:cNvPr id="194" name="conquer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36376482-A121-4B8B-B1F0-1BD794E0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569" y="5971084"/>
            <a:ext cx="1907974" cy="495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792BDFD1-3373-4BBA-BCF9-51F77FC2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1160" y="6071389"/>
            <a:ext cx="1680657" cy="298122"/>
          </a:xfrm>
          <a:custGeom xmlns:a="http://schemas.openxmlformats.org/drawingml/2006/main">
            <a:pathLst>
              <a:path w="1680657" h="298122">
                <a:moveTo>
                  <a:pt x="0" y="0"/>
                </a:moveTo>
                <a:lnTo>
                  <a:pt x="1680657" y="0"/>
                </a:lnTo>
                <a:lnTo>
                  <a:pt x="1680657" y="298122"/>
                </a:lnTo>
                <a:lnTo>
                  <a:pt x="0" y="298122"/>
                </a:lnTo>
                <a:close/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17080">
            <a:solidFill>
              <a:srgbClr val="C00000"/>
            </a:solidFill>
            <a:prstDash val="solid"/>
          </a:ln>
        </p:spPr>
      </p:sp>
      <p:sp>
        <p:nvSpPr>
          <p:cNvPr id="196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E525F57F-11E9-4F13-8C7C-1A47A1B4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7093" y="6102466"/>
            <a:ext cx="1381830" cy="18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Deployment</a:t>
            </a:r>
          </a:p>
        </p:txBody>
      </p:sp>
      <p:sp>
        <p:nvSpPr>
          <p:cNvPr id="197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FB29557E-D8F0-462D-8ED0-804D1CB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111" y="5791902"/>
            <a:ext cx="283214" cy="238496"/>
          </a:xfrm>
          <a:custGeom xmlns:a="http://schemas.openxmlformats.org/drawingml/2006/main">
            <a:pathLst>
              <a:path w="283214" h="238496">
                <a:moveTo>
                  <a:pt x="212411" y="0"/>
                </a:moveTo>
                <a:lnTo>
                  <a:pt x="212411" y="119248"/>
                </a:lnTo>
                <a:lnTo>
                  <a:pt x="283214" y="119248"/>
                </a:lnTo>
                <a:lnTo>
                  <a:pt x="141607" y="238496"/>
                </a:lnTo>
                <a:lnTo>
                  <a:pt x="0" y="119248"/>
                </a:lnTo>
                <a:lnTo>
                  <a:pt x="70804" y="119248"/>
                </a:lnTo>
                <a:lnTo>
                  <a:pt x="70804" y="0"/>
                </a:lnTo>
                <a:lnTo>
                  <a:pt x="212411" y="0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F214A5EC-06F5-460A-86A0-35F5C86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110" y="5791902"/>
            <a:ext cx="283215" cy="238497"/>
          </a:xfrm>
          <a:custGeom xmlns:a="http://schemas.openxmlformats.org/drawingml/2006/main">
            <a:pathLst>
              <a:path w="283215" h="238497">
                <a:moveTo>
                  <a:pt x="212411" y="0"/>
                </a:moveTo>
                <a:lnTo>
                  <a:pt x="212411" y="119248"/>
                </a:lnTo>
                <a:lnTo>
                  <a:pt x="283215" y="119248"/>
                </a:lnTo>
                <a:lnTo>
                  <a:pt x="141608" y="238497"/>
                </a:lnTo>
                <a:lnTo>
                  <a:pt x="0" y="119248"/>
                </a:lnTo>
                <a:lnTo>
                  <a:pt x="70804" y="119248"/>
                </a:lnTo>
                <a:lnTo>
                  <a:pt x="70804" y="0"/>
                </a:lnTo>
                <a:lnTo>
                  <a:pt x="212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48235"/>
            </a:solidFill>
            <a:prstDash val="solid"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5B3CD19-2422-4BF4-ACFF-A6F53AC78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69604cd0b4f7f"/>
          <a:srcRect xmlns:a="http://schemas.openxmlformats.org/drawingml/2006/main" l="0" t="373" r="0" b="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4240" y="2956336"/>
            <a:ext cx="1389990" cy="529165"/>
          </a:xfrm>
          <a:prstGeom xmlns:a="http://schemas.openxmlformats.org/drawingml/2006/main" prst="rect">
            <a:avLst/>
          </a:prstGeom>
        </p:spPr>
      </p:pic>
      <p:sp>
        <p:nvSpPr>
          <p:cNvPr id="200" name="conquer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9BBDC849-4A31-4B7A-AAF3-E31985C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240" y="2956336"/>
            <a:ext cx="1389990" cy="529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5E062BEE-1CB8-44C2-A74F-58C7E23A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379" y="3056641"/>
            <a:ext cx="1173850" cy="327933"/>
          </a:xfrm>
          <a:custGeom xmlns:a="http://schemas.openxmlformats.org/drawingml/2006/main">
            <a:pathLst>
              <a:path w="1173850" h="327933">
                <a:moveTo>
                  <a:pt x="0" y="163967"/>
                </a:moveTo>
                <a:lnTo>
                  <a:pt x="81983" y="0"/>
                </a:lnTo>
                <a:lnTo>
                  <a:pt x="1091867" y="0"/>
                </a:lnTo>
                <a:lnTo>
                  <a:pt x="1173850" y="163967"/>
                </a:lnTo>
                <a:lnTo>
                  <a:pt x="1091867" y="327933"/>
                </a:lnTo>
                <a:lnTo>
                  <a:pt x="81983" y="327933"/>
                </a:lnTo>
                <a:lnTo>
                  <a:pt x="0" y="163967"/>
                </a:ln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02175A8F-612D-4AAF-87A0-7D0FDBD1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379" y="3056641"/>
            <a:ext cx="1173851" cy="327933"/>
          </a:xfrm>
          <a:custGeom xmlns:a="http://schemas.openxmlformats.org/drawingml/2006/main">
            <a:pathLst>
              <a:path w="1173851" h="327933">
                <a:moveTo>
                  <a:pt x="0" y="163967"/>
                </a:moveTo>
                <a:lnTo>
                  <a:pt x="81983" y="0"/>
                </a:lnTo>
                <a:lnTo>
                  <a:pt x="1091868" y="0"/>
                </a:lnTo>
                <a:lnTo>
                  <a:pt x="1173851" y="163967"/>
                </a:lnTo>
                <a:lnTo>
                  <a:pt x="1091868" y="327933"/>
                </a:lnTo>
                <a:lnTo>
                  <a:pt x="81983" y="327933"/>
                </a:lnTo>
                <a:lnTo>
                  <a:pt x="0" y="163967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2F5597"/>
            </a:solidFill>
            <a:prstDash val="solid"/>
          </a:ln>
        </p:spPr>
      </p:sp>
      <p:sp>
        <p:nvSpPr>
          <p:cNvPr id="203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BD00205B-8423-4218-9D65-D9D9745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2767" y="3133345"/>
            <a:ext cx="625582" cy="162540"/>
          </a:xfrm>
          <a:custGeom xmlns:a="http://schemas.openxmlformats.org/drawingml/2006/main">
            <a:pathLst>
              <a:path w="625582" h="162540">
                <a:moveTo>
                  <a:pt x="612131" y="0"/>
                </a:moveTo>
                <a:lnTo>
                  <a:pt x="625582" y="0"/>
                </a:lnTo>
                <a:lnTo>
                  <a:pt x="625582" y="162540"/>
                </a:lnTo>
                <a:lnTo>
                  <a:pt x="612131" y="162540"/>
                </a:lnTo>
                <a:close/>
                <a:moveTo>
                  <a:pt x="574139" y="0"/>
                </a:moveTo>
                <a:lnTo>
                  <a:pt x="587589" y="0"/>
                </a:lnTo>
                <a:lnTo>
                  <a:pt x="587589" y="162540"/>
                </a:lnTo>
                <a:lnTo>
                  <a:pt x="574139" y="162540"/>
                </a:lnTo>
                <a:close/>
                <a:moveTo>
                  <a:pt x="37992" y="0"/>
                </a:moveTo>
                <a:lnTo>
                  <a:pt x="51443" y="0"/>
                </a:lnTo>
                <a:lnTo>
                  <a:pt x="51443" y="162540"/>
                </a:lnTo>
                <a:lnTo>
                  <a:pt x="37992" y="162540"/>
                </a:lnTo>
                <a:close/>
                <a:moveTo>
                  <a:pt x="0" y="0"/>
                </a:moveTo>
                <a:lnTo>
                  <a:pt x="13450" y="0"/>
                </a:lnTo>
                <a:lnTo>
                  <a:pt x="13450" y="162540"/>
                </a:lnTo>
                <a:lnTo>
                  <a:pt x="0" y="162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F28650C-12EE-4856-A175-5639C4B47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f6f9c58b74a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5650" y="1257300"/>
            <a:ext cx="114300" cy="485775"/>
          </a:xfrm>
          <a:prstGeom xmlns:a="http://schemas.openxmlformats.org/drawingml/2006/main" prst="rect">
            <a:avLst/>
          </a:prstGeom>
        </p:spPr>
      </p:pic>
      <p:sp>
        <p:nvSpPr>
          <p:cNvPr id="205" name="conquer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D1A62288-356F-4267-ACA0-160C992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1257300"/>
            <a:ext cx="114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245CA5-F674-45AC-80A5-7843D32EE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17d55929c40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7125" y="828675"/>
            <a:ext cx="114300" cy="457200"/>
          </a:xfrm>
          <a:prstGeom xmlns:a="http://schemas.openxmlformats.org/drawingml/2006/main" prst="rect">
            <a:avLst/>
          </a:prstGeom>
        </p:spPr>
      </p:pic>
      <p:sp>
        <p:nvSpPr>
          <p:cNvPr id="207" name="conquer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F756454D-CC71-47F9-9746-DCEE7B54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25" y="828675"/>
            <a:ext cx="11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C0E08DA-158C-4E7C-B66E-4DDC0BF39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f9b9a27dc42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9875" y="828675"/>
            <a:ext cx="142875" cy="314325"/>
          </a:xfrm>
          <a:prstGeom xmlns:a="http://schemas.openxmlformats.org/drawingml/2006/main" prst="rect">
            <a:avLst/>
          </a:prstGeom>
        </p:spPr>
      </p:pic>
      <p:sp>
        <p:nvSpPr>
          <p:cNvPr id="209" name="conquer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B904D83E-E18F-4AF2-AD3A-B28E45D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828675"/>
            <a:ext cx="142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111E31E-5E74-4D86-A3DC-B6E5AEEFF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bad22fc4a45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9875" y="828675"/>
            <a:ext cx="142875" cy="314325"/>
          </a:xfrm>
          <a:prstGeom xmlns:a="http://schemas.openxmlformats.org/drawingml/2006/main" prst="rect">
            <a:avLst/>
          </a:prstGeom>
        </p:spPr>
      </p:pic>
      <p:sp>
        <p:nvSpPr>
          <p:cNvPr id="211" name="conquer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ED89AE6D-FE0B-4603-AEB3-7ED74841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828675"/>
            <a:ext cx="142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3B67E7A-5019-4312-817A-DB4A9B26F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0500b7be645ca"/>
          <a:srcRect xmlns:a="http://schemas.openxmlformats.org/drawingml/2006/main" l="335" t="0" r="3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7925" y="2933976"/>
            <a:ext cx="1580042" cy="536618"/>
          </a:xfrm>
          <a:prstGeom xmlns:a="http://schemas.openxmlformats.org/drawingml/2006/main" prst="rect">
            <a:avLst/>
          </a:prstGeom>
        </p:spPr>
      </p:pic>
      <p:sp>
        <p:nvSpPr>
          <p:cNvPr id="213" name="conquer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C97DFBB0-7C55-4F0E-97E6-DFF3EBC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7925" y="2933976"/>
            <a:ext cx="1580042" cy="536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E41E8C18-DFF4-4306-B606-ABAF1FB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89" y="3034282"/>
            <a:ext cx="1360178" cy="335385"/>
          </a:xfrm>
          <a:custGeom xmlns:a="http://schemas.openxmlformats.org/drawingml/2006/main">
            <a:pathLst>
              <a:path w="1360178" h="335385">
                <a:moveTo>
                  <a:pt x="0" y="85389"/>
                </a:moveTo>
                <a:cubicBezTo>
                  <a:pt x="0" y="38230"/>
                  <a:pt x="38229" y="0"/>
                  <a:pt x="85388" y="0"/>
                </a:cubicBezTo>
                <a:lnTo>
                  <a:pt x="1274790" y="0"/>
                </a:lnTo>
                <a:cubicBezTo>
                  <a:pt x="1321946" y="0"/>
                  <a:pt x="1360178" y="38230"/>
                  <a:pt x="1360178" y="85389"/>
                </a:cubicBezTo>
                <a:lnTo>
                  <a:pt x="1360178" y="249996"/>
                </a:lnTo>
                <a:cubicBezTo>
                  <a:pt x="1360178" y="297155"/>
                  <a:pt x="1321946" y="335385"/>
                  <a:pt x="1274790" y="335385"/>
                </a:cubicBezTo>
                <a:lnTo>
                  <a:pt x="85388" y="335385"/>
                </a:lnTo>
                <a:cubicBezTo>
                  <a:pt x="38229" y="335385"/>
                  <a:pt x="0" y="297155"/>
                  <a:pt x="0" y="249996"/>
                </a:cubicBezTo>
                <a:lnTo>
                  <a:pt x="0" y="85389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F12BDE11-1B82-4DB7-8656-D036947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89" y="3034282"/>
            <a:ext cx="1360178" cy="335387"/>
          </a:xfrm>
          <a:custGeom xmlns:a="http://schemas.openxmlformats.org/drawingml/2006/main">
            <a:pathLst>
              <a:path w="1360178" h="335387">
                <a:moveTo>
                  <a:pt x="0" y="85389"/>
                </a:moveTo>
                <a:cubicBezTo>
                  <a:pt x="0" y="38230"/>
                  <a:pt x="38230" y="0"/>
                  <a:pt x="85389" y="0"/>
                </a:cubicBezTo>
                <a:lnTo>
                  <a:pt x="1274788" y="0"/>
                </a:lnTo>
                <a:cubicBezTo>
                  <a:pt x="1321948" y="0"/>
                  <a:pt x="1360178" y="38230"/>
                  <a:pt x="1360178" y="85389"/>
                </a:cubicBezTo>
                <a:lnTo>
                  <a:pt x="1360178" y="249997"/>
                </a:lnTo>
                <a:cubicBezTo>
                  <a:pt x="1360178" y="297156"/>
                  <a:pt x="1321948" y="335387"/>
                  <a:pt x="1274788" y="335387"/>
                </a:cubicBezTo>
                <a:lnTo>
                  <a:pt x="85389" y="335387"/>
                </a:lnTo>
                <a:cubicBezTo>
                  <a:pt x="38230" y="335387"/>
                  <a:pt x="0" y="297156"/>
                  <a:pt x="0" y="249997"/>
                </a:cubicBezTo>
                <a:lnTo>
                  <a:pt x="0" y="8538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D9D9D9"/>
            </a:solidFill>
            <a:prstDash val="solid"/>
          </a:ln>
        </p:spPr>
      </p:sp>
      <p:sp>
        <p:nvSpPr>
          <p:cNvPr id="216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6AFFA7DE-8A55-40CB-A988-849DE72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314" y="3091444"/>
            <a:ext cx="944791" cy="18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Transferable</a:t>
            </a:r>
          </a:p>
        </p:txBody>
      </p:sp>
      <p:sp>
        <p:nvSpPr>
          <p:cNvPr id="217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D847BF60-24C3-4020-AE92-EB5781A8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8015" y="3119990"/>
            <a:ext cx="484448" cy="197507"/>
          </a:xfrm>
          <a:custGeom xmlns:a="http://schemas.openxmlformats.org/drawingml/2006/main">
            <a:pathLst>
              <a:path w="484448" h="197507">
                <a:moveTo>
                  <a:pt x="0" y="98754"/>
                </a:moveTo>
                <a:lnTo>
                  <a:pt x="98754" y="0"/>
                </a:lnTo>
                <a:lnTo>
                  <a:pt x="98754" y="49378"/>
                </a:lnTo>
                <a:lnTo>
                  <a:pt x="385695" y="49378"/>
                </a:lnTo>
                <a:lnTo>
                  <a:pt x="385695" y="0"/>
                </a:lnTo>
                <a:lnTo>
                  <a:pt x="484448" y="98754"/>
                </a:lnTo>
                <a:lnTo>
                  <a:pt x="385695" y="197507"/>
                </a:lnTo>
                <a:lnTo>
                  <a:pt x="385695" y="148130"/>
                </a:lnTo>
                <a:lnTo>
                  <a:pt x="98754" y="148130"/>
                </a:lnTo>
                <a:lnTo>
                  <a:pt x="98754" y="197507"/>
                </a:lnTo>
                <a:lnTo>
                  <a:pt x="0" y="98754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89E9E662-457D-48B2-9ED0-9798562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8015" y="3119990"/>
            <a:ext cx="484448" cy="197506"/>
          </a:xfrm>
          <a:custGeom xmlns:a="http://schemas.openxmlformats.org/drawingml/2006/main">
            <a:pathLst>
              <a:path w="484448" h="197506">
                <a:moveTo>
                  <a:pt x="0" y="98753"/>
                </a:moveTo>
                <a:lnTo>
                  <a:pt x="98753" y="0"/>
                </a:lnTo>
                <a:lnTo>
                  <a:pt x="98753" y="49377"/>
                </a:lnTo>
                <a:lnTo>
                  <a:pt x="385694" y="49377"/>
                </a:lnTo>
                <a:lnTo>
                  <a:pt x="385694" y="0"/>
                </a:lnTo>
                <a:lnTo>
                  <a:pt x="484448" y="98753"/>
                </a:lnTo>
                <a:lnTo>
                  <a:pt x="385694" y="197506"/>
                </a:lnTo>
                <a:lnTo>
                  <a:pt x="385694" y="148129"/>
                </a:lnTo>
                <a:lnTo>
                  <a:pt x="98753" y="148129"/>
                </a:lnTo>
                <a:lnTo>
                  <a:pt x="98753" y="197506"/>
                </a:lnTo>
                <a:lnTo>
                  <a:pt x="0" y="98753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48235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7611F41-DC4D-444A-8632-4C1704146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4e93f770047ff"/>
          <a:srcRect xmlns:a="http://schemas.openxmlformats.org/drawingml/2006/main" l="0" t="108" r="0" b="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6099" y="33438"/>
            <a:ext cx="2209253" cy="1548842"/>
          </a:xfrm>
          <a:prstGeom xmlns:a="http://schemas.openxmlformats.org/drawingml/2006/main" prst="rect">
            <a:avLst/>
          </a:prstGeom>
        </p:spPr>
      </p:pic>
      <p:sp>
        <p:nvSpPr>
          <p:cNvPr id="220" name="conquer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58AC86F5-0F4D-4182-B95C-79EBB84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6099" y="33438"/>
            <a:ext cx="2209253" cy="1548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92E6D0E9-3A11-4595-947F-D2A1230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082" y="725125"/>
            <a:ext cx="1171291" cy="858262"/>
          </a:xfrm>
          <a:custGeom xmlns:a="http://schemas.openxmlformats.org/drawingml/2006/main">
            <a:pathLst>
              <a:path w="1171291" h="858262">
                <a:moveTo>
                  <a:pt x="0" y="0"/>
                </a:moveTo>
                <a:lnTo>
                  <a:pt x="38430" y="0"/>
                </a:lnTo>
                <a:moveTo>
                  <a:pt x="76859" y="0"/>
                </a:moveTo>
                <a:lnTo>
                  <a:pt x="115289" y="0"/>
                </a:lnTo>
                <a:moveTo>
                  <a:pt x="153719" y="0"/>
                </a:moveTo>
                <a:lnTo>
                  <a:pt x="192148" y="0"/>
                </a:lnTo>
                <a:moveTo>
                  <a:pt x="230578" y="0"/>
                </a:moveTo>
                <a:lnTo>
                  <a:pt x="269008" y="0"/>
                </a:lnTo>
                <a:moveTo>
                  <a:pt x="307437" y="0"/>
                </a:moveTo>
                <a:lnTo>
                  <a:pt x="345867" y="0"/>
                </a:lnTo>
                <a:moveTo>
                  <a:pt x="384297" y="0"/>
                </a:moveTo>
                <a:lnTo>
                  <a:pt x="422726" y="0"/>
                </a:lnTo>
                <a:moveTo>
                  <a:pt x="461156" y="0"/>
                </a:moveTo>
                <a:lnTo>
                  <a:pt x="499586" y="0"/>
                </a:lnTo>
                <a:moveTo>
                  <a:pt x="538015" y="0"/>
                </a:moveTo>
                <a:lnTo>
                  <a:pt x="576445" y="0"/>
                </a:lnTo>
                <a:moveTo>
                  <a:pt x="614875" y="0"/>
                </a:moveTo>
                <a:lnTo>
                  <a:pt x="653304" y="0"/>
                </a:lnTo>
                <a:moveTo>
                  <a:pt x="691734" y="0"/>
                </a:moveTo>
                <a:lnTo>
                  <a:pt x="730164" y="0"/>
                </a:lnTo>
                <a:moveTo>
                  <a:pt x="768593" y="0"/>
                </a:moveTo>
                <a:lnTo>
                  <a:pt x="807023" y="0"/>
                </a:lnTo>
                <a:moveTo>
                  <a:pt x="845453" y="0"/>
                </a:moveTo>
                <a:lnTo>
                  <a:pt x="883882" y="0"/>
                </a:lnTo>
                <a:moveTo>
                  <a:pt x="922312" y="0"/>
                </a:moveTo>
                <a:lnTo>
                  <a:pt x="960742" y="0"/>
                </a:lnTo>
                <a:moveTo>
                  <a:pt x="999171" y="0"/>
                </a:moveTo>
                <a:lnTo>
                  <a:pt x="1037601" y="0"/>
                </a:lnTo>
                <a:moveTo>
                  <a:pt x="1076031" y="0"/>
                </a:moveTo>
                <a:lnTo>
                  <a:pt x="1114460" y="0"/>
                </a:lnTo>
                <a:moveTo>
                  <a:pt x="1152890" y="0"/>
                </a:moveTo>
                <a:lnTo>
                  <a:pt x="1171291" y="0"/>
                </a:lnTo>
                <a:lnTo>
                  <a:pt x="1171291" y="20029"/>
                </a:lnTo>
                <a:moveTo>
                  <a:pt x="1171291" y="58459"/>
                </a:moveTo>
                <a:lnTo>
                  <a:pt x="1171291" y="96888"/>
                </a:lnTo>
                <a:moveTo>
                  <a:pt x="1171291" y="135318"/>
                </a:moveTo>
                <a:lnTo>
                  <a:pt x="1171291" y="173747"/>
                </a:lnTo>
                <a:moveTo>
                  <a:pt x="1171291" y="212177"/>
                </a:moveTo>
                <a:lnTo>
                  <a:pt x="1171291" y="250607"/>
                </a:lnTo>
                <a:moveTo>
                  <a:pt x="1171291" y="289036"/>
                </a:moveTo>
                <a:lnTo>
                  <a:pt x="1171291" y="327466"/>
                </a:lnTo>
                <a:moveTo>
                  <a:pt x="1171291" y="365896"/>
                </a:moveTo>
                <a:lnTo>
                  <a:pt x="1171291" y="404325"/>
                </a:lnTo>
                <a:moveTo>
                  <a:pt x="1171291" y="442755"/>
                </a:moveTo>
                <a:lnTo>
                  <a:pt x="1171291" y="481185"/>
                </a:lnTo>
                <a:moveTo>
                  <a:pt x="1171291" y="519614"/>
                </a:moveTo>
                <a:lnTo>
                  <a:pt x="1171291" y="558044"/>
                </a:lnTo>
                <a:moveTo>
                  <a:pt x="1171291" y="596474"/>
                </a:moveTo>
                <a:lnTo>
                  <a:pt x="1171291" y="634903"/>
                </a:lnTo>
                <a:moveTo>
                  <a:pt x="1171291" y="673333"/>
                </a:moveTo>
                <a:lnTo>
                  <a:pt x="1171291" y="711763"/>
                </a:lnTo>
                <a:moveTo>
                  <a:pt x="1171291" y="750192"/>
                </a:moveTo>
                <a:lnTo>
                  <a:pt x="1171291" y="788622"/>
                </a:lnTo>
                <a:moveTo>
                  <a:pt x="1171291" y="827052"/>
                </a:moveTo>
                <a:lnTo>
                  <a:pt x="1171291" y="858262"/>
                </a:lnTo>
                <a:lnTo>
                  <a:pt x="1164072" y="858262"/>
                </a:lnTo>
                <a:moveTo>
                  <a:pt x="1125642" y="858262"/>
                </a:moveTo>
                <a:lnTo>
                  <a:pt x="1087212" y="858262"/>
                </a:lnTo>
                <a:moveTo>
                  <a:pt x="1048783" y="858262"/>
                </a:moveTo>
                <a:lnTo>
                  <a:pt x="1010353" y="858262"/>
                </a:lnTo>
                <a:moveTo>
                  <a:pt x="971923" y="858262"/>
                </a:moveTo>
                <a:lnTo>
                  <a:pt x="933494" y="858262"/>
                </a:lnTo>
                <a:moveTo>
                  <a:pt x="895064" y="858262"/>
                </a:moveTo>
                <a:lnTo>
                  <a:pt x="856634" y="858262"/>
                </a:lnTo>
                <a:moveTo>
                  <a:pt x="818205" y="858262"/>
                </a:moveTo>
                <a:lnTo>
                  <a:pt x="779775" y="858262"/>
                </a:lnTo>
                <a:moveTo>
                  <a:pt x="741345" y="858262"/>
                </a:moveTo>
                <a:lnTo>
                  <a:pt x="702916" y="858262"/>
                </a:lnTo>
                <a:moveTo>
                  <a:pt x="664486" y="858262"/>
                </a:moveTo>
                <a:lnTo>
                  <a:pt x="626056" y="858262"/>
                </a:lnTo>
                <a:moveTo>
                  <a:pt x="587627" y="858262"/>
                </a:moveTo>
                <a:lnTo>
                  <a:pt x="549197" y="858262"/>
                </a:lnTo>
                <a:moveTo>
                  <a:pt x="510767" y="858262"/>
                </a:moveTo>
                <a:lnTo>
                  <a:pt x="472338" y="858262"/>
                </a:lnTo>
                <a:moveTo>
                  <a:pt x="433908" y="858262"/>
                </a:moveTo>
                <a:lnTo>
                  <a:pt x="395478" y="858262"/>
                </a:lnTo>
                <a:moveTo>
                  <a:pt x="357049" y="858262"/>
                </a:moveTo>
                <a:lnTo>
                  <a:pt x="318619" y="858262"/>
                </a:lnTo>
                <a:moveTo>
                  <a:pt x="280189" y="858262"/>
                </a:moveTo>
                <a:lnTo>
                  <a:pt x="241760" y="858262"/>
                </a:lnTo>
                <a:moveTo>
                  <a:pt x="203330" y="858262"/>
                </a:moveTo>
                <a:lnTo>
                  <a:pt x="164900" y="858262"/>
                </a:lnTo>
                <a:moveTo>
                  <a:pt x="126471" y="858262"/>
                </a:moveTo>
                <a:lnTo>
                  <a:pt x="88041" y="858262"/>
                </a:lnTo>
                <a:moveTo>
                  <a:pt x="49611" y="858262"/>
                </a:moveTo>
                <a:lnTo>
                  <a:pt x="11182" y="858262"/>
                </a:lnTo>
                <a:moveTo>
                  <a:pt x="0" y="831014"/>
                </a:moveTo>
                <a:lnTo>
                  <a:pt x="0" y="792585"/>
                </a:lnTo>
                <a:moveTo>
                  <a:pt x="0" y="754155"/>
                </a:moveTo>
                <a:lnTo>
                  <a:pt x="0" y="715725"/>
                </a:lnTo>
                <a:moveTo>
                  <a:pt x="0" y="677296"/>
                </a:moveTo>
                <a:lnTo>
                  <a:pt x="0" y="638866"/>
                </a:lnTo>
                <a:moveTo>
                  <a:pt x="0" y="600436"/>
                </a:moveTo>
                <a:lnTo>
                  <a:pt x="0" y="562007"/>
                </a:lnTo>
                <a:moveTo>
                  <a:pt x="0" y="523577"/>
                </a:moveTo>
                <a:lnTo>
                  <a:pt x="0" y="485147"/>
                </a:lnTo>
                <a:moveTo>
                  <a:pt x="0" y="446718"/>
                </a:moveTo>
                <a:lnTo>
                  <a:pt x="0" y="408288"/>
                </a:lnTo>
                <a:moveTo>
                  <a:pt x="0" y="369858"/>
                </a:moveTo>
                <a:lnTo>
                  <a:pt x="0" y="331429"/>
                </a:lnTo>
                <a:moveTo>
                  <a:pt x="0" y="292999"/>
                </a:moveTo>
                <a:lnTo>
                  <a:pt x="0" y="254569"/>
                </a:lnTo>
                <a:moveTo>
                  <a:pt x="0" y="216140"/>
                </a:moveTo>
                <a:lnTo>
                  <a:pt x="0" y="177710"/>
                </a:lnTo>
                <a:moveTo>
                  <a:pt x="0" y="139280"/>
                </a:moveTo>
                <a:lnTo>
                  <a:pt x="0" y="100851"/>
                </a:lnTo>
                <a:moveTo>
                  <a:pt x="0" y="62421"/>
                </a:moveTo>
                <a:lnTo>
                  <a:pt x="0" y="23991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3B3838"/>
            </a:solidFill>
            <a:prstDash val="solid"/>
          </a:ln>
        </p:spPr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676136B-CA9E-4BFC-BFC5-FEED7E49F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dbc18e8d74e0f"/>
          <a:srcRect xmlns:a="http://schemas.openxmlformats.org/drawingml/2006/main" l="0" t="96" r="0" b="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1446" y="1843660"/>
            <a:ext cx="1450711" cy="1095465"/>
          </a:xfrm>
          <a:prstGeom xmlns:a="http://schemas.openxmlformats.org/drawingml/2006/main" prst="rect">
            <a:avLst/>
          </a:prstGeom>
        </p:spPr>
      </p:pic>
      <p:sp>
        <p:nvSpPr>
          <p:cNvPr id="223" name="conquer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4FF754D0-92F2-441E-81F9-23966AE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1446" y="1843660"/>
            <a:ext cx="1450711" cy="1095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53BB66E0-E3A3-4BC7-B42F-55447F0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082" y="1824446"/>
            <a:ext cx="1171291" cy="861989"/>
          </a:xfrm>
          <a:custGeom xmlns:a="http://schemas.openxmlformats.org/drawingml/2006/main">
            <a:pathLst>
              <a:path w="1171291" h="861989">
                <a:moveTo>
                  <a:pt x="0" y="0"/>
                </a:moveTo>
                <a:lnTo>
                  <a:pt x="38430" y="0"/>
                </a:lnTo>
                <a:moveTo>
                  <a:pt x="76859" y="0"/>
                </a:moveTo>
                <a:lnTo>
                  <a:pt x="115289" y="0"/>
                </a:lnTo>
                <a:moveTo>
                  <a:pt x="153719" y="0"/>
                </a:moveTo>
                <a:lnTo>
                  <a:pt x="192148" y="0"/>
                </a:lnTo>
                <a:moveTo>
                  <a:pt x="230578" y="0"/>
                </a:moveTo>
                <a:lnTo>
                  <a:pt x="269008" y="0"/>
                </a:lnTo>
                <a:moveTo>
                  <a:pt x="307437" y="0"/>
                </a:moveTo>
                <a:lnTo>
                  <a:pt x="345867" y="0"/>
                </a:lnTo>
                <a:moveTo>
                  <a:pt x="384297" y="0"/>
                </a:moveTo>
                <a:lnTo>
                  <a:pt x="422726" y="0"/>
                </a:lnTo>
                <a:moveTo>
                  <a:pt x="461156" y="0"/>
                </a:moveTo>
                <a:lnTo>
                  <a:pt x="499586" y="0"/>
                </a:lnTo>
                <a:moveTo>
                  <a:pt x="538015" y="0"/>
                </a:moveTo>
                <a:lnTo>
                  <a:pt x="576445" y="0"/>
                </a:lnTo>
                <a:moveTo>
                  <a:pt x="614875" y="0"/>
                </a:moveTo>
                <a:lnTo>
                  <a:pt x="653304" y="0"/>
                </a:lnTo>
                <a:moveTo>
                  <a:pt x="691734" y="0"/>
                </a:moveTo>
                <a:lnTo>
                  <a:pt x="730164" y="0"/>
                </a:lnTo>
                <a:moveTo>
                  <a:pt x="768593" y="0"/>
                </a:moveTo>
                <a:lnTo>
                  <a:pt x="807023" y="0"/>
                </a:lnTo>
                <a:moveTo>
                  <a:pt x="845453" y="0"/>
                </a:moveTo>
                <a:lnTo>
                  <a:pt x="883882" y="0"/>
                </a:lnTo>
                <a:moveTo>
                  <a:pt x="922312" y="0"/>
                </a:moveTo>
                <a:lnTo>
                  <a:pt x="960742" y="0"/>
                </a:lnTo>
                <a:moveTo>
                  <a:pt x="999171" y="0"/>
                </a:moveTo>
                <a:lnTo>
                  <a:pt x="1037601" y="0"/>
                </a:lnTo>
                <a:moveTo>
                  <a:pt x="1076031" y="0"/>
                </a:moveTo>
                <a:lnTo>
                  <a:pt x="1114460" y="0"/>
                </a:lnTo>
                <a:moveTo>
                  <a:pt x="1152890" y="0"/>
                </a:moveTo>
                <a:lnTo>
                  <a:pt x="1171291" y="0"/>
                </a:lnTo>
                <a:lnTo>
                  <a:pt x="1171291" y="20029"/>
                </a:lnTo>
                <a:moveTo>
                  <a:pt x="1171291" y="58459"/>
                </a:moveTo>
                <a:lnTo>
                  <a:pt x="1171291" y="96888"/>
                </a:lnTo>
                <a:moveTo>
                  <a:pt x="1171291" y="135318"/>
                </a:moveTo>
                <a:lnTo>
                  <a:pt x="1171291" y="173747"/>
                </a:lnTo>
                <a:moveTo>
                  <a:pt x="1171291" y="212177"/>
                </a:moveTo>
                <a:lnTo>
                  <a:pt x="1171291" y="250607"/>
                </a:lnTo>
                <a:moveTo>
                  <a:pt x="1171291" y="289036"/>
                </a:moveTo>
                <a:lnTo>
                  <a:pt x="1171291" y="327466"/>
                </a:lnTo>
                <a:moveTo>
                  <a:pt x="1171291" y="365896"/>
                </a:moveTo>
                <a:lnTo>
                  <a:pt x="1171291" y="404325"/>
                </a:lnTo>
                <a:moveTo>
                  <a:pt x="1171291" y="442755"/>
                </a:moveTo>
                <a:lnTo>
                  <a:pt x="1171291" y="481185"/>
                </a:lnTo>
                <a:moveTo>
                  <a:pt x="1171291" y="519614"/>
                </a:moveTo>
                <a:lnTo>
                  <a:pt x="1171291" y="558044"/>
                </a:lnTo>
                <a:moveTo>
                  <a:pt x="1171291" y="596474"/>
                </a:moveTo>
                <a:lnTo>
                  <a:pt x="1171291" y="634903"/>
                </a:lnTo>
                <a:moveTo>
                  <a:pt x="1171291" y="673333"/>
                </a:moveTo>
                <a:lnTo>
                  <a:pt x="1171291" y="711763"/>
                </a:lnTo>
                <a:moveTo>
                  <a:pt x="1171291" y="750192"/>
                </a:moveTo>
                <a:lnTo>
                  <a:pt x="1171291" y="788622"/>
                </a:lnTo>
                <a:moveTo>
                  <a:pt x="1171291" y="827052"/>
                </a:moveTo>
                <a:lnTo>
                  <a:pt x="1171291" y="861989"/>
                </a:lnTo>
                <a:lnTo>
                  <a:pt x="1167798" y="861989"/>
                </a:lnTo>
                <a:moveTo>
                  <a:pt x="1129369" y="861989"/>
                </a:moveTo>
                <a:lnTo>
                  <a:pt x="1090939" y="861989"/>
                </a:lnTo>
                <a:moveTo>
                  <a:pt x="1052509" y="861989"/>
                </a:moveTo>
                <a:lnTo>
                  <a:pt x="1014080" y="861989"/>
                </a:lnTo>
                <a:moveTo>
                  <a:pt x="975650" y="861989"/>
                </a:moveTo>
                <a:lnTo>
                  <a:pt x="937220" y="861989"/>
                </a:lnTo>
                <a:moveTo>
                  <a:pt x="898791" y="861989"/>
                </a:moveTo>
                <a:lnTo>
                  <a:pt x="860361" y="861989"/>
                </a:lnTo>
                <a:moveTo>
                  <a:pt x="821931" y="861989"/>
                </a:moveTo>
                <a:lnTo>
                  <a:pt x="783502" y="861989"/>
                </a:lnTo>
                <a:moveTo>
                  <a:pt x="745072" y="861989"/>
                </a:moveTo>
                <a:lnTo>
                  <a:pt x="706642" y="861989"/>
                </a:lnTo>
                <a:moveTo>
                  <a:pt x="668213" y="861989"/>
                </a:moveTo>
                <a:lnTo>
                  <a:pt x="629783" y="861989"/>
                </a:lnTo>
                <a:moveTo>
                  <a:pt x="591353" y="861989"/>
                </a:moveTo>
                <a:lnTo>
                  <a:pt x="552924" y="861989"/>
                </a:lnTo>
                <a:moveTo>
                  <a:pt x="514494" y="861989"/>
                </a:moveTo>
                <a:lnTo>
                  <a:pt x="476064" y="861989"/>
                </a:lnTo>
                <a:moveTo>
                  <a:pt x="437635" y="861989"/>
                </a:moveTo>
                <a:lnTo>
                  <a:pt x="399205" y="861989"/>
                </a:lnTo>
                <a:moveTo>
                  <a:pt x="360775" y="861989"/>
                </a:moveTo>
                <a:lnTo>
                  <a:pt x="322346" y="861989"/>
                </a:lnTo>
                <a:moveTo>
                  <a:pt x="283916" y="861989"/>
                </a:moveTo>
                <a:lnTo>
                  <a:pt x="245486" y="861989"/>
                </a:lnTo>
                <a:moveTo>
                  <a:pt x="207057" y="861989"/>
                </a:moveTo>
                <a:lnTo>
                  <a:pt x="168627" y="861989"/>
                </a:lnTo>
                <a:moveTo>
                  <a:pt x="130197" y="861989"/>
                </a:moveTo>
                <a:lnTo>
                  <a:pt x="91768" y="861989"/>
                </a:lnTo>
                <a:moveTo>
                  <a:pt x="53338" y="861989"/>
                </a:moveTo>
                <a:lnTo>
                  <a:pt x="14908" y="861989"/>
                </a:lnTo>
                <a:moveTo>
                  <a:pt x="0" y="838468"/>
                </a:moveTo>
                <a:lnTo>
                  <a:pt x="0" y="800038"/>
                </a:lnTo>
                <a:moveTo>
                  <a:pt x="0" y="761609"/>
                </a:moveTo>
                <a:lnTo>
                  <a:pt x="0" y="723179"/>
                </a:lnTo>
                <a:moveTo>
                  <a:pt x="0" y="684749"/>
                </a:moveTo>
                <a:lnTo>
                  <a:pt x="0" y="646320"/>
                </a:lnTo>
                <a:moveTo>
                  <a:pt x="0" y="607890"/>
                </a:moveTo>
                <a:lnTo>
                  <a:pt x="0" y="569460"/>
                </a:lnTo>
                <a:moveTo>
                  <a:pt x="0" y="531031"/>
                </a:moveTo>
                <a:lnTo>
                  <a:pt x="0" y="492601"/>
                </a:lnTo>
                <a:moveTo>
                  <a:pt x="0" y="454171"/>
                </a:moveTo>
                <a:lnTo>
                  <a:pt x="0" y="415742"/>
                </a:lnTo>
                <a:moveTo>
                  <a:pt x="0" y="377312"/>
                </a:moveTo>
                <a:lnTo>
                  <a:pt x="0" y="338882"/>
                </a:lnTo>
                <a:moveTo>
                  <a:pt x="0" y="300453"/>
                </a:moveTo>
                <a:lnTo>
                  <a:pt x="0" y="262023"/>
                </a:lnTo>
                <a:moveTo>
                  <a:pt x="0" y="223593"/>
                </a:moveTo>
                <a:lnTo>
                  <a:pt x="0" y="185164"/>
                </a:lnTo>
                <a:moveTo>
                  <a:pt x="0" y="146734"/>
                </a:moveTo>
                <a:lnTo>
                  <a:pt x="0" y="108304"/>
                </a:lnTo>
                <a:moveTo>
                  <a:pt x="0" y="69875"/>
                </a:moveTo>
                <a:lnTo>
                  <a:pt x="0" y="31445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3B3838"/>
            </a:solidFill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BB77E76-0A46-4B42-9032-0356BFEE5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9990fe75f4ab0"/>
          <a:srcRect xmlns:a="http://schemas.openxmlformats.org/drawingml/2006/main" l="0" t="86" r="0" b="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5116" y="2727407"/>
            <a:ext cx="1619761" cy="1188946"/>
          </a:xfrm>
          <a:prstGeom xmlns:a="http://schemas.openxmlformats.org/drawingml/2006/main" prst="rect">
            <a:avLst/>
          </a:prstGeom>
        </p:spPr>
      </p:pic>
      <p:sp>
        <p:nvSpPr>
          <p:cNvPr id="226" name="conquer-source-component-33">
            <a:extLst xmlns:a="http://schemas.openxmlformats.org/drawingml/2006/main">
              <a:ext uri="{FF2B5EF4-FFF2-40B4-BE49-F238E27FC236}">
                <a16:creationId xmlns:a16="http://schemas.microsoft.com/office/drawing/2014/main" id="{3D8D7F4F-9E96-44EB-A96B-93402DBC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5116" y="2727407"/>
            <a:ext cx="1619761" cy="1188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E8AA3893-FA3B-437A-9370-36E12A5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355" y="2927493"/>
            <a:ext cx="1171290" cy="861989"/>
          </a:xfrm>
          <a:custGeom xmlns:a="http://schemas.openxmlformats.org/drawingml/2006/main">
            <a:pathLst>
              <a:path w="1171290" h="861989">
                <a:moveTo>
                  <a:pt x="0" y="0"/>
                </a:moveTo>
                <a:lnTo>
                  <a:pt x="38430" y="0"/>
                </a:lnTo>
                <a:moveTo>
                  <a:pt x="76859" y="0"/>
                </a:moveTo>
                <a:lnTo>
                  <a:pt x="115289" y="0"/>
                </a:lnTo>
                <a:moveTo>
                  <a:pt x="153719" y="0"/>
                </a:moveTo>
                <a:lnTo>
                  <a:pt x="192148" y="0"/>
                </a:lnTo>
                <a:moveTo>
                  <a:pt x="230578" y="0"/>
                </a:moveTo>
                <a:lnTo>
                  <a:pt x="269008" y="0"/>
                </a:lnTo>
                <a:moveTo>
                  <a:pt x="307437" y="0"/>
                </a:moveTo>
                <a:lnTo>
                  <a:pt x="345867" y="0"/>
                </a:lnTo>
                <a:moveTo>
                  <a:pt x="384297" y="0"/>
                </a:moveTo>
                <a:lnTo>
                  <a:pt x="422726" y="0"/>
                </a:lnTo>
                <a:moveTo>
                  <a:pt x="461156" y="0"/>
                </a:moveTo>
                <a:lnTo>
                  <a:pt x="499586" y="0"/>
                </a:lnTo>
                <a:moveTo>
                  <a:pt x="538015" y="0"/>
                </a:moveTo>
                <a:lnTo>
                  <a:pt x="576445" y="0"/>
                </a:lnTo>
                <a:moveTo>
                  <a:pt x="614875" y="0"/>
                </a:moveTo>
                <a:lnTo>
                  <a:pt x="653304" y="0"/>
                </a:lnTo>
                <a:moveTo>
                  <a:pt x="691734" y="0"/>
                </a:moveTo>
                <a:lnTo>
                  <a:pt x="730164" y="0"/>
                </a:lnTo>
                <a:moveTo>
                  <a:pt x="768593" y="0"/>
                </a:moveTo>
                <a:lnTo>
                  <a:pt x="807023" y="0"/>
                </a:lnTo>
                <a:moveTo>
                  <a:pt x="845453" y="0"/>
                </a:moveTo>
                <a:lnTo>
                  <a:pt x="883882" y="0"/>
                </a:lnTo>
                <a:moveTo>
                  <a:pt x="922312" y="0"/>
                </a:moveTo>
                <a:lnTo>
                  <a:pt x="960742" y="0"/>
                </a:lnTo>
                <a:moveTo>
                  <a:pt x="999171" y="0"/>
                </a:moveTo>
                <a:lnTo>
                  <a:pt x="1037601" y="0"/>
                </a:lnTo>
                <a:moveTo>
                  <a:pt x="1076031" y="0"/>
                </a:moveTo>
                <a:lnTo>
                  <a:pt x="1114460" y="0"/>
                </a:lnTo>
                <a:moveTo>
                  <a:pt x="1152890" y="0"/>
                </a:moveTo>
                <a:lnTo>
                  <a:pt x="1171290" y="0"/>
                </a:lnTo>
                <a:lnTo>
                  <a:pt x="1171290" y="20029"/>
                </a:lnTo>
                <a:moveTo>
                  <a:pt x="1171290" y="58459"/>
                </a:moveTo>
                <a:lnTo>
                  <a:pt x="1171290" y="96889"/>
                </a:lnTo>
                <a:moveTo>
                  <a:pt x="1171290" y="135318"/>
                </a:moveTo>
                <a:lnTo>
                  <a:pt x="1171290" y="173748"/>
                </a:lnTo>
                <a:moveTo>
                  <a:pt x="1171290" y="212178"/>
                </a:moveTo>
                <a:lnTo>
                  <a:pt x="1171290" y="250607"/>
                </a:lnTo>
                <a:moveTo>
                  <a:pt x="1171290" y="289037"/>
                </a:moveTo>
                <a:lnTo>
                  <a:pt x="1171290" y="327467"/>
                </a:lnTo>
                <a:moveTo>
                  <a:pt x="1171290" y="365896"/>
                </a:moveTo>
                <a:lnTo>
                  <a:pt x="1171290" y="404326"/>
                </a:lnTo>
                <a:moveTo>
                  <a:pt x="1171290" y="442756"/>
                </a:moveTo>
                <a:lnTo>
                  <a:pt x="1171290" y="481185"/>
                </a:lnTo>
                <a:moveTo>
                  <a:pt x="1171290" y="519615"/>
                </a:moveTo>
                <a:lnTo>
                  <a:pt x="1171290" y="558045"/>
                </a:lnTo>
                <a:moveTo>
                  <a:pt x="1171290" y="596474"/>
                </a:moveTo>
                <a:lnTo>
                  <a:pt x="1171290" y="634904"/>
                </a:lnTo>
                <a:moveTo>
                  <a:pt x="1171290" y="673334"/>
                </a:moveTo>
                <a:lnTo>
                  <a:pt x="1171290" y="711763"/>
                </a:lnTo>
                <a:moveTo>
                  <a:pt x="1171290" y="750193"/>
                </a:moveTo>
                <a:lnTo>
                  <a:pt x="1171290" y="788623"/>
                </a:lnTo>
                <a:moveTo>
                  <a:pt x="1171290" y="827052"/>
                </a:moveTo>
                <a:lnTo>
                  <a:pt x="1171290" y="861989"/>
                </a:lnTo>
                <a:lnTo>
                  <a:pt x="1167798" y="861989"/>
                </a:lnTo>
                <a:moveTo>
                  <a:pt x="1129368" y="861989"/>
                </a:moveTo>
                <a:lnTo>
                  <a:pt x="1090938" y="861989"/>
                </a:lnTo>
                <a:moveTo>
                  <a:pt x="1052509" y="861989"/>
                </a:moveTo>
                <a:lnTo>
                  <a:pt x="1014079" y="861989"/>
                </a:lnTo>
                <a:moveTo>
                  <a:pt x="975649" y="861989"/>
                </a:moveTo>
                <a:lnTo>
                  <a:pt x="937220" y="861989"/>
                </a:lnTo>
                <a:moveTo>
                  <a:pt x="898790" y="861989"/>
                </a:moveTo>
                <a:lnTo>
                  <a:pt x="860360" y="861989"/>
                </a:lnTo>
                <a:moveTo>
                  <a:pt x="821931" y="861989"/>
                </a:moveTo>
                <a:lnTo>
                  <a:pt x="783501" y="861989"/>
                </a:lnTo>
                <a:moveTo>
                  <a:pt x="745071" y="861989"/>
                </a:moveTo>
                <a:lnTo>
                  <a:pt x="706642" y="861989"/>
                </a:lnTo>
                <a:moveTo>
                  <a:pt x="668212" y="861989"/>
                </a:moveTo>
                <a:lnTo>
                  <a:pt x="629782" y="861989"/>
                </a:lnTo>
                <a:moveTo>
                  <a:pt x="591353" y="861989"/>
                </a:moveTo>
                <a:lnTo>
                  <a:pt x="552923" y="861989"/>
                </a:lnTo>
                <a:moveTo>
                  <a:pt x="514493" y="861989"/>
                </a:moveTo>
                <a:lnTo>
                  <a:pt x="476064" y="861989"/>
                </a:lnTo>
                <a:moveTo>
                  <a:pt x="437634" y="861989"/>
                </a:moveTo>
                <a:lnTo>
                  <a:pt x="399204" y="861989"/>
                </a:lnTo>
                <a:moveTo>
                  <a:pt x="360775" y="861989"/>
                </a:moveTo>
                <a:lnTo>
                  <a:pt x="322345" y="861989"/>
                </a:lnTo>
                <a:moveTo>
                  <a:pt x="283915" y="861989"/>
                </a:moveTo>
                <a:lnTo>
                  <a:pt x="245486" y="861989"/>
                </a:lnTo>
                <a:moveTo>
                  <a:pt x="207056" y="861989"/>
                </a:moveTo>
                <a:lnTo>
                  <a:pt x="168626" y="861989"/>
                </a:lnTo>
                <a:moveTo>
                  <a:pt x="130197" y="861989"/>
                </a:moveTo>
                <a:lnTo>
                  <a:pt x="91767" y="861989"/>
                </a:lnTo>
                <a:moveTo>
                  <a:pt x="53337" y="861989"/>
                </a:moveTo>
                <a:lnTo>
                  <a:pt x="14908" y="861989"/>
                </a:lnTo>
                <a:moveTo>
                  <a:pt x="0" y="838467"/>
                </a:moveTo>
                <a:lnTo>
                  <a:pt x="0" y="800037"/>
                </a:lnTo>
                <a:moveTo>
                  <a:pt x="0" y="761608"/>
                </a:moveTo>
                <a:lnTo>
                  <a:pt x="0" y="723178"/>
                </a:lnTo>
                <a:moveTo>
                  <a:pt x="0" y="684748"/>
                </a:moveTo>
                <a:lnTo>
                  <a:pt x="0" y="646319"/>
                </a:lnTo>
                <a:moveTo>
                  <a:pt x="0" y="607889"/>
                </a:moveTo>
                <a:lnTo>
                  <a:pt x="0" y="569459"/>
                </a:lnTo>
                <a:moveTo>
                  <a:pt x="0" y="531030"/>
                </a:moveTo>
                <a:lnTo>
                  <a:pt x="0" y="492600"/>
                </a:lnTo>
                <a:moveTo>
                  <a:pt x="0" y="454170"/>
                </a:moveTo>
                <a:lnTo>
                  <a:pt x="0" y="415741"/>
                </a:lnTo>
                <a:moveTo>
                  <a:pt x="0" y="377311"/>
                </a:moveTo>
                <a:lnTo>
                  <a:pt x="0" y="338881"/>
                </a:lnTo>
                <a:moveTo>
                  <a:pt x="0" y="300452"/>
                </a:moveTo>
                <a:lnTo>
                  <a:pt x="0" y="262022"/>
                </a:lnTo>
                <a:moveTo>
                  <a:pt x="0" y="223592"/>
                </a:moveTo>
                <a:lnTo>
                  <a:pt x="0" y="185163"/>
                </a:lnTo>
                <a:moveTo>
                  <a:pt x="0" y="146733"/>
                </a:moveTo>
                <a:lnTo>
                  <a:pt x="0" y="108303"/>
                </a:lnTo>
                <a:moveTo>
                  <a:pt x="0" y="69874"/>
                </a:moveTo>
                <a:lnTo>
                  <a:pt x="0" y="31444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3B3838"/>
            </a:solidFill>
            <a:prstDash val="solid"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90A32DB-6063-4690-9FE4-3400D6DB6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cbb53d2d1410e"/>
          <a:srcRect xmlns:a="http://schemas.openxmlformats.org/drawingml/2006/main" l="0" t="221" r="0" b="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8843" y="4320763"/>
            <a:ext cx="1737729" cy="1321289"/>
          </a:xfrm>
          <a:prstGeom xmlns:a="http://schemas.openxmlformats.org/drawingml/2006/main" prst="rect">
            <a:avLst/>
          </a:prstGeom>
        </p:spPr>
      </p:pic>
      <p:sp>
        <p:nvSpPr>
          <p:cNvPr id="229" name="conquer-source-component-34">
            <a:extLst xmlns:a="http://schemas.openxmlformats.org/drawingml/2006/main">
              <a:ext uri="{FF2B5EF4-FFF2-40B4-BE49-F238E27FC236}">
                <a16:creationId xmlns:a16="http://schemas.microsoft.com/office/drawing/2014/main" id="{ED90C98A-96C5-4CEF-9ED6-8D876EA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843" y="4320763"/>
            <a:ext cx="1737729" cy="1321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0AFF76AF-6871-40F1-9908-B5525D6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355" y="4418100"/>
            <a:ext cx="1171290" cy="861989"/>
          </a:xfrm>
          <a:custGeom xmlns:a="http://schemas.openxmlformats.org/drawingml/2006/main">
            <a:pathLst>
              <a:path w="1171290" h="861989">
                <a:moveTo>
                  <a:pt x="0" y="0"/>
                </a:moveTo>
                <a:lnTo>
                  <a:pt x="38430" y="0"/>
                </a:lnTo>
                <a:moveTo>
                  <a:pt x="76859" y="0"/>
                </a:moveTo>
                <a:lnTo>
                  <a:pt x="115289" y="0"/>
                </a:lnTo>
                <a:moveTo>
                  <a:pt x="153719" y="0"/>
                </a:moveTo>
                <a:lnTo>
                  <a:pt x="192148" y="0"/>
                </a:lnTo>
                <a:moveTo>
                  <a:pt x="230578" y="0"/>
                </a:moveTo>
                <a:lnTo>
                  <a:pt x="269008" y="0"/>
                </a:lnTo>
                <a:moveTo>
                  <a:pt x="307437" y="0"/>
                </a:moveTo>
                <a:lnTo>
                  <a:pt x="345867" y="0"/>
                </a:lnTo>
                <a:moveTo>
                  <a:pt x="384297" y="0"/>
                </a:moveTo>
                <a:lnTo>
                  <a:pt x="422726" y="0"/>
                </a:lnTo>
                <a:moveTo>
                  <a:pt x="461156" y="0"/>
                </a:moveTo>
                <a:lnTo>
                  <a:pt x="499586" y="0"/>
                </a:lnTo>
                <a:moveTo>
                  <a:pt x="538015" y="0"/>
                </a:moveTo>
                <a:lnTo>
                  <a:pt x="576445" y="0"/>
                </a:lnTo>
                <a:moveTo>
                  <a:pt x="614875" y="0"/>
                </a:moveTo>
                <a:lnTo>
                  <a:pt x="653304" y="0"/>
                </a:lnTo>
                <a:moveTo>
                  <a:pt x="691734" y="0"/>
                </a:moveTo>
                <a:lnTo>
                  <a:pt x="730164" y="0"/>
                </a:lnTo>
                <a:moveTo>
                  <a:pt x="768593" y="0"/>
                </a:moveTo>
                <a:lnTo>
                  <a:pt x="807023" y="0"/>
                </a:lnTo>
                <a:moveTo>
                  <a:pt x="845453" y="0"/>
                </a:moveTo>
                <a:lnTo>
                  <a:pt x="883882" y="0"/>
                </a:lnTo>
                <a:moveTo>
                  <a:pt x="922312" y="0"/>
                </a:moveTo>
                <a:lnTo>
                  <a:pt x="960742" y="0"/>
                </a:lnTo>
                <a:moveTo>
                  <a:pt x="999171" y="0"/>
                </a:moveTo>
                <a:lnTo>
                  <a:pt x="1037601" y="0"/>
                </a:lnTo>
                <a:moveTo>
                  <a:pt x="1076031" y="0"/>
                </a:moveTo>
                <a:lnTo>
                  <a:pt x="1114460" y="0"/>
                </a:lnTo>
                <a:moveTo>
                  <a:pt x="1152890" y="0"/>
                </a:moveTo>
                <a:lnTo>
                  <a:pt x="1171290" y="0"/>
                </a:lnTo>
                <a:lnTo>
                  <a:pt x="1171290" y="20029"/>
                </a:lnTo>
                <a:moveTo>
                  <a:pt x="1171290" y="58459"/>
                </a:moveTo>
                <a:lnTo>
                  <a:pt x="1171290" y="96889"/>
                </a:lnTo>
                <a:moveTo>
                  <a:pt x="1171290" y="135318"/>
                </a:moveTo>
                <a:lnTo>
                  <a:pt x="1171290" y="173748"/>
                </a:lnTo>
                <a:moveTo>
                  <a:pt x="1171290" y="212178"/>
                </a:moveTo>
                <a:lnTo>
                  <a:pt x="1171290" y="250607"/>
                </a:lnTo>
                <a:moveTo>
                  <a:pt x="1171290" y="289037"/>
                </a:moveTo>
                <a:lnTo>
                  <a:pt x="1171290" y="327467"/>
                </a:lnTo>
                <a:moveTo>
                  <a:pt x="1171290" y="365896"/>
                </a:moveTo>
                <a:lnTo>
                  <a:pt x="1171290" y="404326"/>
                </a:lnTo>
                <a:moveTo>
                  <a:pt x="1171290" y="442756"/>
                </a:moveTo>
                <a:lnTo>
                  <a:pt x="1171290" y="481185"/>
                </a:lnTo>
                <a:moveTo>
                  <a:pt x="1171290" y="519615"/>
                </a:moveTo>
                <a:lnTo>
                  <a:pt x="1171290" y="558045"/>
                </a:lnTo>
                <a:moveTo>
                  <a:pt x="1171290" y="596474"/>
                </a:moveTo>
                <a:lnTo>
                  <a:pt x="1171290" y="634904"/>
                </a:lnTo>
                <a:moveTo>
                  <a:pt x="1171290" y="673334"/>
                </a:moveTo>
                <a:lnTo>
                  <a:pt x="1171290" y="711763"/>
                </a:lnTo>
                <a:moveTo>
                  <a:pt x="1171290" y="750193"/>
                </a:moveTo>
                <a:lnTo>
                  <a:pt x="1171290" y="788623"/>
                </a:lnTo>
                <a:moveTo>
                  <a:pt x="1171290" y="827052"/>
                </a:moveTo>
                <a:lnTo>
                  <a:pt x="1171290" y="861989"/>
                </a:lnTo>
                <a:lnTo>
                  <a:pt x="1167798" y="861989"/>
                </a:lnTo>
                <a:moveTo>
                  <a:pt x="1129368" y="861989"/>
                </a:moveTo>
                <a:lnTo>
                  <a:pt x="1090938" y="861989"/>
                </a:lnTo>
                <a:moveTo>
                  <a:pt x="1052509" y="861989"/>
                </a:moveTo>
                <a:lnTo>
                  <a:pt x="1014079" y="861989"/>
                </a:lnTo>
                <a:moveTo>
                  <a:pt x="975649" y="861989"/>
                </a:moveTo>
                <a:lnTo>
                  <a:pt x="937220" y="861989"/>
                </a:lnTo>
                <a:moveTo>
                  <a:pt x="898790" y="861989"/>
                </a:moveTo>
                <a:lnTo>
                  <a:pt x="860360" y="861989"/>
                </a:lnTo>
                <a:moveTo>
                  <a:pt x="821931" y="861989"/>
                </a:moveTo>
                <a:lnTo>
                  <a:pt x="783501" y="861989"/>
                </a:lnTo>
                <a:moveTo>
                  <a:pt x="745071" y="861989"/>
                </a:moveTo>
                <a:lnTo>
                  <a:pt x="706642" y="861989"/>
                </a:lnTo>
                <a:moveTo>
                  <a:pt x="668212" y="861989"/>
                </a:moveTo>
                <a:lnTo>
                  <a:pt x="629782" y="861989"/>
                </a:lnTo>
                <a:moveTo>
                  <a:pt x="591353" y="861989"/>
                </a:moveTo>
                <a:lnTo>
                  <a:pt x="552923" y="861989"/>
                </a:lnTo>
                <a:moveTo>
                  <a:pt x="514493" y="861989"/>
                </a:moveTo>
                <a:lnTo>
                  <a:pt x="476064" y="861989"/>
                </a:lnTo>
                <a:moveTo>
                  <a:pt x="437634" y="861989"/>
                </a:moveTo>
                <a:lnTo>
                  <a:pt x="399204" y="861989"/>
                </a:lnTo>
                <a:moveTo>
                  <a:pt x="360775" y="861989"/>
                </a:moveTo>
                <a:lnTo>
                  <a:pt x="322345" y="861989"/>
                </a:lnTo>
                <a:moveTo>
                  <a:pt x="283915" y="861989"/>
                </a:moveTo>
                <a:lnTo>
                  <a:pt x="245486" y="861989"/>
                </a:lnTo>
                <a:moveTo>
                  <a:pt x="207056" y="861989"/>
                </a:moveTo>
                <a:lnTo>
                  <a:pt x="168626" y="861989"/>
                </a:lnTo>
                <a:moveTo>
                  <a:pt x="130197" y="861989"/>
                </a:moveTo>
                <a:lnTo>
                  <a:pt x="91767" y="861989"/>
                </a:lnTo>
                <a:moveTo>
                  <a:pt x="53337" y="861989"/>
                </a:moveTo>
                <a:lnTo>
                  <a:pt x="14908" y="861989"/>
                </a:lnTo>
                <a:moveTo>
                  <a:pt x="0" y="838467"/>
                </a:moveTo>
                <a:lnTo>
                  <a:pt x="0" y="800037"/>
                </a:lnTo>
                <a:moveTo>
                  <a:pt x="0" y="761608"/>
                </a:moveTo>
                <a:lnTo>
                  <a:pt x="0" y="723178"/>
                </a:lnTo>
                <a:moveTo>
                  <a:pt x="0" y="684748"/>
                </a:moveTo>
                <a:lnTo>
                  <a:pt x="0" y="646319"/>
                </a:lnTo>
                <a:moveTo>
                  <a:pt x="0" y="607889"/>
                </a:moveTo>
                <a:lnTo>
                  <a:pt x="0" y="569459"/>
                </a:lnTo>
                <a:moveTo>
                  <a:pt x="0" y="531030"/>
                </a:moveTo>
                <a:lnTo>
                  <a:pt x="0" y="492600"/>
                </a:lnTo>
                <a:moveTo>
                  <a:pt x="0" y="454170"/>
                </a:moveTo>
                <a:lnTo>
                  <a:pt x="0" y="415741"/>
                </a:lnTo>
                <a:moveTo>
                  <a:pt x="0" y="377311"/>
                </a:moveTo>
                <a:lnTo>
                  <a:pt x="0" y="338881"/>
                </a:lnTo>
                <a:moveTo>
                  <a:pt x="0" y="300452"/>
                </a:moveTo>
                <a:lnTo>
                  <a:pt x="0" y="262022"/>
                </a:lnTo>
                <a:moveTo>
                  <a:pt x="0" y="223592"/>
                </a:moveTo>
                <a:lnTo>
                  <a:pt x="0" y="185163"/>
                </a:lnTo>
                <a:moveTo>
                  <a:pt x="0" y="146733"/>
                </a:moveTo>
                <a:lnTo>
                  <a:pt x="0" y="108303"/>
                </a:lnTo>
                <a:moveTo>
                  <a:pt x="0" y="69874"/>
                </a:moveTo>
                <a:lnTo>
                  <a:pt x="0" y="31444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3B3838"/>
            </a:solidFill>
            <a:prstDash val="solid"/>
          </a:ln>
        </p:spPr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FCE78F2-5979-4C8B-AA80-C532FFA2E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dc001c9d74b06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767" y="6146230"/>
            <a:ext cx="1017338" cy="484447"/>
          </a:xfrm>
          <a:prstGeom xmlns:a="http://schemas.openxmlformats.org/drawingml/2006/main" prst="rect">
            <a:avLst/>
          </a:prstGeom>
        </p:spPr>
      </p:pic>
      <p:sp>
        <p:nvSpPr>
          <p:cNvPr id="232" name="conquer-source-component-35">
            <a:extLst xmlns:a="http://schemas.openxmlformats.org/drawingml/2006/main">
              <a:ext uri="{FF2B5EF4-FFF2-40B4-BE49-F238E27FC236}">
                <a16:creationId xmlns:a16="http://schemas.microsoft.com/office/drawing/2014/main" id="{AB2C7A47-E2E0-4B67-A415-E8ABDCB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67" y="6146230"/>
            <a:ext cx="1017338" cy="4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6327CA2B-28AB-44CC-9DF0-FA57842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77" y="6246535"/>
            <a:ext cx="808653" cy="286942"/>
          </a:xfrm>
          <a:custGeom xmlns:a="http://schemas.openxmlformats.org/drawingml/2006/main">
            <a:pathLst>
              <a:path w="808653" h="286942">
                <a:moveTo>
                  <a:pt x="0" y="143471"/>
                </a:moveTo>
                <a:lnTo>
                  <a:pt x="71735" y="0"/>
                </a:lnTo>
                <a:lnTo>
                  <a:pt x="736918" y="0"/>
                </a:lnTo>
                <a:lnTo>
                  <a:pt x="808653" y="143471"/>
                </a:lnTo>
                <a:lnTo>
                  <a:pt x="736918" y="286942"/>
                </a:lnTo>
                <a:lnTo>
                  <a:pt x="71735" y="286942"/>
                </a:lnTo>
                <a:lnTo>
                  <a:pt x="0" y="143471"/>
                </a:lnTo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7FE673B5-37A6-4C85-8869-4E64C3A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177" y="6246535"/>
            <a:ext cx="808653" cy="286941"/>
          </a:xfrm>
          <a:custGeom xmlns:a="http://schemas.openxmlformats.org/drawingml/2006/main">
            <a:pathLst>
              <a:path w="808653" h="286941">
                <a:moveTo>
                  <a:pt x="0" y="143471"/>
                </a:moveTo>
                <a:lnTo>
                  <a:pt x="71735" y="0"/>
                </a:lnTo>
                <a:lnTo>
                  <a:pt x="736918" y="0"/>
                </a:lnTo>
                <a:lnTo>
                  <a:pt x="808653" y="143471"/>
                </a:lnTo>
                <a:lnTo>
                  <a:pt x="736918" y="286941"/>
                </a:lnTo>
                <a:lnTo>
                  <a:pt x="71735" y="286941"/>
                </a:lnTo>
                <a:lnTo>
                  <a:pt x="0" y="1434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000000"/>
            </a:solidFill>
            <a:prstDash val="solid"/>
          </a:ln>
        </p:spPr>
      </p:sp>
      <p:sp>
        <p:nvSpPr>
          <p:cNvPr id="235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3569EFE1-EA74-4C71-93B7-E31AA36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230" y="6241189"/>
            <a:ext cx="614875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Deploy</a:t>
            </a:r>
          </a:p>
        </p:txBody>
      </p:sp>
      <p:sp>
        <p:nvSpPr>
          <p:cNvPr id="236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5CFB2DB6-4541-4494-9035-6ECD8E7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39" y="5981704"/>
            <a:ext cx="657152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real-world</a:t>
            </a:r>
          </a:p>
        </p:txBody>
      </p:sp>
      <p:sp>
        <p:nvSpPr>
          <p:cNvPr id="237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3D0254E8-7964-47D3-8667-FF2906E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55" y="5693147"/>
            <a:ext cx="4081669" cy="95"/>
          </a:xfrm>
          <a:custGeom xmlns:a="http://schemas.openxmlformats.org/drawingml/2006/main">
            <a:pathLst>
              <a:path w="4081669" h="95">
                <a:moveTo>
                  <a:pt x="0" y="2"/>
                </a:moveTo>
                <a:lnTo>
                  <a:pt x="115289" y="2"/>
                </a:lnTo>
                <a:moveTo>
                  <a:pt x="153719" y="2"/>
                </a:moveTo>
                <a:lnTo>
                  <a:pt x="269008" y="2"/>
                </a:lnTo>
                <a:moveTo>
                  <a:pt x="307437" y="2"/>
                </a:moveTo>
                <a:lnTo>
                  <a:pt x="422726" y="2"/>
                </a:lnTo>
                <a:moveTo>
                  <a:pt x="461156" y="2"/>
                </a:moveTo>
                <a:lnTo>
                  <a:pt x="576445" y="1"/>
                </a:lnTo>
                <a:moveTo>
                  <a:pt x="614875" y="1"/>
                </a:moveTo>
                <a:lnTo>
                  <a:pt x="730164" y="1"/>
                </a:lnTo>
                <a:moveTo>
                  <a:pt x="768593" y="1"/>
                </a:moveTo>
                <a:lnTo>
                  <a:pt x="883882" y="1"/>
                </a:lnTo>
                <a:moveTo>
                  <a:pt x="922312" y="1"/>
                </a:moveTo>
                <a:lnTo>
                  <a:pt x="1037601" y="1"/>
                </a:lnTo>
                <a:moveTo>
                  <a:pt x="1076031" y="1"/>
                </a:moveTo>
                <a:lnTo>
                  <a:pt x="1191320" y="1"/>
                </a:lnTo>
                <a:moveTo>
                  <a:pt x="1229749" y="1"/>
                </a:moveTo>
                <a:lnTo>
                  <a:pt x="1345038" y="1"/>
                </a:lnTo>
                <a:moveTo>
                  <a:pt x="1383468" y="1"/>
                </a:moveTo>
                <a:lnTo>
                  <a:pt x="1498757" y="1"/>
                </a:lnTo>
                <a:moveTo>
                  <a:pt x="1537187" y="1"/>
                </a:moveTo>
                <a:lnTo>
                  <a:pt x="1652476" y="1"/>
                </a:lnTo>
                <a:moveTo>
                  <a:pt x="1690905" y="1"/>
                </a:moveTo>
                <a:lnTo>
                  <a:pt x="1806194" y="1"/>
                </a:lnTo>
                <a:moveTo>
                  <a:pt x="1844624" y="1"/>
                </a:moveTo>
                <a:lnTo>
                  <a:pt x="1959913" y="1"/>
                </a:lnTo>
                <a:moveTo>
                  <a:pt x="1998343" y="1"/>
                </a:moveTo>
                <a:lnTo>
                  <a:pt x="2113632" y="1"/>
                </a:lnTo>
                <a:moveTo>
                  <a:pt x="2152061" y="1"/>
                </a:moveTo>
                <a:lnTo>
                  <a:pt x="2267350" y="1"/>
                </a:lnTo>
                <a:moveTo>
                  <a:pt x="2305780" y="1"/>
                </a:moveTo>
                <a:lnTo>
                  <a:pt x="2421069" y="1"/>
                </a:lnTo>
                <a:moveTo>
                  <a:pt x="2459499" y="1"/>
                </a:moveTo>
                <a:lnTo>
                  <a:pt x="2574788" y="1"/>
                </a:lnTo>
                <a:moveTo>
                  <a:pt x="2613217" y="1"/>
                </a:moveTo>
                <a:lnTo>
                  <a:pt x="2728506" y="1"/>
                </a:lnTo>
                <a:moveTo>
                  <a:pt x="2766936" y="1"/>
                </a:moveTo>
                <a:lnTo>
                  <a:pt x="2882225" y="1"/>
                </a:lnTo>
                <a:moveTo>
                  <a:pt x="2920655" y="0"/>
                </a:moveTo>
                <a:lnTo>
                  <a:pt x="3035943" y="0"/>
                </a:lnTo>
                <a:moveTo>
                  <a:pt x="3074373" y="0"/>
                </a:moveTo>
                <a:lnTo>
                  <a:pt x="3189662" y="0"/>
                </a:lnTo>
                <a:moveTo>
                  <a:pt x="3228092" y="0"/>
                </a:moveTo>
                <a:lnTo>
                  <a:pt x="3343381" y="0"/>
                </a:lnTo>
                <a:moveTo>
                  <a:pt x="3381810" y="0"/>
                </a:moveTo>
                <a:lnTo>
                  <a:pt x="3497099" y="0"/>
                </a:lnTo>
                <a:moveTo>
                  <a:pt x="3535529" y="0"/>
                </a:moveTo>
                <a:lnTo>
                  <a:pt x="3650818" y="0"/>
                </a:lnTo>
                <a:moveTo>
                  <a:pt x="3689248" y="0"/>
                </a:moveTo>
                <a:lnTo>
                  <a:pt x="3804537" y="0"/>
                </a:lnTo>
                <a:moveTo>
                  <a:pt x="3842966" y="0"/>
                </a:moveTo>
                <a:lnTo>
                  <a:pt x="3958255" y="0"/>
                </a:lnTo>
                <a:moveTo>
                  <a:pt x="3996685" y="0"/>
                </a:moveTo>
                <a:lnTo>
                  <a:pt x="4081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BFBFBF"/>
            </a:solidFill>
            <a:prstDash val="solid"/>
          </a:ln>
        </p:spPr>
      </p:sp>
      <p:sp>
        <p:nvSpPr>
          <p:cNvPr id="238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AAF2F5B9-BC2E-4A06-95B7-9CF3F2E2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488" y="5460241"/>
            <a:ext cx="301847" cy="573882"/>
          </a:xfrm>
          <a:custGeom xmlns:a="http://schemas.openxmlformats.org/drawingml/2006/main">
            <a:pathLst>
              <a:path w="301847" h="573882">
                <a:moveTo>
                  <a:pt x="226385" y="0"/>
                </a:moveTo>
                <a:lnTo>
                  <a:pt x="226385" y="422960"/>
                </a:lnTo>
                <a:lnTo>
                  <a:pt x="301847" y="422960"/>
                </a:lnTo>
                <a:lnTo>
                  <a:pt x="150923" y="573882"/>
                </a:lnTo>
                <a:lnTo>
                  <a:pt x="0" y="422960"/>
                </a:lnTo>
                <a:lnTo>
                  <a:pt x="75462" y="422960"/>
                </a:lnTo>
                <a:lnTo>
                  <a:pt x="75462" y="0"/>
                </a:lnTo>
                <a:lnTo>
                  <a:pt x="226385" y="0"/>
                </a:ln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E940C3C1-8620-4A4F-A3D5-AEB37CC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488" y="5460241"/>
            <a:ext cx="301847" cy="573883"/>
          </a:xfrm>
          <a:custGeom xmlns:a="http://schemas.openxmlformats.org/drawingml/2006/main">
            <a:pathLst>
              <a:path w="301847" h="573883">
                <a:moveTo>
                  <a:pt x="226385" y="0"/>
                </a:moveTo>
                <a:lnTo>
                  <a:pt x="226385" y="422960"/>
                </a:lnTo>
                <a:lnTo>
                  <a:pt x="301847" y="422960"/>
                </a:lnTo>
                <a:lnTo>
                  <a:pt x="150923" y="573883"/>
                </a:lnTo>
                <a:lnTo>
                  <a:pt x="0" y="422960"/>
                </a:lnTo>
                <a:lnTo>
                  <a:pt x="75462" y="422960"/>
                </a:lnTo>
                <a:lnTo>
                  <a:pt x="75462" y="0"/>
                </a:lnTo>
                <a:lnTo>
                  <a:pt x="2263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48235"/>
            </a:solidFill>
            <a:prstDash val="solid"/>
          </a:ln>
        </p:spPr>
      </p:sp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D2FB914-FB5E-458C-89B7-773755747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b50f44fe44438"/>
          <a:srcRect xmlns:a="http://schemas.openxmlformats.org/drawingml/2006/main" l="0" t="63" r="0" b="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7040" y="3023413"/>
            <a:ext cx="1695564" cy="808653"/>
          </a:xfrm>
          <a:prstGeom xmlns:a="http://schemas.openxmlformats.org/drawingml/2006/main" prst="rect">
            <a:avLst/>
          </a:prstGeom>
        </p:spPr>
      </p:pic>
      <p:sp>
        <p:nvSpPr>
          <p:cNvPr id="241" name="conquer-source-component-36">
            <a:extLst xmlns:a="http://schemas.openxmlformats.org/drawingml/2006/main">
              <a:ext uri="{FF2B5EF4-FFF2-40B4-BE49-F238E27FC236}">
                <a16:creationId xmlns:a16="http://schemas.microsoft.com/office/drawing/2014/main" id="{517FFACA-6F8C-4126-8EC8-A3372931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040" y="3023413"/>
            <a:ext cx="1695564" cy="808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26894D2D-4432-493B-BF6F-56825CEA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3123717"/>
            <a:ext cx="1475699" cy="607423"/>
          </a:xfrm>
          <a:custGeom xmlns:a="http://schemas.openxmlformats.org/drawingml/2006/main">
            <a:pathLst>
              <a:path w="1475699" h="607423">
                <a:moveTo>
                  <a:pt x="0" y="61399"/>
                </a:moveTo>
                <a:cubicBezTo>
                  <a:pt x="0" y="27490"/>
                  <a:pt x="27488" y="0"/>
                  <a:pt x="61399" y="0"/>
                </a:cubicBezTo>
                <a:lnTo>
                  <a:pt x="1414301" y="0"/>
                </a:lnTo>
                <a:cubicBezTo>
                  <a:pt x="1448211" y="0"/>
                  <a:pt x="1475699" y="27490"/>
                  <a:pt x="1475699" y="61399"/>
                </a:cubicBezTo>
                <a:lnTo>
                  <a:pt x="1475699" y="546022"/>
                </a:lnTo>
                <a:cubicBezTo>
                  <a:pt x="1475699" y="579933"/>
                  <a:pt x="1448211" y="607423"/>
                  <a:pt x="1414301" y="607423"/>
                </a:cubicBezTo>
                <a:lnTo>
                  <a:pt x="61399" y="607423"/>
                </a:lnTo>
                <a:cubicBezTo>
                  <a:pt x="27488" y="607423"/>
                  <a:pt x="0" y="579933"/>
                  <a:pt x="0" y="546022"/>
                </a:cubicBezTo>
                <a:lnTo>
                  <a:pt x="0" y="61399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97B5DCC8-1463-4B4B-AC31-DE5D2AC8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903" y="3123717"/>
            <a:ext cx="1475699" cy="607421"/>
          </a:xfrm>
          <a:custGeom xmlns:a="http://schemas.openxmlformats.org/drawingml/2006/main">
            <a:pathLst>
              <a:path w="1475699" h="607421">
                <a:moveTo>
                  <a:pt x="0" y="61399"/>
                </a:moveTo>
                <a:cubicBezTo>
                  <a:pt x="0" y="27489"/>
                  <a:pt x="27489" y="0"/>
                  <a:pt x="61399" y="0"/>
                </a:cubicBezTo>
                <a:lnTo>
                  <a:pt x="1414301" y="0"/>
                </a:lnTo>
                <a:cubicBezTo>
                  <a:pt x="1448210" y="0"/>
                  <a:pt x="1475699" y="27489"/>
                  <a:pt x="1475699" y="61399"/>
                </a:cubicBezTo>
                <a:lnTo>
                  <a:pt x="1475699" y="546022"/>
                </a:lnTo>
                <a:cubicBezTo>
                  <a:pt x="1475699" y="579932"/>
                  <a:pt x="1448210" y="607421"/>
                  <a:pt x="1414301" y="607421"/>
                </a:cubicBezTo>
                <a:lnTo>
                  <a:pt x="61399" y="607421"/>
                </a:lnTo>
                <a:cubicBezTo>
                  <a:pt x="27489" y="607421"/>
                  <a:pt x="0" y="579932"/>
                  <a:pt x="0" y="546022"/>
                </a:cubicBezTo>
                <a:lnTo>
                  <a:pt x="0" y="61399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D9D9D9"/>
            </a:solidFill>
            <a:prstDash val="solid"/>
          </a:ln>
        </p:spPr>
      </p:sp>
      <p:sp>
        <p:nvSpPr>
          <p:cNvPr id="244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B7595571-0104-419E-A209-E213C7A1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028" y="3298616"/>
            <a:ext cx="623065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Match      </a:t>
            </a:r>
          </a:p>
        </p:txBody>
      </p:sp>
      <p:sp>
        <p:nvSpPr>
          <p:cNvPr id="245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48C45A7D-D75F-4C50-8815-440956E5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028" y="3481215"/>
            <a:ext cx="541879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Optimal </a:t>
            </a:r>
          </a:p>
        </p:txBody>
      </p:sp>
      <p:sp>
        <p:nvSpPr>
          <p:cNvPr id="246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C483F999-246D-4829-B723-4C06CFE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627" y="3343582"/>
            <a:ext cx="96887" cy="96889"/>
          </a:xfrm>
          <a:custGeom xmlns:a="http://schemas.openxmlformats.org/drawingml/2006/main">
            <a:pathLst>
              <a:path w="96887" h="96889">
                <a:moveTo>
                  <a:pt x="0" y="96889"/>
                </a:moveTo>
                <a:lnTo>
                  <a:pt x="48444" y="0"/>
                </a:lnTo>
                <a:lnTo>
                  <a:pt x="96887" y="96889"/>
                </a:lnTo>
                <a:lnTo>
                  <a:pt x="0" y="96889"/>
                </a:lnTo>
              </a:path>
            </a:pathLst>
          </a:custGeom>
          <a:solidFill xmlns:a="http://schemas.openxmlformats.org/drawingml/2006/main">
            <a:srgbClr val="FB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03285E9A-66CD-40BF-A1AB-704E27F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627" y="3343582"/>
            <a:ext cx="96889" cy="96890"/>
          </a:xfrm>
          <a:custGeom xmlns:a="http://schemas.openxmlformats.org/drawingml/2006/main">
            <a:pathLst>
              <a:path w="96889" h="96890">
                <a:moveTo>
                  <a:pt x="0" y="96890"/>
                </a:moveTo>
                <a:lnTo>
                  <a:pt x="48444" y="0"/>
                </a:lnTo>
                <a:lnTo>
                  <a:pt x="96889" y="96890"/>
                </a:lnTo>
                <a:lnTo>
                  <a:pt x="0" y="9689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4B183"/>
            </a:solidFill>
            <a:prstDash val="solid"/>
          </a:ln>
        </p:spPr>
      </p:sp>
      <p:sp>
        <p:nvSpPr>
          <p:cNvPr id="248" name="pdf-path-270-part-0">
            <a:extLst xmlns:a="http://schemas.openxmlformats.org/drawingml/2006/main">
              <a:ext uri="{FF2B5EF4-FFF2-40B4-BE49-F238E27FC236}">
                <a16:creationId xmlns:a16="http://schemas.microsoft.com/office/drawing/2014/main" id="{2E601A0C-3211-4392-963E-97DC2C2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694" y="4425203"/>
            <a:ext cx="740994" cy="102479"/>
          </a:xfrm>
          <a:custGeom xmlns:a="http://schemas.openxmlformats.org/drawingml/2006/main">
            <a:pathLst>
              <a:path w="740994" h="102479">
                <a:moveTo>
                  <a:pt x="740994" y="38428"/>
                </a:moveTo>
                <a:lnTo>
                  <a:pt x="68319" y="38430"/>
                </a:lnTo>
                <a:lnTo>
                  <a:pt x="68319" y="64050"/>
                </a:lnTo>
                <a:lnTo>
                  <a:pt x="740994" y="64048"/>
                </a:lnTo>
                <a:lnTo>
                  <a:pt x="740994" y="384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70-part-1">
            <a:extLst xmlns:a="http://schemas.openxmlformats.org/drawingml/2006/main">
              <a:ext uri="{FF2B5EF4-FFF2-40B4-BE49-F238E27FC236}">
                <a16:creationId xmlns:a16="http://schemas.microsoft.com/office/drawing/2014/main" id="{7AC42909-E8F2-4F90-B776-73EF5B19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694" y="4425203"/>
            <a:ext cx="740994" cy="102479"/>
          </a:xfrm>
          <a:custGeom xmlns:a="http://schemas.openxmlformats.org/drawingml/2006/main">
            <a:pathLst>
              <a:path w="740994" h="102479">
                <a:moveTo>
                  <a:pt x="68319" y="51239"/>
                </a:moveTo>
                <a:lnTo>
                  <a:pt x="102480" y="0"/>
                </a:lnTo>
                <a:lnTo>
                  <a:pt x="0" y="51239"/>
                </a:lnTo>
                <a:lnTo>
                  <a:pt x="102480" y="102479"/>
                </a:lnTo>
                <a:lnTo>
                  <a:pt x="68319" y="512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D2973795-1303-4E38-B71C-3DF581CF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694" y="5531047"/>
            <a:ext cx="570156" cy="126700"/>
          </a:xfrm>
          <a:custGeom xmlns:a="http://schemas.openxmlformats.org/drawingml/2006/main">
            <a:pathLst>
              <a:path w="570156" h="126700">
                <a:moveTo>
                  <a:pt x="0" y="31674"/>
                </a:moveTo>
                <a:lnTo>
                  <a:pt x="506807" y="31674"/>
                </a:lnTo>
                <a:lnTo>
                  <a:pt x="506807" y="0"/>
                </a:lnTo>
                <a:lnTo>
                  <a:pt x="570156" y="63349"/>
                </a:lnTo>
                <a:lnTo>
                  <a:pt x="506807" y="126700"/>
                </a:lnTo>
                <a:lnTo>
                  <a:pt x="506807" y="95025"/>
                </a:lnTo>
                <a:lnTo>
                  <a:pt x="0" y="95025"/>
                </a:lnTo>
                <a:lnTo>
                  <a:pt x="0" y="31674"/>
                </a:lnTo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86F9F311-D685-45DF-A623-0EC4B88A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694" y="5531047"/>
            <a:ext cx="570156" cy="126700"/>
          </a:xfrm>
          <a:custGeom xmlns:a="http://schemas.openxmlformats.org/drawingml/2006/main">
            <a:pathLst>
              <a:path w="570156" h="126700">
                <a:moveTo>
                  <a:pt x="0" y="31675"/>
                </a:moveTo>
                <a:lnTo>
                  <a:pt x="506806" y="31675"/>
                </a:lnTo>
                <a:lnTo>
                  <a:pt x="506806" y="0"/>
                </a:lnTo>
                <a:lnTo>
                  <a:pt x="570156" y="63350"/>
                </a:lnTo>
                <a:lnTo>
                  <a:pt x="506806" y="126700"/>
                </a:lnTo>
                <a:lnTo>
                  <a:pt x="506806" y="95025"/>
                </a:lnTo>
                <a:lnTo>
                  <a:pt x="0" y="95025"/>
                </a:lnTo>
                <a:lnTo>
                  <a:pt x="0" y="31675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48235"/>
            </a:solidFill>
            <a:prstDash val="solid"/>
          </a:ln>
        </p:spPr>
      </p:sp>
      <p:sp>
        <p:nvSpPr>
          <p:cNvPr id="252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DA3C5889-9ACA-4A27-90E8-A68919F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761" y="2952299"/>
            <a:ext cx="905541" cy="298120"/>
          </a:xfrm>
          <a:custGeom xmlns:a="http://schemas.openxmlformats.org/drawingml/2006/main">
            <a:pathLst>
              <a:path w="905541" h="298120">
                <a:moveTo>
                  <a:pt x="0" y="0"/>
                </a:moveTo>
                <a:lnTo>
                  <a:pt x="905541" y="0"/>
                </a:lnTo>
                <a:lnTo>
                  <a:pt x="905541" y="298120"/>
                </a:lnTo>
                <a:lnTo>
                  <a:pt x="0" y="298120"/>
                </a:lnTo>
                <a:close/>
              </a:path>
            </a:pathLst>
          </a:custGeom>
          <a:solidFill xmlns:a="http://schemas.openxmlformats.org/drawingml/2006/main">
            <a:srgbClr val="FFB9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E8610D15-F4D1-46F5-901A-C567046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761" y="2952299"/>
            <a:ext cx="905543" cy="298121"/>
          </a:xfrm>
          <a:custGeom xmlns:a="http://schemas.openxmlformats.org/drawingml/2006/main">
            <a:pathLst>
              <a:path w="905543" h="298121">
                <a:moveTo>
                  <a:pt x="0" y="0"/>
                </a:moveTo>
                <a:lnTo>
                  <a:pt x="905543" y="0"/>
                </a:lnTo>
                <a:lnTo>
                  <a:pt x="905543" y="298121"/>
                </a:lnTo>
                <a:lnTo>
                  <a:pt x="0" y="298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C00000"/>
            </a:solidFill>
            <a:prstDash val="solid"/>
          </a:ln>
        </p:spPr>
      </p:sp>
      <p:sp>
        <p:nvSpPr>
          <p:cNvPr id="254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6EAC2BF4-2D32-4230-8833-A515514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7687" y="2975923"/>
            <a:ext cx="676539" cy="18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</a:t>
            </a:r>
          </a:p>
        </p:txBody>
      </p:sp>
      <p:sp>
        <p:nvSpPr>
          <p:cNvPr id="255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043C2351-CF6E-4647-97A0-851D044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836" y="3721823"/>
            <a:ext cx="4546346" cy="3480563"/>
          </a:xfrm>
          <a:custGeom xmlns:a="http://schemas.openxmlformats.org/drawingml/2006/main">
            <a:pathLst>
              <a:path w="4546346" h="3480563">
                <a:moveTo>
                  <a:pt x="0" y="110715"/>
                </a:moveTo>
                <a:cubicBezTo>
                  <a:pt x="0" y="49569"/>
                  <a:pt x="49569" y="0"/>
                  <a:pt x="110716" y="0"/>
                </a:cubicBezTo>
                <a:lnTo>
                  <a:pt x="4435630" y="0"/>
                </a:lnTo>
                <a:cubicBezTo>
                  <a:pt x="4496776" y="0"/>
                  <a:pt x="4546346" y="49569"/>
                  <a:pt x="4546346" y="110715"/>
                </a:cubicBezTo>
                <a:lnTo>
                  <a:pt x="4546346" y="3369848"/>
                </a:lnTo>
                <a:cubicBezTo>
                  <a:pt x="4546346" y="3430994"/>
                  <a:pt x="4496776" y="3480563"/>
                  <a:pt x="4435630" y="3480563"/>
                </a:cubicBezTo>
                <a:lnTo>
                  <a:pt x="110716" y="3480563"/>
                </a:lnTo>
                <a:cubicBezTo>
                  <a:pt x="49569" y="3480563"/>
                  <a:pt x="0" y="3430994"/>
                  <a:pt x="0" y="3369848"/>
                </a:cubicBezTo>
                <a:lnTo>
                  <a:pt x="0" y="110715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8632A732-DEC0-4984-9032-4DD2037E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836" y="3721823"/>
            <a:ext cx="4546346" cy="3480562"/>
          </a:xfrm>
          <a:custGeom xmlns:a="http://schemas.openxmlformats.org/drawingml/2006/main">
            <a:pathLst>
              <a:path w="4546346" h="3480562">
                <a:moveTo>
                  <a:pt x="0" y="110715"/>
                </a:moveTo>
                <a:cubicBezTo>
                  <a:pt x="0" y="49569"/>
                  <a:pt x="49568" y="0"/>
                  <a:pt x="110715" y="0"/>
                </a:cubicBezTo>
                <a:lnTo>
                  <a:pt x="4435630" y="0"/>
                </a:lnTo>
                <a:cubicBezTo>
                  <a:pt x="4496776" y="0"/>
                  <a:pt x="4546346" y="49569"/>
                  <a:pt x="4546346" y="110715"/>
                </a:cubicBezTo>
                <a:lnTo>
                  <a:pt x="4546346" y="3369847"/>
                </a:lnTo>
                <a:cubicBezTo>
                  <a:pt x="4546346" y="3430993"/>
                  <a:pt x="4496776" y="3480562"/>
                  <a:pt x="4435630" y="3480562"/>
                </a:cubicBezTo>
                <a:lnTo>
                  <a:pt x="110715" y="3480562"/>
                </a:lnTo>
                <a:cubicBezTo>
                  <a:pt x="49568" y="3480562"/>
                  <a:pt x="0" y="3430993"/>
                  <a:pt x="0" y="3369847"/>
                </a:cubicBezTo>
                <a:lnTo>
                  <a:pt x="0" y="110715"/>
                </a:lnTo>
              </a:path>
            </a:pathLst>
          </a:custGeom>
          <a:noFill xmlns:a="http://schemas.openxmlformats.org/drawingml/2006/main"/>
          <a:ln xmlns:a="http://schemas.openxmlformats.org/drawingml/2006/main" w="38430">
            <a:solidFill>
              <a:srgbClr val="D9D9D9"/>
            </a:solidFill>
            <a:prstDash val="solid"/>
          </a:ln>
        </p:spPr>
      </p:sp>
      <p:pic>
        <p:nvPic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7D9D433-04F2-4353-8918-0C28A7F61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4bf811ce84e96"/>
          <a:srcRect xmlns:a="http://schemas.openxmlformats.org/drawingml/2006/main" l="0" t="202" r="0" b="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3332" y="3753809"/>
            <a:ext cx="4307849" cy="503079"/>
          </a:xfrm>
          <a:prstGeom xmlns:a="http://schemas.openxmlformats.org/drawingml/2006/main" prst="rect">
            <a:avLst/>
          </a:prstGeom>
        </p:spPr>
      </p:pic>
      <p:sp>
        <p:nvSpPr>
          <p:cNvPr id="258" name="conquer-source-component-37">
            <a:extLst xmlns:a="http://schemas.openxmlformats.org/drawingml/2006/main">
              <a:ext uri="{FF2B5EF4-FFF2-40B4-BE49-F238E27FC236}">
                <a16:creationId xmlns:a16="http://schemas.microsoft.com/office/drawing/2014/main" id="{6759B4F3-67F4-4FA2-8F56-2F984530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3332" y="3753809"/>
            <a:ext cx="4307849" cy="503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8974746E-9547-408E-8015-3EF6FFE6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282" y="3854115"/>
            <a:ext cx="4035814" cy="305574"/>
          </a:xfrm>
          <a:custGeom xmlns:a="http://schemas.openxmlformats.org/drawingml/2006/main">
            <a:pathLst>
              <a:path w="4035814" h="305574">
                <a:moveTo>
                  <a:pt x="0" y="125665"/>
                </a:moveTo>
                <a:cubicBezTo>
                  <a:pt x="0" y="56261"/>
                  <a:pt x="56262" y="0"/>
                  <a:pt x="125664" y="0"/>
                </a:cubicBezTo>
                <a:lnTo>
                  <a:pt x="3910150" y="0"/>
                </a:lnTo>
                <a:cubicBezTo>
                  <a:pt x="3979552" y="0"/>
                  <a:pt x="4035814" y="56261"/>
                  <a:pt x="4035814" y="125665"/>
                </a:cubicBezTo>
                <a:lnTo>
                  <a:pt x="4035814" y="179909"/>
                </a:lnTo>
                <a:cubicBezTo>
                  <a:pt x="4035814" y="249311"/>
                  <a:pt x="3979552" y="305574"/>
                  <a:pt x="3910150" y="305574"/>
                </a:cubicBezTo>
                <a:lnTo>
                  <a:pt x="125664" y="305574"/>
                </a:lnTo>
                <a:cubicBezTo>
                  <a:pt x="56262" y="305574"/>
                  <a:pt x="0" y="249311"/>
                  <a:pt x="0" y="179909"/>
                </a:cubicBezTo>
                <a:lnTo>
                  <a:pt x="0" y="125665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97789052-413E-44A9-853D-67A389D1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282" y="3854115"/>
            <a:ext cx="4035814" cy="305575"/>
          </a:xfrm>
          <a:custGeom xmlns:a="http://schemas.openxmlformats.org/drawingml/2006/main">
            <a:pathLst>
              <a:path w="4035814" h="305575">
                <a:moveTo>
                  <a:pt x="0" y="125665"/>
                </a:moveTo>
                <a:cubicBezTo>
                  <a:pt x="0" y="56262"/>
                  <a:pt x="56262" y="0"/>
                  <a:pt x="125664" y="0"/>
                </a:cubicBezTo>
                <a:lnTo>
                  <a:pt x="3910150" y="0"/>
                </a:lnTo>
                <a:cubicBezTo>
                  <a:pt x="3979552" y="0"/>
                  <a:pt x="4035814" y="56262"/>
                  <a:pt x="4035814" y="125665"/>
                </a:cubicBezTo>
                <a:lnTo>
                  <a:pt x="4035814" y="179909"/>
                </a:lnTo>
                <a:cubicBezTo>
                  <a:pt x="4035814" y="249312"/>
                  <a:pt x="3979552" y="305575"/>
                  <a:pt x="3910150" y="305575"/>
                </a:cubicBezTo>
                <a:lnTo>
                  <a:pt x="125664" y="305575"/>
                </a:lnTo>
                <a:cubicBezTo>
                  <a:pt x="56262" y="305575"/>
                  <a:pt x="0" y="249312"/>
                  <a:pt x="0" y="179909"/>
                </a:cubicBezTo>
                <a:lnTo>
                  <a:pt x="0" y="125665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AFABAB"/>
            </a:solidFill>
            <a:prstDash val="solid"/>
          </a:ln>
        </p:spPr>
      </p:sp>
      <p:sp>
        <p:nvSpPr>
          <p:cNvPr id="261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43E7A08C-8655-46A1-B14A-0F5D9BD8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692" y="3859946"/>
            <a:ext cx="3215355" cy="20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SAG Backbone and Skill Library</a:t>
            </a:r>
          </a:p>
        </p:txBody>
      </p:sp>
      <p:sp>
        <p:nvSpPr>
          <p:cNvPr id="262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3F84C19A-15C9-4252-9F09-46498FAD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1491" y="5832893"/>
            <a:ext cx="345549" cy="1361871"/>
          </a:xfrm>
          <a:custGeom xmlns:a="http://schemas.openxmlformats.org/drawingml/2006/main">
            <a:pathLst>
              <a:path w="345549" h="1361871">
                <a:moveTo>
                  <a:pt x="0" y="0"/>
                </a:moveTo>
                <a:lnTo>
                  <a:pt x="12602" y="49666"/>
                </a:lnTo>
                <a:moveTo>
                  <a:pt x="16802" y="66221"/>
                </a:moveTo>
                <a:lnTo>
                  <a:pt x="29404" y="115887"/>
                </a:lnTo>
                <a:moveTo>
                  <a:pt x="33605" y="132442"/>
                </a:moveTo>
                <a:lnTo>
                  <a:pt x="46206" y="182108"/>
                </a:lnTo>
                <a:moveTo>
                  <a:pt x="50407" y="198663"/>
                </a:moveTo>
                <a:lnTo>
                  <a:pt x="63009" y="248329"/>
                </a:lnTo>
                <a:moveTo>
                  <a:pt x="67209" y="264884"/>
                </a:moveTo>
                <a:lnTo>
                  <a:pt x="79811" y="314550"/>
                </a:lnTo>
                <a:moveTo>
                  <a:pt x="84012" y="331105"/>
                </a:moveTo>
                <a:lnTo>
                  <a:pt x="96613" y="380771"/>
                </a:lnTo>
                <a:moveTo>
                  <a:pt x="100814" y="397326"/>
                </a:moveTo>
                <a:lnTo>
                  <a:pt x="113416" y="446992"/>
                </a:lnTo>
                <a:moveTo>
                  <a:pt x="117616" y="463547"/>
                </a:moveTo>
                <a:lnTo>
                  <a:pt x="130218" y="513213"/>
                </a:lnTo>
                <a:moveTo>
                  <a:pt x="134419" y="529768"/>
                </a:moveTo>
                <a:lnTo>
                  <a:pt x="147021" y="579434"/>
                </a:lnTo>
                <a:moveTo>
                  <a:pt x="151221" y="595989"/>
                </a:moveTo>
                <a:lnTo>
                  <a:pt x="163823" y="645655"/>
                </a:lnTo>
                <a:moveTo>
                  <a:pt x="168023" y="662210"/>
                </a:moveTo>
                <a:lnTo>
                  <a:pt x="180625" y="711876"/>
                </a:lnTo>
                <a:moveTo>
                  <a:pt x="184826" y="728431"/>
                </a:moveTo>
                <a:lnTo>
                  <a:pt x="197428" y="778097"/>
                </a:lnTo>
                <a:moveTo>
                  <a:pt x="201628" y="794652"/>
                </a:moveTo>
                <a:lnTo>
                  <a:pt x="214230" y="844318"/>
                </a:lnTo>
                <a:moveTo>
                  <a:pt x="218430" y="860873"/>
                </a:moveTo>
                <a:lnTo>
                  <a:pt x="231032" y="910539"/>
                </a:lnTo>
                <a:moveTo>
                  <a:pt x="235233" y="927094"/>
                </a:moveTo>
                <a:lnTo>
                  <a:pt x="247835" y="976760"/>
                </a:lnTo>
                <a:moveTo>
                  <a:pt x="252035" y="993315"/>
                </a:moveTo>
                <a:lnTo>
                  <a:pt x="264637" y="1042981"/>
                </a:lnTo>
                <a:moveTo>
                  <a:pt x="268838" y="1059536"/>
                </a:moveTo>
                <a:lnTo>
                  <a:pt x="281439" y="1109202"/>
                </a:lnTo>
                <a:moveTo>
                  <a:pt x="285640" y="1125757"/>
                </a:moveTo>
                <a:lnTo>
                  <a:pt x="298242" y="1175423"/>
                </a:lnTo>
                <a:moveTo>
                  <a:pt x="302442" y="1191978"/>
                </a:moveTo>
                <a:lnTo>
                  <a:pt x="315044" y="1241644"/>
                </a:lnTo>
                <a:moveTo>
                  <a:pt x="319245" y="1258199"/>
                </a:moveTo>
                <a:lnTo>
                  <a:pt x="331846" y="1307865"/>
                </a:lnTo>
                <a:moveTo>
                  <a:pt x="336047" y="1324420"/>
                </a:moveTo>
                <a:lnTo>
                  <a:pt x="345549" y="136187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95959"/>
            </a:solidFill>
            <a:prstDash val="solid"/>
          </a:ln>
        </p:spPr>
      </p:sp>
      <p:sp>
        <p:nvSpPr>
          <p:cNvPr id="263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FC1B89D1-E9AD-4EEF-A139-DF7723E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0313" y="3727413"/>
            <a:ext cx="359280" cy="1221469"/>
          </a:xfrm>
          <a:custGeom xmlns:a="http://schemas.openxmlformats.org/drawingml/2006/main">
            <a:pathLst>
              <a:path w="359280" h="1221469">
                <a:moveTo>
                  <a:pt x="0" y="1221469"/>
                </a:moveTo>
                <a:lnTo>
                  <a:pt x="14459" y="1172312"/>
                </a:lnTo>
                <a:moveTo>
                  <a:pt x="19279" y="1155926"/>
                </a:moveTo>
                <a:lnTo>
                  <a:pt x="33738" y="1106769"/>
                </a:lnTo>
                <a:moveTo>
                  <a:pt x="38557" y="1090383"/>
                </a:moveTo>
                <a:lnTo>
                  <a:pt x="53016" y="1041226"/>
                </a:lnTo>
                <a:moveTo>
                  <a:pt x="57836" y="1024840"/>
                </a:moveTo>
                <a:lnTo>
                  <a:pt x="72295" y="975683"/>
                </a:lnTo>
                <a:moveTo>
                  <a:pt x="77114" y="959297"/>
                </a:moveTo>
                <a:lnTo>
                  <a:pt x="91573" y="910140"/>
                </a:lnTo>
                <a:moveTo>
                  <a:pt x="96393" y="893754"/>
                </a:moveTo>
                <a:lnTo>
                  <a:pt x="110852" y="844597"/>
                </a:lnTo>
                <a:moveTo>
                  <a:pt x="115672" y="828211"/>
                </a:moveTo>
                <a:lnTo>
                  <a:pt x="130131" y="779054"/>
                </a:lnTo>
                <a:moveTo>
                  <a:pt x="134950" y="762668"/>
                </a:moveTo>
                <a:lnTo>
                  <a:pt x="149409" y="713511"/>
                </a:lnTo>
                <a:moveTo>
                  <a:pt x="154229" y="697125"/>
                </a:moveTo>
                <a:lnTo>
                  <a:pt x="168688" y="647968"/>
                </a:lnTo>
                <a:moveTo>
                  <a:pt x="173508" y="631582"/>
                </a:moveTo>
                <a:lnTo>
                  <a:pt x="187967" y="582425"/>
                </a:lnTo>
                <a:moveTo>
                  <a:pt x="192786" y="566040"/>
                </a:moveTo>
                <a:lnTo>
                  <a:pt x="207245" y="516882"/>
                </a:lnTo>
                <a:moveTo>
                  <a:pt x="212065" y="500497"/>
                </a:moveTo>
                <a:lnTo>
                  <a:pt x="226524" y="451339"/>
                </a:lnTo>
                <a:moveTo>
                  <a:pt x="231343" y="434954"/>
                </a:moveTo>
                <a:lnTo>
                  <a:pt x="245802" y="385796"/>
                </a:lnTo>
                <a:moveTo>
                  <a:pt x="250622" y="369411"/>
                </a:moveTo>
                <a:lnTo>
                  <a:pt x="265081" y="320254"/>
                </a:lnTo>
                <a:moveTo>
                  <a:pt x="269901" y="303868"/>
                </a:moveTo>
                <a:lnTo>
                  <a:pt x="284360" y="254711"/>
                </a:lnTo>
                <a:moveTo>
                  <a:pt x="289179" y="238325"/>
                </a:moveTo>
                <a:lnTo>
                  <a:pt x="303638" y="189168"/>
                </a:lnTo>
                <a:moveTo>
                  <a:pt x="308458" y="172782"/>
                </a:moveTo>
                <a:lnTo>
                  <a:pt x="322917" y="123625"/>
                </a:lnTo>
                <a:moveTo>
                  <a:pt x="327737" y="107239"/>
                </a:moveTo>
                <a:lnTo>
                  <a:pt x="342195" y="58082"/>
                </a:lnTo>
                <a:moveTo>
                  <a:pt x="347015" y="41696"/>
                </a:moveTo>
                <a:lnTo>
                  <a:pt x="359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595959"/>
            </a:solidFill>
            <a:prstDash val="solid"/>
          </a:ln>
        </p:spPr>
      </p:sp>
      <p:sp>
        <p:nvSpPr>
          <p:cNvPr id="264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22423E8A-3472-42A9-886B-0DE45465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605" y="2404252"/>
            <a:ext cx="597458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changing</a:t>
            </a:r>
          </a:p>
        </p:txBody>
      </p:sp>
      <p:sp>
        <p:nvSpPr>
          <p:cNvPr id="265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593FD588-5118-4C1E-A8F9-7925CEE0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643" y="2586851"/>
            <a:ext cx="375506" cy="152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3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</a:t>
            </a:r>
          </a:p>
        </p:txBody>
      </p:sp>
      <p:sp>
        <p:nvSpPr>
          <p:cNvPr id="266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D3A920F9-A694-483C-B4BE-2C53DEC5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7642" y="2862863"/>
            <a:ext cx="998705" cy="927900"/>
          </a:xfrm>
          <a:custGeom xmlns:a="http://schemas.openxmlformats.org/drawingml/2006/main">
            <a:pathLst>
              <a:path w="998705" h="927900">
                <a:moveTo>
                  <a:pt x="0" y="65547"/>
                </a:moveTo>
                <a:cubicBezTo>
                  <a:pt x="0" y="29346"/>
                  <a:pt x="29346" y="0"/>
                  <a:pt x="65546" y="0"/>
                </a:cubicBezTo>
                <a:lnTo>
                  <a:pt x="933158" y="0"/>
                </a:lnTo>
                <a:cubicBezTo>
                  <a:pt x="969359" y="0"/>
                  <a:pt x="998705" y="29346"/>
                  <a:pt x="998705" y="65547"/>
                </a:cubicBezTo>
                <a:lnTo>
                  <a:pt x="998705" y="862353"/>
                </a:lnTo>
                <a:cubicBezTo>
                  <a:pt x="998705" y="898554"/>
                  <a:pt x="969359" y="927900"/>
                  <a:pt x="933158" y="927900"/>
                </a:cubicBezTo>
                <a:lnTo>
                  <a:pt x="65546" y="927900"/>
                </a:lnTo>
                <a:cubicBezTo>
                  <a:pt x="29346" y="927900"/>
                  <a:pt x="0" y="898554"/>
                  <a:pt x="0" y="862353"/>
                </a:cubicBezTo>
                <a:lnTo>
                  <a:pt x="0" y="6554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3D5773A0-EEDC-4F5E-8B07-FA327D5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7642" y="2862863"/>
            <a:ext cx="998706" cy="927901"/>
          </a:xfrm>
          <a:custGeom xmlns:a="http://schemas.openxmlformats.org/drawingml/2006/main">
            <a:pathLst>
              <a:path w="998706" h="927901">
                <a:moveTo>
                  <a:pt x="0" y="65547"/>
                </a:moveTo>
                <a:lnTo>
                  <a:pt x="97" y="61951"/>
                </a:lnTo>
                <a:lnTo>
                  <a:pt x="385" y="58405"/>
                </a:lnTo>
                <a:lnTo>
                  <a:pt x="858" y="54915"/>
                </a:lnTo>
                <a:lnTo>
                  <a:pt x="1512" y="51486"/>
                </a:lnTo>
                <a:lnTo>
                  <a:pt x="2341" y="48122"/>
                </a:lnTo>
                <a:lnTo>
                  <a:pt x="3342" y="44829"/>
                </a:lnTo>
                <a:lnTo>
                  <a:pt x="4508" y="41612"/>
                </a:lnTo>
                <a:lnTo>
                  <a:pt x="5834" y="38475"/>
                </a:lnTo>
                <a:lnTo>
                  <a:pt x="7316" y="35424"/>
                </a:lnTo>
                <a:lnTo>
                  <a:pt x="8949" y="32464"/>
                </a:lnTo>
                <a:lnTo>
                  <a:pt x="10728" y="29600"/>
                </a:lnTo>
                <a:lnTo>
                  <a:pt x="12647" y="26836"/>
                </a:lnTo>
                <a:lnTo>
                  <a:pt x="14702" y="24178"/>
                </a:lnTo>
                <a:lnTo>
                  <a:pt x="16887" y="21630"/>
                </a:lnTo>
                <a:lnTo>
                  <a:pt x="19198" y="19198"/>
                </a:lnTo>
                <a:lnTo>
                  <a:pt x="21630" y="16887"/>
                </a:lnTo>
                <a:lnTo>
                  <a:pt x="24178" y="14702"/>
                </a:lnTo>
                <a:lnTo>
                  <a:pt x="26836" y="12647"/>
                </a:lnTo>
                <a:lnTo>
                  <a:pt x="29600" y="10728"/>
                </a:lnTo>
                <a:lnTo>
                  <a:pt x="32464" y="8949"/>
                </a:lnTo>
                <a:lnTo>
                  <a:pt x="35424" y="7316"/>
                </a:lnTo>
                <a:lnTo>
                  <a:pt x="38475" y="5834"/>
                </a:lnTo>
                <a:lnTo>
                  <a:pt x="40130" y="5134"/>
                </a:lnTo>
                <a:moveTo>
                  <a:pt x="65062" y="13"/>
                </a:moveTo>
                <a:lnTo>
                  <a:pt x="65547" y="0"/>
                </a:lnTo>
                <a:lnTo>
                  <a:pt x="141922" y="0"/>
                </a:lnTo>
                <a:moveTo>
                  <a:pt x="167541" y="0"/>
                </a:moveTo>
                <a:lnTo>
                  <a:pt x="244401" y="0"/>
                </a:lnTo>
                <a:moveTo>
                  <a:pt x="270020" y="0"/>
                </a:moveTo>
                <a:lnTo>
                  <a:pt x="346880" y="0"/>
                </a:lnTo>
                <a:moveTo>
                  <a:pt x="372500" y="0"/>
                </a:moveTo>
                <a:lnTo>
                  <a:pt x="449359" y="0"/>
                </a:lnTo>
                <a:moveTo>
                  <a:pt x="474979" y="0"/>
                </a:moveTo>
                <a:lnTo>
                  <a:pt x="551838" y="0"/>
                </a:lnTo>
                <a:moveTo>
                  <a:pt x="577458" y="0"/>
                </a:moveTo>
                <a:lnTo>
                  <a:pt x="654317" y="0"/>
                </a:lnTo>
                <a:moveTo>
                  <a:pt x="679937" y="0"/>
                </a:moveTo>
                <a:lnTo>
                  <a:pt x="756796" y="0"/>
                </a:lnTo>
                <a:moveTo>
                  <a:pt x="782416" y="0"/>
                </a:moveTo>
                <a:lnTo>
                  <a:pt x="859275" y="0"/>
                </a:lnTo>
                <a:moveTo>
                  <a:pt x="884895" y="0"/>
                </a:moveTo>
                <a:lnTo>
                  <a:pt x="933158" y="0"/>
                </a:lnTo>
                <a:lnTo>
                  <a:pt x="936755" y="97"/>
                </a:lnTo>
                <a:lnTo>
                  <a:pt x="940301" y="385"/>
                </a:lnTo>
                <a:lnTo>
                  <a:pt x="943791" y="858"/>
                </a:lnTo>
                <a:lnTo>
                  <a:pt x="947220" y="1512"/>
                </a:lnTo>
                <a:lnTo>
                  <a:pt x="950584" y="2341"/>
                </a:lnTo>
                <a:lnTo>
                  <a:pt x="953877" y="3342"/>
                </a:lnTo>
                <a:lnTo>
                  <a:pt x="957094" y="4508"/>
                </a:lnTo>
                <a:lnTo>
                  <a:pt x="960230" y="5834"/>
                </a:lnTo>
                <a:lnTo>
                  <a:pt x="960855" y="6137"/>
                </a:lnTo>
                <a:moveTo>
                  <a:pt x="981391" y="21180"/>
                </a:moveTo>
                <a:lnTo>
                  <a:pt x="981819" y="21630"/>
                </a:lnTo>
                <a:lnTo>
                  <a:pt x="984004" y="24178"/>
                </a:lnTo>
                <a:lnTo>
                  <a:pt x="986059" y="26836"/>
                </a:lnTo>
                <a:lnTo>
                  <a:pt x="987978" y="29600"/>
                </a:lnTo>
                <a:lnTo>
                  <a:pt x="989757" y="32464"/>
                </a:lnTo>
                <a:lnTo>
                  <a:pt x="991390" y="35424"/>
                </a:lnTo>
                <a:lnTo>
                  <a:pt x="992872" y="38475"/>
                </a:lnTo>
                <a:lnTo>
                  <a:pt x="994199" y="41612"/>
                </a:lnTo>
                <a:lnTo>
                  <a:pt x="995365" y="44829"/>
                </a:lnTo>
                <a:lnTo>
                  <a:pt x="996365" y="48122"/>
                </a:lnTo>
                <a:lnTo>
                  <a:pt x="997194" y="51486"/>
                </a:lnTo>
                <a:lnTo>
                  <a:pt x="997848" y="54915"/>
                </a:lnTo>
                <a:lnTo>
                  <a:pt x="998322" y="58405"/>
                </a:lnTo>
                <a:lnTo>
                  <a:pt x="998609" y="61951"/>
                </a:lnTo>
                <a:lnTo>
                  <a:pt x="998706" y="65547"/>
                </a:lnTo>
                <a:lnTo>
                  <a:pt x="998706" y="93658"/>
                </a:lnTo>
                <a:moveTo>
                  <a:pt x="998706" y="119278"/>
                </a:moveTo>
                <a:lnTo>
                  <a:pt x="998706" y="196137"/>
                </a:lnTo>
                <a:moveTo>
                  <a:pt x="998706" y="221757"/>
                </a:moveTo>
                <a:lnTo>
                  <a:pt x="998706" y="298616"/>
                </a:lnTo>
                <a:moveTo>
                  <a:pt x="998706" y="324236"/>
                </a:moveTo>
                <a:lnTo>
                  <a:pt x="998706" y="401095"/>
                </a:lnTo>
                <a:moveTo>
                  <a:pt x="998706" y="426715"/>
                </a:moveTo>
                <a:lnTo>
                  <a:pt x="998706" y="503574"/>
                </a:lnTo>
                <a:moveTo>
                  <a:pt x="998706" y="529194"/>
                </a:moveTo>
                <a:lnTo>
                  <a:pt x="998706" y="606053"/>
                </a:lnTo>
                <a:moveTo>
                  <a:pt x="998706" y="631673"/>
                </a:moveTo>
                <a:lnTo>
                  <a:pt x="998706" y="708532"/>
                </a:lnTo>
                <a:moveTo>
                  <a:pt x="998706" y="734152"/>
                </a:moveTo>
                <a:lnTo>
                  <a:pt x="998706" y="811012"/>
                </a:lnTo>
                <a:moveTo>
                  <a:pt x="998706" y="836631"/>
                </a:moveTo>
                <a:lnTo>
                  <a:pt x="998706" y="862354"/>
                </a:lnTo>
                <a:lnTo>
                  <a:pt x="998609" y="865950"/>
                </a:lnTo>
                <a:lnTo>
                  <a:pt x="998322" y="869496"/>
                </a:lnTo>
                <a:lnTo>
                  <a:pt x="997848" y="872986"/>
                </a:lnTo>
                <a:lnTo>
                  <a:pt x="997194" y="876415"/>
                </a:lnTo>
                <a:lnTo>
                  <a:pt x="996365" y="879779"/>
                </a:lnTo>
                <a:lnTo>
                  <a:pt x="995365" y="883072"/>
                </a:lnTo>
                <a:lnTo>
                  <a:pt x="994199" y="886289"/>
                </a:lnTo>
                <a:lnTo>
                  <a:pt x="992872" y="889426"/>
                </a:lnTo>
                <a:lnTo>
                  <a:pt x="991390" y="892477"/>
                </a:lnTo>
                <a:lnTo>
                  <a:pt x="989757" y="895437"/>
                </a:lnTo>
                <a:lnTo>
                  <a:pt x="987978" y="898301"/>
                </a:lnTo>
                <a:lnTo>
                  <a:pt x="986059" y="901065"/>
                </a:lnTo>
                <a:lnTo>
                  <a:pt x="984004" y="903724"/>
                </a:lnTo>
                <a:lnTo>
                  <a:pt x="981819" y="906271"/>
                </a:lnTo>
                <a:lnTo>
                  <a:pt x="979746" y="908453"/>
                </a:lnTo>
                <a:moveTo>
                  <a:pt x="958670" y="922727"/>
                </a:moveTo>
                <a:lnTo>
                  <a:pt x="957094" y="923394"/>
                </a:lnTo>
                <a:lnTo>
                  <a:pt x="953877" y="924560"/>
                </a:lnTo>
                <a:lnTo>
                  <a:pt x="950584" y="925560"/>
                </a:lnTo>
                <a:lnTo>
                  <a:pt x="947220" y="926390"/>
                </a:lnTo>
                <a:lnTo>
                  <a:pt x="943791" y="927043"/>
                </a:lnTo>
                <a:lnTo>
                  <a:pt x="940301" y="927517"/>
                </a:lnTo>
                <a:lnTo>
                  <a:pt x="936755" y="927804"/>
                </a:lnTo>
                <a:lnTo>
                  <a:pt x="933158" y="927901"/>
                </a:lnTo>
                <a:lnTo>
                  <a:pt x="882507" y="927901"/>
                </a:lnTo>
                <a:moveTo>
                  <a:pt x="856887" y="927901"/>
                </a:moveTo>
                <a:lnTo>
                  <a:pt x="780028" y="927901"/>
                </a:lnTo>
                <a:moveTo>
                  <a:pt x="754408" y="927901"/>
                </a:moveTo>
                <a:lnTo>
                  <a:pt x="677549" y="927901"/>
                </a:lnTo>
                <a:moveTo>
                  <a:pt x="651929" y="927901"/>
                </a:moveTo>
                <a:lnTo>
                  <a:pt x="575070" y="927901"/>
                </a:lnTo>
                <a:moveTo>
                  <a:pt x="549450" y="927901"/>
                </a:moveTo>
                <a:lnTo>
                  <a:pt x="472591" y="927901"/>
                </a:lnTo>
                <a:moveTo>
                  <a:pt x="446971" y="927901"/>
                </a:moveTo>
                <a:lnTo>
                  <a:pt x="370112" y="927901"/>
                </a:lnTo>
                <a:moveTo>
                  <a:pt x="344492" y="927901"/>
                </a:moveTo>
                <a:lnTo>
                  <a:pt x="267633" y="927901"/>
                </a:lnTo>
                <a:moveTo>
                  <a:pt x="242013" y="927901"/>
                </a:moveTo>
                <a:lnTo>
                  <a:pt x="165153" y="927901"/>
                </a:lnTo>
                <a:moveTo>
                  <a:pt x="139534" y="927901"/>
                </a:moveTo>
                <a:lnTo>
                  <a:pt x="65547" y="927901"/>
                </a:lnTo>
                <a:lnTo>
                  <a:pt x="62675" y="927824"/>
                </a:lnTo>
                <a:moveTo>
                  <a:pt x="37944" y="921809"/>
                </a:moveTo>
                <a:lnTo>
                  <a:pt x="35424" y="920585"/>
                </a:lnTo>
                <a:lnTo>
                  <a:pt x="32464" y="918952"/>
                </a:lnTo>
                <a:lnTo>
                  <a:pt x="29600" y="917174"/>
                </a:lnTo>
                <a:lnTo>
                  <a:pt x="26836" y="915254"/>
                </a:lnTo>
                <a:lnTo>
                  <a:pt x="24178" y="913200"/>
                </a:lnTo>
                <a:lnTo>
                  <a:pt x="21630" y="911014"/>
                </a:lnTo>
                <a:lnTo>
                  <a:pt x="19198" y="908703"/>
                </a:lnTo>
                <a:lnTo>
                  <a:pt x="16887" y="906271"/>
                </a:lnTo>
                <a:lnTo>
                  <a:pt x="14702" y="903724"/>
                </a:lnTo>
                <a:lnTo>
                  <a:pt x="12647" y="901065"/>
                </a:lnTo>
                <a:lnTo>
                  <a:pt x="10728" y="898301"/>
                </a:lnTo>
                <a:lnTo>
                  <a:pt x="8949" y="895437"/>
                </a:lnTo>
                <a:lnTo>
                  <a:pt x="7316" y="892477"/>
                </a:lnTo>
                <a:lnTo>
                  <a:pt x="5834" y="889426"/>
                </a:lnTo>
                <a:lnTo>
                  <a:pt x="4508" y="886289"/>
                </a:lnTo>
                <a:lnTo>
                  <a:pt x="3342" y="883072"/>
                </a:lnTo>
                <a:lnTo>
                  <a:pt x="2341" y="879779"/>
                </a:lnTo>
                <a:lnTo>
                  <a:pt x="1512" y="876415"/>
                </a:lnTo>
                <a:lnTo>
                  <a:pt x="858" y="872986"/>
                </a:lnTo>
                <a:lnTo>
                  <a:pt x="385" y="869496"/>
                </a:lnTo>
                <a:lnTo>
                  <a:pt x="97" y="865950"/>
                </a:lnTo>
                <a:lnTo>
                  <a:pt x="0" y="862354"/>
                </a:lnTo>
                <a:lnTo>
                  <a:pt x="0" y="859966"/>
                </a:lnTo>
                <a:moveTo>
                  <a:pt x="0" y="834346"/>
                </a:moveTo>
                <a:lnTo>
                  <a:pt x="0" y="757487"/>
                </a:lnTo>
                <a:moveTo>
                  <a:pt x="0" y="731867"/>
                </a:moveTo>
                <a:lnTo>
                  <a:pt x="0" y="655008"/>
                </a:lnTo>
                <a:moveTo>
                  <a:pt x="0" y="629388"/>
                </a:moveTo>
                <a:lnTo>
                  <a:pt x="0" y="552529"/>
                </a:lnTo>
                <a:moveTo>
                  <a:pt x="0" y="526909"/>
                </a:moveTo>
                <a:lnTo>
                  <a:pt x="0" y="450050"/>
                </a:lnTo>
                <a:moveTo>
                  <a:pt x="0" y="424430"/>
                </a:moveTo>
                <a:lnTo>
                  <a:pt x="0" y="347571"/>
                </a:lnTo>
                <a:moveTo>
                  <a:pt x="0" y="321951"/>
                </a:moveTo>
                <a:lnTo>
                  <a:pt x="0" y="245091"/>
                </a:lnTo>
                <a:moveTo>
                  <a:pt x="0" y="219472"/>
                </a:moveTo>
                <a:lnTo>
                  <a:pt x="0" y="142612"/>
                </a:lnTo>
                <a:moveTo>
                  <a:pt x="0" y="116993"/>
                </a:moveTo>
                <a:lnTo>
                  <a:pt x="0" y="65547"/>
                </a:lnTo>
              </a:path>
            </a:pathLst>
          </a:custGeom>
          <a:noFill xmlns:a="http://schemas.openxmlformats.org/drawingml/2006/main"/>
          <a:ln xmlns:a="http://schemas.openxmlformats.org/drawingml/2006/main" w="25620">
            <a:solidFill>
              <a:srgbClr val="BFBFBF"/>
            </a:solidFill>
            <a:prstDash val="solid"/>
          </a:ln>
        </p:spPr>
      </p:sp>
      <p:sp>
        <p:nvSpPr>
          <p:cNvPr id="268" name="pdf-path-291-part-0">
            <a:extLst xmlns:a="http://schemas.openxmlformats.org/drawingml/2006/main">
              <a:ext uri="{FF2B5EF4-FFF2-40B4-BE49-F238E27FC236}">
                <a16:creationId xmlns:a16="http://schemas.microsoft.com/office/drawing/2014/main" id="{57A50508-915D-4C6C-957D-7C62562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897" y="3676175"/>
            <a:ext cx="890510" cy="102479"/>
          </a:xfrm>
          <a:custGeom xmlns:a="http://schemas.openxmlformats.org/drawingml/2006/main">
            <a:pathLst>
              <a:path w="890510" h="102479">
                <a:moveTo>
                  <a:pt x="0" y="38428"/>
                </a:moveTo>
                <a:lnTo>
                  <a:pt x="822191" y="38430"/>
                </a:lnTo>
                <a:lnTo>
                  <a:pt x="822191" y="64050"/>
                </a:lnTo>
                <a:lnTo>
                  <a:pt x="0" y="64048"/>
                </a:lnTo>
                <a:lnTo>
                  <a:pt x="0" y="384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291-part-1">
            <a:extLst xmlns:a="http://schemas.openxmlformats.org/drawingml/2006/main">
              <a:ext uri="{FF2B5EF4-FFF2-40B4-BE49-F238E27FC236}">
                <a16:creationId xmlns:a16="http://schemas.microsoft.com/office/drawing/2014/main" id="{F6365F34-AC1C-40D9-988A-7FB13AD3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897" y="3676175"/>
            <a:ext cx="890510" cy="102479"/>
          </a:xfrm>
          <a:custGeom xmlns:a="http://schemas.openxmlformats.org/drawingml/2006/main">
            <a:pathLst>
              <a:path w="890510" h="102479">
                <a:moveTo>
                  <a:pt x="822191" y="51239"/>
                </a:moveTo>
                <a:lnTo>
                  <a:pt x="788031" y="0"/>
                </a:lnTo>
                <a:lnTo>
                  <a:pt x="890510" y="51239"/>
                </a:lnTo>
                <a:lnTo>
                  <a:pt x="788031" y="102479"/>
                </a:lnTo>
                <a:lnTo>
                  <a:pt x="822191" y="512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292-part-0">
            <a:extLst xmlns:a="http://schemas.openxmlformats.org/drawingml/2006/main">
              <a:ext uri="{FF2B5EF4-FFF2-40B4-BE49-F238E27FC236}">
                <a16:creationId xmlns:a16="http://schemas.microsoft.com/office/drawing/2014/main" id="{FC50C92E-935D-416B-99D3-E1F71F7B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660" y="2929939"/>
            <a:ext cx="102479" cy="797957"/>
          </a:xfrm>
          <a:custGeom xmlns:a="http://schemas.openxmlformats.org/drawingml/2006/main">
            <a:pathLst>
              <a:path w="102479" h="797957">
                <a:moveTo>
                  <a:pt x="64048" y="797957"/>
                </a:moveTo>
                <a:lnTo>
                  <a:pt x="64050" y="68319"/>
                </a:lnTo>
                <a:lnTo>
                  <a:pt x="38430" y="68319"/>
                </a:lnTo>
                <a:lnTo>
                  <a:pt x="38428" y="797957"/>
                </a:lnTo>
                <a:lnTo>
                  <a:pt x="64048" y="7979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292-part-1">
            <a:extLst xmlns:a="http://schemas.openxmlformats.org/drawingml/2006/main">
              <a:ext uri="{FF2B5EF4-FFF2-40B4-BE49-F238E27FC236}">
                <a16:creationId xmlns:a16="http://schemas.microsoft.com/office/drawing/2014/main" id="{A9A9D2F8-39A2-425E-AB9D-8A757A0B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660" y="2929939"/>
            <a:ext cx="102479" cy="797957"/>
          </a:xfrm>
          <a:custGeom xmlns:a="http://schemas.openxmlformats.org/drawingml/2006/main">
            <a:pathLst>
              <a:path w="102479" h="797957">
                <a:moveTo>
                  <a:pt x="51239" y="68319"/>
                </a:moveTo>
                <a:lnTo>
                  <a:pt x="102479" y="102479"/>
                </a:lnTo>
                <a:lnTo>
                  <a:pt x="51239" y="0"/>
                </a:lnTo>
                <a:lnTo>
                  <a:pt x="0" y="102479"/>
                </a:lnTo>
                <a:lnTo>
                  <a:pt x="51239" y="683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916B388F-023F-4D0A-80DF-873A728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3591" y="3216881"/>
            <a:ext cx="218431" cy="165111"/>
          </a:xfrm>
          <a:custGeom xmlns:a="http://schemas.openxmlformats.org/drawingml/2006/main">
            <a:pathLst>
              <a:path w="218431" h="165111">
                <a:moveTo>
                  <a:pt x="0" y="0"/>
                </a:moveTo>
                <a:lnTo>
                  <a:pt x="40876" y="30898"/>
                </a:lnTo>
                <a:moveTo>
                  <a:pt x="54501" y="41197"/>
                </a:moveTo>
                <a:lnTo>
                  <a:pt x="95377" y="72095"/>
                </a:lnTo>
                <a:moveTo>
                  <a:pt x="109002" y="82394"/>
                </a:moveTo>
                <a:lnTo>
                  <a:pt x="149877" y="113292"/>
                </a:lnTo>
                <a:moveTo>
                  <a:pt x="163503" y="123591"/>
                </a:moveTo>
                <a:lnTo>
                  <a:pt x="204378" y="154489"/>
                </a:lnTo>
                <a:moveTo>
                  <a:pt x="218004" y="164788"/>
                </a:moveTo>
                <a:lnTo>
                  <a:pt x="218431" y="165111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0000">
                <a:alpha val="19000"/>
              </a:srgbClr>
            </a:solidFill>
            <a:prstDash val="solid"/>
          </a:ln>
        </p:spPr>
      </p:sp>
      <p:sp>
        <p:nvSpPr>
          <p:cNvPr id="273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FF8AE091-3183-425F-99B6-8E169682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4635" y="3213155"/>
            <a:ext cx="255475" cy="164545"/>
          </a:xfrm>
          <a:custGeom xmlns:a="http://schemas.openxmlformats.org/drawingml/2006/main">
            <a:pathLst>
              <a:path w="255475" h="164545">
                <a:moveTo>
                  <a:pt x="0" y="164545"/>
                </a:moveTo>
                <a:lnTo>
                  <a:pt x="43078" y="136800"/>
                </a:lnTo>
                <a:moveTo>
                  <a:pt x="57437" y="127551"/>
                </a:moveTo>
                <a:lnTo>
                  <a:pt x="100515" y="99806"/>
                </a:lnTo>
                <a:moveTo>
                  <a:pt x="114874" y="90558"/>
                </a:moveTo>
                <a:lnTo>
                  <a:pt x="157952" y="62812"/>
                </a:lnTo>
                <a:moveTo>
                  <a:pt x="172311" y="53564"/>
                </a:moveTo>
                <a:lnTo>
                  <a:pt x="215389" y="25819"/>
                </a:lnTo>
                <a:moveTo>
                  <a:pt x="229748" y="16570"/>
                </a:moveTo>
                <a:lnTo>
                  <a:pt x="255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0000">
                <a:alpha val="19000"/>
              </a:srgbClr>
            </a:solidFill>
            <a:prstDash val="solid"/>
          </a:ln>
        </p:spPr>
      </p:sp>
      <p:sp>
        <p:nvSpPr>
          <p:cNvPr id="274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5627F7AC-8B16-4AED-8CFA-C0CBA5C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0909" y="3388301"/>
            <a:ext cx="4331" cy="142894"/>
          </a:xfrm>
          <a:custGeom xmlns:a="http://schemas.openxmlformats.org/drawingml/2006/main">
            <a:pathLst>
              <a:path w="4331" h="142894">
                <a:moveTo>
                  <a:pt x="4331" y="142894"/>
                </a:moveTo>
                <a:lnTo>
                  <a:pt x="2778" y="91678"/>
                </a:lnTo>
                <a:moveTo>
                  <a:pt x="2261" y="74606"/>
                </a:moveTo>
                <a:lnTo>
                  <a:pt x="709" y="23390"/>
                </a:lnTo>
                <a:moveTo>
                  <a:pt x="191" y="63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0000"/>
            </a:solidFill>
            <a:prstDash val="solid"/>
          </a:ln>
        </p:spPr>
      </p:sp>
      <p:sp>
        <p:nvSpPr>
          <p:cNvPr id="275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761EE095-ED85-4DDA-8605-EF81738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419" y="3160982"/>
            <a:ext cx="96891" cy="96891"/>
          </a:xfrm>
          <a:custGeom xmlns:a="http://schemas.openxmlformats.org/drawingml/2006/main">
            <a:pathLst>
              <a:path w="96891" h="96891">
                <a:moveTo>
                  <a:pt x="0" y="48445"/>
                </a:moveTo>
                <a:cubicBezTo>
                  <a:pt x="0" y="21690"/>
                  <a:pt x="21690" y="0"/>
                  <a:pt x="48445" y="0"/>
                </a:cubicBezTo>
                <a:cubicBezTo>
                  <a:pt x="75201" y="0"/>
                  <a:pt x="96891" y="21690"/>
                  <a:pt x="96891" y="48445"/>
                </a:cubicBezTo>
                <a:cubicBezTo>
                  <a:pt x="96891" y="75201"/>
                  <a:pt x="75201" y="96891"/>
                  <a:pt x="48445" y="96891"/>
                </a:cubicBezTo>
                <a:cubicBezTo>
                  <a:pt x="21690" y="96891"/>
                  <a:pt x="0" y="75201"/>
                  <a:pt x="0" y="48445"/>
                </a:cubicBezTo>
              </a:path>
            </a:pathLst>
          </a:custGeom>
          <a:solidFill xmlns:a="http://schemas.openxmlformats.org/drawingml/2006/main">
            <a:srgbClr val="DB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60366834-3309-41F1-AA48-C57BFFC5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419" y="3160982"/>
            <a:ext cx="96890" cy="96890"/>
          </a:xfrm>
          <a:custGeom xmlns:a="http://schemas.openxmlformats.org/drawingml/2006/main">
            <a:pathLst>
              <a:path w="96890" h="96890">
                <a:moveTo>
                  <a:pt x="0" y="48445"/>
                </a:moveTo>
                <a:cubicBezTo>
                  <a:pt x="0" y="21689"/>
                  <a:pt x="21689" y="0"/>
                  <a:pt x="48445" y="0"/>
                </a:cubicBezTo>
                <a:cubicBezTo>
                  <a:pt x="75200" y="0"/>
                  <a:pt x="96890" y="21689"/>
                  <a:pt x="96890" y="48445"/>
                </a:cubicBezTo>
                <a:cubicBezTo>
                  <a:pt x="96890" y="75200"/>
                  <a:pt x="75200" y="96890"/>
                  <a:pt x="48445" y="96890"/>
                </a:cubicBezTo>
                <a:cubicBezTo>
                  <a:pt x="21689" y="96890"/>
                  <a:pt x="0" y="75200"/>
                  <a:pt x="0" y="484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8FAADD"/>
            </a:solidFill>
            <a:prstDash val="solid"/>
          </a:ln>
        </p:spPr>
      </p:sp>
      <p:sp>
        <p:nvSpPr>
          <p:cNvPr id="277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732517A7-66A3-4388-B61D-DD44224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1953" y="3160982"/>
            <a:ext cx="96889" cy="96891"/>
          </a:xfrm>
          <a:custGeom xmlns:a="http://schemas.openxmlformats.org/drawingml/2006/main">
            <a:pathLst>
              <a:path w="96889" h="96891">
                <a:moveTo>
                  <a:pt x="0" y="0"/>
                </a:moveTo>
                <a:lnTo>
                  <a:pt x="96889" y="0"/>
                </a:lnTo>
                <a:lnTo>
                  <a:pt x="96889" y="96891"/>
                </a:lnTo>
                <a:lnTo>
                  <a:pt x="0" y="96891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39158022-6415-485E-82E2-77B7084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1953" y="3160982"/>
            <a:ext cx="96890" cy="96890"/>
          </a:xfrm>
          <a:custGeom xmlns:a="http://schemas.openxmlformats.org/drawingml/2006/main">
            <a:pathLst>
              <a:path w="96890" h="96890">
                <a:moveTo>
                  <a:pt x="0" y="0"/>
                </a:moveTo>
                <a:lnTo>
                  <a:pt x="96890" y="0"/>
                </a:lnTo>
                <a:lnTo>
                  <a:pt x="96890" y="96890"/>
                </a:lnTo>
                <a:lnTo>
                  <a:pt x="0" y="968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FD966"/>
            </a:solidFill>
            <a:prstDash val="solid"/>
          </a:ln>
        </p:spPr>
      </p:sp>
      <p:sp>
        <p:nvSpPr>
          <p:cNvPr id="279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561246D8-EDD7-4A53-8302-96FFE231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192" y="3529907"/>
            <a:ext cx="96887" cy="96891"/>
          </a:xfrm>
          <a:custGeom xmlns:a="http://schemas.openxmlformats.org/drawingml/2006/main">
            <a:pathLst>
              <a:path w="96887" h="96891">
                <a:moveTo>
                  <a:pt x="0" y="96891"/>
                </a:moveTo>
                <a:lnTo>
                  <a:pt x="48443" y="0"/>
                </a:lnTo>
                <a:lnTo>
                  <a:pt x="96887" y="96891"/>
                </a:lnTo>
                <a:lnTo>
                  <a:pt x="0" y="96891"/>
                </a:lnTo>
              </a:path>
            </a:pathLst>
          </a:custGeom>
          <a:solidFill xmlns:a="http://schemas.openxmlformats.org/drawingml/2006/main">
            <a:srgbClr val="FBE6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C51C7EA1-B9E1-46C5-B025-640D889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192" y="3529907"/>
            <a:ext cx="96889" cy="96890"/>
          </a:xfrm>
          <a:custGeom xmlns:a="http://schemas.openxmlformats.org/drawingml/2006/main">
            <a:pathLst>
              <a:path w="96889" h="96890">
                <a:moveTo>
                  <a:pt x="0" y="96890"/>
                </a:moveTo>
                <a:lnTo>
                  <a:pt x="48444" y="0"/>
                </a:lnTo>
                <a:lnTo>
                  <a:pt x="96889" y="96890"/>
                </a:lnTo>
                <a:lnTo>
                  <a:pt x="0" y="96890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F4B183"/>
            </a:solidFill>
            <a:prstDash val="solid"/>
          </a:ln>
        </p:spPr>
      </p:sp>
      <p:sp>
        <p:nvSpPr>
          <p:cNvPr id="281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AB545976-8970-47CE-BE6A-A14604CC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192" y="3332402"/>
            <a:ext cx="96887" cy="96891"/>
          </a:xfrm>
          <a:custGeom xmlns:a="http://schemas.openxmlformats.org/drawingml/2006/main">
            <a:pathLst>
              <a:path w="96887" h="96891">
                <a:moveTo>
                  <a:pt x="0" y="37009"/>
                </a:moveTo>
                <a:lnTo>
                  <a:pt x="48443" y="0"/>
                </a:lnTo>
                <a:lnTo>
                  <a:pt x="96887" y="37009"/>
                </a:lnTo>
                <a:lnTo>
                  <a:pt x="78382" y="96891"/>
                </a:lnTo>
                <a:lnTo>
                  <a:pt x="18502" y="96891"/>
                </a:lnTo>
                <a:lnTo>
                  <a:pt x="0" y="37009"/>
                </a:lnTo>
              </a:path>
            </a:pathLst>
          </a:custGeom>
          <a:solidFill xmlns:a="http://schemas.openxmlformats.org/drawingml/2006/main">
            <a:srgbClr val="BF9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EEDFAB39-EEC8-40BE-9F14-B336835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192" y="3332402"/>
            <a:ext cx="96888" cy="96890"/>
          </a:xfrm>
          <a:custGeom xmlns:a="http://schemas.openxmlformats.org/drawingml/2006/main">
            <a:pathLst>
              <a:path w="96888" h="96890">
                <a:moveTo>
                  <a:pt x="0" y="37008"/>
                </a:moveTo>
                <a:lnTo>
                  <a:pt x="48444" y="0"/>
                </a:lnTo>
                <a:lnTo>
                  <a:pt x="96888" y="37008"/>
                </a:lnTo>
                <a:lnTo>
                  <a:pt x="78384" y="96890"/>
                </a:lnTo>
                <a:lnTo>
                  <a:pt x="18504" y="96890"/>
                </a:lnTo>
                <a:lnTo>
                  <a:pt x="0" y="37008"/>
                </a:lnTo>
              </a:path>
            </a:pathLst>
          </a:custGeom>
          <a:noFill xmlns:a="http://schemas.openxmlformats.org/drawingml/2006/main"/>
          <a:ln xmlns:a="http://schemas.openxmlformats.org/drawingml/2006/main" w="17080">
            <a:solidFill>
              <a:srgbClr val="7030A0"/>
            </a:solidFill>
            <a:prstDash val="solid"/>
          </a:ln>
        </p:spPr>
      </p:sp>
      <p:sp>
        <p:nvSpPr>
          <p:cNvPr id="283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AA074931-E66C-4950-AE83-630EE3D6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482" y="3367805"/>
            <a:ext cx="67077" cy="193778"/>
          </a:xfrm>
          <a:custGeom xmlns:a="http://schemas.openxmlformats.org/drawingml/2006/main">
            <a:pathLst>
              <a:path w="67077" h="193778">
                <a:moveTo>
                  <a:pt x="0" y="0"/>
                </a:moveTo>
                <a:cubicBezTo>
                  <a:pt x="18523" y="0"/>
                  <a:pt x="33539" y="2502"/>
                  <a:pt x="33539" y="5590"/>
                </a:cubicBezTo>
                <a:lnTo>
                  <a:pt x="33539" y="91300"/>
                </a:lnTo>
                <a:cubicBezTo>
                  <a:pt x="33539" y="94387"/>
                  <a:pt x="48554" y="96889"/>
                  <a:pt x="67077" y="96889"/>
                </a:cubicBezTo>
                <a:cubicBezTo>
                  <a:pt x="48554" y="96889"/>
                  <a:pt x="33539" y="99392"/>
                  <a:pt x="33539" y="102479"/>
                </a:cubicBezTo>
                <a:lnTo>
                  <a:pt x="33539" y="188189"/>
                </a:lnTo>
                <a:cubicBezTo>
                  <a:pt x="33539" y="191276"/>
                  <a:pt x="18523" y="193778"/>
                  <a:pt x="0" y="1937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540">
            <a:solidFill>
              <a:srgbClr val="FF0000"/>
            </a:solidFill>
            <a:prstDash val="solid"/>
          </a:ln>
        </p:spPr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F0E3318-8027-4E1B-9315-2BDDA88B4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72c8c872740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714625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285" name="conquer-source-component-39">
            <a:extLst xmlns:a="http://schemas.openxmlformats.org/drawingml/2006/main">
              <a:ext uri="{FF2B5EF4-FFF2-40B4-BE49-F238E27FC236}">
                <a16:creationId xmlns:a16="http://schemas.microsoft.com/office/drawing/2014/main" id="{C7A73E82-2751-480C-8BE4-3F655739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27146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E1FBC686-2273-47E0-AD9A-AC4B0BC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337" y="3670476"/>
            <a:ext cx="23473" cy="132466"/>
          </a:xfrm>
          <a:custGeom xmlns:a="http://schemas.openxmlformats.org/drawingml/2006/main">
            <a:pathLst>
              <a:path w="23473" h="132466">
                <a:moveTo>
                  <a:pt x="0" y="66233"/>
                </a:moveTo>
                <a:cubicBezTo>
                  <a:pt x="0" y="63079"/>
                  <a:pt x="1107" y="60441"/>
                  <a:pt x="3321" y="58318"/>
                </a:cubicBezTo>
                <a:cubicBezTo>
                  <a:pt x="5534" y="56195"/>
                  <a:pt x="8340" y="55133"/>
                  <a:pt x="11736" y="55133"/>
                </a:cubicBezTo>
                <a:cubicBezTo>
                  <a:pt x="15133" y="55133"/>
                  <a:pt x="17938" y="56195"/>
                  <a:pt x="20152" y="58318"/>
                </a:cubicBezTo>
                <a:cubicBezTo>
                  <a:pt x="22366" y="60441"/>
                  <a:pt x="23473" y="63079"/>
                  <a:pt x="23473" y="66233"/>
                </a:cubicBezTo>
                <a:cubicBezTo>
                  <a:pt x="23473" y="69387"/>
                  <a:pt x="22366" y="72025"/>
                  <a:pt x="20152" y="74148"/>
                </a:cubicBezTo>
                <a:cubicBezTo>
                  <a:pt x="17938" y="76271"/>
                  <a:pt x="15133" y="77332"/>
                  <a:pt x="11736" y="77332"/>
                </a:cubicBezTo>
                <a:cubicBezTo>
                  <a:pt x="8340" y="77332"/>
                  <a:pt x="5534" y="76271"/>
                  <a:pt x="3321" y="74148"/>
                </a:cubicBezTo>
                <a:cubicBezTo>
                  <a:pt x="1107" y="72025"/>
                  <a:pt x="0" y="69387"/>
                  <a:pt x="0" y="66233"/>
                </a:cubicBezTo>
                <a:moveTo>
                  <a:pt x="0" y="11099"/>
                </a:moveTo>
                <a:cubicBezTo>
                  <a:pt x="0" y="7946"/>
                  <a:pt x="1107" y="5307"/>
                  <a:pt x="3321" y="3184"/>
                </a:cubicBezTo>
                <a:cubicBezTo>
                  <a:pt x="5534" y="1061"/>
                  <a:pt x="8340" y="0"/>
                  <a:pt x="11736" y="0"/>
                </a:cubicBezTo>
                <a:cubicBezTo>
                  <a:pt x="15133" y="0"/>
                  <a:pt x="17938" y="1061"/>
                  <a:pt x="20152" y="3184"/>
                </a:cubicBezTo>
                <a:cubicBezTo>
                  <a:pt x="22366" y="5307"/>
                  <a:pt x="23473" y="7946"/>
                  <a:pt x="23473" y="11099"/>
                </a:cubicBezTo>
                <a:cubicBezTo>
                  <a:pt x="23473" y="14253"/>
                  <a:pt x="22366" y="16892"/>
                  <a:pt x="20152" y="19015"/>
                </a:cubicBezTo>
                <a:cubicBezTo>
                  <a:pt x="17938" y="21137"/>
                  <a:pt x="15133" y="22199"/>
                  <a:pt x="11736" y="22199"/>
                </a:cubicBezTo>
                <a:cubicBezTo>
                  <a:pt x="8340" y="22199"/>
                  <a:pt x="5534" y="21137"/>
                  <a:pt x="3321" y="19015"/>
                </a:cubicBezTo>
                <a:cubicBezTo>
                  <a:pt x="1107" y="16892"/>
                  <a:pt x="0" y="14253"/>
                  <a:pt x="0" y="11099"/>
                </a:cubicBezTo>
                <a:moveTo>
                  <a:pt x="0" y="121367"/>
                </a:moveTo>
                <a:cubicBezTo>
                  <a:pt x="0" y="118212"/>
                  <a:pt x="1107" y="115574"/>
                  <a:pt x="3321" y="113451"/>
                </a:cubicBezTo>
                <a:cubicBezTo>
                  <a:pt x="5534" y="111329"/>
                  <a:pt x="8340" y="110267"/>
                  <a:pt x="11736" y="110267"/>
                </a:cubicBezTo>
                <a:cubicBezTo>
                  <a:pt x="15133" y="110267"/>
                  <a:pt x="17938" y="111329"/>
                  <a:pt x="20152" y="113451"/>
                </a:cubicBezTo>
                <a:cubicBezTo>
                  <a:pt x="22366" y="115574"/>
                  <a:pt x="23473" y="118212"/>
                  <a:pt x="23473" y="121367"/>
                </a:cubicBezTo>
                <a:cubicBezTo>
                  <a:pt x="23473" y="124520"/>
                  <a:pt x="22366" y="127159"/>
                  <a:pt x="20152" y="129282"/>
                </a:cubicBezTo>
                <a:cubicBezTo>
                  <a:pt x="17938" y="131405"/>
                  <a:pt x="15133" y="132466"/>
                  <a:pt x="11736" y="132466"/>
                </a:cubicBezTo>
                <a:cubicBezTo>
                  <a:pt x="8340" y="132466"/>
                  <a:pt x="5534" y="131405"/>
                  <a:pt x="3321" y="129282"/>
                </a:cubicBezTo>
                <a:cubicBezTo>
                  <a:pt x="1107" y="127159"/>
                  <a:pt x="0" y="124520"/>
                  <a:pt x="0" y="1213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844CD2D9-8383-40F1-BA0D-ABA18E6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5140" y="5161082"/>
            <a:ext cx="23473" cy="132466"/>
          </a:xfrm>
          <a:custGeom xmlns:a="http://schemas.openxmlformats.org/drawingml/2006/main">
            <a:pathLst>
              <a:path w="23473" h="132466">
                <a:moveTo>
                  <a:pt x="0" y="66233"/>
                </a:moveTo>
                <a:cubicBezTo>
                  <a:pt x="0" y="63079"/>
                  <a:pt x="1107" y="60441"/>
                  <a:pt x="3321" y="58318"/>
                </a:cubicBezTo>
                <a:cubicBezTo>
                  <a:pt x="5535" y="56195"/>
                  <a:pt x="8340" y="55133"/>
                  <a:pt x="11736" y="55133"/>
                </a:cubicBezTo>
                <a:cubicBezTo>
                  <a:pt x="15133" y="55133"/>
                  <a:pt x="17938" y="56195"/>
                  <a:pt x="20152" y="58318"/>
                </a:cubicBezTo>
                <a:cubicBezTo>
                  <a:pt x="22366" y="60441"/>
                  <a:pt x="23473" y="63079"/>
                  <a:pt x="23473" y="66233"/>
                </a:cubicBezTo>
                <a:cubicBezTo>
                  <a:pt x="23473" y="69387"/>
                  <a:pt x="22366" y="72025"/>
                  <a:pt x="20152" y="74148"/>
                </a:cubicBezTo>
                <a:cubicBezTo>
                  <a:pt x="17938" y="76271"/>
                  <a:pt x="15133" y="77332"/>
                  <a:pt x="11736" y="77332"/>
                </a:cubicBezTo>
                <a:cubicBezTo>
                  <a:pt x="8340" y="77332"/>
                  <a:pt x="5535" y="76271"/>
                  <a:pt x="3321" y="74148"/>
                </a:cubicBezTo>
                <a:cubicBezTo>
                  <a:pt x="1107" y="72025"/>
                  <a:pt x="0" y="69387"/>
                  <a:pt x="0" y="66233"/>
                </a:cubicBezTo>
                <a:moveTo>
                  <a:pt x="0" y="11099"/>
                </a:moveTo>
                <a:cubicBezTo>
                  <a:pt x="0" y="7946"/>
                  <a:pt x="1107" y="5307"/>
                  <a:pt x="3321" y="3184"/>
                </a:cubicBezTo>
                <a:cubicBezTo>
                  <a:pt x="5535" y="1061"/>
                  <a:pt x="8340" y="0"/>
                  <a:pt x="11736" y="0"/>
                </a:cubicBezTo>
                <a:cubicBezTo>
                  <a:pt x="15133" y="0"/>
                  <a:pt x="17938" y="1061"/>
                  <a:pt x="20152" y="3184"/>
                </a:cubicBezTo>
                <a:cubicBezTo>
                  <a:pt x="22366" y="5307"/>
                  <a:pt x="23473" y="7946"/>
                  <a:pt x="23473" y="11099"/>
                </a:cubicBezTo>
                <a:cubicBezTo>
                  <a:pt x="23473" y="14253"/>
                  <a:pt x="22366" y="16892"/>
                  <a:pt x="20152" y="19015"/>
                </a:cubicBezTo>
                <a:cubicBezTo>
                  <a:pt x="17938" y="21137"/>
                  <a:pt x="15133" y="22199"/>
                  <a:pt x="11736" y="22199"/>
                </a:cubicBezTo>
                <a:cubicBezTo>
                  <a:pt x="8340" y="22199"/>
                  <a:pt x="5535" y="21137"/>
                  <a:pt x="3321" y="19015"/>
                </a:cubicBezTo>
                <a:cubicBezTo>
                  <a:pt x="1107" y="16892"/>
                  <a:pt x="0" y="14253"/>
                  <a:pt x="0" y="11099"/>
                </a:cubicBezTo>
                <a:moveTo>
                  <a:pt x="0" y="121367"/>
                </a:moveTo>
                <a:cubicBezTo>
                  <a:pt x="0" y="118212"/>
                  <a:pt x="1107" y="115574"/>
                  <a:pt x="3321" y="113451"/>
                </a:cubicBezTo>
                <a:cubicBezTo>
                  <a:pt x="5535" y="111329"/>
                  <a:pt x="8340" y="110267"/>
                  <a:pt x="11736" y="110267"/>
                </a:cubicBezTo>
                <a:cubicBezTo>
                  <a:pt x="15133" y="110267"/>
                  <a:pt x="17938" y="111329"/>
                  <a:pt x="20152" y="113451"/>
                </a:cubicBezTo>
                <a:cubicBezTo>
                  <a:pt x="22366" y="115574"/>
                  <a:pt x="23473" y="118212"/>
                  <a:pt x="23473" y="121367"/>
                </a:cubicBezTo>
                <a:cubicBezTo>
                  <a:pt x="23473" y="124520"/>
                  <a:pt x="22366" y="127159"/>
                  <a:pt x="20152" y="129282"/>
                </a:cubicBezTo>
                <a:cubicBezTo>
                  <a:pt x="17938" y="131405"/>
                  <a:pt x="15133" y="132466"/>
                  <a:pt x="11736" y="132466"/>
                </a:cubicBezTo>
                <a:cubicBezTo>
                  <a:pt x="8340" y="132466"/>
                  <a:pt x="5535" y="131405"/>
                  <a:pt x="3321" y="129282"/>
                </a:cubicBezTo>
                <a:cubicBezTo>
                  <a:pt x="1107" y="127159"/>
                  <a:pt x="0" y="124520"/>
                  <a:pt x="0" y="1213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620838A0-0D2C-427A-851D-6529702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208" y="4017041"/>
            <a:ext cx="23473" cy="132466"/>
          </a:xfrm>
          <a:custGeom xmlns:a="http://schemas.openxmlformats.org/drawingml/2006/main">
            <a:pathLst>
              <a:path w="23473" h="132466">
                <a:moveTo>
                  <a:pt x="0" y="66233"/>
                </a:moveTo>
                <a:cubicBezTo>
                  <a:pt x="0" y="63079"/>
                  <a:pt x="1107" y="60441"/>
                  <a:pt x="3321" y="58318"/>
                </a:cubicBezTo>
                <a:cubicBezTo>
                  <a:pt x="5535" y="56195"/>
                  <a:pt x="8340" y="55133"/>
                  <a:pt x="11736" y="55133"/>
                </a:cubicBezTo>
                <a:cubicBezTo>
                  <a:pt x="15133" y="55133"/>
                  <a:pt x="17938" y="56195"/>
                  <a:pt x="20152" y="58318"/>
                </a:cubicBezTo>
                <a:cubicBezTo>
                  <a:pt x="22366" y="60441"/>
                  <a:pt x="23473" y="63079"/>
                  <a:pt x="23473" y="66233"/>
                </a:cubicBezTo>
                <a:cubicBezTo>
                  <a:pt x="23473" y="69387"/>
                  <a:pt x="22366" y="72025"/>
                  <a:pt x="20152" y="74148"/>
                </a:cubicBezTo>
                <a:cubicBezTo>
                  <a:pt x="17938" y="76271"/>
                  <a:pt x="15133" y="77332"/>
                  <a:pt x="11736" y="77332"/>
                </a:cubicBezTo>
                <a:cubicBezTo>
                  <a:pt x="8340" y="77332"/>
                  <a:pt x="5535" y="76271"/>
                  <a:pt x="3321" y="74148"/>
                </a:cubicBezTo>
                <a:cubicBezTo>
                  <a:pt x="1107" y="72025"/>
                  <a:pt x="0" y="69387"/>
                  <a:pt x="0" y="66233"/>
                </a:cubicBezTo>
                <a:moveTo>
                  <a:pt x="0" y="11099"/>
                </a:moveTo>
                <a:cubicBezTo>
                  <a:pt x="0" y="7946"/>
                  <a:pt x="1107" y="5307"/>
                  <a:pt x="3321" y="3184"/>
                </a:cubicBezTo>
                <a:cubicBezTo>
                  <a:pt x="5535" y="1061"/>
                  <a:pt x="8340" y="0"/>
                  <a:pt x="11736" y="0"/>
                </a:cubicBezTo>
                <a:cubicBezTo>
                  <a:pt x="15133" y="0"/>
                  <a:pt x="17938" y="1061"/>
                  <a:pt x="20152" y="3184"/>
                </a:cubicBezTo>
                <a:cubicBezTo>
                  <a:pt x="22366" y="5307"/>
                  <a:pt x="23473" y="7946"/>
                  <a:pt x="23473" y="11099"/>
                </a:cubicBezTo>
                <a:cubicBezTo>
                  <a:pt x="23473" y="14253"/>
                  <a:pt x="22366" y="16892"/>
                  <a:pt x="20152" y="19015"/>
                </a:cubicBezTo>
                <a:cubicBezTo>
                  <a:pt x="17938" y="21137"/>
                  <a:pt x="15133" y="22199"/>
                  <a:pt x="11736" y="22199"/>
                </a:cubicBezTo>
                <a:cubicBezTo>
                  <a:pt x="8340" y="22199"/>
                  <a:pt x="5535" y="21137"/>
                  <a:pt x="3321" y="19015"/>
                </a:cubicBezTo>
                <a:cubicBezTo>
                  <a:pt x="1107" y="16892"/>
                  <a:pt x="0" y="14253"/>
                  <a:pt x="0" y="11099"/>
                </a:cubicBezTo>
                <a:moveTo>
                  <a:pt x="0" y="121367"/>
                </a:moveTo>
                <a:cubicBezTo>
                  <a:pt x="0" y="118212"/>
                  <a:pt x="1107" y="115574"/>
                  <a:pt x="3321" y="113451"/>
                </a:cubicBezTo>
                <a:cubicBezTo>
                  <a:pt x="5535" y="111329"/>
                  <a:pt x="8340" y="110267"/>
                  <a:pt x="11736" y="110267"/>
                </a:cubicBezTo>
                <a:cubicBezTo>
                  <a:pt x="15133" y="110267"/>
                  <a:pt x="17938" y="111329"/>
                  <a:pt x="20152" y="113451"/>
                </a:cubicBezTo>
                <a:cubicBezTo>
                  <a:pt x="22366" y="115574"/>
                  <a:pt x="23473" y="118212"/>
                  <a:pt x="23473" y="121367"/>
                </a:cubicBezTo>
                <a:cubicBezTo>
                  <a:pt x="23473" y="124520"/>
                  <a:pt x="22366" y="127159"/>
                  <a:pt x="20152" y="129282"/>
                </a:cubicBezTo>
                <a:cubicBezTo>
                  <a:pt x="17938" y="131405"/>
                  <a:pt x="15133" y="132466"/>
                  <a:pt x="11736" y="132466"/>
                </a:cubicBezTo>
                <a:cubicBezTo>
                  <a:pt x="8340" y="132466"/>
                  <a:pt x="5535" y="131405"/>
                  <a:pt x="3321" y="129282"/>
                </a:cubicBezTo>
                <a:cubicBezTo>
                  <a:pt x="1107" y="127159"/>
                  <a:pt x="0" y="124520"/>
                  <a:pt x="0" y="1213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55BA797B-0E25-427C-9D91-BFC4944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6209" y="4492390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7"/>
                </a:moveTo>
                <a:cubicBezTo>
                  <a:pt x="35846" y="12646"/>
                  <a:pt x="28749" y="20197"/>
                  <a:pt x="23473" y="28931"/>
                </a:cubicBezTo>
                <a:cubicBezTo>
                  <a:pt x="18196" y="37666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0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6" y="16634"/>
                  <a:pt x="60729" y="10053"/>
                </a:cubicBezTo>
                <a:cubicBezTo>
                  <a:pt x="67431" y="3472"/>
                  <a:pt x="74997" y="182"/>
                  <a:pt x="83428" y="182"/>
                </a:cubicBezTo>
                <a:cubicBezTo>
                  <a:pt x="91738" y="182"/>
                  <a:pt x="97985" y="2502"/>
                  <a:pt x="102170" y="7142"/>
                </a:cubicBezTo>
                <a:cubicBezTo>
                  <a:pt x="106355" y="11782"/>
                  <a:pt x="108448" y="18742"/>
                  <a:pt x="108448" y="28022"/>
                </a:cubicBezTo>
                <a:cubicBezTo>
                  <a:pt x="108448" y="39606"/>
                  <a:pt x="106037" y="50130"/>
                  <a:pt x="101215" y="59591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8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8"/>
                </a:lnTo>
                <a:cubicBezTo>
                  <a:pt x="23928" y="88614"/>
                  <a:pt x="15239" y="84869"/>
                  <a:pt x="9143" y="78651"/>
                </a:cubicBezTo>
                <a:cubicBezTo>
                  <a:pt x="3048" y="72435"/>
                  <a:pt x="0" y="64261"/>
                  <a:pt x="0" y="54133"/>
                </a:cubicBezTo>
                <a:cubicBezTo>
                  <a:pt x="0" y="33996"/>
                  <a:pt x="13344" y="15952"/>
                  <a:pt x="40031" y="0"/>
                </a:cubicBezTo>
                <a:lnTo>
                  <a:pt x="44762" y="6277"/>
                </a:lnTo>
                <a:moveTo>
                  <a:pt x="50949" y="83064"/>
                </a:moveTo>
                <a:cubicBezTo>
                  <a:pt x="59561" y="82761"/>
                  <a:pt x="66991" y="79925"/>
                  <a:pt x="73238" y="74558"/>
                </a:cubicBezTo>
                <a:cubicBezTo>
                  <a:pt x="79486" y="69190"/>
                  <a:pt x="84308" y="61927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4" y="14966"/>
                  <a:pt x="90024" y="11964"/>
                </a:cubicBezTo>
                <a:cubicBezTo>
                  <a:pt x="88175" y="8962"/>
                  <a:pt x="85521" y="7460"/>
                  <a:pt x="82063" y="7460"/>
                </a:cubicBezTo>
                <a:cubicBezTo>
                  <a:pt x="77151" y="7460"/>
                  <a:pt x="72950" y="10220"/>
                  <a:pt x="69463" y="15739"/>
                </a:cubicBezTo>
                <a:cubicBezTo>
                  <a:pt x="65975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9E610748-F48B-484F-BA92-B1F7D6A5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9779" y="4427302"/>
            <a:ext cx="57092" cy="86714"/>
          </a:xfrm>
          <a:custGeom xmlns:a="http://schemas.openxmlformats.org/drawingml/2006/main">
            <a:pathLst>
              <a:path w="57092" h="86714">
                <a:moveTo>
                  <a:pt x="36894" y="68940"/>
                </a:moveTo>
                <a:cubicBezTo>
                  <a:pt x="36894" y="70332"/>
                  <a:pt x="36939" y="71533"/>
                  <a:pt x="37029" y="72542"/>
                </a:cubicBezTo>
                <a:cubicBezTo>
                  <a:pt x="37118" y="73552"/>
                  <a:pt x="37265" y="74405"/>
                  <a:pt x="37466" y="75101"/>
                </a:cubicBezTo>
                <a:cubicBezTo>
                  <a:pt x="37669" y="75796"/>
                  <a:pt x="37938" y="76391"/>
                  <a:pt x="38275" y="76885"/>
                </a:cubicBezTo>
                <a:cubicBezTo>
                  <a:pt x="38611" y="77379"/>
                  <a:pt x="39004" y="77805"/>
                  <a:pt x="39453" y="78164"/>
                </a:cubicBezTo>
                <a:cubicBezTo>
                  <a:pt x="39991" y="78703"/>
                  <a:pt x="40709" y="79118"/>
                  <a:pt x="41607" y="79410"/>
                </a:cubicBezTo>
                <a:cubicBezTo>
                  <a:pt x="42505" y="79701"/>
                  <a:pt x="43649" y="79948"/>
                  <a:pt x="45041" y="80150"/>
                </a:cubicBezTo>
                <a:cubicBezTo>
                  <a:pt x="46432" y="80352"/>
                  <a:pt x="48103" y="80509"/>
                  <a:pt x="50056" y="80621"/>
                </a:cubicBezTo>
                <a:cubicBezTo>
                  <a:pt x="52008" y="80733"/>
                  <a:pt x="54353" y="80812"/>
                  <a:pt x="57092" y="80857"/>
                </a:cubicBezTo>
                <a:lnTo>
                  <a:pt x="57092" y="86714"/>
                </a:lnTo>
                <a:lnTo>
                  <a:pt x="3703" y="86714"/>
                </a:lnTo>
                <a:lnTo>
                  <a:pt x="3703" y="80857"/>
                </a:lnTo>
                <a:cubicBezTo>
                  <a:pt x="6351" y="80767"/>
                  <a:pt x="8596" y="80666"/>
                  <a:pt x="10436" y="80554"/>
                </a:cubicBezTo>
                <a:cubicBezTo>
                  <a:pt x="12276" y="80442"/>
                  <a:pt x="13846" y="80285"/>
                  <a:pt x="15148" y="80083"/>
                </a:cubicBezTo>
                <a:cubicBezTo>
                  <a:pt x="16450" y="79881"/>
                  <a:pt x="17493" y="79656"/>
                  <a:pt x="18279" y="79410"/>
                </a:cubicBezTo>
                <a:cubicBezTo>
                  <a:pt x="19065" y="79163"/>
                  <a:pt x="19749" y="78860"/>
                  <a:pt x="20332" y="78501"/>
                </a:cubicBezTo>
                <a:cubicBezTo>
                  <a:pt x="20960" y="78097"/>
                  <a:pt x="21499" y="77659"/>
                  <a:pt x="21948" y="77188"/>
                </a:cubicBezTo>
                <a:cubicBezTo>
                  <a:pt x="22397" y="76717"/>
                  <a:pt x="22756" y="76122"/>
                  <a:pt x="23025" y="75404"/>
                </a:cubicBezTo>
                <a:cubicBezTo>
                  <a:pt x="23295" y="74686"/>
                  <a:pt x="23508" y="73810"/>
                  <a:pt x="23665" y="72778"/>
                </a:cubicBezTo>
                <a:cubicBezTo>
                  <a:pt x="23822" y="71746"/>
                  <a:pt x="23901" y="70466"/>
                  <a:pt x="23901" y="68940"/>
                </a:cubicBezTo>
                <a:lnTo>
                  <a:pt x="23901" y="20669"/>
                </a:lnTo>
                <a:cubicBezTo>
                  <a:pt x="23901" y="18918"/>
                  <a:pt x="23564" y="17684"/>
                  <a:pt x="22891" y="16966"/>
                </a:cubicBezTo>
                <a:cubicBezTo>
                  <a:pt x="22217" y="16248"/>
                  <a:pt x="21252" y="15889"/>
                  <a:pt x="19996" y="15889"/>
                </a:cubicBezTo>
                <a:cubicBezTo>
                  <a:pt x="18604" y="15889"/>
                  <a:pt x="16540" y="16607"/>
                  <a:pt x="13802" y="18043"/>
                </a:cubicBezTo>
                <a:cubicBezTo>
                  <a:pt x="11064" y="19480"/>
                  <a:pt x="7518" y="21611"/>
                  <a:pt x="3165" y="24439"/>
                </a:cubicBezTo>
                <a:cubicBezTo>
                  <a:pt x="2581" y="23407"/>
                  <a:pt x="2042" y="22374"/>
                  <a:pt x="1549" y="21342"/>
                </a:cubicBezTo>
                <a:cubicBezTo>
                  <a:pt x="1055" y="20310"/>
                  <a:pt x="539" y="19255"/>
                  <a:pt x="0" y="18178"/>
                </a:cubicBezTo>
                <a:cubicBezTo>
                  <a:pt x="5565" y="15126"/>
                  <a:pt x="11075" y="12085"/>
                  <a:pt x="16529" y="9055"/>
                </a:cubicBezTo>
                <a:cubicBezTo>
                  <a:pt x="21982" y="6026"/>
                  <a:pt x="27514" y="3007"/>
                  <a:pt x="33124" y="0"/>
                </a:cubicBezTo>
                <a:lnTo>
                  <a:pt x="37231" y="0"/>
                </a:lnTo>
                <a:cubicBezTo>
                  <a:pt x="37141" y="2469"/>
                  <a:pt x="37074" y="4679"/>
                  <a:pt x="37029" y="6631"/>
                </a:cubicBezTo>
                <a:cubicBezTo>
                  <a:pt x="36984" y="8584"/>
                  <a:pt x="36950" y="10480"/>
                  <a:pt x="36927" y="12321"/>
                </a:cubicBezTo>
                <a:cubicBezTo>
                  <a:pt x="36906" y="14161"/>
                  <a:pt x="36894" y="15978"/>
                  <a:pt x="36894" y="17774"/>
                </a:cubicBezTo>
                <a:lnTo>
                  <a:pt x="36894" y="68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673A93E9-344E-440A-B18D-A68FEFC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490" y="4488663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7"/>
                </a:moveTo>
                <a:cubicBezTo>
                  <a:pt x="35846" y="12646"/>
                  <a:pt x="28749" y="20197"/>
                  <a:pt x="23473" y="28931"/>
                </a:cubicBezTo>
                <a:cubicBezTo>
                  <a:pt x="18196" y="37666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0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6" y="16634"/>
                  <a:pt x="60729" y="10053"/>
                </a:cubicBezTo>
                <a:cubicBezTo>
                  <a:pt x="67431" y="3472"/>
                  <a:pt x="74997" y="182"/>
                  <a:pt x="83428" y="182"/>
                </a:cubicBezTo>
                <a:cubicBezTo>
                  <a:pt x="91738" y="182"/>
                  <a:pt x="97985" y="2502"/>
                  <a:pt x="102170" y="7142"/>
                </a:cubicBezTo>
                <a:cubicBezTo>
                  <a:pt x="106355" y="11782"/>
                  <a:pt x="108448" y="18742"/>
                  <a:pt x="108448" y="28022"/>
                </a:cubicBezTo>
                <a:cubicBezTo>
                  <a:pt x="108448" y="39606"/>
                  <a:pt x="106037" y="50130"/>
                  <a:pt x="101215" y="59591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8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8"/>
                </a:lnTo>
                <a:cubicBezTo>
                  <a:pt x="23928" y="88614"/>
                  <a:pt x="15239" y="84869"/>
                  <a:pt x="9143" y="78651"/>
                </a:cubicBezTo>
                <a:cubicBezTo>
                  <a:pt x="3048" y="72435"/>
                  <a:pt x="0" y="64261"/>
                  <a:pt x="0" y="54133"/>
                </a:cubicBezTo>
                <a:cubicBezTo>
                  <a:pt x="0" y="33996"/>
                  <a:pt x="13344" y="15952"/>
                  <a:pt x="40031" y="0"/>
                </a:cubicBezTo>
                <a:lnTo>
                  <a:pt x="44762" y="6277"/>
                </a:lnTo>
                <a:moveTo>
                  <a:pt x="50949" y="83064"/>
                </a:moveTo>
                <a:cubicBezTo>
                  <a:pt x="59561" y="82761"/>
                  <a:pt x="66991" y="79925"/>
                  <a:pt x="73238" y="74558"/>
                </a:cubicBezTo>
                <a:cubicBezTo>
                  <a:pt x="79486" y="69190"/>
                  <a:pt x="84308" y="61927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4" y="14966"/>
                  <a:pt x="90024" y="11964"/>
                </a:cubicBezTo>
                <a:cubicBezTo>
                  <a:pt x="88175" y="8962"/>
                  <a:pt x="85521" y="7460"/>
                  <a:pt x="82063" y="7460"/>
                </a:cubicBezTo>
                <a:cubicBezTo>
                  <a:pt x="77151" y="7460"/>
                  <a:pt x="72950" y="10220"/>
                  <a:pt x="69463" y="15739"/>
                </a:cubicBezTo>
                <a:cubicBezTo>
                  <a:pt x="65975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21DBC74C-5B69-4666-97B2-C7D0679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513" y="4441554"/>
            <a:ext cx="84290" cy="69950"/>
          </a:xfrm>
          <a:custGeom xmlns:a="http://schemas.openxmlformats.org/drawingml/2006/main">
            <a:pathLst>
              <a:path w="84290" h="69950">
                <a:moveTo>
                  <a:pt x="32047" y="17841"/>
                </a:moveTo>
                <a:cubicBezTo>
                  <a:pt x="36401" y="11872"/>
                  <a:pt x="40698" y="7406"/>
                  <a:pt x="44940" y="4443"/>
                </a:cubicBezTo>
                <a:cubicBezTo>
                  <a:pt x="49181" y="1481"/>
                  <a:pt x="53569" y="0"/>
                  <a:pt x="58101" y="0"/>
                </a:cubicBezTo>
                <a:cubicBezTo>
                  <a:pt x="62859" y="0"/>
                  <a:pt x="66416" y="1279"/>
                  <a:pt x="68773" y="3837"/>
                </a:cubicBezTo>
                <a:cubicBezTo>
                  <a:pt x="71129" y="6396"/>
                  <a:pt x="72307" y="9987"/>
                  <a:pt x="72307" y="14609"/>
                </a:cubicBezTo>
                <a:cubicBezTo>
                  <a:pt x="72307" y="16001"/>
                  <a:pt x="72105" y="17931"/>
                  <a:pt x="71701" y="20400"/>
                </a:cubicBezTo>
                <a:cubicBezTo>
                  <a:pt x="71297" y="22868"/>
                  <a:pt x="70781" y="25561"/>
                  <a:pt x="70153" y="28478"/>
                </a:cubicBezTo>
                <a:cubicBezTo>
                  <a:pt x="69524" y="31396"/>
                  <a:pt x="68851" y="34392"/>
                  <a:pt x="68132" y="37466"/>
                </a:cubicBezTo>
                <a:cubicBezTo>
                  <a:pt x="67415" y="40541"/>
                  <a:pt x="66742" y="43380"/>
                  <a:pt x="66113" y="45983"/>
                </a:cubicBezTo>
                <a:cubicBezTo>
                  <a:pt x="65485" y="48586"/>
                  <a:pt x="64969" y="50808"/>
                  <a:pt x="64565" y="52648"/>
                </a:cubicBezTo>
                <a:cubicBezTo>
                  <a:pt x="64160" y="54488"/>
                  <a:pt x="63959" y="55633"/>
                  <a:pt x="63959" y="56081"/>
                </a:cubicBezTo>
                <a:cubicBezTo>
                  <a:pt x="63959" y="57787"/>
                  <a:pt x="64273" y="59021"/>
                  <a:pt x="64902" y="59784"/>
                </a:cubicBezTo>
                <a:cubicBezTo>
                  <a:pt x="65529" y="60547"/>
                  <a:pt x="66539" y="60929"/>
                  <a:pt x="67931" y="60929"/>
                </a:cubicBezTo>
                <a:cubicBezTo>
                  <a:pt x="68784" y="60929"/>
                  <a:pt x="69625" y="60772"/>
                  <a:pt x="70456" y="60458"/>
                </a:cubicBezTo>
                <a:cubicBezTo>
                  <a:pt x="71286" y="60143"/>
                  <a:pt x="72150" y="59650"/>
                  <a:pt x="73047" y="58976"/>
                </a:cubicBezTo>
                <a:cubicBezTo>
                  <a:pt x="73945" y="58303"/>
                  <a:pt x="74933" y="57439"/>
                  <a:pt x="76010" y="56384"/>
                </a:cubicBezTo>
                <a:cubicBezTo>
                  <a:pt x="77087" y="55330"/>
                  <a:pt x="78299" y="54062"/>
                  <a:pt x="79645" y="52581"/>
                </a:cubicBezTo>
                <a:lnTo>
                  <a:pt x="84290" y="57024"/>
                </a:lnTo>
                <a:cubicBezTo>
                  <a:pt x="82091" y="59268"/>
                  <a:pt x="80072" y="61198"/>
                  <a:pt x="78232" y="62814"/>
                </a:cubicBezTo>
                <a:cubicBezTo>
                  <a:pt x="76392" y="64430"/>
                  <a:pt x="74607" y="65765"/>
                  <a:pt x="72879" y="66820"/>
                </a:cubicBezTo>
                <a:cubicBezTo>
                  <a:pt x="71151" y="67874"/>
                  <a:pt x="69434" y="68660"/>
                  <a:pt x="67729" y="69176"/>
                </a:cubicBezTo>
                <a:cubicBezTo>
                  <a:pt x="66023" y="69692"/>
                  <a:pt x="64206" y="69950"/>
                  <a:pt x="62276" y="69950"/>
                </a:cubicBezTo>
                <a:cubicBezTo>
                  <a:pt x="60660" y="69950"/>
                  <a:pt x="59168" y="69636"/>
                  <a:pt x="57799" y="69008"/>
                </a:cubicBezTo>
                <a:cubicBezTo>
                  <a:pt x="56430" y="68379"/>
                  <a:pt x="55252" y="67516"/>
                  <a:pt x="54264" y="66416"/>
                </a:cubicBezTo>
                <a:cubicBezTo>
                  <a:pt x="53276" y="65316"/>
                  <a:pt x="52513" y="64015"/>
                  <a:pt x="51975" y="62511"/>
                </a:cubicBezTo>
                <a:cubicBezTo>
                  <a:pt x="51436" y="61007"/>
                  <a:pt x="51167" y="59358"/>
                  <a:pt x="51167" y="57562"/>
                </a:cubicBezTo>
                <a:cubicBezTo>
                  <a:pt x="51167" y="55767"/>
                  <a:pt x="51358" y="53669"/>
                  <a:pt x="51739" y="51268"/>
                </a:cubicBezTo>
                <a:cubicBezTo>
                  <a:pt x="52121" y="48866"/>
                  <a:pt x="52693" y="46229"/>
                  <a:pt x="53456" y="43357"/>
                </a:cubicBezTo>
                <a:cubicBezTo>
                  <a:pt x="54264" y="40440"/>
                  <a:pt x="55016" y="37646"/>
                  <a:pt x="55711" y="34975"/>
                </a:cubicBezTo>
                <a:cubicBezTo>
                  <a:pt x="56407" y="32305"/>
                  <a:pt x="57013" y="29836"/>
                  <a:pt x="57529" y="27570"/>
                </a:cubicBezTo>
                <a:cubicBezTo>
                  <a:pt x="58046" y="25303"/>
                  <a:pt x="58449" y="23283"/>
                  <a:pt x="58741" y="21510"/>
                </a:cubicBezTo>
                <a:cubicBezTo>
                  <a:pt x="59033" y="19737"/>
                  <a:pt x="59178" y="18267"/>
                  <a:pt x="59178" y="17101"/>
                </a:cubicBezTo>
                <a:cubicBezTo>
                  <a:pt x="59178" y="14318"/>
                  <a:pt x="58652" y="12276"/>
                  <a:pt x="57596" y="10974"/>
                </a:cubicBezTo>
                <a:cubicBezTo>
                  <a:pt x="56542" y="9672"/>
                  <a:pt x="54848" y="9022"/>
                  <a:pt x="52513" y="9022"/>
                </a:cubicBezTo>
                <a:cubicBezTo>
                  <a:pt x="51167" y="9022"/>
                  <a:pt x="49719" y="9369"/>
                  <a:pt x="48171" y="10065"/>
                </a:cubicBezTo>
                <a:cubicBezTo>
                  <a:pt x="46623" y="10761"/>
                  <a:pt x="45063" y="11726"/>
                  <a:pt x="43492" y="12960"/>
                </a:cubicBezTo>
                <a:cubicBezTo>
                  <a:pt x="41922" y="14194"/>
                  <a:pt x="40384" y="15653"/>
                  <a:pt x="38880" y="17336"/>
                </a:cubicBezTo>
                <a:cubicBezTo>
                  <a:pt x="37376" y="19019"/>
                  <a:pt x="35997" y="20815"/>
                  <a:pt x="34739" y="22722"/>
                </a:cubicBezTo>
                <a:cubicBezTo>
                  <a:pt x="33483" y="24629"/>
                  <a:pt x="32372" y="26627"/>
                  <a:pt x="31407" y="28714"/>
                </a:cubicBezTo>
                <a:cubicBezTo>
                  <a:pt x="30442" y="30801"/>
                  <a:pt x="29736" y="32877"/>
                  <a:pt x="29287" y="34942"/>
                </a:cubicBezTo>
                <a:lnTo>
                  <a:pt x="21746" y="68739"/>
                </a:lnTo>
                <a:lnTo>
                  <a:pt x="8550" y="68739"/>
                </a:lnTo>
                <a:lnTo>
                  <a:pt x="18649" y="24843"/>
                </a:lnTo>
                <a:cubicBezTo>
                  <a:pt x="19233" y="22509"/>
                  <a:pt x="19659" y="20422"/>
                  <a:pt x="19929" y="18582"/>
                </a:cubicBezTo>
                <a:cubicBezTo>
                  <a:pt x="20197" y="16741"/>
                  <a:pt x="20332" y="15238"/>
                  <a:pt x="20332" y="14071"/>
                </a:cubicBezTo>
                <a:cubicBezTo>
                  <a:pt x="20332" y="10795"/>
                  <a:pt x="19009" y="9156"/>
                  <a:pt x="16360" y="9156"/>
                </a:cubicBezTo>
                <a:cubicBezTo>
                  <a:pt x="15552" y="9156"/>
                  <a:pt x="14733" y="9325"/>
                  <a:pt x="13903" y="9661"/>
                </a:cubicBezTo>
                <a:cubicBezTo>
                  <a:pt x="13073" y="9998"/>
                  <a:pt x="12197" y="10503"/>
                  <a:pt x="11277" y="11176"/>
                </a:cubicBezTo>
                <a:cubicBezTo>
                  <a:pt x="10357" y="11849"/>
                  <a:pt x="9359" y="12702"/>
                  <a:pt x="8281" y="13734"/>
                </a:cubicBezTo>
                <a:cubicBezTo>
                  <a:pt x="7204" y="14767"/>
                  <a:pt x="5992" y="15978"/>
                  <a:pt x="4645" y="17370"/>
                </a:cubicBezTo>
                <a:lnTo>
                  <a:pt x="0" y="12994"/>
                </a:lnTo>
                <a:cubicBezTo>
                  <a:pt x="2245" y="10705"/>
                  <a:pt x="4298" y="8741"/>
                  <a:pt x="6160" y="7103"/>
                </a:cubicBezTo>
                <a:cubicBezTo>
                  <a:pt x="8023" y="5465"/>
                  <a:pt x="9796" y="4118"/>
                  <a:pt x="11480" y="3063"/>
                </a:cubicBezTo>
                <a:cubicBezTo>
                  <a:pt x="13163" y="2009"/>
                  <a:pt x="14834" y="1234"/>
                  <a:pt x="16495" y="741"/>
                </a:cubicBezTo>
                <a:cubicBezTo>
                  <a:pt x="18156" y="247"/>
                  <a:pt x="19906" y="0"/>
                  <a:pt x="21746" y="0"/>
                </a:cubicBezTo>
                <a:cubicBezTo>
                  <a:pt x="25068" y="0"/>
                  <a:pt x="27637" y="1088"/>
                  <a:pt x="29455" y="3265"/>
                </a:cubicBezTo>
                <a:cubicBezTo>
                  <a:pt x="31272" y="5442"/>
                  <a:pt x="32182" y="8304"/>
                  <a:pt x="32182" y="11849"/>
                </a:cubicBezTo>
                <a:cubicBezTo>
                  <a:pt x="32182" y="12747"/>
                  <a:pt x="32103" y="13689"/>
                  <a:pt x="31945" y="14677"/>
                </a:cubicBezTo>
                <a:cubicBezTo>
                  <a:pt x="31788" y="15664"/>
                  <a:pt x="31509" y="16607"/>
                  <a:pt x="31104" y="17504"/>
                </a:cubicBezTo>
                <a:lnTo>
                  <a:pt x="32047" y="178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6D0D2E2B-6B0D-49BB-A0A3-040F2EB2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6880" y="4492391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7"/>
                </a:moveTo>
                <a:cubicBezTo>
                  <a:pt x="35846" y="12646"/>
                  <a:pt x="28749" y="20197"/>
                  <a:pt x="23473" y="28931"/>
                </a:cubicBezTo>
                <a:cubicBezTo>
                  <a:pt x="18196" y="37666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0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6" y="16634"/>
                  <a:pt x="60729" y="10053"/>
                </a:cubicBezTo>
                <a:cubicBezTo>
                  <a:pt x="67431" y="3472"/>
                  <a:pt x="74997" y="182"/>
                  <a:pt x="83428" y="182"/>
                </a:cubicBezTo>
                <a:cubicBezTo>
                  <a:pt x="91738" y="182"/>
                  <a:pt x="97985" y="2502"/>
                  <a:pt x="102170" y="7142"/>
                </a:cubicBezTo>
                <a:cubicBezTo>
                  <a:pt x="106355" y="11782"/>
                  <a:pt x="108448" y="18742"/>
                  <a:pt x="108448" y="28022"/>
                </a:cubicBezTo>
                <a:cubicBezTo>
                  <a:pt x="108448" y="39606"/>
                  <a:pt x="106037" y="50130"/>
                  <a:pt x="101215" y="59591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8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8"/>
                </a:lnTo>
                <a:cubicBezTo>
                  <a:pt x="23928" y="88614"/>
                  <a:pt x="15239" y="84869"/>
                  <a:pt x="9143" y="78651"/>
                </a:cubicBezTo>
                <a:cubicBezTo>
                  <a:pt x="3048" y="72435"/>
                  <a:pt x="0" y="64261"/>
                  <a:pt x="0" y="54133"/>
                </a:cubicBezTo>
                <a:cubicBezTo>
                  <a:pt x="0" y="33996"/>
                  <a:pt x="13344" y="15952"/>
                  <a:pt x="40031" y="0"/>
                </a:cubicBezTo>
                <a:lnTo>
                  <a:pt x="44762" y="6277"/>
                </a:lnTo>
                <a:moveTo>
                  <a:pt x="50949" y="83064"/>
                </a:moveTo>
                <a:cubicBezTo>
                  <a:pt x="59561" y="82761"/>
                  <a:pt x="66991" y="79925"/>
                  <a:pt x="73238" y="74558"/>
                </a:cubicBezTo>
                <a:cubicBezTo>
                  <a:pt x="79486" y="69190"/>
                  <a:pt x="84308" y="61927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4" y="14966"/>
                  <a:pt x="90024" y="11964"/>
                </a:cubicBezTo>
                <a:cubicBezTo>
                  <a:pt x="88175" y="8962"/>
                  <a:pt x="85521" y="7460"/>
                  <a:pt x="82063" y="7460"/>
                </a:cubicBezTo>
                <a:cubicBezTo>
                  <a:pt x="77151" y="7460"/>
                  <a:pt x="72950" y="10220"/>
                  <a:pt x="69463" y="15739"/>
                </a:cubicBezTo>
                <a:cubicBezTo>
                  <a:pt x="65975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2478063E-71CA-4A54-9B39-C118387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452" y="4422973"/>
            <a:ext cx="95668" cy="87320"/>
          </a:xfrm>
          <a:custGeom xmlns:a="http://schemas.openxmlformats.org/drawingml/2006/main">
            <a:pathLst>
              <a:path w="95668" h="87320">
                <a:moveTo>
                  <a:pt x="65507" y="66786"/>
                </a:moveTo>
                <a:cubicBezTo>
                  <a:pt x="66000" y="63914"/>
                  <a:pt x="66629" y="60513"/>
                  <a:pt x="67392" y="56586"/>
                </a:cubicBezTo>
                <a:cubicBezTo>
                  <a:pt x="68155" y="52659"/>
                  <a:pt x="69052" y="48586"/>
                  <a:pt x="70085" y="44367"/>
                </a:cubicBezTo>
                <a:cubicBezTo>
                  <a:pt x="70848" y="41180"/>
                  <a:pt x="71622" y="37904"/>
                  <a:pt x="72408" y="34538"/>
                </a:cubicBezTo>
                <a:cubicBezTo>
                  <a:pt x="73193" y="31171"/>
                  <a:pt x="73923" y="27940"/>
                  <a:pt x="74596" y="24843"/>
                </a:cubicBezTo>
                <a:cubicBezTo>
                  <a:pt x="75269" y="21746"/>
                  <a:pt x="75819" y="18884"/>
                  <a:pt x="76245" y="16259"/>
                </a:cubicBezTo>
                <a:cubicBezTo>
                  <a:pt x="76671" y="13633"/>
                  <a:pt x="76885" y="11467"/>
                  <a:pt x="76885" y="9762"/>
                </a:cubicBezTo>
                <a:cubicBezTo>
                  <a:pt x="76885" y="7787"/>
                  <a:pt x="76380" y="6385"/>
                  <a:pt x="75370" y="5554"/>
                </a:cubicBezTo>
                <a:cubicBezTo>
                  <a:pt x="74360" y="4724"/>
                  <a:pt x="72487" y="4286"/>
                  <a:pt x="69748" y="4241"/>
                </a:cubicBezTo>
                <a:lnTo>
                  <a:pt x="70691" y="0"/>
                </a:lnTo>
                <a:lnTo>
                  <a:pt x="95668" y="0"/>
                </a:lnTo>
                <a:lnTo>
                  <a:pt x="94793" y="4039"/>
                </a:lnTo>
                <a:cubicBezTo>
                  <a:pt x="93267" y="4488"/>
                  <a:pt x="92055" y="4881"/>
                  <a:pt x="91158" y="5217"/>
                </a:cubicBezTo>
                <a:cubicBezTo>
                  <a:pt x="90260" y="5554"/>
                  <a:pt x="89497" y="6205"/>
                  <a:pt x="88869" y="7170"/>
                </a:cubicBezTo>
                <a:cubicBezTo>
                  <a:pt x="88240" y="8135"/>
                  <a:pt x="87645" y="9537"/>
                  <a:pt x="87085" y="11378"/>
                </a:cubicBezTo>
                <a:cubicBezTo>
                  <a:pt x="86524" y="13218"/>
                  <a:pt x="85861" y="15866"/>
                  <a:pt x="85098" y="19322"/>
                </a:cubicBezTo>
                <a:lnTo>
                  <a:pt x="69883" y="87320"/>
                </a:lnTo>
                <a:lnTo>
                  <a:pt x="59717" y="87320"/>
                </a:lnTo>
                <a:cubicBezTo>
                  <a:pt x="57338" y="81216"/>
                  <a:pt x="54904" y="75067"/>
                  <a:pt x="52412" y="68873"/>
                </a:cubicBezTo>
                <a:cubicBezTo>
                  <a:pt x="49922" y="62679"/>
                  <a:pt x="47475" y="56485"/>
                  <a:pt x="45074" y="50291"/>
                </a:cubicBezTo>
                <a:cubicBezTo>
                  <a:pt x="42672" y="44097"/>
                  <a:pt x="40373" y="37949"/>
                  <a:pt x="38174" y="31844"/>
                </a:cubicBezTo>
                <a:cubicBezTo>
                  <a:pt x="35974" y="25740"/>
                  <a:pt x="33976" y="19726"/>
                  <a:pt x="32181" y="13801"/>
                </a:cubicBezTo>
                <a:lnTo>
                  <a:pt x="31306" y="13801"/>
                </a:lnTo>
                <a:cubicBezTo>
                  <a:pt x="31081" y="15193"/>
                  <a:pt x="30813" y="16809"/>
                  <a:pt x="30498" y="18649"/>
                </a:cubicBezTo>
                <a:cubicBezTo>
                  <a:pt x="30184" y="20489"/>
                  <a:pt x="29836" y="22475"/>
                  <a:pt x="29455" y="24607"/>
                </a:cubicBezTo>
                <a:cubicBezTo>
                  <a:pt x="29073" y="26739"/>
                  <a:pt x="28669" y="28927"/>
                  <a:pt x="28243" y="31171"/>
                </a:cubicBezTo>
                <a:cubicBezTo>
                  <a:pt x="27816" y="33415"/>
                  <a:pt x="27379" y="35659"/>
                  <a:pt x="26930" y="37904"/>
                </a:cubicBezTo>
                <a:cubicBezTo>
                  <a:pt x="26526" y="39609"/>
                  <a:pt x="26043" y="41595"/>
                  <a:pt x="25483" y="43862"/>
                </a:cubicBezTo>
                <a:cubicBezTo>
                  <a:pt x="24921" y="46128"/>
                  <a:pt x="24349" y="48552"/>
                  <a:pt x="23766" y="51133"/>
                </a:cubicBezTo>
                <a:cubicBezTo>
                  <a:pt x="23182" y="53714"/>
                  <a:pt x="22588" y="56328"/>
                  <a:pt x="21982" y="58976"/>
                </a:cubicBezTo>
                <a:cubicBezTo>
                  <a:pt x="21375" y="61624"/>
                  <a:pt x="20826" y="64149"/>
                  <a:pt x="20332" y="66550"/>
                </a:cubicBezTo>
                <a:cubicBezTo>
                  <a:pt x="19838" y="68952"/>
                  <a:pt x="19446" y="71140"/>
                  <a:pt x="19153" y="73114"/>
                </a:cubicBezTo>
                <a:cubicBezTo>
                  <a:pt x="18862" y="75089"/>
                  <a:pt x="18717" y="76638"/>
                  <a:pt x="18717" y="77760"/>
                </a:cubicBezTo>
                <a:cubicBezTo>
                  <a:pt x="18717" y="79645"/>
                  <a:pt x="19255" y="80980"/>
                  <a:pt x="20332" y="81766"/>
                </a:cubicBezTo>
                <a:cubicBezTo>
                  <a:pt x="21409" y="82551"/>
                  <a:pt x="23249" y="83033"/>
                  <a:pt x="25852" y="83213"/>
                </a:cubicBezTo>
                <a:lnTo>
                  <a:pt x="25112" y="87320"/>
                </a:lnTo>
                <a:lnTo>
                  <a:pt x="0" y="87320"/>
                </a:lnTo>
                <a:lnTo>
                  <a:pt x="876" y="83213"/>
                </a:lnTo>
                <a:cubicBezTo>
                  <a:pt x="2222" y="82989"/>
                  <a:pt x="3343" y="82720"/>
                  <a:pt x="4242" y="82405"/>
                </a:cubicBezTo>
                <a:cubicBezTo>
                  <a:pt x="5139" y="82091"/>
                  <a:pt x="5925" y="81452"/>
                  <a:pt x="6598" y="80487"/>
                </a:cubicBezTo>
                <a:cubicBezTo>
                  <a:pt x="7271" y="79521"/>
                  <a:pt x="7910" y="78074"/>
                  <a:pt x="8516" y="76144"/>
                </a:cubicBezTo>
                <a:cubicBezTo>
                  <a:pt x="9122" y="74214"/>
                  <a:pt x="9807" y="71499"/>
                  <a:pt x="10570" y="67998"/>
                </a:cubicBezTo>
                <a:lnTo>
                  <a:pt x="21611" y="18918"/>
                </a:lnTo>
                <a:cubicBezTo>
                  <a:pt x="22016" y="17123"/>
                  <a:pt x="22318" y="15451"/>
                  <a:pt x="22520" y="13902"/>
                </a:cubicBezTo>
                <a:cubicBezTo>
                  <a:pt x="22722" y="12354"/>
                  <a:pt x="22823" y="10974"/>
                  <a:pt x="22823" y="9762"/>
                </a:cubicBezTo>
                <a:cubicBezTo>
                  <a:pt x="22823" y="7787"/>
                  <a:pt x="22307" y="6385"/>
                  <a:pt x="21274" y="5554"/>
                </a:cubicBezTo>
                <a:cubicBezTo>
                  <a:pt x="20243" y="4724"/>
                  <a:pt x="18357" y="4286"/>
                  <a:pt x="15619" y="4241"/>
                </a:cubicBezTo>
                <a:lnTo>
                  <a:pt x="16629" y="0"/>
                </a:lnTo>
                <a:lnTo>
                  <a:pt x="39857" y="0"/>
                </a:lnTo>
                <a:cubicBezTo>
                  <a:pt x="41966" y="5610"/>
                  <a:pt x="44131" y="11254"/>
                  <a:pt x="46353" y="16932"/>
                </a:cubicBezTo>
                <a:cubicBezTo>
                  <a:pt x="48574" y="22610"/>
                  <a:pt x="50763" y="28276"/>
                  <a:pt x="52917" y="33932"/>
                </a:cubicBezTo>
                <a:cubicBezTo>
                  <a:pt x="55072" y="39587"/>
                  <a:pt x="57147" y="45163"/>
                  <a:pt x="59144" y="50662"/>
                </a:cubicBezTo>
                <a:cubicBezTo>
                  <a:pt x="61142" y="56160"/>
                  <a:pt x="62971" y="61535"/>
                  <a:pt x="64632" y="66786"/>
                </a:cubicBezTo>
                <a:lnTo>
                  <a:pt x="65507" y="667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B784E51F-D479-479F-A51F-3B059D49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068" y="4458853"/>
            <a:ext cx="108447" cy="128008"/>
          </a:xfrm>
          <a:custGeom xmlns:a="http://schemas.openxmlformats.org/drawingml/2006/main">
            <a:pathLst>
              <a:path w="108447" h="128008">
                <a:moveTo>
                  <a:pt x="44762" y="6277"/>
                </a:moveTo>
                <a:cubicBezTo>
                  <a:pt x="35846" y="12646"/>
                  <a:pt x="28749" y="20197"/>
                  <a:pt x="23472" y="28931"/>
                </a:cubicBezTo>
                <a:cubicBezTo>
                  <a:pt x="18196" y="37666"/>
                  <a:pt x="15557" y="46278"/>
                  <a:pt x="15557" y="54769"/>
                </a:cubicBezTo>
                <a:cubicBezTo>
                  <a:pt x="15557" y="62654"/>
                  <a:pt x="17316" y="68871"/>
                  <a:pt x="20834" y="73420"/>
                </a:cubicBezTo>
                <a:cubicBezTo>
                  <a:pt x="24352" y="77969"/>
                  <a:pt x="29659" y="80972"/>
                  <a:pt x="36756" y="82427"/>
                </a:cubicBezTo>
                <a:lnTo>
                  <a:pt x="46035" y="40668"/>
                </a:lnTo>
                <a:cubicBezTo>
                  <a:pt x="49129" y="26839"/>
                  <a:pt x="54026" y="16634"/>
                  <a:pt x="60728" y="10053"/>
                </a:cubicBezTo>
                <a:cubicBezTo>
                  <a:pt x="67430" y="3472"/>
                  <a:pt x="74997" y="182"/>
                  <a:pt x="83428" y="182"/>
                </a:cubicBezTo>
                <a:cubicBezTo>
                  <a:pt x="91737" y="182"/>
                  <a:pt x="97984" y="2502"/>
                  <a:pt x="102170" y="7142"/>
                </a:cubicBezTo>
                <a:cubicBezTo>
                  <a:pt x="106355" y="11782"/>
                  <a:pt x="108447" y="18742"/>
                  <a:pt x="108447" y="28022"/>
                </a:cubicBezTo>
                <a:cubicBezTo>
                  <a:pt x="108447" y="39606"/>
                  <a:pt x="106037" y="50130"/>
                  <a:pt x="101214" y="59591"/>
                </a:cubicBezTo>
                <a:cubicBezTo>
                  <a:pt x="96393" y="69053"/>
                  <a:pt x="89524" y="76453"/>
                  <a:pt x="80607" y="81790"/>
                </a:cubicBezTo>
                <a:cubicBezTo>
                  <a:pt x="71692" y="87128"/>
                  <a:pt x="61320" y="89888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8"/>
                </a:lnTo>
                <a:cubicBezTo>
                  <a:pt x="23927" y="88614"/>
                  <a:pt x="15239" y="84869"/>
                  <a:pt x="9143" y="78651"/>
                </a:cubicBezTo>
                <a:cubicBezTo>
                  <a:pt x="3048" y="72435"/>
                  <a:pt x="0" y="64261"/>
                  <a:pt x="0" y="54133"/>
                </a:cubicBezTo>
                <a:cubicBezTo>
                  <a:pt x="0" y="33996"/>
                  <a:pt x="13344" y="15952"/>
                  <a:pt x="40031" y="0"/>
                </a:cubicBezTo>
                <a:lnTo>
                  <a:pt x="44762" y="6277"/>
                </a:lnTo>
                <a:moveTo>
                  <a:pt x="50948" y="83064"/>
                </a:moveTo>
                <a:cubicBezTo>
                  <a:pt x="59561" y="82761"/>
                  <a:pt x="66991" y="79925"/>
                  <a:pt x="73238" y="74558"/>
                </a:cubicBezTo>
                <a:cubicBezTo>
                  <a:pt x="79486" y="69190"/>
                  <a:pt x="84307" y="61927"/>
                  <a:pt x="87704" y="52768"/>
                </a:cubicBezTo>
                <a:cubicBezTo>
                  <a:pt x="91100" y="43609"/>
                  <a:pt x="92799" y="34147"/>
                  <a:pt x="92799" y="24382"/>
                </a:cubicBezTo>
                <a:cubicBezTo>
                  <a:pt x="92799" y="19106"/>
                  <a:pt x="91874" y="14966"/>
                  <a:pt x="90024" y="11964"/>
                </a:cubicBezTo>
                <a:cubicBezTo>
                  <a:pt x="88174" y="8962"/>
                  <a:pt x="85521" y="7460"/>
                  <a:pt x="82063" y="7460"/>
                </a:cubicBezTo>
                <a:cubicBezTo>
                  <a:pt x="77150" y="7460"/>
                  <a:pt x="72950" y="10220"/>
                  <a:pt x="69462" y="15739"/>
                </a:cubicBezTo>
                <a:cubicBezTo>
                  <a:pt x="65975" y="21259"/>
                  <a:pt x="62897" y="29962"/>
                  <a:pt x="60228" y="41850"/>
                </a:cubicBezTo>
                <a:lnTo>
                  <a:pt x="50948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80B29C3B-130D-4484-B664-45A1E7F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638" y="4393160"/>
            <a:ext cx="95668" cy="87320"/>
          </a:xfrm>
          <a:custGeom xmlns:a="http://schemas.openxmlformats.org/drawingml/2006/main">
            <a:pathLst>
              <a:path w="95668" h="87320">
                <a:moveTo>
                  <a:pt x="65507" y="66786"/>
                </a:moveTo>
                <a:cubicBezTo>
                  <a:pt x="66000" y="63914"/>
                  <a:pt x="66629" y="60513"/>
                  <a:pt x="67392" y="56586"/>
                </a:cubicBezTo>
                <a:cubicBezTo>
                  <a:pt x="68155" y="52659"/>
                  <a:pt x="69052" y="48586"/>
                  <a:pt x="70085" y="44367"/>
                </a:cubicBezTo>
                <a:cubicBezTo>
                  <a:pt x="70848" y="41180"/>
                  <a:pt x="71622" y="37904"/>
                  <a:pt x="72408" y="34538"/>
                </a:cubicBezTo>
                <a:cubicBezTo>
                  <a:pt x="73193" y="31171"/>
                  <a:pt x="73923" y="27940"/>
                  <a:pt x="74596" y="24843"/>
                </a:cubicBezTo>
                <a:cubicBezTo>
                  <a:pt x="75269" y="21746"/>
                  <a:pt x="75819" y="18884"/>
                  <a:pt x="76245" y="16259"/>
                </a:cubicBezTo>
                <a:cubicBezTo>
                  <a:pt x="76671" y="13633"/>
                  <a:pt x="76885" y="11467"/>
                  <a:pt x="76885" y="9762"/>
                </a:cubicBezTo>
                <a:cubicBezTo>
                  <a:pt x="76885" y="7787"/>
                  <a:pt x="76380" y="6385"/>
                  <a:pt x="75370" y="5554"/>
                </a:cubicBezTo>
                <a:cubicBezTo>
                  <a:pt x="74360" y="4724"/>
                  <a:pt x="72487" y="4286"/>
                  <a:pt x="69748" y="4241"/>
                </a:cubicBezTo>
                <a:lnTo>
                  <a:pt x="70691" y="0"/>
                </a:lnTo>
                <a:lnTo>
                  <a:pt x="95668" y="0"/>
                </a:lnTo>
                <a:lnTo>
                  <a:pt x="94793" y="4039"/>
                </a:lnTo>
                <a:cubicBezTo>
                  <a:pt x="93267" y="4488"/>
                  <a:pt x="92055" y="4881"/>
                  <a:pt x="91158" y="5217"/>
                </a:cubicBezTo>
                <a:cubicBezTo>
                  <a:pt x="90260" y="5554"/>
                  <a:pt x="89497" y="6205"/>
                  <a:pt x="88869" y="7170"/>
                </a:cubicBezTo>
                <a:cubicBezTo>
                  <a:pt x="88240" y="8135"/>
                  <a:pt x="87645" y="9537"/>
                  <a:pt x="87085" y="11378"/>
                </a:cubicBezTo>
                <a:cubicBezTo>
                  <a:pt x="86524" y="13218"/>
                  <a:pt x="85861" y="15866"/>
                  <a:pt x="85098" y="19322"/>
                </a:cubicBezTo>
                <a:lnTo>
                  <a:pt x="69883" y="87320"/>
                </a:lnTo>
                <a:lnTo>
                  <a:pt x="59717" y="87320"/>
                </a:lnTo>
                <a:cubicBezTo>
                  <a:pt x="57338" y="81216"/>
                  <a:pt x="54904" y="75067"/>
                  <a:pt x="52412" y="68873"/>
                </a:cubicBezTo>
                <a:cubicBezTo>
                  <a:pt x="49922" y="62679"/>
                  <a:pt x="47475" y="56485"/>
                  <a:pt x="45074" y="50291"/>
                </a:cubicBezTo>
                <a:cubicBezTo>
                  <a:pt x="42672" y="44097"/>
                  <a:pt x="40373" y="37949"/>
                  <a:pt x="38174" y="31844"/>
                </a:cubicBezTo>
                <a:cubicBezTo>
                  <a:pt x="35974" y="25740"/>
                  <a:pt x="33976" y="19726"/>
                  <a:pt x="32181" y="13801"/>
                </a:cubicBezTo>
                <a:lnTo>
                  <a:pt x="31306" y="13801"/>
                </a:lnTo>
                <a:cubicBezTo>
                  <a:pt x="31081" y="15193"/>
                  <a:pt x="30813" y="16809"/>
                  <a:pt x="30498" y="18649"/>
                </a:cubicBezTo>
                <a:cubicBezTo>
                  <a:pt x="30184" y="20489"/>
                  <a:pt x="29836" y="22475"/>
                  <a:pt x="29455" y="24607"/>
                </a:cubicBezTo>
                <a:cubicBezTo>
                  <a:pt x="29073" y="26739"/>
                  <a:pt x="28669" y="28927"/>
                  <a:pt x="28243" y="31171"/>
                </a:cubicBezTo>
                <a:cubicBezTo>
                  <a:pt x="27816" y="33415"/>
                  <a:pt x="27379" y="35659"/>
                  <a:pt x="26930" y="37904"/>
                </a:cubicBezTo>
                <a:cubicBezTo>
                  <a:pt x="26526" y="39609"/>
                  <a:pt x="26043" y="41595"/>
                  <a:pt x="25483" y="43862"/>
                </a:cubicBezTo>
                <a:cubicBezTo>
                  <a:pt x="24921" y="46128"/>
                  <a:pt x="24349" y="48552"/>
                  <a:pt x="23766" y="51133"/>
                </a:cubicBezTo>
                <a:cubicBezTo>
                  <a:pt x="23182" y="53714"/>
                  <a:pt x="22588" y="56328"/>
                  <a:pt x="21982" y="58976"/>
                </a:cubicBezTo>
                <a:cubicBezTo>
                  <a:pt x="21375" y="61624"/>
                  <a:pt x="20826" y="64149"/>
                  <a:pt x="20332" y="66550"/>
                </a:cubicBezTo>
                <a:cubicBezTo>
                  <a:pt x="19838" y="68952"/>
                  <a:pt x="19446" y="71140"/>
                  <a:pt x="19153" y="73114"/>
                </a:cubicBezTo>
                <a:cubicBezTo>
                  <a:pt x="18862" y="75089"/>
                  <a:pt x="18717" y="76638"/>
                  <a:pt x="18717" y="77760"/>
                </a:cubicBezTo>
                <a:cubicBezTo>
                  <a:pt x="18717" y="79645"/>
                  <a:pt x="19255" y="80980"/>
                  <a:pt x="20332" y="81766"/>
                </a:cubicBezTo>
                <a:cubicBezTo>
                  <a:pt x="21409" y="82551"/>
                  <a:pt x="23249" y="83033"/>
                  <a:pt x="25852" y="83213"/>
                </a:cubicBezTo>
                <a:lnTo>
                  <a:pt x="25112" y="87320"/>
                </a:lnTo>
                <a:lnTo>
                  <a:pt x="0" y="87320"/>
                </a:lnTo>
                <a:lnTo>
                  <a:pt x="876" y="83213"/>
                </a:lnTo>
                <a:cubicBezTo>
                  <a:pt x="2222" y="82989"/>
                  <a:pt x="3343" y="82720"/>
                  <a:pt x="4242" y="82405"/>
                </a:cubicBezTo>
                <a:cubicBezTo>
                  <a:pt x="5139" y="82091"/>
                  <a:pt x="5925" y="81452"/>
                  <a:pt x="6598" y="80487"/>
                </a:cubicBezTo>
                <a:cubicBezTo>
                  <a:pt x="7271" y="79521"/>
                  <a:pt x="7910" y="78074"/>
                  <a:pt x="8516" y="76144"/>
                </a:cubicBezTo>
                <a:cubicBezTo>
                  <a:pt x="9122" y="74214"/>
                  <a:pt x="9807" y="71499"/>
                  <a:pt x="10570" y="67998"/>
                </a:cubicBezTo>
                <a:lnTo>
                  <a:pt x="21611" y="18918"/>
                </a:lnTo>
                <a:cubicBezTo>
                  <a:pt x="22016" y="17123"/>
                  <a:pt x="22318" y="15451"/>
                  <a:pt x="22520" y="13902"/>
                </a:cubicBezTo>
                <a:cubicBezTo>
                  <a:pt x="22722" y="12354"/>
                  <a:pt x="22823" y="10974"/>
                  <a:pt x="22823" y="9762"/>
                </a:cubicBezTo>
                <a:cubicBezTo>
                  <a:pt x="22823" y="7787"/>
                  <a:pt x="22307" y="6385"/>
                  <a:pt x="21274" y="5554"/>
                </a:cubicBezTo>
                <a:cubicBezTo>
                  <a:pt x="20243" y="4724"/>
                  <a:pt x="18357" y="4286"/>
                  <a:pt x="15619" y="4241"/>
                </a:cubicBezTo>
                <a:lnTo>
                  <a:pt x="16629" y="0"/>
                </a:lnTo>
                <a:lnTo>
                  <a:pt x="39857" y="0"/>
                </a:lnTo>
                <a:cubicBezTo>
                  <a:pt x="41966" y="5610"/>
                  <a:pt x="44131" y="11254"/>
                  <a:pt x="46353" y="16932"/>
                </a:cubicBezTo>
                <a:cubicBezTo>
                  <a:pt x="48574" y="22610"/>
                  <a:pt x="50763" y="28276"/>
                  <a:pt x="52917" y="33932"/>
                </a:cubicBezTo>
                <a:cubicBezTo>
                  <a:pt x="55072" y="39587"/>
                  <a:pt x="57147" y="45163"/>
                  <a:pt x="59144" y="50662"/>
                </a:cubicBezTo>
                <a:cubicBezTo>
                  <a:pt x="61142" y="56160"/>
                  <a:pt x="62971" y="61535"/>
                  <a:pt x="64632" y="66786"/>
                </a:cubicBezTo>
                <a:lnTo>
                  <a:pt x="65507" y="667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CB4861A6-1D42-49E9-AC84-5B4B1E8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2064" y="2933493"/>
            <a:ext cx="90670" cy="140408"/>
          </a:xfrm>
          <a:custGeom xmlns:a="http://schemas.openxmlformats.org/drawingml/2006/main">
            <a:pathLst>
              <a:path w="90670" h="140408">
                <a:moveTo>
                  <a:pt x="58145" y="74157"/>
                </a:moveTo>
                <a:cubicBezTo>
                  <a:pt x="52407" y="82230"/>
                  <a:pt x="46553" y="88368"/>
                  <a:pt x="40581" y="92571"/>
                </a:cubicBezTo>
                <a:cubicBezTo>
                  <a:pt x="34610" y="96775"/>
                  <a:pt x="28789" y="98876"/>
                  <a:pt x="23118" y="98876"/>
                </a:cubicBezTo>
                <a:cubicBezTo>
                  <a:pt x="15779" y="98876"/>
                  <a:pt x="10091" y="96108"/>
                  <a:pt x="6055" y="90570"/>
                </a:cubicBezTo>
                <a:cubicBezTo>
                  <a:pt x="2018" y="85032"/>
                  <a:pt x="0" y="77260"/>
                  <a:pt x="0" y="67252"/>
                </a:cubicBezTo>
                <a:cubicBezTo>
                  <a:pt x="0" y="55776"/>
                  <a:pt x="2252" y="44751"/>
                  <a:pt x="6755" y="34176"/>
                </a:cubicBezTo>
                <a:cubicBezTo>
                  <a:pt x="11259" y="23601"/>
                  <a:pt x="17447" y="15262"/>
                  <a:pt x="25320" y="9157"/>
                </a:cubicBezTo>
                <a:cubicBezTo>
                  <a:pt x="33192" y="3052"/>
                  <a:pt x="41966" y="0"/>
                  <a:pt x="51640" y="0"/>
                </a:cubicBezTo>
                <a:cubicBezTo>
                  <a:pt x="55777" y="0"/>
                  <a:pt x="59713" y="484"/>
                  <a:pt x="63449" y="1451"/>
                </a:cubicBezTo>
                <a:cubicBezTo>
                  <a:pt x="67185" y="2419"/>
                  <a:pt x="71055" y="4137"/>
                  <a:pt x="75058" y="6605"/>
                </a:cubicBezTo>
                <a:lnTo>
                  <a:pt x="84265" y="0"/>
                </a:lnTo>
                <a:lnTo>
                  <a:pt x="90670" y="1601"/>
                </a:lnTo>
                <a:lnTo>
                  <a:pt x="65050" y="115389"/>
                </a:lnTo>
                <a:cubicBezTo>
                  <a:pt x="63916" y="120460"/>
                  <a:pt x="63349" y="124263"/>
                  <a:pt x="63349" y="126798"/>
                </a:cubicBezTo>
                <a:cubicBezTo>
                  <a:pt x="63349" y="129733"/>
                  <a:pt x="64099" y="131818"/>
                  <a:pt x="65601" y="133052"/>
                </a:cubicBezTo>
                <a:cubicBezTo>
                  <a:pt x="67102" y="134287"/>
                  <a:pt x="70054" y="135104"/>
                  <a:pt x="74457" y="135505"/>
                </a:cubicBezTo>
                <a:lnTo>
                  <a:pt x="73557" y="140408"/>
                </a:lnTo>
                <a:lnTo>
                  <a:pt x="42332" y="140408"/>
                </a:lnTo>
                <a:lnTo>
                  <a:pt x="59546" y="74757"/>
                </a:lnTo>
                <a:lnTo>
                  <a:pt x="58145" y="74157"/>
                </a:lnTo>
                <a:moveTo>
                  <a:pt x="66251" y="36428"/>
                </a:moveTo>
                <a:cubicBezTo>
                  <a:pt x="67252" y="31624"/>
                  <a:pt x="67752" y="27087"/>
                  <a:pt x="67752" y="22817"/>
                </a:cubicBezTo>
                <a:cubicBezTo>
                  <a:pt x="67752" y="17613"/>
                  <a:pt x="66652" y="13827"/>
                  <a:pt x="64450" y="11459"/>
                </a:cubicBezTo>
                <a:cubicBezTo>
                  <a:pt x="62248" y="9090"/>
                  <a:pt x="58578" y="7906"/>
                  <a:pt x="53441" y="7906"/>
                </a:cubicBezTo>
                <a:cubicBezTo>
                  <a:pt x="46636" y="7906"/>
                  <a:pt x="40532" y="10658"/>
                  <a:pt x="35128" y="16162"/>
                </a:cubicBezTo>
                <a:cubicBezTo>
                  <a:pt x="29723" y="21667"/>
                  <a:pt x="25470" y="29089"/>
                  <a:pt x="22367" y="38429"/>
                </a:cubicBezTo>
                <a:cubicBezTo>
                  <a:pt x="19265" y="47770"/>
                  <a:pt x="17714" y="57077"/>
                  <a:pt x="17714" y="66351"/>
                </a:cubicBezTo>
                <a:cubicBezTo>
                  <a:pt x="17714" y="73290"/>
                  <a:pt x="18664" y="78477"/>
                  <a:pt x="20566" y="81913"/>
                </a:cubicBezTo>
                <a:cubicBezTo>
                  <a:pt x="22467" y="85349"/>
                  <a:pt x="25653" y="87067"/>
                  <a:pt x="30123" y="87067"/>
                </a:cubicBezTo>
                <a:cubicBezTo>
                  <a:pt x="32191" y="87067"/>
                  <a:pt x="34293" y="86617"/>
                  <a:pt x="36428" y="85716"/>
                </a:cubicBezTo>
                <a:cubicBezTo>
                  <a:pt x="38563" y="84815"/>
                  <a:pt x="40782" y="83364"/>
                  <a:pt x="43083" y="81363"/>
                </a:cubicBezTo>
                <a:cubicBezTo>
                  <a:pt x="45385" y="79361"/>
                  <a:pt x="47653" y="76926"/>
                  <a:pt x="49889" y="74057"/>
                </a:cubicBezTo>
                <a:cubicBezTo>
                  <a:pt x="52124" y="71188"/>
                  <a:pt x="54175" y="68303"/>
                  <a:pt x="56043" y="65400"/>
                </a:cubicBezTo>
                <a:cubicBezTo>
                  <a:pt x="57911" y="62498"/>
                  <a:pt x="59646" y="59062"/>
                  <a:pt x="61248" y="55092"/>
                </a:cubicBezTo>
                <a:cubicBezTo>
                  <a:pt x="62849" y="51122"/>
                  <a:pt x="64216" y="46336"/>
                  <a:pt x="65351" y="40731"/>
                </a:cubicBezTo>
                <a:lnTo>
                  <a:pt x="66251" y="36428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127CD946-8D55-4E79-9944-8B68657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596" y="2853420"/>
            <a:ext cx="33043" cy="102916"/>
          </a:xfrm>
          <a:custGeom xmlns:a="http://schemas.openxmlformats.org/drawingml/2006/main">
            <a:pathLst>
              <a:path w="33043" h="102916">
                <a:moveTo>
                  <a:pt x="24528" y="0"/>
                </a:moveTo>
                <a:lnTo>
                  <a:pt x="24528" y="15649"/>
                </a:lnTo>
                <a:lnTo>
                  <a:pt x="9170" y="15649"/>
                </a:lnTo>
                <a:lnTo>
                  <a:pt x="9170" y="0"/>
                </a:lnTo>
                <a:lnTo>
                  <a:pt x="24528" y="0"/>
                </a:lnTo>
                <a:moveTo>
                  <a:pt x="1092" y="98258"/>
                </a:moveTo>
                <a:cubicBezTo>
                  <a:pt x="3032" y="97579"/>
                  <a:pt x="4573" y="97045"/>
                  <a:pt x="5713" y="96656"/>
                </a:cubicBezTo>
                <a:cubicBezTo>
                  <a:pt x="6853" y="96268"/>
                  <a:pt x="7715" y="95674"/>
                  <a:pt x="8297" y="94874"/>
                </a:cubicBezTo>
                <a:cubicBezTo>
                  <a:pt x="8879" y="94073"/>
                  <a:pt x="9255" y="92896"/>
                  <a:pt x="9425" y="91344"/>
                </a:cubicBezTo>
                <a:cubicBezTo>
                  <a:pt x="9595" y="89791"/>
                  <a:pt x="9680" y="87534"/>
                  <a:pt x="9680" y="84574"/>
                </a:cubicBezTo>
                <a:lnTo>
                  <a:pt x="9680" y="50294"/>
                </a:lnTo>
                <a:cubicBezTo>
                  <a:pt x="9680" y="48595"/>
                  <a:pt x="9643" y="47152"/>
                  <a:pt x="9571" y="45963"/>
                </a:cubicBezTo>
                <a:cubicBezTo>
                  <a:pt x="9498" y="44774"/>
                  <a:pt x="9413" y="43767"/>
                  <a:pt x="9316" y="42942"/>
                </a:cubicBezTo>
                <a:cubicBezTo>
                  <a:pt x="9219" y="41778"/>
                  <a:pt x="9049" y="40795"/>
                  <a:pt x="8807" y="39995"/>
                </a:cubicBezTo>
                <a:cubicBezTo>
                  <a:pt x="8563" y="39194"/>
                  <a:pt x="8115" y="38491"/>
                  <a:pt x="7460" y="37884"/>
                </a:cubicBezTo>
                <a:cubicBezTo>
                  <a:pt x="6805" y="37278"/>
                  <a:pt x="5883" y="36756"/>
                  <a:pt x="4694" y="36319"/>
                </a:cubicBezTo>
                <a:cubicBezTo>
                  <a:pt x="3506" y="35882"/>
                  <a:pt x="1940" y="35470"/>
                  <a:pt x="0" y="35082"/>
                </a:cubicBezTo>
                <a:lnTo>
                  <a:pt x="0" y="30132"/>
                </a:lnTo>
                <a:lnTo>
                  <a:pt x="18851" y="29332"/>
                </a:lnTo>
                <a:lnTo>
                  <a:pt x="24091" y="29332"/>
                </a:lnTo>
                <a:lnTo>
                  <a:pt x="24091" y="84356"/>
                </a:lnTo>
                <a:cubicBezTo>
                  <a:pt x="24091" y="87316"/>
                  <a:pt x="24163" y="89572"/>
                  <a:pt x="24309" y="91125"/>
                </a:cubicBezTo>
                <a:cubicBezTo>
                  <a:pt x="24455" y="92678"/>
                  <a:pt x="24831" y="93879"/>
                  <a:pt x="25437" y="94728"/>
                </a:cubicBezTo>
                <a:cubicBezTo>
                  <a:pt x="26044" y="95577"/>
                  <a:pt x="26942" y="96208"/>
                  <a:pt x="28130" y="96620"/>
                </a:cubicBezTo>
                <a:cubicBezTo>
                  <a:pt x="29319" y="97033"/>
                  <a:pt x="30957" y="97579"/>
                  <a:pt x="33043" y="98258"/>
                </a:cubicBezTo>
                <a:lnTo>
                  <a:pt x="33043" y="102916"/>
                </a:lnTo>
                <a:lnTo>
                  <a:pt x="1092" y="102916"/>
                </a:lnTo>
                <a:lnTo>
                  <a:pt x="1092" y="98258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2631D3FE-4C70-4235-B32A-5248BB7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5696" y="2882024"/>
            <a:ext cx="78969" cy="74312"/>
          </a:xfrm>
          <a:custGeom xmlns:a="http://schemas.openxmlformats.org/drawingml/2006/main">
            <a:pathLst>
              <a:path w="78969" h="74312">
                <a:moveTo>
                  <a:pt x="78969" y="74312"/>
                </a:moveTo>
                <a:lnTo>
                  <a:pt x="46945" y="74312"/>
                </a:lnTo>
                <a:lnTo>
                  <a:pt x="46945" y="69654"/>
                </a:lnTo>
                <a:cubicBezTo>
                  <a:pt x="48935" y="68974"/>
                  <a:pt x="50499" y="68429"/>
                  <a:pt x="51640" y="68016"/>
                </a:cubicBezTo>
                <a:cubicBezTo>
                  <a:pt x="52779" y="67604"/>
                  <a:pt x="53641" y="66997"/>
                  <a:pt x="54223" y="66197"/>
                </a:cubicBezTo>
                <a:cubicBezTo>
                  <a:pt x="54806" y="65396"/>
                  <a:pt x="55182" y="64243"/>
                  <a:pt x="55352" y="62739"/>
                </a:cubicBezTo>
                <a:cubicBezTo>
                  <a:pt x="55521" y="61235"/>
                  <a:pt x="55606" y="59027"/>
                  <a:pt x="55606" y="56116"/>
                </a:cubicBezTo>
                <a:lnTo>
                  <a:pt x="55606" y="35882"/>
                </a:lnTo>
                <a:cubicBezTo>
                  <a:pt x="55606" y="30690"/>
                  <a:pt x="55388" y="26420"/>
                  <a:pt x="54951" y="23072"/>
                </a:cubicBezTo>
                <a:cubicBezTo>
                  <a:pt x="54515" y="19724"/>
                  <a:pt x="53774" y="17092"/>
                  <a:pt x="52731" y="15175"/>
                </a:cubicBezTo>
                <a:cubicBezTo>
                  <a:pt x="51688" y="13258"/>
                  <a:pt x="50305" y="11924"/>
                  <a:pt x="48582" y="11172"/>
                </a:cubicBezTo>
                <a:cubicBezTo>
                  <a:pt x="46860" y="10420"/>
                  <a:pt x="44737" y="10044"/>
                  <a:pt x="42214" y="10044"/>
                </a:cubicBezTo>
                <a:cubicBezTo>
                  <a:pt x="40079" y="10044"/>
                  <a:pt x="37932" y="10578"/>
                  <a:pt x="35773" y="11645"/>
                </a:cubicBezTo>
                <a:cubicBezTo>
                  <a:pt x="33614" y="12713"/>
                  <a:pt x="31672" y="14035"/>
                  <a:pt x="29950" y="15612"/>
                </a:cubicBezTo>
                <a:cubicBezTo>
                  <a:pt x="28227" y="17189"/>
                  <a:pt x="26820" y="18911"/>
                  <a:pt x="25729" y="20779"/>
                </a:cubicBezTo>
                <a:cubicBezTo>
                  <a:pt x="24637" y="22648"/>
                  <a:pt x="24091" y="24382"/>
                  <a:pt x="24091" y="25984"/>
                </a:cubicBezTo>
                <a:lnTo>
                  <a:pt x="24091" y="55752"/>
                </a:lnTo>
                <a:cubicBezTo>
                  <a:pt x="24091" y="58712"/>
                  <a:pt x="24163" y="60968"/>
                  <a:pt x="24309" y="62521"/>
                </a:cubicBezTo>
                <a:cubicBezTo>
                  <a:pt x="24455" y="64074"/>
                  <a:pt x="24831" y="65274"/>
                  <a:pt x="25437" y="66124"/>
                </a:cubicBezTo>
                <a:cubicBezTo>
                  <a:pt x="26044" y="66973"/>
                  <a:pt x="26942" y="67604"/>
                  <a:pt x="28130" y="68016"/>
                </a:cubicBezTo>
                <a:cubicBezTo>
                  <a:pt x="29319" y="68429"/>
                  <a:pt x="30957" y="68974"/>
                  <a:pt x="33043" y="69654"/>
                </a:cubicBezTo>
                <a:lnTo>
                  <a:pt x="33043" y="74312"/>
                </a:lnTo>
                <a:lnTo>
                  <a:pt x="1092" y="74312"/>
                </a:lnTo>
                <a:lnTo>
                  <a:pt x="1092" y="69654"/>
                </a:lnTo>
                <a:cubicBezTo>
                  <a:pt x="3032" y="68974"/>
                  <a:pt x="4573" y="68441"/>
                  <a:pt x="5713" y="68052"/>
                </a:cubicBezTo>
                <a:cubicBezTo>
                  <a:pt x="6853" y="67664"/>
                  <a:pt x="7715" y="67070"/>
                  <a:pt x="8297" y="66269"/>
                </a:cubicBezTo>
                <a:cubicBezTo>
                  <a:pt x="8879" y="65468"/>
                  <a:pt x="9255" y="64292"/>
                  <a:pt x="9425" y="62739"/>
                </a:cubicBezTo>
                <a:cubicBezTo>
                  <a:pt x="9595" y="61187"/>
                  <a:pt x="9680" y="58930"/>
                  <a:pt x="9680" y="55970"/>
                </a:cubicBezTo>
                <a:lnTo>
                  <a:pt x="9680" y="21689"/>
                </a:lnTo>
                <a:cubicBezTo>
                  <a:pt x="9680" y="19991"/>
                  <a:pt x="9643" y="18547"/>
                  <a:pt x="9571" y="17359"/>
                </a:cubicBezTo>
                <a:cubicBezTo>
                  <a:pt x="9498" y="16170"/>
                  <a:pt x="9413" y="15163"/>
                  <a:pt x="9316" y="14338"/>
                </a:cubicBezTo>
                <a:cubicBezTo>
                  <a:pt x="9219" y="13173"/>
                  <a:pt x="9049" y="12191"/>
                  <a:pt x="8807" y="11391"/>
                </a:cubicBezTo>
                <a:cubicBezTo>
                  <a:pt x="8563" y="10590"/>
                  <a:pt x="8115" y="9886"/>
                  <a:pt x="7460" y="9280"/>
                </a:cubicBezTo>
                <a:cubicBezTo>
                  <a:pt x="6805" y="8673"/>
                  <a:pt x="5883" y="8151"/>
                  <a:pt x="4694" y="7715"/>
                </a:cubicBezTo>
                <a:cubicBezTo>
                  <a:pt x="3506" y="7278"/>
                  <a:pt x="1940" y="6866"/>
                  <a:pt x="0" y="6478"/>
                </a:cubicBezTo>
                <a:lnTo>
                  <a:pt x="0" y="1528"/>
                </a:lnTo>
                <a:lnTo>
                  <a:pt x="19069" y="728"/>
                </a:lnTo>
                <a:lnTo>
                  <a:pt x="24237" y="728"/>
                </a:lnTo>
                <a:cubicBezTo>
                  <a:pt x="24091" y="2814"/>
                  <a:pt x="23921" y="4864"/>
                  <a:pt x="23727" y="6878"/>
                </a:cubicBezTo>
                <a:cubicBezTo>
                  <a:pt x="23533" y="8892"/>
                  <a:pt x="23363" y="10918"/>
                  <a:pt x="23217" y="12955"/>
                </a:cubicBezTo>
                <a:cubicBezTo>
                  <a:pt x="23363" y="13052"/>
                  <a:pt x="23508" y="13101"/>
                  <a:pt x="23654" y="13101"/>
                </a:cubicBezTo>
                <a:cubicBezTo>
                  <a:pt x="23800" y="13101"/>
                  <a:pt x="23945" y="13149"/>
                  <a:pt x="24091" y="13246"/>
                </a:cubicBezTo>
                <a:cubicBezTo>
                  <a:pt x="26468" y="10820"/>
                  <a:pt x="28701" y="8770"/>
                  <a:pt x="30787" y="7096"/>
                </a:cubicBezTo>
                <a:cubicBezTo>
                  <a:pt x="32873" y="5422"/>
                  <a:pt x="34887" y="4051"/>
                  <a:pt x="36828" y="2984"/>
                </a:cubicBezTo>
                <a:cubicBezTo>
                  <a:pt x="38769" y="1916"/>
                  <a:pt x="40698" y="1152"/>
                  <a:pt x="42614" y="691"/>
                </a:cubicBezTo>
                <a:cubicBezTo>
                  <a:pt x="44531" y="230"/>
                  <a:pt x="46508" y="0"/>
                  <a:pt x="48546" y="0"/>
                </a:cubicBezTo>
                <a:cubicBezTo>
                  <a:pt x="52137" y="0"/>
                  <a:pt x="55279" y="473"/>
                  <a:pt x="57971" y="1419"/>
                </a:cubicBezTo>
                <a:cubicBezTo>
                  <a:pt x="60664" y="2365"/>
                  <a:pt x="62909" y="3881"/>
                  <a:pt x="64704" y="5968"/>
                </a:cubicBezTo>
                <a:cubicBezTo>
                  <a:pt x="66499" y="8055"/>
                  <a:pt x="67846" y="10723"/>
                  <a:pt x="68744" y="13974"/>
                </a:cubicBezTo>
                <a:cubicBezTo>
                  <a:pt x="69641" y="17225"/>
                  <a:pt x="70090" y="21131"/>
                  <a:pt x="70090" y="25692"/>
                </a:cubicBezTo>
                <a:lnTo>
                  <a:pt x="70090" y="55752"/>
                </a:lnTo>
                <a:cubicBezTo>
                  <a:pt x="70090" y="58615"/>
                  <a:pt x="70115" y="60823"/>
                  <a:pt x="70163" y="62375"/>
                </a:cubicBezTo>
                <a:cubicBezTo>
                  <a:pt x="70211" y="63928"/>
                  <a:pt x="70503" y="65129"/>
                  <a:pt x="71036" y="65978"/>
                </a:cubicBezTo>
                <a:cubicBezTo>
                  <a:pt x="71570" y="66827"/>
                  <a:pt x="72444" y="67495"/>
                  <a:pt x="73657" y="67979"/>
                </a:cubicBezTo>
                <a:cubicBezTo>
                  <a:pt x="74870" y="68465"/>
                  <a:pt x="76641" y="69023"/>
                  <a:pt x="78969" y="69654"/>
                </a:cubicBezTo>
                <a:lnTo>
                  <a:pt x="78969" y="74312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DA9D6ADB-1FF9-456A-837D-732B7316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0611" y="2882024"/>
            <a:ext cx="54806" cy="75622"/>
          </a:xfrm>
          <a:custGeom xmlns:a="http://schemas.openxmlformats.org/drawingml/2006/main">
            <a:pathLst>
              <a:path w="54806" h="75622">
                <a:moveTo>
                  <a:pt x="54078" y="18924"/>
                </a:moveTo>
                <a:lnTo>
                  <a:pt x="45708" y="18924"/>
                </a:lnTo>
                <a:cubicBezTo>
                  <a:pt x="44980" y="16886"/>
                  <a:pt x="44118" y="15127"/>
                  <a:pt x="43124" y="13647"/>
                </a:cubicBezTo>
                <a:cubicBezTo>
                  <a:pt x="42129" y="12167"/>
                  <a:pt x="40977" y="10954"/>
                  <a:pt x="39666" y="10008"/>
                </a:cubicBezTo>
                <a:cubicBezTo>
                  <a:pt x="38357" y="9061"/>
                  <a:pt x="36840" y="8358"/>
                  <a:pt x="35118" y="7897"/>
                </a:cubicBezTo>
                <a:cubicBezTo>
                  <a:pt x="33395" y="7436"/>
                  <a:pt x="31418" y="7205"/>
                  <a:pt x="29185" y="7205"/>
                </a:cubicBezTo>
                <a:cubicBezTo>
                  <a:pt x="25013" y="7205"/>
                  <a:pt x="21714" y="8079"/>
                  <a:pt x="19287" y="9826"/>
                </a:cubicBezTo>
                <a:cubicBezTo>
                  <a:pt x="16861" y="11572"/>
                  <a:pt x="15648" y="14071"/>
                  <a:pt x="15648" y="17322"/>
                </a:cubicBezTo>
                <a:cubicBezTo>
                  <a:pt x="15648" y="18681"/>
                  <a:pt x="15818" y="19894"/>
                  <a:pt x="16157" y="20962"/>
                </a:cubicBezTo>
                <a:cubicBezTo>
                  <a:pt x="16497" y="22029"/>
                  <a:pt x="17249" y="23109"/>
                  <a:pt x="18414" y="24200"/>
                </a:cubicBezTo>
                <a:cubicBezTo>
                  <a:pt x="19578" y="25292"/>
                  <a:pt x="21301" y="26445"/>
                  <a:pt x="23582" y="27658"/>
                </a:cubicBezTo>
                <a:cubicBezTo>
                  <a:pt x="25862" y="28871"/>
                  <a:pt x="28943" y="30278"/>
                  <a:pt x="32825" y="31879"/>
                </a:cubicBezTo>
                <a:cubicBezTo>
                  <a:pt x="36707" y="33432"/>
                  <a:pt x="40031" y="34936"/>
                  <a:pt x="42796" y="36392"/>
                </a:cubicBezTo>
                <a:cubicBezTo>
                  <a:pt x="45562" y="37847"/>
                  <a:pt x="47843" y="39400"/>
                  <a:pt x="49638" y="41050"/>
                </a:cubicBezTo>
                <a:cubicBezTo>
                  <a:pt x="51433" y="42699"/>
                  <a:pt x="52744" y="44543"/>
                  <a:pt x="53569" y="46581"/>
                </a:cubicBezTo>
                <a:cubicBezTo>
                  <a:pt x="54393" y="48619"/>
                  <a:pt x="54806" y="50972"/>
                  <a:pt x="54806" y="53641"/>
                </a:cubicBezTo>
                <a:cubicBezTo>
                  <a:pt x="54806" y="57426"/>
                  <a:pt x="54139" y="60689"/>
                  <a:pt x="52804" y="63430"/>
                </a:cubicBezTo>
                <a:cubicBezTo>
                  <a:pt x="51470" y="66172"/>
                  <a:pt x="49541" y="68453"/>
                  <a:pt x="47018" y="70272"/>
                </a:cubicBezTo>
                <a:cubicBezTo>
                  <a:pt x="44495" y="72092"/>
                  <a:pt x="41413" y="73438"/>
                  <a:pt x="37774" y="74312"/>
                </a:cubicBezTo>
                <a:cubicBezTo>
                  <a:pt x="34135" y="75185"/>
                  <a:pt x="30035" y="75622"/>
                  <a:pt x="25474" y="75622"/>
                </a:cubicBezTo>
                <a:cubicBezTo>
                  <a:pt x="16789" y="75622"/>
                  <a:pt x="8297" y="74433"/>
                  <a:pt x="0" y="72055"/>
                </a:cubicBezTo>
                <a:lnTo>
                  <a:pt x="0" y="55461"/>
                </a:lnTo>
                <a:lnTo>
                  <a:pt x="8224" y="55461"/>
                </a:lnTo>
                <a:cubicBezTo>
                  <a:pt x="9680" y="60070"/>
                  <a:pt x="11791" y="63406"/>
                  <a:pt x="14556" y="65468"/>
                </a:cubicBezTo>
                <a:cubicBezTo>
                  <a:pt x="17322" y="67531"/>
                  <a:pt x="21156" y="68562"/>
                  <a:pt x="26057" y="68562"/>
                </a:cubicBezTo>
                <a:cubicBezTo>
                  <a:pt x="28142" y="68562"/>
                  <a:pt x="30071" y="68344"/>
                  <a:pt x="31843" y="67907"/>
                </a:cubicBezTo>
                <a:cubicBezTo>
                  <a:pt x="33614" y="67470"/>
                  <a:pt x="35154" y="66791"/>
                  <a:pt x="36464" y="65869"/>
                </a:cubicBezTo>
                <a:cubicBezTo>
                  <a:pt x="37774" y="64947"/>
                  <a:pt x="38806" y="63782"/>
                  <a:pt x="39557" y="62375"/>
                </a:cubicBezTo>
                <a:cubicBezTo>
                  <a:pt x="40309" y="60968"/>
                  <a:pt x="40686" y="59294"/>
                  <a:pt x="40686" y="57353"/>
                </a:cubicBezTo>
                <a:cubicBezTo>
                  <a:pt x="40686" y="56189"/>
                  <a:pt x="40565" y="55157"/>
                  <a:pt x="40321" y="54260"/>
                </a:cubicBezTo>
                <a:cubicBezTo>
                  <a:pt x="40079" y="53362"/>
                  <a:pt x="39703" y="52525"/>
                  <a:pt x="39194" y="51749"/>
                </a:cubicBezTo>
                <a:cubicBezTo>
                  <a:pt x="38684" y="50972"/>
                  <a:pt x="38029" y="50233"/>
                  <a:pt x="37228" y="49529"/>
                </a:cubicBezTo>
                <a:cubicBezTo>
                  <a:pt x="36428" y="48826"/>
                  <a:pt x="35469" y="48134"/>
                  <a:pt x="34353" y="47455"/>
                </a:cubicBezTo>
                <a:cubicBezTo>
                  <a:pt x="31734" y="45950"/>
                  <a:pt x="29101" y="44604"/>
                  <a:pt x="26457" y="43415"/>
                </a:cubicBezTo>
                <a:cubicBezTo>
                  <a:pt x="23812" y="42226"/>
                  <a:pt x="21277" y="41062"/>
                  <a:pt x="18851" y="39922"/>
                </a:cubicBezTo>
                <a:cubicBezTo>
                  <a:pt x="16425" y="38781"/>
                  <a:pt x="14156" y="37629"/>
                  <a:pt x="12045" y="36464"/>
                </a:cubicBezTo>
                <a:cubicBezTo>
                  <a:pt x="9934" y="35300"/>
                  <a:pt x="8091" y="33978"/>
                  <a:pt x="6514" y="32498"/>
                </a:cubicBezTo>
                <a:cubicBezTo>
                  <a:pt x="4937" y="31018"/>
                  <a:pt x="3699" y="29331"/>
                  <a:pt x="2802" y="27439"/>
                </a:cubicBezTo>
                <a:cubicBezTo>
                  <a:pt x="1905" y="25547"/>
                  <a:pt x="1455" y="23339"/>
                  <a:pt x="1455" y="20816"/>
                </a:cubicBezTo>
                <a:cubicBezTo>
                  <a:pt x="1455" y="17274"/>
                  <a:pt x="2207" y="14192"/>
                  <a:pt x="3711" y="11572"/>
                </a:cubicBezTo>
                <a:cubicBezTo>
                  <a:pt x="5216" y="8952"/>
                  <a:pt x="7302" y="6793"/>
                  <a:pt x="9971" y="5095"/>
                </a:cubicBezTo>
                <a:cubicBezTo>
                  <a:pt x="12639" y="3397"/>
                  <a:pt x="15794" y="2123"/>
                  <a:pt x="19433" y="1274"/>
                </a:cubicBezTo>
                <a:cubicBezTo>
                  <a:pt x="23072" y="424"/>
                  <a:pt x="27026" y="0"/>
                  <a:pt x="31297" y="0"/>
                </a:cubicBezTo>
                <a:cubicBezTo>
                  <a:pt x="32994" y="0"/>
                  <a:pt x="34657" y="36"/>
                  <a:pt x="36282" y="109"/>
                </a:cubicBezTo>
                <a:cubicBezTo>
                  <a:pt x="37908" y="182"/>
                  <a:pt x="39606" y="327"/>
                  <a:pt x="41377" y="546"/>
                </a:cubicBezTo>
                <a:cubicBezTo>
                  <a:pt x="43149" y="764"/>
                  <a:pt x="45064" y="1043"/>
                  <a:pt x="47127" y="1383"/>
                </a:cubicBezTo>
                <a:cubicBezTo>
                  <a:pt x="49189" y="1722"/>
                  <a:pt x="51506" y="2159"/>
                  <a:pt x="54078" y="2693"/>
                </a:cubicBezTo>
                <a:lnTo>
                  <a:pt x="54078" y="18924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8CF9C926-40E5-42D3-A5C7-31A34FC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8749" y="2865065"/>
            <a:ext cx="54078" cy="92581"/>
          </a:xfrm>
          <a:custGeom xmlns:a="http://schemas.openxmlformats.org/drawingml/2006/main">
            <a:pathLst>
              <a:path w="54078" h="92581">
                <a:moveTo>
                  <a:pt x="0" y="22126"/>
                </a:moveTo>
                <a:cubicBezTo>
                  <a:pt x="1552" y="21883"/>
                  <a:pt x="2960" y="21508"/>
                  <a:pt x="4222" y="20998"/>
                </a:cubicBezTo>
                <a:cubicBezTo>
                  <a:pt x="5483" y="20489"/>
                  <a:pt x="6599" y="19894"/>
                  <a:pt x="7569" y="19215"/>
                </a:cubicBezTo>
                <a:cubicBezTo>
                  <a:pt x="8443" y="18584"/>
                  <a:pt x="9195" y="17832"/>
                  <a:pt x="9825" y="16959"/>
                </a:cubicBezTo>
                <a:cubicBezTo>
                  <a:pt x="10457" y="16085"/>
                  <a:pt x="11015" y="14945"/>
                  <a:pt x="11500" y="13538"/>
                </a:cubicBezTo>
                <a:cubicBezTo>
                  <a:pt x="11985" y="12131"/>
                  <a:pt x="12434" y="10335"/>
                  <a:pt x="12846" y="8151"/>
                </a:cubicBezTo>
                <a:cubicBezTo>
                  <a:pt x="13258" y="5968"/>
                  <a:pt x="13683" y="3251"/>
                  <a:pt x="14120" y="0"/>
                </a:cubicBezTo>
                <a:lnTo>
                  <a:pt x="26057" y="0"/>
                </a:lnTo>
                <a:lnTo>
                  <a:pt x="26057" y="18487"/>
                </a:lnTo>
                <a:lnTo>
                  <a:pt x="51531" y="18487"/>
                </a:lnTo>
                <a:lnTo>
                  <a:pt x="51531" y="26566"/>
                </a:lnTo>
                <a:lnTo>
                  <a:pt x="26057" y="26566"/>
                </a:lnTo>
                <a:lnTo>
                  <a:pt x="26057" y="61283"/>
                </a:lnTo>
                <a:cubicBezTo>
                  <a:pt x="26105" y="65747"/>
                  <a:pt x="26371" y="69375"/>
                  <a:pt x="26857" y="72165"/>
                </a:cubicBezTo>
                <a:cubicBezTo>
                  <a:pt x="27342" y="74955"/>
                  <a:pt x="28095" y="77126"/>
                  <a:pt x="29113" y="78679"/>
                </a:cubicBezTo>
                <a:cubicBezTo>
                  <a:pt x="30132" y="80232"/>
                  <a:pt x="31393" y="81287"/>
                  <a:pt x="32898" y="81845"/>
                </a:cubicBezTo>
                <a:cubicBezTo>
                  <a:pt x="34402" y="82403"/>
                  <a:pt x="36197" y="82682"/>
                  <a:pt x="38284" y="82682"/>
                </a:cubicBezTo>
                <a:cubicBezTo>
                  <a:pt x="40370" y="82682"/>
                  <a:pt x="42420" y="82209"/>
                  <a:pt x="44434" y="81263"/>
                </a:cubicBezTo>
                <a:cubicBezTo>
                  <a:pt x="46447" y="80316"/>
                  <a:pt x="48425" y="79043"/>
                  <a:pt x="50366" y="77441"/>
                </a:cubicBezTo>
                <a:cubicBezTo>
                  <a:pt x="51046" y="78315"/>
                  <a:pt x="51676" y="79188"/>
                  <a:pt x="52259" y="80062"/>
                </a:cubicBezTo>
                <a:cubicBezTo>
                  <a:pt x="52840" y="80935"/>
                  <a:pt x="53447" y="81809"/>
                  <a:pt x="54078" y="82682"/>
                </a:cubicBezTo>
                <a:cubicBezTo>
                  <a:pt x="50051" y="86127"/>
                  <a:pt x="46314" y="88638"/>
                  <a:pt x="42869" y="90215"/>
                </a:cubicBezTo>
                <a:cubicBezTo>
                  <a:pt x="39424" y="91792"/>
                  <a:pt x="35931" y="92581"/>
                  <a:pt x="32388" y="92581"/>
                </a:cubicBezTo>
                <a:cubicBezTo>
                  <a:pt x="25353" y="92581"/>
                  <a:pt x="20125" y="90688"/>
                  <a:pt x="16704" y="86903"/>
                </a:cubicBezTo>
                <a:cubicBezTo>
                  <a:pt x="13283" y="83118"/>
                  <a:pt x="11573" y="77199"/>
                  <a:pt x="11573" y="69144"/>
                </a:cubicBezTo>
                <a:lnTo>
                  <a:pt x="11573" y="26566"/>
                </a:lnTo>
                <a:lnTo>
                  <a:pt x="0" y="26566"/>
                </a:lnTo>
                <a:lnTo>
                  <a:pt x="0" y="22126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CBD40895-6B8D-41D4-AF7B-9B9A809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9913" y="2882024"/>
            <a:ext cx="58445" cy="74312"/>
          </a:xfrm>
          <a:custGeom xmlns:a="http://schemas.openxmlformats.org/drawingml/2006/main">
            <a:pathLst>
              <a:path w="58445" h="74312">
                <a:moveTo>
                  <a:pt x="23217" y="13683"/>
                </a:moveTo>
                <a:cubicBezTo>
                  <a:pt x="23363" y="13780"/>
                  <a:pt x="23484" y="13841"/>
                  <a:pt x="23582" y="13865"/>
                </a:cubicBezTo>
                <a:cubicBezTo>
                  <a:pt x="23678" y="13889"/>
                  <a:pt x="23800" y="13950"/>
                  <a:pt x="23945" y="14047"/>
                </a:cubicBezTo>
                <a:cubicBezTo>
                  <a:pt x="26275" y="11524"/>
                  <a:pt x="28422" y="9365"/>
                  <a:pt x="30387" y="7569"/>
                </a:cubicBezTo>
                <a:cubicBezTo>
                  <a:pt x="32352" y="5774"/>
                  <a:pt x="34341" y="4318"/>
                  <a:pt x="36355" y="3202"/>
                </a:cubicBezTo>
                <a:cubicBezTo>
                  <a:pt x="38369" y="2086"/>
                  <a:pt x="40455" y="1274"/>
                  <a:pt x="42614" y="764"/>
                </a:cubicBezTo>
                <a:cubicBezTo>
                  <a:pt x="44774" y="255"/>
                  <a:pt x="47188" y="0"/>
                  <a:pt x="49856" y="0"/>
                </a:cubicBezTo>
                <a:cubicBezTo>
                  <a:pt x="52865" y="0"/>
                  <a:pt x="55728" y="291"/>
                  <a:pt x="58445" y="873"/>
                </a:cubicBezTo>
                <a:lnTo>
                  <a:pt x="58445" y="18924"/>
                </a:lnTo>
                <a:lnTo>
                  <a:pt x="49128" y="18924"/>
                </a:lnTo>
                <a:cubicBezTo>
                  <a:pt x="48594" y="17565"/>
                  <a:pt x="48036" y="16388"/>
                  <a:pt x="47455" y="15394"/>
                </a:cubicBezTo>
                <a:cubicBezTo>
                  <a:pt x="46872" y="14399"/>
                  <a:pt x="46205" y="13574"/>
                  <a:pt x="45453" y="12919"/>
                </a:cubicBezTo>
                <a:cubicBezTo>
                  <a:pt x="44701" y="12264"/>
                  <a:pt x="43828" y="11779"/>
                  <a:pt x="42833" y="11463"/>
                </a:cubicBezTo>
                <a:cubicBezTo>
                  <a:pt x="41838" y="11148"/>
                  <a:pt x="40661" y="10990"/>
                  <a:pt x="39303" y="10990"/>
                </a:cubicBezTo>
                <a:cubicBezTo>
                  <a:pt x="37895" y="10990"/>
                  <a:pt x="36307" y="11439"/>
                  <a:pt x="34535" y="12337"/>
                </a:cubicBezTo>
                <a:cubicBezTo>
                  <a:pt x="32764" y="13234"/>
                  <a:pt x="31102" y="14459"/>
                  <a:pt x="29550" y="16012"/>
                </a:cubicBezTo>
                <a:cubicBezTo>
                  <a:pt x="27997" y="17565"/>
                  <a:pt x="26699" y="19360"/>
                  <a:pt x="25655" y="21398"/>
                </a:cubicBezTo>
                <a:cubicBezTo>
                  <a:pt x="24612" y="23436"/>
                  <a:pt x="24091" y="25595"/>
                  <a:pt x="24091" y="27876"/>
                </a:cubicBezTo>
                <a:lnTo>
                  <a:pt x="24091" y="55752"/>
                </a:lnTo>
                <a:cubicBezTo>
                  <a:pt x="24091" y="58809"/>
                  <a:pt x="24224" y="61150"/>
                  <a:pt x="24491" y="62776"/>
                </a:cubicBezTo>
                <a:cubicBezTo>
                  <a:pt x="24758" y="64401"/>
                  <a:pt x="25255" y="65626"/>
                  <a:pt x="25983" y="66451"/>
                </a:cubicBezTo>
                <a:cubicBezTo>
                  <a:pt x="26711" y="67276"/>
                  <a:pt x="27706" y="67870"/>
                  <a:pt x="28967" y="68234"/>
                </a:cubicBezTo>
                <a:cubicBezTo>
                  <a:pt x="30229" y="68598"/>
                  <a:pt x="31879" y="69071"/>
                  <a:pt x="33917" y="69654"/>
                </a:cubicBezTo>
                <a:lnTo>
                  <a:pt x="33917" y="74312"/>
                </a:lnTo>
                <a:lnTo>
                  <a:pt x="1092" y="74312"/>
                </a:lnTo>
                <a:lnTo>
                  <a:pt x="1092" y="69654"/>
                </a:lnTo>
                <a:cubicBezTo>
                  <a:pt x="2984" y="68974"/>
                  <a:pt x="4500" y="68441"/>
                  <a:pt x="5640" y="68052"/>
                </a:cubicBezTo>
                <a:cubicBezTo>
                  <a:pt x="6781" y="67664"/>
                  <a:pt x="7654" y="67070"/>
                  <a:pt x="8261" y="66269"/>
                </a:cubicBezTo>
                <a:cubicBezTo>
                  <a:pt x="8867" y="65468"/>
                  <a:pt x="9255" y="64292"/>
                  <a:pt x="9425" y="62739"/>
                </a:cubicBezTo>
                <a:cubicBezTo>
                  <a:pt x="9595" y="61187"/>
                  <a:pt x="9680" y="58930"/>
                  <a:pt x="9680" y="55970"/>
                </a:cubicBezTo>
                <a:lnTo>
                  <a:pt x="9680" y="24673"/>
                </a:lnTo>
                <a:cubicBezTo>
                  <a:pt x="9680" y="21325"/>
                  <a:pt x="9667" y="18584"/>
                  <a:pt x="9643" y="16449"/>
                </a:cubicBezTo>
                <a:cubicBezTo>
                  <a:pt x="9619" y="14314"/>
                  <a:pt x="9328" y="12579"/>
                  <a:pt x="8770" y="11245"/>
                </a:cubicBezTo>
                <a:cubicBezTo>
                  <a:pt x="8212" y="9910"/>
                  <a:pt x="7266" y="8892"/>
                  <a:pt x="5932" y="8188"/>
                </a:cubicBezTo>
                <a:cubicBezTo>
                  <a:pt x="4597" y="7484"/>
                  <a:pt x="2620" y="6914"/>
                  <a:pt x="0" y="6478"/>
                </a:cubicBezTo>
                <a:lnTo>
                  <a:pt x="0" y="1528"/>
                </a:lnTo>
                <a:lnTo>
                  <a:pt x="19069" y="728"/>
                </a:lnTo>
                <a:lnTo>
                  <a:pt x="24237" y="728"/>
                </a:lnTo>
                <a:lnTo>
                  <a:pt x="23217" y="13683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22E329C8-A6B4-4D55-AAC9-61EC4DC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9602" y="2883552"/>
            <a:ext cx="78897" cy="74094"/>
          </a:xfrm>
          <a:custGeom xmlns:a="http://schemas.openxmlformats.org/drawingml/2006/main">
            <a:pathLst>
              <a:path w="78897" h="74094">
                <a:moveTo>
                  <a:pt x="0" y="0"/>
                </a:moveTo>
                <a:lnTo>
                  <a:pt x="23364" y="0"/>
                </a:lnTo>
                <a:lnTo>
                  <a:pt x="23364" y="37993"/>
                </a:lnTo>
                <a:cubicBezTo>
                  <a:pt x="23364" y="43234"/>
                  <a:pt x="23533" y="47552"/>
                  <a:pt x="23873" y="50948"/>
                </a:cubicBezTo>
                <a:cubicBezTo>
                  <a:pt x="24212" y="54345"/>
                  <a:pt x="24856" y="57026"/>
                  <a:pt x="25802" y="58991"/>
                </a:cubicBezTo>
                <a:cubicBezTo>
                  <a:pt x="26748" y="60956"/>
                  <a:pt x="28095" y="62315"/>
                  <a:pt x="29841" y="63067"/>
                </a:cubicBezTo>
                <a:cubicBezTo>
                  <a:pt x="31588" y="63819"/>
                  <a:pt x="33893" y="64195"/>
                  <a:pt x="36756" y="64195"/>
                </a:cubicBezTo>
                <a:cubicBezTo>
                  <a:pt x="38648" y="64195"/>
                  <a:pt x="40661" y="63734"/>
                  <a:pt x="42796" y="62812"/>
                </a:cubicBezTo>
                <a:cubicBezTo>
                  <a:pt x="44932" y="61890"/>
                  <a:pt x="46884" y="60677"/>
                  <a:pt x="48655" y="59173"/>
                </a:cubicBezTo>
                <a:cubicBezTo>
                  <a:pt x="50427" y="57669"/>
                  <a:pt x="51894" y="55946"/>
                  <a:pt x="53059" y="54005"/>
                </a:cubicBezTo>
                <a:cubicBezTo>
                  <a:pt x="54223" y="52064"/>
                  <a:pt x="54806" y="50099"/>
                  <a:pt x="54806" y="48110"/>
                </a:cubicBezTo>
                <a:lnTo>
                  <a:pt x="54806" y="18342"/>
                </a:lnTo>
                <a:cubicBezTo>
                  <a:pt x="54806" y="15576"/>
                  <a:pt x="54745" y="13429"/>
                  <a:pt x="54624" y="11900"/>
                </a:cubicBezTo>
                <a:cubicBezTo>
                  <a:pt x="54502" y="10372"/>
                  <a:pt x="54151" y="9171"/>
                  <a:pt x="53569" y="8297"/>
                </a:cubicBezTo>
                <a:cubicBezTo>
                  <a:pt x="52986" y="7424"/>
                  <a:pt x="52101" y="6757"/>
                  <a:pt x="50912" y="6296"/>
                </a:cubicBezTo>
                <a:cubicBezTo>
                  <a:pt x="49723" y="5835"/>
                  <a:pt x="48062" y="5289"/>
                  <a:pt x="45926" y="4658"/>
                </a:cubicBezTo>
                <a:lnTo>
                  <a:pt x="45926" y="0"/>
                </a:lnTo>
                <a:lnTo>
                  <a:pt x="69072" y="0"/>
                </a:lnTo>
                <a:lnTo>
                  <a:pt x="69072" y="52768"/>
                </a:lnTo>
                <a:cubicBezTo>
                  <a:pt x="69072" y="55243"/>
                  <a:pt x="69059" y="57329"/>
                  <a:pt x="69035" y="59028"/>
                </a:cubicBezTo>
                <a:cubicBezTo>
                  <a:pt x="69011" y="60726"/>
                  <a:pt x="69253" y="62133"/>
                  <a:pt x="69763" y="63249"/>
                </a:cubicBezTo>
                <a:cubicBezTo>
                  <a:pt x="70272" y="64365"/>
                  <a:pt x="71219" y="65275"/>
                  <a:pt x="72602" y="65978"/>
                </a:cubicBezTo>
                <a:cubicBezTo>
                  <a:pt x="73985" y="66682"/>
                  <a:pt x="76083" y="67276"/>
                  <a:pt x="78897" y="67761"/>
                </a:cubicBezTo>
                <a:lnTo>
                  <a:pt x="78897" y="72783"/>
                </a:lnTo>
                <a:lnTo>
                  <a:pt x="60192" y="73511"/>
                </a:lnTo>
                <a:lnTo>
                  <a:pt x="54952" y="73511"/>
                </a:lnTo>
                <a:cubicBezTo>
                  <a:pt x="55097" y="71473"/>
                  <a:pt x="55218" y="69460"/>
                  <a:pt x="55315" y="67470"/>
                </a:cubicBezTo>
                <a:cubicBezTo>
                  <a:pt x="55412" y="65481"/>
                  <a:pt x="55510" y="63467"/>
                  <a:pt x="55606" y="61429"/>
                </a:cubicBezTo>
                <a:cubicBezTo>
                  <a:pt x="55412" y="61332"/>
                  <a:pt x="55243" y="61284"/>
                  <a:pt x="55097" y="61284"/>
                </a:cubicBezTo>
                <a:cubicBezTo>
                  <a:pt x="54952" y="61284"/>
                  <a:pt x="54806" y="61235"/>
                  <a:pt x="54660" y="61138"/>
                </a:cubicBezTo>
                <a:cubicBezTo>
                  <a:pt x="52380" y="63564"/>
                  <a:pt x="50221" y="65602"/>
                  <a:pt x="48183" y="67252"/>
                </a:cubicBezTo>
                <a:cubicBezTo>
                  <a:pt x="46145" y="68902"/>
                  <a:pt x="44155" y="70236"/>
                  <a:pt x="42215" y="71255"/>
                </a:cubicBezTo>
                <a:cubicBezTo>
                  <a:pt x="40273" y="72274"/>
                  <a:pt x="38344" y="73002"/>
                  <a:pt x="36428" y="73438"/>
                </a:cubicBezTo>
                <a:cubicBezTo>
                  <a:pt x="34512" y="73875"/>
                  <a:pt x="32510" y="74094"/>
                  <a:pt x="30424" y="74094"/>
                </a:cubicBezTo>
                <a:cubicBezTo>
                  <a:pt x="26785" y="74045"/>
                  <a:pt x="23606" y="73560"/>
                  <a:pt x="20889" y="72638"/>
                </a:cubicBezTo>
                <a:cubicBezTo>
                  <a:pt x="18172" y="71716"/>
                  <a:pt x="15928" y="70236"/>
                  <a:pt x="14157" y="68198"/>
                </a:cubicBezTo>
                <a:cubicBezTo>
                  <a:pt x="12386" y="66160"/>
                  <a:pt x="11050" y="63516"/>
                  <a:pt x="10153" y="60265"/>
                </a:cubicBezTo>
                <a:cubicBezTo>
                  <a:pt x="9256" y="57014"/>
                  <a:pt x="8782" y="53011"/>
                  <a:pt x="8734" y="48256"/>
                </a:cubicBezTo>
                <a:lnTo>
                  <a:pt x="8734" y="18342"/>
                </a:lnTo>
                <a:cubicBezTo>
                  <a:pt x="8734" y="15673"/>
                  <a:pt x="8722" y="13586"/>
                  <a:pt x="8698" y="12082"/>
                </a:cubicBezTo>
                <a:cubicBezTo>
                  <a:pt x="8673" y="10578"/>
                  <a:pt x="8406" y="9401"/>
                  <a:pt x="7897" y="8552"/>
                </a:cubicBezTo>
                <a:cubicBezTo>
                  <a:pt x="7387" y="7703"/>
                  <a:pt x="6539" y="7024"/>
                  <a:pt x="5350" y="6514"/>
                </a:cubicBezTo>
                <a:cubicBezTo>
                  <a:pt x="4161" y="6005"/>
                  <a:pt x="2377" y="5386"/>
                  <a:pt x="0" y="4658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67122F04-DFC3-401A-A0D0-95A90AB7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5972" y="2882024"/>
            <a:ext cx="60047" cy="75622"/>
          </a:xfrm>
          <a:custGeom xmlns:a="http://schemas.openxmlformats.org/drawingml/2006/main">
            <a:pathLst>
              <a:path w="60047" h="75622">
                <a:moveTo>
                  <a:pt x="59173" y="19870"/>
                </a:moveTo>
                <a:lnTo>
                  <a:pt x="48474" y="19870"/>
                </a:lnTo>
                <a:cubicBezTo>
                  <a:pt x="47310" y="15357"/>
                  <a:pt x="45636" y="12118"/>
                  <a:pt x="43452" y="10153"/>
                </a:cubicBezTo>
                <a:cubicBezTo>
                  <a:pt x="41268" y="8188"/>
                  <a:pt x="38235" y="7205"/>
                  <a:pt x="34354" y="7205"/>
                </a:cubicBezTo>
                <a:cubicBezTo>
                  <a:pt x="31540" y="7205"/>
                  <a:pt x="28980" y="7861"/>
                  <a:pt x="26676" y="9170"/>
                </a:cubicBezTo>
                <a:cubicBezTo>
                  <a:pt x="24371" y="10481"/>
                  <a:pt x="22405" y="12397"/>
                  <a:pt x="20780" y="14921"/>
                </a:cubicBezTo>
                <a:cubicBezTo>
                  <a:pt x="19154" y="17443"/>
                  <a:pt x="17893" y="20561"/>
                  <a:pt x="16995" y="24273"/>
                </a:cubicBezTo>
                <a:cubicBezTo>
                  <a:pt x="16098" y="27985"/>
                  <a:pt x="15649" y="32243"/>
                  <a:pt x="15649" y="37046"/>
                </a:cubicBezTo>
                <a:cubicBezTo>
                  <a:pt x="15649" y="41656"/>
                  <a:pt x="16000" y="45744"/>
                  <a:pt x="16704" y="49311"/>
                </a:cubicBezTo>
                <a:cubicBezTo>
                  <a:pt x="17408" y="52877"/>
                  <a:pt x="18536" y="55873"/>
                  <a:pt x="20088" y="58299"/>
                </a:cubicBezTo>
                <a:cubicBezTo>
                  <a:pt x="21641" y="60725"/>
                  <a:pt x="23643" y="62569"/>
                  <a:pt x="26093" y="63831"/>
                </a:cubicBezTo>
                <a:cubicBezTo>
                  <a:pt x="28544" y="65093"/>
                  <a:pt x="31491" y="65723"/>
                  <a:pt x="34937" y="65723"/>
                </a:cubicBezTo>
                <a:cubicBezTo>
                  <a:pt x="38576" y="65723"/>
                  <a:pt x="42009" y="64959"/>
                  <a:pt x="45235" y="63430"/>
                </a:cubicBezTo>
                <a:cubicBezTo>
                  <a:pt x="48462" y="61902"/>
                  <a:pt x="51822" y="59416"/>
                  <a:pt x="55315" y="55970"/>
                </a:cubicBezTo>
                <a:cubicBezTo>
                  <a:pt x="56043" y="56941"/>
                  <a:pt x="56832" y="57875"/>
                  <a:pt x="57681" y="58772"/>
                </a:cubicBezTo>
                <a:cubicBezTo>
                  <a:pt x="58530" y="59670"/>
                  <a:pt x="59319" y="60580"/>
                  <a:pt x="60047" y="61502"/>
                </a:cubicBezTo>
                <a:cubicBezTo>
                  <a:pt x="57572" y="64122"/>
                  <a:pt x="55194" y="66330"/>
                  <a:pt x="52914" y="68125"/>
                </a:cubicBezTo>
                <a:cubicBezTo>
                  <a:pt x="50633" y="69921"/>
                  <a:pt x="48341" y="71376"/>
                  <a:pt x="46036" y="72492"/>
                </a:cubicBezTo>
                <a:cubicBezTo>
                  <a:pt x="43731" y="73608"/>
                  <a:pt x="41342" y="74409"/>
                  <a:pt x="38867" y="74894"/>
                </a:cubicBezTo>
                <a:cubicBezTo>
                  <a:pt x="36392" y="75379"/>
                  <a:pt x="33724" y="75622"/>
                  <a:pt x="30861" y="75622"/>
                </a:cubicBezTo>
                <a:cubicBezTo>
                  <a:pt x="20913" y="75622"/>
                  <a:pt x="13283" y="72419"/>
                  <a:pt x="7970" y="66014"/>
                </a:cubicBezTo>
                <a:cubicBezTo>
                  <a:pt x="2657" y="59610"/>
                  <a:pt x="0" y="50318"/>
                  <a:pt x="0" y="38138"/>
                </a:cubicBezTo>
                <a:cubicBezTo>
                  <a:pt x="0" y="32461"/>
                  <a:pt x="862" y="27281"/>
                  <a:pt x="2584" y="22599"/>
                </a:cubicBezTo>
                <a:cubicBezTo>
                  <a:pt x="4307" y="17916"/>
                  <a:pt x="6733" y="13902"/>
                  <a:pt x="9863" y="10553"/>
                </a:cubicBezTo>
                <a:cubicBezTo>
                  <a:pt x="12992" y="7205"/>
                  <a:pt x="16753" y="4610"/>
                  <a:pt x="21143" y="2766"/>
                </a:cubicBezTo>
                <a:cubicBezTo>
                  <a:pt x="25535" y="922"/>
                  <a:pt x="30375" y="0"/>
                  <a:pt x="35664" y="0"/>
                </a:cubicBezTo>
                <a:cubicBezTo>
                  <a:pt x="38042" y="0"/>
                  <a:pt x="40273" y="73"/>
                  <a:pt x="42360" y="218"/>
                </a:cubicBezTo>
                <a:cubicBezTo>
                  <a:pt x="44447" y="364"/>
                  <a:pt x="46436" y="582"/>
                  <a:pt x="48328" y="873"/>
                </a:cubicBezTo>
                <a:cubicBezTo>
                  <a:pt x="50221" y="1164"/>
                  <a:pt x="52064" y="1516"/>
                  <a:pt x="53860" y="1929"/>
                </a:cubicBezTo>
                <a:cubicBezTo>
                  <a:pt x="55655" y="2341"/>
                  <a:pt x="57426" y="2790"/>
                  <a:pt x="59173" y="3275"/>
                </a:cubicBezTo>
                <a:lnTo>
                  <a:pt x="59173" y="19870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BAA4FA76-9F5B-47C8-ACEA-535B7984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5471" y="2865065"/>
            <a:ext cx="54078" cy="92581"/>
          </a:xfrm>
          <a:custGeom xmlns:a="http://schemas.openxmlformats.org/drawingml/2006/main">
            <a:pathLst>
              <a:path w="54078" h="92581">
                <a:moveTo>
                  <a:pt x="0" y="22126"/>
                </a:moveTo>
                <a:cubicBezTo>
                  <a:pt x="1552" y="21883"/>
                  <a:pt x="2960" y="21508"/>
                  <a:pt x="4222" y="20998"/>
                </a:cubicBezTo>
                <a:cubicBezTo>
                  <a:pt x="5483" y="20489"/>
                  <a:pt x="6599" y="19894"/>
                  <a:pt x="7569" y="19215"/>
                </a:cubicBezTo>
                <a:cubicBezTo>
                  <a:pt x="8443" y="18584"/>
                  <a:pt x="9195" y="17832"/>
                  <a:pt x="9825" y="16959"/>
                </a:cubicBezTo>
                <a:cubicBezTo>
                  <a:pt x="10457" y="16085"/>
                  <a:pt x="11015" y="14945"/>
                  <a:pt x="11500" y="13538"/>
                </a:cubicBezTo>
                <a:cubicBezTo>
                  <a:pt x="11985" y="12131"/>
                  <a:pt x="12434" y="10335"/>
                  <a:pt x="12846" y="8151"/>
                </a:cubicBezTo>
                <a:cubicBezTo>
                  <a:pt x="13258" y="5968"/>
                  <a:pt x="13683" y="3251"/>
                  <a:pt x="14120" y="0"/>
                </a:cubicBezTo>
                <a:lnTo>
                  <a:pt x="26057" y="0"/>
                </a:lnTo>
                <a:lnTo>
                  <a:pt x="26057" y="18487"/>
                </a:lnTo>
                <a:lnTo>
                  <a:pt x="51531" y="18487"/>
                </a:lnTo>
                <a:lnTo>
                  <a:pt x="51531" y="26566"/>
                </a:lnTo>
                <a:lnTo>
                  <a:pt x="26057" y="26566"/>
                </a:lnTo>
                <a:lnTo>
                  <a:pt x="26057" y="61283"/>
                </a:lnTo>
                <a:cubicBezTo>
                  <a:pt x="26105" y="65747"/>
                  <a:pt x="26371" y="69375"/>
                  <a:pt x="26857" y="72165"/>
                </a:cubicBezTo>
                <a:cubicBezTo>
                  <a:pt x="27342" y="74955"/>
                  <a:pt x="28095" y="77126"/>
                  <a:pt x="29113" y="78679"/>
                </a:cubicBezTo>
                <a:cubicBezTo>
                  <a:pt x="30132" y="80232"/>
                  <a:pt x="31393" y="81287"/>
                  <a:pt x="32898" y="81845"/>
                </a:cubicBezTo>
                <a:cubicBezTo>
                  <a:pt x="34402" y="82403"/>
                  <a:pt x="36197" y="82682"/>
                  <a:pt x="38284" y="82682"/>
                </a:cubicBezTo>
                <a:cubicBezTo>
                  <a:pt x="40370" y="82682"/>
                  <a:pt x="42420" y="82209"/>
                  <a:pt x="44434" y="81263"/>
                </a:cubicBezTo>
                <a:cubicBezTo>
                  <a:pt x="46448" y="80316"/>
                  <a:pt x="48425" y="79043"/>
                  <a:pt x="50366" y="77441"/>
                </a:cubicBezTo>
                <a:cubicBezTo>
                  <a:pt x="51046" y="78315"/>
                  <a:pt x="51676" y="79188"/>
                  <a:pt x="52259" y="80062"/>
                </a:cubicBezTo>
                <a:cubicBezTo>
                  <a:pt x="52840" y="80935"/>
                  <a:pt x="53447" y="81808"/>
                  <a:pt x="54078" y="82682"/>
                </a:cubicBezTo>
                <a:cubicBezTo>
                  <a:pt x="50051" y="86127"/>
                  <a:pt x="46314" y="88638"/>
                  <a:pt x="42869" y="90215"/>
                </a:cubicBezTo>
                <a:cubicBezTo>
                  <a:pt x="39424" y="91792"/>
                  <a:pt x="35931" y="92581"/>
                  <a:pt x="32388" y="92581"/>
                </a:cubicBezTo>
                <a:cubicBezTo>
                  <a:pt x="25353" y="92581"/>
                  <a:pt x="20125" y="90688"/>
                  <a:pt x="16704" y="86903"/>
                </a:cubicBezTo>
                <a:cubicBezTo>
                  <a:pt x="13283" y="83118"/>
                  <a:pt x="11573" y="77199"/>
                  <a:pt x="11573" y="69144"/>
                </a:cubicBezTo>
                <a:lnTo>
                  <a:pt x="11573" y="26566"/>
                </a:lnTo>
                <a:lnTo>
                  <a:pt x="0" y="26566"/>
                </a:lnTo>
                <a:lnTo>
                  <a:pt x="0" y="22126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BF41D3FE-C204-455C-A4BF-4143514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6635" y="2853420"/>
            <a:ext cx="33043" cy="102916"/>
          </a:xfrm>
          <a:custGeom xmlns:a="http://schemas.openxmlformats.org/drawingml/2006/main">
            <a:pathLst>
              <a:path w="33043" h="102916">
                <a:moveTo>
                  <a:pt x="24528" y="0"/>
                </a:moveTo>
                <a:lnTo>
                  <a:pt x="24528" y="15649"/>
                </a:lnTo>
                <a:lnTo>
                  <a:pt x="9170" y="15649"/>
                </a:lnTo>
                <a:lnTo>
                  <a:pt x="9170" y="0"/>
                </a:lnTo>
                <a:lnTo>
                  <a:pt x="24528" y="0"/>
                </a:lnTo>
                <a:moveTo>
                  <a:pt x="1092" y="98258"/>
                </a:moveTo>
                <a:cubicBezTo>
                  <a:pt x="3032" y="97579"/>
                  <a:pt x="4573" y="97045"/>
                  <a:pt x="5713" y="96656"/>
                </a:cubicBezTo>
                <a:cubicBezTo>
                  <a:pt x="6853" y="96268"/>
                  <a:pt x="7715" y="95674"/>
                  <a:pt x="8297" y="94874"/>
                </a:cubicBezTo>
                <a:cubicBezTo>
                  <a:pt x="8879" y="94073"/>
                  <a:pt x="9255" y="92896"/>
                  <a:pt x="9425" y="91344"/>
                </a:cubicBezTo>
                <a:cubicBezTo>
                  <a:pt x="9595" y="89790"/>
                  <a:pt x="9680" y="87534"/>
                  <a:pt x="9680" y="84574"/>
                </a:cubicBezTo>
                <a:lnTo>
                  <a:pt x="9680" y="50294"/>
                </a:lnTo>
                <a:cubicBezTo>
                  <a:pt x="9680" y="48595"/>
                  <a:pt x="9644" y="47152"/>
                  <a:pt x="9571" y="45963"/>
                </a:cubicBezTo>
                <a:cubicBezTo>
                  <a:pt x="9498" y="44774"/>
                  <a:pt x="9413" y="43767"/>
                  <a:pt x="9316" y="42942"/>
                </a:cubicBezTo>
                <a:cubicBezTo>
                  <a:pt x="9219" y="41778"/>
                  <a:pt x="9049" y="40795"/>
                  <a:pt x="8807" y="39995"/>
                </a:cubicBezTo>
                <a:cubicBezTo>
                  <a:pt x="8563" y="39194"/>
                  <a:pt x="8115" y="38491"/>
                  <a:pt x="7460" y="37884"/>
                </a:cubicBezTo>
                <a:cubicBezTo>
                  <a:pt x="6805" y="37278"/>
                  <a:pt x="5883" y="36756"/>
                  <a:pt x="4694" y="36319"/>
                </a:cubicBezTo>
                <a:cubicBezTo>
                  <a:pt x="3506" y="35882"/>
                  <a:pt x="1940" y="35470"/>
                  <a:pt x="0" y="35082"/>
                </a:cubicBezTo>
                <a:lnTo>
                  <a:pt x="0" y="30132"/>
                </a:lnTo>
                <a:lnTo>
                  <a:pt x="18851" y="29332"/>
                </a:lnTo>
                <a:lnTo>
                  <a:pt x="24091" y="29332"/>
                </a:lnTo>
                <a:lnTo>
                  <a:pt x="24091" y="84356"/>
                </a:lnTo>
                <a:cubicBezTo>
                  <a:pt x="24091" y="87316"/>
                  <a:pt x="24163" y="89572"/>
                  <a:pt x="24309" y="91125"/>
                </a:cubicBezTo>
                <a:cubicBezTo>
                  <a:pt x="24455" y="92678"/>
                  <a:pt x="24831" y="93879"/>
                  <a:pt x="25437" y="94728"/>
                </a:cubicBezTo>
                <a:cubicBezTo>
                  <a:pt x="26044" y="95577"/>
                  <a:pt x="26942" y="96208"/>
                  <a:pt x="28130" y="96620"/>
                </a:cubicBezTo>
                <a:cubicBezTo>
                  <a:pt x="29319" y="97033"/>
                  <a:pt x="30957" y="97579"/>
                  <a:pt x="33043" y="98258"/>
                </a:cubicBezTo>
                <a:lnTo>
                  <a:pt x="33043" y="102916"/>
                </a:lnTo>
                <a:lnTo>
                  <a:pt x="1092" y="102916"/>
                </a:lnTo>
                <a:lnTo>
                  <a:pt x="1092" y="98258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4A4E0214-6BB9-41A0-AA5D-8943DF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408" y="2882024"/>
            <a:ext cx="70163" cy="75622"/>
          </a:xfrm>
          <a:custGeom xmlns:a="http://schemas.openxmlformats.org/drawingml/2006/main">
            <a:pathLst>
              <a:path w="70163" h="75622">
                <a:moveTo>
                  <a:pt x="34354" y="75622"/>
                </a:moveTo>
                <a:cubicBezTo>
                  <a:pt x="28968" y="75622"/>
                  <a:pt x="24152" y="74870"/>
                  <a:pt x="19907" y="73366"/>
                </a:cubicBezTo>
                <a:cubicBezTo>
                  <a:pt x="15661" y="71861"/>
                  <a:pt x="12058" y="69569"/>
                  <a:pt x="9098" y="66487"/>
                </a:cubicBezTo>
                <a:cubicBezTo>
                  <a:pt x="6138" y="63406"/>
                  <a:pt x="3882" y="59537"/>
                  <a:pt x="2329" y="54878"/>
                </a:cubicBezTo>
                <a:cubicBezTo>
                  <a:pt x="777" y="50220"/>
                  <a:pt x="0" y="44737"/>
                  <a:pt x="0" y="38429"/>
                </a:cubicBezTo>
                <a:cubicBezTo>
                  <a:pt x="0" y="32170"/>
                  <a:pt x="898" y="26651"/>
                  <a:pt x="2693" y="21871"/>
                </a:cubicBezTo>
                <a:cubicBezTo>
                  <a:pt x="4488" y="17092"/>
                  <a:pt x="6975" y="13077"/>
                  <a:pt x="10153" y="9826"/>
                </a:cubicBezTo>
                <a:cubicBezTo>
                  <a:pt x="13332" y="6575"/>
                  <a:pt x="17080" y="4124"/>
                  <a:pt x="21399" y="2474"/>
                </a:cubicBezTo>
                <a:cubicBezTo>
                  <a:pt x="25717" y="825"/>
                  <a:pt x="30424" y="0"/>
                  <a:pt x="35518" y="0"/>
                </a:cubicBezTo>
                <a:cubicBezTo>
                  <a:pt x="41584" y="0"/>
                  <a:pt x="46800" y="897"/>
                  <a:pt x="51167" y="2693"/>
                </a:cubicBezTo>
                <a:cubicBezTo>
                  <a:pt x="55534" y="4488"/>
                  <a:pt x="59124" y="7011"/>
                  <a:pt x="61939" y="10262"/>
                </a:cubicBezTo>
                <a:cubicBezTo>
                  <a:pt x="64753" y="13513"/>
                  <a:pt x="66828" y="17419"/>
                  <a:pt x="68162" y="21980"/>
                </a:cubicBezTo>
                <a:cubicBezTo>
                  <a:pt x="69496" y="26541"/>
                  <a:pt x="70163" y="31563"/>
                  <a:pt x="70163" y="37046"/>
                </a:cubicBezTo>
                <a:cubicBezTo>
                  <a:pt x="70163" y="43354"/>
                  <a:pt x="69326" y="48910"/>
                  <a:pt x="67653" y="53714"/>
                </a:cubicBezTo>
                <a:cubicBezTo>
                  <a:pt x="65979" y="58518"/>
                  <a:pt x="63577" y="62545"/>
                  <a:pt x="60447" y="65796"/>
                </a:cubicBezTo>
                <a:cubicBezTo>
                  <a:pt x="57317" y="69047"/>
                  <a:pt x="53545" y="71497"/>
                  <a:pt x="49129" y="73147"/>
                </a:cubicBezTo>
                <a:cubicBezTo>
                  <a:pt x="44714" y="74797"/>
                  <a:pt x="39789" y="75622"/>
                  <a:pt x="34354" y="75622"/>
                </a:cubicBezTo>
                <a:moveTo>
                  <a:pt x="15794" y="37192"/>
                </a:moveTo>
                <a:cubicBezTo>
                  <a:pt x="15794" y="42190"/>
                  <a:pt x="16231" y="46630"/>
                  <a:pt x="17104" y="50512"/>
                </a:cubicBezTo>
                <a:cubicBezTo>
                  <a:pt x="17978" y="54393"/>
                  <a:pt x="19251" y="57668"/>
                  <a:pt x="20925" y="60337"/>
                </a:cubicBezTo>
                <a:cubicBezTo>
                  <a:pt x="22600" y="63006"/>
                  <a:pt x="24650" y="65044"/>
                  <a:pt x="27076" y="66451"/>
                </a:cubicBezTo>
                <a:cubicBezTo>
                  <a:pt x="29502" y="67858"/>
                  <a:pt x="32267" y="68562"/>
                  <a:pt x="35373" y="68562"/>
                </a:cubicBezTo>
                <a:cubicBezTo>
                  <a:pt x="38867" y="68562"/>
                  <a:pt x="41839" y="67761"/>
                  <a:pt x="44289" y="66160"/>
                </a:cubicBezTo>
                <a:cubicBezTo>
                  <a:pt x="46740" y="64559"/>
                  <a:pt x="48717" y="62411"/>
                  <a:pt x="50221" y="59719"/>
                </a:cubicBezTo>
                <a:cubicBezTo>
                  <a:pt x="51725" y="57026"/>
                  <a:pt x="52817" y="53896"/>
                  <a:pt x="53496" y="50330"/>
                </a:cubicBezTo>
                <a:cubicBezTo>
                  <a:pt x="54175" y="46763"/>
                  <a:pt x="54515" y="43015"/>
                  <a:pt x="54515" y="39084"/>
                </a:cubicBezTo>
                <a:cubicBezTo>
                  <a:pt x="54515" y="33553"/>
                  <a:pt x="54018" y="28786"/>
                  <a:pt x="53023" y="24782"/>
                </a:cubicBezTo>
                <a:cubicBezTo>
                  <a:pt x="52029" y="20779"/>
                  <a:pt x="50670" y="17480"/>
                  <a:pt x="48947" y="14884"/>
                </a:cubicBezTo>
                <a:cubicBezTo>
                  <a:pt x="47224" y="12288"/>
                  <a:pt x="45186" y="10359"/>
                  <a:pt x="42834" y="9098"/>
                </a:cubicBezTo>
                <a:cubicBezTo>
                  <a:pt x="40480" y="7836"/>
                  <a:pt x="37945" y="7205"/>
                  <a:pt x="35228" y="7205"/>
                </a:cubicBezTo>
                <a:cubicBezTo>
                  <a:pt x="29016" y="7205"/>
                  <a:pt x="24225" y="9801"/>
                  <a:pt x="20853" y="14993"/>
                </a:cubicBezTo>
                <a:cubicBezTo>
                  <a:pt x="17480" y="20185"/>
                  <a:pt x="15794" y="27585"/>
                  <a:pt x="15794" y="37192"/>
                </a:cubicBez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6370CC9C-E792-47F9-876C-2741AF7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5381" y="2882024"/>
            <a:ext cx="78970" cy="74312"/>
          </a:xfrm>
          <a:custGeom xmlns:a="http://schemas.openxmlformats.org/drawingml/2006/main">
            <a:pathLst>
              <a:path w="78970" h="74312">
                <a:moveTo>
                  <a:pt x="78970" y="74312"/>
                </a:moveTo>
                <a:lnTo>
                  <a:pt x="46945" y="74312"/>
                </a:lnTo>
                <a:lnTo>
                  <a:pt x="46945" y="69654"/>
                </a:lnTo>
                <a:cubicBezTo>
                  <a:pt x="48935" y="68974"/>
                  <a:pt x="50499" y="68429"/>
                  <a:pt x="51640" y="68016"/>
                </a:cubicBezTo>
                <a:cubicBezTo>
                  <a:pt x="52780" y="67604"/>
                  <a:pt x="53641" y="66997"/>
                  <a:pt x="54223" y="66197"/>
                </a:cubicBezTo>
                <a:cubicBezTo>
                  <a:pt x="54806" y="65396"/>
                  <a:pt x="55182" y="64243"/>
                  <a:pt x="55352" y="62739"/>
                </a:cubicBezTo>
                <a:cubicBezTo>
                  <a:pt x="55521" y="61235"/>
                  <a:pt x="55606" y="59027"/>
                  <a:pt x="55606" y="56116"/>
                </a:cubicBezTo>
                <a:lnTo>
                  <a:pt x="55606" y="35882"/>
                </a:lnTo>
                <a:cubicBezTo>
                  <a:pt x="55606" y="30690"/>
                  <a:pt x="55388" y="26420"/>
                  <a:pt x="54952" y="23072"/>
                </a:cubicBezTo>
                <a:cubicBezTo>
                  <a:pt x="54515" y="19724"/>
                  <a:pt x="53774" y="17092"/>
                  <a:pt x="52731" y="15175"/>
                </a:cubicBezTo>
                <a:cubicBezTo>
                  <a:pt x="51688" y="13258"/>
                  <a:pt x="50305" y="11924"/>
                  <a:pt x="48582" y="11172"/>
                </a:cubicBezTo>
                <a:cubicBezTo>
                  <a:pt x="46860" y="10420"/>
                  <a:pt x="44737" y="10044"/>
                  <a:pt x="42214" y="10044"/>
                </a:cubicBezTo>
                <a:cubicBezTo>
                  <a:pt x="40079" y="10044"/>
                  <a:pt x="37932" y="10578"/>
                  <a:pt x="35773" y="11645"/>
                </a:cubicBezTo>
                <a:cubicBezTo>
                  <a:pt x="33614" y="12713"/>
                  <a:pt x="31672" y="14035"/>
                  <a:pt x="29950" y="15612"/>
                </a:cubicBezTo>
                <a:cubicBezTo>
                  <a:pt x="28228" y="17189"/>
                  <a:pt x="26820" y="18911"/>
                  <a:pt x="25729" y="20779"/>
                </a:cubicBezTo>
                <a:cubicBezTo>
                  <a:pt x="24637" y="22648"/>
                  <a:pt x="24091" y="24382"/>
                  <a:pt x="24091" y="25983"/>
                </a:cubicBezTo>
                <a:lnTo>
                  <a:pt x="24091" y="55752"/>
                </a:lnTo>
                <a:cubicBezTo>
                  <a:pt x="24091" y="58712"/>
                  <a:pt x="24163" y="60968"/>
                  <a:pt x="24309" y="62521"/>
                </a:cubicBezTo>
                <a:cubicBezTo>
                  <a:pt x="24455" y="64074"/>
                  <a:pt x="24831" y="65274"/>
                  <a:pt x="25437" y="66124"/>
                </a:cubicBezTo>
                <a:cubicBezTo>
                  <a:pt x="26044" y="66973"/>
                  <a:pt x="26942" y="67604"/>
                  <a:pt x="28130" y="68016"/>
                </a:cubicBezTo>
                <a:cubicBezTo>
                  <a:pt x="29319" y="68429"/>
                  <a:pt x="30957" y="68974"/>
                  <a:pt x="33043" y="69654"/>
                </a:cubicBezTo>
                <a:lnTo>
                  <a:pt x="33043" y="74312"/>
                </a:lnTo>
                <a:lnTo>
                  <a:pt x="1092" y="74312"/>
                </a:lnTo>
                <a:lnTo>
                  <a:pt x="1092" y="69654"/>
                </a:lnTo>
                <a:cubicBezTo>
                  <a:pt x="3032" y="68974"/>
                  <a:pt x="4573" y="68441"/>
                  <a:pt x="5713" y="68052"/>
                </a:cubicBezTo>
                <a:cubicBezTo>
                  <a:pt x="6853" y="67664"/>
                  <a:pt x="7715" y="67070"/>
                  <a:pt x="8297" y="66269"/>
                </a:cubicBezTo>
                <a:cubicBezTo>
                  <a:pt x="8879" y="65468"/>
                  <a:pt x="9255" y="64292"/>
                  <a:pt x="9425" y="62739"/>
                </a:cubicBezTo>
                <a:cubicBezTo>
                  <a:pt x="9595" y="61186"/>
                  <a:pt x="9680" y="58930"/>
                  <a:pt x="9680" y="55970"/>
                </a:cubicBezTo>
                <a:lnTo>
                  <a:pt x="9680" y="21689"/>
                </a:lnTo>
                <a:cubicBezTo>
                  <a:pt x="9680" y="19991"/>
                  <a:pt x="9644" y="18547"/>
                  <a:pt x="9571" y="17359"/>
                </a:cubicBezTo>
                <a:cubicBezTo>
                  <a:pt x="9498" y="16170"/>
                  <a:pt x="9413" y="15163"/>
                  <a:pt x="9316" y="14338"/>
                </a:cubicBezTo>
                <a:cubicBezTo>
                  <a:pt x="9219" y="13173"/>
                  <a:pt x="9049" y="12191"/>
                  <a:pt x="8807" y="11391"/>
                </a:cubicBezTo>
                <a:cubicBezTo>
                  <a:pt x="8563" y="10590"/>
                  <a:pt x="8115" y="9886"/>
                  <a:pt x="7460" y="9280"/>
                </a:cubicBezTo>
                <a:cubicBezTo>
                  <a:pt x="6805" y="8673"/>
                  <a:pt x="5883" y="8151"/>
                  <a:pt x="4694" y="7715"/>
                </a:cubicBezTo>
                <a:cubicBezTo>
                  <a:pt x="3506" y="7278"/>
                  <a:pt x="1940" y="6866"/>
                  <a:pt x="0" y="6478"/>
                </a:cubicBezTo>
                <a:lnTo>
                  <a:pt x="0" y="1528"/>
                </a:lnTo>
                <a:lnTo>
                  <a:pt x="19069" y="728"/>
                </a:lnTo>
                <a:lnTo>
                  <a:pt x="24237" y="728"/>
                </a:lnTo>
                <a:cubicBezTo>
                  <a:pt x="24091" y="2814"/>
                  <a:pt x="23921" y="4864"/>
                  <a:pt x="23727" y="6878"/>
                </a:cubicBezTo>
                <a:cubicBezTo>
                  <a:pt x="23533" y="8891"/>
                  <a:pt x="23363" y="10918"/>
                  <a:pt x="23217" y="12955"/>
                </a:cubicBezTo>
                <a:cubicBezTo>
                  <a:pt x="23363" y="13052"/>
                  <a:pt x="23508" y="13101"/>
                  <a:pt x="23654" y="13101"/>
                </a:cubicBezTo>
                <a:cubicBezTo>
                  <a:pt x="23800" y="13101"/>
                  <a:pt x="23945" y="13149"/>
                  <a:pt x="24091" y="13246"/>
                </a:cubicBezTo>
                <a:cubicBezTo>
                  <a:pt x="26468" y="10820"/>
                  <a:pt x="28701" y="8770"/>
                  <a:pt x="30787" y="7096"/>
                </a:cubicBezTo>
                <a:cubicBezTo>
                  <a:pt x="32873" y="5422"/>
                  <a:pt x="34887" y="4051"/>
                  <a:pt x="36828" y="2984"/>
                </a:cubicBezTo>
                <a:cubicBezTo>
                  <a:pt x="38769" y="1916"/>
                  <a:pt x="40698" y="1152"/>
                  <a:pt x="42614" y="691"/>
                </a:cubicBezTo>
                <a:cubicBezTo>
                  <a:pt x="44531" y="230"/>
                  <a:pt x="46508" y="0"/>
                  <a:pt x="48546" y="0"/>
                </a:cubicBezTo>
                <a:cubicBezTo>
                  <a:pt x="52137" y="0"/>
                  <a:pt x="55279" y="473"/>
                  <a:pt x="57971" y="1419"/>
                </a:cubicBezTo>
                <a:cubicBezTo>
                  <a:pt x="60664" y="2365"/>
                  <a:pt x="62909" y="3881"/>
                  <a:pt x="64704" y="5968"/>
                </a:cubicBezTo>
                <a:cubicBezTo>
                  <a:pt x="66499" y="8055"/>
                  <a:pt x="67846" y="10723"/>
                  <a:pt x="68744" y="13974"/>
                </a:cubicBezTo>
                <a:cubicBezTo>
                  <a:pt x="69641" y="17225"/>
                  <a:pt x="70090" y="21131"/>
                  <a:pt x="70090" y="25692"/>
                </a:cubicBezTo>
                <a:lnTo>
                  <a:pt x="70090" y="55752"/>
                </a:lnTo>
                <a:cubicBezTo>
                  <a:pt x="70090" y="58615"/>
                  <a:pt x="70115" y="60823"/>
                  <a:pt x="70163" y="62375"/>
                </a:cubicBezTo>
                <a:cubicBezTo>
                  <a:pt x="70211" y="63928"/>
                  <a:pt x="70503" y="65129"/>
                  <a:pt x="71036" y="65978"/>
                </a:cubicBezTo>
                <a:cubicBezTo>
                  <a:pt x="71570" y="66827"/>
                  <a:pt x="72444" y="67495"/>
                  <a:pt x="73657" y="67979"/>
                </a:cubicBezTo>
                <a:cubicBezTo>
                  <a:pt x="74870" y="68465"/>
                  <a:pt x="76641" y="69023"/>
                  <a:pt x="78970" y="69654"/>
                </a:cubicBezTo>
                <a:lnTo>
                  <a:pt x="78970" y="74312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D36721EC-BA22-4FED-97BE-3B5A088F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756" y="5636432"/>
            <a:ext cx="108447" cy="128008"/>
          </a:xfrm>
          <a:custGeom xmlns:a="http://schemas.openxmlformats.org/drawingml/2006/main">
            <a:pathLst>
              <a:path w="108447" h="128008">
                <a:moveTo>
                  <a:pt x="44762" y="6278"/>
                </a:moveTo>
                <a:cubicBezTo>
                  <a:pt x="35846" y="12646"/>
                  <a:pt x="28749" y="20197"/>
                  <a:pt x="23473" y="28932"/>
                </a:cubicBezTo>
                <a:cubicBezTo>
                  <a:pt x="18196" y="37665"/>
                  <a:pt x="15557" y="46278"/>
                  <a:pt x="15557" y="54769"/>
                </a:cubicBezTo>
                <a:cubicBezTo>
                  <a:pt x="15557" y="62654"/>
                  <a:pt x="17316" y="68871"/>
                  <a:pt x="20834" y="73421"/>
                </a:cubicBezTo>
                <a:cubicBezTo>
                  <a:pt x="24352" y="77969"/>
                  <a:pt x="29659" y="80972"/>
                  <a:pt x="36756" y="82427"/>
                </a:cubicBezTo>
                <a:lnTo>
                  <a:pt x="46035" y="40668"/>
                </a:lnTo>
                <a:cubicBezTo>
                  <a:pt x="49129" y="26839"/>
                  <a:pt x="54026" y="16634"/>
                  <a:pt x="60728" y="10053"/>
                </a:cubicBezTo>
                <a:cubicBezTo>
                  <a:pt x="67431" y="3472"/>
                  <a:pt x="74997" y="181"/>
                  <a:pt x="83428" y="181"/>
                </a:cubicBezTo>
                <a:cubicBezTo>
                  <a:pt x="91737" y="181"/>
                  <a:pt x="97985" y="2502"/>
                  <a:pt x="102169" y="7142"/>
                </a:cubicBezTo>
                <a:cubicBezTo>
                  <a:pt x="106354" y="11781"/>
                  <a:pt x="108447" y="18742"/>
                  <a:pt x="108447" y="28021"/>
                </a:cubicBezTo>
                <a:cubicBezTo>
                  <a:pt x="108447" y="39606"/>
                  <a:pt x="106036" y="50129"/>
                  <a:pt x="101215" y="59592"/>
                </a:cubicBezTo>
                <a:cubicBezTo>
                  <a:pt x="96392" y="69053"/>
                  <a:pt x="89524" y="76453"/>
                  <a:pt x="80607" y="81790"/>
                </a:cubicBezTo>
                <a:cubicBezTo>
                  <a:pt x="71692" y="87128"/>
                  <a:pt x="61320" y="89887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7"/>
                </a:lnTo>
                <a:cubicBezTo>
                  <a:pt x="23927" y="88614"/>
                  <a:pt x="15239" y="84869"/>
                  <a:pt x="9143" y="78652"/>
                </a:cubicBezTo>
                <a:cubicBezTo>
                  <a:pt x="3048" y="72434"/>
                  <a:pt x="0" y="64261"/>
                  <a:pt x="0" y="54133"/>
                </a:cubicBezTo>
                <a:cubicBezTo>
                  <a:pt x="0" y="33996"/>
                  <a:pt x="13344" y="15951"/>
                  <a:pt x="40031" y="0"/>
                </a:cubicBezTo>
                <a:lnTo>
                  <a:pt x="44762" y="6278"/>
                </a:lnTo>
                <a:moveTo>
                  <a:pt x="50948" y="83064"/>
                </a:moveTo>
                <a:cubicBezTo>
                  <a:pt x="59561" y="82761"/>
                  <a:pt x="66991" y="79925"/>
                  <a:pt x="73238" y="74558"/>
                </a:cubicBezTo>
                <a:cubicBezTo>
                  <a:pt x="79486" y="69189"/>
                  <a:pt x="84307" y="61926"/>
                  <a:pt x="87704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4" y="14966"/>
                  <a:pt x="90024" y="11964"/>
                </a:cubicBezTo>
                <a:cubicBezTo>
                  <a:pt x="88174" y="8961"/>
                  <a:pt x="85521" y="7460"/>
                  <a:pt x="82063" y="7460"/>
                </a:cubicBezTo>
                <a:cubicBezTo>
                  <a:pt x="77150" y="7460"/>
                  <a:pt x="72950" y="10219"/>
                  <a:pt x="69463" y="15739"/>
                </a:cubicBezTo>
                <a:cubicBezTo>
                  <a:pt x="65975" y="21259"/>
                  <a:pt x="62897" y="29962"/>
                  <a:pt x="60228" y="41850"/>
                </a:cubicBezTo>
                <a:lnTo>
                  <a:pt x="50948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AE4F55AC-22B5-486F-9FD6-0ABE2F2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7107" y="5593227"/>
            <a:ext cx="48406" cy="50762"/>
          </a:xfrm>
          <a:custGeom xmlns:a="http://schemas.openxmlformats.org/drawingml/2006/main">
            <a:pathLst>
              <a:path w="48406" h="50762">
                <a:moveTo>
                  <a:pt x="48406" y="34403"/>
                </a:moveTo>
                <a:lnTo>
                  <a:pt x="44030" y="41876"/>
                </a:lnTo>
                <a:lnTo>
                  <a:pt x="26727" y="29690"/>
                </a:lnTo>
                <a:lnTo>
                  <a:pt x="28680" y="50762"/>
                </a:lnTo>
                <a:lnTo>
                  <a:pt x="19793" y="50762"/>
                </a:lnTo>
                <a:lnTo>
                  <a:pt x="21813" y="29690"/>
                </a:lnTo>
                <a:lnTo>
                  <a:pt x="4443" y="41876"/>
                </a:lnTo>
                <a:lnTo>
                  <a:pt x="0" y="34403"/>
                </a:lnTo>
                <a:lnTo>
                  <a:pt x="19255" y="25382"/>
                </a:lnTo>
                <a:lnTo>
                  <a:pt x="0" y="16427"/>
                </a:lnTo>
                <a:lnTo>
                  <a:pt x="4443" y="8887"/>
                </a:lnTo>
                <a:lnTo>
                  <a:pt x="21813" y="21073"/>
                </a:lnTo>
                <a:lnTo>
                  <a:pt x="19793" y="0"/>
                </a:lnTo>
                <a:lnTo>
                  <a:pt x="28680" y="0"/>
                </a:lnTo>
                <a:lnTo>
                  <a:pt x="26727" y="21073"/>
                </a:lnTo>
                <a:lnTo>
                  <a:pt x="44030" y="8887"/>
                </a:lnTo>
                <a:lnTo>
                  <a:pt x="48406" y="16427"/>
                </a:lnTo>
                <a:lnTo>
                  <a:pt x="29219" y="25382"/>
                </a:lnTo>
                <a:lnTo>
                  <a:pt x="48406" y="344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ABD1F9CA-F3B2-4F91-B8FE-5721E76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389" y="4867712"/>
            <a:ext cx="120993" cy="139808"/>
          </a:xfrm>
          <a:custGeom xmlns:a="http://schemas.openxmlformats.org/drawingml/2006/main">
            <a:pathLst>
              <a:path w="120993" h="139808">
                <a:moveTo>
                  <a:pt x="46836" y="39931"/>
                </a:moveTo>
                <a:cubicBezTo>
                  <a:pt x="48571" y="31925"/>
                  <a:pt x="50672" y="25487"/>
                  <a:pt x="53141" y="20616"/>
                </a:cubicBezTo>
                <a:cubicBezTo>
                  <a:pt x="55610" y="15746"/>
                  <a:pt x="58545" y="11960"/>
                  <a:pt x="61948" y="9257"/>
                </a:cubicBezTo>
                <a:cubicBezTo>
                  <a:pt x="65351" y="6555"/>
                  <a:pt x="69120" y="4337"/>
                  <a:pt x="73257" y="2602"/>
                </a:cubicBezTo>
                <a:cubicBezTo>
                  <a:pt x="77393" y="868"/>
                  <a:pt x="82197" y="0"/>
                  <a:pt x="87668" y="0"/>
                </a:cubicBezTo>
                <a:cubicBezTo>
                  <a:pt x="93472" y="0"/>
                  <a:pt x="98543" y="1635"/>
                  <a:pt x="102879" y="4904"/>
                </a:cubicBezTo>
                <a:cubicBezTo>
                  <a:pt x="107216" y="8173"/>
                  <a:pt x="111053" y="13010"/>
                  <a:pt x="114389" y="19415"/>
                </a:cubicBezTo>
                <a:lnTo>
                  <a:pt x="98977" y="26120"/>
                </a:lnTo>
                <a:cubicBezTo>
                  <a:pt x="95774" y="19582"/>
                  <a:pt x="93005" y="15062"/>
                  <a:pt x="90670" y="12560"/>
                </a:cubicBezTo>
                <a:cubicBezTo>
                  <a:pt x="88335" y="10058"/>
                  <a:pt x="85433" y="8807"/>
                  <a:pt x="81963" y="8807"/>
                </a:cubicBezTo>
                <a:cubicBezTo>
                  <a:pt x="80095" y="8807"/>
                  <a:pt x="78361" y="9141"/>
                  <a:pt x="76759" y="9808"/>
                </a:cubicBezTo>
                <a:cubicBezTo>
                  <a:pt x="75158" y="10475"/>
                  <a:pt x="73690" y="11793"/>
                  <a:pt x="72356" y="13761"/>
                </a:cubicBezTo>
                <a:cubicBezTo>
                  <a:pt x="71022" y="15729"/>
                  <a:pt x="69887" y="18348"/>
                  <a:pt x="68953" y="21617"/>
                </a:cubicBezTo>
                <a:cubicBezTo>
                  <a:pt x="68019" y="24886"/>
                  <a:pt x="66752" y="30323"/>
                  <a:pt x="65151" y="37929"/>
                </a:cubicBezTo>
                <a:lnTo>
                  <a:pt x="58145" y="71055"/>
                </a:lnTo>
                <a:cubicBezTo>
                  <a:pt x="57078" y="76059"/>
                  <a:pt x="55876" y="80462"/>
                  <a:pt x="54542" y="84265"/>
                </a:cubicBezTo>
                <a:cubicBezTo>
                  <a:pt x="53208" y="88068"/>
                  <a:pt x="51657" y="91671"/>
                  <a:pt x="49889" y="95074"/>
                </a:cubicBezTo>
                <a:cubicBezTo>
                  <a:pt x="48120" y="98476"/>
                  <a:pt x="46253" y="101495"/>
                  <a:pt x="44284" y="104131"/>
                </a:cubicBezTo>
                <a:cubicBezTo>
                  <a:pt x="42316" y="106766"/>
                  <a:pt x="40064" y="109418"/>
                  <a:pt x="37529" y="112087"/>
                </a:cubicBezTo>
                <a:lnTo>
                  <a:pt x="37529" y="113087"/>
                </a:lnTo>
                <a:cubicBezTo>
                  <a:pt x="41732" y="113087"/>
                  <a:pt x="45885" y="113554"/>
                  <a:pt x="49989" y="114489"/>
                </a:cubicBezTo>
                <a:cubicBezTo>
                  <a:pt x="54092" y="115423"/>
                  <a:pt x="58145" y="116624"/>
                  <a:pt x="62148" y="118092"/>
                </a:cubicBezTo>
                <a:cubicBezTo>
                  <a:pt x="66218" y="119626"/>
                  <a:pt x="70104" y="120843"/>
                  <a:pt x="73807" y="121744"/>
                </a:cubicBezTo>
                <a:cubicBezTo>
                  <a:pt x="77510" y="122645"/>
                  <a:pt x="81163" y="123095"/>
                  <a:pt x="84765" y="123095"/>
                </a:cubicBezTo>
                <a:cubicBezTo>
                  <a:pt x="88702" y="123095"/>
                  <a:pt x="92038" y="122562"/>
                  <a:pt x="94773" y="121494"/>
                </a:cubicBezTo>
                <a:cubicBezTo>
                  <a:pt x="97509" y="120427"/>
                  <a:pt x="100194" y="118592"/>
                  <a:pt x="102830" y="115990"/>
                </a:cubicBezTo>
                <a:cubicBezTo>
                  <a:pt x="105465" y="113388"/>
                  <a:pt x="108984" y="108718"/>
                  <a:pt x="113387" y="101979"/>
                </a:cubicBezTo>
                <a:lnTo>
                  <a:pt x="120993" y="106983"/>
                </a:lnTo>
                <a:cubicBezTo>
                  <a:pt x="112920" y="119459"/>
                  <a:pt x="105999" y="128049"/>
                  <a:pt x="100227" y="132753"/>
                </a:cubicBezTo>
                <a:cubicBezTo>
                  <a:pt x="94456" y="137457"/>
                  <a:pt x="88635" y="139808"/>
                  <a:pt x="82764" y="139808"/>
                </a:cubicBezTo>
                <a:cubicBezTo>
                  <a:pt x="77760" y="139808"/>
                  <a:pt x="73040" y="139274"/>
                  <a:pt x="68603" y="138207"/>
                </a:cubicBezTo>
                <a:cubicBezTo>
                  <a:pt x="64166" y="137140"/>
                  <a:pt x="59813" y="135705"/>
                  <a:pt x="55543" y="133903"/>
                </a:cubicBezTo>
                <a:cubicBezTo>
                  <a:pt x="50739" y="131969"/>
                  <a:pt x="46586" y="130518"/>
                  <a:pt x="43083" y="129550"/>
                </a:cubicBezTo>
                <a:cubicBezTo>
                  <a:pt x="39581" y="128583"/>
                  <a:pt x="35994" y="128099"/>
                  <a:pt x="32325" y="128099"/>
                </a:cubicBezTo>
                <a:cubicBezTo>
                  <a:pt x="28322" y="128099"/>
                  <a:pt x="24502" y="128850"/>
                  <a:pt x="20866" y="130351"/>
                </a:cubicBezTo>
                <a:cubicBezTo>
                  <a:pt x="17230" y="131852"/>
                  <a:pt x="12042" y="135004"/>
                  <a:pt x="5304" y="139808"/>
                </a:cubicBezTo>
                <a:lnTo>
                  <a:pt x="0" y="133203"/>
                </a:lnTo>
                <a:cubicBezTo>
                  <a:pt x="8340" y="125664"/>
                  <a:pt x="15378" y="120527"/>
                  <a:pt x="21116" y="117791"/>
                </a:cubicBezTo>
                <a:cubicBezTo>
                  <a:pt x="28522" y="110719"/>
                  <a:pt x="33893" y="99510"/>
                  <a:pt x="37229" y="84165"/>
                </a:cubicBezTo>
                <a:lnTo>
                  <a:pt x="46836" y="399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497C2C9A-C6FE-4948-B4EC-17BE644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763" y="4947562"/>
            <a:ext cx="114198" cy="99349"/>
          </a:xfrm>
          <a:custGeom xmlns:a="http://schemas.openxmlformats.org/drawingml/2006/main">
            <a:pathLst>
              <a:path w="114198" h="99349">
                <a:moveTo>
                  <a:pt x="114198" y="4804"/>
                </a:moveTo>
                <a:cubicBezTo>
                  <a:pt x="112014" y="5531"/>
                  <a:pt x="110291" y="6089"/>
                  <a:pt x="109030" y="6478"/>
                </a:cubicBezTo>
                <a:cubicBezTo>
                  <a:pt x="107768" y="6866"/>
                  <a:pt x="106822" y="7436"/>
                  <a:pt x="106191" y="8188"/>
                </a:cubicBezTo>
                <a:cubicBezTo>
                  <a:pt x="105560" y="8940"/>
                  <a:pt x="105160" y="10093"/>
                  <a:pt x="104990" y="11645"/>
                </a:cubicBezTo>
                <a:cubicBezTo>
                  <a:pt x="104820" y="13198"/>
                  <a:pt x="104735" y="15503"/>
                  <a:pt x="104735" y="18560"/>
                </a:cubicBezTo>
                <a:lnTo>
                  <a:pt x="104735" y="80790"/>
                </a:lnTo>
                <a:cubicBezTo>
                  <a:pt x="104735" y="83652"/>
                  <a:pt x="104808" y="85860"/>
                  <a:pt x="104954" y="87413"/>
                </a:cubicBezTo>
                <a:cubicBezTo>
                  <a:pt x="105100" y="88965"/>
                  <a:pt x="105488" y="90166"/>
                  <a:pt x="106119" y="91016"/>
                </a:cubicBezTo>
                <a:cubicBezTo>
                  <a:pt x="106749" y="91865"/>
                  <a:pt x="107695" y="92532"/>
                  <a:pt x="108957" y="93017"/>
                </a:cubicBezTo>
                <a:cubicBezTo>
                  <a:pt x="110218" y="93502"/>
                  <a:pt x="111965" y="94060"/>
                  <a:pt x="114198" y="94691"/>
                </a:cubicBezTo>
                <a:lnTo>
                  <a:pt x="114198" y="99349"/>
                </a:lnTo>
                <a:lnTo>
                  <a:pt x="80426" y="99349"/>
                </a:lnTo>
                <a:lnTo>
                  <a:pt x="80426" y="94691"/>
                </a:lnTo>
                <a:cubicBezTo>
                  <a:pt x="82755" y="94012"/>
                  <a:pt x="84550" y="93454"/>
                  <a:pt x="85812" y="93017"/>
                </a:cubicBezTo>
                <a:cubicBezTo>
                  <a:pt x="87073" y="92581"/>
                  <a:pt x="87995" y="91937"/>
                  <a:pt x="88577" y="91088"/>
                </a:cubicBezTo>
                <a:cubicBezTo>
                  <a:pt x="89160" y="90239"/>
                  <a:pt x="89512" y="89038"/>
                  <a:pt x="89633" y="87486"/>
                </a:cubicBezTo>
                <a:cubicBezTo>
                  <a:pt x="89754" y="85933"/>
                  <a:pt x="89815" y="83701"/>
                  <a:pt x="89815" y="80790"/>
                </a:cubicBezTo>
                <a:lnTo>
                  <a:pt x="89815" y="53787"/>
                </a:lnTo>
                <a:cubicBezTo>
                  <a:pt x="89815" y="50293"/>
                  <a:pt x="89839" y="46678"/>
                  <a:pt x="89888" y="42942"/>
                </a:cubicBezTo>
                <a:cubicBezTo>
                  <a:pt x="89936" y="39206"/>
                  <a:pt x="90009" y="35664"/>
                  <a:pt x="90106" y="32316"/>
                </a:cubicBezTo>
                <a:cubicBezTo>
                  <a:pt x="90203" y="28968"/>
                  <a:pt x="90325" y="25959"/>
                  <a:pt x="90470" y="23290"/>
                </a:cubicBezTo>
                <a:cubicBezTo>
                  <a:pt x="90615" y="20622"/>
                  <a:pt x="90785" y="18608"/>
                  <a:pt x="90979" y="17249"/>
                </a:cubicBezTo>
                <a:lnTo>
                  <a:pt x="89815" y="17249"/>
                </a:lnTo>
                <a:cubicBezTo>
                  <a:pt x="84526" y="29040"/>
                  <a:pt x="79310" y="40795"/>
                  <a:pt x="74167" y="52513"/>
                </a:cubicBezTo>
                <a:cubicBezTo>
                  <a:pt x="69023" y="64231"/>
                  <a:pt x="63880" y="76010"/>
                  <a:pt x="58736" y="87850"/>
                </a:cubicBezTo>
                <a:lnTo>
                  <a:pt x="49129" y="87850"/>
                </a:lnTo>
                <a:cubicBezTo>
                  <a:pt x="44277" y="75768"/>
                  <a:pt x="39485" y="63807"/>
                  <a:pt x="34754" y="51967"/>
                </a:cubicBezTo>
                <a:cubicBezTo>
                  <a:pt x="30023" y="40128"/>
                  <a:pt x="25232" y="28191"/>
                  <a:pt x="20380" y="16158"/>
                </a:cubicBezTo>
                <a:lnTo>
                  <a:pt x="19142" y="16158"/>
                </a:lnTo>
                <a:cubicBezTo>
                  <a:pt x="19239" y="17322"/>
                  <a:pt x="19336" y="18802"/>
                  <a:pt x="19433" y="20598"/>
                </a:cubicBezTo>
                <a:cubicBezTo>
                  <a:pt x="19530" y="22393"/>
                  <a:pt x="19627" y="24382"/>
                  <a:pt x="19724" y="26566"/>
                </a:cubicBezTo>
                <a:cubicBezTo>
                  <a:pt x="19821" y="28749"/>
                  <a:pt x="19906" y="31066"/>
                  <a:pt x="19979" y="33516"/>
                </a:cubicBezTo>
                <a:cubicBezTo>
                  <a:pt x="20052" y="35967"/>
                  <a:pt x="20124" y="38442"/>
                  <a:pt x="20197" y="40941"/>
                </a:cubicBezTo>
                <a:cubicBezTo>
                  <a:pt x="20270" y="43439"/>
                  <a:pt x="20319" y="45890"/>
                  <a:pt x="20343" y="48292"/>
                </a:cubicBezTo>
                <a:cubicBezTo>
                  <a:pt x="20367" y="50693"/>
                  <a:pt x="20380" y="52938"/>
                  <a:pt x="20380" y="55024"/>
                </a:cubicBezTo>
                <a:lnTo>
                  <a:pt x="20380" y="80790"/>
                </a:lnTo>
                <a:cubicBezTo>
                  <a:pt x="20380" y="83652"/>
                  <a:pt x="20440" y="85848"/>
                  <a:pt x="20561" y="87377"/>
                </a:cubicBezTo>
                <a:cubicBezTo>
                  <a:pt x="20683" y="88905"/>
                  <a:pt x="21047" y="90106"/>
                  <a:pt x="21653" y="90979"/>
                </a:cubicBezTo>
                <a:cubicBezTo>
                  <a:pt x="22260" y="91853"/>
                  <a:pt x="23181" y="92520"/>
                  <a:pt x="24419" y="92981"/>
                </a:cubicBezTo>
                <a:cubicBezTo>
                  <a:pt x="25656" y="93442"/>
                  <a:pt x="27415" y="94012"/>
                  <a:pt x="29696" y="94691"/>
                </a:cubicBezTo>
                <a:lnTo>
                  <a:pt x="29696" y="99349"/>
                </a:lnTo>
                <a:lnTo>
                  <a:pt x="0" y="99349"/>
                </a:lnTo>
                <a:lnTo>
                  <a:pt x="0" y="94691"/>
                </a:lnTo>
                <a:cubicBezTo>
                  <a:pt x="2329" y="93963"/>
                  <a:pt x="4137" y="93369"/>
                  <a:pt x="5422" y="92908"/>
                </a:cubicBezTo>
                <a:cubicBezTo>
                  <a:pt x="6708" y="92447"/>
                  <a:pt x="7642" y="91792"/>
                  <a:pt x="8225" y="90943"/>
                </a:cubicBezTo>
                <a:cubicBezTo>
                  <a:pt x="8807" y="90093"/>
                  <a:pt x="9146" y="88905"/>
                  <a:pt x="9244" y="87377"/>
                </a:cubicBezTo>
                <a:cubicBezTo>
                  <a:pt x="9340" y="85848"/>
                  <a:pt x="9389" y="83652"/>
                  <a:pt x="9389" y="80790"/>
                </a:cubicBezTo>
                <a:lnTo>
                  <a:pt x="9389" y="18560"/>
                </a:lnTo>
                <a:cubicBezTo>
                  <a:pt x="9389" y="15648"/>
                  <a:pt x="9329" y="13440"/>
                  <a:pt x="9207" y="11936"/>
                </a:cubicBezTo>
                <a:cubicBezTo>
                  <a:pt x="9086" y="10432"/>
                  <a:pt x="8734" y="9280"/>
                  <a:pt x="8152" y="8479"/>
                </a:cubicBezTo>
                <a:cubicBezTo>
                  <a:pt x="7569" y="7678"/>
                  <a:pt x="6648" y="7060"/>
                  <a:pt x="5386" y="6623"/>
                </a:cubicBezTo>
                <a:cubicBezTo>
                  <a:pt x="4124" y="6186"/>
                  <a:pt x="2329" y="5580"/>
                  <a:pt x="0" y="4804"/>
                </a:cubicBezTo>
                <a:lnTo>
                  <a:pt x="0" y="0"/>
                </a:lnTo>
                <a:lnTo>
                  <a:pt x="29550" y="0"/>
                </a:lnTo>
                <a:cubicBezTo>
                  <a:pt x="34111" y="11597"/>
                  <a:pt x="38624" y="23121"/>
                  <a:pt x="43088" y="34572"/>
                </a:cubicBezTo>
                <a:cubicBezTo>
                  <a:pt x="47552" y="46023"/>
                  <a:pt x="52065" y="57523"/>
                  <a:pt x="56625" y="69071"/>
                </a:cubicBezTo>
                <a:cubicBezTo>
                  <a:pt x="61672" y="57523"/>
                  <a:pt x="66670" y="46023"/>
                  <a:pt x="71619" y="34572"/>
                </a:cubicBezTo>
                <a:cubicBezTo>
                  <a:pt x="76568" y="23121"/>
                  <a:pt x="81566" y="11597"/>
                  <a:pt x="86612" y="0"/>
                </a:cubicBezTo>
                <a:lnTo>
                  <a:pt x="114198" y="0"/>
                </a:lnTo>
                <a:lnTo>
                  <a:pt x="114198" y="48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B7FDCC29-ECDC-45F5-B7A8-F3DA359C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3817" y="4946397"/>
            <a:ext cx="100150" cy="100514"/>
          </a:xfrm>
          <a:custGeom xmlns:a="http://schemas.openxmlformats.org/drawingml/2006/main">
            <a:pathLst>
              <a:path w="100150" h="100514">
                <a:moveTo>
                  <a:pt x="62667" y="100514"/>
                </a:moveTo>
                <a:lnTo>
                  <a:pt x="62667" y="95856"/>
                </a:lnTo>
                <a:cubicBezTo>
                  <a:pt x="64462" y="95565"/>
                  <a:pt x="65978" y="95249"/>
                  <a:pt x="67216" y="94910"/>
                </a:cubicBezTo>
                <a:cubicBezTo>
                  <a:pt x="68453" y="94570"/>
                  <a:pt x="69460" y="94121"/>
                  <a:pt x="70236" y="93563"/>
                </a:cubicBezTo>
                <a:cubicBezTo>
                  <a:pt x="71012" y="93005"/>
                  <a:pt x="71582" y="92314"/>
                  <a:pt x="71946" y="91489"/>
                </a:cubicBezTo>
                <a:cubicBezTo>
                  <a:pt x="72310" y="90664"/>
                  <a:pt x="72492" y="89645"/>
                  <a:pt x="72492" y="88432"/>
                </a:cubicBezTo>
                <a:cubicBezTo>
                  <a:pt x="72492" y="86928"/>
                  <a:pt x="72274" y="85254"/>
                  <a:pt x="71837" y="83410"/>
                </a:cubicBezTo>
                <a:cubicBezTo>
                  <a:pt x="71400" y="81566"/>
                  <a:pt x="70818" y="79431"/>
                  <a:pt x="70090" y="77005"/>
                </a:cubicBezTo>
                <a:lnTo>
                  <a:pt x="67325" y="68198"/>
                </a:lnTo>
                <a:lnTo>
                  <a:pt x="30569" y="68198"/>
                </a:lnTo>
                <a:lnTo>
                  <a:pt x="28021" y="74967"/>
                </a:lnTo>
                <a:cubicBezTo>
                  <a:pt x="26857" y="77975"/>
                  <a:pt x="26020" y="80450"/>
                  <a:pt x="25510" y="82391"/>
                </a:cubicBezTo>
                <a:cubicBezTo>
                  <a:pt x="25001" y="84332"/>
                  <a:pt x="24746" y="86054"/>
                  <a:pt x="24746" y="87558"/>
                </a:cubicBezTo>
                <a:cubicBezTo>
                  <a:pt x="24746" y="88965"/>
                  <a:pt x="24965" y="90155"/>
                  <a:pt x="25401" y="91125"/>
                </a:cubicBezTo>
                <a:cubicBezTo>
                  <a:pt x="25838" y="92095"/>
                  <a:pt x="26481" y="92896"/>
                  <a:pt x="27330" y="93527"/>
                </a:cubicBezTo>
                <a:cubicBezTo>
                  <a:pt x="28179" y="94158"/>
                  <a:pt x="29222" y="94655"/>
                  <a:pt x="30460" y="95019"/>
                </a:cubicBezTo>
                <a:cubicBezTo>
                  <a:pt x="31697" y="95383"/>
                  <a:pt x="33116" y="95662"/>
                  <a:pt x="34718" y="95856"/>
                </a:cubicBezTo>
                <a:lnTo>
                  <a:pt x="34718" y="100514"/>
                </a:lnTo>
                <a:lnTo>
                  <a:pt x="0" y="100514"/>
                </a:lnTo>
                <a:lnTo>
                  <a:pt x="0" y="95856"/>
                </a:lnTo>
                <a:cubicBezTo>
                  <a:pt x="2960" y="95467"/>
                  <a:pt x="5568" y="94024"/>
                  <a:pt x="7824" y="91525"/>
                </a:cubicBezTo>
                <a:cubicBezTo>
                  <a:pt x="10080" y="89026"/>
                  <a:pt x="12203" y="85181"/>
                  <a:pt x="14192" y="79989"/>
                </a:cubicBezTo>
                <a:lnTo>
                  <a:pt x="47236" y="0"/>
                </a:lnTo>
                <a:lnTo>
                  <a:pt x="60847" y="0"/>
                </a:lnTo>
                <a:lnTo>
                  <a:pt x="87631" y="80644"/>
                </a:lnTo>
                <a:cubicBezTo>
                  <a:pt x="88505" y="83264"/>
                  <a:pt x="89317" y="85435"/>
                  <a:pt x="90070" y="87158"/>
                </a:cubicBezTo>
                <a:cubicBezTo>
                  <a:pt x="90822" y="88880"/>
                  <a:pt x="91658" y="90312"/>
                  <a:pt x="92581" y="91453"/>
                </a:cubicBezTo>
                <a:cubicBezTo>
                  <a:pt x="93502" y="92593"/>
                  <a:pt x="94557" y="93502"/>
                  <a:pt x="95747" y="94182"/>
                </a:cubicBezTo>
                <a:cubicBezTo>
                  <a:pt x="96936" y="94861"/>
                  <a:pt x="98403" y="95419"/>
                  <a:pt x="100150" y="95856"/>
                </a:cubicBezTo>
                <a:lnTo>
                  <a:pt x="100150" y="100514"/>
                </a:lnTo>
                <a:lnTo>
                  <a:pt x="62667" y="100514"/>
                </a:lnTo>
                <a:moveTo>
                  <a:pt x="33335" y="60410"/>
                </a:moveTo>
                <a:lnTo>
                  <a:pt x="65068" y="60410"/>
                </a:lnTo>
                <a:lnTo>
                  <a:pt x="50512" y="15503"/>
                </a:lnTo>
                <a:lnTo>
                  <a:pt x="33335" y="604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4E3C94C5-756E-40BE-98EA-85AE898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6941" y="4947562"/>
            <a:ext cx="76859" cy="99349"/>
          </a:xfrm>
          <a:custGeom xmlns:a="http://schemas.openxmlformats.org/drawingml/2006/main">
            <a:pathLst>
              <a:path w="76859" h="99349">
                <a:moveTo>
                  <a:pt x="24892" y="80644"/>
                </a:moveTo>
                <a:cubicBezTo>
                  <a:pt x="24940" y="83118"/>
                  <a:pt x="25062" y="85132"/>
                  <a:pt x="25256" y="86685"/>
                </a:cubicBezTo>
                <a:cubicBezTo>
                  <a:pt x="25450" y="88238"/>
                  <a:pt x="25911" y="89524"/>
                  <a:pt x="26639" y="90543"/>
                </a:cubicBezTo>
                <a:cubicBezTo>
                  <a:pt x="27366" y="91562"/>
                  <a:pt x="28446" y="92374"/>
                  <a:pt x="29878" y="92981"/>
                </a:cubicBezTo>
                <a:cubicBezTo>
                  <a:pt x="31309" y="93587"/>
                  <a:pt x="33262" y="94158"/>
                  <a:pt x="35737" y="94691"/>
                </a:cubicBezTo>
                <a:lnTo>
                  <a:pt x="35737" y="99349"/>
                </a:lnTo>
                <a:lnTo>
                  <a:pt x="0" y="99349"/>
                </a:lnTo>
                <a:lnTo>
                  <a:pt x="0" y="94691"/>
                </a:lnTo>
                <a:cubicBezTo>
                  <a:pt x="2329" y="93963"/>
                  <a:pt x="4125" y="93369"/>
                  <a:pt x="5386" y="92908"/>
                </a:cubicBezTo>
                <a:cubicBezTo>
                  <a:pt x="6648" y="92447"/>
                  <a:pt x="7569" y="91792"/>
                  <a:pt x="8152" y="90943"/>
                </a:cubicBezTo>
                <a:cubicBezTo>
                  <a:pt x="8734" y="90093"/>
                  <a:pt x="9061" y="88905"/>
                  <a:pt x="9135" y="87376"/>
                </a:cubicBezTo>
                <a:cubicBezTo>
                  <a:pt x="9207" y="85848"/>
                  <a:pt x="9244" y="83652"/>
                  <a:pt x="9244" y="80790"/>
                </a:cubicBezTo>
                <a:lnTo>
                  <a:pt x="9244" y="18560"/>
                </a:lnTo>
                <a:cubicBezTo>
                  <a:pt x="9244" y="15600"/>
                  <a:pt x="9183" y="13356"/>
                  <a:pt x="9061" y="11827"/>
                </a:cubicBezTo>
                <a:cubicBezTo>
                  <a:pt x="8940" y="10299"/>
                  <a:pt x="8589" y="9134"/>
                  <a:pt x="8006" y="8334"/>
                </a:cubicBezTo>
                <a:cubicBezTo>
                  <a:pt x="7424" y="7533"/>
                  <a:pt x="6514" y="6926"/>
                  <a:pt x="5277" y="6514"/>
                </a:cubicBezTo>
                <a:cubicBezTo>
                  <a:pt x="4039" y="6102"/>
                  <a:pt x="2280" y="5531"/>
                  <a:pt x="0" y="4804"/>
                </a:cubicBezTo>
                <a:lnTo>
                  <a:pt x="0" y="0"/>
                </a:lnTo>
                <a:lnTo>
                  <a:pt x="39813" y="0"/>
                </a:lnTo>
                <a:cubicBezTo>
                  <a:pt x="52283" y="0"/>
                  <a:pt x="61575" y="2208"/>
                  <a:pt x="67689" y="6623"/>
                </a:cubicBezTo>
                <a:cubicBezTo>
                  <a:pt x="73802" y="11039"/>
                  <a:pt x="76859" y="17783"/>
                  <a:pt x="76859" y="26857"/>
                </a:cubicBezTo>
                <a:cubicBezTo>
                  <a:pt x="76859" y="32146"/>
                  <a:pt x="75828" y="36756"/>
                  <a:pt x="73766" y="40686"/>
                </a:cubicBezTo>
                <a:cubicBezTo>
                  <a:pt x="71703" y="44616"/>
                  <a:pt x="68914" y="47879"/>
                  <a:pt x="65396" y="50475"/>
                </a:cubicBezTo>
                <a:cubicBezTo>
                  <a:pt x="61878" y="53071"/>
                  <a:pt x="57778" y="55000"/>
                  <a:pt x="53096" y="56261"/>
                </a:cubicBezTo>
                <a:cubicBezTo>
                  <a:pt x="48413" y="57523"/>
                  <a:pt x="43476" y="58105"/>
                  <a:pt x="38284" y="58008"/>
                </a:cubicBezTo>
                <a:lnTo>
                  <a:pt x="36319" y="58008"/>
                </a:lnTo>
                <a:cubicBezTo>
                  <a:pt x="34135" y="58008"/>
                  <a:pt x="32074" y="57996"/>
                  <a:pt x="30132" y="57972"/>
                </a:cubicBezTo>
                <a:cubicBezTo>
                  <a:pt x="28191" y="57947"/>
                  <a:pt x="26445" y="57863"/>
                  <a:pt x="24892" y="57717"/>
                </a:cubicBezTo>
                <a:lnTo>
                  <a:pt x="24892" y="80644"/>
                </a:lnTo>
                <a:moveTo>
                  <a:pt x="24892" y="49857"/>
                </a:moveTo>
                <a:lnTo>
                  <a:pt x="33917" y="49857"/>
                </a:lnTo>
                <a:cubicBezTo>
                  <a:pt x="38430" y="49857"/>
                  <a:pt x="42336" y="49468"/>
                  <a:pt x="45636" y="48692"/>
                </a:cubicBezTo>
                <a:cubicBezTo>
                  <a:pt x="48935" y="47916"/>
                  <a:pt x="51652" y="46678"/>
                  <a:pt x="53787" y="44980"/>
                </a:cubicBezTo>
                <a:cubicBezTo>
                  <a:pt x="55922" y="43282"/>
                  <a:pt x="57511" y="41086"/>
                  <a:pt x="58554" y="38393"/>
                </a:cubicBezTo>
                <a:cubicBezTo>
                  <a:pt x="59598" y="35700"/>
                  <a:pt x="60119" y="32437"/>
                  <a:pt x="60119" y="28604"/>
                </a:cubicBezTo>
                <a:cubicBezTo>
                  <a:pt x="60119" y="21423"/>
                  <a:pt x="58106" y="16206"/>
                  <a:pt x="54078" y="12955"/>
                </a:cubicBezTo>
                <a:cubicBezTo>
                  <a:pt x="50051" y="9704"/>
                  <a:pt x="44277" y="8079"/>
                  <a:pt x="36756" y="8079"/>
                </a:cubicBezTo>
                <a:cubicBezTo>
                  <a:pt x="34426" y="8079"/>
                  <a:pt x="32279" y="8103"/>
                  <a:pt x="30315" y="8151"/>
                </a:cubicBezTo>
                <a:cubicBezTo>
                  <a:pt x="28349" y="8200"/>
                  <a:pt x="26541" y="8273"/>
                  <a:pt x="24892" y="8370"/>
                </a:cubicBezTo>
                <a:lnTo>
                  <a:pt x="24892" y="498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A19F9F47-8D40-4BF5-9A3A-6947C32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2982" y="4947562"/>
            <a:ext cx="76859" cy="99349"/>
          </a:xfrm>
          <a:custGeom xmlns:a="http://schemas.openxmlformats.org/drawingml/2006/main">
            <a:pathLst>
              <a:path w="76859" h="99349">
                <a:moveTo>
                  <a:pt x="24892" y="80644"/>
                </a:moveTo>
                <a:cubicBezTo>
                  <a:pt x="24940" y="83118"/>
                  <a:pt x="25062" y="85132"/>
                  <a:pt x="25256" y="86685"/>
                </a:cubicBezTo>
                <a:cubicBezTo>
                  <a:pt x="25450" y="88238"/>
                  <a:pt x="25911" y="89524"/>
                  <a:pt x="26639" y="90543"/>
                </a:cubicBezTo>
                <a:cubicBezTo>
                  <a:pt x="27366" y="91562"/>
                  <a:pt x="28446" y="92374"/>
                  <a:pt x="29878" y="92981"/>
                </a:cubicBezTo>
                <a:cubicBezTo>
                  <a:pt x="31309" y="93587"/>
                  <a:pt x="33262" y="94158"/>
                  <a:pt x="35737" y="94691"/>
                </a:cubicBezTo>
                <a:lnTo>
                  <a:pt x="35737" y="99349"/>
                </a:lnTo>
                <a:lnTo>
                  <a:pt x="0" y="99349"/>
                </a:lnTo>
                <a:lnTo>
                  <a:pt x="0" y="94691"/>
                </a:lnTo>
                <a:cubicBezTo>
                  <a:pt x="2329" y="93963"/>
                  <a:pt x="4125" y="93369"/>
                  <a:pt x="5386" y="92908"/>
                </a:cubicBezTo>
                <a:cubicBezTo>
                  <a:pt x="6648" y="92447"/>
                  <a:pt x="7569" y="91792"/>
                  <a:pt x="8152" y="90943"/>
                </a:cubicBezTo>
                <a:cubicBezTo>
                  <a:pt x="8734" y="90093"/>
                  <a:pt x="9061" y="88905"/>
                  <a:pt x="9135" y="87376"/>
                </a:cubicBezTo>
                <a:cubicBezTo>
                  <a:pt x="9207" y="85848"/>
                  <a:pt x="9244" y="83652"/>
                  <a:pt x="9244" y="80790"/>
                </a:cubicBezTo>
                <a:lnTo>
                  <a:pt x="9244" y="18560"/>
                </a:lnTo>
                <a:cubicBezTo>
                  <a:pt x="9244" y="15600"/>
                  <a:pt x="9183" y="13356"/>
                  <a:pt x="9061" y="11827"/>
                </a:cubicBezTo>
                <a:cubicBezTo>
                  <a:pt x="8940" y="10299"/>
                  <a:pt x="8589" y="9134"/>
                  <a:pt x="8006" y="8334"/>
                </a:cubicBezTo>
                <a:cubicBezTo>
                  <a:pt x="7424" y="7533"/>
                  <a:pt x="6514" y="6926"/>
                  <a:pt x="5277" y="6514"/>
                </a:cubicBezTo>
                <a:cubicBezTo>
                  <a:pt x="4039" y="6102"/>
                  <a:pt x="2280" y="5531"/>
                  <a:pt x="0" y="4804"/>
                </a:cubicBezTo>
                <a:lnTo>
                  <a:pt x="0" y="0"/>
                </a:lnTo>
                <a:lnTo>
                  <a:pt x="39813" y="0"/>
                </a:lnTo>
                <a:cubicBezTo>
                  <a:pt x="52283" y="0"/>
                  <a:pt x="61575" y="2208"/>
                  <a:pt x="67689" y="6623"/>
                </a:cubicBezTo>
                <a:cubicBezTo>
                  <a:pt x="73802" y="11039"/>
                  <a:pt x="76859" y="17783"/>
                  <a:pt x="76859" y="26857"/>
                </a:cubicBezTo>
                <a:cubicBezTo>
                  <a:pt x="76859" y="32146"/>
                  <a:pt x="75828" y="36756"/>
                  <a:pt x="73766" y="40686"/>
                </a:cubicBezTo>
                <a:cubicBezTo>
                  <a:pt x="71703" y="44616"/>
                  <a:pt x="68914" y="47879"/>
                  <a:pt x="65396" y="50475"/>
                </a:cubicBezTo>
                <a:cubicBezTo>
                  <a:pt x="61878" y="53071"/>
                  <a:pt x="57778" y="55000"/>
                  <a:pt x="53096" y="56261"/>
                </a:cubicBezTo>
                <a:cubicBezTo>
                  <a:pt x="48413" y="57523"/>
                  <a:pt x="43476" y="58105"/>
                  <a:pt x="38284" y="58008"/>
                </a:cubicBezTo>
                <a:lnTo>
                  <a:pt x="36319" y="58008"/>
                </a:lnTo>
                <a:cubicBezTo>
                  <a:pt x="34135" y="58008"/>
                  <a:pt x="32074" y="57996"/>
                  <a:pt x="30132" y="57972"/>
                </a:cubicBezTo>
                <a:cubicBezTo>
                  <a:pt x="28191" y="57947"/>
                  <a:pt x="26445" y="57863"/>
                  <a:pt x="24892" y="57717"/>
                </a:cubicBezTo>
                <a:lnTo>
                  <a:pt x="24892" y="80644"/>
                </a:lnTo>
                <a:moveTo>
                  <a:pt x="24892" y="49857"/>
                </a:moveTo>
                <a:lnTo>
                  <a:pt x="33917" y="49857"/>
                </a:lnTo>
                <a:cubicBezTo>
                  <a:pt x="38430" y="49857"/>
                  <a:pt x="42336" y="49468"/>
                  <a:pt x="45636" y="48692"/>
                </a:cubicBezTo>
                <a:cubicBezTo>
                  <a:pt x="48935" y="47916"/>
                  <a:pt x="51652" y="46678"/>
                  <a:pt x="53787" y="44980"/>
                </a:cubicBezTo>
                <a:cubicBezTo>
                  <a:pt x="55922" y="43282"/>
                  <a:pt x="57511" y="41086"/>
                  <a:pt x="58554" y="38393"/>
                </a:cubicBezTo>
                <a:cubicBezTo>
                  <a:pt x="59598" y="35700"/>
                  <a:pt x="60119" y="32437"/>
                  <a:pt x="60119" y="28604"/>
                </a:cubicBezTo>
                <a:cubicBezTo>
                  <a:pt x="60119" y="21423"/>
                  <a:pt x="58106" y="16206"/>
                  <a:pt x="54078" y="12955"/>
                </a:cubicBezTo>
                <a:cubicBezTo>
                  <a:pt x="50051" y="9704"/>
                  <a:pt x="44277" y="8079"/>
                  <a:pt x="36756" y="8079"/>
                </a:cubicBezTo>
                <a:cubicBezTo>
                  <a:pt x="34426" y="8079"/>
                  <a:pt x="32279" y="8103"/>
                  <a:pt x="30315" y="8151"/>
                </a:cubicBezTo>
                <a:cubicBezTo>
                  <a:pt x="28349" y="8200"/>
                  <a:pt x="26541" y="8273"/>
                  <a:pt x="24892" y="8370"/>
                </a:cubicBezTo>
                <a:lnTo>
                  <a:pt x="24892" y="498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EEA46906-21D5-455B-BCC5-828C70D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312" y="4946106"/>
            <a:ext cx="87923" cy="102479"/>
          </a:xfrm>
          <a:custGeom xmlns:a="http://schemas.openxmlformats.org/drawingml/2006/main">
            <a:pathLst>
              <a:path w="87923" h="102479">
                <a:moveTo>
                  <a:pt x="42796" y="102479"/>
                </a:moveTo>
                <a:cubicBezTo>
                  <a:pt x="36149" y="102479"/>
                  <a:pt x="30180" y="101448"/>
                  <a:pt x="24892" y="99386"/>
                </a:cubicBezTo>
                <a:cubicBezTo>
                  <a:pt x="19603" y="97324"/>
                  <a:pt x="15114" y="94194"/>
                  <a:pt x="11427" y="89997"/>
                </a:cubicBezTo>
                <a:cubicBezTo>
                  <a:pt x="7739" y="85800"/>
                  <a:pt x="4913" y="80535"/>
                  <a:pt x="2947" y="74203"/>
                </a:cubicBezTo>
                <a:cubicBezTo>
                  <a:pt x="983" y="67870"/>
                  <a:pt x="0" y="60435"/>
                  <a:pt x="0" y="51895"/>
                </a:cubicBezTo>
                <a:cubicBezTo>
                  <a:pt x="0" y="43452"/>
                  <a:pt x="1092" y="35991"/>
                  <a:pt x="3275" y="29514"/>
                </a:cubicBezTo>
                <a:cubicBezTo>
                  <a:pt x="5459" y="23036"/>
                  <a:pt x="8528" y="17613"/>
                  <a:pt x="12482" y="13247"/>
                </a:cubicBezTo>
                <a:cubicBezTo>
                  <a:pt x="16437" y="8880"/>
                  <a:pt x="21143" y="5580"/>
                  <a:pt x="26602" y="3348"/>
                </a:cubicBezTo>
                <a:cubicBezTo>
                  <a:pt x="32061" y="1116"/>
                  <a:pt x="37993" y="0"/>
                  <a:pt x="44398" y="0"/>
                </a:cubicBezTo>
                <a:cubicBezTo>
                  <a:pt x="51871" y="0"/>
                  <a:pt x="58348" y="1177"/>
                  <a:pt x="63831" y="3530"/>
                </a:cubicBezTo>
                <a:cubicBezTo>
                  <a:pt x="69314" y="5883"/>
                  <a:pt x="73839" y="9231"/>
                  <a:pt x="77405" y="13574"/>
                </a:cubicBezTo>
                <a:cubicBezTo>
                  <a:pt x="80972" y="17917"/>
                  <a:pt x="83616" y="23169"/>
                  <a:pt x="85339" y="29332"/>
                </a:cubicBezTo>
                <a:cubicBezTo>
                  <a:pt x="87061" y="35494"/>
                  <a:pt x="87923" y="42384"/>
                  <a:pt x="87923" y="50002"/>
                </a:cubicBezTo>
                <a:cubicBezTo>
                  <a:pt x="87923" y="58639"/>
                  <a:pt x="86843" y="66233"/>
                  <a:pt x="84684" y="72783"/>
                </a:cubicBezTo>
                <a:cubicBezTo>
                  <a:pt x="82525" y="79334"/>
                  <a:pt x="79479" y="84805"/>
                  <a:pt x="75549" y="89196"/>
                </a:cubicBezTo>
                <a:cubicBezTo>
                  <a:pt x="71619" y="93587"/>
                  <a:pt x="66876" y="96899"/>
                  <a:pt x="61320" y="99131"/>
                </a:cubicBezTo>
                <a:cubicBezTo>
                  <a:pt x="55764" y="101363"/>
                  <a:pt x="49589" y="102479"/>
                  <a:pt x="42796" y="102479"/>
                </a:cubicBezTo>
                <a:moveTo>
                  <a:pt x="16959" y="50002"/>
                </a:moveTo>
                <a:cubicBezTo>
                  <a:pt x="16959" y="64413"/>
                  <a:pt x="19311" y="75428"/>
                  <a:pt x="24019" y="83046"/>
                </a:cubicBezTo>
                <a:cubicBezTo>
                  <a:pt x="28725" y="90664"/>
                  <a:pt x="35591" y="94473"/>
                  <a:pt x="44616" y="94473"/>
                </a:cubicBezTo>
                <a:cubicBezTo>
                  <a:pt x="49177" y="94473"/>
                  <a:pt x="53132" y="93430"/>
                  <a:pt x="56480" y="91343"/>
                </a:cubicBezTo>
                <a:cubicBezTo>
                  <a:pt x="59828" y="89257"/>
                  <a:pt x="62582" y="86358"/>
                  <a:pt x="64741" y="82646"/>
                </a:cubicBezTo>
                <a:cubicBezTo>
                  <a:pt x="66900" y="78934"/>
                  <a:pt x="68501" y="74542"/>
                  <a:pt x="69544" y="69472"/>
                </a:cubicBezTo>
                <a:cubicBezTo>
                  <a:pt x="70588" y="64401"/>
                  <a:pt x="71110" y="58906"/>
                  <a:pt x="71110" y="52986"/>
                </a:cubicBezTo>
                <a:cubicBezTo>
                  <a:pt x="71110" y="45368"/>
                  <a:pt x="70466" y="38733"/>
                  <a:pt x="69181" y="33080"/>
                </a:cubicBezTo>
                <a:cubicBezTo>
                  <a:pt x="67894" y="27427"/>
                  <a:pt x="66075" y="22733"/>
                  <a:pt x="63722" y="18997"/>
                </a:cubicBezTo>
                <a:cubicBezTo>
                  <a:pt x="61369" y="15260"/>
                  <a:pt x="58518" y="12458"/>
                  <a:pt x="55170" y="10590"/>
                </a:cubicBezTo>
                <a:cubicBezTo>
                  <a:pt x="51822" y="8722"/>
                  <a:pt x="48085" y="7788"/>
                  <a:pt x="43961" y="7788"/>
                </a:cubicBezTo>
                <a:cubicBezTo>
                  <a:pt x="39448" y="7788"/>
                  <a:pt x="35494" y="8722"/>
                  <a:pt x="32097" y="10590"/>
                </a:cubicBezTo>
                <a:cubicBezTo>
                  <a:pt x="28701" y="12458"/>
                  <a:pt x="25887" y="15187"/>
                  <a:pt x="23654" y="18778"/>
                </a:cubicBezTo>
                <a:cubicBezTo>
                  <a:pt x="21423" y="22369"/>
                  <a:pt x="19748" y="26784"/>
                  <a:pt x="18632" y="32025"/>
                </a:cubicBezTo>
                <a:cubicBezTo>
                  <a:pt x="17517" y="37265"/>
                  <a:pt x="16959" y="43258"/>
                  <a:pt x="16959" y="500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C8521822-9D78-4FF8-8C83-3A3E0E1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054" y="5535817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8"/>
                </a:moveTo>
                <a:cubicBezTo>
                  <a:pt x="35846" y="12646"/>
                  <a:pt x="28749" y="20197"/>
                  <a:pt x="23473" y="28932"/>
                </a:cubicBezTo>
                <a:cubicBezTo>
                  <a:pt x="18196" y="37665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1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7" y="16634"/>
                  <a:pt x="60729" y="10053"/>
                </a:cubicBezTo>
                <a:cubicBezTo>
                  <a:pt x="67431" y="3472"/>
                  <a:pt x="74998" y="181"/>
                  <a:pt x="83428" y="181"/>
                </a:cubicBezTo>
                <a:cubicBezTo>
                  <a:pt x="91738" y="181"/>
                  <a:pt x="97985" y="2502"/>
                  <a:pt x="102170" y="7142"/>
                </a:cubicBezTo>
                <a:cubicBezTo>
                  <a:pt x="106355" y="11781"/>
                  <a:pt x="108448" y="18742"/>
                  <a:pt x="108448" y="28021"/>
                </a:cubicBezTo>
                <a:cubicBezTo>
                  <a:pt x="108448" y="39606"/>
                  <a:pt x="106037" y="50129"/>
                  <a:pt x="101215" y="59592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7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7"/>
                </a:lnTo>
                <a:cubicBezTo>
                  <a:pt x="23928" y="88614"/>
                  <a:pt x="15239" y="84869"/>
                  <a:pt x="9143" y="78652"/>
                </a:cubicBezTo>
                <a:cubicBezTo>
                  <a:pt x="3048" y="72434"/>
                  <a:pt x="0" y="64261"/>
                  <a:pt x="0" y="54133"/>
                </a:cubicBezTo>
                <a:cubicBezTo>
                  <a:pt x="0" y="33996"/>
                  <a:pt x="13344" y="15951"/>
                  <a:pt x="40031" y="0"/>
                </a:cubicBezTo>
                <a:lnTo>
                  <a:pt x="44762" y="6278"/>
                </a:lnTo>
                <a:moveTo>
                  <a:pt x="50949" y="83064"/>
                </a:moveTo>
                <a:cubicBezTo>
                  <a:pt x="59561" y="82761"/>
                  <a:pt x="66992" y="79925"/>
                  <a:pt x="73239" y="74558"/>
                </a:cubicBezTo>
                <a:cubicBezTo>
                  <a:pt x="79486" y="69189"/>
                  <a:pt x="84308" y="61926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5" y="14966"/>
                  <a:pt x="90024" y="11964"/>
                </a:cubicBezTo>
                <a:cubicBezTo>
                  <a:pt x="88175" y="8961"/>
                  <a:pt x="85521" y="7460"/>
                  <a:pt x="82063" y="7460"/>
                </a:cubicBezTo>
                <a:cubicBezTo>
                  <a:pt x="77151" y="7460"/>
                  <a:pt x="72950" y="10219"/>
                  <a:pt x="69463" y="15739"/>
                </a:cubicBezTo>
                <a:cubicBezTo>
                  <a:pt x="65976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B67D8411-ACB9-49DE-A02C-D9F53BB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623" y="5467005"/>
            <a:ext cx="57092" cy="86714"/>
          </a:xfrm>
          <a:custGeom xmlns:a="http://schemas.openxmlformats.org/drawingml/2006/main">
            <a:pathLst>
              <a:path w="57092" h="86714">
                <a:moveTo>
                  <a:pt x="36894" y="68940"/>
                </a:moveTo>
                <a:cubicBezTo>
                  <a:pt x="36894" y="70332"/>
                  <a:pt x="36939" y="71533"/>
                  <a:pt x="37029" y="72542"/>
                </a:cubicBezTo>
                <a:cubicBezTo>
                  <a:pt x="37118" y="73552"/>
                  <a:pt x="37265" y="74405"/>
                  <a:pt x="37466" y="75100"/>
                </a:cubicBezTo>
                <a:cubicBezTo>
                  <a:pt x="37669" y="75796"/>
                  <a:pt x="37938" y="76391"/>
                  <a:pt x="38275" y="76884"/>
                </a:cubicBezTo>
                <a:cubicBezTo>
                  <a:pt x="38611" y="77378"/>
                  <a:pt x="39004" y="77804"/>
                  <a:pt x="39453" y="78164"/>
                </a:cubicBezTo>
                <a:cubicBezTo>
                  <a:pt x="39991" y="78702"/>
                  <a:pt x="40709" y="79118"/>
                  <a:pt x="41607" y="79409"/>
                </a:cubicBezTo>
                <a:cubicBezTo>
                  <a:pt x="42505" y="79701"/>
                  <a:pt x="43649" y="79948"/>
                  <a:pt x="45041" y="80150"/>
                </a:cubicBezTo>
                <a:cubicBezTo>
                  <a:pt x="46432" y="80351"/>
                  <a:pt x="48103" y="80508"/>
                  <a:pt x="50056" y="80621"/>
                </a:cubicBezTo>
                <a:cubicBezTo>
                  <a:pt x="52008" y="80733"/>
                  <a:pt x="54353" y="80812"/>
                  <a:pt x="57092" y="80856"/>
                </a:cubicBezTo>
                <a:lnTo>
                  <a:pt x="57092" y="86714"/>
                </a:lnTo>
                <a:lnTo>
                  <a:pt x="3704" y="86714"/>
                </a:lnTo>
                <a:lnTo>
                  <a:pt x="3704" y="80856"/>
                </a:lnTo>
                <a:cubicBezTo>
                  <a:pt x="6351" y="80767"/>
                  <a:pt x="8596" y="80666"/>
                  <a:pt x="10436" y="80554"/>
                </a:cubicBezTo>
                <a:cubicBezTo>
                  <a:pt x="12276" y="80441"/>
                  <a:pt x="13847" y="80284"/>
                  <a:pt x="15148" y="80082"/>
                </a:cubicBezTo>
                <a:cubicBezTo>
                  <a:pt x="16450" y="79881"/>
                  <a:pt x="17493" y="79656"/>
                  <a:pt x="18279" y="79409"/>
                </a:cubicBezTo>
                <a:cubicBezTo>
                  <a:pt x="19065" y="79162"/>
                  <a:pt x="19749" y="78859"/>
                  <a:pt x="20332" y="78500"/>
                </a:cubicBezTo>
                <a:cubicBezTo>
                  <a:pt x="20960" y="78096"/>
                  <a:pt x="21499" y="77659"/>
                  <a:pt x="21948" y="77188"/>
                </a:cubicBezTo>
                <a:cubicBezTo>
                  <a:pt x="22397" y="76716"/>
                  <a:pt x="22756" y="76121"/>
                  <a:pt x="23025" y="75404"/>
                </a:cubicBezTo>
                <a:cubicBezTo>
                  <a:pt x="23295" y="74685"/>
                  <a:pt x="23508" y="73810"/>
                  <a:pt x="23665" y="72778"/>
                </a:cubicBezTo>
                <a:cubicBezTo>
                  <a:pt x="23822" y="71745"/>
                  <a:pt x="23901" y="70466"/>
                  <a:pt x="23901" y="68940"/>
                </a:cubicBezTo>
                <a:lnTo>
                  <a:pt x="23901" y="20668"/>
                </a:lnTo>
                <a:cubicBezTo>
                  <a:pt x="23901" y="18918"/>
                  <a:pt x="23564" y="17683"/>
                  <a:pt x="22891" y="16966"/>
                </a:cubicBezTo>
                <a:cubicBezTo>
                  <a:pt x="22218" y="16247"/>
                  <a:pt x="21252" y="15889"/>
                  <a:pt x="19996" y="15889"/>
                </a:cubicBezTo>
                <a:cubicBezTo>
                  <a:pt x="18604" y="15889"/>
                  <a:pt x="16540" y="16606"/>
                  <a:pt x="13802" y="18043"/>
                </a:cubicBezTo>
                <a:cubicBezTo>
                  <a:pt x="11064" y="19479"/>
                  <a:pt x="7518" y="21611"/>
                  <a:pt x="3165" y="24439"/>
                </a:cubicBezTo>
                <a:cubicBezTo>
                  <a:pt x="2581" y="23406"/>
                  <a:pt x="2042" y="22374"/>
                  <a:pt x="1549" y="21341"/>
                </a:cubicBezTo>
                <a:cubicBezTo>
                  <a:pt x="1055" y="20309"/>
                  <a:pt x="539" y="19255"/>
                  <a:pt x="0" y="18178"/>
                </a:cubicBezTo>
                <a:cubicBezTo>
                  <a:pt x="5565" y="15126"/>
                  <a:pt x="11075" y="12085"/>
                  <a:pt x="16529" y="9054"/>
                </a:cubicBezTo>
                <a:cubicBezTo>
                  <a:pt x="21982" y="6025"/>
                  <a:pt x="27514" y="3007"/>
                  <a:pt x="33124" y="0"/>
                </a:cubicBezTo>
                <a:lnTo>
                  <a:pt x="37231" y="0"/>
                </a:lnTo>
                <a:cubicBezTo>
                  <a:pt x="37141" y="2468"/>
                  <a:pt x="37074" y="4678"/>
                  <a:pt x="37029" y="6631"/>
                </a:cubicBezTo>
                <a:cubicBezTo>
                  <a:pt x="36984" y="8583"/>
                  <a:pt x="36950" y="10480"/>
                  <a:pt x="36928" y="12320"/>
                </a:cubicBezTo>
                <a:cubicBezTo>
                  <a:pt x="36906" y="14160"/>
                  <a:pt x="36894" y="15978"/>
                  <a:pt x="36894" y="17773"/>
                </a:cubicBezTo>
                <a:lnTo>
                  <a:pt x="36894" y="689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624F2890-9417-4671-B5EE-9D88703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5334" y="5532091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8"/>
                </a:moveTo>
                <a:cubicBezTo>
                  <a:pt x="35846" y="12646"/>
                  <a:pt x="28749" y="20197"/>
                  <a:pt x="23473" y="28932"/>
                </a:cubicBezTo>
                <a:cubicBezTo>
                  <a:pt x="18196" y="37665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1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7" y="16634"/>
                  <a:pt x="60729" y="10053"/>
                </a:cubicBezTo>
                <a:cubicBezTo>
                  <a:pt x="67431" y="3472"/>
                  <a:pt x="74998" y="181"/>
                  <a:pt x="83428" y="181"/>
                </a:cubicBezTo>
                <a:cubicBezTo>
                  <a:pt x="91738" y="181"/>
                  <a:pt x="97985" y="2502"/>
                  <a:pt x="102170" y="7142"/>
                </a:cubicBezTo>
                <a:cubicBezTo>
                  <a:pt x="106355" y="11781"/>
                  <a:pt x="108448" y="18742"/>
                  <a:pt x="108448" y="28021"/>
                </a:cubicBezTo>
                <a:cubicBezTo>
                  <a:pt x="108448" y="39606"/>
                  <a:pt x="106037" y="50129"/>
                  <a:pt x="101215" y="59592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7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7"/>
                </a:lnTo>
                <a:cubicBezTo>
                  <a:pt x="23928" y="88614"/>
                  <a:pt x="15239" y="84869"/>
                  <a:pt x="9143" y="78652"/>
                </a:cubicBezTo>
                <a:cubicBezTo>
                  <a:pt x="3048" y="72434"/>
                  <a:pt x="0" y="64261"/>
                  <a:pt x="0" y="54133"/>
                </a:cubicBezTo>
                <a:cubicBezTo>
                  <a:pt x="0" y="33996"/>
                  <a:pt x="13344" y="15951"/>
                  <a:pt x="40031" y="0"/>
                </a:cubicBezTo>
                <a:lnTo>
                  <a:pt x="44762" y="6278"/>
                </a:lnTo>
                <a:moveTo>
                  <a:pt x="50949" y="83064"/>
                </a:moveTo>
                <a:cubicBezTo>
                  <a:pt x="59561" y="82761"/>
                  <a:pt x="66992" y="79925"/>
                  <a:pt x="73238" y="74558"/>
                </a:cubicBezTo>
                <a:cubicBezTo>
                  <a:pt x="79486" y="69189"/>
                  <a:pt x="84308" y="61926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5" y="14966"/>
                  <a:pt x="90024" y="11964"/>
                </a:cubicBezTo>
                <a:cubicBezTo>
                  <a:pt x="88175" y="8961"/>
                  <a:pt x="85521" y="7460"/>
                  <a:pt x="82063" y="7460"/>
                </a:cubicBezTo>
                <a:cubicBezTo>
                  <a:pt x="77151" y="7460"/>
                  <a:pt x="72950" y="10219"/>
                  <a:pt x="69463" y="15739"/>
                </a:cubicBezTo>
                <a:cubicBezTo>
                  <a:pt x="65976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230EC4E6-0CEB-435A-AC0A-6342182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3357" y="5481255"/>
            <a:ext cx="84290" cy="69951"/>
          </a:xfrm>
          <a:custGeom xmlns:a="http://schemas.openxmlformats.org/drawingml/2006/main">
            <a:pathLst>
              <a:path w="84290" h="69951">
                <a:moveTo>
                  <a:pt x="32047" y="17841"/>
                </a:moveTo>
                <a:cubicBezTo>
                  <a:pt x="36401" y="11872"/>
                  <a:pt x="40698" y="7405"/>
                  <a:pt x="44940" y="4443"/>
                </a:cubicBezTo>
                <a:cubicBezTo>
                  <a:pt x="49181" y="1481"/>
                  <a:pt x="53569" y="0"/>
                  <a:pt x="58101" y="0"/>
                </a:cubicBezTo>
                <a:cubicBezTo>
                  <a:pt x="62859" y="0"/>
                  <a:pt x="66416" y="1279"/>
                  <a:pt x="68773" y="3838"/>
                </a:cubicBezTo>
                <a:cubicBezTo>
                  <a:pt x="71129" y="6396"/>
                  <a:pt x="72307" y="9987"/>
                  <a:pt x="72307" y="14609"/>
                </a:cubicBezTo>
                <a:cubicBezTo>
                  <a:pt x="72307" y="16001"/>
                  <a:pt x="72105" y="17931"/>
                  <a:pt x="71701" y="20400"/>
                </a:cubicBezTo>
                <a:cubicBezTo>
                  <a:pt x="71297" y="22867"/>
                  <a:pt x="70781" y="25561"/>
                  <a:pt x="70153" y="28478"/>
                </a:cubicBezTo>
                <a:cubicBezTo>
                  <a:pt x="69524" y="31396"/>
                  <a:pt x="68851" y="34392"/>
                  <a:pt x="68133" y="37466"/>
                </a:cubicBezTo>
                <a:cubicBezTo>
                  <a:pt x="67415" y="40540"/>
                  <a:pt x="66742" y="43380"/>
                  <a:pt x="66113" y="45983"/>
                </a:cubicBezTo>
                <a:cubicBezTo>
                  <a:pt x="65485" y="48586"/>
                  <a:pt x="64969" y="50808"/>
                  <a:pt x="64565" y="52648"/>
                </a:cubicBezTo>
                <a:cubicBezTo>
                  <a:pt x="64161" y="54489"/>
                  <a:pt x="63959" y="55633"/>
                  <a:pt x="63959" y="56082"/>
                </a:cubicBezTo>
                <a:cubicBezTo>
                  <a:pt x="63959" y="57787"/>
                  <a:pt x="64273" y="59021"/>
                  <a:pt x="64902" y="59784"/>
                </a:cubicBezTo>
                <a:cubicBezTo>
                  <a:pt x="65529" y="60547"/>
                  <a:pt x="66539" y="60929"/>
                  <a:pt x="67931" y="60929"/>
                </a:cubicBezTo>
                <a:cubicBezTo>
                  <a:pt x="68784" y="60929"/>
                  <a:pt x="69625" y="60772"/>
                  <a:pt x="70456" y="60458"/>
                </a:cubicBezTo>
                <a:cubicBezTo>
                  <a:pt x="71286" y="60144"/>
                  <a:pt x="72150" y="59649"/>
                  <a:pt x="73047" y="58976"/>
                </a:cubicBezTo>
                <a:cubicBezTo>
                  <a:pt x="73945" y="58303"/>
                  <a:pt x="74933" y="57440"/>
                  <a:pt x="76010" y="56384"/>
                </a:cubicBezTo>
                <a:cubicBezTo>
                  <a:pt x="77087" y="55330"/>
                  <a:pt x="78299" y="54062"/>
                  <a:pt x="79645" y="52581"/>
                </a:cubicBezTo>
                <a:lnTo>
                  <a:pt x="84290" y="57024"/>
                </a:lnTo>
                <a:cubicBezTo>
                  <a:pt x="82092" y="59268"/>
                  <a:pt x="80072" y="61198"/>
                  <a:pt x="78232" y="62814"/>
                </a:cubicBezTo>
                <a:cubicBezTo>
                  <a:pt x="76392" y="64430"/>
                  <a:pt x="74607" y="65765"/>
                  <a:pt x="72879" y="66820"/>
                </a:cubicBezTo>
                <a:cubicBezTo>
                  <a:pt x="71151" y="67874"/>
                  <a:pt x="69434" y="68660"/>
                  <a:pt x="67729" y="69176"/>
                </a:cubicBezTo>
                <a:cubicBezTo>
                  <a:pt x="66024" y="69693"/>
                  <a:pt x="64206" y="69951"/>
                  <a:pt x="62276" y="69951"/>
                </a:cubicBezTo>
                <a:cubicBezTo>
                  <a:pt x="60660" y="69951"/>
                  <a:pt x="59168" y="69636"/>
                  <a:pt x="57799" y="69008"/>
                </a:cubicBezTo>
                <a:cubicBezTo>
                  <a:pt x="56430" y="68379"/>
                  <a:pt x="55252" y="67515"/>
                  <a:pt x="54264" y="66415"/>
                </a:cubicBezTo>
                <a:cubicBezTo>
                  <a:pt x="53276" y="65316"/>
                  <a:pt x="52513" y="64015"/>
                  <a:pt x="51975" y="62511"/>
                </a:cubicBezTo>
                <a:cubicBezTo>
                  <a:pt x="51436" y="61007"/>
                  <a:pt x="51167" y="59358"/>
                  <a:pt x="51167" y="57562"/>
                </a:cubicBezTo>
                <a:cubicBezTo>
                  <a:pt x="51167" y="55767"/>
                  <a:pt x="51358" y="53669"/>
                  <a:pt x="51739" y="51268"/>
                </a:cubicBezTo>
                <a:cubicBezTo>
                  <a:pt x="52121" y="48866"/>
                  <a:pt x="52693" y="46229"/>
                  <a:pt x="53456" y="43357"/>
                </a:cubicBezTo>
                <a:cubicBezTo>
                  <a:pt x="54264" y="40440"/>
                  <a:pt x="55016" y="37646"/>
                  <a:pt x="55711" y="34975"/>
                </a:cubicBezTo>
                <a:cubicBezTo>
                  <a:pt x="56407" y="32305"/>
                  <a:pt x="57013" y="29836"/>
                  <a:pt x="57529" y="27570"/>
                </a:cubicBezTo>
                <a:cubicBezTo>
                  <a:pt x="58046" y="25303"/>
                  <a:pt x="58449" y="23283"/>
                  <a:pt x="58741" y="21511"/>
                </a:cubicBezTo>
                <a:cubicBezTo>
                  <a:pt x="59033" y="19738"/>
                  <a:pt x="59178" y="18267"/>
                  <a:pt x="59178" y="17101"/>
                </a:cubicBezTo>
                <a:cubicBezTo>
                  <a:pt x="59178" y="14318"/>
                  <a:pt x="58652" y="12276"/>
                  <a:pt x="57596" y="10974"/>
                </a:cubicBezTo>
                <a:cubicBezTo>
                  <a:pt x="56542" y="9673"/>
                  <a:pt x="54848" y="9021"/>
                  <a:pt x="52513" y="9021"/>
                </a:cubicBezTo>
                <a:cubicBezTo>
                  <a:pt x="51167" y="9021"/>
                  <a:pt x="49719" y="9369"/>
                  <a:pt x="48171" y="10065"/>
                </a:cubicBezTo>
                <a:cubicBezTo>
                  <a:pt x="46623" y="10761"/>
                  <a:pt x="45063" y="11725"/>
                  <a:pt x="43492" y="12960"/>
                </a:cubicBezTo>
                <a:cubicBezTo>
                  <a:pt x="41922" y="14194"/>
                  <a:pt x="40384" y="15653"/>
                  <a:pt x="38881" y="17336"/>
                </a:cubicBezTo>
                <a:cubicBezTo>
                  <a:pt x="37376" y="19019"/>
                  <a:pt x="35997" y="20815"/>
                  <a:pt x="34740" y="22722"/>
                </a:cubicBezTo>
                <a:cubicBezTo>
                  <a:pt x="33483" y="24630"/>
                  <a:pt x="32373" y="26627"/>
                  <a:pt x="31407" y="28714"/>
                </a:cubicBezTo>
                <a:cubicBezTo>
                  <a:pt x="30442" y="30801"/>
                  <a:pt x="29736" y="32877"/>
                  <a:pt x="29287" y="34942"/>
                </a:cubicBezTo>
                <a:lnTo>
                  <a:pt x="21746" y="68739"/>
                </a:lnTo>
                <a:lnTo>
                  <a:pt x="8550" y="68739"/>
                </a:lnTo>
                <a:lnTo>
                  <a:pt x="18649" y="24843"/>
                </a:lnTo>
                <a:cubicBezTo>
                  <a:pt x="19233" y="22509"/>
                  <a:pt x="19659" y="20421"/>
                  <a:pt x="19929" y="18581"/>
                </a:cubicBezTo>
                <a:cubicBezTo>
                  <a:pt x="20197" y="16741"/>
                  <a:pt x="20332" y="15238"/>
                  <a:pt x="20332" y="14071"/>
                </a:cubicBezTo>
                <a:cubicBezTo>
                  <a:pt x="20332" y="10794"/>
                  <a:pt x="19009" y="9156"/>
                  <a:pt x="16360" y="9156"/>
                </a:cubicBezTo>
                <a:cubicBezTo>
                  <a:pt x="15552" y="9156"/>
                  <a:pt x="14733" y="9325"/>
                  <a:pt x="13903" y="9661"/>
                </a:cubicBezTo>
                <a:cubicBezTo>
                  <a:pt x="13073" y="9998"/>
                  <a:pt x="12197" y="10503"/>
                  <a:pt x="11277" y="11176"/>
                </a:cubicBezTo>
                <a:cubicBezTo>
                  <a:pt x="10357" y="11849"/>
                  <a:pt x="9359" y="12702"/>
                  <a:pt x="8281" y="13735"/>
                </a:cubicBezTo>
                <a:cubicBezTo>
                  <a:pt x="7204" y="14766"/>
                  <a:pt x="5992" y="15978"/>
                  <a:pt x="4645" y="17370"/>
                </a:cubicBezTo>
                <a:lnTo>
                  <a:pt x="0" y="12993"/>
                </a:lnTo>
                <a:cubicBezTo>
                  <a:pt x="2245" y="10704"/>
                  <a:pt x="4298" y="8741"/>
                  <a:pt x="6161" y="7103"/>
                </a:cubicBezTo>
                <a:cubicBezTo>
                  <a:pt x="8023" y="5464"/>
                  <a:pt x="9796" y="4118"/>
                  <a:pt x="11480" y="3063"/>
                </a:cubicBezTo>
                <a:cubicBezTo>
                  <a:pt x="13163" y="2008"/>
                  <a:pt x="14834" y="1234"/>
                  <a:pt x="16495" y="740"/>
                </a:cubicBezTo>
                <a:cubicBezTo>
                  <a:pt x="18156" y="247"/>
                  <a:pt x="19906" y="0"/>
                  <a:pt x="21746" y="0"/>
                </a:cubicBezTo>
                <a:cubicBezTo>
                  <a:pt x="25068" y="0"/>
                  <a:pt x="27638" y="1088"/>
                  <a:pt x="29455" y="3265"/>
                </a:cubicBezTo>
                <a:cubicBezTo>
                  <a:pt x="31273" y="5442"/>
                  <a:pt x="32182" y="8304"/>
                  <a:pt x="32182" y="11849"/>
                </a:cubicBezTo>
                <a:cubicBezTo>
                  <a:pt x="32182" y="12747"/>
                  <a:pt x="32103" y="13689"/>
                  <a:pt x="31946" y="14676"/>
                </a:cubicBezTo>
                <a:cubicBezTo>
                  <a:pt x="31788" y="15664"/>
                  <a:pt x="31509" y="16607"/>
                  <a:pt x="31104" y="17504"/>
                </a:cubicBezTo>
                <a:lnTo>
                  <a:pt x="32047" y="178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B1AB289E-5850-4B6C-A09F-893C109F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912" y="5532091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8"/>
                </a:moveTo>
                <a:cubicBezTo>
                  <a:pt x="35846" y="12646"/>
                  <a:pt x="28749" y="20197"/>
                  <a:pt x="23473" y="28932"/>
                </a:cubicBezTo>
                <a:cubicBezTo>
                  <a:pt x="18196" y="37665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1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7" y="16634"/>
                  <a:pt x="60729" y="10053"/>
                </a:cubicBezTo>
                <a:cubicBezTo>
                  <a:pt x="67431" y="3472"/>
                  <a:pt x="74998" y="181"/>
                  <a:pt x="83428" y="181"/>
                </a:cubicBezTo>
                <a:cubicBezTo>
                  <a:pt x="91738" y="181"/>
                  <a:pt x="97985" y="2502"/>
                  <a:pt x="102170" y="7142"/>
                </a:cubicBezTo>
                <a:cubicBezTo>
                  <a:pt x="106355" y="11781"/>
                  <a:pt x="108448" y="18742"/>
                  <a:pt x="108448" y="28021"/>
                </a:cubicBezTo>
                <a:cubicBezTo>
                  <a:pt x="108448" y="39606"/>
                  <a:pt x="106037" y="50129"/>
                  <a:pt x="101215" y="59592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7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7"/>
                </a:lnTo>
                <a:cubicBezTo>
                  <a:pt x="23928" y="88614"/>
                  <a:pt x="15239" y="84869"/>
                  <a:pt x="9143" y="78652"/>
                </a:cubicBezTo>
                <a:cubicBezTo>
                  <a:pt x="3048" y="72434"/>
                  <a:pt x="0" y="64261"/>
                  <a:pt x="0" y="54133"/>
                </a:cubicBezTo>
                <a:cubicBezTo>
                  <a:pt x="0" y="33996"/>
                  <a:pt x="13344" y="15951"/>
                  <a:pt x="40031" y="0"/>
                </a:cubicBezTo>
                <a:lnTo>
                  <a:pt x="44762" y="6278"/>
                </a:lnTo>
                <a:moveTo>
                  <a:pt x="50949" y="83064"/>
                </a:moveTo>
                <a:cubicBezTo>
                  <a:pt x="59561" y="82761"/>
                  <a:pt x="66992" y="79925"/>
                  <a:pt x="73238" y="74558"/>
                </a:cubicBezTo>
                <a:cubicBezTo>
                  <a:pt x="79486" y="69189"/>
                  <a:pt x="84308" y="61926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5" y="14966"/>
                  <a:pt x="90024" y="11964"/>
                </a:cubicBezTo>
                <a:cubicBezTo>
                  <a:pt x="88175" y="8961"/>
                  <a:pt x="85521" y="7460"/>
                  <a:pt x="82063" y="7460"/>
                </a:cubicBezTo>
                <a:cubicBezTo>
                  <a:pt x="77151" y="7460"/>
                  <a:pt x="72950" y="10219"/>
                  <a:pt x="69463" y="15739"/>
                </a:cubicBezTo>
                <a:cubicBezTo>
                  <a:pt x="65976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3E46E861-BF27-4D26-95A2-54F3D6B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4484" y="5466399"/>
            <a:ext cx="95669" cy="87320"/>
          </a:xfrm>
          <a:custGeom xmlns:a="http://schemas.openxmlformats.org/drawingml/2006/main">
            <a:pathLst>
              <a:path w="95669" h="87320">
                <a:moveTo>
                  <a:pt x="65507" y="66786"/>
                </a:moveTo>
                <a:cubicBezTo>
                  <a:pt x="66000" y="63914"/>
                  <a:pt x="66629" y="60513"/>
                  <a:pt x="67392" y="56586"/>
                </a:cubicBezTo>
                <a:cubicBezTo>
                  <a:pt x="68155" y="52659"/>
                  <a:pt x="69052" y="48586"/>
                  <a:pt x="70085" y="44367"/>
                </a:cubicBezTo>
                <a:cubicBezTo>
                  <a:pt x="70848" y="41180"/>
                  <a:pt x="71622" y="37903"/>
                  <a:pt x="72408" y="34537"/>
                </a:cubicBezTo>
                <a:cubicBezTo>
                  <a:pt x="73193" y="31171"/>
                  <a:pt x="73923" y="27939"/>
                  <a:pt x="74596" y="24843"/>
                </a:cubicBezTo>
                <a:cubicBezTo>
                  <a:pt x="75269" y="21746"/>
                  <a:pt x="75819" y="18884"/>
                  <a:pt x="76245" y="16258"/>
                </a:cubicBezTo>
                <a:cubicBezTo>
                  <a:pt x="76671" y="13633"/>
                  <a:pt x="76885" y="11467"/>
                  <a:pt x="76885" y="9762"/>
                </a:cubicBezTo>
                <a:cubicBezTo>
                  <a:pt x="76885" y="7787"/>
                  <a:pt x="76380" y="6384"/>
                  <a:pt x="75370" y="5554"/>
                </a:cubicBezTo>
                <a:cubicBezTo>
                  <a:pt x="74361" y="4724"/>
                  <a:pt x="72487" y="4286"/>
                  <a:pt x="69748" y="4242"/>
                </a:cubicBezTo>
                <a:lnTo>
                  <a:pt x="70691" y="0"/>
                </a:lnTo>
                <a:lnTo>
                  <a:pt x="95669" y="0"/>
                </a:lnTo>
                <a:lnTo>
                  <a:pt x="94793" y="4039"/>
                </a:lnTo>
                <a:cubicBezTo>
                  <a:pt x="93267" y="4488"/>
                  <a:pt x="92055" y="4881"/>
                  <a:pt x="91158" y="5217"/>
                </a:cubicBezTo>
                <a:cubicBezTo>
                  <a:pt x="90260" y="5554"/>
                  <a:pt x="89497" y="6205"/>
                  <a:pt x="88869" y="7170"/>
                </a:cubicBezTo>
                <a:cubicBezTo>
                  <a:pt x="88240" y="8134"/>
                  <a:pt x="87645" y="9537"/>
                  <a:pt x="87085" y="11378"/>
                </a:cubicBezTo>
                <a:cubicBezTo>
                  <a:pt x="86524" y="13218"/>
                  <a:pt x="85862" y="15866"/>
                  <a:pt x="85099" y="19322"/>
                </a:cubicBezTo>
                <a:lnTo>
                  <a:pt x="69884" y="87320"/>
                </a:lnTo>
                <a:lnTo>
                  <a:pt x="59717" y="87320"/>
                </a:lnTo>
                <a:cubicBezTo>
                  <a:pt x="57338" y="81216"/>
                  <a:pt x="54904" y="75067"/>
                  <a:pt x="52412" y="68873"/>
                </a:cubicBezTo>
                <a:cubicBezTo>
                  <a:pt x="49922" y="62679"/>
                  <a:pt x="47476" y="56486"/>
                  <a:pt x="45074" y="50291"/>
                </a:cubicBezTo>
                <a:cubicBezTo>
                  <a:pt x="42672" y="44097"/>
                  <a:pt x="40373" y="37949"/>
                  <a:pt x="38174" y="31844"/>
                </a:cubicBezTo>
                <a:cubicBezTo>
                  <a:pt x="35974" y="25740"/>
                  <a:pt x="33976" y="19726"/>
                  <a:pt x="32181" y="13801"/>
                </a:cubicBezTo>
                <a:lnTo>
                  <a:pt x="31306" y="13801"/>
                </a:lnTo>
                <a:cubicBezTo>
                  <a:pt x="31081" y="15193"/>
                  <a:pt x="30813" y="16809"/>
                  <a:pt x="30498" y="18649"/>
                </a:cubicBezTo>
                <a:cubicBezTo>
                  <a:pt x="30184" y="20489"/>
                  <a:pt x="29836" y="22475"/>
                  <a:pt x="29455" y="24607"/>
                </a:cubicBezTo>
                <a:cubicBezTo>
                  <a:pt x="29073" y="26738"/>
                  <a:pt x="28669" y="28927"/>
                  <a:pt x="28243" y="31171"/>
                </a:cubicBezTo>
                <a:cubicBezTo>
                  <a:pt x="27816" y="33416"/>
                  <a:pt x="27379" y="35659"/>
                  <a:pt x="26930" y="37903"/>
                </a:cubicBezTo>
                <a:cubicBezTo>
                  <a:pt x="26526" y="39609"/>
                  <a:pt x="26043" y="41595"/>
                  <a:pt x="25483" y="43862"/>
                </a:cubicBezTo>
                <a:cubicBezTo>
                  <a:pt x="24921" y="46128"/>
                  <a:pt x="24349" y="48552"/>
                  <a:pt x="23766" y="51133"/>
                </a:cubicBezTo>
                <a:cubicBezTo>
                  <a:pt x="23182" y="53713"/>
                  <a:pt x="22588" y="56329"/>
                  <a:pt x="21982" y="58976"/>
                </a:cubicBezTo>
                <a:cubicBezTo>
                  <a:pt x="21375" y="61624"/>
                  <a:pt x="20826" y="64149"/>
                  <a:pt x="20332" y="66551"/>
                </a:cubicBezTo>
                <a:cubicBezTo>
                  <a:pt x="19838" y="68951"/>
                  <a:pt x="19446" y="71139"/>
                  <a:pt x="19154" y="73114"/>
                </a:cubicBezTo>
                <a:cubicBezTo>
                  <a:pt x="18862" y="75090"/>
                  <a:pt x="18717" y="76637"/>
                  <a:pt x="18717" y="77760"/>
                </a:cubicBezTo>
                <a:cubicBezTo>
                  <a:pt x="18717" y="79645"/>
                  <a:pt x="19255" y="80980"/>
                  <a:pt x="20332" y="81766"/>
                </a:cubicBezTo>
                <a:cubicBezTo>
                  <a:pt x="21409" y="82551"/>
                  <a:pt x="23249" y="83034"/>
                  <a:pt x="25852" y="83214"/>
                </a:cubicBezTo>
                <a:lnTo>
                  <a:pt x="25112" y="87320"/>
                </a:lnTo>
                <a:lnTo>
                  <a:pt x="0" y="87320"/>
                </a:lnTo>
                <a:lnTo>
                  <a:pt x="876" y="83214"/>
                </a:lnTo>
                <a:cubicBezTo>
                  <a:pt x="2222" y="82989"/>
                  <a:pt x="3343" y="82719"/>
                  <a:pt x="4242" y="82405"/>
                </a:cubicBezTo>
                <a:cubicBezTo>
                  <a:pt x="5139" y="82091"/>
                  <a:pt x="5925" y="81451"/>
                  <a:pt x="6598" y="80487"/>
                </a:cubicBezTo>
                <a:cubicBezTo>
                  <a:pt x="7271" y="79521"/>
                  <a:pt x="7910" y="78074"/>
                  <a:pt x="8516" y="76144"/>
                </a:cubicBezTo>
                <a:cubicBezTo>
                  <a:pt x="9122" y="74214"/>
                  <a:pt x="9807" y="71499"/>
                  <a:pt x="10570" y="67998"/>
                </a:cubicBezTo>
                <a:lnTo>
                  <a:pt x="21611" y="18918"/>
                </a:lnTo>
                <a:cubicBezTo>
                  <a:pt x="22016" y="17123"/>
                  <a:pt x="22318" y="15451"/>
                  <a:pt x="22520" y="13902"/>
                </a:cubicBezTo>
                <a:cubicBezTo>
                  <a:pt x="22722" y="12354"/>
                  <a:pt x="22823" y="10974"/>
                  <a:pt x="22823" y="9762"/>
                </a:cubicBezTo>
                <a:cubicBezTo>
                  <a:pt x="22823" y="7787"/>
                  <a:pt x="22307" y="6384"/>
                  <a:pt x="21274" y="5554"/>
                </a:cubicBezTo>
                <a:cubicBezTo>
                  <a:pt x="20243" y="4724"/>
                  <a:pt x="18357" y="4286"/>
                  <a:pt x="15619" y="4242"/>
                </a:cubicBezTo>
                <a:lnTo>
                  <a:pt x="16629" y="0"/>
                </a:lnTo>
                <a:lnTo>
                  <a:pt x="39857" y="0"/>
                </a:lnTo>
                <a:cubicBezTo>
                  <a:pt x="41966" y="5610"/>
                  <a:pt x="44131" y="11255"/>
                  <a:pt x="46353" y="16932"/>
                </a:cubicBezTo>
                <a:cubicBezTo>
                  <a:pt x="48575" y="22609"/>
                  <a:pt x="50763" y="28276"/>
                  <a:pt x="52917" y="33931"/>
                </a:cubicBezTo>
                <a:cubicBezTo>
                  <a:pt x="55072" y="39587"/>
                  <a:pt x="57147" y="45164"/>
                  <a:pt x="59145" y="50662"/>
                </a:cubicBezTo>
                <a:cubicBezTo>
                  <a:pt x="61142" y="56160"/>
                  <a:pt x="62971" y="61535"/>
                  <a:pt x="64632" y="66786"/>
                </a:cubicBezTo>
                <a:lnTo>
                  <a:pt x="65507" y="667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782118CB-7A34-4978-A0DD-B71036B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6268" y="5532091"/>
            <a:ext cx="108448" cy="128008"/>
          </a:xfrm>
          <a:custGeom xmlns:a="http://schemas.openxmlformats.org/drawingml/2006/main">
            <a:pathLst>
              <a:path w="108448" h="128008">
                <a:moveTo>
                  <a:pt x="44762" y="6278"/>
                </a:moveTo>
                <a:cubicBezTo>
                  <a:pt x="35846" y="12646"/>
                  <a:pt x="28749" y="20197"/>
                  <a:pt x="23473" y="28932"/>
                </a:cubicBezTo>
                <a:cubicBezTo>
                  <a:pt x="18196" y="37665"/>
                  <a:pt x="15558" y="46278"/>
                  <a:pt x="15558" y="54769"/>
                </a:cubicBezTo>
                <a:cubicBezTo>
                  <a:pt x="15558" y="62654"/>
                  <a:pt x="17317" y="68871"/>
                  <a:pt x="20835" y="73421"/>
                </a:cubicBezTo>
                <a:cubicBezTo>
                  <a:pt x="24353" y="77969"/>
                  <a:pt x="29660" y="80972"/>
                  <a:pt x="36756" y="82427"/>
                </a:cubicBezTo>
                <a:lnTo>
                  <a:pt x="46036" y="40668"/>
                </a:lnTo>
                <a:cubicBezTo>
                  <a:pt x="49129" y="26839"/>
                  <a:pt x="54027" y="16634"/>
                  <a:pt x="60729" y="10053"/>
                </a:cubicBezTo>
                <a:cubicBezTo>
                  <a:pt x="67431" y="3472"/>
                  <a:pt x="74998" y="181"/>
                  <a:pt x="83428" y="181"/>
                </a:cubicBezTo>
                <a:cubicBezTo>
                  <a:pt x="91738" y="181"/>
                  <a:pt x="97985" y="2502"/>
                  <a:pt x="102170" y="7142"/>
                </a:cubicBezTo>
                <a:cubicBezTo>
                  <a:pt x="106355" y="11781"/>
                  <a:pt x="108448" y="18742"/>
                  <a:pt x="108448" y="28021"/>
                </a:cubicBezTo>
                <a:cubicBezTo>
                  <a:pt x="108448" y="39606"/>
                  <a:pt x="106037" y="50129"/>
                  <a:pt x="101215" y="59592"/>
                </a:cubicBezTo>
                <a:cubicBezTo>
                  <a:pt x="96393" y="69053"/>
                  <a:pt x="89524" y="76453"/>
                  <a:pt x="80608" y="81790"/>
                </a:cubicBezTo>
                <a:cubicBezTo>
                  <a:pt x="71692" y="87128"/>
                  <a:pt x="61320" y="89887"/>
                  <a:pt x="49493" y="90070"/>
                </a:cubicBezTo>
                <a:lnTo>
                  <a:pt x="40941" y="128008"/>
                </a:lnTo>
                <a:lnTo>
                  <a:pt x="26657" y="128008"/>
                </a:lnTo>
                <a:lnTo>
                  <a:pt x="35209" y="89887"/>
                </a:lnTo>
                <a:cubicBezTo>
                  <a:pt x="23928" y="88614"/>
                  <a:pt x="15239" y="84869"/>
                  <a:pt x="9143" y="78652"/>
                </a:cubicBezTo>
                <a:cubicBezTo>
                  <a:pt x="3048" y="72434"/>
                  <a:pt x="0" y="64261"/>
                  <a:pt x="0" y="54133"/>
                </a:cubicBezTo>
                <a:cubicBezTo>
                  <a:pt x="0" y="33996"/>
                  <a:pt x="13344" y="15951"/>
                  <a:pt x="40031" y="0"/>
                </a:cubicBezTo>
                <a:lnTo>
                  <a:pt x="44762" y="6278"/>
                </a:lnTo>
                <a:moveTo>
                  <a:pt x="50949" y="83064"/>
                </a:moveTo>
                <a:cubicBezTo>
                  <a:pt x="59561" y="82761"/>
                  <a:pt x="66992" y="79925"/>
                  <a:pt x="73238" y="74558"/>
                </a:cubicBezTo>
                <a:cubicBezTo>
                  <a:pt x="79486" y="69189"/>
                  <a:pt x="84308" y="61926"/>
                  <a:pt x="87705" y="52768"/>
                </a:cubicBezTo>
                <a:cubicBezTo>
                  <a:pt x="91101" y="43609"/>
                  <a:pt x="92799" y="34147"/>
                  <a:pt x="92799" y="24382"/>
                </a:cubicBezTo>
                <a:cubicBezTo>
                  <a:pt x="92799" y="19106"/>
                  <a:pt x="91875" y="14966"/>
                  <a:pt x="90024" y="11964"/>
                </a:cubicBezTo>
                <a:cubicBezTo>
                  <a:pt x="88175" y="8961"/>
                  <a:pt x="85521" y="7460"/>
                  <a:pt x="82063" y="7460"/>
                </a:cubicBezTo>
                <a:cubicBezTo>
                  <a:pt x="77151" y="7460"/>
                  <a:pt x="72950" y="10219"/>
                  <a:pt x="69463" y="15739"/>
                </a:cubicBezTo>
                <a:cubicBezTo>
                  <a:pt x="65976" y="21259"/>
                  <a:pt x="62898" y="29962"/>
                  <a:pt x="60228" y="41850"/>
                </a:cubicBezTo>
                <a:lnTo>
                  <a:pt x="50949" y="830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4F80EB16-EBE5-4629-B6CF-CCE74BD0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621" y="5485160"/>
            <a:ext cx="48406" cy="50762"/>
          </a:xfrm>
          <a:custGeom xmlns:a="http://schemas.openxmlformats.org/drawingml/2006/main">
            <a:pathLst>
              <a:path w="48406" h="50762">
                <a:moveTo>
                  <a:pt x="48406" y="34403"/>
                </a:moveTo>
                <a:lnTo>
                  <a:pt x="44030" y="41876"/>
                </a:lnTo>
                <a:lnTo>
                  <a:pt x="26727" y="29690"/>
                </a:lnTo>
                <a:lnTo>
                  <a:pt x="28680" y="50762"/>
                </a:lnTo>
                <a:lnTo>
                  <a:pt x="19793" y="50762"/>
                </a:lnTo>
                <a:lnTo>
                  <a:pt x="21813" y="29690"/>
                </a:lnTo>
                <a:lnTo>
                  <a:pt x="4443" y="41876"/>
                </a:lnTo>
                <a:lnTo>
                  <a:pt x="0" y="34403"/>
                </a:lnTo>
                <a:lnTo>
                  <a:pt x="19255" y="25382"/>
                </a:lnTo>
                <a:lnTo>
                  <a:pt x="0" y="16427"/>
                </a:lnTo>
                <a:lnTo>
                  <a:pt x="4443" y="8887"/>
                </a:lnTo>
                <a:lnTo>
                  <a:pt x="21813" y="21073"/>
                </a:lnTo>
                <a:lnTo>
                  <a:pt x="19793" y="0"/>
                </a:lnTo>
                <a:lnTo>
                  <a:pt x="28680" y="0"/>
                </a:lnTo>
                <a:lnTo>
                  <a:pt x="26727" y="21073"/>
                </a:lnTo>
                <a:lnTo>
                  <a:pt x="44030" y="8887"/>
                </a:lnTo>
                <a:lnTo>
                  <a:pt x="48406" y="16427"/>
                </a:lnTo>
                <a:lnTo>
                  <a:pt x="29219" y="25382"/>
                </a:lnTo>
                <a:lnTo>
                  <a:pt x="48406" y="344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733E7AEF-5885-4D8C-8C60-90F16DB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413" y="6117152"/>
            <a:ext cx="79130" cy="122538"/>
          </a:xfrm>
          <a:custGeom xmlns:a="http://schemas.openxmlformats.org/drawingml/2006/main">
            <a:pathLst>
              <a:path w="79130" h="122538">
                <a:moveTo>
                  <a:pt x="50744" y="64719"/>
                </a:moveTo>
                <a:cubicBezTo>
                  <a:pt x="45737" y="71765"/>
                  <a:pt x="40628" y="77121"/>
                  <a:pt x="35417" y="80789"/>
                </a:cubicBezTo>
                <a:cubicBezTo>
                  <a:pt x="30205" y="84458"/>
                  <a:pt x="25125" y="86292"/>
                  <a:pt x="20176" y="86292"/>
                </a:cubicBezTo>
                <a:cubicBezTo>
                  <a:pt x="13770" y="86292"/>
                  <a:pt x="8807" y="83875"/>
                  <a:pt x="5284" y="79043"/>
                </a:cubicBezTo>
                <a:cubicBezTo>
                  <a:pt x="1761" y="74210"/>
                  <a:pt x="0" y="67427"/>
                  <a:pt x="0" y="58693"/>
                </a:cubicBezTo>
                <a:cubicBezTo>
                  <a:pt x="0" y="48677"/>
                  <a:pt x="1965" y="39056"/>
                  <a:pt x="5895" y="29826"/>
                </a:cubicBezTo>
                <a:cubicBezTo>
                  <a:pt x="9826" y="20598"/>
                  <a:pt x="15226" y="13320"/>
                  <a:pt x="22097" y="7991"/>
                </a:cubicBezTo>
                <a:cubicBezTo>
                  <a:pt x="28968" y="2664"/>
                  <a:pt x="36625" y="0"/>
                  <a:pt x="45067" y="0"/>
                </a:cubicBezTo>
                <a:cubicBezTo>
                  <a:pt x="48678" y="0"/>
                  <a:pt x="52113" y="422"/>
                  <a:pt x="55374" y="1266"/>
                </a:cubicBezTo>
                <a:cubicBezTo>
                  <a:pt x="58634" y="2110"/>
                  <a:pt x="62012" y="3610"/>
                  <a:pt x="65505" y="5764"/>
                </a:cubicBezTo>
                <a:lnTo>
                  <a:pt x="73540" y="0"/>
                </a:lnTo>
                <a:lnTo>
                  <a:pt x="79130" y="1397"/>
                </a:lnTo>
                <a:lnTo>
                  <a:pt x="56771" y="100703"/>
                </a:lnTo>
                <a:cubicBezTo>
                  <a:pt x="55781" y="105129"/>
                  <a:pt x="55286" y="108448"/>
                  <a:pt x="55286" y="110660"/>
                </a:cubicBezTo>
                <a:cubicBezTo>
                  <a:pt x="55286" y="113222"/>
                  <a:pt x="55941" y="115041"/>
                  <a:pt x="57252" y="116119"/>
                </a:cubicBezTo>
                <a:cubicBezTo>
                  <a:pt x="58561" y="117196"/>
                  <a:pt x="61138" y="117909"/>
                  <a:pt x="64981" y="118259"/>
                </a:cubicBezTo>
                <a:lnTo>
                  <a:pt x="64195" y="122538"/>
                </a:lnTo>
                <a:lnTo>
                  <a:pt x="36945" y="122538"/>
                </a:lnTo>
                <a:lnTo>
                  <a:pt x="51967" y="65243"/>
                </a:lnTo>
                <a:lnTo>
                  <a:pt x="50744" y="64719"/>
                </a:lnTo>
                <a:moveTo>
                  <a:pt x="57819" y="31792"/>
                </a:moveTo>
                <a:cubicBezTo>
                  <a:pt x="58693" y="27599"/>
                  <a:pt x="59129" y="23640"/>
                  <a:pt x="59129" y="19914"/>
                </a:cubicBezTo>
                <a:cubicBezTo>
                  <a:pt x="59129" y="15371"/>
                  <a:pt x="58169" y="12067"/>
                  <a:pt x="56247" y="10001"/>
                </a:cubicBezTo>
                <a:cubicBezTo>
                  <a:pt x="54325" y="7933"/>
                  <a:pt x="51123" y="6900"/>
                  <a:pt x="46640" y="6900"/>
                </a:cubicBezTo>
                <a:cubicBezTo>
                  <a:pt x="40700" y="6900"/>
                  <a:pt x="35373" y="9302"/>
                  <a:pt x="30657" y="14105"/>
                </a:cubicBezTo>
                <a:cubicBezTo>
                  <a:pt x="25940" y="18909"/>
                  <a:pt x="22228" y="25387"/>
                  <a:pt x="19521" y="33539"/>
                </a:cubicBezTo>
                <a:cubicBezTo>
                  <a:pt x="16813" y="41690"/>
                  <a:pt x="15459" y="49813"/>
                  <a:pt x="15459" y="57907"/>
                </a:cubicBezTo>
                <a:cubicBezTo>
                  <a:pt x="15459" y="63962"/>
                  <a:pt x="16289" y="68489"/>
                  <a:pt x="17948" y="71488"/>
                </a:cubicBezTo>
                <a:cubicBezTo>
                  <a:pt x="19608" y="74487"/>
                  <a:pt x="22388" y="75986"/>
                  <a:pt x="26289" y="75986"/>
                </a:cubicBezTo>
                <a:cubicBezTo>
                  <a:pt x="28095" y="75986"/>
                  <a:pt x="29928" y="75593"/>
                  <a:pt x="31792" y="74807"/>
                </a:cubicBezTo>
                <a:cubicBezTo>
                  <a:pt x="33655" y="74020"/>
                  <a:pt x="35591" y="72754"/>
                  <a:pt x="37600" y="71008"/>
                </a:cubicBezTo>
                <a:cubicBezTo>
                  <a:pt x="39609" y="69261"/>
                  <a:pt x="41588" y="67136"/>
                  <a:pt x="43539" y="64632"/>
                </a:cubicBezTo>
                <a:cubicBezTo>
                  <a:pt x="45490" y="62128"/>
                  <a:pt x="47280" y="59610"/>
                  <a:pt x="48911" y="57077"/>
                </a:cubicBezTo>
                <a:cubicBezTo>
                  <a:pt x="50541" y="54544"/>
                  <a:pt x="52055" y="51545"/>
                  <a:pt x="53452" y="48081"/>
                </a:cubicBezTo>
                <a:cubicBezTo>
                  <a:pt x="54850" y="44616"/>
                  <a:pt x="56043" y="40438"/>
                  <a:pt x="57033" y="35548"/>
                </a:cubicBezTo>
                <a:lnTo>
                  <a:pt x="57819" y="31792"/>
                </a:lnTo>
              </a:path>
            </a:pathLst>
          </a:custGeom>
          <a:solidFill xmlns:a="http://schemas.openxmlformats.org/drawingml/2006/main">
            <a:srgbClr val="813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9D08FBB9-0071-4241-869A-AE721187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6678" y="6145188"/>
            <a:ext cx="107603" cy="11616"/>
          </a:xfrm>
          <a:custGeom xmlns:a="http://schemas.openxmlformats.org/drawingml/2006/main">
            <a:pathLst>
              <a:path w="107603" h="11616">
                <a:moveTo>
                  <a:pt x="0" y="11616"/>
                </a:moveTo>
                <a:lnTo>
                  <a:pt x="0" y="0"/>
                </a:lnTo>
                <a:lnTo>
                  <a:pt x="107603" y="0"/>
                </a:lnTo>
                <a:lnTo>
                  <a:pt x="107603" y="11616"/>
                </a:lnTo>
                <a:lnTo>
                  <a:pt x="0" y="116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F9DDE908-F56F-44DA-98F9-16F9F19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7220" y="6117239"/>
            <a:ext cx="70047" cy="86380"/>
          </a:xfrm>
          <a:custGeom xmlns:a="http://schemas.openxmlformats.org/drawingml/2006/main">
            <a:pathLst>
              <a:path w="70047" h="86380">
                <a:moveTo>
                  <a:pt x="56596" y="22359"/>
                </a:moveTo>
                <a:cubicBezTo>
                  <a:pt x="56480" y="17934"/>
                  <a:pt x="56116" y="14731"/>
                  <a:pt x="55504" y="12752"/>
                </a:cubicBezTo>
                <a:cubicBezTo>
                  <a:pt x="54893" y="10772"/>
                  <a:pt x="53903" y="9287"/>
                  <a:pt x="52535" y="8297"/>
                </a:cubicBezTo>
                <a:cubicBezTo>
                  <a:pt x="51167" y="7308"/>
                  <a:pt x="49231" y="6812"/>
                  <a:pt x="46727" y="6812"/>
                </a:cubicBezTo>
                <a:cubicBezTo>
                  <a:pt x="40846" y="6812"/>
                  <a:pt x="35562" y="9156"/>
                  <a:pt x="30875" y="13844"/>
                </a:cubicBezTo>
                <a:cubicBezTo>
                  <a:pt x="26187" y="18531"/>
                  <a:pt x="22359" y="25169"/>
                  <a:pt x="19389" y="33758"/>
                </a:cubicBezTo>
                <a:cubicBezTo>
                  <a:pt x="16420" y="42345"/>
                  <a:pt x="14935" y="50599"/>
                  <a:pt x="14935" y="58518"/>
                </a:cubicBezTo>
                <a:cubicBezTo>
                  <a:pt x="14935" y="64457"/>
                  <a:pt x="16100" y="68868"/>
                  <a:pt x="18429" y="71750"/>
                </a:cubicBezTo>
                <a:cubicBezTo>
                  <a:pt x="20758" y="74633"/>
                  <a:pt x="24251" y="76073"/>
                  <a:pt x="28909" y="76073"/>
                </a:cubicBezTo>
                <a:cubicBezTo>
                  <a:pt x="34208" y="76073"/>
                  <a:pt x="38794" y="75069"/>
                  <a:pt x="42665" y="73060"/>
                </a:cubicBezTo>
                <a:cubicBezTo>
                  <a:pt x="46538" y="71051"/>
                  <a:pt x="50628" y="67893"/>
                  <a:pt x="54937" y="63584"/>
                </a:cubicBezTo>
                <a:lnTo>
                  <a:pt x="60264" y="68911"/>
                </a:lnTo>
                <a:cubicBezTo>
                  <a:pt x="54792" y="74968"/>
                  <a:pt x="49274" y="79392"/>
                  <a:pt x="43714" y="82187"/>
                </a:cubicBezTo>
                <a:cubicBezTo>
                  <a:pt x="38153" y="84982"/>
                  <a:pt x="32170" y="86380"/>
                  <a:pt x="25765" y="86380"/>
                </a:cubicBezTo>
                <a:cubicBezTo>
                  <a:pt x="17322" y="86380"/>
                  <a:pt x="10918" y="83876"/>
                  <a:pt x="6550" y="78868"/>
                </a:cubicBezTo>
                <a:cubicBezTo>
                  <a:pt x="2184" y="73861"/>
                  <a:pt x="0" y="66583"/>
                  <a:pt x="0" y="57033"/>
                </a:cubicBezTo>
                <a:cubicBezTo>
                  <a:pt x="0" y="50803"/>
                  <a:pt x="1165" y="43961"/>
                  <a:pt x="3493" y="36508"/>
                </a:cubicBezTo>
                <a:cubicBezTo>
                  <a:pt x="5823" y="29055"/>
                  <a:pt x="9229" y="22505"/>
                  <a:pt x="13712" y="16857"/>
                </a:cubicBezTo>
                <a:cubicBezTo>
                  <a:pt x="18196" y="11209"/>
                  <a:pt x="23436" y="6988"/>
                  <a:pt x="29434" y="4193"/>
                </a:cubicBezTo>
                <a:cubicBezTo>
                  <a:pt x="35431" y="1398"/>
                  <a:pt x="41836" y="0"/>
                  <a:pt x="48648" y="0"/>
                </a:cubicBezTo>
                <a:cubicBezTo>
                  <a:pt x="56393" y="0"/>
                  <a:pt x="63525" y="874"/>
                  <a:pt x="70047" y="2620"/>
                </a:cubicBezTo>
                <a:lnTo>
                  <a:pt x="65767" y="22359"/>
                </a:lnTo>
                <a:lnTo>
                  <a:pt x="56596" y="22359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75B1C4BC-CF15-41E8-B268-81F88EA5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707" y="6073727"/>
            <a:ext cx="45790" cy="48019"/>
          </a:xfrm>
          <a:custGeom xmlns:a="http://schemas.openxmlformats.org/drawingml/2006/main">
            <a:pathLst>
              <a:path w="45790" h="48019">
                <a:moveTo>
                  <a:pt x="45790" y="32543"/>
                </a:moveTo>
                <a:lnTo>
                  <a:pt x="41651" y="39612"/>
                </a:lnTo>
                <a:lnTo>
                  <a:pt x="25283" y="28085"/>
                </a:lnTo>
                <a:lnTo>
                  <a:pt x="27130" y="48019"/>
                </a:lnTo>
                <a:lnTo>
                  <a:pt x="18724" y="48019"/>
                </a:lnTo>
                <a:lnTo>
                  <a:pt x="20635" y="28085"/>
                </a:lnTo>
                <a:lnTo>
                  <a:pt x="4203" y="39612"/>
                </a:lnTo>
                <a:lnTo>
                  <a:pt x="0" y="32543"/>
                </a:lnTo>
                <a:lnTo>
                  <a:pt x="18214" y="24009"/>
                </a:lnTo>
                <a:lnTo>
                  <a:pt x="0" y="15539"/>
                </a:lnTo>
                <a:lnTo>
                  <a:pt x="4203" y="8406"/>
                </a:lnTo>
                <a:lnTo>
                  <a:pt x="20635" y="19933"/>
                </a:lnTo>
                <a:lnTo>
                  <a:pt x="18724" y="0"/>
                </a:lnTo>
                <a:lnTo>
                  <a:pt x="27130" y="0"/>
                </a:lnTo>
                <a:lnTo>
                  <a:pt x="25283" y="19933"/>
                </a:lnTo>
                <a:lnTo>
                  <a:pt x="41651" y="8406"/>
                </a:lnTo>
                <a:lnTo>
                  <a:pt x="45790" y="15539"/>
                </a:lnTo>
                <a:lnTo>
                  <a:pt x="27640" y="24009"/>
                </a:lnTo>
                <a:lnTo>
                  <a:pt x="45790" y="3254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2DD41BDE-812B-4651-A052-BB1A6308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7248" y="6118636"/>
            <a:ext cx="77646" cy="84894"/>
          </a:xfrm>
          <a:custGeom xmlns:a="http://schemas.openxmlformats.org/drawingml/2006/main">
            <a:pathLst>
              <a:path w="77646" h="84894">
                <a:moveTo>
                  <a:pt x="24892" y="47687"/>
                </a:moveTo>
                <a:cubicBezTo>
                  <a:pt x="25824" y="43437"/>
                  <a:pt x="27207" y="37847"/>
                  <a:pt x="29041" y="30918"/>
                </a:cubicBezTo>
                <a:cubicBezTo>
                  <a:pt x="30875" y="23989"/>
                  <a:pt x="32724" y="17788"/>
                  <a:pt x="34587" y="12315"/>
                </a:cubicBezTo>
                <a:lnTo>
                  <a:pt x="34151" y="11528"/>
                </a:lnTo>
                <a:lnTo>
                  <a:pt x="26639" y="11528"/>
                </a:lnTo>
                <a:cubicBezTo>
                  <a:pt x="22796" y="11528"/>
                  <a:pt x="19842" y="11834"/>
                  <a:pt x="17774" y="12446"/>
                </a:cubicBezTo>
                <a:cubicBezTo>
                  <a:pt x="15707" y="13057"/>
                  <a:pt x="13684" y="14105"/>
                  <a:pt x="11704" y="15590"/>
                </a:cubicBezTo>
                <a:cubicBezTo>
                  <a:pt x="9724" y="17075"/>
                  <a:pt x="7657" y="19215"/>
                  <a:pt x="5503" y="22009"/>
                </a:cubicBezTo>
                <a:lnTo>
                  <a:pt x="0" y="17381"/>
                </a:lnTo>
                <a:cubicBezTo>
                  <a:pt x="3145" y="13479"/>
                  <a:pt x="5896" y="10423"/>
                  <a:pt x="8254" y="8209"/>
                </a:cubicBezTo>
                <a:cubicBezTo>
                  <a:pt x="10612" y="5997"/>
                  <a:pt x="12869" y="4323"/>
                  <a:pt x="15023" y="3187"/>
                </a:cubicBezTo>
                <a:cubicBezTo>
                  <a:pt x="17177" y="2052"/>
                  <a:pt x="19507" y="1237"/>
                  <a:pt x="22010" y="742"/>
                </a:cubicBezTo>
                <a:cubicBezTo>
                  <a:pt x="24514" y="247"/>
                  <a:pt x="27804" y="0"/>
                  <a:pt x="31879" y="0"/>
                </a:cubicBezTo>
                <a:lnTo>
                  <a:pt x="77646" y="0"/>
                </a:lnTo>
                <a:lnTo>
                  <a:pt x="75026" y="11528"/>
                </a:lnTo>
                <a:lnTo>
                  <a:pt x="47688" y="11528"/>
                </a:lnTo>
                <a:lnTo>
                  <a:pt x="37819" y="55286"/>
                </a:lnTo>
                <a:cubicBezTo>
                  <a:pt x="36538" y="60992"/>
                  <a:pt x="35898" y="65301"/>
                  <a:pt x="35898" y="68213"/>
                </a:cubicBezTo>
                <a:cubicBezTo>
                  <a:pt x="35898" y="70541"/>
                  <a:pt x="36276" y="72230"/>
                  <a:pt x="37033" y="73278"/>
                </a:cubicBezTo>
                <a:cubicBezTo>
                  <a:pt x="37790" y="74327"/>
                  <a:pt x="38984" y="74851"/>
                  <a:pt x="40614" y="74851"/>
                </a:cubicBezTo>
                <a:cubicBezTo>
                  <a:pt x="42593" y="74851"/>
                  <a:pt x="44748" y="74035"/>
                  <a:pt x="47077" y="72405"/>
                </a:cubicBezTo>
                <a:cubicBezTo>
                  <a:pt x="49406" y="70775"/>
                  <a:pt x="52056" y="68183"/>
                  <a:pt x="55025" y="64631"/>
                </a:cubicBezTo>
                <a:lnTo>
                  <a:pt x="60091" y="69348"/>
                </a:lnTo>
                <a:cubicBezTo>
                  <a:pt x="55083" y="74938"/>
                  <a:pt x="50614" y="78926"/>
                  <a:pt x="46684" y="81313"/>
                </a:cubicBezTo>
                <a:cubicBezTo>
                  <a:pt x="42753" y="83701"/>
                  <a:pt x="38721" y="84894"/>
                  <a:pt x="34587" y="84894"/>
                </a:cubicBezTo>
                <a:cubicBezTo>
                  <a:pt x="30453" y="84894"/>
                  <a:pt x="27192" y="83526"/>
                  <a:pt x="24805" y="80789"/>
                </a:cubicBezTo>
                <a:cubicBezTo>
                  <a:pt x="22418" y="78053"/>
                  <a:pt x="21224" y="74501"/>
                  <a:pt x="21224" y="70134"/>
                </a:cubicBezTo>
                <a:cubicBezTo>
                  <a:pt x="21224" y="66232"/>
                  <a:pt x="22039" y="60585"/>
                  <a:pt x="23670" y="53190"/>
                </a:cubicBezTo>
                <a:lnTo>
                  <a:pt x="24892" y="476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DA2B5B7F-8353-4725-A3E4-E934B396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5155" y="3180655"/>
            <a:ext cx="79131" cy="122538"/>
          </a:xfrm>
          <a:custGeom xmlns:a="http://schemas.openxmlformats.org/drawingml/2006/main">
            <a:pathLst>
              <a:path w="79131" h="122538">
                <a:moveTo>
                  <a:pt x="50745" y="64719"/>
                </a:moveTo>
                <a:cubicBezTo>
                  <a:pt x="45738" y="71765"/>
                  <a:pt x="40628" y="77121"/>
                  <a:pt x="35417" y="80790"/>
                </a:cubicBezTo>
                <a:cubicBezTo>
                  <a:pt x="30206" y="84458"/>
                  <a:pt x="25125" y="86292"/>
                  <a:pt x="20176" y="86292"/>
                </a:cubicBezTo>
                <a:cubicBezTo>
                  <a:pt x="13771" y="86292"/>
                  <a:pt x="8807" y="83876"/>
                  <a:pt x="5285" y="79043"/>
                </a:cubicBezTo>
                <a:cubicBezTo>
                  <a:pt x="1762" y="74210"/>
                  <a:pt x="0" y="67427"/>
                  <a:pt x="0" y="58693"/>
                </a:cubicBezTo>
                <a:cubicBezTo>
                  <a:pt x="0" y="48678"/>
                  <a:pt x="1966" y="39056"/>
                  <a:pt x="5896" y="29827"/>
                </a:cubicBezTo>
                <a:cubicBezTo>
                  <a:pt x="9826" y="20598"/>
                  <a:pt x="15227" y="13320"/>
                  <a:pt x="22097" y="7992"/>
                </a:cubicBezTo>
                <a:cubicBezTo>
                  <a:pt x="28968" y="2664"/>
                  <a:pt x="36625" y="0"/>
                  <a:pt x="45068" y="0"/>
                </a:cubicBezTo>
                <a:cubicBezTo>
                  <a:pt x="48678" y="0"/>
                  <a:pt x="52113" y="422"/>
                  <a:pt x="55374" y="1267"/>
                </a:cubicBezTo>
                <a:cubicBezTo>
                  <a:pt x="58635" y="2111"/>
                  <a:pt x="62012" y="3610"/>
                  <a:pt x="65506" y="5765"/>
                </a:cubicBezTo>
                <a:lnTo>
                  <a:pt x="73541" y="0"/>
                </a:lnTo>
                <a:lnTo>
                  <a:pt x="79131" y="1397"/>
                </a:lnTo>
                <a:lnTo>
                  <a:pt x="56772" y="100703"/>
                </a:lnTo>
                <a:cubicBezTo>
                  <a:pt x="55782" y="105128"/>
                  <a:pt x="55286" y="108447"/>
                  <a:pt x="55286" y="110660"/>
                </a:cubicBezTo>
                <a:cubicBezTo>
                  <a:pt x="55286" y="113222"/>
                  <a:pt x="55941" y="115042"/>
                  <a:pt x="57252" y="116119"/>
                </a:cubicBezTo>
                <a:cubicBezTo>
                  <a:pt x="58562" y="117196"/>
                  <a:pt x="61139" y="117909"/>
                  <a:pt x="64982" y="118259"/>
                </a:cubicBezTo>
                <a:lnTo>
                  <a:pt x="64195" y="122538"/>
                </a:lnTo>
                <a:lnTo>
                  <a:pt x="36945" y="122538"/>
                </a:lnTo>
                <a:lnTo>
                  <a:pt x="51967" y="65243"/>
                </a:lnTo>
                <a:lnTo>
                  <a:pt x="50745" y="64719"/>
                </a:lnTo>
                <a:moveTo>
                  <a:pt x="57820" y="31792"/>
                </a:moveTo>
                <a:cubicBezTo>
                  <a:pt x="58693" y="27600"/>
                  <a:pt x="59130" y="23640"/>
                  <a:pt x="59130" y="19913"/>
                </a:cubicBezTo>
                <a:cubicBezTo>
                  <a:pt x="59130" y="15372"/>
                  <a:pt x="58169" y="12067"/>
                  <a:pt x="56247" y="10001"/>
                </a:cubicBezTo>
                <a:cubicBezTo>
                  <a:pt x="54326" y="7933"/>
                  <a:pt x="51123" y="6900"/>
                  <a:pt x="46640" y="6900"/>
                </a:cubicBezTo>
                <a:cubicBezTo>
                  <a:pt x="40701" y="6900"/>
                  <a:pt x="35373" y="9302"/>
                  <a:pt x="30657" y="14105"/>
                </a:cubicBezTo>
                <a:cubicBezTo>
                  <a:pt x="25941" y="18909"/>
                  <a:pt x="22228" y="25387"/>
                  <a:pt x="19521" y="33539"/>
                </a:cubicBezTo>
                <a:cubicBezTo>
                  <a:pt x="16813" y="41690"/>
                  <a:pt x="15460" y="49813"/>
                  <a:pt x="15460" y="57906"/>
                </a:cubicBezTo>
                <a:cubicBezTo>
                  <a:pt x="15460" y="63962"/>
                  <a:pt x="16290" y="68489"/>
                  <a:pt x="17949" y="71488"/>
                </a:cubicBezTo>
                <a:cubicBezTo>
                  <a:pt x="19608" y="74487"/>
                  <a:pt x="22389" y="75986"/>
                  <a:pt x="26289" y="75986"/>
                </a:cubicBezTo>
                <a:cubicBezTo>
                  <a:pt x="28095" y="75986"/>
                  <a:pt x="29929" y="75593"/>
                  <a:pt x="31792" y="74807"/>
                </a:cubicBezTo>
                <a:cubicBezTo>
                  <a:pt x="33656" y="74021"/>
                  <a:pt x="35591" y="72754"/>
                  <a:pt x="37601" y="71008"/>
                </a:cubicBezTo>
                <a:cubicBezTo>
                  <a:pt x="39609" y="69261"/>
                  <a:pt x="41588" y="67135"/>
                  <a:pt x="43539" y="64632"/>
                </a:cubicBezTo>
                <a:cubicBezTo>
                  <a:pt x="45490" y="62128"/>
                  <a:pt x="47280" y="59610"/>
                  <a:pt x="48911" y="57077"/>
                </a:cubicBezTo>
                <a:cubicBezTo>
                  <a:pt x="50541" y="54544"/>
                  <a:pt x="52056" y="51545"/>
                  <a:pt x="53453" y="48081"/>
                </a:cubicBezTo>
                <a:cubicBezTo>
                  <a:pt x="54850" y="44616"/>
                  <a:pt x="56043" y="40439"/>
                  <a:pt x="57033" y="35547"/>
                </a:cubicBezTo>
                <a:lnTo>
                  <a:pt x="57820" y="317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7FCD5174-DBAF-4A5B-8F3C-C0D53EB0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0420" y="3208691"/>
            <a:ext cx="107604" cy="11616"/>
          </a:xfrm>
          <a:custGeom xmlns:a="http://schemas.openxmlformats.org/drawingml/2006/main">
            <a:pathLst>
              <a:path w="107604" h="11616">
                <a:moveTo>
                  <a:pt x="0" y="11616"/>
                </a:moveTo>
                <a:lnTo>
                  <a:pt x="0" y="0"/>
                </a:lnTo>
                <a:lnTo>
                  <a:pt x="107604" y="0"/>
                </a:lnTo>
                <a:lnTo>
                  <a:pt x="107604" y="11616"/>
                </a:lnTo>
                <a:lnTo>
                  <a:pt x="0" y="116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27DC38A9-0133-4DE7-9817-69AA313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962" y="3180742"/>
            <a:ext cx="70047" cy="86379"/>
          </a:xfrm>
          <a:custGeom xmlns:a="http://schemas.openxmlformats.org/drawingml/2006/main">
            <a:pathLst>
              <a:path w="70047" h="86379">
                <a:moveTo>
                  <a:pt x="56597" y="22359"/>
                </a:moveTo>
                <a:cubicBezTo>
                  <a:pt x="56480" y="17934"/>
                  <a:pt x="56117" y="14731"/>
                  <a:pt x="55505" y="12752"/>
                </a:cubicBezTo>
                <a:cubicBezTo>
                  <a:pt x="54894" y="10772"/>
                  <a:pt x="53903" y="9287"/>
                  <a:pt x="52535" y="8297"/>
                </a:cubicBezTo>
                <a:cubicBezTo>
                  <a:pt x="51167" y="7308"/>
                  <a:pt x="49231" y="6813"/>
                  <a:pt x="46727" y="6813"/>
                </a:cubicBezTo>
                <a:cubicBezTo>
                  <a:pt x="40846" y="6813"/>
                  <a:pt x="35563" y="9156"/>
                  <a:pt x="30875" y="13844"/>
                </a:cubicBezTo>
                <a:cubicBezTo>
                  <a:pt x="26188" y="18531"/>
                  <a:pt x="22359" y="25169"/>
                  <a:pt x="19390" y="33757"/>
                </a:cubicBezTo>
                <a:cubicBezTo>
                  <a:pt x="16421" y="42345"/>
                  <a:pt x="14935" y="50599"/>
                  <a:pt x="14935" y="58518"/>
                </a:cubicBezTo>
                <a:cubicBezTo>
                  <a:pt x="14935" y="64457"/>
                  <a:pt x="16100" y="68868"/>
                  <a:pt x="18429" y="71750"/>
                </a:cubicBezTo>
                <a:cubicBezTo>
                  <a:pt x="20758" y="74632"/>
                  <a:pt x="24251" y="76073"/>
                  <a:pt x="28910" y="76073"/>
                </a:cubicBezTo>
                <a:cubicBezTo>
                  <a:pt x="34208" y="76073"/>
                  <a:pt x="38794" y="75069"/>
                  <a:pt x="42666" y="73060"/>
                </a:cubicBezTo>
                <a:cubicBezTo>
                  <a:pt x="46538" y="71051"/>
                  <a:pt x="50629" y="67893"/>
                  <a:pt x="54938" y="63584"/>
                </a:cubicBezTo>
                <a:lnTo>
                  <a:pt x="60265" y="68912"/>
                </a:lnTo>
                <a:cubicBezTo>
                  <a:pt x="54792" y="74967"/>
                  <a:pt x="49275" y="79392"/>
                  <a:pt x="43714" y="82187"/>
                </a:cubicBezTo>
                <a:cubicBezTo>
                  <a:pt x="38153" y="84982"/>
                  <a:pt x="32170" y="86379"/>
                  <a:pt x="25765" y="86379"/>
                </a:cubicBezTo>
                <a:cubicBezTo>
                  <a:pt x="17323" y="86379"/>
                  <a:pt x="10918" y="83876"/>
                  <a:pt x="6551" y="78868"/>
                </a:cubicBezTo>
                <a:cubicBezTo>
                  <a:pt x="2184" y="73861"/>
                  <a:pt x="0" y="66582"/>
                  <a:pt x="0" y="57033"/>
                </a:cubicBezTo>
                <a:cubicBezTo>
                  <a:pt x="0" y="50803"/>
                  <a:pt x="1165" y="43961"/>
                  <a:pt x="3494" y="36508"/>
                </a:cubicBezTo>
                <a:cubicBezTo>
                  <a:pt x="5823" y="29055"/>
                  <a:pt x="9230" y="22505"/>
                  <a:pt x="13713" y="16857"/>
                </a:cubicBezTo>
                <a:cubicBezTo>
                  <a:pt x="18196" y="11209"/>
                  <a:pt x="23437" y="6987"/>
                  <a:pt x="29434" y="4192"/>
                </a:cubicBezTo>
                <a:cubicBezTo>
                  <a:pt x="35431" y="1397"/>
                  <a:pt x="41836" y="0"/>
                  <a:pt x="48648" y="0"/>
                </a:cubicBezTo>
                <a:cubicBezTo>
                  <a:pt x="56393" y="0"/>
                  <a:pt x="63525" y="873"/>
                  <a:pt x="70047" y="2620"/>
                </a:cubicBezTo>
                <a:lnTo>
                  <a:pt x="65767" y="22359"/>
                </a:lnTo>
                <a:lnTo>
                  <a:pt x="56597" y="223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27090C05-B066-42ED-A9DA-BA249B7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2448" y="3137232"/>
            <a:ext cx="45790" cy="48019"/>
          </a:xfrm>
          <a:custGeom xmlns:a="http://schemas.openxmlformats.org/drawingml/2006/main">
            <a:pathLst>
              <a:path w="45790" h="48019">
                <a:moveTo>
                  <a:pt x="45790" y="32543"/>
                </a:moveTo>
                <a:lnTo>
                  <a:pt x="41650" y="39612"/>
                </a:lnTo>
                <a:lnTo>
                  <a:pt x="25283" y="28085"/>
                </a:lnTo>
                <a:lnTo>
                  <a:pt x="27130" y="48019"/>
                </a:lnTo>
                <a:lnTo>
                  <a:pt x="18724" y="48019"/>
                </a:lnTo>
                <a:lnTo>
                  <a:pt x="20634" y="28085"/>
                </a:lnTo>
                <a:lnTo>
                  <a:pt x="4203" y="39612"/>
                </a:lnTo>
                <a:lnTo>
                  <a:pt x="0" y="32543"/>
                </a:lnTo>
                <a:lnTo>
                  <a:pt x="18214" y="24009"/>
                </a:lnTo>
                <a:lnTo>
                  <a:pt x="0" y="15539"/>
                </a:lnTo>
                <a:lnTo>
                  <a:pt x="4203" y="8406"/>
                </a:lnTo>
                <a:lnTo>
                  <a:pt x="20634" y="19934"/>
                </a:lnTo>
                <a:lnTo>
                  <a:pt x="18724" y="0"/>
                </a:lnTo>
                <a:lnTo>
                  <a:pt x="27130" y="0"/>
                </a:lnTo>
                <a:lnTo>
                  <a:pt x="25283" y="19934"/>
                </a:lnTo>
                <a:lnTo>
                  <a:pt x="41650" y="8406"/>
                </a:lnTo>
                <a:lnTo>
                  <a:pt x="45790" y="15539"/>
                </a:lnTo>
                <a:lnTo>
                  <a:pt x="27639" y="24009"/>
                </a:lnTo>
                <a:lnTo>
                  <a:pt x="45790" y="325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8F6FE90C-4518-4A67-9030-F6CDC54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2925" y="3160305"/>
            <a:ext cx="107952" cy="108477"/>
          </a:xfrm>
          <a:custGeom xmlns:a="http://schemas.openxmlformats.org/drawingml/2006/main">
            <a:pathLst>
              <a:path w="107952" h="108477">
                <a:moveTo>
                  <a:pt x="0" y="60352"/>
                </a:moveTo>
                <a:lnTo>
                  <a:pt x="0" y="48124"/>
                </a:lnTo>
                <a:lnTo>
                  <a:pt x="107952" y="0"/>
                </a:lnTo>
                <a:lnTo>
                  <a:pt x="107952" y="13101"/>
                </a:lnTo>
                <a:lnTo>
                  <a:pt x="13102" y="54238"/>
                </a:lnTo>
                <a:lnTo>
                  <a:pt x="107952" y="95375"/>
                </a:lnTo>
                <a:lnTo>
                  <a:pt x="107952" y="108477"/>
                </a:lnTo>
                <a:lnTo>
                  <a:pt x="0" y="60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E3D66D19-C547-45C9-947F-1862670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7259" y="3182140"/>
            <a:ext cx="77646" cy="84895"/>
          </a:xfrm>
          <a:custGeom xmlns:a="http://schemas.openxmlformats.org/drawingml/2006/main">
            <a:pathLst>
              <a:path w="77646" h="84895">
                <a:moveTo>
                  <a:pt x="24892" y="47688"/>
                </a:moveTo>
                <a:cubicBezTo>
                  <a:pt x="25824" y="43437"/>
                  <a:pt x="27207" y="37847"/>
                  <a:pt x="29041" y="30919"/>
                </a:cubicBezTo>
                <a:cubicBezTo>
                  <a:pt x="30875" y="23989"/>
                  <a:pt x="32724" y="17788"/>
                  <a:pt x="34587" y="12315"/>
                </a:cubicBezTo>
                <a:lnTo>
                  <a:pt x="34151" y="11529"/>
                </a:lnTo>
                <a:lnTo>
                  <a:pt x="26639" y="11529"/>
                </a:lnTo>
                <a:cubicBezTo>
                  <a:pt x="22796" y="11529"/>
                  <a:pt x="19842" y="11835"/>
                  <a:pt x="17774" y="12446"/>
                </a:cubicBezTo>
                <a:cubicBezTo>
                  <a:pt x="15707" y="13057"/>
                  <a:pt x="13684" y="14106"/>
                  <a:pt x="11704" y="15590"/>
                </a:cubicBezTo>
                <a:cubicBezTo>
                  <a:pt x="9724" y="17075"/>
                  <a:pt x="7657" y="19215"/>
                  <a:pt x="5503" y="22010"/>
                </a:cubicBezTo>
                <a:lnTo>
                  <a:pt x="0" y="17381"/>
                </a:lnTo>
                <a:cubicBezTo>
                  <a:pt x="3145" y="13480"/>
                  <a:pt x="5896" y="10423"/>
                  <a:pt x="8254" y="8210"/>
                </a:cubicBezTo>
                <a:cubicBezTo>
                  <a:pt x="10612" y="5997"/>
                  <a:pt x="12869" y="4324"/>
                  <a:pt x="15023" y="3188"/>
                </a:cubicBezTo>
                <a:cubicBezTo>
                  <a:pt x="17177" y="2053"/>
                  <a:pt x="19507" y="1237"/>
                  <a:pt x="22010" y="743"/>
                </a:cubicBezTo>
                <a:cubicBezTo>
                  <a:pt x="24514" y="248"/>
                  <a:pt x="27804" y="0"/>
                  <a:pt x="31879" y="0"/>
                </a:cubicBezTo>
                <a:lnTo>
                  <a:pt x="77646" y="0"/>
                </a:lnTo>
                <a:lnTo>
                  <a:pt x="75026" y="11529"/>
                </a:lnTo>
                <a:lnTo>
                  <a:pt x="47688" y="11529"/>
                </a:lnTo>
                <a:lnTo>
                  <a:pt x="37819" y="55286"/>
                </a:lnTo>
                <a:cubicBezTo>
                  <a:pt x="36538" y="60993"/>
                  <a:pt x="35898" y="65301"/>
                  <a:pt x="35898" y="68213"/>
                </a:cubicBezTo>
                <a:cubicBezTo>
                  <a:pt x="35898" y="70542"/>
                  <a:pt x="36276" y="72231"/>
                  <a:pt x="37033" y="73278"/>
                </a:cubicBezTo>
                <a:cubicBezTo>
                  <a:pt x="37790" y="74327"/>
                  <a:pt x="38984" y="74851"/>
                  <a:pt x="40614" y="74851"/>
                </a:cubicBezTo>
                <a:cubicBezTo>
                  <a:pt x="42593" y="74851"/>
                  <a:pt x="44748" y="74035"/>
                  <a:pt x="47077" y="72405"/>
                </a:cubicBezTo>
                <a:cubicBezTo>
                  <a:pt x="49405" y="70775"/>
                  <a:pt x="52056" y="68184"/>
                  <a:pt x="55025" y="64632"/>
                </a:cubicBezTo>
                <a:lnTo>
                  <a:pt x="60091" y="69348"/>
                </a:lnTo>
                <a:cubicBezTo>
                  <a:pt x="55083" y="74938"/>
                  <a:pt x="50614" y="78927"/>
                  <a:pt x="46684" y="81314"/>
                </a:cubicBezTo>
                <a:cubicBezTo>
                  <a:pt x="42753" y="83701"/>
                  <a:pt x="38721" y="84895"/>
                  <a:pt x="34587" y="84895"/>
                </a:cubicBezTo>
                <a:cubicBezTo>
                  <a:pt x="30453" y="84895"/>
                  <a:pt x="27192" y="83527"/>
                  <a:pt x="24805" y="80790"/>
                </a:cubicBezTo>
                <a:cubicBezTo>
                  <a:pt x="22418" y="78053"/>
                  <a:pt x="21224" y="74501"/>
                  <a:pt x="21224" y="70134"/>
                </a:cubicBezTo>
                <a:cubicBezTo>
                  <a:pt x="21224" y="66233"/>
                  <a:pt x="22039" y="60585"/>
                  <a:pt x="23670" y="53191"/>
                </a:cubicBezTo>
                <a:lnTo>
                  <a:pt x="24892" y="476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B44DC0B9-F117-41F0-A9A5-3FC5C4FE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6142" y="3554596"/>
            <a:ext cx="59832" cy="73782"/>
          </a:xfrm>
          <a:custGeom xmlns:a="http://schemas.openxmlformats.org/drawingml/2006/main">
            <a:pathLst>
              <a:path w="59832" h="73782">
                <a:moveTo>
                  <a:pt x="48342" y="19098"/>
                </a:moveTo>
                <a:cubicBezTo>
                  <a:pt x="48243" y="15318"/>
                  <a:pt x="47933" y="12583"/>
                  <a:pt x="47410" y="10892"/>
                </a:cubicBezTo>
                <a:cubicBezTo>
                  <a:pt x="46888" y="9201"/>
                  <a:pt x="46042" y="7933"/>
                  <a:pt x="44873" y="7087"/>
                </a:cubicBezTo>
                <a:cubicBezTo>
                  <a:pt x="43705" y="6242"/>
                  <a:pt x="42051" y="5819"/>
                  <a:pt x="39912" y="5819"/>
                </a:cubicBezTo>
                <a:cubicBezTo>
                  <a:pt x="34889" y="5819"/>
                  <a:pt x="30376" y="7821"/>
                  <a:pt x="26372" y="11824"/>
                </a:cubicBezTo>
                <a:cubicBezTo>
                  <a:pt x="22369" y="15828"/>
                  <a:pt x="19099" y="21498"/>
                  <a:pt x="16562" y="28834"/>
                </a:cubicBezTo>
                <a:cubicBezTo>
                  <a:pt x="14025" y="36170"/>
                  <a:pt x="12757" y="43220"/>
                  <a:pt x="12757" y="49984"/>
                </a:cubicBezTo>
                <a:cubicBezTo>
                  <a:pt x="12757" y="55057"/>
                  <a:pt x="13751" y="58824"/>
                  <a:pt x="15741" y="61286"/>
                </a:cubicBezTo>
                <a:cubicBezTo>
                  <a:pt x="17730" y="63748"/>
                  <a:pt x="20714" y="64979"/>
                  <a:pt x="24694" y="64979"/>
                </a:cubicBezTo>
                <a:cubicBezTo>
                  <a:pt x="29219" y="64979"/>
                  <a:pt x="33136" y="64121"/>
                  <a:pt x="36443" y="62405"/>
                </a:cubicBezTo>
                <a:cubicBezTo>
                  <a:pt x="39751" y="60690"/>
                  <a:pt x="43244" y="57992"/>
                  <a:pt x="46925" y="54311"/>
                </a:cubicBezTo>
                <a:lnTo>
                  <a:pt x="51476" y="58862"/>
                </a:lnTo>
                <a:cubicBezTo>
                  <a:pt x="46801" y="64034"/>
                  <a:pt x="42088" y="67814"/>
                  <a:pt x="37339" y="70201"/>
                </a:cubicBezTo>
                <a:cubicBezTo>
                  <a:pt x="32589" y="72589"/>
                  <a:pt x="27479" y="73782"/>
                  <a:pt x="22008" y="73782"/>
                </a:cubicBezTo>
                <a:cubicBezTo>
                  <a:pt x="14796" y="73782"/>
                  <a:pt x="9326" y="71644"/>
                  <a:pt x="5595" y="67366"/>
                </a:cubicBezTo>
                <a:cubicBezTo>
                  <a:pt x="1865" y="63089"/>
                  <a:pt x="0" y="56872"/>
                  <a:pt x="0" y="48716"/>
                </a:cubicBezTo>
                <a:cubicBezTo>
                  <a:pt x="0" y="43394"/>
                  <a:pt x="994" y="37550"/>
                  <a:pt x="2984" y="31184"/>
                </a:cubicBezTo>
                <a:cubicBezTo>
                  <a:pt x="4973" y="24818"/>
                  <a:pt x="7883" y="19222"/>
                  <a:pt x="11712" y="14398"/>
                </a:cubicBezTo>
                <a:cubicBezTo>
                  <a:pt x="15542" y="9574"/>
                  <a:pt x="20019" y="5968"/>
                  <a:pt x="25141" y="3581"/>
                </a:cubicBezTo>
                <a:cubicBezTo>
                  <a:pt x="30264" y="1193"/>
                  <a:pt x="35734" y="0"/>
                  <a:pt x="41554" y="0"/>
                </a:cubicBezTo>
                <a:cubicBezTo>
                  <a:pt x="48169" y="0"/>
                  <a:pt x="54261" y="746"/>
                  <a:pt x="59832" y="2238"/>
                </a:cubicBezTo>
                <a:lnTo>
                  <a:pt x="56176" y="19098"/>
                </a:lnTo>
                <a:lnTo>
                  <a:pt x="48342" y="1909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E9DD4898-C721-4AE6-A3CE-F55E2A48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3648" y="3518642"/>
            <a:ext cx="39248" cy="41159"/>
          </a:xfrm>
          <a:custGeom xmlns:a="http://schemas.openxmlformats.org/drawingml/2006/main">
            <a:pathLst>
              <a:path w="39248" h="41159">
                <a:moveTo>
                  <a:pt x="39248" y="27894"/>
                </a:moveTo>
                <a:lnTo>
                  <a:pt x="35700" y="33953"/>
                </a:lnTo>
                <a:lnTo>
                  <a:pt x="21671" y="24073"/>
                </a:lnTo>
                <a:lnTo>
                  <a:pt x="23254" y="41159"/>
                </a:lnTo>
                <a:lnTo>
                  <a:pt x="16048" y="41159"/>
                </a:lnTo>
                <a:lnTo>
                  <a:pt x="17686" y="24073"/>
                </a:lnTo>
                <a:lnTo>
                  <a:pt x="3602" y="33953"/>
                </a:lnTo>
                <a:lnTo>
                  <a:pt x="0" y="27894"/>
                </a:lnTo>
                <a:lnTo>
                  <a:pt x="15612" y="20580"/>
                </a:lnTo>
                <a:lnTo>
                  <a:pt x="0" y="13320"/>
                </a:lnTo>
                <a:lnTo>
                  <a:pt x="3602" y="7206"/>
                </a:lnTo>
                <a:lnTo>
                  <a:pt x="17686" y="17086"/>
                </a:lnTo>
                <a:lnTo>
                  <a:pt x="16048" y="0"/>
                </a:lnTo>
                <a:lnTo>
                  <a:pt x="23254" y="0"/>
                </a:lnTo>
                <a:lnTo>
                  <a:pt x="21671" y="17086"/>
                </a:lnTo>
                <a:lnTo>
                  <a:pt x="35700" y="7206"/>
                </a:lnTo>
                <a:lnTo>
                  <a:pt x="39248" y="13320"/>
                </a:lnTo>
                <a:lnTo>
                  <a:pt x="23691" y="20580"/>
                </a:lnTo>
                <a:lnTo>
                  <a:pt x="39248" y="2789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2309D5AB-25A7-402E-B42E-5E423EA5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2738" y="3439022"/>
            <a:ext cx="74410" cy="81357"/>
          </a:xfrm>
          <a:custGeom xmlns:a="http://schemas.openxmlformats.org/drawingml/2006/main">
            <a:pathLst>
              <a:path w="74410" h="81357">
                <a:moveTo>
                  <a:pt x="23856" y="45701"/>
                </a:moveTo>
                <a:cubicBezTo>
                  <a:pt x="24748" y="41628"/>
                  <a:pt x="26073" y="36271"/>
                  <a:pt x="27831" y="29630"/>
                </a:cubicBezTo>
                <a:cubicBezTo>
                  <a:pt x="29588" y="22990"/>
                  <a:pt x="31360" y="17048"/>
                  <a:pt x="33146" y="11802"/>
                </a:cubicBezTo>
                <a:lnTo>
                  <a:pt x="32728" y="11049"/>
                </a:lnTo>
                <a:lnTo>
                  <a:pt x="25529" y="11049"/>
                </a:lnTo>
                <a:cubicBezTo>
                  <a:pt x="21846" y="11049"/>
                  <a:pt x="19015" y="11342"/>
                  <a:pt x="17034" y="11928"/>
                </a:cubicBezTo>
                <a:cubicBezTo>
                  <a:pt x="15052" y="12513"/>
                  <a:pt x="13114" y="13518"/>
                  <a:pt x="11216" y="14941"/>
                </a:cubicBezTo>
                <a:cubicBezTo>
                  <a:pt x="9319" y="16364"/>
                  <a:pt x="7338" y="18414"/>
                  <a:pt x="5273" y="21093"/>
                </a:cubicBezTo>
                <a:lnTo>
                  <a:pt x="0" y="16657"/>
                </a:lnTo>
                <a:cubicBezTo>
                  <a:pt x="3014" y="12918"/>
                  <a:pt x="5650" y="9988"/>
                  <a:pt x="7910" y="7868"/>
                </a:cubicBezTo>
                <a:cubicBezTo>
                  <a:pt x="10170" y="5748"/>
                  <a:pt x="12332" y="4143"/>
                  <a:pt x="14397" y="3055"/>
                </a:cubicBezTo>
                <a:cubicBezTo>
                  <a:pt x="16461" y="1967"/>
                  <a:pt x="18694" y="1186"/>
                  <a:pt x="21093" y="712"/>
                </a:cubicBezTo>
                <a:cubicBezTo>
                  <a:pt x="23493" y="237"/>
                  <a:pt x="26645" y="0"/>
                  <a:pt x="30551" y="0"/>
                </a:cubicBezTo>
                <a:lnTo>
                  <a:pt x="74410" y="0"/>
                </a:lnTo>
                <a:lnTo>
                  <a:pt x="71900" y="11049"/>
                </a:lnTo>
                <a:lnTo>
                  <a:pt x="45701" y="11049"/>
                </a:lnTo>
                <a:lnTo>
                  <a:pt x="36243" y="52983"/>
                </a:lnTo>
                <a:cubicBezTo>
                  <a:pt x="35015" y="58452"/>
                  <a:pt x="34401" y="62581"/>
                  <a:pt x="34401" y="65371"/>
                </a:cubicBezTo>
                <a:cubicBezTo>
                  <a:pt x="34401" y="67603"/>
                  <a:pt x="34764" y="69221"/>
                  <a:pt x="35489" y="70225"/>
                </a:cubicBezTo>
                <a:cubicBezTo>
                  <a:pt x="36215" y="71230"/>
                  <a:pt x="37359" y="71732"/>
                  <a:pt x="38922" y="71732"/>
                </a:cubicBezTo>
                <a:cubicBezTo>
                  <a:pt x="40818" y="71732"/>
                  <a:pt x="42883" y="70951"/>
                  <a:pt x="45115" y="69388"/>
                </a:cubicBezTo>
                <a:cubicBezTo>
                  <a:pt x="47347" y="67826"/>
                  <a:pt x="49886" y="65343"/>
                  <a:pt x="52732" y="61939"/>
                </a:cubicBezTo>
                <a:lnTo>
                  <a:pt x="57587" y="66459"/>
                </a:lnTo>
                <a:cubicBezTo>
                  <a:pt x="52788" y="71816"/>
                  <a:pt x="48505" y="75638"/>
                  <a:pt x="44738" y="77926"/>
                </a:cubicBezTo>
                <a:cubicBezTo>
                  <a:pt x="40972" y="80214"/>
                  <a:pt x="37108" y="81357"/>
                  <a:pt x="33146" y="81357"/>
                </a:cubicBezTo>
                <a:cubicBezTo>
                  <a:pt x="29184" y="81357"/>
                  <a:pt x="26059" y="80046"/>
                  <a:pt x="23772" y="77424"/>
                </a:cubicBezTo>
                <a:cubicBezTo>
                  <a:pt x="21484" y="74801"/>
                  <a:pt x="20339" y="71397"/>
                  <a:pt x="20339" y="67212"/>
                </a:cubicBezTo>
                <a:cubicBezTo>
                  <a:pt x="20339" y="63474"/>
                  <a:pt x="21121" y="58061"/>
                  <a:pt x="22683" y="50974"/>
                </a:cubicBezTo>
                <a:lnTo>
                  <a:pt x="23856" y="45701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sag-library-region-fill">
            <a:extLst xmlns:a="http://schemas.openxmlformats.org/drawingml/2006/main">
              <a:ext uri="{FF2B5EF4-FFF2-40B4-BE49-F238E27FC236}">
                <a16:creationId xmlns:a16="http://schemas.microsoft.com/office/drawing/2014/main" id="{AA9D87E6-CD10-486C-980C-3945D1F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154" y="4543829"/>
            <a:ext cx="1669478" cy="2317892"/>
          </a:xfrm>
          <a:custGeom xmlns:a="http://schemas.openxmlformats.org/drawingml/2006/main">
            <a:pathLst>
              <a:path w="1669478" h="2317892">
                <a:moveTo>
                  <a:pt x="223591" y="0"/>
                </a:moveTo>
                <a:lnTo>
                  <a:pt x="1445887" y="0"/>
                </a:lnTo>
                <a:cubicBezTo>
                  <a:pt x="1569373" y="0"/>
                  <a:pt x="1669478" y="100105"/>
                  <a:pt x="1669478" y="223591"/>
                </a:cubicBezTo>
                <a:lnTo>
                  <a:pt x="1669478" y="2094301"/>
                </a:lnTo>
                <a:cubicBezTo>
                  <a:pt x="1669478" y="2217787"/>
                  <a:pt x="1569373" y="2317892"/>
                  <a:pt x="1445887" y="2317892"/>
                </a:cubicBezTo>
                <a:lnTo>
                  <a:pt x="223591" y="2317892"/>
                </a:lnTo>
                <a:cubicBezTo>
                  <a:pt x="100105" y="2317892"/>
                  <a:pt x="0" y="2217787"/>
                  <a:pt x="0" y="2094301"/>
                </a:cubicBezTo>
                <a:lnTo>
                  <a:pt x="0" y="223591"/>
                </a:lnTo>
                <a:cubicBezTo>
                  <a:pt x="0" y="100105"/>
                  <a:pt x="100105" y="0"/>
                  <a:pt x="223591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8633">
            <a:noFill/>
            <a:prstDash val="solid"/>
          </a:ln>
        </p:spPr>
      </p:sp>
      <p:sp>
        <p:nvSpPr>
          <p:cNvPr id="340" name="sag-library-region">
            <a:extLst xmlns:a="http://schemas.openxmlformats.org/drawingml/2006/main">
              <a:ext uri="{FF2B5EF4-FFF2-40B4-BE49-F238E27FC236}">
                <a16:creationId xmlns:a16="http://schemas.microsoft.com/office/drawing/2014/main" id="{5DE7C1E0-A965-40E9-B142-6DA42F3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154" y="4543829"/>
            <a:ext cx="1669478" cy="2317892"/>
          </a:xfrm>
          <a:custGeom xmlns:a="http://schemas.openxmlformats.org/drawingml/2006/main">
            <a:pathLst>
              <a:path w="1669478" h="2317892">
                <a:moveTo>
                  <a:pt x="223591" y="0"/>
                </a:moveTo>
                <a:lnTo>
                  <a:pt x="264582" y="0"/>
                </a:lnTo>
                <a:moveTo>
                  <a:pt x="305574" y="0"/>
                </a:moveTo>
                <a:lnTo>
                  <a:pt x="346566" y="0"/>
                </a:lnTo>
                <a:moveTo>
                  <a:pt x="387557" y="0"/>
                </a:moveTo>
                <a:lnTo>
                  <a:pt x="428549" y="0"/>
                </a:lnTo>
                <a:moveTo>
                  <a:pt x="469541" y="0"/>
                </a:moveTo>
                <a:lnTo>
                  <a:pt x="510532" y="0"/>
                </a:lnTo>
                <a:moveTo>
                  <a:pt x="551524" y="0"/>
                </a:moveTo>
                <a:lnTo>
                  <a:pt x="592516" y="0"/>
                </a:lnTo>
                <a:moveTo>
                  <a:pt x="633507" y="0"/>
                </a:moveTo>
                <a:lnTo>
                  <a:pt x="674499" y="0"/>
                </a:lnTo>
                <a:moveTo>
                  <a:pt x="715490" y="0"/>
                </a:moveTo>
                <a:lnTo>
                  <a:pt x="756482" y="0"/>
                </a:lnTo>
                <a:moveTo>
                  <a:pt x="797474" y="0"/>
                </a:moveTo>
                <a:lnTo>
                  <a:pt x="838465" y="0"/>
                </a:lnTo>
                <a:moveTo>
                  <a:pt x="879457" y="0"/>
                </a:moveTo>
                <a:lnTo>
                  <a:pt x="920449" y="0"/>
                </a:lnTo>
                <a:moveTo>
                  <a:pt x="961440" y="0"/>
                </a:moveTo>
                <a:lnTo>
                  <a:pt x="1002432" y="0"/>
                </a:lnTo>
                <a:moveTo>
                  <a:pt x="1043424" y="0"/>
                </a:moveTo>
                <a:lnTo>
                  <a:pt x="1084415" y="0"/>
                </a:lnTo>
                <a:moveTo>
                  <a:pt x="1125407" y="0"/>
                </a:moveTo>
                <a:lnTo>
                  <a:pt x="1166398" y="0"/>
                </a:lnTo>
                <a:moveTo>
                  <a:pt x="1207390" y="0"/>
                </a:moveTo>
                <a:lnTo>
                  <a:pt x="1248382" y="0"/>
                </a:lnTo>
                <a:moveTo>
                  <a:pt x="1289373" y="0"/>
                </a:moveTo>
                <a:lnTo>
                  <a:pt x="1330365" y="0"/>
                </a:lnTo>
                <a:moveTo>
                  <a:pt x="1371357" y="0"/>
                </a:moveTo>
                <a:lnTo>
                  <a:pt x="1412348" y="0"/>
                </a:lnTo>
                <a:moveTo>
                  <a:pt x="1453339" y="123"/>
                </a:moveTo>
                <a:lnTo>
                  <a:pt x="1456720" y="258"/>
                </a:lnTo>
                <a:lnTo>
                  <a:pt x="1460302" y="457"/>
                </a:lnTo>
                <a:lnTo>
                  <a:pt x="1463869" y="713"/>
                </a:lnTo>
                <a:lnTo>
                  <a:pt x="1467420" y="1024"/>
                </a:lnTo>
                <a:lnTo>
                  <a:pt x="1470955" y="1390"/>
                </a:lnTo>
                <a:lnTo>
                  <a:pt x="1474474" y="1810"/>
                </a:lnTo>
                <a:lnTo>
                  <a:pt x="1477976" y="2285"/>
                </a:lnTo>
                <a:lnTo>
                  <a:pt x="1481460" y="2814"/>
                </a:lnTo>
                <a:lnTo>
                  <a:pt x="1484926" y="3396"/>
                </a:lnTo>
                <a:lnTo>
                  <a:pt x="1488374" y="4032"/>
                </a:lnTo>
                <a:lnTo>
                  <a:pt x="1491804" y="4719"/>
                </a:lnTo>
                <a:lnTo>
                  <a:pt x="1493958" y="5187"/>
                </a:lnTo>
                <a:moveTo>
                  <a:pt x="1532964" y="17597"/>
                </a:moveTo>
                <a:lnTo>
                  <a:pt x="1534489" y="18242"/>
                </a:lnTo>
                <a:lnTo>
                  <a:pt x="1537611" y="19620"/>
                </a:lnTo>
                <a:lnTo>
                  <a:pt x="1540708" y="21043"/>
                </a:lnTo>
                <a:lnTo>
                  <a:pt x="1543780" y="22512"/>
                </a:lnTo>
                <a:lnTo>
                  <a:pt x="1546825" y="24027"/>
                </a:lnTo>
                <a:lnTo>
                  <a:pt x="1549844" y="25586"/>
                </a:lnTo>
                <a:lnTo>
                  <a:pt x="1552836" y="27189"/>
                </a:lnTo>
                <a:lnTo>
                  <a:pt x="1555801" y="28836"/>
                </a:lnTo>
                <a:lnTo>
                  <a:pt x="1558737" y="30527"/>
                </a:lnTo>
                <a:lnTo>
                  <a:pt x="1561646" y="32260"/>
                </a:lnTo>
                <a:lnTo>
                  <a:pt x="1564526" y="34036"/>
                </a:lnTo>
                <a:lnTo>
                  <a:pt x="1567377" y="35854"/>
                </a:lnTo>
                <a:lnTo>
                  <a:pt x="1569035" y="36948"/>
                </a:lnTo>
                <a:moveTo>
                  <a:pt x="1600981" y="62542"/>
                </a:moveTo>
                <a:lnTo>
                  <a:pt x="1601592" y="63126"/>
                </a:lnTo>
                <a:lnTo>
                  <a:pt x="1603989" y="65488"/>
                </a:lnTo>
                <a:lnTo>
                  <a:pt x="1606352" y="67886"/>
                </a:lnTo>
                <a:lnTo>
                  <a:pt x="1608678" y="70319"/>
                </a:lnTo>
                <a:lnTo>
                  <a:pt x="1610968" y="72787"/>
                </a:lnTo>
                <a:lnTo>
                  <a:pt x="1613220" y="75289"/>
                </a:lnTo>
                <a:lnTo>
                  <a:pt x="1615436" y="77825"/>
                </a:lnTo>
                <a:lnTo>
                  <a:pt x="1617614" y="80394"/>
                </a:lnTo>
                <a:lnTo>
                  <a:pt x="1619753" y="82997"/>
                </a:lnTo>
                <a:lnTo>
                  <a:pt x="1621854" y="85632"/>
                </a:lnTo>
                <a:lnTo>
                  <a:pt x="1623916" y="88299"/>
                </a:lnTo>
                <a:lnTo>
                  <a:pt x="1625938" y="90997"/>
                </a:lnTo>
                <a:lnTo>
                  <a:pt x="1627758" y="93504"/>
                </a:lnTo>
                <a:moveTo>
                  <a:pt x="1648457" y="128819"/>
                </a:moveTo>
                <a:lnTo>
                  <a:pt x="1649858" y="131866"/>
                </a:lnTo>
                <a:lnTo>
                  <a:pt x="1651235" y="134989"/>
                </a:lnTo>
                <a:lnTo>
                  <a:pt x="1652567" y="138136"/>
                </a:lnTo>
                <a:lnTo>
                  <a:pt x="1653851" y="141307"/>
                </a:lnTo>
                <a:lnTo>
                  <a:pt x="1655088" y="144502"/>
                </a:lnTo>
                <a:lnTo>
                  <a:pt x="1656277" y="147721"/>
                </a:lnTo>
                <a:lnTo>
                  <a:pt x="1657418" y="150963"/>
                </a:lnTo>
                <a:lnTo>
                  <a:pt x="1658510" y="154227"/>
                </a:lnTo>
                <a:lnTo>
                  <a:pt x="1659553" y="157514"/>
                </a:lnTo>
                <a:lnTo>
                  <a:pt x="1660547" y="160822"/>
                </a:lnTo>
                <a:lnTo>
                  <a:pt x="1661491" y="164152"/>
                </a:lnTo>
                <a:lnTo>
                  <a:pt x="1662338" y="167327"/>
                </a:lnTo>
                <a:moveTo>
                  <a:pt x="1668917" y="207729"/>
                </a:moveTo>
                <a:lnTo>
                  <a:pt x="1669020" y="209176"/>
                </a:lnTo>
                <a:lnTo>
                  <a:pt x="1669220" y="212758"/>
                </a:lnTo>
                <a:lnTo>
                  <a:pt x="1669363" y="216354"/>
                </a:lnTo>
                <a:lnTo>
                  <a:pt x="1669449" y="219966"/>
                </a:lnTo>
                <a:lnTo>
                  <a:pt x="1669478" y="223591"/>
                </a:lnTo>
                <a:lnTo>
                  <a:pt x="1669478" y="248707"/>
                </a:lnTo>
                <a:moveTo>
                  <a:pt x="1669478" y="289699"/>
                </a:moveTo>
                <a:lnTo>
                  <a:pt x="1669478" y="330690"/>
                </a:lnTo>
                <a:moveTo>
                  <a:pt x="1669478" y="371682"/>
                </a:moveTo>
                <a:lnTo>
                  <a:pt x="1669478" y="412674"/>
                </a:lnTo>
                <a:moveTo>
                  <a:pt x="1669478" y="453665"/>
                </a:moveTo>
                <a:lnTo>
                  <a:pt x="1669478" y="494657"/>
                </a:lnTo>
                <a:moveTo>
                  <a:pt x="1669478" y="535649"/>
                </a:moveTo>
                <a:lnTo>
                  <a:pt x="1669478" y="576640"/>
                </a:lnTo>
                <a:moveTo>
                  <a:pt x="1669478" y="617632"/>
                </a:moveTo>
                <a:lnTo>
                  <a:pt x="1669478" y="658624"/>
                </a:lnTo>
                <a:moveTo>
                  <a:pt x="1669478" y="699615"/>
                </a:moveTo>
                <a:lnTo>
                  <a:pt x="1669478" y="740607"/>
                </a:lnTo>
                <a:moveTo>
                  <a:pt x="1669478" y="781599"/>
                </a:moveTo>
                <a:lnTo>
                  <a:pt x="1669478" y="822590"/>
                </a:lnTo>
                <a:moveTo>
                  <a:pt x="1669478" y="863582"/>
                </a:moveTo>
                <a:lnTo>
                  <a:pt x="1669478" y="904573"/>
                </a:lnTo>
                <a:moveTo>
                  <a:pt x="1669478" y="945565"/>
                </a:moveTo>
                <a:lnTo>
                  <a:pt x="1669478" y="986557"/>
                </a:lnTo>
                <a:moveTo>
                  <a:pt x="1669478" y="1027548"/>
                </a:moveTo>
                <a:lnTo>
                  <a:pt x="1669478" y="1068540"/>
                </a:lnTo>
                <a:moveTo>
                  <a:pt x="1669478" y="1109532"/>
                </a:moveTo>
                <a:lnTo>
                  <a:pt x="1669478" y="1150523"/>
                </a:lnTo>
                <a:moveTo>
                  <a:pt x="1669478" y="1191515"/>
                </a:moveTo>
                <a:lnTo>
                  <a:pt x="1669478" y="1232507"/>
                </a:lnTo>
                <a:moveTo>
                  <a:pt x="1669478" y="1273498"/>
                </a:moveTo>
                <a:lnTo>
                  <a:pt x="1669478" y="1314490"/>
                </a:lnTo>
                <a:moveTo>
                  <a:pt x="1669478" y="1355482"/>
                </a:moveTo>
                <a:lnTo>
                  <a:pt x="1669478" y="1396473"/>
                </a:lnTo>
                <a:moveTo>
                  <a:pt x="1669478" y="1437465"/>
                </a:moveTo>
                <a:lnTo>
                  <a:pt x="1669478" y="1478456"/>
                </a:lnTo>
                <a:moveTo>
                  <a:pt x="1669478" y="1519448"/>
                </a:moveTo>
                <a:lnTo>
                  <a:pt x="1669478" y="1560440"/>
                </a:lnTo>
                <a:moveTo>
                  <a:pt x="1669478" y="1601431"/>
                </a:moveTo>
                <a:lnTo>
                  <a:pt x="1669478" y="1642423"/>
                </a:lnTo>
                <a:moveTo>
                  <a:pt x="1669478" y="1683415"/>
                </a:moveTo>
                <a:lnTo>
                  <a:pt x="1669478" y="1724406"/>
                </a:lnTo>
                <a:moveTo>
                  <a:pt x="1669478" y="1765398"/>
                </a:moveTo>
                <a:lnTo>
                  <a:pt x="1669478" y="1806390"/>
                </a:lnTo>
                <a:moveTo>
                  <a:pt x="1669478" y="1847381"/>
                </a:moveTo>
                <a:lnTo>
                  <a:pt x="1669478" y="1888373"/>
                </a:lnTo>
                <a:moveTo>
                  <a:pt x="1669478" y="1929364"/>
                </a:moveTo>
                <a:lnTo>
                  <a:pt x="1669478" y="1970356"/>
                </a:lnTo>
                <a:moveTo>
                  <a:pt x="1669478" y="2011348"/>
                </a:moveTo>
                <a:lnTo>
                  <a:pt x="1669478" y="2052339"/>
                </a:lnTo>
                <a:moveTo>
                  <a:pt x="1669478" y="2093331"/>
                </a:moveTo>
                <a:lnTo>
                  <a:pt x="1669478" y="2094301"/>
                </a:lnTo>
                <a:lnTo>
                  <a:pt x="1669449" y="2097926"/>
                </a:lnTo>
                <a:lnTo>
                  <a:pt x="1669363" y="2101537"/>
                </a:lnTo>
                <a:lnTo>
                  <a:pt x="1669220" y="2105134"/>
                </a:lnTo>
                <a:lnTo>
                  <a:pt x="1669020" y="2108716"/>
                </a:lnTo>
                <a:lnTo>
                  <a:pt x="1668765" y="2112283"/>
                </a:lnTo>
                <a:lnTo>
                  <a:pt x="1668454" y="2115834"/>
                </a:lnTo>
                <a:lnTo>
                  <a:pt x="1668088" y="2119369"/>
                </a:lnTo>
                <a:lnTo>
                  <a:pt x="1667667" y="2122888"/>
                </a:lnTo>
                <a:lnTo>
                  <a:pt x="1667192" y="2126389"/>
                </a:lnTo>
                <a:lnTo>
                  <a:pt x="1666663" y="2129874"/>
                </a:lnTo>
                <a:lnTo>
                  <a:pt x="1666081" y="2133340"/>
                </a:lnTo>
                <a:lnTo>
                  <a:pt x="1665939" y="2134113"/>
                </a:lnTo>
                <a:moveTo>
                  <a:pt x="1655020" y="2173563"/>
                </a:moveTo>
                <a:lnTo>
                  <a:pt x="1653851" y="2176584"/>
                </a:lnTo>
                <a:lnTo>
                  <a:pt x="1652567" y="2179756"/>
                </a:lnTo>
                <a:lnTo>
                  <a:pt x="1651235" y="2182903"/>
                </a:lnTo>
                <a:lnTo>
                  <a:pt x="1649858" y="2186025"/>
                </a:lnTo>
                <a:lnTo>
                  <a:pt x="1648434" y="2189122"/>
                </a:lnTo>
                <a:lnTo>
                  <a:pt x="1646965" y="2192194"/>
                </a:lnTo>
                <a:lnTo>
                  <a:pt x="1645451" y="2195239"/>
                </a:lnTo>
                <a:lnTo>
                  <a:pt x="1643892" y="2198258"/>
                </a:lnTo>
                <a:lnTo>
                  <a:pt x="1642289" y="2201250"/>
                </a:lnTo>
                <a:lnTo>
                  <a:pt x="1640642" y="2204214"/>
                </a:lnTo>
                <a:lnTo>
                  <a:pt x="1638951" y="2207151"/>
                </a:lnTo>
                <a:lnTo>
                  <a:pt x="1637217" y="2210060"/>
                </a:lnTo>
                <a:lnTo>
                  <a:pt x="1637045" y="2210339"/>
                </a:lnTo>
                <a:moveTo>
                  <a:pt x="1612664" y="2243221"/>
                </a:moveTo>
                <a:lnTo>
                  <a:pt x="1610968" y="2245105"/>
                </a:lnTo>
                <a:lnTo>
                  <a:pt x="1608678" y="2247572"/>
                </a:lnTo>
                <a:lnTo>
                  <a:pt x="1606352" y="2250005"/>
                </a:lnTo>
                <a:lnTo>
                  <a:pt x="1603989" y="2252403"/>
                </a:lnTo>
                <a:lnTo>
                  <a:pt x="1601592" y="2254766"/>
                </a:lnTo>
                <a:lnTo>
                  <a:pt x="1599159" y="2257092"/>
                </a:lnTo>
                <a:lnTo>
                  <a:pt x="1596691" y="2259381"/>
                </a:lnTo>
                <a:lnTo>
                  <a:pt x="1594189" y="2261634"/>
                </a:lnTo>
                <a:lnTo>
                  <a:pt x="1591653" y="2263850"/>
                </a:lnTo>
                <a:lnTo>
                  <a:pt x="1589083" y="2266027"/>
                </a:lnTo>
                <a:lnTo>
                  <a:pt x="1586481" y="2268167"/>
                </a:lnTo>
                <a:lnTo>
                  <a:pt x="1583846" y="2270268"/>
                </a:lnTo>
                <a:lnTo>
                  <a:pt x="1582724" y="2271135"/>
                </a:lnTo>
                <a:moveTo>
                  <a:pt x="1548213" y="2293148"/>
                </a:moveTo>
                <a:lnTo>
                  <a:pt x="1546825" y="2293865"/>
                </a:lnTo>
                <a:lnTo>
                  <a:pt x="1543780" y="2295379"/>
                </a:lnTo>
                <a:lnTo>
                  <a:pt x="1540708" y="2296848"/>
                </a:lnTo>
                <a:lnTo>
                  <a:pt x="1537611" y="2298272"/>
                </a:lnTo>
                <a:lnTo>
                  <a:pt x="1534489" y="2299649"/>
                </a:lnTo>
                <a:lnTo>
                  <a:pt x="1531342" y="2300980"/>
                </a:lnTo>
                <a:lnTo>
                  <a:pt x="1528171" y="2302265"/>
                </a:lnTo>
                <a:lnTo>
                  <a:pt x="1524975" y="2303501"/>
                </a:lnTo>
                <a:lnTo>
                  <a:pt x="1521757" y="2304691"/>
                </a:lnTo>
                <a:lnTo>
                  <a:pt x="1518515" y="2305831"/>
                </a:lnTo>
                <a:lnTo>
                  <a:pt x="1515250" y="2306924"/>
                </a:lnTo>
                <a:lnTo>
                  <a:pt x="1511964" y="2307967"/>
                </a:lnTo>
                <a:lnTo>
                  <a:pt x="1510260" y="2308479"/>
                </a:lnTo>
                <a:moveTo>
                  <a:pt x="1470138" y="2316587"/>
                </a:moveTo>
                <a:lnTo>
                  <a:pt x="1467420" y="2316868"/>
                </a:lnTo>
                <a:lnTo>
                  <a:pt x="1463869" y="2317179"/>
                </a:lnTo>
                <a:lnTo>
                  <a:pt x="1460302" y="2317434"/>
                </a:lnTo>
                <a:lnTo>
                  <a:pt x="1456720" y="2317634"/>
                </a:lnTo>
                <a:lnTo>
                  <a:pt x="1453123" y="2317777"/>
                </a:lnTo>
                <a:lnTo>
                  <a:pt x="1449512" y="2317863"/>
                </a:lnTo>
                <a:lnTo>
                  <a:pt x="1445887" y="2317892"/>
                </a:lnTo>
                <a:lnTo>
                  <a:pt x="1429193" y="2317892"/>
                </a:lnTo>
                <a:moveTo>
                  <a:pt x="1388202" y="2317892"/>
                </a:moveTo>
                <a:lnTo>
                  <a:pt x="1347210" y="2317892"/>
                </a:lnTo>
                <a:moveTo>
                  <a:pt x="1306218" y="2317892"/>
                </a:moveTo>
                <a:lnTo>
                  <a:pt x="1265227" y="2317892"/>
                </a:lnTo>
                <a:moveTo>
                  <a:pt x="1224235" y="2317892"/>
                </a:moveTo>
                <a:lnTo>
                  <a:pt x="1183243" y="2317892"/>
                </a:lnTo>
                <a:moveTo>
                  <a:pt x="1142252" y="2317892"/>
                </a:moveTo>
                <a:lnTo>
                  <a:pt x="1101260" y="2317892"/>
                </a:lnTo>
                <a:moveTo>
                  <a:pt x="1060269" y="2317892"/>
                </a:moveTo>
                <a:lnTo>
                  <a:pt x="1019277" y="2317892"/>
                </a:lnTo>
                <a:moveTo>
                  <a:pt x="978285" y="2317892"/>
                </a:moveTo>
                <a:lnTo>
                  <a:pt x="937294" y="2317892"/>
                </a:lnTo>
                <a:moveTo>
                  <a:pt x="896302" y="2317892"/>
                </a:moveTo>
                <a:lnTo>
                  <a:pt x="855310" y="2317892"/>
                </a:lnTo>
                <a:moveTo>
                  <a:pt x="814319" y="2317892"/>
                </a:moveTo>
                <a:lnTo>
                  <a:pt x="773327" y="2317892"/>
                </a:lnTo>
                <a:moveTo>
                  <a:pt x="732335" y="2317892"/>
                </a:moveTo>
                <a:lnTo>
                  <a:pt x="691344" y="2317892"/>
                </a:lnTo>
                <a:moveTo>
                  <a:pt x="650352" y="2317892"/>
                </a:moveTo>
                <a:lnTo>
                  <a:pt x="609360" y="2317892"/>
                </a:lnTo>
                <a:moveTo>
                  <a:pt x="568369" y="2317892"/>
                </a:moveTo>
                <a:lnTo>
                  <a:pt x="527377" y="2317892"/>
                </a:lnTo>
                <a:moveTo>
                  <a:pt x="486386" y="2317892"/>
                </a:moveTo>
                <a:lnTo>
                  <a:pt x="445394" y="2317892"/>
                </a:lnTo>
                <a:moveTo>
                  <a:pt x="404402" y="2317892"/>
                </a:moveTo>
                <a:lnTo>
                  <a:pt x="363411" y="2317892"/>
                </a:lnTo>
                <a:moveTo>
                  <a:pt x="322419" y="2317892"/>
                </a:moveTo>
                <a:lnTo>
                  <a:pt x="281427" y="2317892"/>
                </a:lnTo>
                <a:moveTo>
                  <a:pt x="240436" y="2317892"/>
                </a:moveTo>
                <a:lnTo>
                  <a:pt x="223591" y="2317892"/>
                </a:lnTo>
                <a:lnTo>
                  <a:pt x="219966" y="2317863"/>
                </a:lnTo>
                <a:lnTo>
                  <a:pt x="216354" y="2317777"/>
                </a:lnTo>
                <a:lnTo>
                  <a:pt x="212758" y="2317634"/>
                </a:lnTo>
                <a:lnTo>
                  <a:pt x="209176" y="2317434"/>
                </a:lnTo>
                <a:lnTo>
                  <a:pt x="205609" y="2317179"/>
                </a:lnTo>
                <a:lnTo>
                  <a:pt x="202057" y="2316868"/>
                </a:lnTo>
                <a:lnTo>
                  <a:pt x="199490" y="2316602"/>
                </a:lnTo>
                <a:moveTo>
                  <a:pt x="159362" y="2308522"/>
                </a:moveTo>
                <a:lnTo>
                  <a:pt x="157514" y="2307967"/>
                </a:lnTo>
                <a:lnTo>
                  <a:pt x="154227" y="2306924"/>
                </a:lnTo>
                <a:lnTo>
                  <a:pt x="150963" y="2305831"/>
                </a:lnTo>
                <a:lnTo>
                  <a:pt x="147721" y="2304691"/>
                </a:lnTo>
                <a:lnTo>
                  <a:pt x="144502" y="2303501"/>
                </a:lnTo>
                <a:lnTo>
                  <a:pt x="141307" y="2302265"/>
                </a:lnTo>
                <a:lnTo>
                  <a:pt x="138136" y="2300980"/>
                </a:lnTo>
                <a:lnTo>
                  <a:pt x="134989" y="2299649"/>
                </a:lnTo>
                <a:lnTo>
                  <a:pt x="131866" y="2298272"/>
                </a:lnTo>
                <a:lnTo>
                  <a:pt x="128769" y="2296848"/>
                </a:lnTo>
                <a:lnTo>
                  <a:pt x="125698" y="2295379"/>
                </a:lnTo>
                <a:lnTo>
                  <a:pt x="122652" y="2293865"/>
                </a:lnTo>
                <a:lnTo>
                  <a:pt x="121399" y="2293217"/>
                </a:lnTo>
                <a:moveTo>
                  <a:pt x="86873" y="2271228"/>
                </a:moveTo>
                <a:lnTo>
                  <a:pt x="85632" y="2270268"/>
                </a:lnTo>
                <a:lnTo>
                  <a:pt x="82997" y="2268167"/>
                </a:lnTo>
                <a:lnTo>
                  <a:pt x="80394" y="2266027"/>
                </a:lnTo>
                <a:lnTo>
                  <a:pt x="77825" y="2263850"/>
                </a:lnTo>
                <a:lnTo>
                  <a:pt x="75289" y="2261634"/>
                </a:lnTo>
                <a:lnTo>
                  <a:pt x="72787" y="2259381"/>
                </a:lnTo>
                <a:lnTo>
                  <a:pt x="70319" y="2257092"/>
                </a:lnTo>
                <a:lnTo>
                  <a:pt x="67886" y="2254766"/>
                </a:lnTo>
                <a:lnTo>
                  <a:pt x="65488" y="2252403"/>
                </a:lnTo>
                <a:lnTo>
                  <a:pt x="63126" y="2250005"/>
                </a:lnTo>
                <a:lnTo>
                  <a:pt x="60800" y="2247572"/>
                </a:lnTo>
                <a:lnTo>
                  <a:pt x="58510" y="2245105"/>
                </a:lnTo>
                <a:lnTo>
                  <a:pt x="56915" y="2243333"/>
                </a:lnTo>
                <a:moveTo>
                  <a:pt x="32512" y="2210468"/>
                </a:moveTo>
                <a:lnTo>
                  <a:pt x="32260" y="2210060"/>
                </a:lnTo>
                <a:lnTo>
                  <a:pt x="30527" y="2207151"/>
                </a:lnTo>
                <a:lnTo>
                  <a:pt x="28836" y="2204214"/>
                </a:lnTo>
                <a:lnTo>
                  <a:pt x="27189" y="2201250"/>
                </a:lnTo>
                <a:lnTo>
                  <a:pt x="25586" y="2198258"/>
                </a:lnTo>
                <a:lnTo>
                  <a:pt x="24027" y="2195239"/>
                </a:lnTo>
                <a:lnTo>
                  <a:pt x="22512" y="2192194"/>
                </a:lnTo>
                <a:lnTo>
                  <a:pt x="21043" y="2189122"/>
                </a:lnTo>
                <a:lnTo>
                  <a:pt x="19620" y="2186025"/>
                </a:lnTo>
                <a:lnTo>
                  <a:pt x="18242" y="2182903"/>
                </a:lnTo>
                <a:lnTo>
                  <a:pt x="16911" y="2179756"/>
                </a:lnTo>
                <a:lnTo>
                  <a:pt x="15627" y="2176584"/>
                </a:lnTo>
                <a:lnTo>
                  <a:pt x="14512" y="2173704"/>
                </a:lnTo>
                <a:moveTo>
                  <a:pt x="3566" y="2134262"/>
                </a:moveTo>
                <a:lnTo>
                  <a:pt x="3396" y="2133340"/>
                </a:lnTo>
                <a:lnTo>
                  <a:pt x="2814" y="2129874"/>
                </a:lnTo>
                <a:lnTo>
                  <a:pt x="2285" y="2126389"/>
                </a:lnTo>
                <a:lnTo>
                  <a:pt x="1810" y="2122888"/>
                </a:lnTo>
                <a:lnTo>
                  <a:pt x="1390" y="2119369"/>
                </a:lnTo>
                <a:lnTo>
                  <a:pt x="1024" y="2115834"/>
                </a:lnTo>
                <a:lnTo>
                  <a:pt x="713" y="2112283"/>
                </a:lnTo>
                <a:lnTo>
                  <a:pt x="457" y="2108716"/>
                </a:lnTo>
                <a:lnTo>
                  <a:pt x="258" y="2105134"/>
                </a:lnTo>
                <a:lnTo>
                  <a:pt x="115" y="2101537"/>
                </a:lnTo>
                <a:lnTo>
                  <a:pt x="29" y="2097926"/>
                </a:lnTo>
                <a:lnTo>
                  <a:pt x="0" y="2094301"/>
                </a:lnTo>
                <a:lnTo>
                  <a:pt x="0" y="2093482"/>
                </a:lnTo>
                <a:moveTo>
                  <a:pt x="0" y="2052491"/>
                </a:moveTo>
                <a:lnTo>
                  <a:pt x="0" y="2011499"/>
                </a:lnTo>
                <a:moveTo>
                  <a:pt x="0" y="1970507"/>
                </a:moveTo>
                <a:lnTo>
                  <a:pt x="0" y="1929516"/>
                </a:lnTo>
                <a:moveTo>
                  <a:pt x="0" y="1888524"/>
                </a:moveTo>
                <a:lnTo>
                  <a:pt x="0" y="1847532"/>
                </a:lnTo>
                <a:moveTo>
                  <a:pt x="0" y="1806541"/>
                </a:moveTo>
                <a:lnTo>
                  <a:pt x="0" y="1765549"/>
                </a:lnTo>
                <a:moveTo>
                  <a:pt x="0" y="1724558"/>
                </a:moveTo>
                <a:lnTo>
                  <a:pt x="0" y="1683566"/>
                </a:lnTo>
                <a:moveTo>
                  <a:pt x="0" y="1642574"/>
                </a:moveTo>
                <a:lnTo>
                  <a:pt x="0" y="1601583"/>
                </a:lnTo>
                <a:moveTo>
                  <a:pt x="0" y="1560591"/>
                </a:moveTo>
                <a:lnTo>
                  <a:pt x="0" y="1519599"/>
                </a:lnTo>
                <a:moveTo>
                  <a:pt x="0" y="1478608"/>
                </a:moveTo>
                <a:lnTo>
                  <a:pt x="0" y="1437616"/>
                </a:lnTo>
                <a:moveTo>
                  <a:pt x="0" y="1396624"/>
                </a:moveTo>
                <a:lnTo>
                  <a:pt x="0" y="1355633"/>
                </a:lnTo>
                <a:moveTo>
                  <a:pt x="0" y="1314641"/>
                </a:moveTo>
                <a:lnTo>
                  <a:pt x="0" y="1273649"/>
                </a:lnTo>
                <a:moveTo>
                  <a:pt x="0" y="1232658"/>
                </a:moveTo>
                <a:lnTo>
                  <a:pt x="0" y="1191666"/>
                </a:lnTo>
                <a:moveTo>
                  <a:pt x="0" y="1150675"/>
                </a:moveTo>
                <a:lnTo>
                  <a:pt x="0" y="1109683"/>
                </a:lnTo>
                <a:moveTo>
                  <a:pt x="0" y="1068691"/>
                </a:moveTo>
                <a:lnTo>
                  <a:pt x="0" y="1027700"/>
                </a:lnTo>
                <a:moveTo>
                  <a:pt x="0" y="986708"/>
                </a:moveTo>
                <a:lnTo>
                  <a:pt x="0" y="945716"/>
                </a:lnTo>
                <a:moveTo>
                  <a:pt x="0" y="904725"/>
                </a:moveTo>
                <a:lnTo>
                  <a:pt x="0" y="863733"/>
                </a:lnTo>
                <a:moveTo>
                  <a:pt x="0" y="822741"/>
                </a:moveTo>
                <a:lnTo>
                  <a:pt x="0" y="781750"/>
                </a:lnTo>
                <a:moveTo>
                  <a:pt x="0" y="740758"/>
                </a:moveTo>
                <a:lnTo>
                  <a:pt x="0" y="699767"/>
                </a:lnTo>
                <a:moveTo>
                  <a:pt x="0" y="658775"/>
                </a:moveTo>
                <a:lnTo>
                  <a:pt x="0" y="617783"/>
                </a:lnTo>
                <a:moveTo>
                  <a:pt x="0" y="576792"/>
                </a:moveTo>
                <a:lnTo>
                  <a:pt x="0" y="535800"/>
                </a:lnTo>
                <a:moveTo>
                  <a:pt x="0" y="494808"/>
                </a:moveTo>
                <a:lnTo>
                  <a:pt x="0" y="453817"/>
                </a:lnTo>
                <a:moveTo>
                  <a:pt x="0" y="412825"/>
                </a:moveTo>
                <a:lnTo>
                  <a:pt x="0" y="371833"/>
                </a:lnTo>
                <a:moveTo>
                  <a:pt x="0" y="330842"/>
                </a:moveTo>
                <a:lnTo>
                  <a:pt x="0" y="289850"/>
                </a:lnTo>
                <a:moveTo>
                  <a:pt x="0" y="248858"/>
                </a:moveTo>
                <a:lnTo>
                  <a:pt x="0" y="223591"/>
                </a:lnTo>
                <a:lnTo>
                  <a:pt x="29" y="219966"/>
                </a:lnTo>
                <a:lnTo>
                  <a:pt x="115" y="216354"/>
                </a:lnTo>
                <a:lnTo>
                  <a:pt x="258" y="212758"/>
                </a:lnTo>
                <a:lnTo>
                  <a:pt x="457" y="209176"/>
                </a:lnTo>
                <a:lnTo>
                  <a:pt x="550" y="207880"/>
                </a:lnTo>
                <a:moveTo>
                  <a:pt x="7101" y="167473"/>
                </a:moveTo>
                <a:lnTo>
                  <a:pt x="7987" y="164152"/>
                </a:lnTo>
                <a:lnTo>
                  <a:pt x="8931" y="160822"/>
                </a:lnTo>
                <a:lnTo>
                  <a:pt x="9924" y="157514"/>
                </a:lnTo>
                <a:lnTo>
                  <a:pt x="10968" y="154227"/>
                </a:lnTo>
                <a:lnTo>
                  <a:pt x="12060" y="150963"/>
                </a:lnTo>
                <a:lnTo>
                  <a:pt x="13201" y="147721"/>
                </a:lnTo>
                <a:lnTo>
                  <a:pt x="14390" y="144502"/>
                </a:lnTo>
                <a:lnTo>
                  <a:pt x="15627" y="141307"/>
                </a:lnTo>
                <a:lnTo>
                  <a:pt x="16911" y="138136"/>
                </a:lnTo>
                <a:lnTo>
                  <a:pt x="18242" y="134989"/>
                </a:lnTo>
                <a:lnTo>
                  <a:pt x="19620" y="131866"/>
                </a:lnTo>
                <a:lnTo>
                  <a:pt x="20957" y="128956"/>
                </a:lnTo>
                <a:moveTo>
                  <a:pt x="41631" y="93626"/>
                </a:moveTo>
                <a:lnTo>
                  <a:pt x="43540" y="90997"/>
                </a:lnTo>
                <a:lnTo>
                  <a:pt x="45562" y="88299"/>
                </a:lnTo>
                <a:lnTo>
                  <a:pt x="47624" y="85632"/>
                </a:lnTo>
                <a:lnTo>
                  <a:pt x="49725" y="82997"/>
                </a:lnTo>
                <a:lnTo>
                  <a:pt x="51864" y="80394"/>
                </a:lnTo>
                <a:lnTo>
                  <a:pt x="54042" y="77825"/>
                </a:lnTo>
                <a:lnTo>
                  <a:pt x="56257" y="75289"/>
                </a:lnTo>
                <a:lnTo>
                  <a:pt x="58510" y="72787"/>
                </a:lnTo>
                <a:lnTo>
                  <a:pt x="60800" y="70319"/>
                </a:lnTo>
                <a:lnTo>
                  <a:pt x="63126" y="67886"/>
                </a:lnTo>
                <a:lnTo>
                  <a:pt x="65488" y="65488"/>
                </a:lnTo>
                <a:lnTo>
                  <a:pt x="67886" y="63126"/>
                </a:lnTo>
                <a:lnTo>
                  <a:pt x="68388" y="62646"/>
                </a:lnTo>
                <a:moveTo>
                  <a:pt x="100316" y="37031"/>
                </a:moveTo>
                <a:lnTo>
                  <a:pt x="102101" y="35854"/>
                </a:lnTo>
                <a:lnTo>
                  <a:pt x="104952" y="34036"/>
                </a:lnTo>
                <a:lnTo>
                  <a:pt x="107832" y="32260"/>
                </a:lnTo>
                <a:lnTo>
                  <a:pt x="110740" y="30527"/>
                </a:lnTo>
                <a:lnTo>
                  <a:pt x="113677" y="28836"/>
                </a:lnTo>
                <a:lnTo>
                  <a:pt x="116642" y="27189"/>
                </a:lnTo>
                <a:lnTo>
                  <a:pt x="119634" y="25586"/>
                </a:lnTo>
                <a:lnTo>
                  <a:pt x="122652" y="24027"/>
                </a:lnTo>
                <a:lnTo>
                  <a:pt x="125698" y="22512"/>
                </a:lnTo>
                <a:lnTo>
                  <a:pt x="128769" y="21043"/>
                </a:lnTo>
                <a:lnTo>
                  <a:pt x="131866" y="19620"/>
                </a:lnTo>
                <a:lnTo>
                  <a:pt x="134989" y="18242"/>
                </a:lnTo>
                <a:lnTo>
                  <a:pt x="136374" y="17656"/>
                </a:lnTo>
                <a:moveTo>
                  <a:pt x="175371" y="5219"/>
                </a:moveTo>
                <a:lnTo>
                  <a:pt x="177674" y="4719"/>
                </a:lnTo>
                <a:lnTo>
                  <a:pt x="181103" y="4032"/>
                </a:lnTo>
                <a:lnTo>
                  <a:pt x="184551" y="3396"/>
                </a:lnTo>
                <a:lnTo>
                  <a:pt x="188018" y="2814"/>
                </a:lnTo>
                <a:lnTo>
                  <a:pt x="191502" y="2285"/>
                </a:lnTo>
                <a:lnTo>
                  <a:pt x="195004" y="1810"/>
                </a:lnTo>
                <a:lnTo>
                  <a:pt x="198522" y="1390"/>
                </a:lnTo>
                <a:lnTo>
                  <a:pt x="202057" y="1024"/>
                </a:lnTo>
                <a:lnTo>
                  <a:pt x="205609" y="713"/>
                </a:lnTo>
                <a:lnTo>
                  <a:pt x="209176" y="457"/>
                </a:lnTo>
                <a:lnTo>
                  <a:pt x="212758" y="258"/>
                </a:lnTo>
                <a:lnTo>
                  <a:pt x="215988" y="129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BFBFBF"/>
            </a:solidFill>
            <a:prstDash val="solid"/>
          </a:ln>
        </p:spPr>
      </p:sp>
      <p:sp>
        <p:nvSpPr>
          <p:cNvPr id="341" name="sag-lora-module">
            <a:extLst xmlns:a="http://schemas.openxmlformats.org/drawingml/2006/main">
              <a:ext uri="{FF2B5EF4-FFF2-40B4-BE49-F238E27FC236}">
                <a16:creationId xmlns:a16="http://schemas.microsoft.com/office/drawing/2014/main" id="{AF483EB9-A47B-4352-B862-B629EDAD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9043" y="4659351"/>
            <a:ext cx="1457066" cy="652140"/>
          </a:xfrm>
          <a:custGeom xmlns:a="http://schemas.openxmlformats.org/drawingml/2006/main">
            <a:pathLst>
              <a:path w="1457066" h="652140">
                <a:moveTo>
                  <a:pt x="223591" y="0"/>
                </a:moveTo>
                <a:lnTo>
                  <a:pt x="1233476" y="0"/>
                </a:lnTo>
                <a:cubicBezTo>
                  <a:pt x="1356961" y="0"/>
                  <a:pt x="1457066" y="100105"/>
                  <a:pt x="1457066" y="223591"/>
                </a:cubicBezTo>
                <a:lnTo>
                  <a:pt x="1457066" y="428549"/>
                </a:lnTo>
                <a:cubicBezTo>
                  <a:pt x="1457066" y="552035"/>
                  <a:pt x="1356961" y="652140"/>
                  <a:pt x="1233476" y="652140"/>
                </a:cubicBezTo>
                <a:lnTo>
                  <a:pt x="223591" y="652140"/>
                </a:lnTo>
                <a:cubicBezTo>
                  <a:pt x="100105" y="652140"/>
                  <a:pt x="0" y="552035"/>
                  <a:pt x="0" y="428549"/>
                </a:cubicBezTo>
                <a:lnTo>
                  <a:pt x="0" y="223591"/>
                </a:lnTo>
                <a:cubicBezTo>
                  <a:pt x="0" y="100105"/>
                  <a:pt x="100105" y="0"/>
                  <a:pt x="223591" y="0"/>
                </a:cubicBez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14906">
            <a:solidFill>
              <a:srgbClr val="8FAADC"/>
            </a:solidFill>
            <a:prstDash val="solid"/>
          </a:ln>
        </p:spPr>
      </p:sp>
      <p:sp>
        <p:nvSpPr>
          <p:cNvPr id="342" name="sag-lochead-module">
            <a:extLst xmlns:a="http://schemas.openxmlformats.org/drawingml/2006/main">
              <a:ext uri="{FF2B5EF4-FFF2-40B4-BE49-F238E27FC236}">
                <a16:creationId xmlns:a16="http://schemas.microsoft.com/office/drawing/2014/main" id="{CDA37788-A486-4370-982D-2E8F19C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8855" y="5829476"/>
            <a:ext cx="1449613" cy="644687"/>
          </a:xfrm>
          <a:custGeom xmlns:a="http://schemas.openxmlformats.org/drawingml/2006/main">
            <a:pathLst>
              <a:path w="1449613" h="644687">
                <a:moveTo>
                  <a:pt x="223591" y="0"/>
                </a:moveTo>
                <a:lnTo>
                  <a:pt x="1226023" y="0"/>
                </a:lnTo>
                <a:cubicBezTo>
                  <a:pt x="1349508" y="0"/>
                  <a:pt x="1449613" y="100105"/>
                  <a:pt x="1449613" y="223591"/>
                </a:cubicBezTo>
                <a:lnTo>
                  <a:pt x="1449613" y="421096"/>
                </a:lnTo>
                <a:cubicBezTo>
                  <a:pt x="1449613" y="544582"/>
                  <a:pt x="1349508" y="644687"/>
                  <a:pt x="1226023" y="644687"/>
                </a:cubicBezTo>
                <a:lnTo>
                  <a:pt x="223591" y="644687"/>
                </a:lnTo>
                <a:cubicBezTo>
                  <a:pt x="100105" y="644687"/>
                  <a:pt x="0" y="544582"/>
                  <a:pt x="0" y="421096"/>
                </a:cubicBezTo>
                <a:lnTo>
                  <a:pt x="0" y="223591"/>
                </a:lnTo>
                <a:cubicBezTo>
                  <a:pt x="0" y="100105"/>
                  <a:pt x="100105" y="0"/>
                  <a:pt x="223591" y="0"/>
                </a:cubicBez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14906">
            <a:solidFill>
              <a:srgbClr val="A5A5A5"/>
            </a:solidFill>
            <a:prstDash val="solid"/>
          </a:ln>
        </p:spPr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E2E909B-A04B-4F87-AF48-4E6FA2B64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0e07144fc41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8396" y="4897848"/>
            <a:ext cx="439729" cy="406190"/>
          </a:xfrm>
          <a:prstGeom xmlns:a="http://schemas.openxmlformats.org/drawingml/2006/main" prst="rect">
            <a:avLst/>
          </a:prstGeom>
        </p:spPr>
      </p:pic>
      <p:sp>
        <p:nvSpPr>
          <p:cNvPr id="344" name="sag-glow-0">
            <a:extLst xmlns:a="http://schemas.openxmlformats.org/drawingml/2006/main">
              <a:ext uri="{FF2B5EF4-FFF2-40B4-BE49-F238E27FC236}">
                <a16:creationId xmlns:a16="http://schemas.microsoft.com/office/drawing/2014/main" id="{7D9C4F97-D0DF-4AF6-AEB8-975E2C73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96" y="4897848"/>
            <a:ext cx="439729" cy="40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FFE0FBF-4EA0-4928-845B-283788B80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84b4e834a4e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0755" y="6067973"/>
            <a:ext cx="428549" cy="383831"/>
          </a:xfrm>
          <a:prstGeom xmlns:a="http://schemas.openxmlformats.org/drawingml/2006/main" prst="rect">
            <a:avLst/>
          </a:prstGeom>
        </p:spPr>
      </p:pic>
      <p:sp>
        <p:nvSpPr>
          <p:cNvPr id="346" name="sag-glow-1">
            <a:extLst xmlns:a="http://schemas.openxmlformats.org/drawingml/2006/main">
              <a:ext uri="{FF2B5EF4-FFF2-40B4-BE49-F238E27FC236}">
                <a16:creationId xmlns:a16="http://schemas.microsoft.com/office/drawing/2014/main" id="{21404E6F-37A1-43DD-866C-8893DA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0755" y="6067973"/>
            <a:ext cx="428549" cy="38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sag-phi1-box">
            <a:extLst xmlns:a="http://schemas.openxmlformats.org/drawingml/2006/main">
              <a:ext uri="{FF2B5EF4-FFF2-40B4-BE49-F238E27FC236}">
                <a16:creationId xmlns:a16="http://schemas.microsoft.com/office/drawing/2014/main" id="{F5BD314A-8030-439A-9C15-A5E514E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3385" y="4972378"/>
            <a:ext cx="305574" cy="249676"/>
          </a:xfrm>
          <a:custGeom xmlns:a="http://schemas.openxmlformats.org/drawingml/2006/main">
            <a:pathLst>
              <a:path w="305574" h="249676">
                <a:moveTo>
                  <a:pt x="52171" y="0"/>
                </a:moveTo>
                <a:lnTo>
                  <a:pt x="253403" y="0"/>
                </a:lnTo>
                <a:cubicBezTo>
                  <a:pt x="282216" y="0"/>
                  <a:pt x="305574" y="23358"/>
                  <a:pt x="305574" y="52171"/>
                </a:cubicBezTo>
                <a:lnTo>
                  <a:pt x="305574" y="197505"/>
                </a:lnTo>
                <a:cubicBezTo>
                  <a:pt x="305574" y="226319"/>
                  <a:pt x="282216" y="249676"/>
                  <a:pt x="253403" y="249676"/>
                </a:cubicBezTo>
                <a:lnTo>
                  <a:pt x="52171" y="249676"/>
                </a:lnTo>
                <a:cubicBezTo>
                  <a:pt x="23358" y="249676"/>
                  <a:pt x="0" y="226319"/>
                  <a:pt x="0" y="197505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48" name="sag-phistar-box">
            <a:extLst xmlns:a="http://schemas.openxmlformats.org/drawingml/2006/main">
              <a:ext uri="{FF2B5EF4-FFF2-40B4-BE49-F238E27FC236}">
                <a16:creationId xmlns:a16="http://schemas.microsoft.com/office/drawing/2014/main" id="{FF230968-3539-4498-BB41-68C20276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9200" y="4976105"/>
            <a:ext cx="301848" cy="245950"/>
          </a:xfrm>
          <a:custGeom xmlns:a="http://schemas.openxmlformats.org/drawingml/2006/main">
            <a:pathLst>
              <a:path w="301848" h="245950">
                <a:moveTo>
                  <a:pt x="52171" y="0"/>
                </a:moveTo>
                <a:lnTo>
                  <a:pt x="249676" y="0"/>
                </a:lnTo>
                <a:cubicBezTo>
                  <a:pt x="278490" y="0"/>
                  <a:pt x="301848" y="23358"/>
                  <a:pt x="301848" y="52171"/>
                </a:cubicBezTo>
                <a:lnTo>
                  <a:pt x="301848" y="193779"/>
                </a:lnTo>
                <a:cubicBezTo>
                  <a:pt x="301848" y="222592"/>
                  <a:pt x="278490" y="245950"/>
                  <a:pt x="249676" y="245950"/>
                </a:cubicBezTo>
                <a:lnTo>
                  <a:pt x="52171" y="245950"/>
                </a:lnTo>
                <a:cubicBezTo>
                  <a:pt x="23358" y="245950"/>
                  <a:pt x="0" y="222592"/>
                  <a:pt x="0" y="193779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B493C7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49" name="sag-phiN-box">
            <a:extLst xmlns:a="http://schemas.openxmlformats.org/drawingml/2006/main">
              <a:ext uri="{FF2B5EF4-FFF2-40B4-BE49-F238E27FC236}">
                <a16:creationId xmlns:a16="http://schemas.microsoft.com/office/drawing/2014/main" id="{56A976C2-A41B-434F-A624-3952344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467" y="4976105"/>
            <a:ext cx="301848" cy="245950"/>
          </a:xfrm>
          <a:custGeom xmlns:a="http://schemas.openxmlformats.org/drawingml/2006/main">
            <a:pathLst>
              <a:path w="301848" h="245950">
                <a:moveTo>
                  <a:pt x="52171" y="0"/>
                </a:moveTo>
                <a:lnTo>
                  <a:pt x="249676" y="0"/>
                </a:lnTo>
                <a:cubicBezTo>
                  <a:pt x="278490" y="0"/>
                  <a:pt x="301848" y="23358"/>
                  <a:pt x="301848" y="52171"/>
                </a:cubicBezTo>
                <a:lnTo>
                  <a:pt x="301848" y="193779"/>
                </a:lnTo>
                <a:cubicBezTo>
                  <a:pt x="301848" y="222592"/>
                  <a:pt x="278490" y="245950"/>
                  <a:pt x="249676" y="245950"/>
                </a:cubicBezTo>
                <a:lnTo>
                  <a:pt x="52171" y="245950"/>
                </a:lnTo>
                <a:cubicBezTo>
                  <a:pt x="23358" y="245950"/>
                  <a:pt x="0" y="222592"/>
                  <a:pt x="0" y="193779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50" name="sag-omega1-box">
            <a:extLst xmlns:a="http://schemas.openxmlformats.org/drawingml/2006/main">
              <a:ext uri="{FF2B5EF4-FFF2-40B4-BE49-F238E27FC236}">
                <a16:creationId xmlns:a16="http://schemas.microsoft.com/office/drawing/2014/main" id="{32431087-7779-4640-9825-B1A8F5E4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2018" y="6142504"/>
            <a:ext cx="301848" cy="253403"/>
          </a:xfrm>
          <a:custGeom xmlns:a="http://schemas.openxmlformats.org/drawingml/2006/main">
            <a:pathLst>
              <a:path w="301848" h="253403">
                <a:moveTo>
                  <a:pt x="52171" y="0"/>
                </a:moveTo>
                <a:lnTo>
                  <a:pt x="249676" y="0"/>
                </a:lnTo>
                <a:cubicBezTo>
                  <a:pt x="278490" y="0"/>
                  <a:pt x="301848" y="23358"/>
                  <a:pt x="301848" y="52171"/>
                </a:cubicBezTo>
                <a:lnTo>
                  <a:pt x="301848" y="201232"/>
                </a:lnTo>
                <a:cubicBezTo>
                  <a:pt x="301848" y="230045"/>
                  <a:pt x="278490" y="253403"/>
                  <a:pt x="249676" y="253403"/>
                </a:cubicBezTo>
                <a:lnTo>
                  <a:pt x="52171" y="253403"/>
                </a:lnTo>
                <a:cubicBezTo>
                  <a:pt x="23358" y="253403"/>
                  <a:pt x="0" y="230045"/>
                  <a:pt x="0" y="201232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51" name="sag-omegastar-box">
            <a:extLst xmlns:a="http://schemas.openxmlformats.org/drawingml/2006/main">
              <a:ext uri="{FF2B5EF4-FFF2-40B4-BE49-F238E27FC236}">
                <a16:creationId xmlns:a16="http://schemas.microsoft.com/office/drawing/2014/main" id="{5F30D731-5FC7-4EE8-B576-7F78E44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32" y="6142504"/>
            <a:ext cx="305574" cy="249676"/>
          </a:xfrm>
          <a:custGeom xmlns:a="http://schemas.openxmlformats.org/drawingml/2006/main">
            <a:pathLst>
              <a:path w="305574" h="249676">
                <a:moveTo>
                  <a:pt x="52171" y="0"/>
                </a:moveTo>
                <a:lnTo>
                  <a:pt x="253403" y="0"/>
                </a:lnTo>
                <a:cubicBezTo>
                  <a:pt x="282216" y="0"/>
                  <a:pt x="305574" y="23358"/>
                  <a:pt x="305574" y="52171"/>
                </a:cubicBezTo>
                <a:lnTo>
                  <a:pt x="305574" y="197505"/>
                </a:lnTo>
                <a:cubicBezTo>
                  <a:pt x="305574" y="226319"/>
                  <a:pt x="282216" y="249676"/>
                  <a:pt x="253403" y="249676"/>
                </a:cubicBezTo>
                <a:lnTo>
                  <a:pt x="52171" y="249676"/>
                </a:lnTo>
                <a:cubicBezTo>
                  <a:pt x="23358" y="249676"/>
                  <a:pt x="0" y="226319"/>
                  <a:pt x="0" y="197505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B493C7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52" name="sag-omegaN-box">
            <a:extLst xmlns:a="http://schemas.openxmlformats.org/drawingml/2006/main">
              <a:ext uri="{FF2B5EF4-FFF2-40B4-BE49-F238E27FC236}">
                <a16:creationId xmlns:a16="http://schemas.microsoft.com/office/drawing/2014/main" id="{EB8B95FF-2607-4036-8534-DFD1B4F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7373" y="6138777"/>
            <a:ext cx="309301" cy="253403"/>
          </a:xfrm>
          <a:custGeom xmlns:a="http://schemas.openxmlformats.org/drawingml/2006/main">
            <a:pathLst>
              <a:path w="309301" h="253403">
                <a:moveTo>
                  <a:pt x="52171" y="0"/>
                </a:moveTo>
                <a:lnTo>
                  <a:pt x="257129" y="0"/>
                </a:lnTo>
                <a:cubicBezTo>
                  <a:pt x="285943" y="0"/>
                  <a:pt x="309301" y="23358"/>
                  <a:pt x="309301" y="52171"/>
                </a:cubicBezTo>
                <a:lnTo>
                  <a:pt x="309301" y="201232"/>
                </a:lnTo>
                <a:cubicBezTo>
                  <a:pt x="309301" y="230045"/>
                  <a:pt x="285943" y="253403"/>
                  <a:pt x="257129" y="253403"/>
                </a:cubicBezTo>
                <a:lnTo>
                  <a:pt x="52171" y="253403"/>
                </a:lnTo>
                <a:cubicBezTo>
                  <a:pt x="23358" y="253403"/>
                  <a:pt x="0" y="230045"/>
                  <a:pt x="0" y="201232"/>
                </a:cubicBezTo>
                <a:lnTo>
                  <a:pt x="0" y="52171"/>
                </a:lnTo>
                <a:cubicBezTo>
                  <a:pt x="0" y="23358"/>
                  <a:pt x="23358" y="0"/>
                  <a:pt x="52171" y="0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11180">
            <a:solidFill>
              <a:srgbClr val="000000"/>
            </a:solidFill>
            <a:prstDash val="solid"/>
          </a:ln>
        </p:spPr>
      </p:sp>
      <p:sp>
        <p:nvSpPr>
          <p:cNvPr id="353" name="sag-feature-0-0">
            <a:extLst xmlns:a="http://schemas.openxmlformats.org/drawingml/2006/main">
              <a:ext uri="{FF2B5EF4-FFF2-40B4-BE49-F238E27FC236}">
                <a16:creationId xmlns:a16="http://schemas.microsoft.com/office/drawing/2014/main" id="{2ABA2AE1-47BC-441D-9CF9-4CDE650A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1872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8FAADC"/>
            </a:solidFill>
            <a:prstDash val="solid"/>
          </a:ln>
        </p:spPr>
      </p:sp>
      <p:sp>
        <p:nvSpPr>
          <p:cNvPr id="354" name="sag-feature-0-1">
            <a:extLst xmlns:a="http://schemas.openxmlformats.org/drawingml/2006/main">
              <a:ext uri="{FF2B5EF4-FFF2-40B4-BE49-F238E27FC236}">
                <a16:creationId xmlns:a16="http://schemas.microsoft.com/office/drawing/2014/main" id="{06D03B45-160D-4B9C-B1CC-FAB86FE6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1736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8FAADC"/>
            </a:solidFill>
            <a:prstDash val="solid"/>
          </a:ln>
        </p:spPr>
      </p:sp>
      <p:sp>
        <p:nvSpPr>
          <p:cNvPr id="355" name="sag-feature-0-2">
            <a:extLst xmlns:a="http://schemas.openxmlformats.org/drawingml/2006/main">
              <a:ext uri="{FF2B5EF4-FFF2-40B4-BE49-F238E27FC236}">
                <a16:creationId xmlns:a16="http://schemas.microsoft.com/office/drawing/2014/main" id="{E2071131-210A-4DE4-9954-D103AB23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1600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8FAADC"/>
            </a:solidFill>
            <a:prstDash val="solid"/>
          </a:ln>
        </p:spPr>
      </p:sp>
      <p:sp>
        <p:nvSpPr>
          <p:cNvPr id="356" name="sag-feature-1-0">
            <a:extLst xmlns:a="http://schemas.openxmlformats.org/drawingml/2006/main">
              <a:ext uri="{FF2B5EF4-FFF2-40B4-BE49-F238E27FC236}">
                <a16:creationId xmlns:a16="http://schemas.microsoft.com/office/drawing/2014/main" id="{549AAC66-4EE1-482A-8BAC-A6735C4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35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FD966"/>
            </a:solidFill>
            <a:prstDash val="solid"/>
          </a:ln>
        </p:spPr>
      </p:sp>
      <p:sp>
        <p:nvSpPr>
          <p:cNvPr id="357" name="sag-feature-1-1">
            <a:extLst xmlns:a="http://schemas.openxmlformats.org/drawingml/2006/main">
              <a:ext uri="{FF2B5EF4-FFF2-40B4-BE49-F238E27FC236}">
                <a16:creationId xmlns:a16="http://schemas.microsoft.com/office/drawing/2014/main" id="{706C09FF-2BB6-4512-B7D6-90E3859F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6099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FD966"/>
            </a:solidFill>
            <a:prstDash val="solid"/>
          </a:ln>
        </p:spPr>
      </p:sp>
      <p:sp>
        <p:nvSpPr>
          <p:cNvPr id="358" name="sag-feature-1-2">
            <a:extLst xmlns:a="http://schemas.openxmlformats.org/drawingml/2006/main">
              <a:ext uri="{FF2B5EF4-FFF2-40B4-BE49-F238E27FC236}">
                <a16:creationId xmlns:a16="http://schemas.microsoft.com/office/drawing/2014/main" id="{31A2F630-1CB2-4429-B327-FD9C4B2B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5963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FD966"/>
            </a:solidFill>
            <a:prstDash val="solid"/>
          </a:ln>
        </p:spPr>
      </p:sp>
      <p:sp>
        <p:nvSpPr>
          <p:cNvPr id="359" name="sag-feature-2-0">
            <a:extLst xmlns:a="http://schemas.openxmlformats.org/drawingml/2006/main">
              <a:ext uri="{FF2B5EF4-FFF2-40B4-BE49-F238E27FC236}">
                <a16:creationId xmlns:a16="http://schemas.microsoft.com/office/drawing/2014/main" id="{6E431033-A504-4C79-A7DF-65C10F38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6871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4B183"/>
            </a:solidFill>
            <a:prstDash val="solid"/>
          </a:ln>
        </p:spPr>
      </p:sp>
      <p:sp>
        <p:nvSpPr>
          <p:cNvPr id="360" name="sag-feature-2-1">
            <a:extLst xmlns:a="http://schemas.openxmlformats.org/drawingml/2006/main">
              <a:ext uri="{FF2B5EF4-FFF2-40B4-BE49-F238E27FC236}">
                <a16:creationId xmlns:a16="http://schemas.microsoft.com/office/drawing/2014/main" id="{91778A43-9CDD-4549-BB8A-E3FFBC98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6735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4B183"/>
            </a:solidFill>
            <a:prstDash val="solid"/>
          </a:ln>
        </p:spPr>
      </p:sp>
      <p:sp>
        <p:nvSpPr>
          <p:cNvPr id="361" name="sag-feature-2-2">
            <a:extLst xmlns:a="http://schemas.openxmlformats.org/drawingml/2006/main">
              <a:ext uri="{FF2B5EF4-FFF2-40B4-BE49-F238E27FC236}">
                <a16:creationId xmlns:a16="http://schemas.microsoft.com/office/drawing/2014/main" id="{296D6F16-D9C0-4905-ABE3-01A99A9B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6600" y="4663078"/>
            <a:ext cx="156514" cy="160240"/>
          </a:xfrm>
          <a:custGeom xmlns:a="http://schemas.openxmlformats.org/drawingml/2006/main">
            <a:pathLst>
              <a:path w="156514" h="160240">
                <a:moveTo>
                  <a:pt x="29812" y="0"/>
                </a:moveTo>
                <a:lnTo>
                  <a:pt x="126701" y="0"/>
                </a:lnTo>
                <a:cubicBezTo>
                  <a:pt x="143166" y="0"/>
                  <a:pt x="156514" y="13347"/>
                  <a:pt x="156514" y="29812"/>
                </a:cubicBezTo>
                <a:lnTo>
                  <a:pt x="156514" y="130428"/>
                </a:lnTo>
                <a:cubicBezTo>
                  <a:pt x="156514" y="146893"/>
                  <a:pt x="143166" y="160240"/>
                  <a:pt x="126701" y="160240"/>
                </a:cubicBezTo>
                <a:lnTo>
                  <a:pt x="29812" y="160240"/>
                </a:lnTo>
                <a:cubicBezTo>
                  <a:pt x="13347" y="160240"/>
                  <a:pt x="0" y="146893"/>
                  <a:pt x="0" y="130428"/>
                </a:cubicBezTo>
                <a:lnTo>
                  <a:pt x="0" y="29812"/>
                </a:lnTo>
                <a:cubicBezTo>
                  <a:pt x="0" y="13347"/>
                  <a:pt x="13347" y="0"/>
                  <a:pt x="29812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4906">
            <a:solidFill>
              <a:srgbClr val="F4B183"/>
            </a:solidFill>
            <a:prstDash val="solid"/>
          </a:ln>
        </p:spPr>
      </p:sp>
      <p:sp>
        <p:nvSpPr>
          <p:cNvPr id="362" name="sag-linear-0">
            <a:extLst xmlns:a="http://schemas.openxmlformats.org/drawingml/2006/main">
              <a:ext uri="{FF2B5EF4-FFF2-40B4-BE49-F238E27FC236}">
                <a16:creationId xmlns:a16="http://schemas.microsoft.com/office/drawing/2014/main" id="{F73FCC82-79CD-4581-A32F-F4E46C74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5786" y="4838224"/>
            <a:ext cx="655866" cy="316754"/>
          </a:xfrm>
          <a:custGeom xmlns:a="http://schemas.openxmlformats.org/drawingml/2006/main">
            <a:pathLst>
              <a:path w="655866" h="316754">
                <a:moveTo>
                  <a:pt x="0" y="0"/>
                </a:moveTo>
                <a:lnTo>
                  <a:pt x="655866" y="0"/>
                </a:lnTo>
                <a:lnTo>
                  <a:pt x="577609" y="316754"/>
                </a:lnTo>
                <a:lnTo>
                  <a:pt x="78257" y="316754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14906">
            <a:solidFill>
              <a:srgbClr val="8FAADC"/>
            </a:solidFill>
            <a:prstDash val="solid"/>
          </a:ln>
        </p:spPr>
      </p:sp>
      <p:sp>
        <p:nvSpPr>
          <p:cNvPr id="363" name="sag-linear-1">
            <a:extLst xmlns:a="http://schemas.openxmlformats.org/drawingml/2006/main">
              <a:ext uri="{FF2B5EF4-FFF2-40B4-BE49-F238E27FC236}">
                <a16:creationId xmlns:a16="http://schemas.microsoft.com/office/drawing/2014/main" id="{51DE4475-FDB4-4930-9E46-1F78203E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2696" y="4838224"/>
            <a:ext cx="655866" cy="316754"/>
          </a:xfrm>
          <a:custGeom xmlns:a="http://schemas.openxmlformats.org/drawingml/2006/main">
            <a:pathLst>
              <a:path w="655866" h="316754">
                <a:moveTo>
                  <a:pt x="0" y="0"/>
                </a:moveTo>
                <a:lnTo>
                  <a:pt x="655866" y="0"/>
                </a:lnTo>
                <a:lnTo>
                  <a:pt x="577609" y="316754"/>
                </a:lnTo>
                <a:lnTo>
                  <a:pt x="78257" y="31675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14906">
            <a:solidFill>
              <a:srgbClr val="FFD966"/>
            </a:solidFill>
            <a:prstDash val="solid"/>
          </a:ln>
        </p:spPr>
      </p:sp>
      <p:sp>
        <p:nvSpPr>
          <p:cNvPr id="364" name="sag-linear-2">
            <a:extLst xmlns:a="http://schemas.openxmlformats.org/drawingml/2006/main">
              <a:ext uri="{FF2B5EF4-FFF2-40B4-BE49-F238E27FC236}">
                <a16:creationId xmlns:a16="http://schemas.microsoft.com/office/drawing/2014/main" id="{72791C8D-EA87-4F0E-91B4-07133652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333" y="4838224"/>
            <a:ext cx="655866" cy="316754"/>
          </a:xfrm>
          <a:custGeom xmlns:a="http://schemas.openxmlformats.org/drawingml/2006/main">
            <a:pathLst>
              <a:path w="655866" h="316754">
                <a:moveTo>
                  <a:pt x="0" y="0"/>
                </a:moveTo>
                <a:lnTo>
                  <a:pt x="655866" y="0"/>
                </a:lnTo>
                <a:lnTo>
                  <a:pt x="577609" y="316754"/>
                </a:lnTo>
                <a:lnTo>
                  <a:pt x="78257" y="316754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14906">
            <a:solidFill>
              <a:srgbClr val="F4B183"/>
            </a:solidFill>
            <a:prstDash val="solid"/>
          </a:ln>
        </p:spPr>
      </p:sp>
      <p:sp>
        <p:nvSpPr>
          <p:cNvPr id="365" name="sag-cross-attention">
            <a:extLst xmlns:a="http://schemas.openxmlformats.org/drawingml/2006/main">
              <a:ext uri="{FF2B5EF4-FFF2-40B4-BE49-F238E27FC236}">
                <a16:creationId xmlns:a16="http://schemas.microsoft.com/office/drawing/2014/main" id="{3A7CFCCB-49B9-439D-B42C-40E8DDCC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7769" y="5330124"/>
            <a:ext cx="2280626" cy="320480"/>
          </a:xfrm>
          <a:custGeom xmlns:a="http://schemas.openxmlformats.org/drawingml/2006/main">
            <a:pathLst>
              <a:path w="2280626" h="320480">
                <a:moveTo>
                  <a:pt x="108069" y="0"/>
                </a:moveTo>
                <a:lnTo>
                  <a:pt x="2172557" y="0"/>
                </a:lnTo>
                <a:cubicBezTo>
                  <a:pt x="2232242" y="0"/>
                  <a:pt x="2280626" y="48384"/>
                  <a:pt x="2280626" y="108069"/>
                </a:cubicBezTo>
                <a:lnTo>
                  <a:pt x="2280626" y="212411"/>
                </a:lnTo>
                <a:cubicBezTo>
                  <a:pt x="2280626" y="272096"/>
                  <a:pt x="2232242" y="320480"/>
                  <a:pt x="2172557" y="320480"/>
                </a:cubicBezTo>
                <a:lnTo>
                  <a:pt x="108069" y="320480"/>
                </a:lnTo>
                <a:cubicBezTo>
                  <a:pt x="48384" y="320480"/>
                  <a:pt x="0" y="272096"/>
                  <a:pt x="0" y="212411"/>
                </a:cubicBezTo>
                <a:lnTo>
                  <a:pt x="0" y="108069"/>
                </a:lnTo>
                <a:cubicBezTo>
                  <a:pt x="0" y="48384"/>
                  <a:pt x="48384" y="0"/>
                  <a:pt x="108069" y="0"/>
                </a:cubicBez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11180">
            <a:solidFill>
              <a:srgbClr val="7F7F7F"/>
            </a:solidFill>
            <a:prstDash val="solid"/>
          </a:ln>
        </p:spPr>
      </p:sp>
      <p:sp>
        <p:nvSpPr>
          <p:cNvPr id="366" name="sag-fusion">
            <a:extLst xmlns:a="http://schemas.openxmlformats.org/drawingml/2006/main">
              <a:ext uri="{FF2B5EF4-FFF2-40B4-BE49-F238E27FC236}">
                <a16:creationId xmlns:a16="http://schemas.microsoft.com/office/drawing/2014/main" id="{3F353668-7AE9-4607-9694-DA1C6599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1036" y="5822023"/>
            <a:ext cx="1378810" cy="268309"/>
          </a:xfrm>
          <a:custGeom xmlns:a="http://schemas.openxmlformats.org/drawingml/2006/main">
            <a:pathLst>
              <a:path w="1378810" h="268309">
                <a:moveTo>
                  <a:pt x="108069" y="0"/>
                </a:moveTo>
                <a:lnTo>
                  <a:pt x="1270741" y="0"/>
                </a:lnTo>
                <a:cubicBezTo>
                  <a:pt x="1330426" y="0"/>
                  <a:pt x="1378810" y="48384"/>
                  <a:pt x="1378810" y="108069"/>
                </a:cubicBezTo>
                <a:lnTo>
                  <a:pt x="1378810" y="160240"/>
                </a:lnTo>
                <a:cubicBezTo>
                  <a:pt x="1378810" y="219925"/>
                  <a:pt x="1330426" y="268309"/>
                  <a:pt x="1270741" y="268309"/>
                </a:cubicBezTo>
                <a:lnTo>
                  <a:pt x="108069" y="268309"/>
                </a:lnTo>
                <a:cubicBezTo>
                  <a:pt x="48384" y="268309"/>
                  <a:pt x="0" y="219925"/>
                  <a:pt x="0" y="160240"/>
                </a:cubicBezTo>
                <a:lnTo>
                  <a:pt x="0" y="108069"/>
                </a:lnTo>
                <a:cubicBezTo>
                  <a:pt x="0" y="48384"/>
                  <a:pt x="48384" y="0"/>
                  <a:pt x="108069" y="0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14906">
            <a:solidFill>
              <a:srgbClr val="F8CBAD"/>
            </a:solidFill>
            <a:prstDash val="solid"/>
          </a:ln>
        </p:spPr>
      </p:sp>
      <p:sp>
        <p:nvSpPr>
          <p:cNvPr id="367" name="sag-fused-feature">
            <a:extLst xmlns:a="http://schemas.openxmlformats.org/drawingml/2006/main">
              <a:ext uri="{FF2B5EF4-FFF2-40B4-BE49-F238E27FC236}">
                <a16:creationId xmlns:a16="http://schemas.microsoft.com/office/drawing/2014/main" id="{AF03D702-3E32-42A5-BB7F-96F2318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0285" y="6202128"/>
            <a:ext cx="1080689" cy="2422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4906">
            <a:solidFill>
              <a:srgbClr val="D9D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8" name="sag-action-decoder">
            <a:extLst xmlns:a="http://schemas.openxmlformats.org/drawingml/2006/main">
              <a:ext uri="{FF2B5EF4-FFF2-40B4-BE49-F238E27FC236}">
                <a16:creationId xmlns:a16="http://schemas.microsoft.com/office/drawing/2014/main" id="{FA8F8626-9A3B-4E6C-84B4-A8EC882E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7581" y="6582232"/>
            <a:ext cx="2280626" cy="313027"/>
          </a:xfrm>
          <a:custGeom xmlns:a="http://schemas.openxmlformats.org/drawingml/2006/main">
            <a:pathLst>
              <a:path w="2280626" h="313027">
                <a:moveTo>
                  <a:pt x="108069" y="0"/>
                </a:moveTo>
                <a:lnTo>
                  <a:pt x="2172557" y="0"/>
                </a:lnTo>
                <a:cubicBezTo>
                  <a:pt x="2232242" y="0"/>
                  <a:pt x="2280626" y="48384"/>
                  <a:pt x="2280626" y="108069"/>
                </a:cubicBezTo>
                <a:lnTo>
                  <a:pt x="2280626" y="204958"/>
                </a:lnTo>
                <a:cubicBezTo>
                  <a:pt x="2280626" y="264643"/>
                  <a:pt x="2232242" y="313027"/>
                  <a:pt x="2172557" y="313027"/>
                </a:cubicBezTo>
                <a:lnTo>
                  <a:pt x="108069" y="313027"/>
                </a:lnTo>
                <a:cubicBezTo>
                  <a:pt x="48384" y="313027"/>
                  <a:pt x="0" y="264643"/>
                  <a:pt x="0" y="204958"/>
                </a:cubicBezTo>
                <a:lnTo>
                  <a:pt x="0" y="108069"/>
                </a:lnTo>
                <a:cubicBezTo>
                  <a:pt x="0" y="48384"/>
                  <a:pt x="48384" y="0"/>
                  <a:pt x="108069" y="0"/>
                </a:cubicBez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11180">
            <a:solidFill>
              <a:srgbClr val="7F7F7F"/>
            </a:solidFill>
            <a:prstDash val="solid"/>
          </a:ln>
        </p:spPr>
      </p:sp>
      <p:sp>
        <p:nvSpPr>
          <p:cNvPr id="369" name="sag-feature-down-0">
            <a:extLst xmlns:a="http://schemas.openxmlformats.org/drawingml/2006/main">
              <a:ext uri="{FF2B5EF4-FFF2-40B4-BE49-F238E27FC236}">
                <a16:creationId xmlns:a16="http://schemas.microsoft.com/office/drawing/2014/main" id="{096289E9-BEB1-4598-B7C9-70A4E58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266" y="5154977"/>
            <a:ext cx="95" cy="163967"/>
          </a:xfrm>
          <a:custGeom xmlns:a="http://schemas.openxmlformats.org/drawingml/2006/main">
            <a:pathLst>
              <a:path w="95" h="163967">
                <a:moveTo>
                  <a:pt x="0" y="0"/>
                </a:moveTo>
                <a:lnTo>
                  <a:pt x="0" y="163967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70" name="sag-feature-down-0-head">
            <a:extLst xmlns:a="http://schemas.openxmlformats.org/drawingml/2006/main">
              <a:ext uri="{FF2B5EF4-FFF2-40B4-BE49-F238E27FC236}">
                <a16:creationId xmlns:a16="http://schemas.microsoft.com/office/drawing/2014/main" id="{6401E516-DA14-4F50-9770-FF1D95D0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2727" y="5251867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sag-feature-down-1">
            <a:extLst xmlns:a="http://schemas.openxmlformats.org/drawingml/2006/main">
              <a:ext uri="{FF2B5EF4-FFF2-40B4-BE49-F238E27FC236}">
                <a16:creationId xmlns:a16="http://schemas.microsoft.com/office/drawing/2014/main" id="{178940FF-A537-4365-BDD8-6EDECA3C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0629" y="5154977"/>
            <a:ext cx="95" cy="163967"/>
          </a:xfrm>
          <a:custGeom xmlns:a="http://schemas.openxmlformats.org/drawingml/2006/main">
            <a:pathLst>
              <a:path w="95" h="163967">
                <a:moveTo>
                  <a:pt x="0" y="0"/>
                </a:moveTo>
                <a:lnTo>
                  <a:pt x="0" y="163967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72" name="sag-feature-down-1-head">
            <a:extLst xmlns:a="http://schemas.openxmlformats.org/drawingml/2006/main">
              <a:ext uri="{FF2B5EF4-FFF2-40B4-BE49-F238E27FC236}">
                <a16:creationId xmlns:a16="http://schemas.microsoft.com/office/drawing/2014/main" id="{5E41CCCC-766D-4AC7-95EA-DE2DCEDF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7090" y="5251867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sag-feature-down-2">
            <a:extLst xmlns:a="http://schemas.openxmlformats.org/drawingml/2006/main">
              <a:ext uri="{FF2B5EF4-FFF2-40B4-BE49-F238E27FC236}">
                <a16:creationId xmlns:a16="http://schemas.microsoft.com/office/drawing/2014/main" id="{8CA4F56D-7175-4742-BF5E-2872577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1266" y="5154977"/>
            <a:ext cx="95" cy="163967"/>
          </a:xfrm>
          <a:custGeom xmlns:a="http://schemas.openxmlformats.org/drawingml/2006/main">
            <a:pathLst>
              <a:path w="95" h="163967">
                <a:moveTo>
                  <a:pt x="0" y="0"/>
                </a:moveTo>
                <a:lnTo>
                  <a:pt x="0" y="163967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74" name="sag-feature-down-2-head">
            <a:extLst xmlns:a="http://schemas.openxmlformats.org/drawingml/2006/main">
              <a:ext uri="{FF2B5EF4-FFF2-40B4-BE49-F238E27FC236}">
                <a16:creationId xmlns:a16="http://schemas.microsoft.com/office/drawing/2014/main" id="{2A3D07AC-10E3-4CBA-A536-9F960CB9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7727" y="5251867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sag-lora-to-attention">
            <a:extLst xmlns:a="http://schemas.openxmlformats.org/drawingml/2006/main">
              <a:ext uri="{FF2B5EF4-FFF2-40B4-BE49-F238E27FC236}">
                <a16:creationId xmlns:a16="http://schemas.microsoft.com/office/drawing/2014/main" id="{F7BEE0E4-5424-46B6-B899-D99F03D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260" y="5229508"/>
            <a:ext cx="1058330" cy="257129"/>
          </a:xfrm>
          <a:custGeom xmlns:a="http://schemas.openxmlformats.org/drawingml/2006/main">
            <a:pathLst>
              <a:path w="1058330" h="257129">
                <a:moveTo>
                  <a:pt x="0" y="0"/>
                </a:moveTo>
                <a:lnTo>
                  <a:pt x="0" y="257129"/>
                </a:lnTo>
                <a:lnTo>
                  <a:pt x="1058330" y="257129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76" name="sag-lora-to-attention-head">
            <a:extLst xmlns:a="http://schemas.openxmlformats.org/drawingml/2006/main">
              <a:ext uri="{FF2B5EF4-FFF2-40B4-BE49-F238E27FC236}">
                <a16:creationId xmlns:a16="http://schemas.microsoft.com/office/drawing/2014/main" id="{0ACA6DCB-BD32-4EDA-98B5-92EAC52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9512" y="5453099"/>
            <a:ext cx="67077" cy="67077"/>
          </a:xfrm>
          <a:custGeom xmlns:a="http://schemas.openxmlformats.org/drawingml/2006/main">
            <a:pathLst>
              <a:path w="67077" h="67077">
                <a:moveTo>
                  <a:pt x="67077" y="33539"/>
                </a:moveTo>
                <a:lnTo>
                  <a:pt x="0" y="670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sag-attention-to-fusion">
            <a:extLst xmlns:a="http://schemas.openxmlformats.org/drawingml/2006/main">
              <a:ext uri="{FF2B5EF4-FFF2-40B4-BE49-F238E27FC236}">
                <a16:creationId xmlns:a16="http://schemas.microsoft.com/office/drawing/2014/main" id="{B75A05FC-3F98-4752-93E8-7CE6AA0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4356" y="5650604"/>
            <a:ext cx="95" cy="160240"/>
          </a:xfrm>
          <a:custGeom xmlns:a="http://schemas.openxmlformats.org/drawingml/2006/main">
            <a:pathLst>
              <a:path w="95" h="160240">
                <a:moveTo>
                  <a:pt x="0" y="0"/>
                </a:moveTo>
                <a:lnTo>
                  <a:pt x="0" y="160240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78" name="sag-attention-to-fusion-head">
            <a:extLst xmlns:a="http://schemas.openxmlformats.org/drawingml/2006/main">
              <a:ext uri="{FF2B5EF4-FFF2-40B4-BE49-F238E27FC236}">
                <a16:creationId xmlns:a16="http://schemas.microsoft.com/office/drawing/2014/main" id="{D4454EE0-353E-4CD7-AA0B-7BF0459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0817" y="5743767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sag-fusion-to-feature">
            <a:extLst xmlns:a="http://schemas.openxmlformats.org/drawingml/2006/main">
              <a:ext uri="{FF2B5EF4-FFF2-40B4-BE49-F238E27FC236}">
                <a16:creationId xmlns:a16="http://schemas.microsoft.com/office/drawing/2014/main" id="{699E2CC2-3D26-453B-AE77-4804982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4356" y="6090332"/>
            <a:ext cx="95" cy="104342"/>
          </a:xfrm>
          <a:custGeom xmlns:a="http://schemas.openxmlformats.org/drawingml/2006/main">
            <a:pathLst>
              <a:path w="95" h="104342">
                <a:moveTo>
                  <a:pt x="0" y="0"/>
                </a:moveTo>
                <a:lnTo>
                  <a:pt x="0" y="104342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80" name="sag-fusion-to-feature-head">
            <a:extLst xmlns:a="http://schemas.openxmlformats.org/drawingml/2006/main">
              <a:ext uri="{FF2B5EF4-FFF2-40B4-BE49-F238E27FC236}">
                <a16:creationId xmlns:a16="http://schemas.microsoft.com/office/drawing/2014/main" id="{E482A479-B213-49DC-ABCD-591B22D8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0817" y="6127598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sag-feature-to-decoder">
            <a:extLst xmlns:a="http://schemas.openxmlformats.org/drawingml/2006/main">
              <a:ext uri="{FF2B5EF4-FFF2-40B4-BE49-F238E27FC236}">
                <a16:creationId xmlns:a16="http://schemas.microsoft.com/office/drawing/2014/main" id="{09BFED59-7B7B-434F-886D-815E01D9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4356" y="6448078"/>
            <a:ext cx="95" cy="122975"/>
          </a:xfrm>
          <a:custGeom xmlns:a="http://schemas.openxmlformats.org/drawingml/2006/main">
            <a:pathLst>
              <a:path w="95" h="122975">
                <a:moveTo>
                  <a:pt x="0" y="0"/>
                </a:moveTo>
                <a:lnTo>
                  <a:pt x="0" y="122975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82" name="sag-feature-to-decoder-head">
            <a:extLst xmlns:a="http://schemas.openxmlformats.org/drawingml/2006/main">
              <a:ext uri="{FF2B5EF4-FFF2-40B4-BE49-F238E27FC236}">
                <a16:creationId xmlns:a16="http://schemas.microsoft.com/office/drawing/2014/main" id="{DAB5D5F6-23D2-4ABD-B063-CB7D162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0817" y="6503975"/>
            <a:ext cx="67077" cy="67077"/>
          </a:xfrm>
          <a:custGeom xmlns:a="http://schemas.openxmlformats.org/drawingml/2006/main">
            <a:pathLst>
              <a:path w="67077" h="67077">
                <a:moveTo>
                  <a:pt x="33539" y="67077"/>
                </a:moveTo>
                <a:lnTo>
                  <a:pt x="0" y="0"/>
                </a:lnTo>
                <a:lnTo>
                  <a:pt x="670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sag-head-to-decoder">
            <a:extLst xmlns:a="http://schemas.openxmlformats.org/drawingml/2006/main">
              <a:ext uri="{FF2B5EF4-FFF2-40B4-BE49-F238E27FC236}">
                <a16:creationId xmlns:a16="http://schemas.microsoft.com/office/drawing/2014/main" id="{8E33F98F-7170-4250-B267-7C05A56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619" y="6395907"/>
            <a:ext cx="1065783" cy="342839"/>
          </a:xfrm>
          <a:custGeom xmlns:a="http://schemas.openxmlformats.org/drawingml/2006/main">
            <a:pathLst>
              <a:path w="1065783" h="342839">
                <a:moveTo>
                  <a:pt x="0" y="0"/>
                </a:moveTo>
                <a:lnTo>
                  <a:pt x="0" y="342839"/>
                </a:lnTo>
                <a:lnTo>
                  <a:pt x="1065783" y="342839"/>
                </a:lnTo>
              </a:path>
            </a:pathLst>
          </a:custGeom>
          <a:noFill xmlns:a="http://schemas.openxmlformats.org/drawingml/2006/main"/>
          <a:ln xmlns:a="http://schemas.openxmlformats.org/drawingml/2006/main" w="18633">
            <a:solidFill>
              <a:srgbClr val="000000"/>
            </a:solidFill>
            <a:prstDash val="solid"/>
          </a:ln>
        </p:spPr>
      </p:sp>
      <p:sp>
        <p:nvSpPr>
          <p:cNvPr id="384" name="sag-head-to-decoder-head">
            <a:extLst xmlns:a="http://schemas.openxmlformats.org/drawingml/2006/main">
              <a:ext uri="{FF2B5EF4-FFF2-40B4-BE49-F238E27FC236}">
                <a16:creationId xmlns:a16="http://schemas.microsoft.com/office/drawing/2014/main" id="{6B80689D-8624-4C81-AB58-474CDBFC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9325" y="6705207"/>
            <a:ext cx="67077" cy="67077"/>
          </a:xfrm>
          <a:custGeom xmlns:a="http://schemas.openxmlformats.org/drawingml/2006/main">
            <a:pathLst>
              <a:path w="67077" h="67077">
                <a:moveTo>
                  <a:pt x="67077" y="33539"/>
                </a:moveTo>
                <a:lnTo>
                  <a:pt x="0" y="670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50CB70B-8EB8-47BF-A6F7-25792224C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8c0ae774d47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67" y="4674257"/>
            <a:ext cx="212411" cy="245950"/>
          </a:xfrm>
          <a:prstGeom xmlns:a="http://schemas.openxmlformats.org/drawingml/2006/main" prst="rect">
            <a:avLst/>
          </a:prstGeom>
        </p:spPr>
      </p:pic>
      <p:sp>
        <p:nvSpPr>
          <p:cNvPr id="386" name="sag-fire-top">
            <a:extLst xmlns:a="http://schemas.openxmlformats.org/drawingml/2006/main">
              <a:ext uri="{FF2B5EF4-FFF2-40B4-BE49-F238E27FC236}">
                <a16:creationId xmlns:a16="http://schemas.microsoft.com/office/drawing/2014/main" id="{EAA7840C-FFBD-43F7-B46A-8FD27BC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467" y="4674257"/>
            <a:ext cx="212411" cy="24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74DC1F6C-FC42-407D-9FCC-85CEA49BA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9a6524a094f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6193" y="5844383"/>
            <a:ext cx="208685" cy="242223"/>
          </a:xfrm>
          <a:prstGeom xmlns:a="http://schemas.openxmlformats.org/drawingml/2006/main" prst="rect">
            <a:avLst/>
          </a:prstGeom>
        </p:spPr>
      </p:pic>
      <p:sp>
        <p:nvSpPr>
          <p:cNvPr id="388" name="sag-fire-bottom">
            <a:extLst xmlns:a="http://schemas.openxmlformats.org/drawingml/2006/main">
              <a:ext uri="{FF2B5EF4-FFF2-40B4-BE49-F238E27FC236}">
                <a16:creationId xmlns:a16="http://schemas.microsoft.com/office/drawing/2014/main" id="{C57DBF84-88B2-4E11-8004-74B5157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6193" y="5844383"/>
            <a:ext cx="208685" cy="242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83EBBD8-22F3-43F3-B02C-84DB8B9A50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7758c77ce40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16735" y="5382295"/>
            <a:ext cx="245950" cy="223591"/>
          </a:xfrm>
          <a:prstGeom xmlns:a="http://schemas.openxmlformats.org/drawingml/2006/main" prst="rect">
            <a:avLst/>
          </a:prstGeom>
        </p:spPr>
      </p:pic>
      <p:sp>
        <p:nvSpPr>
          <p:cNvPr id="390" name="sag-snow-top">
            <a:extLst xmlns:a="http://schemas.openxmlformats.org/drawingml/2006/main">
              <a:ext uri="{FF2B5EF4-FFF2-40B4-BE49-F238E27FC236}">
                <a16:creationId xmlns:a16="http://schemas.microsoft.com/office/drawing/2014/main" id="{46FDE469-5F34-4F3C-BEC2-6A68274E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6735" y="5382295"/>
            <a:ext cx="245950" cy="223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4572BF18-F6C2-4B97-8037-C4D930FBC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6da46970241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16735" y="6619497"/>
            <a:ext cx="249676" cy="231044"/>
          </a:xfrm>
          <a:prstGeom xmlns:a="http://schemas.openxmlformats.org/drawingml/2006/main" prst="rect">
            <a:avLst/>
          </a:prstGeom>
        </p:spPr>
      </p:pic>
      <p:sp>
        <p:nvSpPr>
          <p:cNvPr id="392" name="sag-snow-bottom">
            <a:extLst xmlns:a="http://schemas.openxmlformats.org/drawingml/2006/main">
              <a:ext uri="{FF2B5EF4-FFF2-40B4-BE49-F238E27FC236}">
                <a16:creationId xmlns:a16="http://schemas.microsoft.com/office/drawing/2014/main" id="{763146C0-1AF2-418D-BD5E-37D7C30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6735" y="6619497"/>
            <a:ext cx="249676" cy="23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3" name="sag-lora-label">
            <a:extLst xmlns:a="http://schemas.openxmlformats.org/drawingml/2006/main">
              <a:ext uri="{FF2B5EF4-FFF2-40B4-BE49-F238E27FC236}">
                <a16:creationId xmlns:a16="http://schemas.microsoft.com/office/drawing/2014/main" id="{E8498449-F6AE-44C3-B2D8-8984959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736" y="4725534"/>
            <a:ext cx="391284" cy="155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sp>
        <p:nvSpPr>
          <p:cNvPr id="394" name="sag-lochead-label">
            <a:extLst xmlns:a="http://schemas.openxmlformats.org/drawingml/2006/main">
              <a:ext uri="{FF2B5EF4-FFF2-40B4-BE49-F238E27FC236}">
                <a16:creationId xmlns:a16="http://schemas.microsoft.com/office/drawing/2014/main" id="{9BD5C675-B3FF-4D96-B4B5-8A61A16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736" y="5891696"/>
            <a:ext cx="577609" cy="156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LocHead</a:t>
            </a:r>
          </a:p>
        </p:txBody>
      </p:sp>
      <p:sp>
        <p:nvSpPr>
          <p:cNvPr id="395" name="sag-self-features">
            <a:extLst xmlns:a="http://schemas.openxmlformats.org/drawingml/2006/main">
              <a:ext uri="{FF2B5EF4-FFF2-40B4-BE49-F238E27FC236}">
                <a16:creationId xmlns:a16="http://schemas.microsoft.com/office/drawing/2014/main" id="{155D30F8-179E-40D1-9065-139EB00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1068" y="4463970"/>
            <a:ext cx="711764" cy="13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Self Features</a:t>
            </a:r>
          </a:p>
        </p:txBody>
      </p:sp>
      <p:sp>
        <p:nvSpPr>
          <p:cNvPr id="396" name="sag-ally-features">
            <a:extLst xmlns:a="http://schemas.openxmlformats.org/drawingml/2006/main">
              <a:ext uri="{FF2B5EF4-FFF2-40B4-BE49-F238E27FC236}">
                <a16:creationId xmlns:a16="http://schemas.microsoft.com/office/drawing/2014/main" id="{C2AA4FE6-7352-4613-94C1-C14F3C31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072" y="4463871"/>
            <a:ext cx="737850" cy="135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Ally Features</a:t>
            </a:r>
          </a:p>
        </p:txBody>
      </p:sp>
      <p:sp>
        <p:nvSpPr>
          <p:cNvPr id="397" name="sag-goal-features">
            <a:extLst xmlns:a="http://schemas.openxmlformats.org/drawingml/2006/main">
              <a:ext uri="{FF2B5EF4-FFF2-40B4-BE49-F238E27FC236}">
                <a16:creationId xmlns:a16="http://schemas.microsoft.com/office/drawing/2014/main" id="{5503E134-EFDC-4B26-AB42-2F2BBEFD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9794" y="4463875"/>
            <a:ext cx="760209" cy="13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 Features</a:t>
            </a:r>
          </a:p>
        </p:txBody>
      </p:sp>
      <p:sp>
        <p:nvSpPr>
          <p:cNvPr id="398" name="sag-linear-label-0">
            <a:extLst xmlns:a="http://schemas.openxmlformats.org/drawingml/2006/main">
              <a:ext uri="{FF2B5EF4-FFF2-40B4-BE49-F238E27FC236}">
                <a16:creationId xmlns:a16="http://schemas.microsoft.com/office/drawing/2014/main" id="{92ABE792-AA51-429B-A761-BFBB6584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7581" y="4919002"/>
            <a:ext cx="413643" cy="157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399" name="sag-linear-label-1">
            <a:extLst xmlns:a="http://schemas.openxmlformats.org/drawingml/2006/main">
              <a:ext uri="{FF2B5EF4-FFF2-40B4-BE49-F238E27FC236}">
                <a16:creationId xmlns:a16="http://schemas.microsoft.com/office/drawing/2014/main" id="{379B19FC-EE5B-4D69-954C-3EB869E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5671" y="4926455"/>
            <a:ext cx="413643" cy="157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400" name="sag-linear-label-2">
            <a:extLst xmlns:a="http://schemas.openxmlformats.org/drawingml/2006/main">
              <a:ext uri="{FF2B5EF4-FFF2-40B4-BE49-F238E27FC236}">
                <a16:creationId xmlns:a16="http://schemas.microsoft.com/office/drawing/2014/main" id="{D398CE91-F638-4EBB-A6BE-B7DB82ED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2581" y="4922729"/>
            <a:ext cx="413643" cy="157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401" name="sag-cross-attention-label">
            <a:extLst xmlns:a="http://schemas.openxmlformats.org/drawingml/2006/main">
              <a:ext uri="{FF2B5EF4-FFF2-40B4-BE49-F238E27FC236}">
                <a16:creationId xmlns:a16="http://schemas.microsoft.com/office/drawing/2014/main" id="{06375D53-701B-491F-B057-7D0CC5E8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6130" y="5407182"/>
            <a:ext cx="1360177" cy="157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 layer</a:t>
            </a:r>
          </a:p>
        </p:txBody>
      </p:sp>
      <p:sp>
        <p:nvSpPr>
          <p:cNvPr id="402" name="sag-fusion-label">
            <a:extLst xmlns:a="http://schemas.openxmlformats.org/drawingml/2006/main">
              <a:ext uri="{FF2B5EF4-FFF2-40B4-BE49-F238E27FC236}">
                <a16:creationId xmlns:a16="http://schemas.microsoft.com/office/drawing/2014/main" id="{8314C3EC-A4D9-40D2-8FDA-4F4E04E1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969" y="5886394"/>
            <a:ext cx="719217" cy="14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Fusion MLP</a:t>
            </a:r>
          </a:p>
        </p:txBody>
      </p:sp>
      <p:sp>
        <p:nvSpPr>
          <p:cNvPr id="403" name="sag-fused-label">
            <a:extLst xmlns:a="http://schemas.openxmlformats.org/drawingml/2006/main">
              <a:ext uri="{FF2B5EF4-FFF2-40B4-BE49-F238E27FC236}">
                <a16:creationId xmlns:a16="http://schemas.microsoft.com/office/drawing/2014/main" id="{D03F736A-4B36-4E0D-AE1B-A614494A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8542" y="6240382"/>
            <a:ext cx="775115" cy="1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Fused feature</a:t>
            </a:r>
          </a:p>
        </p:txBody>
      </p:sp>
      <p:sp>
        <p:nvSpPr>
          <p:cNvPr id="404" name="sag-decoder-label">
            <a:extLst xmlns:a="http://schemas.openxmlformats.org/drawingml/2006/main">
              <a:ext uri="{FF2B5EF4-FFF2-40B4-BE49-F238E27FC236}">
                <a16:creationId xmlns:a16="http://schemas.microsoft.com/office/drawing/2014/main" id="{8C1A4A22-D027-40E2-837E-4B63AB8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3771" y="6668675"/>
            <a:ext cx="920449" cy="14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 Decoder</a:t>
            </a:r>
          </a:p>
        </p:txBody>
      </p:sp>
      <p:sp>
        <p:nvSpPr>
          <p:cNvPr id="405" name="sag-dots-0">
            <a:extLst xmlns:a="http://schemas.openxmlformats.org/drawingml/2006/main">
              <a:ext uri="{FF2B5EF4-FFF2-40B4-BE49-F238E27FC236}">
                <a16:creationId xmlns:a16="http://schemas.microsoft.com/office/drawing/2014/main" id="{9637EB58-A06A-46A2-AC7D-630DD42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3678" y="5127401"/>
            <a:ext cx="67077" cy="84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06" name="sag-dots-1">
            <a:extLst xmlns:a="http://schemas.openxmlformats.org/drawingml/2006/main">
              <a:ext uri="{FF2B5EF4-FFF2-40B4-BE49-F238E27FC236}">
                <a16:creationId xmlns:a16="http://schemas.microsoft.com/office/drawing/2014/main" id="{17F0A700-B2E5-4A7C-9739-BAFF1187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5765" y="5128147"/>
            <a:ext cx="63351" cy="79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07" name="sag-dots-2">
            <a:extLst xmlns:a="http://schemas.openxmlformats.org/drawingml/2006/main">
              <a:ext uri="{FF2B5EF4-FFF2-40B4-BE49-F238E27FC236}">
                <a16:creationId xmlns:a16="http://schemas.microsoft.com/office/drawing/2014/main" id="{9F988FF0-B427-4472-8D0F-ECDC5A6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037" y="6297527"/>
            <a:ext cx="67077" cy="84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08" name="sag-dots-3">
            <a:extLst xmlns:a="http://schemas.openxmlformats.org/drawingml/2006/main">
              <a:ext uri="{FF2B5EF4-FFF2-40B4-BE49-F238E27FC236}">
                <a16:creationId xmlns:a16="http://schemas.microsoft.com/office/drawing/2014/main" id="{6502D710-7449-4C48-811E-4201822C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4398" y="6297527"/>
            <a:ext cx="67077" cy="84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09" name="sag-phi1-glyph-0">
            <a:extLst xmlns:a="http://schemas.openxmlformats.org/drawingml/2006/main">
              <a:ext uri="{FF2B5EF4-FFF2-40B4-BE49-F238E27FC236}">
                <a16:creationId xmlns:a16="http://schemas.microsoft.com/office/drawing/2014/main" id="{F2577C1A-D0F5-48D3-AD4B-258CB3A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1283" y="5028327"/>
            <a:ext cx="43907" cy="68239"/>
          </a:xfrm>
          <a:custGeom xmlns:a="http://schemas.openxmlformats.org/drawingml/2006/main">
            <a:pathLst>
              <a:path w="43907" h="68239">
                <a:moveTo>
                  <a:pt x="20222" y="1812"/>
                </a:moveTo>
                <a:lnTo>
                  <a:pt x="21471" y="801"/>
                </a:lnTo>
                <a:lnTo>
                  <a:pt x="25197" y="0"/>
                </a:lnTo>
                <a:lnTo>
                  <a:pt x="27856" y="1812"/>
                </a:lnTo>
                <a:lnTo>
                  <a:pt x="28738" y="5539"/>
                </a:lnTo>
                <a:lnTo>
                  <a:pt x="28811" y="9265"/>
                </a:lnTo>
                <a:lnTo>
                  <a:pt x="28876" y="12992"/>
                </a:lnTo>
                <a:lnTo>
                  <a:pt x="28924" y="15787"/>
                </a:lnTo>
                <a:lnTo>
                  <a:pt x="28949" y="16718"/>
                </a:lnTo>
                <a:lnTo>
                  <a:pt x="28924" y="16828"/>
                </a:lnTo>
                <a:lnTo>
                  <a:pt x="28440" y="20445"/>
                </a:lnTo>
                <a:lnTo>
                  <a:pt x="28611" y="24172"/>
                </a:lnTo>
                <a:lnTo>
                  <a:pt x="28820" y="27898"/>
                </a:lnTo>
                <a:lnTo>
                  <a:pt x="28909" y="31625"/>
                </a:lnTo>
                <a:lnTo>
                  <a:pt x="28909" y="35351"/>
                </a:lnTo>
                <a:lnTo>
                  <a:pt x="28757" y="39078"/>
                </a:lnTo>
                <a:lnTo>
                  <a:pt x="28601" y="42804"/>
                </a:lnTo>
                <a:lnTo>
                  <a:pt x="28536" y="46531"/>
                </a:lnTo>
                <a:lnTo>
                  <a:pt x="28619" y="50257"/>
                </a:lnTo>
                <a:lnTo>
                  <a:pt x="28924" y="52980"/>
                </a:lnTo>
                <a:lnTo>
                  <a:pt x="29091" y="53984"/>
                </a:lnTo>
                <a:lnTo>
                  <a:pt x="30281" y="57710"/>
                </a:lnTo>
                <a:lnTo>
                  <a:pt x="32651" y="59689"/>
                </a:lnTo>
                <a:lnTo>
                  <a:pt x="36377" y="60890"/>
                </a:lnTo>
                <a:lnTo>
                  <a:pt x="40104" y="61317"/>
                </a:lnTo>
                <a:lnTo>
                  <a:pt x="40325" y="61437"/>
                </a:lnTo>
                <a:lnTo>
                  <a:pt x="43830" y="65027"/>
                </a:lnTo>
                <a:lnTo>
                  <a:pt x="43907" y="65163"/>
                </a:lnTo>
                <a:lnTo>
                  <a:pt x="43830" y="65251"/>
                </a:lnTo>
                <a:lnTo>
                  <a:pt x="40104" y="67698"/>
                </a:lnTo>
                <a:lnTo>
                  <a:pt x="36377" y="67682"/>
                </a:lnTo>
                <a:lnTo>
                  <a:pt x="32651" y="67798"/>
                </a:lnTo>
                <a:lnTo>
                  <a:pt x="28924" y="68124"/>
                </a:lnTo>
                <a:lnTo>
                  <a:pt x="25197" y="68213"/>
                </a:lnTo>
                <a:lnTo>
                  <a:pt x="21471" y="68239"/>
                </a:lnTo>
                <a:lnTo>
                  <a:pt x="17744" y="68069"/>
                </a:lnTo>
                <a:lnTo>
                  <a:pt x="14018" y="68035"/>
                </a:lnTo>
                <a:lnTo>
                  <a:pt x="10291" y="67841"/>
                </a:lnTo>
                <a:lnTo>
                  <a:pt x="6565" y="67686"/>
                </a:lnTo>
                <a:lnTo>
                  <a:pt x="2838" y="66630"/>
                </a:lnTo>
                <a:lnTo>
                  <a:pt x="1800" y="65163"/>
                </a:lnTo>
                <a:lnTo>
                  <a:pt x="2838" y="63300"/>
                </a:lnTo>
                <a:lnTo>
                  <a:pt x="6565" y="61728"/>
                </a:lnTo>
                <a:lnTo>
                  <a:pt x="7372" y="61437"/>
                </a:lnTo>
                <a:lnTo>
                  <a:pt x="10291" y="60524"/>
                </a:lnTo>
                <a:lnTo>
                  <a:pt x="14018" y="59289"/>
                </a:lnTo>
                <a:lnTo>
                  <a:pt x="15355" y="57710"/>
                </a:lnTo>
                <a:lnTo>
                  <a:pt x="16214" y="53984"/>
                </a:lnTo>
                <a:lnTo>
                  <a:pt x="16759" y="50257"/>
                </a:lnTo>
                <a:lnTo>
                  <a:pt x="16838" y="46531"/>
                </a:lnTo>
                <a:lnTo>
                  <a:pt x="16838" y="42804"/>
                </a:lnTo>
                <a:lnTo>
                  <a:pt x="16724" y="39078"/>
                </a:lnTo>
                <a:lnTo>
                  <a:pt x="16508" y="35351"/>
                </a:lnTo>
                <a:lnTo>
                  <a:pt x="16453" y="31625"/>
                </a:lnTo>
                <a:lnTo>
                  <a:pt x="16543" y="27898"/>
                </a:lnTo>
                <a:lnTo>
                  <a:pt x="16653" y="24172"/>
                </a:lnTo>
                <a:lnTo>
                  <a:pt x="16805" y="20445"/>
                </a:lnTo>
                <a:lnTo>
                  <a:pt x="14969" y="16718"/>
                </a:lnTo>
                <a:lnTo>
                  <a:pt x="14018" y="15737"/>
                </a:lnTo>
                <a:lnTo>
                  <a:pt x="10291" y="16375"/>
                </a:lnTo>
                <a:lnTo>
                  <a:pt x="9747" y="16718"/>
                </a:lnTo>
                <a:lnTo>
                  <a:pt x="6565" y="18400"/>
                </a:lnTo>
                <a:lnTo>
                  <a:pt x="2838" y="18952"/>
                </a:lnTo>
                <a:lnTo>
                  <a:pt x="0" y="16718"/>
                </a:lnTo>
                <a:lnTo>
                  <a:pt x="903" y="12992"/>
                </a:lnTo>
                <a:lnTo>
                  <a:pt x="2838" y="11555"/>
                </a:lnTo>
                <a:lnTo>
                  <a:pt x="6565" y="9496"/>
                </a:lnTo>
                <a:lnTo>
                  <a:pt x="6912" y="9265"/>
                </a:lnTo>
                <a:lnTo>
                  <a:pt x="10291" y="7485"/>
                </a:lnTo>
                <a:lnTo>
                  <a:pt x="13808" y="5539"/>
                </a:lnTo>
                <a:lnTo>
                  <a:pt x="14018" y="5391"/>
                </a:lnTo>
                <a:lnTo>
                  <a:pt x="17744" y="3659"/>
                </a:lnTo>
                <a:lnTo>
                  <a:pt x="20222" y="1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sag-phi1-glyph-1">
            <a:extLst xmlns:a="http://schemas.openxmlformats.org/drawingml/2006/main">
              <a:ext uri="{FF2B5EF4-FFF2-40B4-BE49-F238E27FC236}">
                <a16:creationId xmlns:a16="http://schemas.microsoft.com/office/drawing/2014/main" id="{6C215C91-4B00-44CC-946B-F835ABD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6627" y="5082055"/>
            <a:ext cx="84933" cy="100255"/>
          </a:xfrm>
          <a:custGeom xmlns:a="http://schemas.openxmlformats.org/drawingml/2006/main">
            <a:pathLst>
              <a:path w="84933" h="100255">
                <a:moveTo>
                  <a:pt x="61844" y="255"/>
                </a:moveTo>
                <a:lnTo>
                  <a:pt x="62776" y="0"/>
                </a:lnTo>
                <a:lnTo>
                  <a:pt x="66236" y="255"/>
                </a:lnTo>
                <a:lnTo>
                  <a:pt x="66502" y="274"/>
                </a:lnTo>
                <a:lnTo>
                  <a:pt x="70229" y="894"/>
                </a:lnTo>
                <a:lnTo>
                  <a:pt x="73955" y="1575"/>
                </a:lnTo>
                <a:lnTo>
                  <a:pt x="77682" y="3298"/>
                </a:lnTo>
                <a:lnTo>
                  <a:pt x="78491" y="3981"/>
                </a:lnTo>
                <a:lnTo>
                  <a:pt x="81408" y="7616"/>
                </a:lnTo>
                <a:lnTo>
                  <a:pt x="81488" y="7708"/>
                </a:lnTo>
                <a:lnTo>
                  <a:pt x="83601" y="11435"/>
                </a:lnTo>
                <a:lnTo>
                  <a:pt x="84173" y="15161"/>
                </a:lnTo>
                <a:lnTo>
                  <a:pt x="84687" y="18888"/>
                </a:lnTo>
                <a:lnTo>
                  <a:pt x="84933" y="22614"/>
                </a:lnTo>
                <a:lnTo>
                  <a:pt x="84779" y="26341"/>
                </a:lnTo>
                <a:lnTo>
                  <a:pt x="84422" y="30067"/>
                </a:lnTo>
                <a:lnTo>
                  <a:pt x="84078" y="33794"/>
                </a:lnTo>
                <a:lnTo>
                  <a:pt x="83573" y="37520"/>
                </a:lnTo>
                <a:lnTo>
                  <a:pt x="82510" y="41247"/>
                </a:lnTo>
                <a:lnTo>
                  <a:pt x="81408" y="43256"/>
                </a:lnTo>
                <a:lnTo>
                  <a:pt x="80745" y="44973"/>
                </a:lnTo>
                <a:lnTo>
                  <a:pt x="79368" y="48700"/>
                </a:lnTo>
                <a:lnTo>
                  <a:pt x="77682" y="50912"/>
                </a:lnTo>
                <a:lnTo>
                  <a:pt x="76673" y="52426"/>
                </a:lnTo>
                <a:lnTo>
                  <a:pt x="73955" y="56009"/>
                </a:lnTo>
                <a:lnTo>
                  <a:pt x="73829" y="56153"/>
                </a:lnTo>
                <a:lnTo>
                  <a:pt x="70229" y="59718"/>
                </a:lnTo>
                <a:lnTo>
                  <a:pt x="70040" y="59879"/>
                </a:lnTo>
                <a:lnTo>
                  <a:pt x="66502" y="62936"/>
                </a:lnTo>
                <a:lnTo>
                  <a:pt x="65619" y="63606"/>
                </a:lnTo>
                <a:lnTo>
                  <a:pt x="62776" y="65534"/>
                </a:lnTo>
                <a:lnTo>
                  <a:pt x="59049" y="66944"/>
                </a:lnTo>
                <a:lnTo>
                  <a:pt x="58273" y="67332"/>
                </a:lnTo>
                <a:lnTo>
                  <a:pt x="55323" y="69034"/>
                </a:lnTo>
                <a:lnTo>
                  <a:pt x="51596" y="69831"/>
                </a:lnTo>
                <a:lnTo>
                  <a:pt x="47870" y="70095"/>
                </a:lnTo>
                <a:lnTo>
                  <a:pt x="44143" y="70607"/>
                </a:lnTo>
                <a:lnTo>
                  <a:pt x="42940" y="71059"/>
                </a:lnTo>
                <a:lnTo>
                  <a:pt x="40417" y="72741"/>
                </a:lnTo>
                <a:lnTo>
                  <a:pt x="39422" y="74785"/>
                </a:lnTo>
                <a:lnTo>
                  <a:pt x="38744" y="78512"/>
                </a:lnTo>
                <a:lnTo>
                  <a:pt x="38246" y="82238"/>
                </a:lnTo>
                <a:lnTo>
                  <a:pt x="36690" y="84973"/>
                </a:lnTo>
                <a:lnTo>
                  <a:pt x="36214" y="85965"/>
                </a:lnTo>
                <a:lnTo>
                  <a:pt x="35734" y="89691"/>
                </a:lnTo>
                <a:lnTo>
                  <a:pt x="35110" y="93418"/>
                </a:lnTo>
                <a:lnTo>
                  <a:pt x="34326" y="97144"/>
                </a:lnTo>
                <a:lnTo>
                  <a:pt x="32964" y="98966"/>
                </a:lnTo>
                <a:lnTo>
                  <a:pt x="29237" y="100255"/>
                </a:lnTo>
                <a:lnTo>
                  <a:pt x="25511" y="100128"/>
                </a:lnTo>
                <a:lnTo>
                  <a:pt x="21784" y="98793"/>
                </a:lnTo>
                <a:lnTo>
                  <a:pt x="20772" y="97144"/>
                </a:lnTo>
                <a:lnTo>
                  <a:pt x="20885" y="93418"/>
                </a:lnTo>
                <a:lnTo>
                  <a:pt x="21715" y="89691"/>
                </a:lnTo>
                <a:lnTo>
                  <a:pt x="21784" y="89499"/>
                </a:lnTo>
                <a:lnTo>
                  <a:pt x="22549" y="85965"/>
                </a:lnTo>
                <a:lnTo>
                  <a:pt x="23528" y="82238"/>
                </a:lnTo>
                <a:lnTo>
                  <a:pt x="24321" y="78512"/>
                </a:lnTo>
                <a:lnTo>
                  <a:pt x="25020" y="74785"/>
                </a:lnTo>
                <a:lnTo>
                  <a:pt x="23918" y="71059"/>
                </a:lnTo>
                <a:lnTo>
                  <a:pt x="21784" y="70093"/>
                </a:lnTo>
                <a:lnTo>
                  <a:pt x="18058" y="69310"/>
                </a:lnTo>
                <a:lnTo>
                  <a:pt x="14331" y="67759"/>
                </a:lnTo>
                <a:lnTo>
                  <a:pt x="13778" y="67332"/>
                </a:lnTo>
                <a:lnTo>
                  <a:pt x="10605" y="65398"/>
                </a:lnTo>
                <a:lnTo>
                  <a:pt x="8310" y="63606"/>
                </a:lnTo>
                <a:lnTo>
                  <a:pt x="6878" y="62576"/>
                </a:lnTo>
                <a:lnTo>
                  <a:pt x="4728" y="59879"/>
                </a:lnTo>
                <a:lnTo>
                  <a:pt x="3152" y="56463"/>
                </a:lnTo>
                <a:lnTo>
                  <a:pt x="2916" y="56153"/>
                </a:lnTo>
                <a:lnTo>
                  <a:pt x="1343" y="52426"/>
                </a:lnTo>
                <a:lnTo>
                  <a:pt x="866" y="48700"/>
                </a:lnTo>
                <a:lnTo>
                  <a:pt x="209" y="44973"/>
                </a:lnTo>
                <a:lnTo>
                  <a:pt x="0" y="41247"/>
                </a:lnTo>
                <a:lnTo>
                  <a:pt x="520" y="37520"/>
                </a:lnTo>
                <a:lnTo>
                  <a:pt x="1024" y="33794"/>
                </a:lnTo>
                <a:lnTo>
                  <a:pt x="1950" y="30067"/>
                </a:lnTo>
                <a:lnTo>
                  <a:pt x="3152" y="27595"/>
                </a:lnTo>
                <a:lnTo>
                  <a:pt x="3682" y="26341"/>
                </a:lnTo>
                <a:lnTo>
                  <a:pt x="5507" y="22614"/>
                </a:lnTo>
                <a:lnTo>
                  <a:pt x="6878" y="20751"/>
                </a:lnTo>
                <a:lnTo>
                  <a:pt x="8577" y="18888"/>
                </a:lnTo>
                <a:lnTo>
                  <a:pt x="10605" y="16684"/>
                </a:lnTo>
                <a:lnTo>
                  <a:pt x="11970" y="15161"/>
                </a:lnTo>
                <a:lnTo>
                  <a:pt x="14331" y="12337"/>
                </a:lnTo>
                <a:lnTo>
                  <a:pt x="15294" y="11435"/>
                </a:lnTo>
                <a:lnTo>
                  <a:pt x="18058" y="9189"/>
                </a:lnTo>
                <a:lnTo>
                  <a:pt x="19942" y="7708"/>
                </a:lnTo>
                <a:lnTo>
                  <a:pt x="21784" y="6286"/>
                </a:lnTo>
                <a:lnTo>
                  <a:pt x="24804" y="3981"/>
                </a:lnTo>
                <a:lnTo>
                  <a:pt x="25511" y="3341"/>
                </a:lnTo>
                <a:lnTo>
                  <a:pt x="29237" y="844"/>
                </a:lnTo>
                <a:lnTo>
                  <a:pt x="32964" y="1240"/>
                </a:lnTo>
                <a:lnTo>
                  <a:pt x="35339" y="3981"/>
                </a:lnTo>
                <a:lnTo>
                  <a:pt x="34796" y="7708"/>
                </a:lnTo>
                <a:lnTo>
                  <a:pt x="32964" y="9903"/>
                </a:lnTo>
                <a:lnTo>
                  <a:pt x="31264" y="11435"/>
                </a:lnTo>
                <a:lnTo>
                  <a:pt x="29237" y="13484"/>
                </a:lnTo>
                <a:lnTo>
                  <a:pt x="27614" y="15161"/>
                </a:lnTo>
                <a:lnTo>
                  <a:pt x="25511" y="17490"/>
                </a:lnTo>
                <a:lnTo>
                  <a:pt x="24453" y="18888"/>
                </a:lnTo>
                <a:lnTo>
                  <a:pt x="21784" y="21974"/>
                </a:lnTo>
                <a:lnTo>
                  <a:pt x="21304" y="22614"/>
                </a:lnTo>
                <a:lnTo>
                  <a:pt x="19482" y="26341"/>
                </a:lnTo>
                <a:lnTo>
                  <a:pt x="18058" y="28699"/>
                </a:lnTo>
                <a:lnTo>
                  <a:pt x="17351" y="30067"/>
                </a:lnTo>
                <a:lnTo>
                  <a:pt x="16121" y="33794"/>
                </a:lnTo>
                <a:lnTo>
                  <a:pt x="15382" y="37520"/>
                </a:lnTo>
                <a:lnTo>
                  <a:pt x="14874" y="41247"/>
                </a:lnTo>
                <a:lnTo>
                  <a:pt x="14461" y="44973"/>
                </a:lnTo>
                <a:lnTo>
                  <a:pt x="15032" y="48700"/>
                </a:lnTo>
                <a:lnTo>
                  <a:pt x="15912" y="52426"/>
                </a:lnTo>
                <a:lnTo>
                  <a:pt x="17685" y="56153"/>
                </a:lnTo>
                <a:lnTo>
                  <a:pt x="18058" y="56569"/>
                </a:lnTo>
                <a:lnTo>
                  <a:pt x="21784" y="59229"/>
                </a:lnTo>
                <a:lnTo>
                  <a:pt x="23085" y="59879"/>
                </a:lnTo>
                <a:lnTo>
                  <a:pt x="25511" y="60978"/>
                </a:lnTo>
                <a:lnTo>
                  <a:pt x="27159" y="59879"/>
                </a:lnTo>
                <a:lnTo>
                  <a:pt x="29049" y="56153"/>
                </a:lnTo>
                <a:lnTo>
                  <a:pt x="29237" y="55803"/>
                </a:lnTo>
                <a:lnTo>
                  <a:pt x="30379" y="52426"/>
                </a:lnTo>
                <a:lnTo>
                  <a:pt x="31088" y="48700"/>
                </a:lnTo>
                <a:lnTo>
                  <a:pt x="31756" y="44973"/>
                </a:lnTo>
                <a:lnTo>
                  <a:pt x="32775" y="41247"/>
                </a:lnTo>
                <a:lnTo>
                  <a:pt x="32964" y="40668"/>
                </a:lnTo>
                <a:lnTo>
                  <a:pt x="33677" y="37520"/>
                </a:lnTo>
                <a:lnTo>
                  <a:pt x="34477" y="33794"/>
                </a:lnTo>
                <a:lnTo>
                  <a:pt x="35358" y="30067"/>
                </a:lnTo>
                <a:lnTo>
                  <a:pt x="36457" y="26341"/>
                </a:lnTo>
                <a:lnTo>
                  <a:pt x="36690" y="25814"/>
                </a:lnTo>
                <a:lnTo>
                  <a:pt x="37742" y="22614"/>
                </a:lnTo>
                <a:lnTo>
                  <a:pt x="38880" y="18888"/>
                </a:lnTo>
                <a:lnTo>
                  <a:pt x="40417" y="16574"/>
                </a:lnTo>
                <a:lnTo>
                  <a:pt x="41471" y="15161"/>
                </a:lnTo>
                <a:lnTo>
                  <a:pt x="43436" y="11435"/>
                </a:lnTo>
                <a:lnTo>
                  <a:pt x="44143" y="10647"/>
                </a:lnTo>
                <a:lnTo>
                  <a:pt x="46712" y="7708"/>
                </a:lnTo>
                <a:lnTo>
                  <a:pt x="47870" y="6570"/>
                </a:lnTo>
                <a:lnTo>
                  <a:pt x="51526" y="3981"/>
                </a:lnTo>
                <a:lnTo>
                  <a:pt x="51596" y="3920"/>
                </a:lnTo>
                <a:lnTo>
                  <a:pt x="55323" y="2133"/>
                </a:lnTo>
                <a:lnTo>
                  <a:pt x="59049" y="941"/>
                </a:lnTo>
                <a:lnTo>
                  <a:pt x="61844" y="255"/>
                </a:lnTo>
                <a:close/>
                <a:moveTo>
                  <a:pt x="59049" y="10983"/>
                </a:moveTo>
                <a:lnTo>
                  <a:pt x="58621" y="11435"/>
                </a:lnTo>
                <a:lnTo>
                  <a:pt x="55456" y="15161"/>
                </a:lnTo>
                <a:lnTo>
                  <a:pt x="55323" y="15316"/>
                </a:lnTo>
                <a:lnTo>
                  <a:pt x="53507" y="18888"/>
                </a:lnTo>
                <a:lnTo>
                  <a:pt x="51596" y="22063"/>
                </a:lnTo>
                <a:lnTo>
                  <a:pt x="51262" y="22614"/>
                </a:lnTo>
                <a:lnTo>
                  <a:pt x="50462" y="26341"/>
                </a:lnTo>
                <a:lnTo>
                  <a:pt x="49787" y="30067"/>
                </a:lnTo>
                <a:lnTo>
                  <a:pt x="48516" y="33794"/>
                </a:lnTo>
                <a:lnTo>
                  <a:pt x="47870" y="35556"/>
                </a:lnTo>
                <a:lnTo>
                  <a:pt x="47362" y="37520"/>
                </a:lnTo>
                <a:lnTo>
                  <a:pt x="46831" y="41247"/>
                </a:lnTo>
                <a:lnTo>
                  <a:pt x="46224" y="44973"/>
                </a:lnTo>
                <a:lnTo>
                  <a:pt x="45119" y="48700"/>
                </a:lnTo>
                <a:lnTo>
                  <a:pt x="44143" y="51469"/>
                </a:lnTo>
                <a:lnTo>
                  <a:pt x="43855" y="52426"/>
                </a:lnTo>
                <a:lnTo>
                  <a:pt x="43317" y="56153"/>
                </a:lnTo>
                <a:lnTo>
                  <a:pt x="43282" y="59879"/>
                </a:lnTo>
                <a:lnTo>
                  <a:pt x="44143" y="60951"/>
                </a:lnTo>
                <a:lnTo>
                  <a:pt x="47870" y="61165"/>
                </a:lnTo>
                <a:lnTo>
                  <a:pt x="50634" y="59879"/>
                </a:lnTo>
                <a:lnTo>
                  <a:pt x="51596" y="59313"/>
                </a:lnTo>
                <a:lnTo>
                  <a:pt x="55323" y="57488"/>
                </a:lnTo>
                <a:lnTo>
                  <a:pt x="56635" y="56153"/>
                </a:lnTo>
                <a:lnTo>
                  <a:pt x="59049" y="53483"/>
                </a:lnTo>
                <a:lnTo>
                  <a:pt x="59950" y="52426"/>
                </a:lnTo>
                <a:lnTo>
                  <a:pt x="62776" y="48720"/>
                </a:lnTo>
                <a:lnTo>
                  <a:pt x="62793" y="48700"/>
                </a:lnTo>
                <a:lnTo>
                  <a:pt x="64502" y="44973"/>
                </a:lnTo>
                <a:lnTo>
                  <a:pt x="65968" y="41247"/>
                </a:lnTo>
                <a:lnTo>
                  <a:pt x="66502" y="40315"/>
                </a:lnTo>
                <a:lnTo>
                  <a:pt x="67731" y="37520"/>
                </a:lnTo>
                <a:lnTo>
                  <a:pt x="68551" y="33794"/>
                </a:lnTo>
                <a:lnTo>
                  <a:pt x="69414" y="30067"/>
                </a:lnTo>
                <a:lnTo>
                  <a:pt x="70133" y="26341"/>
                </a:lnTo>
                <a:lnTo>
                  <a:pt x="70229" y="25494"/>
                </a:lnTo>
                <a:lnTo>
                  <a:pt x="70539" y="22614"/>
                </a:lnTo>
                <a:lnTo>
                  <a:pt x="70347" y="18888"/>
                </a:lnTo>
                <a:lnTo>
                  <a:pt x="70229" y="18621"/>
                </a:lnTo>
                <a:lnTo>
                  <a:pt x="68715" y="15161"/>
                </a:lnTo>
                <a:lnTo>
                  <a:pt x="67417" y="11435"/>
                </a:lnTo>
                <a:lnTo>
                  <a:pt x="66502" y="10367"/>
                </a:lnTo>
                <a:lnTo>
                  <a:pt x="62776" y="9312"/>
                </a:lnTo>
                <a:lnTo>
                  <a:pt x="59049" y="109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sag-phistar-glyph-0">
            <a:extLst xmlns:a="http://schemas.openxmlformats.org/drawingml/2006/main">
              <a:ext uri="{FF2B5EF4-FFF2-40B4-BE49-F238E27FC236}">
                <a16:creationId xmlns:a16="http://schemas.microsoft.com/office/drawing/2014/main" id="{767948B9-040A-4FD0-BB4A-70C8518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1717" y="5041244"/>
            <a:ext cx="37394" cy="40273"/>
          </a:xfrm>
          <a:custGeom xmlns:a="http://schemas.openxmlformats.org/drawingml/2006/main">
            <a:pathLst>
              <a:path w="37394" h="40273">
                <a:moveTo>
                  <a:pt x="16824" y="75"/>
                </a:moveTo>
                <a:lnTo>
                  <a:pt x="16851" y="49"/>
                </a:lnTo>
                <a:lnTo>
                  <a:pt x="20578" y="0"/>
                </a:lnTo>
                <a:lnTo>
                  <a:pt x="20668" y="75"/>
                </a:lnTo>
                <a:lnTo>
                  <a:pt x="22473" y="3801"/>
                </a:lnTo>
                <a:lnTo>
                  <a:pt x="23211" y="7528"/>
                </a:lnTo>
                <a:lnTo>
                  <a:pt x="23809" y="11254"/>
                </a:lnTo>
                <a:lnTo>
                  <a:pt x="24304" y="11638"/>
                </a:lnTo>
                <a:lnTo>
                  <a:pt x="24925" y="11254"/>
                </a:lnTo>
                <a:lnTo>
                  <a:pt x="28031" y="9298"/>
                </a:lnTo>
                <a:lnTo>
                  <a:pt x="31031" y="7528"/>
                </a:lnTo>
                <a:lnTo>
                  <a:pt x="31757" y="7072"/>
                </a:lnTo>
                <a:lnTo>
                  <a:pt x="32915" y="7528"/>
                </a:lnTo>
                <a:lnTo>
                  <a:pt x="35484" y="8633"/>
                </a:lnTo>
                <a:lnTo>
                  <a:pt x="37394" y="11254"/>
                </a:lnTo>
                <a:lnTo>
                  <a:pt x="36129" y="14981"/>
                </a:lnTo>
                <a:lnTo>
                  <a:pt x="35484" y="15699"/>
                </a:lnTo>
                <a:lnTo>
                  <a:pt x="31757" y="17923"/>
                </a:lnTo>
                <a:lnTo>
                  <a:pt x="29894" y="18707"/>
                </a:lnTo>
                <a:lnTo>
                  <a:pt x="30825" y="22434"/>
                </a:lnTo>
                <a:lnTo>
                  <a:pt x="31757" y="23109"/>
                </a:lnTo>
                <a:lnTo>
                  <a:pt x="35484" y="24866"/>
                </a:lnTo>
                <a:lnTo>
                  <a:pt x="36867" y="26160"/>
                </a:lnTo>
                <a:lnTo>
                  <a:pt x="36877" y="29887"/>
                </a:lnTo>
                <a:lnTo>
                  <a:pt x="35484" y="31703"/>
                </a:lnTo>
                <a:lnTo>
                  <a:pt x="31757" y="32891"/>
                </a:lnTo>
                <a:lnTo>
                  <a:pt x="28031" y="30753"/>
                </a:lnTo>
                <a:lnTo>
                  <a:pt x="26047" y="29887"/>
                </a:lnTo>
                <a:lnTo>
                  <a:pt x="24304" y="29335"/>
                </a:lnTo>
                <a:lnTo>
                  <a:pt x="23717" y="29887"/>
                </a:lnTo>
                <a:lnTo>
                  <a:pt x="22934" y="33613"/>
                </a:lnTo>
                <a:lnTo>
                  <a:pt x="22963" y="37340"/>
                </a:lnTo>
                <a:lnTo>
                  <a:pt x="20578" y="40229"/>
                </a:lnTo>
                <a:lnTo>
                  <a:pt x="16851" y="40273"/>
                </a:lnTo>
                <a:lnTo>
                  <a:pt x="14500" y="37340"/>
                </a:lnTo>
                <a:lnTo>
                  <a:pt x="14481" y="33613"/>
                </a:lnTo>
                <a:lnTo>
                  <a:pt x="13912" y="29887"/>
                </a:lnTo>
                <a:lnTo>
                  <a:pt x="13125" y="28800"/>
                </a:lnTo>
                <a:lnTo>
                  <a:pt x="11140" y="29887"/>
                </a:lnTo>
                <a:lnTo>
                  <a:pt x="9398" y="30955"/>
                </a:lnTo>
                <a:lnTo>
                  <a:pt x="5671" y="32791"/>
                </a:lnTo>
                <a:lnTo>
                  <a:pt x="1945" y="32379"/>
                </a:lnTo>
                <a:lnTo>
                  <a:pt x="270" y="29887"/>
                </a:lnTo>
                <a:lnTo>
                  <a:pt x="386" y="26160"/>
                </a:lnTo>
                <a:lnTo>
                  <a:pt x="1945" y="24794"/>
                </a:lnTo>
                <a:lnTo>
                  <a:pt x="5671" y="23011"/>
                </a:lnTo>
                <a:lnTo>
                  <a:pt x="6403" y="22434"/>
                </a:lnTo>
                <a:lnTo>
                  <a:pt x="7497" y="18707"/>
                </a:lnTo>
                <a:lnTo>
                  <a:pt x="5671" y="17785"/>
                </a:lnTo>
                <a:lnTo>
                  <a:pt x="1945" y="15925"/>
                </a:lnTo>
                <a:lnTo>
                  <a:pt x="1114" y="14981"/>
                </a:lnTo>
                <a:lnTo>
                  <a:pt x="0" y="11254"/>
                </a:lnTo>
                <a:lnTo>
                  <a:pt x="1945" y="8258"/>
                </a:lnTo>
                <a:lnTo>
                  <a:pt x="5671" y="7888"/>
                </a:lnTo>
                <a:lnTo>
                  <a:pt x="9398" y="9721"/>
                </a:lnTo>
                <a:lnTo>
                  <a:pt x="11414" y="11254"/>
                </a:lnTo>
                <a:lnTo>
                  <a:pt x="13125" y="12490"/>
                </a:lnTo>
                <a:lnTo>
                  <a:pt x="14165" y="11254"/>
                </a:lnTo>
                <a:lnTo>
                  <a:pt x="14380" y="7528"/>
                </a:lnTo>
                <a:lnTo>
                  <a:pt x="14881" y="3801"/>
                </a:lnTo>
                <a:lnTo>
                  <a:pt x="16824" y="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sag-phistar-glyph-1">
            <a:extLst xmlns:a="http://schemas.openxmlformats.org/drawingml/2006/main">
              <a:ext uri="{FF2B5EF4-FFF2-40B4-BE49-F238E27FC236}">
                <a16:creationId xmlns:a16="http://schemas.microsoft.com/office/drawing/2014/main" id="{0E000571-EDCD-49B9-AE49-99028C61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895" y="5077896"/>
            <a:ext cx="85392" cy="100928"/>
          </a:xfrm>
          <a:custGeom xmlns:a="http://schemas.openxmlformats.org/drawingml/2006/main">
            <a:pathLst>
              <a:path w="85392" h="100928">
                <a:moveTo>
                  <a:pt x="60910" y="688"/>
                </a:moveTo>
                <a:lnTo>
                  <a:pt x="63049" y="0"/>
                </a:lnTo>
                <a:lnTo>
                  <a:pt x="66776" y="385"/>
                </a:lnTo>
                <a:lnTo>
                  <a:pt x="67829" y="688"/>
                </a:lnTo>
                <a:lnTo>
                  <a:pt x="70502" y="1335"/>
                </a:lnTo>
                <a:lnTo>
                  <a:pt x="74229" y="1890"/>
                </a:lnTo>
                <a:lnTo>
                  <a:pt x="77955" y="3514"/>
                </a:lnTo>
                <a:lnTo>
                  <a:pt x="79009" y="4414"/>
                </a:lnTo>
                <a:lnTo>
                  <a:pt x="81682" y="8041"/>
                </a:lnTo>
                <a:lnTo>
                  <a:pt x="81761" y="8141"/>
                </a:lnTo>
                <a:lnTo>
                  <a:pt x="83972" y="11867"/>
                </a:lnTo>
                <a:lnTo>
                  <a:pt x="84619" y="15594"/>
                </a:lnTo>
                <a:lnTo>
                  <a:pt x="85035" y="19320"/>
                </a:lnTo>
                <a:lnTo>
                  <a:pt x="85392" y="23047"/>
                </a:lnTo>
                <a:lnTo>
                  <a:pt x="85183" y="26773"/>
                </a:lnTo>
                <a:lnTo>
                  <a:pt x="84828" y="30500"/>
                </a:lnTo>
                <a:lnTo>
                  <a:pt x="84465" y="34226"/>
                </a:lnTo>
                <a:lnTo>
                  <a:pt x="84024" y="37953"/>
                </a:lnTo>
                <a:lnTo>
                  <a:pt x="82855" y="41679"/>
                </a:lnTo>
                <a:lnTo>
                  <a:pt x="81682" y="43701"/>
                </a:lnTo>
                <a:lnTo>
                  <a:pt x="81056" y="45406"/>
                </a:lnTo>
                <a:lnTo>
                  <a:pt x="79668" y="49132"/>
                </a:lnTo>
                <a:lnTo>
                  <a:pt x="77955" y="51334"/>
                </a:lnTo>
                <a:lnTo>
                  <a:pt x="76781" y="52859"/>
                </a:lnTo>
                <a:lnTo>
                  <a:pt x="74229" y="56131"/>
                </a:lnTo>
                <a:lnTo>
                  <a:pt x="73936" y="56585"/>
                </a:lnTo>
                <a:lnTo>
                  <a:pt x="71087" y="60312"/>
                </a:lnTo>
                <a:lnTo>
                  <a:pt x="70502" y="60949"/>
                </a:lnTo>
                <a:lnTo>
                  <a:pt x="66776" y="63823"/>
                </a:lnTo>
                <a:lnTo>
                  <a:pt x="66499" y="64038"/>
                </a:lnTo>
                <a:lnTo>
                  <a:pt x="63049" y="66297"/>
                </a:lnTo>
                <a:lnTo>
                  <a:pt x="59521" y="67765"/>
                </a:lnTo>
                <a:lnTo>
                  <a:pt x="59323" y="67896"/>
                </a:lnTo>
                <a:lnTo>
                  <a:pt x="55596" y="69705"/>
                </a:lnTo>
                <a:lnTo>
                  <a:pt x="51870" y="70420"/>
                </a:lnTo>
                <a:lnTo>
                  <a:pt x="48143" y="70826"/>
                </a:lnTo>
                <a:lnTo>
                  <a:pt x="45038" y="71491"/>
                </a:lnTo>
                <a:lnTo>
                  <a:pt x="44416" y="71738"/>
                </a:lnTo>
                <a:lnTo>
                  <a:pt x="40690" y="73855"/>
                </a:lnTo>
                <a:lnTo>
                  <a:pt x="39993" y="75218"/>
                </a:lnTo>
                <a:lnTo>
                  <a:pt x="39107" y="78944"/>
                </a:lnTo>
                <a:lnTo>
                  <a:pt x="38341" y="82671"/>
                </a:lnTo>
                <a:lnTo>
                  <a:pt x="37248" y="86397"/>
                </a:lnTo>
                <a:lnTo>
                  <a:pt x="36963" y="86885"/>
                </a:lnTo>
                <a:lnTo>
                  <a:pt x="36025" y="90124"/>
                </a:lnTo>
                <a:lnTo>
                  <a:pt x="35584" y="93850"/>
                </a:lnTo>
                <a:lnTo>
                  <a:pt x="35135" y="97577"/>
                </a:lnTo>
                <a:lnTo>
                  <a:pt x="33237" y="99834"/>
                </a:lnTo>
                <a:lnTo>
                  <a:pt x="29510" y="100928"/>
                </a:lnTo>
                <a:lnTo>
                  <a:pt x="25784" y="100884"/>
                </a:lnTo>
                <a:lnTo>
                  <a:pt x="22057" y="99954"/>
                </a:lnTo>
                <a:lnTo>
                  <a:pt x="20362" y="97577"/>
                </a:lnTo>
                <a:lnTo>
                  <a:pt x="20901" y="93850"/>
                </a:lnTo>
                <a:lnTo>
                  <a:pt x="22057" y="90383"/>
                </a:lnTo>
                <a:lnTo>
                  <a:pt x="22146" y="90124"/>
                </a:lnTo>
                <a:lnTo>
                  <a:pt x="22955" y="86397"/>
                </a:lnTo>
                <a:lnTo>
                  <a:pt x="23455" y="82671"/>
                </a:lnTo>
                <a:lnTo>
                  <a:pt x="24331" y="78944"/>
                </a:lnTo>
                <a:lnTo>
                  <a:pt x="25170" y="75218"/>
                </a:lnTo>
                <a:lnTo>
                  <a:pt x="24104" y="71491"/>
                </a:lnTo>
                <a:lnTo>
                  <a:pt x="22057" y="70451"/>
                </a:lnTo>
                <a:lnTo>
                  <a:pt x="18331" y="69713"/>
                </a:lnTo>
                <a:lnTo>
                  <a:pt x="14604" y="68533"/>
                </a:lnTo>
                <a:lnTo>
                  <a:pt x="13562" y="67765"/>
                </a:lnTo>
                <a:lnTo>
                  <a:pt x="10878" y="66062"/>
                </a:lnTo>
                <a:lnTo>
                  <a:pt x="8434" y="64038"/>
                </a:lnTo>
                <a:lnTo>
                  <a:pt x="7151" y="62977"/>
                </a:lnTo>
                <a:lnTo>
                  <a:pt x="4958" y="60312"/>
                </a:lnTo>
                <a:lnTo>
                  <a:pt x="3425" y="57871"/>
                </a:lnTo>
                <a:lnTo>
                  <a:pt x="2503" y="56585"/>
                </a:lnTo>
                <a:lnTo>
                  <a:pt x="1262" y="52859"/>
                </a:lnTo>
                <a:lnTo>
                  <a:pt x="776" y="49132"/>
                </a:lnTo>
                <a:lnTo>
                  <a:pt x="114" y="45406"/>
                </a:lnTo>
                <a:lnTo>
                  <a:pt x="0" y="41679"/>
                </a:lnTo>
                <a:lnTo>
                  <a:pt x="578" y="37953"/>
                </a:lnTo>
                <a:lnTo>
                  <a:pt x="988" y="34226"/>
                </a:lnTo>
                <a:lnTo>
                  <a:pt x="1735" y="30500"/>
                </a:lnTo>
                <a:lnTo>
                  <a:pt x="3425" y="27294"/>
                </a:lnTo>
                <a:lnTo>
                  <a:pt x="3797" y="26773"/>
                </a:lnTo>
                <a:lnTo>
                  <a:pt x="5650" y="23047"/>
                </a:lnTo>
                <a:lnTo>
                  <a:pt x="7151" y="21289"/>
                </a:lnTo>
                <a:lnTo>
                  <a:pt x="8867" y="19320"/>
                </a:lnTo>
                <a:lnTo>
                  <a:pt x="10878" y="16902"/>
                </a:lnTo>
                <a:lnTo>
                  <a:pt x="11935" y="15594"/>
                </a:lnTo>
                <a:lnTo>
                  <a:pt x="14604" y="12509"/>
                </a:lnTo>
                <a:lnTo>
                  <a:pt x="15336" y="11867"/>
                </a:lnTo>
                <a:lnTo>
                  <a:pt x="18331" y="9453"/>
                </a:lnTo>
                <a:lnTo>
                  <a:pt x="19880" y="8141"/>
                </a:lnTo>
                <a:lnTo>
                  <a:pt x="22057" y="6386"/>
                </a:lnTo>
                <a:lnTo>
                  <a:pt x="24878" y="4414"/>
                </a:lnTo>
                <a:lnTo>
                  <a:pt x="25784" y="3673"/>
                </a:lnTo>
                <a:lnTo>
                  <a:pt x="29510" y="1429"/>
                </a:lnTo>
                <a:lnTo>
                  <a:pt x="33237" y="1706"/>
                </a:lnTo>
                <a:lnTo>
                  <a:pt x="35521" y="4414"/>
                </a:lnTo>
                <a:lnTo>
                  <a:pt x="35253" y="8141"/>
                </a:lnTo>
                <a:lnTo>
                  <a:pt x="33237" y="10577"/>
                </a:lnTo>
                <a:lnTo>
                  <a:pt x="31903" y="11867"/>
                </a:lnTo>
                <a:lnTo>
                  <a:pt x="29510" y="14435"/>
                </a:lnTo>
                <a:lnTo>
                  <a:pt x="28366" y="15594"/>
                </a:lnTo>
                <a:lnTo>
                  <a:pt x="25784" y="18085"/>
                </a:lnTo>
                <a:lnTo>
                  <a:pt x="24836" y="19320"/>
                </a:lnTo>
                <a:lnTo>
                  <a:pt x="22057" y="22897"/>
                </a:lnTo>
                <a:lnTo>
                  <a:pt x="21945" y="23047"/>
                </a:lnTo>
                <a:lnTo>
                  <a:pt x="20264" y="26773"/>
                </a:lnTo>
                <a:lnTo>
                  <a:pt x="18331" y="29686"/>
                </a:lnTo>
                <a:lnTo>
                  <a:pt x="17872" y="30500"/>
                </a:lnTo>
                <a:lnTo>
                  <a:pt x="16801" y="34226"/>
                </a:lnTo>
                <a:lnTo>
                  <a:pt x="15911" y="37953"/>
                </a:lnTo>
                <a:lnTo>
                  <a:pt x="14604" y="41619"/>
                </a:lnTo>
                <a:lnTo>
                  <a:pt x="14589" y="41679"/>
                </a:lnTo>
                <a:lnTo>
                  <a:pt x="14531" y="45406"/>
                </a:lnTo>
                <a:lnTo>
                  <a:pt x="14604" y="45811"/>
                </a:lnTo>
                <a:lnTo>
                  <a:pt x="15472" y="49132"/>
                </a:lnTo>
                <a:lnTo>
                  <a:pt x="16824" y="52859"/>
                </a:lnTo>
                <a:lnTo>
                  <a:pt x="18331" y="55700"/>
                </a:lnTo>
                <a:lnTo>
                  <a:pt x="19071" y="56585"/>
                </a:lnTo>
                <a:lnTo>
                  <a:pt x="22057" y="59277"/>
                </a:lnTo>
                <a:lnTo>
                  <a:pt x="23479" y="60312"/>
                </a:lnTo>
                <a:lnTo>
                  <a:pt x="25784" y="61548"/>
                </a:lnTo>
                <a:lnTo>
                  <a:pt x="27423" y="60312"/>
                </a:lnTo>
                <a:lnTo>
                  <a:pt x="29386" y="56585"/>
                </a:lnTo>
                <a:lnTo>
                  <a:pt x="29510" y="56387"/>
                </a:lnTo>
                <a:lnTo>
                  <a:pt x="30670" y="52859"/>
                </a:lnTo>
                <a:lnTo>
                  <a:pt x="31192" y="49132"/>
                </a:lnTo>
                <a:lnTo>
                  <a:pt x="31792" y="45406"/>
                </a:lnTo>
                <a:lnTo>
                  <a:pt x="32554" y="41679"/>
                </a:lnTo>
                <a:lnTo>
                  <a:pt x="33237" y="39764"/>
                </a:lnTo>
                <a:lnTo>
                  <a:pt x="33804" y="37953"/>
                </a:lnTo>
                <a:lnTo>
                  <a:pt x="34651" y="34226"/>
                </a:lnTo>
                <a:lnTo>
                  <a:pt x="35332" y="30500"/>
                </a:lnTo>
                <a:lnTo>
                  <a:pt x="36663" y="26773"/>
                </a:lnTo>
                <a:lnTo>
                  <a:pt x="36963" y="26166"/>
                </a:lnTo>
                <a:lnTo>
                  <a:pt x="38042" y="23047"/>
                </a:lnTo>
                <a:lnTo>
                  <a:pt x="38944" y="19320"/>
                </a:lnTo>
                <a:lnTo>
                  <a:pt x="40690" y="16478"/>
                </a:lnTo>
                <a:lnTo>
                  <a:pt x="41306" y="15594"/>
                </a:lnTo>
                <a:lnTo>
                  <a:pt x="43306" y="11867"/>
                </a:lnTo>
                <a:lnTo>
                  <a:pt x="44416" y="10618"/>
                </a:lnTo>
                <a:lnTo>
                  <a:pt x="46641" y="8141"/>
                </a:lnTo>
                <a:lnTo>
                  <a:pt x="48143" y="6883"/>
                </a:lnTo>
                <a:lnTo>
                  <a:pt x="51501" y="4414"/>
                </a:lnTo>
                <a:lnTo>
                  <a:pt x="51870" y="4062"/>
                </a:lnTo>
                <a:lnTo>
                  <a:pt x="55596" y="2249"/>
                </a:lnTo>
                <a:lnTo>
                  <a:pt x="59323" y="1112"/>
                </a:lnTo>
                <a:lnTo>
                  <a:pt x="60910" y="688"/>
                </a:lnTo>
                <a:close/>
                <a:moveTo>
                  <a:pt x="59323" y="11515"/>
                </a:moveTo>
                <a:lnTo>
                  <a:pt x="58986" y="11867"/>
                </a:lnTo>
                <a:lnTo>
                  <a:pt x="55623" y="15594"/>
                </a:lnTo>
                <a:lnTo>
                  <a:pt x="55596" y="15630"/>
                </a:lnTo>
                <a:lnTo>
                  <a:pt x="54001" y="19320"/>
                </a:lnTo>
                <a:lnTo>
                  <a:pt x="52084" y="23047"/>
                </a:lnTo>
                <a:lnTo>
                  <a:pt x="51870" y="23419"/>
                </a:lnTo>
                <a:lnTo>
                  <a:pt x="50857" y="26773"/>
                </a:lnTo>
                <a:lnTo>
                  <a:pt x="50322" y="30500"/>
                </a:lnTo>
                <a:lnTo>
                  <a:pt x="49569" y="34226"/>
                </a:lnTo>
                <a:lnTo>
                  <a:pt x="48143" y="37138"/>
                </a:lnTo>
                <a:lnTo>
                  <a:pt x="47851" y="37953"/>
                </a:lnTo>
                <a:lnTo>
                  <a:pt x="47205" y="41679"/>
                </a:lnTo>
                <a:lnTo>
                  <a:pt x="46535" y="45406"/>
                </a:lnTo>
                <a:lnTo>
                  <a:pt x="45500" y="49132"/>
                </a:lnTo>
                <a:lnTo>
                  <a:pt x="44416" y="52672"/>
                </a:lnTo>
                <a:lnTo>
                  <a:pt x="44367" y="52859"/>
                </a:lnTo>
                <a:lnTo>
                  <a:pt x="43552" y="56585"/>
                </a:lnTo>
                <a:lnTo>
                  <a:pt x="43334" y="60312"/>
                </a:lnTo>
                <a:lnTo>
                  <a:pt x="44416" y="61701"/>
                </a:lnTo>
                <a:lnTo>
                  <a:pt x="48143" y="61860"/>
                </a:lnTo>
                <a:lnTo>
                  <a:pt x="51570" y="60312"/>
                </a:lnTo>
                <a:lnTo>
                  <a:pt x="51870" y="60115"/>
                </a:lnTo>
                <a:lnTo>
                  <a:pt x="55596" y="57473"/>
                </a:lnTo>
                <a:lnTo>
                  <a:pt x="56576" y="56585"/>
                </a:lnTo>
                <a:lnTo>
                  <a:pt x="59323" y="53657"/>
                </a:lnTo>
                <a:lnTo>
                  <a:pt x="59989" y="52859"/>
                </a:lnTo>
                <a:lnTo>
                  <a:pt x="62393" y="49132"/>
                </a:lnTo>
                <a:lnTo>
                  <a:pt x="63049" y="48307"/>
                </a:lnTo>
                <a:lnTo>
                  <a:pt x="64588" y="45406"/>
                </a:lnTo>
                <a:lnTo>
                  <a:pt x="66191" y="41679"/>
                </a:lnTo>
                <a:lnTo>
                  <a:pt x="66776" y="40841"/>
                </a:lnTo>
                <a:lnTo>
                  <a:pt x="68050" y="37953"/>
                </a:lnTo>
                <a:lnTo>
                  <a:pt x="68706" y="34226"/>
                </a:lnTo>
                <a:lnTo>
                  <a:pt x="69561" y="30500"/>
                </a:lnTo>
                <a:lnTo>
                  <a:pt x="70502" y="27434"/>
                </a:lnTo>
                <a:lnTo>
                  <a:pt x="70666" y="26773"/>
                </a:lnTo>
                <a:lnTo>
                  <a:pt x="70733" y="23047"/>
                </a:lnTo>
                <a:lnTo>
                  <a:pt x="70502" y="21716"/>
                </a:lnTo>
                <a:lnTo>
                  <a:pt x="69930" y="19320"/>
                </a:lnTo>
                <a:lnTo>
                  <a:pt x="69015" y="15594"/>
                </a:lnTo>
                <a:lnTo>
                  <a:pt x="67877" y="11867"/>
                </a:lnTo>
                <a:lnTo>
                  <a:pt x="66776" y="10644"/>
                </a:lnTo>
                <a:lnTo>
                  <a:pt x="63049" y="10143"/>
                </a:lnTo>
                <a:lnTo>
                  <a:pt x="59323" y="11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sag-phiN-glyph-0">
            <a:extLst xmlns:a="http://schemas.openxmlformats.org/drawingml/2006/main">
              <a:ext uri="{FF2B5EF4-FFF2-40B4-BE49-F238E27FC236}">
                <a16:creationId xmlns:a16="http://schemas.microsoft.com/office/drawing/2014/main" id="{C9628210-E084-4880-9789-920847D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9974" y="5023593"/>
            <a:ext cx="72271" cy="69195"/>
          </a:xfrm>
          <a:custGeom xmlns:a="http://schemas.openxmlformats.org/drawingml/2006/main">
            <a:pathLst>
              <a:path w="72271" h="69195">
                <a:moveTo>
                  <a:pt x="11637" y="2820"/>
                </a:moveTo>
                <a:lnTo>
                  <a:pt x="14408" y="888"/>
                </a:lnTo>
                <a:lnTo>
                  <a:pt x="18134" y="675"/>
                </a:lnTo>
                <a:lnTo>
                  <a:pt x="21861" y="535"/>
                </a:lnTo>
                <a:lnTo>
                  <a:pt x="25587" y="509"/>
                </a:lnTo>
                <a:lnTo>
                  <a:pt x="29314" y="479"/>
                </a:lnTo>
                <a:lnTo>
                  <a:pt x="31781" y="2820"/>
                </a:lnTo>
                <a:lnTo>
                  <a:pt x="33040" y="4845"/>
                </a:lnTo>
                <a:lnTo>
                  <a:pt x="34088" y="6546"/>
                </a:lnTo>
                <a:lnTo>
                  <a:pt x="35090" y="10273"/>
                </a:lnTo>
                <a:lnTo>
                  <a:pt x="35980" y="13999"/>
                </a:lnTo>
                <a:lnTo>
                  <a:pt x="36767" y="15892"/>
                </a:lnTo>
                <a:lnTo>
                  <a:pt x="37918" y="17726"/>
                </a:lnTo>
                <a:lnTo>
                  <a:pt x="39164" y="21452"/>
                </a:lnTo>
                <a:lnTo>
                  <a:pt x="40493" y="24996"/>
                </a:lnTo>
                <a:lnTo>
                  <a:pt x="40598" y="25179"/>
                </a:lnTo>
                <a:lnTo>
                  <a:pt x="42194" y="28905"/>
                </a:lnTo>
                <a:lnTo>
                  <a:pt x="43112" y="32632"/>
                </a:lnTo>
                <a:lnTo>
                  <a:pt x="44220" y="35864"/>
                </a:lnTo>
                <a:lnTo>
                  <a:pt x="44576" y="36358"/>
                </a:lnTo>
                <a:lnTo>
                  <a:pt x="46581" y="40085"/>
                </a:lnTo>
                <a:lnTo>
                  <a:pt x="47741" y="43811"/>
                </a:lnTo>
                <a:lnTo>
                  <a:pt x="47946" y="44190"/>
                </a:lnTo>
                <a:lnTo>
                  <a:pt x="48201" y="43811"/>
                </a:lnTo>
                <a:lnTo>
                  <a:pt x="49767" y="40085"/>
                </a:lnTo>
                <a:lnTo>
                  <a:pt x="51673" y="36400"/>
                </a:lnTo>
                <a:lnTo>
                  <a:pt x="51691" y="36358"/>
                </a:lnTo>
                <a:lnTo>
                  <a:pt x="52774" y="32632"/>
                </a:lnTo>
                <a:lnTo>
                  <a:pt x="53471" y="28905"/>
                </a:lnTo>
                <a:lnTo>
                  <a:pt x="53967" y="25179"/>
                </a:lnTo>
                <a:lnTo>
                  <a:pt x="55225" y="21452"/>
                </a:lnTo>
                <a:lnTo>
                  <a:pt x="55399" y="20893"/>
                </a:lnTo>
                <a:lnTo>
                  <a:pt x="56219" y="17726"/>
                </a:lnTo>
                <a:lnTo>
                  <a:pt x="56525" y="13999"/>
                </a:lnTo>
                <a:lnTo>
                  <a:pt x="56637" y="10273"/>
                </a:lnTo>
                <a:lnTo>
                  <a:pt x="55399" y="6851"/>
                </a:lnTo>
                <a:lnTo>
                  <a:pt x="55176" y="6546"/>
                </a:lnTo>
                <a:lnTo>
                  <a:pt x="53421" y="2820"/>
                </a:lnTo>
                <a:lnTo>
                  <a:pt x="55399" y="614"/>
                </a:lnTo>
                <a:lnTo>
                  <a:pt x="59126" y="164"/>
                </a:lnTo>
                <a:lnTo>
                  <a:pt x="62852" y="0"/>
                </a:lnTo>
                <a:lnTo>
                  <a:pt x="66579" y="194"/>
                </a:lnTo>
                <a:lnTo>
                  <a:pt x="70305" y="779"/>
                </a:lnTo>
                <a:lnTo>
                  <a:pt x="72271" y="2820"/>
                </a:lnTo>
                <a:lnTo>
                  <a:pt x="70305" y="6451"/>
                </a:lnTo>
                <a:lnTo>
                  <a:pt x="70246" y="6546"/>
                </a:lnTo>
                <a:lnTo>
                  <a:pt x="68207" y="10273"/>
                </a:lnTo>
                <a:lnTo>
                  <a:pt x="66579" y="13620"/>
                </a:lnTo>
                <a:lnTo>
                  <a:pt x="66411" y="13999"/>
                </a:lnTo>
                <a:lnTo>
                  <a:pt x="65527" y="17726"/>
                </a:lnTo>
                <a:lnTo>
                  <a:pt x="64843" y="21452"/>
                </a:lnTo>
                <a:lnTo>
                  <a:pt x="63974" y="25179"/>
                </a:lnTo>
                <a:lnTo>
                  <a:pt x="62852" y="28849"/>
                </a:lnTo>
                <a:lnTo>
                  <a:pt x="62835" y="28905"/>
                </a:lnTo>
                <a:lnTo>
                  <a:pt x="61987" y="32632"/>
                </a:lnTo>
                <a:lnTo>
                  <a:pt x="61448" y="36358"/>
                </a:lnTo>
                <a:lnTo>
                  <a:pt x="60835" y="40085"/>
                </a:lnTo>
                <a:lnTo>
                  <a:pt x="59740" y="43811"/>
                </a:lnTo>
                <a:lnTo>
                  <a:pt x="59126" y="45233"/>
                </a:lnTo>
                <a:lnTo>
                  <a:pt x="58472" y="47538"/>
                </a:lnTo>
                <a:lnTo>
                  <a:pt x="58023" y="51264"/>
                </a:lnTo>
                <a:lnTo>
                  <a:pt x="57423" y="54991"/>
                </a:lnTo>
                <a:lnTo>
                  <a:pt x="56700" y="58717"/>
                </a:lnTo>
                <a:lnTo>
                  <a:pt x="55399" y="62147"/>
                </a:lnTo>
                <a:lnTo>
                  <a:pt x="55287" y="62444"/>
                </a:lnTo>
                <a:lnTo>
                  <a:pt x="54363" y="66170"/>
                </a:lnTo>
                <a:lnTo>
                  <a:pt x="51673" y="69021"/>
                </a:lnTo>
                <a:lnTo>
                  <a:pt x="47946" y="69100"/>
                </a:lnTo>
                <a:lnTo>
                  <a:pt x="44220" y="68234"/>
                </a:lnTo>
                <a:lnTo>
                  <a:pt x="42721" y="66170"/>
                </a:lnTo>
                <a:lnTo>
                  <a:pt x="41617" y="62444"/>
                </a:lnTo>
                <a:lnTo>
                  <a:pt x="40493" y="59511"/>
                </a:lnTo>
                <a:lnTo>
                  <a:pt x="40056" y="58717"/>
                </a:lnTo>
                <a:lnTo>
                  <a:pt x="38578" y="54991"/>
                </a:lnTo>
                <a:lnTo>
                  <a:pt x="37316" y="51264"/>
                </a:lnTo>
                <a:lnTo>
                  <a:pt x="36767" y="50273"/>
                </a:lnTo>
                <a:lnTo>
                  <a:pt x="35410" y="47538"/>
                </a:lnTo>
                <a:lnTo>
                  <a:pt x="34306" y="43811"/>
                </a:lnTo>
                <a:lnTo>
                  <a:pt x="33040" y="40888"/>
                </a:lnTo>
                <a:lnTo>
                  <a:pt x="32574" y="40085"/>
                </a:lnTo>
                <a:lnTo>
                  <a:pt x="31098" y="36358"/>
                </a:lnTo>
                <a:lnTo>
                  <a:pt x="30100" y="32632"/>
                </a:lnTo>
                <a:lnTo>
                  <a:pt x="29314" y="30628"/>
                </a:lnTo>
                <a:lnTo>
                  <a:pt x="28452" y="28905"/>
                </a:lnTo>
                <a:lnTo>
                  <a:pt x="27396" y="25179"/>
                </a:lnTo>
                <a:lnTo>
                  <a:pt x="25587" y="22297"/>
                </a:lnTo>
                <a:lnTo>
                  <a:pt x="22369" y="25179"/>
                </a:lnTo>
                <a:lnTo>
                  <a:pt x="21861" y="26483"/>
                </a:lnTo>
                <a:lnTo>
                  <a:pt x="21345" y="28905"/>
                </a:lnTo>
                <a:lnTo>
                  <a:pt x="20662" y="32632"/>
                </a:lnTo>
                <a:lnTo>
                  <a:pt x="20100" y="36358"/>
                </a:lnTo>
                <a:lnTo>
                  <a:pt x="19243" y="40085"/>
                </a:lnTo>
                <a:lnTo>
                  <a:pt x="18134" y="43075"/>
                </a:lnTo>
                <a:lnTo>
                  <a:pt x="17877" y="43811"/>
                </a:lnTo>
                <a:lnTo>
                  <a:pt x="17054" y="47538"/>
                </a:lnTo>
                <a:lnTo>
                  <a:pt x="16651" y="51264"/>
                </a:lnTo>
                <a:lnTo>
                  <a:pt x="16148" y="54991"/>
                </a:lnTo>
                <a:lnTo>
                  <a:pt x="15741" y="58717"/>
                </a:lnTo>
                <a:lnTo>
                  <a:pt x="16727" y="62444"/>
                </a:lnTo>
                <a:lnTo>
                  <a:pt x="18134" y="64544"/>
                </a:lnTo>
                <a:lnTo>
                  <a:pt x="19169" y="66170"/>
                </a:lnTo>
                <a:lnTo>
                  <a:pt x="18134" y="67436"/>
                </a:lnTo>
                <a:lnTo>
                  <a:pt x="14408" y="68871"/>
                </a:lnTo>
                <a:lnTo>
                  <a:pt x="10681" y="69100"/>
                </a:lnTo>
                <a:lnTo>
                  <a:pt x="6955" y="69195"/>
                </a:lnTo>
                <a:lnTo>
                  <a:pt x="3228" y="68606"/>
                </a:lnTo>
                <a:lnTo>
                  <a:pt x="0" y="66170"/>
                </a:lnTo>
                <a:lnTo>
                  <a:pt x="3050" y="62444"/>
                </a:lnTo>
                <a:lnTo>
                  <a:pt x="3228" y="62243"/>
                </a:lnTo>
                <a:lnTo>
                  <a:pt x="4777" y="58717"/>
                </a:lnTo>
                <a:lnTo>
                  <a:pt x="5446" y="54991"/>
                </a:lnTo>
                <a:lnTo>
                  <a:pt x="6409" y="51264"/>
                </a:lnTo>
                <a:lnTo>
                  <a:pt x="6955" y="49879"/>
                </a:lnTo>
                <a:lnTo>
                  <a:pt x="7641" y="47538"/>
                </a:lnTo>
                <a:lnTo>
                  <a:pt x="8428" y="43811"/>
                </a:lnTo>
                <a:lnTo>
                  <a:pt x="9082" y="40085"/>
                </a:lnTo>
                <a:lnTo>
                  <a:pt x="9987" y="36358"/>
                </a:lnTo>
                <a:lnTo>
                  <a:pt x="10681" y="34399"/>
                </a:lnTo>
                <a:lnTo>
                  <a:pt x="11237" y="32632"/>
                </a:lnTo>
                <a:lnTo>
                  <a:pt x="11976" y="28905"/>
                </a:lnTo>
                <a:lnTo>
                  <a:pt x="12446" y="25179"/>
                </a:lnTo>
                <a:lnTo>
                  <a:pt x="13476" y="21452"/>
                </a:lnTo>
                <a:lnTo>
                  <a:pt x="14408" y="18311"/>
                </a:lnTo>
                <a:lnTo>
                  <a:pt x="14628" y="17726"/>
                </a:lnTo>
                <a:lnTo>
                  <a:pt x="15280" y="13999"/>
                </a:lnTo>
                <a:lnTo>
                  <a:pt x="15404" y="10273"/>
                </a:lnTo>
                <a:lnTo>
                  <a:pt x="14408" y="7416"/>
                </a:lnTo>
                <a:lnTo>
                  <a:pt x="13824" y="6546"/>
                </a:lnTo>
                <a:lnTo>
                  <a:pt x="11637" y="28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sag-phiN-glyph-1">
            <a:extLst xmlns:a="http://schemas.openxmlformats.org/drawingml/2006/main">
              <a:ext uri="{FF2B5EF4-FFF2-40B4-BE49-F238E27FC236}">
                <a16:creationId xmlns:a16="http://schemas.microsoft.com/office/drawing/2014/main" id="{D9E1D085-CE42-49C6-865A-52662E32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9390" y="5078243"/>
            <a:ext cx="84879" cy="100306"/>
          </a:xfrm>
          <a:custGeom xmlns:a="http://schemas.openxmlformats.org/drawingml/2006/main">
            <a:pathLst>
              <a:path w="84879" h="100306">
                <a:moveTo>
                  <a:pt x="64111" y="341"/>
                </a:moveTo>
                <a:lnTo>
                  <a:pt x="66547" y="0"/>
                </a:lnTo>
                <a:lnTo>
                  <a:pt x="68131" y="341"/>
                </a:lnTo>
                <a:lnTo>
                  <a:pt x="70274" y="741"/>
                </a:lnTo>
                <a:lnTo>
                  <a:pt x="74000" y="1493"/>
                </a:lnTo>
                <a:lnTo>
                  <a:pt x="77727" y="3665"/>
                </a:lnTo>
                <a:lnTo>
                  <a:pt x="78193" y="4067"/>
                </a:lnTo>
                <a:lnTo>
                  <a:pt x="81248" y="7794"/>
                </a:lnTo>
                <a:lnTo>
                  <a:pt x="81453" y="8053"/>
                </a:lnTo>
                <a:lnTo>
                  <a:pt x="83513" y="11520"/>
                </a:lnTo>
                <a:lnTo>
                  <a:pt x="84002" y="15247"/>
                </a:lnTo>
                <a:lnTo>
                  <a:pt x="84645" y="18973"/>
                </a:lnTo>
                <a:lnTo>
                  <a:pt x="84879" y="22700"/>
                </a:lnTo>
                <a:lnTo>
                  <a:pt x="84672" y="26426"/>
                </a:lnTo>
                <a:lnTo>
                  <a:pt x="84442" y="30153"/>
                </a:lnTo>
                <a:lnTo>
                  <a:pt x="84113" y="33879"/>
                </a:lnTo>
                <a:lnTo>
                  <a:pt x="83627" y="37606"/>
                </a:lnTo>
                <a:lnTo>
                  <a:pt x="82363" y="41332"/>
                </a:lnTo>
                <a:lnTo>
                  <a:pt x="81453" y="42891"/>
                </a:lnTo>
                <a:lnTo>
                  <a:pt x="80642" y="45059"/>
                </a:lnTo>
                <a:lnTo>
                  <a:pt x="79264" y="48785"/>
                </a:lnTo>
                <a:lnTo>
                  <a:pt x="77727" y="50790"/>
                </a:lnTo>
                <a:lnTo>
                  <a:pt x="76672" y="52512"/>
                </a:lnTo>
                <a:lnTo>
                  <a:pt x="74000" y="55994"/>
                </a:lnTo>
                <a:lnTo>
                  <a:pt x="73760" y="56238"/>
                </a:lnTo>
                <a:lnTo>
                  <a:pt x="70274" y="59725"/>
                </a:lnTo>
                <a:lnTo>
                  <a:pt x="69992" y="59965"/>
                </a:lnTo>
                <a:lnTo>
                  <a:pt x="66547" y="63185"/>
                </a:lnTo>
                <a:lnTo>
                  <a:pt x="65993" y="63691"/>
                </a:lnTo>
                <a:lnTo>
                  <a:pt x="62821" y="66229"/>
                </a:lnTo>
                <a:lnTo>
                  <a:pt x="59848" y="67418"/>
                </a:lnTo>
                <a:lnTo>
                  <a:pt x="59094" y="67819"/>
                </a:lnTo>
                <a:lnTo>
                  <a:pt x="55368" y="69264"/>
                </a:lnTo>
                <a:lnTo>
                  <a:pt x="51641" y="69968"/>
                </a:lnTo>
                <a:lnTo>
                  <a:pt x="47915" y="70249"/>
                </a:lnTo>
                <a:lnTo>
                  <a:pt x="44188" y="70851"/>
                </a:lnTo>
                <a:lnTo>
                  <a:pt x="43651" y="71144"/>
                </a:lnTo>
                <a:lnTo>
                  <a:pt x="40462" y="73758"/>
                </a:lnTo>
                <a:lnTo>
                  <a:pt x="39850" y="74871"/>
                </a:lnTo>
                <a:lnTo>
                  <a:pt x="38948" y="78597"/>
                </a:lnTo>
                <a:lnTo>
                  <a:pt x="38120" y="82324"/>
                </a:lnTo>
                <a:lnTo>
                  <a:pt x="36735" y="85535"/>
                </a:lnTo>
                <a:lnTo>
                  <a:pt x="36533" y="86050"/>
                </a:lnTo>
                <a:lnTo>
                  <a:pt x="35704" y="89777"/>
                </a:lnTo>
                <a:lnTo>
                  <a:pt x="35348" y="93503"/>
                </a:lnTo>
                <a:lnTo>
                  <a:pt x="34530" y="97230"/>
                </a:lnTo>
                <a:lnTo>
                  <a:pt x="33009" y="98957"/>
                </a:lnTo>
                <a:lnTo>
                  <a:pt x="29282" y="100306"/>
                </a:lnTo>
                <a:lnTo>
                  <a:pt x="25556" y="100108"/>
                </a:lnTo>
                <a:lnTo>
                  <a:pt x="21829" y="99093"/>
                </a:lnTo>
                <a:lnTo>
                  <a:pt x="20475" y="97230"/>
                </a:lnTo>
                <a:lnTo>
                  <a:pt x="20728" y="93503"/>
                </a:lnTo>
                <a:lnTo>
                  <a:pt x="21829" y="89941"/>
                </a:lnTo>
                <a:lnTo>
                  <a:pt x="21882" y="89777"/>
                </a:lnTo>
                <a:lnTo>
                  <a:pt x="23094" y="86050"/>
                </a:lnTo>
                <a:lnTo>
                  <a:pt x="23692" y="82324"/>
                </a:lnTo>
                <a:lnTo>
                  <a:pt x="24289" y="78597"/>
                </a:lnTo>
                <a:lnTo>
                  <a:pt x="25135" y="74871"/>
                </a:lnTo>
                <a:lnTo>
                  <a:pt x="23804" y="71144"/>
                </a:lnTo>
                <a:lnTo>
                  <a:pt x="21829" y="70094"/>
                </a:lnTo>
                <a:lnTo>
                  <a:pt x="18102" y="69550"/>
                </a:lnTo>
                <a:lnTo>
                  <a:pt x="14376" y="67707"/>
                </a:lnTo>
                <a:lnTo>
                  <a:pt x="13996" y="67418"/>
                </a:lnTo>
                <a:lnTo>
                  <a:pt x="10649" y="65316"/>
                </a:lnTo>
                <a:lnTo>
                  <a:pt x="8431" y="63691"/>
                </a:lnTo>
                <a:lnTo>
                  <a:pt x="6923" y="62647"/>
                </a:lnTo>
                <a:lnTo>
                  <a:pt x="4704" y="59965"/>
                </a:lnTo>
                <a:lnTo>
                  <a:pt x="3196" y="57629"/>
                </a:lnTo>
                <a:lnTo>
                  <a:pt x="2282" y="56238"/>
                </a:lnTo>
                <a:lnTo>
                  <a:pt x="1156" y="52512"/>
                </a:lnTo>
                <a:lnTo>
                  <a:pt x="740" y="48785"/>
                </a:lnTo>
                <a:lnTo>
                  <a:pt x="159" y="45059"/>
                </a:lnTo>
                <a:lnTo>
                  <a:pt x="0" y="41332"/>
                </a:lnTo>
                <a:lnTo>
                  <a:pt x="575" y="37606"/>
                </a:lnTo>
                <a:lnTo>
                  <a:pt x="992" y="33879"/>
                </a:lnTo>
                <a:lnTo>
                  <a:pt x="1576" y="30153"/>
                </a:lnTo>
                <a:lnTo>
                  <a:pt x="3196" y="26998"/>
                </a:lnTo>
                <a:lnTo>
                  <a:pt x="3613" y="26426"/>
                </a:lnTo>
                <a:lnTo>
                  <a:pt x="5442" y="22700"/>
                </a:lnTo>
                <a:lnTo>
                  <a:pt x="6923" y="20794"/>
                </a:lnTo>
                <a:lnTo>
                  <a:pt x="8507" y="18973"/>
                </a:lnTo>
                <a:lnTo>
                  <a:pt x="10649" y="16718"/>
                </a:lnTo>
                <a:lnTo>
                  <a:pt x="11993" y="15247"/>
                </a:lnTo>
                <a:lnTo>
                  <a:pt x="14376" y="12582"/>
                </a:lnTo>
                <a:lnTo>
                  <a:pt x="15373" y="11520"/>
                </a:lnTo>
                <a:lnTo>
                  <a:pt x="18102" y="9150"/>
                </a:lnTo>
                <a:lnTo>
                  <a:pt x="19966" y="7794"/>
                </a:lnTo>
                <a:lnTo>
                  <a:pt x="21829" y="6375"/>
                </a:lnTo>
                <a:lnTo>
                  <a:pt x="24788" y="4067"/>
                </a:lnTo>
                <a:lnTo>
                  <a:pt x="25556" y="3408"/>
                </a:lnTo>
                <a:lnTo>
                  <a:pt x="29282" y="1435"/>
                </a:lnTo>
                <a:lnTo>
                  <a:pt x="33009" y="1516"/>
                </a:lnTo>
                <a:lnTo>
                  <a:pt x="35077" y="4067"/>
                </a:lnTo>
                <a:lnTo>
                  <a:pt x="34937" y="7794"/>
                </a:lnTo>
                <a:lnTo>
                  <a:pt x="33009" y="10128"/>
                </a:lnTo>
                <a:lnTo>
                  <a:pt x="31645" y="11520"/>
                </a:lnTo>
                <a:lnTo>
                  <a:pt x="29282" y="14039"/>
                </a:lnTo>
                <a:lnTo>
                  <a:pt x="28113" y="15247"/>
                </a:lnTo>
                <a:lnTo>
                  <a:pt x="25556" y="17725"/>
                </a:lnTo>
                <a:lnTo>
                  <a:pt x="24579" y="18973"/>
                </a:lnTo>
                <a:lnTo>
                  <a:pt x="21829" y="22221"/>
                </a:lnTo>
                <a:lnTo>
                  <a:pt x="21399" y="22700"/>
                </a:lnTo>
                <a:lnTo>
                  <a:pt x="19465" y="26426"/>
                </a:lnTo>
                <a:lnTo>
                  <a:pt x="18102" y="28179"/>
                </a:lnTo>
                <a:lnTo>
                  <a:pt x="17004" y="30153"/>
                </a:lnTo>
                <a:lnTo>
                  <a:pt x="16323" y="33879"/>
                </a:lnTo>
                <a:lnTo>
                  <a:pt x="15702" y="37606"/>
                </a:lnTo>
                <a:lnTo>
                  <a:pt x="15211" y="41332"/>
                </a:lnTo>
                <a:lnTo>
                  <a:pt x="15030" y="45059"/>
                </a:lnTo>
                <a:lnTo>
                  <a:pt x="15524" y="48785"/>
                </a:lnTo>
                <a:lnTo>
                  <a:pt x="16396" y="52512"/>
                </a:lnTo>
                <a:lnTo>
                  <a:pt x="18102" y="56101"/>
                </a:lnTo>
                <a:lnTo>
                  <a:pt x="18230" y="56238"/>
                </a:lnTo>
                <a:lnTo>
                  <a:pt x="21829" y="59190"/>
                </a:lnTo>
                <a:lnTo>
                  <a:pt x="22858" y="59965"/>
                </a:lnTo>
                <a:lnTo>
                  <a:pt x="25556" y="61434"/>
                </a:lnTo>
                <a:lnTo>
                  <a:pt x="27815" y="59965"/>
                </a:lnTo>
                <a:lnTo>
                  <a:pt x="29282" y="57356"/>
                </a:lnTo>
                <a:lnTo>
                  <a:pt x="29716" y="56238"/>
                </a:lnTo>
                <a:lnTo>
                  <a:pt x="30564" y="52512"/>
                </a:lnTo>
                <a:lnTo>
                  <a:pt x="31038" y="48785"/>
                </a:lnTo>
                <a:lnTo>
                  <a:pt x="31536" y="45059"/>
                </a:lnTo>
                <a:lnTo>
                  <a:pt x="32381" y="41332"/>
                </a:lnTo>
                <a:lnTo>
                  <a:pt x="33009" y="39570"/>
                </a:lnTo>
                <a:lnTo>
                  <a:pt x="33559" y="37606"/>
                </a:lnTo>
                <a:lnTo>
                  <a:pt x="34345" y="33879"/>
                </a:lnTo>
                <a:lnTo>
                  <a:pt x="34896" y="30153"/>
                </a:lnTo>
                <a:lnTo>
                  <a:pt x="36735" y="26498"/>
                </a:lnTo>
                <a:lnTo>
                  <a:pt x="36785" y="26426"/>
                </a:lnTo>
                <a:lnTo>
                  <a:pt x="37928" y="22700"/>
                </a:lnTo>
                <a:lnTo>
                  <a:pt x="38992" y="18973"/>
                </a:lnTo>
                <a:lnTo>
                  <a:pt x="40462" y="16531"/>
                </a:lnTo>
                <a:lnTo>
                  <a:pt x="41295" y="15247"/>
                </a:lnTo>
                <a:lnTo>
                  <a:pt x="43933" y="11520"/>
                </a:lnTo>
                <a:lnTo>
                  <a:pt x="44188" y="11210"/>
                </a:lnTo>
                <a:lnTo>
                  <a:pt x="46853" y="7794"/>
                </a:lnTo>
                <a:lnTo>
                  <a:pt x="47915" y="6845"/>
                </a:lnTo>
                <a:lnTo>
                  <a:pt x="51641" y="4338"/>
                </a:lnTo>
                <a:lnTo>
                  <a:pt x="52078" y="4067"/>
                </a:lnTo>
                <a:lnTo>
                  <a:pt x="55368" y="2383"/>
                </a:lnTo>
                <a:lnTo>
                  <a:pt x="59094" y="1398"/>
                </a:lnTo>
                <a:lnTo>
                  <a:pt x="62821" y="513"/>
                </a:lnTo>
                <a:lnTo>
                  <a:pt x="64111" y="341"/>
                </a:lnTo>
                <a:close/>
                <a:moveTo>
                  <a:pt x="59094" y="10756"/>
                </a:moveTo>
                <a:lnTo>
                  <a:pt x="58400" y="11520"/>
                </a:lnTo>
                <a:lnTo>
                  <a:pt x="55368" y="15185"/>
                </a:lnTo>
                <a:lnTo>
                  <a:pt x="55322" y="15247"/>
                </a:lnTo>
                <a:lnTo>
                  <a:pt x="53804" y="18973"/>
                </a:lnTo>
                <a:lnTo>
                  <a:pt x="51926" y="22700"/>
                </a:lnTo>
                <a:lnTo>
                  <a:pt x="51641" y="23204"/>
                </a:lnTo>
                <a:lnTo>
                  <a:pt x="50596" y="26426"/>
                </a:lnTo>
                <a:lnTo>
                  <a:pt x="49691" y="30153"/>
                </a:lnTo>
                <a:lnTo>
                  <a:pt x="48732" y="33879"/>
                </a:lnTo>
                <a:lnTo>
                  <a:pt x="47915" y="35934"/>
                </a:lnTo>
                <a:lnTo>
                  <a:pt x="47449" y="37606"/>
                </a:lnTo>
                <a:lnTo>
                  <a:pt x="46816" y="41332"/>
                </a:lnTo>
                <a:lnTo>
                  <a:pt x="46092" y="45059"/>
                </a:lnTo>
                <a:lnTo>
                  <a:pt x="45218" y="48785"/>
                </a:lnTo>
                <a:lnTo>
                  <a:pt x="44188" y="52139"/>
                </a:lnTo>
                <a:lnTo>
                  <a:pt x="44083" y="52512"/>
                </a:lnTo>
                <a:lnTo>
                  <a:pt x="43375" y="56238"/>
                </a:lnTo>
                <a:lnTo>
                  <a:pt x="43013" y="59965"/>
                </a:lnTo>
                <a:lnTo>
                  <a:pt x="44188" y="61494"/>
                </a:lnTo>
                <a:lnTo>
                  <a:pt x="47915" y="61657"/>
                </a:lnTo>
                <a:lnTo>
                  <a:pt x="51138" y="59965"/>
                </a:lnTo>
                <a:lnTo>
                  <a:pt x="51641" y="59631"/>
                </a:lnTo>
                <a:lnTo>
                  <a:pt x="55368" y="57445"/>
                </a:lnTo>
                <a:lnTo>
                  <a:pt x="56783" y="56238"/>
                </a:lnTo>
                <a:lnTo>
                  <a:pt x="59094" y="53835"/>
                </a:lnTo>
                <a:lnTo>
                  <a:pt x="60430" y="52512"/>
                </a:lnTo>
                <a:lnTo>
                  <a:pt x="62821" y="49082"/>
                </a:lnTo>
                <a:lnTo>
                  <a:pt x="63004" y="48785"/>
                </a:lnTo>
                <a:lnTo>
                  <a:pt x="64615" y="45059"/>
                </a:lnTo>
                <a:lnTo>
                  <a:pt x="66250" y="41332"/>
                </a:lnTo>
                <a:lnTo>
                  <a:pt x="66547" y="40824"/>
                </a:lnTo>
                <a:lnTo>
                  <a:pt x="67776" y="37606"/>
                </a:lnTo>
                <a:lnTo>
                  <a:pt x="68524" y="33879"/>
                </a:lnTo>
                <a:lnTo>
                  <a:pt x="69358" y="30153"/>
                </a:lnTo>
                <a:lnTo>
                  <a:pt x="69836" y="26426"/>
                </a:lnTo>
                <a:lnTo>
                  <a:pt x="70274" y="23365"/>
                </a:lnTo>
                <a:lnTo>
                  <a:pt x="70363" y="22700"/>
                </a:lnTo>
                <a:lnTo>
                  <a:pt x="70274" y="21535"/>
                </a:lnTo>
                <a:lnTo>
                  <a:pt x="70056" y="18973"/>
                </a:lnTo>
                <a:lnTo>
                  <a:pt x="69088" y="15247"/>
                </a:lnTo>
                <a:lnTo>
                  <a:pt x="67934" y="11520"/>
                </a:lnTo>
                <a:lnTo>
                  <a:pt x="66547" y="9916"/>
                </a:lnTo>
                <a:lnTo>
                  <a:pt x="62821" y="9042"/>
                </a:lnTo>
                <a:lnTo>
                  <a:pt x="59094" y="10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sag-omega1-glyph-0">
            <a:extLst xmlns:a="http://schemas.openxmlformats.org/drawingml/2006/main">
              <a:ext uri="{FF2B5EF4-FFF2-40B4-BE49-F238E27FC236}">
                <a16:creationId xmlns:a16="http://schemas.microsoft.com/office/drawing/2014/main" id="{1DA70F73-109B-4C6F-B422-B3CE106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056" y="6199161"/>
            <a:ext cx="43621" cy="67012"/>
          </a:xfrm>
          <a:custGeom xmlns:a="http://schemas.openxmlformats.org/drawingml/2006/main">
            <a:pathLst>
              <a:path w="43621" h="67012">
                <a:moveTo>
                  <a:pt x="21191" y="1104"/>
                </a:moveTo>
                <a:lnTo>
                  <a:pt x="23331" y="0"/>
                </a:lnTo>
                <a:lnTo>
                  <a:pt x="27057" y="2"/>
                </a:lnTo>
                <a:lnTo>
                  <a:pt x="28159" y="1104"/>
                </a:lnTo>
                <a:lnTo>
                  <a:pt x="28807" y="4830"/>
                </a:lnTo>
                <a:lnTo>
                  <a:pt x="28746" y="8557"/>
                </a:lnTo>
                <a:lnTo>
                  <a:pt x="28752" y="12283"/>
                </a:lnTo>
                <a:lnTo>
                  <a:pt x="28742" y="16010"/>
                </a:lnTo>
                <a:lnTo>
                  <a:pt x="28834" y="19736"/>
                </a:lnTo>
                <a:lnTo>
                  <a:pt x="28783" y="23463"/>
                </a:lnTo>
                <a:lnTo>
                  <a:pt x="28787" y="27189"/>
                </a:lnTo>
                <a:lnTo>
                  <a:pt x="28729" y="30916"/>
                </a:lnTo>
                <a:lnTo>
                  <a:pt x="28758" y="34642"/>
                </a:lnTo>
                <a:lnTo>
                  <a:pt x="28770" y="38369"/>
                </a:lnTo>
                <a:lnTo>
                  <a:pt x="28746" y="42095"/>
                </a:lnTo>
                <a:lnTo>
                  <a:pt x="28781" y="45822"/>
                </a:lnTo>
                <a:lnTo>
                  <a:pt x="28823" y="49548"/>
                </a:lnTo>
                <a:lnTo>
                  <a:pt x="28823" y="53275"/>
                </a:lnTo>
                <a:lnTo>
                  <a:pt x="29299" y="57001"/>
                </a:lnTo>
                <a:lnTo>
                  <a:pt x="30784" y="59018"/>
                </a:lnTo>
                <a:lnTo>
                  <a:pt x="34510" y="60388"/>
                </a:lnTo>
                <a:lnTo>
                  <a:pt x="35988" y="60728"/>
                </a:lnTo>
                <a:lnTo>
                  <a:pt x="38237" y="61361"/>
                </a:lnTo>
                <a:lnTo>
                  <a:pt x="41963" y="61604"/>
                </a:lnTo>
                <a:lnTo>
                  <a:pt x="43621" y="64454"/>
                </a:lnTo>
                <a:lnTo>
                  <a:pt x="41963" y="66491"/>
                </a:lnTo>
                <a:lnTo>
                  <a:pt x="38237" y="66637"/>
                </a:lnTo>
                <a:lnTo>
                  <a:pt x="34510" y="66806"/>
                </a:lnTo>
                <a:lnTo>
                  <a:pt x="30784" y="66935"/>
                </a:lnTo>
                <a:lnTo>
                  <a:pt x="27057" y="66950"/>
                </a:lnTo>
                <a:lnTo>
                  <a:pt x="23331" y="67012"/>
                </a:lnTo>
                <a:lnTo>
                  <a:pt x="19604" y="66977"/>
                </a:lnTo>
                <a:lnTo>
                  <a:pt x="15878" y="66985"/>
                </a:lnTo>
                <a:lnTo>
                  <a:pt x="12151" y="66825"/>
                </a:lnTo>
                <a:lnTo>
                  <a:pt x="8425" y="66693"/>
                </a:lnTo>
                <a:lnTo>
                  <a:pt x="4698" y="66423"/>
                </a:lnTo>
                <a:lnTo>
                  <a:pt x="2672" y="64454"/>
                </a:lnTo>
                <a:lnTo>
                  <a:pt x="4698" y="61678"/>
                </a:lnTo>
                <a:lnTo>
                  <a:pt x="8425" y="60973"/>
                </a:lnTo>
                <a:lnTo>
                  <a:pt x="9182" y="60728"/>
                </a:lnTo>
                <a:lnTo>
                  <a:pt x="12151" y="60068"/>
                </a:lnTo>
                <a:lnTo>
                  <a:pt x="15878" y="57603"/>
                </a:lnTo>
                <a:lnTo>
                  <a:pt x="16332" y="57001"/>
                </a:lnTo>
                <a:lnTo>
                  <a:pt x="17425" y="53275"/>
                </a:lnTo>
                <a:lnTo>
                  <a:pt x="17455" y="49548"/>
                </a:lnTo>
                <a:lnTo>
                  <a:pt x="17479" y="45822"/>
                </a:lnTo>
                <a:lnTo>
                  <a:pt x="17452" y="42095"/>
                </a:lnTo>
                <a:lnTo>
                  <a:pt x="17488" y="38369"/>
                </a:lnTo>
                <a:lnTo>
                  <a:pt x="17448" y="34642"/>
                </a:lnTo>
                <a:lnTo>
                  <a:pt x="17479" y="30916"/>
                </a:lnTo>
                <a:lnTo>
                  <a:pt x="17366" y="27189"/>
                </a:lnTo>
                <a:lnTo>
                  <a:pt x="17492" y="23463"/>
                </a:lnTo>
                <a:lnTo>
                  <a:pt x="17393" y="19736"/>
                </a:lnTo>
                <a:lnTo>
                  <a:pt x="16701" y="16010"/>
                </a:lnTo>
                <a:lnTo>
                  <a:pt x="15878" y="14927"/>
                </a:lnTo>
                <a:lnTo>
                  <a:pt x="12151" y="14232"/>
                </a:lnTo>
                <a:lnTo>
                  <a:pt x="8425" y="15847"/>
                </a:lnTo>
                <a:lnTo>
                  <a:pt x="8215" y="16010"/>
                </a:lnTo>
                <a:lnTo>
                  <a:pt x="4698" y="17950"/>
                </a:lnTo>
                <a:lnTo>
                  <a:pt x="972" y="17476"/>
                </a:lnTo>
                <a:lnTo>
                  <a:pt x="0" y="16010"/>
                </a:lnTo>
                <a:lnTo>
                  <a:pt x="972" y="12567"/>
                </a:lnTo>
                <a:lnTo>
                  <a:pt x="1146" y="12283"/>
                </a:lnTo>
                <a:lnTo>
                  <a:pt x="4698" y="10310"/>
                </a:lnTo>
                <a:lnTo>
                  <a:pt x="7515" y="8557"/>
                </a:lnTo>
                <a:lnTo>
                  <a:pt x="8425" y="7991"/>
                </a:lnTo>
                <a:lnTo>
                  <a:pt x="12151" y="6235"/>
                </a:lnTo>
                <a:lnTo>
                  <a:pt x="14290" y="4830"/>
                </a:lnTo>
                <a:lnTo>
                  <a:pt x="15878" y="3846"/>
                </a:lnTo>
                <a:lnTo>
                  <a:pt x="19604" y="2175"/>
                </a:lnTo>
                <a:lnTo>
                  <a:pt x="21191" y="1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sag-omega1-glyph-1">
            <a:extLst xmlns:a="http://schemas.openxmlformats.org/drawingml/2006/main">
              <a:ext uri="{FF2B5EF4-FFF2-40B4-BE49-F238E27FC236}">
                <a16:creationId xmlns:a16="http://schemas.microsoft.com/office/drawing/2014/main" id="{D20F8945-4593-4339-8027-2F255C03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8295" y="6246288"/>
            <a:ext cx="90925" cy="69014"/>
          </a:xfrm>
          <a:custGeom xmlns:a="http://schemas.openxmlformats.org/drawingml/2006/main">
            <a:pathLst>
              <a:path w="90925" h="69014">
                <a:moveTo>
                  <a:pt x="25891" y="2421"/>
                </a:moveTo>
                <a:lnTo>
                  <a:pt x="28749" y="408"/>
                </a:lnTo>
                <a:lnTo>
                  <a:pt x="32476" y="206"/>
                </a:lnTo>
                <a:lnTo>
                  <a:pt x="34419" y="2421"/>
                </a:lnTo>
                <a:lnTo>
                  <a:pt x="34447" y="6147"/>
                </a:lnTo>
                <a:lnTo>
                  <a:pt x="32476" y="8627"/>
                </a:lnTo>
                <a:lnTo>
                  <a:pt x="31239" y="9874"/>
                </a:lnTo>
                <a:lnTo>
                  <a:pt x="28749" y="12383"/>
                </a:lnTo>
                <a:lnTo>
                  <a:pt x="27606" y="13600"/>
                </a:lnTo>
                <a:lnTo>
                  <a:pt x="25023" y="16540"/>
                </a:lnTo>
                <a:lnTo>
                  <a:pt x="24380" y="17327"/>
                </a:lnTo>
                <a:lnTo>
                  <a:pt x="22157" y="21053"/>
                </a:lnTo>
                <a:lnTo>
                  <a:pt x="21296" y="22099"/>
                </a:lnTo>
                <a:lnTo>
                  <a:pt x="19623" y="24780"/>
                </a:lnTo>
                <a:lnTo>
                  <a:pt x="17901" y="28506"/>
                </a:lnTo>
                <a:lnTo>
                  <a:pt x="17570" y="28995"/>
                </a:lnTo>
                <a:lnTo>
                  <a:pt x="16139" y="32233"/>
                </a:lnTo>
                <a:lnTo>
                  <a:pt x="15322" y="35959"/>
                </a:lnTo>
                <a:lnTo>
                  <a:pt x="14449" y="39686"/>
                </a:lnTo>
                <a:lnTo>
                  <a:pt x="13843" y="42593"/>
                </a:lnTo>
                <a:lnTo>
                  <a:pt x="13686" y="43412"/>
                </a:lnTo>
                <a:lnTo>
                  <a:pt x="13331" y="47139"/>
                </a:lnTo>
                <a:lnTo>
                  <a:pt x="13843" y="50772"/>
                </a:lnTo>
                <a:lnTo>
                  <a:pt x="13861" y="50865"/>
                </a:lnTo>
                <a:lnTo>
                  <a:pt x="15147" y="54592"/>
                </a:lnTo>
                <a:lnTo>
                  <a:pt x="16963" y="58318"/>
                </a:lnTo>
                <a:lnTo>
                  <a:pt x="17570" y="59054"/>
                </a:lnTo>
                <a:lnTo>
                  <a:pt x="21296" y="61161"/>
                </a:lnTo>
                <a:lnTo>
                  <a:pt x="25023" y="61447"/>
                </a:lnTo>
                <a:lnTo>
                  <a:pt x="28749" y="60450"/>
                </a:lnTo>
                <a:lnTo>
                  <a:pt x="31321" y="58318"/>
                </a:lnTo>
                <a:lnTo>
                  <a:pt x="32476" y="56988"/>
                </a:lnTo>
                <a:lnTo>
                  <a:pt x="34078" y="54592"/>
                </a:lnTo>
                <a:lnTo>
                  <a:pt x="35481" y="50865"/>
                </a:lnTo>
                <a:lnTo>
                  <a:pt x="36202" y="49070"/>
                </a:lnTo>
                <a:lnTo>
                  <a:pt x="36983" y="47139"/>
                </a:lnTo>
                <a:lnTo>
                  <a:pt x="37921" y="43412"/>
                </a:lnTo>
                <a:lnTo>
                  <a:pt x="38420" y="39686"/>
                </a:lnTo>
                <a:lnTo>
                  <a:pt x="39134" y="35959"/>
                </a:lnTo>
                <a:lnTo>
                  <a:pt x="39929" y="33463"/>
                </a:lnTo>
                <a:lnTo>
                  <a:pt x="40395" y="32233"/>
                </a:lnTo>
                <a:lnTo>
                  <a:pt x="41337" y="28506"/>
                </a:lnTo>
                <a:lnTo>
                  <a:pt x="41903" y="24780"/>
                </a:lnTo>
                <a:lnTo>
                  <a:pt x="43117" y="21053"/>
                </a:lnTo>
                <a:lnTo>
                  <a:pt x="43655" y="20447"/>
                </a:lnTo>
                <a:lnTo>
                  <a:pt x="47382" y="19569"/>
                </a:lnTo>
                <a:lnTo>
                  <a:pt x="51108" y="19458"/>
                </a:lnTo>
                <a:lnTo>
                  <a:pt x="54835" y="20305"/>
                </a:lnTo>
                <a:lnTo>
                  <a:pt x="55619" y="21053"/>
                </a:lnTo>
                <a:lnTo>
                  <a:pt x="55845" y="24780"/>
                </a:lnTo>
                <a:lnTo>
                  <a:pt x="54835" y="27930"/>
                </a:lnTo>
                <a:lnTo>
                  <a:pt x="54651" y="28506"/>
                </a:lnTo>
                <a:lnTo>
                  <a:pt x="53744" y="32233"/>
                </a:lnTo>
                <a:lnTo>
                  <a:pt x="53244" y="35959"/>
                </a:lnTo>
                <a:lnTo>
                  <a:pt x="52728" y="39686"/>
                </a:lnTo>
                <a:lnTo>
                  <a:pt x="51816" y="43412"/>
                </a:lnTo>
                <a:lnTo>
                  <a:pt x="51108" y="45815"/>
                </a:lnTo>
                <a:lnTo>
                  <a:pt x="50733" y="47139"/>
                </a:lnTo>
                <a:lnTo>
                  <a:pt x="50351" y="50865"/>
                </a:lnTo>
                <a:lnTo>
                  <a:pt x="51108" y="53638"/>
                </a:lnTo>
                <a:lnTo>
                  <a:pt x="51461" y="54592"/>
                </a:lnTo>
                <a:lnTo>
                  <a:pt x="52822" y="58318"/>
                </a:lnTo>
                <a:lnTo>
                  <a:pt x="54835" y="60266"/>
                </a:lnTo>
                <a:lnTo>
                  <a:pt x="58561" y="61364"/>
                </a:lnTo>
                <a:lnTo>
                  <a:pt x="62288" y="61076"/>
                </a:lnTo>
                <a:lnTo>
                  <a:pt x="66014" y="59614"/>
                </a:lnTo>
                <a:lnTo>
                  <a:pt x="67495" y="58318"/>
                </a:lnTo>
                <a:lnTo>
                  <a:pt x="69741" y="55923"/>
                </a:lnTo>
                <a:lnTo>
                  <a:pt x="70776" y="54592"/>
                </a:lnTo>
                <a:lnTo>
                  <a:pt x="72646" y="50865"/>
                </a:lnTo>
                <a:lnTo>
                  <a:pt x="73467" y="49056"/>
                </a:lnTo>
                <a:lnTo>
                  <a:pt x="74419" y="47139"/>
                </a:lnTo>
                <a:lnTo>
                  <a:pt x="75312" y="43412"/>
                </a:lnTo>
                <a:lnTo>
                  <a:pt x="75585" y="39686"/>
                </a:lnTo>
                <a:lnTo>
                  <a:pt x="75849" y="35959"/>
                </a:lnTo>
                <a:lnTo>
                  <a:pt x="76384" y="32233"/>
                </a:lnTo>
                <a:lnTo>
                  <a:pt x="76698" y="28506"/>
                </a:lnTo>
                <a:lnTo>
                  <a:pt x="76461" y="24780"/>
                </a:lnTo>
                <a:lnTo>
                  <a:pt x="76038" y="21053"/>
                </a:lnTo>
                <a:lnTo>
                  <a:pt x="75681" y="17327"/>
                </a:lnTo>
                <a:lnTo>
                  <a:pt x="74909" y="13600"/>
                </a:lnTo>
                <a:lnTo>
                  <a:pt x="73467" y="10805"/>
                </a:lnTo>
                <a:lnTo>
                  <a:pt x="72933" y="9874"/>
                </a:lnTo>
                <a:lnTo>
                  <a:pt x="71829" y="6147"/>
                </a:lnTo>
                <a:lnTo>
                  <a:pt x="72131" y="2421"/>
                </a:lnTo>
                <a:lnTo>
                  <a:pt x="73467" y="1013"/>
                </a:lnTo>
                <a:lnTo>
                  <a:pt x="77194" y="0"/>
                </a:lnTo>
                <a:lnTo>
                  <a:pt x="80122" y="2421"/>
                </a:lnTo>
                <a:lnTo>
                  <a:pt x="80920" y="3183"/>
                </a:lnTo>
                <a:lnTo>
                  <a:pt x="83169" y="6147"/>
                </a:lnTo>
                <a:lnTo>
                  <a:pt x="84647" y="8150"/>
                </a:lnTo>
                <a:lnTo>
                  <a:pt x="85919" y="9874"/>
                </a:lnTo>
                <a:lnTo>
                  <a:pt x="87304" y="13600"/>
                </a:lnTo>
                <a:lnTo>
                  <a:pt x="88373" y="16076"/>
                </a:lnTo>
                <a:lnTo>
                  <a:pt x="89080" y="17327"/>
                </a:lnTo>
                <a:lnTo>
                  <a:pt x="90176" y="21053"/>
                </a:lnTo>
                <a:lnTo>
                  <a:pt x="90564" y="24780"/>
                </a:lnTo>
                <a:lnTo>
                  <a:pt x="90808" y="28506"/>
                </a:lnTo>
                <a:lnTo>
                  <a:pt x="90925" y="32233"/>
                </a:lnTo>
                <a:lnTo>
                  <a:pt x="90703" y="35959"/>
                </a:lnTo>
                <a:lnTo>
                  <a:pt x="90472" y="39686"/>
                </a:lnTo>
                <a:lnTo>
                  <a:pt x="90053" y="43412"/>
                </a:lnTo>
                <a:lnTo>
                  <a:pt x="88656" y="47139"/>
                </a:lnTo>
                <a:lnTo>
                  <a:pt x="88373" y="47642"/>
                </a:lnTo>
                <a:lnTo>
                  <a:pt x="87179" y="50865"/>
                </a:lnTo>
                <a:lnTo>
                  <a:pt x="84949" y="54592"/>
                </a:lnTo>
                <a:lnTo>
                  <a:pt x="84647" y="54956"/>
                </a:lnTo>
                <a:lnTo>
                  <a:pt x="82527" y="58318"/>
                </a:lnTo>
                <a:lnTo>
                  <a:pt x="80920" y="60064"/>
                </a:lnTo>
                <a:lnTo>
                  <a:pt x="78752" y="62045"/>
                </a:lnTo>
                <a:lnTo>
                  <a:pt x="77194" y="63414"/>
                </a:lnTo>
                <a:lnTo>
                  <a:pt x="73467" y="65662"/>
                </a:lnTo>
                <a:lnTo>
                  <a:pt x="73270" y="65772"/>
                </a:lnTo>
                <a:lnTo>
                  <a:pt x="69741" y="67459"/>
                </a:lnTo>
                <a:lnTo>
                  <a:pt x="66014" y="68347"/>
                </a:lnTo>
                <a:lnTo>
                  <a:pt x="62288" y="68645"/>
                </a:lnTo>
                <a:lnTo>
                  <a:pt x="58561" y="68827"/>
                </a:lnTo>
                <a:lnTo>
                  <a:pt x="54835" y="68617"/>
                </a:lnTo>
                <a:lnTo>
                  <a:pt x="51108" y="67809"/>
                </a:lnTo>
                <a:lnTo>
                  <a:pt x="47382" y="66278"/>
                </a:lnTo>
                <a:lnTo>
                  <a:pt x="46875" y="65772"/>
                </a:lnTo>
                <a:lnTo>
                  <a:pt x="43655" y="62173"/>
                </a:lnTo>
                <a:lnTo>
                  <a:pt x="43088" y="62045"/>
                </a:lnTo>
                <a:lnTo>
                  <a:pt x="39929" y="61486"/>
                </a:lnTo>
                <a:lnTo>
                  <a:pt x="39361" y="62045"/>
                </a:lnTo>
                <a:lnTo>
                  <a:pt x="36202" y="64740"/>
                </a:lnTo>
                <a:lnTo>
                  <a:pt x="34521" y="65772"/>
                </a:lnTo>
                <a:lnTo>
                  <a:pt x="32476" y="67145"/>
                </a:lnTo>
                <a:lnTo>
                  <a:pt x="28749" y="68237"/>
                </a:lnTo>
                <a:lnTo>
                  <a:pt x="25023" y="68500"/>
                </a:lnTo>
                <a:lnTo>
                  <a:pt x="21296" y="69014"/>
                </a:lnTo>
                <a:lnTo>
                  <a:pt x="17570" y="68663"/>
                </a:lnTo>
                <a:lnTo>
                  <a:pt x="13843" y="68066"/>
                </a:lnTo>
                <a:lnTo>
                  <a:pt x="10117" y="67100"/>
                </a:lnTo>
                <a:lnTo>
                  <a:pt x="8587" y="65772"/>
                </a:lnTo>
                <a:lnTo>
                  <a:pt x="6390" y="63893"/>
                </a:lnTo>
                <a:lnTo>
                  <a:pt x="4614" y="62045"/>
                </a:lnTo>
                <a:lnTo>
                  <a:pt x="2664" y="59530"/>
                </a:lnTo>
                <a:lnTo>
                  <a:pt x="1845" y="58318"/>
                </a:lnTo>
                <a:lnTo>
                  <a:pt x="1042" y="54592"/>
                </a:lnTo>
                <a:lnTo>
                  <a:pt x="557" y="50865"/>
                </a:lnTo>
                <a:lnTo>
                  <a:pt x="0" y="47139"/>
                </a:lnTo>
                <a:lnTo>
                  <a:pt x="77" y="43412"/>
                </a:lnTo>
                <a:lnTo>
                  <a:pt x="511" y="39686"/>
                </a:lnTo>
                <a:lnTo>
                  <a:pt x="916" y="35959"/>
                </a:lnTo>
                <a:lnTo>
                  <a:pt x="1686" y="32233"/>
                </a:lnTo>
                <a:lnTo>
                  <a:pt x="2664" y="30433"/>
                </a:lnTo>
                <a:lnTo>
                  <a:pt x="3866" y="28506"/>
                </a:lnTo>
                <a:lnTo>
                  <a:pt x="5213" y="24780"/>
                </a:lnTo>
                <a:lnTo>
                  <a:pt x="6390" y="22841"/>
                </a:lnTo>
                <a:lnTo>
                  <a:pt x="7673" y="21053"/>
                </a:lnTo>
                <a:lnTo>
                  <a:pt x="10117" y="17577"/>
                </a:lnTo>
                <a:lnTo>
                  <a:pt x="10337" y="17327"/>
                </a:lnTo>
                <a:lnTo>
                  <a:pt x="13167" y="13600"/>
                </a:lnTo>
                <a:lnTo>
                  <a:pt x="13843" y="12870"/>
                </a:lnTo>
                <a:lnTo>
                  <a:pt x="16538" y="9874"/>
                </a:lnTo>
                <a:lnTo>
                  <a:pt x="17570" y="8811"/>
                </a:lnTo>
                <a:lnTo>
                  <a:pt x="20781" y="6147"/>
                </a:lnTo>
                <a:lnTo>
                  <a:pt x="21296" y="5689"/>
                </a:lnTo>
                <a:lnTo>
                  <a:pt x="25023" y="3103"/>
                </a:lnTo>
                <a:lnTo>
                  <a:pt x="25891" y="2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sag-omegastar-glyph-0">
            <a:extLst xmlns:a="http://schemas.openxmlformats.org/drawingml/2006/main">
              <a:ext uri="{FF2B5EF4-FFF2-40B4-BE49-F238E27FC236}">
                <a16:creationId xmlns:a16="http://schemas.microsoft.com/office/drawing/2014/main" id="{B3210BCE-51BB-4EDD-8ECE-714819F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4124" y="6211242"/>
            <a:ext cx="37251" cy="40350"/>
          </a:xfrm>
          <a:custGeom xmlns:a="http://schemas.openxmlformats.org/drawingml/2006/main">
            <a:pathLst>
              <a:path w="37251" h="40350">
                <a:moveTo>
                  <a:pt x="16777" y="202"/>
                </a:moveTo>
                <a:lnTo>
                  <a:pt x="16803" y="178"/>
                </a:lnTo>
                <a:lnTo>
                  <a:pt x="20529" y="0"/>
                </a:lnTo>
                <a:lnTo>
                  <a:pt x="20780" y="202"/>
                </a:lnTo>
                <a:lnTo>
                  <a:pt x="22616" y="3929"/>
                </a:lnTo>
                <a:lnTo>
                  <a:pt x="22792" y="7655"/>
                </a:lnTo>
                <a:lnTo>
                  <a:pt x="23498" y="11382"/>
                </a:lnTo>
                <a:lnTo>
                  <a:pt x="24256" y="11991"/>
                </a:lnTo>
                <a:lnTo>
                  <a:pt x="25244" y="11382"/>
                </a:lnTo>
                <a:lnTo>
                  <a:pt x="27982" y="9723"/>
                </a:lnTo>
                <a:lnTo>
                  <a:pt x="31619" y="7655"/>
                </a:lnTo>
                <a:lnTo>
                  <a:pt x="31709" y="7576"/>
                </a:lnTo>
                <a:lnTo>
                  <a:pt x="31869" y="7655"/>
                </a:lnTo>
                <a:lnTo>
                  <a:pt x="35435" y="9027"/>
                </a:lnTo>
                <a:lnTo>
                  <a:pt x="37251" y="11382"/>
                </a:lnTo>
                <a:lnTo>
                  <a:pt x="35794" y="15108"/>
                </a:lnTo>
                <a:lnTo>
                  <a:pt x="35435" y="15545"/>
                </a:lnTo>
                <a:lnTo>
                  <a:pt x="31709" y="17976"/>
                </a:lnTo>
                <a:lnTo>
                  <a:pt x="30057" y="18835"/>
                </a:lnTo>
                <a:lnTo>
                  <a:pt x="31071" y="22561"/>
                </a:lnTo>
                <a:lnTo>
                  <a:pt x="31709" y="23018"/>
                </a:lnTo>
                <a:lnTo>
                  <a:pt x="35435" y="24699"/>
                </a:lnTo>
                <a:lnTo>
                  <a:pt x="36915" y="26288"/>
                </a:lnTo>
                <a:lnTo>
                  <a:pt x="36843" y="30014"/>
                </a:lnTo>
                <a:lnTo>
                  <a:pt x="35435" y="31852"/>
                </a:lnTo>
                <a:lnTo>
                  <a:pt x="31709" y="32792"/>
                </a:lnTo>
                <a:lnTo>
                  <a:pt x="27982" y="30813"/>
                </a:lnTo>
                <a:lnTo>
                  <a:pt x="26725" y="30014"/>
                </a:lnTo>
                <a:lnTo>
                  <a:pt x="24256" y="29155"/>
                </a:lnTo>
                <a:lnTo>
                  <a:pt x="23134" y="30014"/>
                </a:lnTo>
                <a:lnTo>
                  <a:pt x="22595" y="33741"/>
                </a:lnTo>
                <a:lnTo>
                  <a:pt x="22746" y="37467"/>
                </a:lnTo>
                <a:lnTo>
                  <a:pt x="20529" y="40306"/>
                </a:lnTo>
                <a:lnTo>
                  <a:pt x="16803" y="40350"/>
                </a:lnTo>
                <a:lnTo>
                  <a:pt x="14444" y="37467"/>
                </a:lnTo>
                <a:lnTo>
                  <a:pt x="14591" y="33741"/>
                </a:lnTo>
                <a:lnTo>
                  <a:pt x="14153" y="30014"/>
                </a:lnTo>
                <a:lnTo>
                  <a:pt x="13076" y="28714"/>
                </a:lnTo>
                <a:lnTo>
                  <a:pt x="10420" y="30014"/>
                </a:lnTo>
                <a:lnTo>
                  <a:pt x="9350" y="30839"/>
                </a:lnTo>
                <a:lnTo>
                  <a:pt x="5623" y="32869"/>
                </a:lnTo>
                <a:lnTo>
                  <a:pt x="1897" y="32331"/>
                </a:lnTo>
                <a:lnTo>
                  <a:pt x="339" y="30014"/>
                </a:lnTo>
                <a:lnTo>
                  <a:pt x="632" y="26288"/>
                </a:lnTo>
                <a:lnTo>
                  <a:pt x="1897" y="25146"/>
                </a:lnTo>
                <a:lnTo>
                  <a:pt x="5623" y="22782"/>
                </a:lnTo>
                <a:lnTo>
                  <a:pt x="5925" y="22561"/>
                </a:lnTo>
                <a:lnTo>
                  <a:pt x="6947" y="18835"/>
                </a:lnTo>
                <a:lnTo>
                  <a:pt x="5623" y="18321"/>
                </a:lnTo>
                <a:lnTo>
                  <a:pt x="1897" y="15401"/>
                </a:lnTo>
                <a:lnTo>
                  <a:pt x="1612" y="15108"/>
                </a:lnTo>
                <a:lnTo>
                  <a:pt x="0" y="11382"/>
                </a:lnTo>
                <a:lnTo>
                  <a:pt x="1897" y="8682"/>
                </a:lnTo>
                <a:lnTo>
                  <a:pt x="5623" y="7988"/>
                </a:lnTo>
                <a:lnTo>
                  <a:pt x="9350" y="9936"/>
                </a:lnTo>
                <a:lnTo>
                  <a:pt x="11358" y="11382"/>
                </a:lnTo>
                <a:lnTo>
                  <a:pt x="13076" y="12630"/>
                </a:lnTo>
                <a:lnTo>
                  <a:pt x="14179" y="11382"/>
                </a:lnTo>
                <a:lnTo>
                  <a:pt x="14477" y="7655"/>
                </a:lnTo>
                <a:lnTo>
                  <a:pt x="14648" y="3929"/>
                </a:lnTo>
                <a:lnTo>
                  <a:pt x="16777" y="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sag-omegastar-glyph-1">
            <a:extLst xmlns:a="http://schemas.openxmlformats.org/drawingml/2006/main">
              <a:ext uri="{FF2B5EF4-FFF2-40B4-BE49-F238E27FC236}">
                <a16:creationId xmlns:a16="http://schemas.microsoft.com/office/drawing/2014/main" id="{2DA2C151-E856-4A7D-90A7-44CF3A3C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591" y="6245417"/>
            <a:ext cx="92059" cy="71333"/>
          </a:xfrm>
          <a:custGeom xmlns:a="http://schemas.openxmlformats.org/drawingml/2006/main">
            <a:pathLst>
              <a:path w="92059" h="71333">
                <a:moveTo>
                  <a:pt x="26142" y="3292"/>
                </a:moveTo>
                <a:lnTo>
                  <a:pt x="29446" y="976"/>
                </a:lnTo>
                <a:lnTo>
                  <a:pt x="33173" y="386"/>
                </a:lnTo>
                <a:lnTo>
                  <a:pt x="35614" y="3292"/>
                </a:lnTo>
                <a:lnTo>
                  <a:pt x="35608" y="7018"/>
                </a:lnTo>
                <a:lnTo>
                  <a:pt x="33173" y="9910"/>
                </a:lnTo>
                <a:lnTo>
                  <a:pt x="32380" y="10745"/>
                </a:lnTo>
                <a:lnTo>
                  <a:pt x="29446" y="14190"/>
                </a:lnTo>
                <a:lnTo>
                  <a:pt x="29207" y="14471"/>
                </a:lnTo>
                <a:lnTo>
                  <a:pt x="26265" y="18198"/>
                </a:lnTo>
                <a:lnTo>
                  <a:pt x="25720" y="18866"/>
                </a:lnTo>
                <a:lnTo>
                  <a:pt x="23995" y="21924"/>
                </a:lnTo>
                <a:lnTo>
                  <a:pt x="21993" y="24165"/>
                </a:lnTo>
                <a:lnTo>
                  <a:pt x="20995" y="25651"/>
                </a:lnTo>
                <a:lnTo>
                  <a:pt x="19516" y="29377"/>
                </a:lnTo>
                <a:lnTo>
                  <a:pt x="18267" y="31337"/>
                </a:lnTo>
                <a:lnTo>
                  <a:pt x="17502" y="33104"/>
                </a:lnTo>
                <a:lnTo>
                  <a:pt x="16785" y="36830"/>
                </a:lnTo>
                <a:lnTo>
                  <a:pt x="16118" y="40557"/>
                </a:lnTo>
                <a:lnTo>
                  <a:pt x="15536" y="44283"/>
                </a:lnTo>
                <a:lnTo>
                  <a:pt x="15361" y="48010"/>
                </a:lnTo>
                <a:lnTo>
                  <a:pt x="15539" y="51736"/>
                </a:lnTo>
                <a:lnTo>
                  <a:pt x="16373" y="55463"/>
                </a:lnTo>
                <a:lnTo>
                  <a:pt x="18250" y="59189"/>
                </a:lnTo>
                <a:lnTo>
                  <a:pt x="18267" y="59209"/>
                </a:lnTo>
                <a:lnTo>
                  <a:pt x="21993" y="61085"/>
                </a:lnTo>
                <a:lnTo>
                  <a:pt x="25720" y="61499"/>
                </a:lnTo>
                <a:lnTo>
                  <a:pt x="29446" y="60657"/>
                </a:lnTo>
                <a:lnTo>
                  <a:pt x="31072" y="59189"/>
                </a:lnTo>
                <a:lnTo>
                  <a:pt x="33173" y="56835"/>
                </a:lnTo>
                <a:lnTo>
                  <a:pt x="34172" y="55463"/>
                </a:lnTo>
                <a:lnTo>
                  <a:pt x="35543" y="51736"/>
                </a:lnTo>
                <a:lnTo>
                  <a:pt x="36784" y="48010"/>
                </a:lnTo>
                <a:lnTo>
                  <a:pt x="36899" y="47777"/>
                </a:lnTo>
                <a:lnTo>
                  <a:pt x="37912" y="44283"/>
                </a:lnTo>
                <a:lnTo>
                  <a:pt x="38454" y="40557"/>
                </a:lnTo>
                <a:lnTo>
                  <a:pt x="39040" y="36830"/>
                </a:lnTo>
                <a:lnTo>
                  <a:pt x="40027" y="33104"/>
                </a:lnTo>
                <a:lnTo>
                  <a:pt x="40626" y="31780"/>
                </a:lnTo>
                <a:lnTo>
                  <a:pt x="41368" y="29377"/>
                </a:lnTo>
                <a:lnTo>
                  <a:pt x="42136" y="25651"/>
                </a:lnTo>
                <a:lnTo>
                  <a:pt x="43222" y="21924"/>
                </a:lnTo>
                <a:lnTo>
                  <a:pt x="44352" y="20640"/>
                </a:lnTo>
                <a:lnTo>
                  <a:pt x="48079" y="19873"/>
                </a:lnTo>
                <a:lnTo>
                  <a:pt x="51805" y="19621"/>
                </a:lnTo>
                <a:lnTo>
                  <a:pt x="55532" y="20637"/>
                </a:lnTo>
                <a:lnTo>
                  <a:pt x="56874" y="21924"/>
                </a:lnTo>
                <a:lnTo>
                  <a:pt x="57106" y="25651"/>
                </a:lnTo>
                <a:lnTo>
                  <a:pt x="56207" y="29377"/>
                </a:lnTo>
                <a:lnTo>
                  <a:pt x="55532" y="30799"/>
                </a:lnTo>
                <a:lnTo>
                  <a:pt x="54932" y="33104"/>
                </a:lnTo>
                <a:lnTo>
                  <a:pt x="54400" y="36830"/>
                </a:lnTo>
                <a:lnTo>
                  <a:pt x="54003" y="40557"/>
                </a:lnTo>
                <a:lnTo>
                  <a:pt x="53396" y="44283"/>
                </a:lnTo>
                <a:lnTo>
                  <a:pt x="52803" y="48010"/>
                </a:lnTo>
                <a:lnTo>
                  <a:pt x="52240" y="51736"/>
                </a:lnTo>
                <a:lnTo>
                  <a:pt x="52759" y="55463"/>
                </a:lnTo>
                <a:lnTo>
                  <a:pt x="54127" y="59189"/>
                </a:lnTo>
                <a:lnTo>
                  <a:pt x="55532" y="60683"/>
                </a:lnTo>
                <a:lnTo>
                  <a:pt x="59259" y="61401"/>
                </a:lnTo>
                <a:lnTo>
                  <a:pt x="62985" y="61215"/>
                </a:lnTo>
                <a:lnTo>
                  <a:pt x="66624" y="59189"/>
                </a:lnTo>
                <a:lnTo>
                  <a:pt x="66712" y="59107"/>
                </a:lnTo>
                <a:lnTo>
                  <a:pt x="70410" y="55463"/>
                </a:lnTo>
                <a:lnTo>
                  <a:pt x="70438" y="55439"/>
                </a:lnTo>
                <a:lnTo>
                  <a:pt x="73017" y="51736"/>
                </a:lnTo>
                <a:lnTo>
                  <a:pt x="74165" y="48815"/>
                </a:lnTo>
                <a:lnTo>
                  <a:pt x="74478" y="48010"/>
                </a:lnTo>
                <a:lnTo>
                  <a:pt x="75525" y="44283"/>
                </a:lnTo>
                <a:lnTo>
                  <a:pt x="75822" y="40557"/>
                </a:lnTo>
                <a:lnTo>
                  <a:pt x="76040" y="36830"/>
                </a:lnTo>
                <a:lnTo>
                  <a:pt x="76403" y="33104"/>
                </a:lnTo>
                <a:lnTo>
                  <a:pt x="76602" y="29377"/>
                </a:lnTo>
                <a:lnTo>
                  <a:pt x="76560" y="25651"/>
                </a:lnTo>
                <a:lnTo>
                  <a:pt x="76176" y="21924"/>
                </a:lnTo>
                <a:lnTo>
                  <a:pt x="75857" y="18198"/>
                </a:lnTo>
                <a:lnTo>
                  <a:pt x="75167" y="14471"/>
                </a:lnTo>
                <a:lnTo>
                  <a:pt x="74165" y="12371"/>
                </a:lnTo>
                <a:lnTo>
                  <a:pt x="73160" y="10745"/>
                </a:lnTo>
                <a:lnTo>
                  <a:pt x="72014" y="7018"/>
                </a:lnTo>
                <a:lnTo>
                  <a:pt x="72105" y="3292"/>
                </a:lnTo>
                <a:lnTo>
                  <a:pt x="74165" y="1232"/>
                </a:lnTo>
                <a:lnTo>
                  <a:pt x="77891" y="0"/>
                </a:lnTo>
                <a:lnTo>
                  <a:pt x="81618" y="3264"/>
                </a:lnTo>
                <a:lnTo>
                  <a:pt x="81646" y="3292"/>
                </a:lnTo>
                <a:lnTo>
                  <a:pt x="84637" y="7018"/>
                </a:lnTo>
                <a:lnTo>
                  <a:pt x="85344" y="7961"/>
                </a:lnTo>
                <a:lnTo>
                  <a:pt x="87357" y="10745"/>
                </a:lnTo>
                <a:lnTo>
                  <a:pt x="88783" y="14471"/>
                </a:lnTo>
                <a:lnTo>
                  <a:pt x="89071" y="15115"/>
                </a:lnTo>
                <a:lnTo>
                  <a:pt x="90655" y="18198"/>
                </a:lnTo>
                <a:lnTo>
                  <a:pt x="91475" y="21924"/>
                </a:lnTo>
                <a:lnTo>
                  <a:pt x="91813" y="25651"/>
                </a:lnTo>
                <a:lnTo>
                  <a:pt x="91976" y="29377"/>
                </a:lnTo>
                <a:lnTo>
                  <a:pt x="92059" y="33104"/>
                </a:lnTo>
                <a:lnTo>
                  <a:pt x="91901" y="36830"/>
                </a:lnTo>
                <a:lnTo>
                  <a:pt x="91614" y="40557"/>
                </a:lnTo>
                <a:lnTo>
                  <a:pt x="91109" y="44283"/>
                </a:lnTo>
                <a:lnTo>
                  <a:pt x="90032" y="48010"/>
                </a:lnTo>
                <a:lnTo>
                  <a:pt x="89071" y="50133"/>
                </a:lnTo>
                <a:lnTo>
                  <a:pt x="88552" y="51736"/>
                </a:lnTo>
                <a:lnTo>
                  <a:pt x="86412" y="55463"/>
                </a:lnTo>
                <a:lnTo>
                  <a:pt x="85344" y="56999"/>
                </a:lnTo>
                <a:lnTo>
                  <a:pt x="84070" y="59189"/>
                </a:lnTo>
                <a:lnTo>
                  <a:pt x="81618" y="61984"/>
                </a:lnTo>
                <a:lnTo>
                  <a:pt x="80603" y="62916"/>
                </a:lnTo>
                <a:lnTo>
                  <a:pt x="77891" y="65220"/>
                </a:lnTo>
                <a:lnTo>
                  <a:pt x="75347" y="66642"/>
                </a:lnTo>
                <a:lnTo>
                  <a:pt x="74165" y="67431"/>
                </a:lnTo>
                <a:lnTo>
                  <a:pt x="70438" y="69229"/>
                </a:lnTo>
                <a:lnTo>
                  <a:pt x="66712" y="69899"/>
                </a:lnTo>
                <a:lnTo>
                  <a:pt x="62985" y="70140"/>
                </a:lnTo>
                <a:lnTo>
                  <a:pt x="60783" y="70369"/>
                </a:lnTo>
                <a:lnTo>
                  <a:pt x="59259" y="70571"/>
                </a:lnTo>
                <a:lnTo>
                  <a:pt x="58496" y="70369"/>
                </a:lnTo>
                <a:lnTo>
                  <a:pt x="55532" y="69826"/>
                </a:lnTo>
                <a:lnTo>
                  <a:pt x="51805" y="69478"/>
                </a:lnTo>
                <a:lnTo>
                  <a:pt x="48079" y="68071"/>
                </a:lnTo>
                <a:lnTo>
                  <a:pt x="46566" y="66642"/>
                </a:lnTo>
                <a:lnTo>
                  <a:pt x="44352" y="64166"/>
                </a:lnTo>
                <a:lnTo>
                  <a:pt x="40626" y="63611"/>
                </a:lnTo>
                <a:lnTo>
                  <a:pt x="36899" y="66484"/>
                </a:lnTo>
                <a:lnTo>
                  <a:pt x="36653" y="66642"/>
                </a:lnTo>
                <a:lnTo>
                  <a:pt x="33173" y="68794"/>
                </a:lnTo>
                <a:lnTo>
                  <a:pt x="29446" y="69788"/>
                </a:lnTo>
                <a:lnTo>
                  <a:pt x="26287" y="70369"/>
                </a:lnTo>
                <a:lnTo>
                  <a:pt x="25720" y="70545"/>
                </a:lnTo>
                <a:lnTo>
                  <a:pt x="21993" y="71333"/>
                </a:lnTo>
                <a:lnTo>
                  <a:pt x="18267" y="70858"/>
                </a:lnTo>
                <a:lnTo>
                  <a:pt x="17416" y="70369"/>
                </a:lnTo>
                <a:lnTo>
                  <a:pt x="14540" y="69463"/>
                </a:lnTo>
                <a:lnTo>
                  <a:pt x="10814" y="68436"/>
                </a:lnTo>
                <a:lnTo>
                  <a:pt x="8502" y="66642"/>
                </a:lnTo>
                <a:lnTo>
                  <a:pt x="7087" y="65545"/>
                </a:lnTo>
                <a:lnTo>
                  <a:pt x="4553" y="62916"/>
                </a:lnTo>
                <a:lnTo>
                  <a:pt x="3361" y="61360"/>
                </a:lnTo>
                <a:lnTo>
                  <a:pt x="1861" y="59189"/>
                </a:lnTo>
                <a:lnTo>
                  <a:pt x="1322" y="55463"/>
                </a:lnTo>
                <a:lnTo>
                  <a:pt x="720" y="51736"/>
                </a:lnTo>
                <a:lnTo>
                  <a:pt x="100" y="48010"/>
                </a:lnTo>
                <a:lnTo>
                  <a:pt x="0" y="44283"/>
                </a:lnTo>
                <a:lnTo>
                  <a:pt x="686" y="40557"/>
                </a:lnTo>
                <a:lnTo>
                  <a:pt x="1240" y="36830"/>
                </a:lnTo>
                <a:lnTo>
                  <a:pt x="1799" y="33104"/>
                </a:lnTo>
                <a:lnTo>
                  <a:pt x="3361" y="29931"/>
                </a:lnTo>
                <a:lnTo>
                  <a:pt x="3692" y="29377"/>
                </a:lnTo>
                <a:lnTo>
                  <a:pt x="5355" y="25651"/>
                </a:lnTo>
                <a:lnTo>
                  <a:pt x="7087" y="22808"/>
                </a:lnTo>
                <a:lnTo>
                  <a:pt x="7770" y="21924"/>
                </a:lnTo>
                <a:lnTo>
                  <a:pt x="10186" y="18198"/>
                </a:lnTo>
                <a:lnTo>
                  <a:pt x="10814" y="17539"/>
                </a:lnTo>
                <a:lnTo>
                  <a:pt x="13143" y="14471"/>
                </a:lnTo>
                <a:lnTo>
                  <a:pt x="14540" y="12813"/>
                </a:lnTo>
                <a:lnTo>
                  <a:pt x="16501" y="10745"/>
                </a:lnTo>
                <a:lnTo>
                  <a:pt x="18267" y="9099"/>
                </a:lnTo>
                <a:lnTo>
                  <a:pt x="20702" y="7018"/>
                </a:lnTo>
                <a:lnTo>
                  <a:pt x="21993" y="5915"/>
                </a:lnTo>
                <a:lnTo>
                  <a:pt x="25720" y="3652"/>
                </a:lnTo>
                <a:lnTo>
                  <a:pt x="26142" y="3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sag-omegaN-glyph-0">
            <a:extLst xmlns:a="http://schemas.openxmlformats.org/drawingml/2006/main">
              <a:ext uri="{FF2B5EF4-FFF2-40B4-BE49-F238E27FC236}">
                <a16:creationId xmlns:a16="http://schemas.microsoft.com/office/drawing/2014/main" id="{30E49405-2692-4DED-B48A-8891EA2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442" y="6201797"/>
            <a:ext cx="72580" cy="68082"/>
          </a:xfrm>
          <a:custGeom xmlns:a="http://schemas.openxmlformats.org/drawingml/2006/main">
            <a:pathLst>
              <a:path w="72580" h="68082">
                <a:moveTo>
                  <a:pt x="12382" y="2195"/>
                </a:moveTo>
                <a:lnTo>
                  <a:pt x="14846" y="622"/>
                </a:lnTo>
                <a:lnTo>
                  <a:pt x="18572" y="230"/>
                </a:lnTo>
                <a:lnTo>
                  <a:pt x="22299" y="165"/>
                </a:lnTo>
                <a:lnTo>
                  <a:pt x="26025" y="134"/>
                </a:lnTo>
                <a:lnTo>
                  <a:pt x="29752" y="292"/>
                </a:lnTo>
                <a:lnTo>
                  <a:pt x="31519" y="2195"/>
                </a:lnTo>
                <a:lnTo>
                  <a:pt x="33075" y="5921"/>
                </a:lnTo>
                <a:lnTo>
                  <a:pt x="33479" y="6623"/>
                </a:lnTo>
                <a:lnTo>
                  <a:pt x="34953" y="9648"/>
                </a:lnTo>
                <a:lnTo>
                  <a:pt x="35921" y="13374"/>
                </a:lnTo>
                <a:lnTo>
                  <a:pt x="37205" y="16181"/>
                </a:lnTo>
                <a:lnTo>
                  <a:pt x="37748" y="17101"/>
                </a:lnTo>
                <a:lnTo>
                  <a:pt x="39166" y="20827"/>
                </a:lnTo>
                <a:lnTo>
                  <a:pt x="40250" y="24554"/>
                </a:lnTo>
                <a:lnTo>
                  <a:pt x="40932" y="25788"/>
                </a:lnTo>
                <a:lnTo>
                  <a:pt x="42252" y="28280"/>
                </a:lnTo>
                <a:lnTo>
                  <a:pt x="43332" y="32007"/>
                </a:lnTo>
                <a:lnTo>
                  <a:pt x="44658" y="35703"/>
                </a:lnTo>
                <a:lnTo>
                  <a:pt x="44676" y="35733"/>
                </a:lnTo>
                <a:lnTo>
                  <a:pt x="46441" y="39460"/>
                </a:lnTo>
                <a:lnTo>
                  <a:pt x="47211" y="43186"/>
                </a:lnTo>
                <a:lnTo>
                  <a:pt x="48385" y="45663"/>
                </a:lnTo>
                <a:lnTo>
                  <a:pt x="50009" y="43186"/>
                </a:lnTo>
                <a:lnTo>
                  <a:pt x="51171" y="39460"/>
                </a:lnTo>
                <a:lnTo>
                  <a:pt x="52111" y="37690"/>
                </a:lnTo>
                <a:lnTo>
                  <a:pt x="53007" y="35733"/>
                </a:lnTo>
                <a:lnTo>
                  <a:pt x="53726" y="32007"/>
                </a:lnTo>
                <a:lnTo>
                  <a:pt x="54349" y="28280"/>
                </a:lnTo>
                <a:lnTo>
                  <a:pt x="54929" y="24554"/>
                </a:lnTo>
                <a:lnTo>
                  <a:pt x="55838" y="21487"/>
                </a:lnTo>
                <a:lnTo>
                  <a:pt x="56113" y="20827"/>
                </a:lnTo>
                <a:lnTo>
                  <a:pt x="57130" y="17101"/>
                </a:lnTo>
                <a:lnTo>
                  <a:pt x="57551" y="13374"/>
                </a:lnTo>
                <a:lnTo>
                  <a:pt x="57711" y="9648"/>
                </a:lnTo>
                <a:lnTo>
                  <a:pt x="56694" y="5921"/>
                </a:lnTo>
                <a:lnTo>
                  <a:pt x="55838" y="4659"/>
                </a:lnTo>
                <a:lnTo>
                  <a:pt x="53989" y="2195"/>
                </a:lnTo>
                <a:lnTo>
                  <a:pt x="55838" y="509"/>
                </a:lnTo>
                <a:lnTo>
                  <a:pt x="59564" y="10"/>
                </a:lnTo>
                <a:lnTo>
                  <a:pt x="63291" y="156"/>
                </a:lnTo>
                <a:lnTo>
                  <a:pt x="67017" y="0"/>
                </a:lnTo>
                <a:lnTo>
                  <a:pt x="70744" y="304"/>
                </a:lnTo>
                <a:lnTo>
                  <a:pt x="72580" y="2195"/>
                </a:lnTo>
                <a:lnTo>
                  <a:pt x="70744" y="4969"/>
                </a:lnTo>
                <a:lnTo>
                  <a:pt x="70049" y="5921"/>
                </a:lnTo>
                <a:lnTo>
                  <a:pt x="67970" y="9648"/>
                </a:lnTo>
                <a:lnTo>
                  <a:pt x="67017" y="11763"/>
                </a:lnTo>
                <a:lnTo>
                  <a:pt x="66366" y="13374"/>
                </a:lnTo>
                <a:lnTo>
                  <a:pt x="65516" y="17101"/>
                </a:lnTo>
                <a:lnTo>
                  <a:pt x="65013" y="20827"/>
                </a:lnTo>
                <a:lnTo>
                  <a:pt x="64136" y="24554"/>
                </a:lnTo>
                <a:lnTo>
                  <a:pt x="63291" y="26893"/>
                </a:lnTo>
                <a:lnTo>
                  <a:pt x="62804" y="28280"/>
                </a:lnTo>
                <a:lnTo>
                  <a:pt x="61931" y="32007"/>
                </a:lnTo>
                <a:lnTo>
                  <a:pt x="61368" y="35733"/>
                </a:lnTo>
                <a:lnTo>
                  <a:pt x="60828" y="39460"/>
                </a:lnTo>
                <a:lnTo>
                  <a:pt x="59901" y="43186"/>
                </a:lnTo>
                <a:lnTo>
                  <a:pt x="59564" y="43969"/>
                </a:lnTo>
                <a:lnTo>
                  <a:pt x="58655" y="46913"/>
                </a:lnTo>
                <a:lnTo>
                  <a:pt x="58011" y="50639"/>
                </a:lnTo>
                <a:lnTo>
                  <a:pt x="57509" y="54366"/>
                </a:lnTo>
                <a:lnTo>
                  <a:pt x="56707" y="58092"/>
                </a:lnTo>
                <a:lnTo>
                  <a:pt x="55838" y="60152"/>
                </a:lnTo>
                <a:lnTo>
                  <a:pt x="55173" y="61819"/>
                </a:lnTo>
                <a:lnTo>
                  <a:pt x="54489" y="65545"/>
                </a:lnTo>
                <a:lnTo>
                  <a:pt x="52111" y="67963"/>
                </a:lnTo>
                <a:lnTo>
                  <a:pt x="48385" y="67933"/>
                </a:lnTo>
                <a:lnTo>
                  <a:pt x="44658" y="66675"/>
                </a:lnTo>
                <a:lnTo>
                  <a:pt x="43720" y="65545"/>
                </a:lnTo>
                <a:lnTo>
                  <a:pt x="42599" y="61819"/>
                </a:lnTo>
                <a:lnTo>
                  <a:pt x="40932" y="58168"/>
                </a:lnTo>
                <a:lnTo>
                  <a:pt x="40885" y="58092"/>
                </a:lnTo>
                <a:lnTo>
                  <a:pt x="39425" y="54366"/>
                </a:lnTo>
                <a:lnTo>
                  <a:pt x="38178" y="50639"/>
                </a:lnTo>
                <a:lnTo>
                  <a:pt x="37205" y="48899"/>
                </a:lnTo>
                <a:lnTo>
                  <a:pt x="36192" y="46913"/>
                </a:lnTo>
                <a:lnTo>
                  <a:pt x="35266" y="43186"/>
                </a:lnTo>
                <a:lnTo>
                  <a:pt x="33655" y="39460"/>
                </a:lnTo>
                <a:lnTo>
                  <a:pt x="33479" y="39200"/>
                </a:lnTo>
                <a:lnTo>
                  <a:pt x="31931" y="35733"/>
                </a:lnTo>
                <a:lnTo>
                  <a:pt x="31054" y="32007"/>
                </a:lnTo>
                <a:lnTo>
                  <a:pt x="29752" y="29299"/>
                </a:lnTo>
                <a:lnTo>
                  <a:pt x="29182" y="28280"/>
                </a:lnTo>
                <a:lnTo>
                  <a:pt x="27910" y="24554"/>
                </a:lnTo>
                <a:lnTo>
                  <a:pt x="26656" y="20827"/>
                </a:lnTo>
                <a:lnTo>
                  <a:pt x="26025" y="19826"/>
                </a:lnTo>
                <a:lnTo>
                  <a:pt x="24569" y="20827"/>
                </a:lnTo>
                <a:lnTo>
                  <a:pt x="22299" y="23948"/>
                </a:lnTo>
                <a:lnTo>
                  <a:pt x="22104" y="24554"/>
                </a:lnTo>
                <a:lnTo>
                  <a:pt x="21252" y="28280"/>
                </a:lnTo>
                <a:lnTo>
                  <a:pt x="20648" y="32007"/>
                </a:lnTo>
                <a:lnTo>
                  <a:pt x="20150" y="35733"/>
                </a:lnTo>
                <a:lnTo>
                  <a:pt x="19098" y="39460"/>
                </a:lnTo>
                <a:lnTo>
                  <a:pt x="18572" y="40909"/>
                </a:lnTo>
                <a:lnTo>
                  <a:pt x="17866" y="43186"/>
                </a:lnTo>
                <a:lnTo>
                  <a:pt x="17116" y="46913"/>
                </a:lnTo>
                <a:lnTo>
                  <a:pt x="16709" y="50639"/>
                </a:lnTo>
                <a:lnTo>
                  <a:pt x="16093" y="54366"/>
                </a:lnTo>
                <a:lnTo>
                  <a:pt x="15533" y="58092"/>
                </a:lnTo>
                <a:lnTo>
                  <a:pt x="16805" y="61819"/>
                </a:lnTo>
                <a:lnTo>
                  <a:pt x="18572" y="63807"/>
                </a:lnTo>
                <a:lnTo>
                  <a:pt x="19754" y="65545"/>
                </a:lnTo>
                <a:lnTo>
                  <a:pt x="18572" y="67051"/>
                </a:lnTo>
                <a:lnTo>
                  <a:pt x="14846" y="67989"/>
                </a:lnTo>
                <a:lnTo>
                  <a:pt x="11119" y="68082"/>
                </a:lnTo>
                <a:lnTo>
                  <a:pt x="7393" y="68033"/>
                </a:lnTo>
                <a:lnTo>
                  <a:pt x="3666" y="67731"/>
                </a:lnTo>
                <a:lnTo>
                  <a:pt x="0" y="65545"/>
                </a:lnTo>
                <a:lnTo>
                  <a:pt x="3666" y="61879"/>
                </a:lnTo>
                <a:lnTo>
                  <a:pt x="3717" y="61819"/>
                </a:lnTo>
                <a:lnTo>
                  <a:pt x="5660" y="58092"/>
                </a:lnTo>
                <a:lnTo>
                  <a:pt x="6546" y="54366"/>
                </a:lnTo>
                <a:lnTo>
                  <a:pt x="7393" y="51549"/>
                </a:lnTo>
                <a:lnTo>
                  <a:pt x="7722" y="50639"/>
                </a:lnTo>
                <a:lnTo>
                  <a:pt x="8698" y="46913"/>
                </a:lnTo>
                <a:lnTo>
                  <a:pt x="9374" y="43186"/>
                </a:lnTo>
                <a:lnTo>
                  <a:pt x="9924" y="39460"/>
                </a:lnTo>
                <a:lnTo>
                  <a:pt x="10818" y="35733"/>
                </a:lnTo>
                <a:lnTo>
                  <a:pt x="11119" y="34844"/>
                </a:lnTo>
                <a:lnTo>
                  <a:pt x="12031" y="32007"/>
                </a:lnTo>
                <a:lnTo>
                  <a:pt x="12877" y="28280"/>
                </a:lnTo>
                <a:lnTo>
                  <a:pt x="13349" y="24554"/>
                </a:lnTo>
                <a:lnTo>
                  <a:pt x="13989" y="20827"/>
                </a:lnTo>
                <a:lnTo>
                  <a:pt x="14846" y="18446"/>
                </a:lnTo>
                <a:lnTo>
                  <a:pt x="15423" y="17101"/>
                </a:lnTo>
                <a:lnTo>
                  <a:pt x="16293" y="13374"/>
                </a:lnTo>
                <a:lnTo>
                  <a:pt x="16489" y="9648"/>
                </a:lnTo>
                <a:lnTo>
                  <a:pt x="15098" y="5921"/>
                </a:lnTo>
                <a:lnTo>
                  <a:pt x="14846" y="5504"/>
                </a:lnTo>
                <a:lnTo>
                  <a:pt x="12382" y="2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sag-omegaN-glyph-1">
            <a:extLst xmlns:a="http://schemas.openxmlformats.org/drawingml/2006/main">
              <a:ext uri="{FF2B5EF4-FFF2-40B4-BE49-F238E27FC236}">
                <a16:creationId xmlns:a16="http://schemas.microsoft.com/office/drawing/2014/main" id="{F0943FBE-E623-4151-89DF-49E8816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7238" y="6253693"/>
            <a:ext cx="91086" cy="69190"/>
          </a:xfrm>
          <a:custGeom xmlns:a="http://schemas.openxmlformats.org/drawingml/2006/main">
            <a:pathLst>
              <a:path w="91086" h="69190">
                <a:moveTo>
                  <a:pt x="26039" y="2470"/>
                </a:moveTo>
                <a:lnTo>
                  <a:pt x="28888" y="534"/>
                </a:lnTo>
                <a:lnTo>
                  <a:pt x="32614" y="283"/>
                </a:lnTo>
                <a:lnTo>
                  <a:pt x="34699" y="2470"/>
                </a:lnTo>
                <a:lnTo>
                  <a:pt x="34581" y="6196"/>
                </a:lnTo>
                <a:lnTo>
                  <a:pt x="32614" y="8685"/>
                </a:lnTo>
                <a:lnTo>
                  <a:pt x="31357" y="9923"/>
                </a:lnTo>
                <a:lnTo>
                  <a:pt x="28888" y="12373"/>
                </a:lnTo>
                <a:lnTo>
                  <a:pt x="27611" y="13649"/>
                </a:lnTo>
                <a:lnTo>
                  <a:pt x="25161" y="16309"/>
                </a:lnTo>
                <a:lnTo>
                  <a:pt x="24329" y="17376"/>
                </a:lnTo>
                <a:lnTo>
                  <a:pt x="21989" y="21102"/>
                </a:lnTo>
                <a:lnTo>
                  <a:pt x="21435" y="21809"/>
                </a:lnTo>
                <a:lnTo>
                  <a:pt x="19740" y="24829"/>
                </a:lnTo>
                <a:lnTo>
                  <a:pt x="18114" y="28555"/>
                </a:lnTo>
                <a:lnTo>
                  <a:pt x="17708" y="29264"/>
                </a:lnTo>
                <a:lnTo>
                  <a:pt x="16469" y="32282"/>
                </a:lnTo>
                <a:lnTo>
                  <a:pt x="15460" y="36008"/>
                </a:lnTo>
                <a:lnTo>
                  <a:pt x="14547" y="39735"/>
                </a:lnTo>
                <a:lnTo>
                  <a:pt x="13982" y="42492"/>
                </a:lnTo>
                <a:lnTo>
                  <a:pt x="13792" y="43461"/>
                </a:lnTo>
                <a:lnTo>
                  <a:pt x="13338" y="47188"/>
                </a:lnTo>
                <a:lnTo>
                  <a:pt x="13844" y="50914"/>
                </a:lnTo>
                <a:lnTo>
                  <a:pt x="13982" y="51231"/>
                </a:lnTo>
                <a:lnTo>
                  <a:pt x="15273" y="54641"/>
                </a:lnTo>
                <a:lnTo>
                  <a:pt x="16928" y="58367"/>
                </a:lnTo>
                <a:lnTo>
                  <a:pt x="17708" y="59291"/>
                </a:lnTo>
                <a:lnTo>
                  <a:pt x="21435" y="61127"/>
                </a:lnTo>
                <a:lnTo>
                  <a:pt x="25161" y="61486"/>
                </a:lnTo>
                <a:lnTo>
                  <a:pt x="28888" y="60523"/>
                </a:lnTo>
                <a:lnTo>
                  <a:pt x="31526" y="58367"/>
                </a:lnTo>
                <a:lnTo>
                  <a:pt x="32614" y="57119"/>
                </a:lnTo>
                <a:lnTo>
                  <a:pt x="34335" y="54641"/>
                </a:lnTo>
                <a:lnTo>
                  <a:pt x="35645" y="50914"/>
                </a:lnTo>
                <a:lnTo>
                  <a:pt x="36341" y="49321"/>
                </a:lnTo>
                <a:lnTo>
                  <a:pt x="37299" y="47188"/>
                </a:lnTo>
                <a:lnTo>
                  <a:pt x="38122" y="43461"/>
                </a:lnTo>
                <a:lnTo>
                  <a:pt x="38642" y="39735"/>
                </a:lnTo>
                <a:lnTo>
                  <a:pt x="39329" y="36008"/>
                </a:lnTo>
                <a:lnTo>
                  <a:pt x="40067" y="33425"/>
                </a:lnTo>
                <a:lnTo>
                  <a:pt x="40457" y="32282"/>
                </a:lnTo>
                <a:lnTo>
                  <a:pt x="41415" y="28555"/>
                </a:lnTo>
                <a:lnTo>
                  <a:pt x="41961" y="24829"/>
                </a:lnTo>
                <a:lnTo>
                  <a:pt x="43046" y="21102"/>
                </a:lnTo>
                <a:lnTo>
                  <a:pt x="43794" y="20269"/>
                </a:lnTo>
                <a:lnTo>
                  <a:pt x="47520" y="19510"/>
                </a:lnTo>
                <a:lnTo>
                  <a:pt x="51247" y="19557"/>
                </a:lnTo>
                <a:lnTo>
                  <a:pt x="54973" y="20276"/>
                </a:lnTo>
                <a:lnTo>
                  <a:pt x="55832" y="21102"/>
                </a:lnTo>
                <a:lnTo>
                  <a:pt x="56111" y="24829"/>
                </a:lnTo>
                <a:lnTo>
                  <a:pt x="54991" y="28555"/>
                </a:lnTo>
                <a:lnTo>
                  <a:pt x="54973" y="28592"/>
                </a:lnTo>
                <a:lnTo>
                  <a:pt x="53904" y="32282"/>
                </a:lnTo>
                <a:lnTo>
                  <a:pt x="53432" y="36008"/>
                </a:lnTo>
                <a:lnTo>
                  <a:pt x="52868" y="39735"/>
                </a:lnTo>
                <a:lnTo>
                  <a:pt x="51943" y="43461"/>
                </a:lnTo>
                <a:lnTo>
                  <a:pt x="51247" y="45818"/>
                </a:lnTo>
                <a:lnTo>
                  <a:pt x="50896" y="47188"/>
                </a:lnTo>
                <a:lnTo>
                  <a:pt x="50489" y="50914"/>
                </a:lnTo>
                <a:lnTo>
                  <a:pt x="51247" y="54257"/>
                </a:lnTo>
                <a:lnTo>
                  <a:pt x="51370" y="54641"/>
                </a:lnTo>
                <a:lnTo>
                  <a:pt x="53070" y="58367"/>
                </a:lnTo>
                <a:lnTo>
                  <a:pt x="54973" y="60192"/>
                </a:lnTo>
                <a:lnTo>
                  <a:pt x="58700" y="61397"/>
                </a:lnTo>
                <a:lnTo>
                  <a:pt x="62426" y="61115"/>
                </a:lnTo>
                <a:lnTo>
                  <a:pt x="66153" y="59765"/>
                </a:lnTo>
                <a:lnTo>
                  <a:pt x="67640" y="58367"/>
                </a:lnTo>
                <a:lnTo>
                  <a:pt x="69879" y="55843"/>
                </a:lnTo>
                <a:lnTo>
                  <a:pt x="70897" y="54641"/>
                </a:lnTo>
                <a:lnTo>
                  <a:pt x="72631" y="50914"/>
                </a:lnTo>
                <a:lnTo>
                  <a:pt x="73606" y="49027"/>
                </a:lnTo>
                <a:lnTo>
                  <a:pt x="74631" y="47188"/>
                </a:lnTo>
                <a:lnTo>
                  <a:pt x="75488" y="43461"/>
                </a:lnTo>
                <a:lnTo>
                  <a:pt x="75742" y="39735"/>
                </a:lnTo>
                <a:lnTo>
                  <a:pt x="76053" y="36008"/>
                </a:lnTo>
                <a:lnTo>
                  <a:pt x="76589" y="32282"/>
                </a:lnTo>
                <a:lnTo>
                  <a:pt x="76977" y="28555"/>
                </a:lnTo>
                <a:lnTo>
                  <a:pt x="76707" y="24829"/>
                </a:lnTo>
                <a:lnTo>
                  <a:pt x="76232" y="21102"/>
                </a:lnTo>
                <a:lnTo>
                  <a:pt x="75803" y="17376"/>
                </a:lnTo>
                <a:lnTo>
                  <a:pt x="75061" y="13649"/>
                </a:lnTo>
                <a:lnTo>
                  <a:pt x="73606" y="11032"/>
                </a:lnTo>
                <a:lnTo>
                  <a:pt x="72925" y="9923"/>
                </a:lnTo>
                <a:lnTo>
                  <a:pt x="71904" y="6196"/>
                </a:lnTo>
                <a:lnTo>
                  <a:pt x="72244" y="2470"/>
                </a:lnTo>
                <a:lnTo>
                  <a:pt x="73606" y="1030"/>
                </a:lnTo>
                <a:lnTo>
                  <a:pt x="77332" y="0"/>
                </a:lnTo>
                <a:lnTo>
                  <a:pt x="80240" y="2470"/>
                </a:lnTo>
                <a:lnTo>
                  <a:pt x="81059" y="3231"/>
                </a:lnTo>
                <a:lnTo>
                  <a:pt x="83394" y="6196"/>
                </a:lnTo>
                <a:lnTo>
                  <a:pt x="84785" y="8168"/>
                </a:lnTo>
                <a:lnTo>
                  <a:pt x="86076" y="9923"/>
                </a:lnTo>
                <a:lnTo>
                  <a:pt x="87508" y="13649"/>
                </a:lnTo>
                <a:lnTo>
                  <a:pt x="88512" y="15858"/>
                </a:lnTo>
                <a:lnTo>
                  <a:pt x="89335" y="17376"/>
                </a:lnTo>
                <a:lnTo>
                  <a:pt x="90293" y="21102"/>
                </a:lnTo>
                <a:lnTo>
                  <a:pt x="90731" y="24829"/>
                </a:lnTo>
                <a:lnTo>
                  <a:pt x="90993" y="28555"/>
                </a:lnTo>
                <a:lnTo>
                  <a:pt x="91086" y="32282"/>
                </a:lnTo>
                <a:lnTo>
                  <a:pt x="90917" y="36008"/>
                </a:lnTo>
                <a:lnTo>
                  <a:pt x="90709" y="39735"/>
                </a:lnTo>
                <a:lnTo>
                  <a:pt x="90279" y="43461"/>
                </a:lnTo>
                <a:lnTo>
                  <a:pt x="88698" y="47188"/>
                </a:lnTo>
                <a:lnTo>
                  <a:pt x="88512" y="47489"/>
                </a:lnTo>
                <a:lnTo>
                  <a:pt x="87117" y="50914"/>
                </a:lnTo>
                <a:lnTo>
                  <a:pt x="85219" y="54641"/>
                </a:lnTo>
                <a:lnTo>
                  <a:pt x="84785" y="55219"/>
                </a:lnTo>
                <a:lnTo>
                  <a:pt x="82726" y="58367"/>
                </a:lnTo>
                <a:lnTo>
                  <a:pt x="81059" y="60127"/>
                </a:lnTo>
                <a:lnTo>
                  <a:pt x="78904" y="62094"/>
                </a:lnTo>
                <a:lnTo>
                  <a:pt x="77332" y="63495"/>
                </a:lnTo>
                <a:lnTo>
                  <a:pt x="73606" y="65539"/>
                </a:lnTo>
                <a:lnTo>
                  <a:pt x="73121" y="65820"/>
                </a:lnTo>
                <a:lnTo>
                  <a:pt x="69879" y="67548"/>
                </a:lnTo>
                <a:lnTo>
                  <a:pt x="66153" y="68359"/>
                </a:lnTo>
                <a:lnTo>
                  <a:pt x="62426" y="68709"/>
                </a:lnTo>
                <a:lnTo>
                  <a:pt x="58700" y="68759"/>
                </a:lnTo>
                <a:lnTo>
                  <a:pt x="54973" y="68773"/>
                </a:lnTo>
                <a:lnTo>
                  <a:pt x="51247" y="67882"/>
                </a:lnTo>
                <a:lnTo>
                  <a:pt x="47520" y="66273"/>
                </a:lnTo>
                <a:lnTo>
                  <a:pt x="47093" y="65820"/>
                </a:lnTo>
                <a:lnTo>
                  <a:pt x="43794" y="62395"/>
                </a:lnTo>
                <a:lnTo>
                  <a:pt x="42354" y="62094"/>
                </a:lnTo>
                <a:lnTo>
                  <a:pt x="40067" y="61698"/>
                </a:lnTo>
                <a:lnTo>
                  <a:pt x="39661" y="62094"/>
                </a:lnTo>
                <a:lnTo>
                  <a:pt x="36341" y="64934"/>
                </a:lnTo>
                <a:lnTo>
                  <a:pt x="34828" y="65820"/>
                </a:lnTo>
                <a:lnTo>
                  <a:pt x="32614" y="67235"/>
                </a:lnTo>
                <a:lnTo>
                  <a:pt x="28888" y="68324"/>
                </a:lnTo>
                <a:lnTo>
                  <a:pt x="25161" y="68541"/>
                </a:lnTo>
                <a:lnTo>
                  <a:pt x="21435" y="69190"/>
                </a:lnTo>
                <a:lnTo>
                  <a:pt x="17708" y="68866"/>
                </a:lnTo>
                <a:lnTo>
                  <a:pt x="13982" y="68199"/>
                </a:lnTo>
                <a:lnTo>
                  <a:pt x="10255" y="67342"/>
                </a:lnTo>
                <a:lnTo>
                  <a:pt x="8634" y="65820"/>
                </a:lnTo>
                <a:lnTo>
                  <a:pt x="6529" y="63858"/>
                </a:lnTo>
                <a:lnTo>
                  <a:pt x="4900" y="62094"/>
                </a:lnTo>
                <a:lnTo>
                  <a:pt x="2802" y="59655"/>
                </a:lnTo>
                <a:lnTo>
                  <a:pt x="1812" y="58367"/>
                </a:lnTo>
                <a:lnTo>
                  <a:pt x="1285" y="54641"/>
                </a:lnTo>
                <a:lnTo>
                  <a:pt x="653" y="50914"/>
                </a:lnTo>
                <a:lnTo>
                  <a:pt x="0" y="47188"/>
                </a:lnTo>
                <a:lnTo>
                  <a:pt x="196" y="43461"/>
                </a:lnTo>
                <a:lnTo>
                  <a:pt x="728" y="39735"/>
                </a:lnTo>
                <a:lnTo>
                  <a:pt x="1132" y="36008"/>
                </a:lnTo>
                <a:lnTo>
                  <a:pt x="1901" y="32282"/>
                </a:lnTo>
                <a:lnTo>
                  <a:pt x="2802" y="30643"/>
                </a:lnTo>
                <a:lnTo>
                  <a:pt x="4067" y="28555"/>
                </a:lnTo>
                <a:lnTo>
                  <a:pt x="5542" y="24829"/>
                </a:lnTo>
                <a:lnTo>
                  <a:pt x="6529" y="23053"/>
                </a:lnTo>
                <a:lnTo>
                  <a:pt x="7757" y="21102"/>
                </a:lnTo>
                <a:lnTo>
                  <a:pt x="10122" y="17376"/>
                </a:lnTo>
                <a:lnTo>
                  <a:pt x="10255" y="17223"/>
                </a:lnTo>
                <a:lnTo>
                  <a:pt x="13478" y="13649"/>
                </a:lnTo>
                <a:lnTo>
                  <a:pt x="13982" y="13132"/>
                </a:lnTo>
                <a:lnTo>
                  <a:pt x="16749" y="9923"/>
                </a:lnTo>
                <a:lnTo>
                  <a:pt x="17708" y="8950"/>
                </a:lnTo>
                <a:lnTo>
                  <a:pt x="21176" y="6196"/>
                </a:lnTo>
                <a:lnTo>
                  <a:pt x="21435" y="5965"/>
                </a:lnTo>
                <a:lnTo>
                  <a:pt x="25161" y="3170"/>
                </a:lnTo>
                <a:lnTo>
                  <a:pt x="26039" y="24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sag-feature-hi-glyph-0">
            <a:extLst xmlns:a="http://schemas.openxmlformats.org/drawingml/2006/main">
              <a:ext uri="{FF2B5EF4-FFF2-40B4-BE49-F238E27FC236}">
                <a16:creationId xmlns:a16="http://schemas.microsoft.com/office/drawing/2014/main" id="{AF34097D-E799-4E3F-B4BE-09C8598D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7282" y="6261676"/>
            <a:ext cx="71582" cy="102455"/>
          </a:xfrm>
          <a:custGeom xmlns:a="http://schemas.openxmlformats.org/drawingml/2006/main">
            <a:pathLst>
              <a:path w="71582" h="102455">
                <a:moveTo>
                  <a:pt x="12354" y="1939"/>
                </a:moveTo>
                <a:lnTo>
                  <a:pt x="14136" y="603"/>
                </a:lnTo>
                <a:lnTo>
                  <a:pt x="17862" y="291"/>
                </a:lnTo>
                <a:lnTo>
                  <a:pt x="21589" y="192"/>
                </a:lnTo>
                <a:lnTo>
                  <a:pt x="25315" y="110"/>
                </a:lnTo>
                <a:lnTo>
                  <a:pt x="29042" y="0"/>
                </a:lnTo>
                <a:lnTo>
                  <a:pt x="32768" y="53"/>
                </a:lnTo>
                <a:lnTo>
                  <a:pt x="34565" y="1939"/>
                </a:lnTo>
                <a:lnTo>
                  <a:pt x="34654" y="5666"/>
                </a:lnTo>
                <a:lnTo>
                  <a:pt x="33872" y="9392"/>
                </a:lnTo>
                <a:lnTo>
                  <a:pt x="32768" y="12001"/>
                </a:lnTo>
                <a:lnTo>
                  <a:pt x="32341" y="13119"/>
                </a:lnTo>
                <a:lnTo>
                  <a:pt x="31529" y="16845"/>
                </a:lnTo>
                <a:lnTo>
                  <a:pt x="30961" y="20572"/>
                </a:lnTo>
                <a:lnTo>
                  <a:pt x="30142" y="24298"/>
                </a:lnTo>
                <a:lnTo>
                  <a:pt x="29042" y="27038"/>
                </a:lnTo>
                <a:lnTo>
                  <a:pt x="28685" y="28025"/>
                </a:lnTo>
                <a:lnTo>
                  <a:pt x="27803" y="31751"/>
                </a:lnTo>
                <a:lnTo>
                  <a:pt x="27264" y="35478"/>
                </a:lnTo>
                <a:lnTo>
                  <a:pt x="27084" y="39204"/>
                </a:lnTo>
                <a:lnTo>
                  <a:pt x="29042" y="40526"/>
                </a:lnTo>
                <a:lnTo>
                  <a:pt x="30588" y="39204"/>
                </a:lnTo>
                <a:lnTo>
                  <a:pt x="32768" y="37590"/>
                </a:lnTo>
                <a:lnTo>
                  <a:pt x="35648" y="35478"/>
                </a:lnTo>
                <a:lnTo>
                  <a:pt x="36495" y="34843"/>
                </a:lnTo>
                <a:lnTo>
                  <a:pt x="40221" y="33354"/>
                </a:lnTo>
                <a:lnTo>
                  <a:pt x="43948" y="32419"/>
                </a:lnTo>
                <a:lnTo>
                  <a:pt x="47674" y="31806"/>
                </a:lnTo>
                <a:lnTo>
                  <a:pt x="51401" y="32382"/>
                </a:lnTo>
                <a:lnTo>
                  <a:pt x="55127" y="33560"/>
                </a:lnTo>
                <a:lnTo>
                  <a:pt x="57728" y="35478"/>
                </a:lnTo>
                <a:lnTo>
                  <a:pt x="58854" y="36493"/>
                </a:lnTo>
                <a:lnTo>
                  <a:pt x="60661" y="39204"/>
                </a:lnTo>
                <a:lnTo>
                  <a:pt x="61398" y="42931"/>
                </a:lnTo>
                <a:lnTo>
                  <a:pt x="61699" y="46657"/>
                </a:lnTo>
                <a:lnTo>
                  <a:pt x="61569" y="50384"/>
                </a:lnTo>
                <a:lnTo>
                  <a:pt x="61238" y="54111"/>
                </a:lnTo>
                <a:lnTo>
                  <a:pt x="60801" y="57837"/>
                </a:lnTo>
                <a:lnTo>
                  <a:pt x="60163" y="61564"/>
                </a:lnTo>
                <a:lnTo>
                  <a:pt x="58854" y="65107"/>
                </a:lnTo>
                <a:lnTo>
                  <a:pt x="58779" y="65290"/>
                </a:lnTo>
                <a:lnTo>
                  <a:pt x="57769" y="69017"/>
                </a:lnTo>
                <a:lnTo>
                  <a:pt x="57203" y="72743"/>
                </a:lnTo>
                <a:lnTo>
                  <a:pt x="56440" y="76470"/>
                </a:lnTo>
                <a:lnTo>
                  <a:pt x="55127" y="80093"/>
                </a:lnTo>
                <a:lnTo>
                  <a:pt x="55084" y="80196"/>
                </a:lnTo>
                <a:lnTo>
                  <a:pt x="54131" y="83923"/>
                </a:lnTo>
                <a:lnTo>
                  <a:pt x="53849" y="87649"/>
                </a:lnTo>
                <a:lnTo>
                  <a:pt x="55127" y="90580"/>
                </a:lnTo>
                <a:lnTo>
                  <a:pt x="58854" y="91128"/>
                </a:lnTo>
                <a:lnTo>
                  <a:pt x="62580" y="88887"/>
                </a:lnTo>
                <a:lnTo>
                  <a:pt x="64022" y="87649"/>
                </a:lnTo>
                <a:lnTo>
                  <a:pt x="66307" y="85530"/>
                </a:lnTo>
                <a:lnTo>
                  <a:pt x="70033" y="86019"/>
                </a:lnTo>
                <a:lnTo>
                  <a:pt x="71582" y="87649"/>
                </a:lnTo>
                <a:lnTo>
                  <a:pt x="71262" y="91376"/>
                </a:lnTo>
                <a:lnTo>
                  <a:pt x="70033" y="92925"/>
                </a:lnTo>
                <a:lnTo>
                  <a:pt x="67857" y="95102"/>
                </a:lnTo>
                <a:lnTo>
                  <a:pt x="66307" y="96520"/>
                </a:lnTo>
                <a:lnTo>
                  <a:pt x="63128" y="98829"/>
                </a:lnTo>
                <a:lnTo>
                  <a:pt x="62580" y="99277"/>
                </a:lnTo>
                <a:lnTo>
                  <a:pt x="58854" y="101046"/>
                </a:lnTo>
                <a:lnTo>
                  <a:pt x="55127" y="101703"/>
                </a:lnTo>
                <a:lnTo>
                  <a:pt x="51401" y="102455"/>
                </a:lnTo>
                <a:lnTo>
                  <a:pt x="47674" y="101912"/>
                </a:lnTo>
                <a:lnTo>
                  <a:pt x="43948" y="100480"/>
                </a:lnTo>
                <a:lnTo>
                  <a:pt x="42620" y="98829"/>
                </a:lnTo>
                <a:lnTo>
                  <a:pt x="41459" y="95102"/>
                </a:lnTo>
                <a:lnTo>
                  <a:pt x="40479" y="91376"/>
                </a:lnTo>
                <a:lnTo>
                  <a:pt x="40221" y="89264"/>
                </a:lnTo>
                <a:lnTo>
                  <a:pt x="40014" y="87649"/>
                </a:lnTo>
                <a:lnTo>
                  <a:pt x="40221" y="86752"/>
                </a:lnTo>
                <a:lnTo>
                  <a:pt x="40809" y="83923"/>
                </a:lnTo>
                <a:lnTo>
                  <a:pt x="41613" y="80196"/>
                </a:lnTo>
                <a:lnTo>
                  <a:pt x="42152" y="76470"/>
                </a:lnTo>
                <a:lnTo>
                  <a:pt x="42820" y="72743"/>
                </a:lnTo>
                <a:lnTo>
                  <a:pt x="43948" y="69582"/>
                </a:lnTo>
                <a:lnTo>
                  <a:pt x="44201" y="69017"/>
                </a:lnTo>
                <a:lnTo>
                  <a:pt x="45266" y="65290"/>
                </a:lnTo>
                <a:lnTo>
                  <a:pt x="45841" y="61564"/>
                </a:lnTo>
                <a:lnTo>
                  <a:pt x="46398" y="57837"/>
                </a:lnTo>
                <a:lnTo>
                  <a:pt x="47076" y="54111"/>
                </a:lnTo>
                <a:lnTo>
                  <a:pt x="47443" y="50384"/>
                </a:lnTo>
                <a:lnTo>
                  <a:pt x="46465" y="46657"/>
                </a:lnTo>
                <a:lnTo>
                  <a:pt x="43948" y="43073"/>
                </a:lnTo>
                <a:lnTo>
                  <a:pt x="40221" y="43156"/>
                </a:lnTo>
                <a:lnTo>
                  <a:pt x="36495" y="45152"/>
                </a:lnTo>
                <a:lnTo>
                  <a:pt x="34829" y="46657"/>
                </a:lnTo>
                <a:lnTo>
                  <a:pt x="32768" y="48521"/>
                </a:lnTo>
                <a:lnTo>
                  <a:pt x="30963" y="50384"/>
                </a:lnTo>
                <a:lnTo>
                  <a:pt x="29042" y="52502"/>
                </a:lnTo>
                <a:lnTo>
                  <a:pt x="27827" y="54111"/>
                </a:lnTo>
                <a:lnTo>
                  <a:pt x="25315" y="57819"/>
                </a:lnTo>
                <a:lnTo>
                  <a:pt x="25301" y="57837"/>
                </a:lnTo>
                <a:lnTo>
                  <a:pt x="23498" y="61564"/>
                </a:lnTo>
                <a:lnTo>
                  <a:pt x="22038" y="65290"/>
                </a:lnTo>
                <a:lnTo>
                  <a:pt x="21589" y="66052"/>
                </a:lnTo>
                <a:lnTo>
                  <a:pt x="20451" y="69017"/>
                </a:lnTo>
                <a:lnTo>
                  <a:pt x="19856" y="72743"/>
                </a:lnTo>
                <a:lnTo>
                  <a:pt x="19117" y="76470"/>
                </a:lnTo>
                <a:lnTo>
                  <a:pt x="17881" y="80196"/>
                </a:lnTo>
                <a:lnTo>
                  <a:pt x="17862" y="80238"/>
                </a:lnTo>
                <a:lnTo>
                  <a:pt x="16898" y="83923"/>
                </a:lnTo>
                <a:lnTo>
                  <a:pt x="16433" y="87649"/>
                </a:lnTo>
                <a:lnTo>
                  <a:pt x="15871" y="91376"/>
                </a:lnTo>
                <a:lnTo>
                  <a:pt x="15119" y="95102"/>
                </a:lnTo>
                <a:lnTo>
                  <a:pt x="14136" y="98476"/>
                </a:lnTo>
                <a:lnTo>
                  <a:pt x="14032" y="98829"/>
                </a:lnTo>
                <a:lnTo>
                  <a:pt x="10409" y="101546"/>
                </a:lnTo>
                <a:lnTo>
                  <a:pt x="6683" y="101492"/>
                </a:lnTo>
                <a:lnTo>
                  <a:pt x="2956" y="101317"/>
                </a:lnTo>
                <a:lnTo>
                  <a:pt x="0" y="98829"/>
                </a:lnTo>
                <a:lnTo>
                  <a:pt x="726" y="95102"/>
                </a:lnTo>
                <a:lnTo>
                  <a:pt x="1178" y="91376"/>
                </a:lnTo>
                <a:lnTo>
                  <a:pt x="1836" y="87649"/>
                </a:lnTo>
                <a:lnTo>
                  <a:pt x="2845" y="83923"/>
                </a:lnTo>
                <a:lnTo>
                  <a:pt x="2956" y="83656"/>
                </a:lnTo>
                <a:lnTo>
                  <a:pt x="4071" y="80196"/>
                </a:lnTo>
                <a:lnTo>
                  <a:pt x="4690" y="76470"/>
                </a:lnTo>
                <a:lnTo>
                  <a:pt x="5253" y="72743"/>
                </a:lnTo>
                <a:lnTo>
                  <a:pt x="6104" y="69017"/>
                </a:lnTo>
                <a:lnTo>
                  <a:pt x="6683" y="67319"/>
                </a:lnTo>
                <a:lnTo>
                  <a:pt x="7349" y="65290"/>
                </a:lnTo>
                <a:lnTo>
                  <a:pt x="8257" y="61564"/>
                </a:lnTo>
                <a:lnTo>
                  <a:pt x="8758" y="57837"/>
                </a:lnTo>
                <a:lnTo>
                  <a:pt x="9360" y="54111"/>
                </a:lnTo>
                <a:lnTo>
                  <a:pt x="10328" y="50384"/>
                </a:lnTo>
                <a:lnTo>
                  <a:pt x="10409" y="50215"/>
                </a:lnTo>
                <a:lnTo>
                  <a:pt x="11663" y="46657"/>
                </a:lnTo>
                <a:lnTo>
                  <a:pt x="12234" y="42931"/>
                </a:lnTo>
                <a:lnTo>
                  <a:pt x="12844" y="39204"/>
                </a:lnTo>
                <a:lnTo>
                  <a:pt x="13622" y="35478"/>
                </a:lnTo>
                <a:lnTo>
                  <a:pt x="14136" y="34119"/>
                </a:lnTo>
                <a:lnTo>
                  <a:pt x="14953" y="31751"/>
                </a:lnTo>
                <a:lnTo>
                  <a:pt x="15683" y="28025"/>
                </a:lnTo>
                <a:lnTo>
                  <a:pt x="16229" y="24298"/>
                </a:lnTo>
                <a:lnTo>
                  <a:pt x="16881" y="20572"/>
                </a:lnTo>
                <a:lnTo>
                  <a:pt x="17862" y="17505"/>
                </a:lnTo>
                <a:lnTo>
                  <a:pt x="18124" y="16845"/>
                </a:lnTo>
                <a:lnTo>
                  <a:pt x="18583" y="13119"/>
                </a:lnTo>
                <a:lnTo>
                  <a:pt x="17862" y="9827"/>
                </a:lnTo>
                <a:lnTo>
                  <a:pt x="17705" y="9392"/>
                </a:lnTo>
                <a:lnTo>
                  <a:pt x="14136" y="6903"/>
                </a:lnTo>
                <a:lnTo>
                  <a:pt x="12706" y="5666"/>
                </a:lnTo>
                <a:lnTo>
                  <a:pt x="12354" y="1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sag-feature-hi-glyph-1">
            <a:extLst xmlns:a="http://schemas.openxmlformats.org/drawingml/2006/main">
              <a:ext uri="{FF2B5EF4-FFF2-40B4-BE49-F238E27FC236}">
                <a16:creationId xmlns:a16="http://schemas.microsoft.com/office/drawing/2014/main" id="{FD783642-DCA8-4509-86C2-724E6531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0896" y="6318244"/>
            <a:ext cx="12339" cy="13099"/>
          </a:xfrm>
          <a:custGeom xmlns:a="http://schemas.openxmlformats.org/drawingml/2006/main">
            <a:pathLst>
              <a:path w="12339" h="13099">
                <a:moveTo>
                  <a:pt x="1851" y="1269"/>
                </a:moveTo>
                <a:lnTo>
                  <a:pt x="2504" y="621"/>
                </a:lnTo>
                <a:lnTo>
                  <a:pt x="6231" y="100"/>
                </a:lnTo>
                <a:lnTo>
                  <a:pt x="9957" y="0"/>
                </a:lnTo>
                <a:lnTo>
                  <a:pt x="11770" y="1269"/>
                </a:lnTo>
                <a:lnTo>
                  <a:pt x="12339" y="4996"/>
                </a:lnTo>
                <a:lnTo>
                  <a:pt x="12031" y="8722"/>
                </a:lnTo>
                <a:lnTo>
                  <a:pt x="9957" y="12029"/>
                </a:lnTo>
                <a:lnTo>
                  <a:pt x="8455" y="12449"/>
                </a:lnTo>
                <a:lnTo>
                  <a:pt x="6231" y="13099"/>
                </a:lnTo>
                <a:lnTo>
                  <a:pt x="2504" y="12814"/>
                </a:lnTo>
                <a:lnTo>
                  <a:pt x="2072" y="12449"/>
                </a:lnTo>
                <a:lnTo>
                  <a:pt x="0" y="8722"/>
                </a:lnTo>
                <a:lnTo>
                  <a:pt x="598" y="4996"/>
                </a:lnTo>
                <a:lnTo>
                  <a:pt x="1851" y="1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sag-feature-hi-glyph-2">
            <a:extLst xmlns:a="http://schemas.openxmlformats.org/drawingml/2006/main">
              <a:ext uri="{FF2B5EF4-FFF2-40B4-BE49-F238E27FC236}">
                <a16:creationId xmlns:a16="http://schemas.microsoft.com/office/drawing/2014/main" id="{B34C399B-19C6-487B-86B8-277607F6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9557" y="6339633"/>
            <a:ext cx="25992" cy="54095"/>
          </a:xfrm>
          <a:custGeom xmlns:a="http://schemas.openxmlformats.org/drawingml/2006/main">
            <a:pathLst>
              <a:path w="25992" h="54095">
                <a:moveTo>
                  <a:pt x="1106" y="2239"/>
                </a:moveTo>
                <a:lnTo>
                  <a:pt x="2664" y="681"/>
                </a:lnTo>
                <a:lnTo>
                  <a:pt x="6390" y="129"/>
                </a:lnTo>
                <a:lnTo>
                  <a:pt x="10117" y="144"/>
                </a:lnTo>
                <a:lnTo>
                  <a:pt x="13843" y="0"/>
                </a:lnTo>
                <a:lnTo>
                  <a:pt x="17570" y="194"/>
                </a:lnTo>
                <a:lnTo>
                  <a:pt x="19203" y="2239"/>
                </a:lnTo>
                <a:lnTo>
                  <a:pt x="19181" y="5965"/>
                </a:lnTo>
                <a:lnTo>
                  <a:pt x="18202" y="9692"/>
                </a:lnTo>
                <a:lnTo>
                  <a:pt x="17570" y="11343"/>
                </a:lnTo>
                <a:lnTo>
                  <a:pt x="16965" y="13418"/>
                </a:lnTo>
                <a:lnTo>
                  <a:pt x="16284" y="17145"/>
                </a:lnTo>
                <a:lnTo>
                  <a:pt x="15837" y="20871"/>
                </a:lnTo>
                <a:lnTo>
                  <a:pt x="14991" y="24598"/>
                </a:lnTo>
                <a:lnTo>
                  <a:pt x="13939" y="28324"/>
                </a:lnTo>
                <a:lnTo>
                  <a:pt x="13843" y="28511"/>
                </a:lnTo>
                <a:lnTo>
                  <a:pt x="12832" y="32051"/>
                </a:lnTo>
                <a:lnTo>
                  <a:pt x="12264" y="35777"/>
                </a:lnTo>
                <a:lnTo>
                  <a:pt x="11861" y="39504"/>
                </a:lnTo>
                <a:lnTo>
                  <a:pt x="11892" y="43230"/>
                </a:lnTo>
                <a:lnTo>
                  <a:pt x="13843" y="45082"/>
                </a:lnTo>
                <a:lnTo>
                  <a:pt x="17570" y="43632"/>
                </a:lnTo>
                <a:lnTo>
                  <a:pt x="18035" y="43230"/>
                </a:lnTo>
                <a:lnTo>
                  <a:pt x="21296" y="40490"/>
                </a:lnTo>
                <a:lnTo>
                  <a:pt x="25023" y="42129"/>
                </a:lnTo>
                <a:lnTo>
                  <a:pt x="25992" y="43230"/>
                </a:lnTo>
                <a:lnTo>
                  <a:pt x="25023" y="44889"/>
                </a:lnTo>
                <a:lnTo>
                  <a:pt x="23871" y="46957"/>
                </a:lnTo>
                <a:lnTo>
                  <a:pt x="21296" y="49474"/>
                </a:lnTo>
                <a:lnTo>
                  <a:pt x="19534" y="50683"/>
                </a:lnTo>
                <a:lnTo>
                  <a:pt x="17570" y="52189"/>
                </a:lnTo>
                <a:lnTo>
                  <a:pt x="13843" y="53467"/>
                </a:lnTo>
                <a:lnTo>
                  <a:pt x="10117" y="54095"/>
                </a:lnTo>
                <a:lnTo>
                  <a:pt x="6390" y="53672"/>
                </a:lnTo>
                <a:lnTo>
                  <a:pt x="2664" y="52089"/>
                </a:lnTo>
                <a:lnTo>
                  <a:pt x="1559" y="50683"/>
                </a:lnTo>
                <a:lnTo>
                  <a:pt x="260" y="46957"/>
                </a:lnTo>
                <a:lnTo>
                  <a:pt x="0" y="43230"/>
                </a:lnTo>
                <a:lnTo>
                  <a:pt x="291" y="39504"/>
                </a:lnTo>
                <a:lnTo>
                  <a:pt x="750" y="35777"/>
                </a:lnTo>
                <a:lnTo>
                  <a:pt x="1196" y="32051"/>
                </a:lnTo>
                <a:lnTo>
                  <a:pt x="2024" y="28324"/>
                </a:lnTo>
                <a:lnTo>
                  <a:pt x="2664" y="26827"/>
                </a:lnTo>
                <a:lnTo>
                  <a:pt x="3513" y="24598"/>
                </a:lnTo>
                <a:lnTo>
                  <a:pt x="4216" y="20871"/>
                </a:lnTo>
                <a:lnTo>
                  <a:pt x="4726" y="17145"/>
                </a:lnTo>
                <a:lnTo>
                  <a:pt x="5253" y="13418"/>
                </a:lnTo>
                <a:lnTo>
                  <a:pt x="5386" y="9692"/>
                </a:lnTo>
                <a:lnTo>
                  <a:pt x="3330" y="5965"/>
                </a:lnTo>
                <a:lnTo>
                  <a:pt x="2664" y="5033"/>
                </a:lnTo>
                <a:lnTo>
                  <a:pt x="1106" y="2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sag-policy-glyph-0">
            <a:extLst xmlns:a="http://schemas.openxmlformats.org/drawingml/2006/main">
              <a:ext uri="{FF2B5EF4-FFF2-40B4-BE49-F238E27FC236}">
                <a16:creationId xmlns:a16="http://schemas.microsoft.com/office/drawing/2014/main" id="{CD1AE4E5-2996-4362-A8A9-3A99F95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8192" y="6685558"/>
            <a:ext cx="44509" cy="131557"/>
          </a:xfrm>
          <a:custGeom xmlns:a="http://schemas.openxmlformats.org/drawingml/2006/main">
            <a:pathLst>
              <a:path w="44509" h="131557">
                <a:moveTo>
                  <a:pt x="31885" y="2880"/>
                </a:moveTo>
                <a:lnTo>
                  <a:pt x="35584" y="1057"/>
                </a:lnTo>
                <a:lnTo>
                  <a:pt x="39310" y="0"/>
                </a:lnTo>
                <a:lnTo>
                  <a:pt x="43037" y="890"/>
                </a:lnTo>
                <a:lnTo>
                  <a:pt x="44509" y="2880"/>
                </a:lnTo>
                <a:lnTo>
                  <a:pt x="43037" y="4924"/>
                </a:lnTo>
                <a:lnTo>
                  <a:pt x="41400" y="6606"/>
                </a:lnTo>
                <a:lnTo>
                  <a:pt x="39310" y="8168"/>
                </a:lnTo>
                <a:lnTo>
                  <a:pt x="35584" y="9681"/>
                </a:lnTo>
                <a:lnTo>
                  <a:pt x="34652" y="10333"/>
                </a:lnTo>
                <a:lnTo>
                  <a:pt x="31857" y="12622"/>
                </a:lnTo>
                <a:lnTo>
                  <a:pt x="30252" y="14059"/>
                </a:lnTo>
                <a:lnTo>
                  <a:pt x="28131" y="16033"/>
                </a:lnTo>
                <a:lnTo>
                  <a:pt x="26643" y="17786"/>
                </a:lnTo>
                <a:lnTo>
                  <a:pt x="24404" y="20561"/>
                </a:lnTo>
                <a:lnTo>
                  <a:pt x="23702" y="21512"/>
                </a:lnTo>
                <a:lnTo>
                  <a:pt x="21734" y="25239"/>
                </a:lnTo>
                <a:lnTo>
                  <a:pt x="20678" y="26768"/>
                </a:lnTo>
                <a:lnTo>
                  <a:pt x="19677" y="28965"/>
                </a:lnTo>
                <a:lnTo>
                  <a:pt x="18527" y="32692"/>
                </a:lnTo>
                <a:lnTo>
                  <a:pt x="16951" y="36089"/>
                </a:lnTo>
                <a:lnTo>
                  <a:pt x="16823" y="36418"/>
                </a:lnTo>
                <a:lnTo>
                  <a:pt x="15852" y="40145"/>
                </a:lnTo>
                <a:lnTo>
                  <a:pt x="15383" y="43871"/>
                </a:lnTo>
                <a:lnTo>
                  <a:pt x="14872" y="47598"/>
                </a:lnTo>
                <a:lnTo>
                  <a:pt x="14350" y="51324"/>
                </a:lnTo>
                <a:lnTo>
                  <a:pt x="13817" y="55051"/>
                </a:lnTo>
                <a:lnTo>
                  <a:pt x="13225" y="58644"/>
                </a:lnTo>
                <a:lnTo>
                  <a:pt x="13210" y="58777"/>
                </a:lnTo>
                <a:lnTo>
                  <a:pt x="13016" y="62504"/>
                </a:lnTo>
                <a:lnTo>
                  <a:pt x="12990" y="66230"/>
                </a:lnTo>
                <a:lnTo>
                  <a:pt x="13097" y="69957"/>
                </a:lnTo>
                <a:lnTo>
                  <a:pt x="13225" y="71354"/>
                </a:lnTo>
                <a:lnTo>
                  <a:pt x="13588" y="73683"/>
                </a:lnTo>
                <a:lnTo>
                  <a:pt x="14125" y="77410"/>
                </a:lnTo>
                <a:lnTo>
                  <a:pt x="14657" y="81136"/>
                </a:lnTo>
                <a:lnTo>
                  <a:pt x="15228" y="84863"/>
                </a:lnTo>
                <a:lnTo>
                  <a:pt x="15582" y="88589"/>
                </a:lnTo>
                <a:lnTo>
                  <a:pt x="16247" y="92316"/>
                </a:lnTo>
                <a:lnTo>
                  <a:pt x="16951" y="95135"/>
                </a:lnTo>
                <a:lnTo>
                  <a:pt x="17399" y="96042"/>
                </a:lnTo>
                <a:lnTo>
                  <a:pt x="19093" y="99769"/>
                </a:lnTo>
                <a:lnTo>
                  <a:pt x="20175" y="103495"/>
                </a:lnTo>
                <a:lnTo>
                  <a:pt x="20678" y="104288"/>
                </a:lnTo>
                <a:lnTo>
                  <a:pt x="22583" y="107222"/>
                </a:lnTo>
                <a:lnTo>
                  <a:pt x="24404" y="110660"/>
                </a:lnTo>
                <a:lnTo>
                  <a:pt x="24667" y="110948"/>
                </a:lnTo>
                <a:lnTo>
                  <a:pt x="27665" y="114675"/>
                </a:lnTo>
                <a:lnTo>
                  <a:pt x="28131" y="115210"/>
                </a:lnTo>
                <a:lnTo>
                  <a:pt x="31673" y="118402"/>
                </a:lnTo>
                <a:lnTo>
                  <a:pt x="31857" y="118563"/>
                </a:lnTo>
                <a:lnTo>
                  <a:pt x="35584" y="120928"/>
                </a:lnTo>
                <a:lnTo>
                  <a:pt x="37106" y="122128"/>
                </a:lnTo>
                <a:lnTo>
                  <a:pt x="39310" y="123438"/>
                </a:lnTo>
                <a:lnTo>
                  <a:pt x="43037" y="125368"/>
                </a:lnTo>
                <a:lnTo>
                  <a:pt x="43560" y="125855"/>
                </a:lnTo>
                <a:lnTo>
                  <a:pt x="43632" y="129581"/>
                </a:lnTo>
                <a:lnTo>
                  <a:pt x="43037" y="130145"/>
                </a:lnTo>
                <a:lnTo>
                  <a:pt x="39310" y="131557"/>
                </a:lnTo>
                <a:lnTo>
                  <a:pt x="35687" y="129581"/>
                </a:lnTo>
                <a:lnTo>
                  <a:pt x="35584" y="129531"/>
                </a:lnTo>
                <a:lnTo>
                  <a:pt x="31857" y="128240"/>
                </a:lnTo>
                <a:lnTo>
                  <a:pt x="28131" y="126128"/>
                </a:lnTo>
                <a:lnTo>
                  <a:pt x="27820" y="125855"/>
                </a:lnTo>
                <a:lnTo>
                  <a:pt x="24404" y="123859"/>
                </a:lnTo>
                <a:lnTo>
                  <a:pt x="22387" y="122128"/>
                </a:lnTo>
                <a:lnTo>
                  <a:pt x="20678" y="120660"/>
                </a:lnTo>
                <a:lnTo>
                  <a:pt x="18336" y="118402"/>
                </a:lnTo>
                <a:lnTo>
                  <a:pt x="16951" y="116978"/>
                </a:lnTo>
                <a:lnTo>
                  <a:pt x="14829" y="114675"/>
                </a:lnTo>
                <a:lnTo>
                  <a:pt x="13225" y="112398"/>
                </a:lnTo>
                <a:lnTo>
                  <a:pt x="12051" y="110948"/>
                </a:lnTo>
                <a:lnTo>
                  <a:pt x="10252" y="107222"/>
                </a:lnTo>
                <a:lnTo>
                  <a:pt x="9498" y="106003"/>
                </a:lnTo>
                <a:lnTo>
                  <a:pt x="7847" y="103495"/>
                </a:lnTo>
                <a:lnTo>
                  <a:pt x="6604" y="99769"/>
                </a:lnTo>
                <a:lnTo>
                  <a:pt x="5772" y="98161"/>
                </a:lnTo>
                <a:lnTo>
                  <a:pt x="4472" y="96042"/>
                </a:lnTo>
                <a:lnTo>
                  <a:pt x="3728" y="92316"/>
                </a:lnTo>
                <a:lnTo>
                  <a:pt x="2854" y="88589"/>
                </a:lnTo>
                <a:lnTo>
                  <a:pt x="2045" y="85258"/>
                </a:lnTo>
                <a:lnTo>
                  <a:pt x="1884" y="84863"/>
                </a:lnTo>
                <a:lnTo>
                  <a:pt x="746" y="81136"/>
                </a:lnTo>
                <a:lnTo>
                  <a:pt x="368" y="77410"/>
                </a:lnTo>
                <a:lnTo>
                  <a:pt x="193" y="73683"/>
                </a:lnTo>
                <a:lnTo>
                  <a:pt x="41" y="69957"/>
                </a:lnTo>
                <a:lnTo>
                  <a:pt x="0" y="66230"/>
                </a:lnTo>
                <a:lnTo>
                  <a:pt x="53" y="62504"/>
                </a:lnTo>
                <a:lnTo>
                  <a:pt x="126" y="58777"/>
                </a:lnTo>
                <a:lnTo>
                  <a:pt x="294" y="55051"/>
                </a:lnTo>
                <a:lnTo>
                  <a:pt x="644" y="51324"/>
                </a:lnTo>
                <a:lnTo>
                  <a:pt x="1296" y="47598"/>
                </a:lnTo>
                <a:lnTo>
                  <a:pt x="2045" y="45587"/>
                </a:lnTo>
                <a:lnTo>
                  <a:pt x="2563" y="43871"/>
                </a:lnTo>
                <a:lnTo>
                  <a:pt x="3460" y="40145"/>
                </a:lnTo>
                <a:lnTo>
                  <a:pt x="4256" y="36418"/>
                </a:lnTo>
                <a:lnTo>
                  <a:pt x="5772" y="33194"/>
                </a:lnTo>
                <a:lnTo>
                  <a:pt x="6040" y="32692"/>
                </a:lnTo>
                <a:lnTo>
                  <a:pt x="7476" y="28965"/>
                </a:lnTo>
                <a:lnTo>
                  <a:pt x="9498" y="25263"/>
                </a:lnTo>
                <a:lnTo>
                  <a:pt x="9516" y="25239"/>
                </a:lnTo>
                <a:lnTo>
                  <a:pt x="11376" y="21512"/>
                </a:lnTo>
                <a:lnTo>
                  <a:pt x="13225" y="19008"/>
                </a:lnTo>
                <a:lnTo>
                  <a:pt x="14179" y="17786"/>
                </a:lnTo>
                <a:lnTo>
                  <a:pt x="16951" y="14475"/>
                </a:lnTo>
                <a:lnTo>
                  <a:pt x="17356" y="14059"/>
                </a:lnTo>
                <a:lnTo>
                  <a:pt x="20678" y="10538"/>
                </a:lnTo>
                <a:lnTo>
                  <a:pt x="20919" y="10333"/>
                </a:lnTo>
                <a:lnTo>
                  <a:pt x="24404" y="7564"/>
                </a:lnTo>
                <a:lnTo>
                  <a:pt x="25610" y="6606"/>
                </a:lnTo>
                <a:lnTo>
                  <a:pt x="28131" y="4820"/>
                </a:lnTo>
                <a:lnTo>
                  <a:pt x="31857" y="2897"/>
                </a:lnTo>
                <a:lnTo>
                  <a:pt x="31885" y="28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sag-policy-glyph-1">
            <a:extLst xmlns:a="http://schemas.openxmlformats.org/drawingml/2006/main">
              <a:ext uri="{FF2B5EF4-FFF2-40B4-BE49-F238E27FC236}">
                <a16:creationId xmlns:a16="http://schemas.microsoft.com/office/drawing/2014/main" id="{0C7414BB-D182-4CD8-9384-2FCDF042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9709" y="6685724"/>
            <a:ext cx="12484" cy="131242"/>
          </a:xfrm>
          <a:custGeom xmlns:a="http://schemas.openxmlformats.org/drawingml/2006/main">
            <a:pathLst>
              <a:path w="12484" h="131242">
                <a:moveTo>
                  <a:pt x="776" y="2714"/>
                </a:moveTo>
                <a:lnTo>
                  <a:pt x="4308" y="96"/>
                </a:lnTo>
                <a:lnTo>
                  <a:pt x="8034" y="0"/>
                </a:lnTo>
                <a:lnTo>
                  <a:pt x="11701" y="2714"/>
                </a:lnTo>
                <a:lnTo>
                  <a:pt x="11761" y="3025"/>
                </a:lnTo>
                <a:lnTo>
                  <a:pt x="12484" y="6441"/>
                </a:lnTo>
                <a:lnTo>
                  <a:pt x="12389" y="10167"/>
                </a:lnTo>
                <a:lnTo>
                  <a:pt x="12302" y="13894"/>
                </a:lnTo>
                <a:lnTo>
                  <a:pt x="12467" y="17620"/>
                </a:lnTo>
                <a:lnTo>
                  <a:pt x="12404" y="21347"/>
                </a:lnTo>
                <a:lnTo>
                  <a:pt x="12467" y="25073"/>
                </a:lnTo>
                <a:lnTo>
                  <a:pt x="12352" y="28800"/>
                </a:lnTo>
                <a:lnTo>
                  <a:pt x="12396" y="32526"/>
                </a:lnTo>
                <a:lnTo>
                  <a:pt x="12396" y="36253"/>
                </a:lnTo>
                <a:lnTo>
                  <a:pt x="12396" y="39979"/>
                </a:lnTo>
                <a:lnTo>
                  <a:pt x="12396" y="43706"/>
                </a:lnTo>
                <a:lnTo>
                  <a:pt x="12396" y="47432"/>
                </a:lnTo>
                <a:lnTo>
                  <a:pt x="12396" y="51159"/>
                </a:lnTo>
                <a:lnTo>
                  <a:pt x="12396" y="54885"/>
                </a:lnTo>
                <a:lnTo>
                  <a:pt x="12396" y="58612"/>
                </a:lnTo>
                <a:lnTo>
                  <a:pt x="12396" y="62338"/>
                </a:lnTo>
                <a:lnTo>
                  <a:pt x="12396" y="66065"/>
                </a:lnTo>
                <a:lnTo>
                  <a:pt x="12396" y="69791"/>
                </a:lnTo>
                <a:lnTo>
                  <a:pt x="12396" y="73518"/>
                </a:lnTo>
                <a:lnTo>
                  <a:pt x="12396" y="77244"/>
                </a:lnTo>
                <a:lnTo>
                  <a:pt x="12396" y="80971"/>
                </a:lnTo>
                <a:lnTo>
                  <a:pt x="12396" y="84697"/>
                </a:lnTo>
                <a:lnTo>
                  <a:pt x="12396" y="88424"/>
                </a:lnTo>
                <a:lnTo>
                  <a:pt x="12396" y="92151"/>
                </a:lnTo>
                <a:lnTo>
                  <a:pt x="12396" y="95877"/>
                </a:lnTo>
                <a:lnTo>
                  <a:pt x="12396" y="99604"/>
                </a:lnTo>
                <a:lnTo>
                  <a:pt x="12396" y="103330"/>
                </a:lnTo>
                <a:lnTo>
                  <a:pt x="12396" y="107057"/>
                </a:lnTo>
                <a:lnTo>
                  <a:pt x="12396" y="110783"/>
                </a:lnTo>
                <a:lnTo>
                  <a:pt x="12396" y="114510"/>
                </a:lnTo>
                <a:lnTo>
                  <a:pt x="12396" y="118236"/>
                </a:lnTo>
                <a:lnTo>
                  <a:pt x="12352" y="121963"/>
                </a:lnTo>
                <a:lnTo>
                  <a:pt x="12382" y="125689"/>
                </a:lnTo>
                <a:lnTo>
                  <a:pt x="11761" y="127278"/>
                </a:lnTo>
                <a:lnTo>
                  <a:pt x="10707" y="129416"/>
                </a:lnTo>
                <a:lnTo>
                  <a:pt x="8034" y="131242"/>
                </a:lnTo>
                <a:lnTo>
                  <a:pt x="4308" y="130956"/>
                </a:lnTo>
                <a:lnTo>
                  <a:pt x="1792" y="129416"/>
                </a:lnTo>
                <a:lnTo>
                  <a:pt x="581" y="127214"/>
                </a:lnTo>
                <a:lnTo>
                  <a:pt x="51" y="125689"/>
                </a:lnTo>
                <a:lnTo>
                  <a:pt x="85" y="121963"/>
                </a:lnTo>
                <a:lnTo>
                  <a:pt x="80" y="118236"/>
                </a:lnTo>
                <a:lnTo>
                  <a:pt x="80" y="114510"/>
                </a:lnTo>
                <a:lnTo>
                  <a:pt x="80" y="110783"/>
                </a:lnTo>
                <a:lnTo>
                  <a:pt x="80" y="107057"/>
                </a:lnTo>
                <a:lnTo>
                  <a:pt x="80" y="103330"/>
                </a:lnTo>
                <a:lnTo>
                  <a:pt x="80" y="99604"/>
                </a:lnTo>
                <a:lnTo>
                  <a:pt x="80" y="95877"/>
                </a:lnTo>
                <a:lnTo>
                  <a:pt x="80" y="92151"/>
                </a:lnTo>
                <a:lnTo>
                  <a:pt x="80" y="88424"/>
                </a:lnTo>
                <a:lnTo>
                  <a:pt x="80" y="84697"/>
                </a:lnTo>
                <a:lnTo>
                  <a:pt x="80" y="80971"/>
                </a:lnTo>
                <a:lnTo>
                  <a:pt x="80" y="77244"/>
                </a:lnTo>
                <a:lnTo>
                  <a:pt x="80" y="73518"/>
                </a:lnTo>
                <a:lnTo>
                  <a:pt x="80" y="69791"/>
                </a:lnTo>
                <a:lnTo>
                  <a:pt x="80" y="66065"/>
                </a:lnTo>
                <a:lnTo>
                  <a:pt x="80" y="62338"/>
                </a:lnTo>
                <a:lnTo>
                  <a:pt x="80" y="58612"/>
                </a:lnTo>
                <a:lnTo>
                  <a:pt x="80" y="54885"/>
                </a:lnTo>
                <a:lnTo>
                  <a:pt x="80" y="51159"/>
                </a:lnTo>
                <a:lnTo>
                  <a:pt x="80" y="47432"/>
                </a:lnTo>
                <a:lnTo>
                  <a:pt x="80" y="43706"/>
                </a:lnTo>
                <a:lnTo>
                  <a:pt x="80" y="39979"/>
                </a:lnTo>
                <a:lnTo>
                  <a:pt x="80" y="36253"/>
                </a:lnTo>
                <a:lnTo>
                  <a:pt x="80" y="32526"/>
                </a:lnTo>
                <a:lnTo>
                  <a:pt x="115" y="28800"/>
                </a:lnTo>
                <a:lnTo>
                  <a:pt x="6" y="25073"/>
                </a:lnTo>
                <a:lnTo>
                  <a:pt x="75" y="21347"/>
                </a:lnTo>
                <a:lnTo>
                  <a:pt x="46" y="17620"/>
                </a:lnTo>
                <a:lnTo>
                  <a:pt x="160" y="13894"/>
                </a:lnTo>
                <a:lnTo>
                  <a:pt x="80" y="10167"/>
                </a:lnTo>
                <a:lnTo>
                  <a:pt x="0" y="6441"/>
                </a:lnTo>
                <a:lnTo>
                  <a:pt x="581" y="3597"/>
                </a:lnTo>
                <a:lnTo>
                  <a:pt x="776" y="2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sag-policy-glyph-2">
            <a:extLst xmlns:a="http://schemas.openxmlformats.org/drawingml/2006/main">
              <a:ext uri="{FF2B5EF4-FFF2-40B4-BE49-F238E27FC236}">
                <a16:creationId xmlns:a16="http://schemas.microsoft.com/office/drawing/2014/main" id="{ECF58B42-3AAC-496D-A114-90C6DB5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9203" y="6685498"/>
            <a:ext cx="44607" cy="131409"/>
          </a:xfrm>
          <a:custGeom xmlns:a="http://schemas.openxmlformats.org/drawingml/2006/main">
            <a:pathLst>
              <a:path w="44607" h="131409">
                <a:moveTo>
                  <a:pt x="0" y="2939"/>
                </a:moveTo>
                <a:lnTo>
                  <a:pt x="1327" y="867"/>
                </a:lnTo>
                <a:lnTo>
                  <a:pt x="5053" y="0"/>
                </a:lnTo>
                <a:lnTo>
                  <a:pt x="8780" y="1090"/>
                </a:lnTo>
                <a:lnTo>
                  <a:pt x="12506" y="2622"/>
                </a:lnTo>
                <a:lnTo>
                  <a:pt x="12900" y="2939"/>
                </a:lnTo>
                <a:lnTo>
                  <a:pt x="16233" y="4803"/>
                </a:lnTo>
                <a:lnTo>
                  <a:pt x="18891" y="6666"/>
                </a:lnTo>
                <a:lnTo>
                  <a:pt x="19959" y="7507"/>
                </a:lnTo>
                <a:lnTo>
                  <a:pt x="23321" y="10392"/>
                </a:lnTo>
                <a:lnTo>
                  <a:pt x="23686" y="10720"/>
                </a:lnTo>
                <a:lnTo>
                  <a:pt x="27116" y="14119"/>
                </a:lnTo>
                <a:lnTo>
                  <a:pt x="27412" y="14433"/>
                </a:lnTo>
                <a:lnTo>
                  <a:pt x="30192" y="17846"/>
                </a:lnTo>
                <a:lnTo>
                  <a:pt x="31139" y="19031"/>
                </a:lnTo>
                <a:lnTo>
                  <a:pt x="33184" y="21572"/>
                </a:lnTo>
                <a:lnTo>
                  <a:pt x="34757" y="25299"/>
                </a:lnTo>
                <a:lnTo>
                  <a:pt x="34865" y="25460"/>
                </a:lnTo>
                <a:lnTo>
                  <a:pt x="37021" y="29025"/>
                </a:lnTo>
                <a:lnTo>
                  <a:pt x="38319" y="32752"/>
                </a:lnTo>
                <a:lnTo>
                  <a:pt x="38592" y="33362"/>
                </a:lnTo>
                <a:lnTo>
                  <a:pt x="40150" y="36478"/>
                </a:lnTo>
                <a:lnTo>
                  <a:pt x="41096" y="40205"/>
                </a:lnTo>
                <a:lnTo>
                  <a:pt x="41727" y="43931"/>
                </a:lnTo>
                <a:lnTo>
                  <a:pt x="42318" y="46507"/>
                </a:lnTo>
                <a:lnTo>
                  <a:pt x="42801" y="47658"/>
                </a:lnTo>
                <a:lnTo>
                  <a:pt x="43819" y="51384"/>
                </a:lnTo>
                <a:lnTo>
                  <a:pt x="44268" y="55111"/>
                </a:lnTo>
                <a:lnTo>
                  <a:pt x="44434" y="58837"/>
                </a:lnTo>
                <a:lnTo>
                  <a:pt x="44552" y="62564"/>
                </a:lnTo>
                <a:lnTo>
                  <a:pt x="44607" y="66290"/>
                </a:lnTo>
                <a:lnTo>
                  <a:pt x="44552" y="70017"/>
                </a:lnTo>
                <a:lnTo>
                  <a:pt x="44369" y="73743"/>
                </a:lnTo>
                <a:lnTo>
                  <a:pt x="44136" y="77470"/>
                </a:lnTo>
                <a:lnTo>
                  <a:pt x="43678" y="81196"/>
                </a:lnTo>
                <a:lnTo>
                  <a:pt x="42318" y="84872"/>
                </a:lnTo>
                <a:lnTo>
                  <a:pt x="42303" y="84923"/>
                </a:lnTo>
                <a:lnTo>
                  <a:pt x="41571" y="88649"/>
                </a:lnTo>
                <a:lnTo>
                  <a:pt x="40869" y="92376"/>
                </a:lnTo>
                <a:lnTo>
                  <a:pt x="39889" y="96102"/>
                </a:lnTo>
                <a:lnTo>
                  <a:pt x="38592" y="98107"/>
                </a:lnTo>
                <a:lnTo>
                  <a:pt x="37813" y="99829"/>
                </a:lnTo>
                <a:lnTo>
                  <a:pt x="36696" y="103555"/>
                </a:lnTo>
                <a:lnTo>
                  <a:pt x="34865" y="106123"/>
                </a:lnTo>
                <a:lnTo>
                  <a:pt x="34182" y="107282"/>
                </a:lnTo>
                <a:lnTo>
                  <a:pt x="32330" y="111008"/>
                </a:lnTo>
                <a:lnTo>
                  <a:pt x="31139" y="112452"/>
                </a:lnTo>
                <a:lnTo>
                  <a:pt x="29624" y="114735"/>
                </a:lnTo>
                <a:lnTo>
                  <a:pt x="27412" y="117200"/>
                </a:lnTo>
                <a:lnTo>
                  <a:pt x="26259" y="118461"/>
                </a:lnTo>
                <a:lnTo>
                  <a:pt x="23686" y="120874"/>
                </a:lnTo>
                <a:lnTo>
                  <a:pt x="22199" y="122188"/>
                </a:lnTo>
                <a:lnTo>
                  <a:pt x="19959" y="124083"/>
                </a:lnTo>
                <a:lnTo>
                  <a:pt x="16713" y="125914"/>
                </a:lnTo>
                <a:lnTo>
                  <a:pt x="16233" y="126337"/>
                </a:lnTo>
                <a:lnTo>
                  <a:pt x="12506" y="128462"/>
                </a:lnTo>
                <a:lnTo>
                  <a:pt x="8996" y="129641"/>
                </a:lnTo>
                <a:lnTo>
                  <a:pt x="8780" y="129782"/>
                </a:lnTo>
                <a:lnTo>
                  <a:pt x="5053" y="131409"/>
                </a:lnTo>
                <a:lnTo>
                  <a:pt x="1327" y="130447"/>
                </a:lnTo>
                <a:lnTo>
                  <a:pt x="764" y="129641"/>
                </a:lnTo>
                <a:lnTo>
                  <a:pt x="761" y="125914"/>
                </a:lnTo>
                <a:lnTo>
                  <a:pt x="1327" y="125349"/>
                </a:lnTo>
                <a:lnTo>
                  <a:pt x="5053" y="123640"/>
                </a:lnTo>
                <a:lnTo>
                  <a:pt x="7418" y="122188"/>
                </a:lnTo>
                <a:lnTo>
                  <a:pt x="8780" y="121214"/>
                </a:lnTo>
                <a:lnTo>
                  <a:pt x="12506" y="118897"/>
                </a:lnTo>
                <a:lnTo>
                  <a:pt x="12991" y="118461"/>
                </a:lnTo>
                <a:lnTo>
                  <a:pt x="16233" y="115286"/>
                </a:lnTo>
                <a:lnTo>
                  <a:pt x="16728" y="114735"/>
                </a:lnTo>
                <a:lnTo>
                  <a:pt x="19583" y="111008"/>
                </a:lnTo>
                <a:lnTo>
                  <a:pt x="19959" y="110582"/>
                </a:lnTo>
                <a:lnTo>
                  <a:pt x="21888" y="107282"/>
                </a:lnTo>
                <a:lnTo>
                  <a:pt x="23686" y="104381"/>
                </a:lnTo>
                <a:lnTo>
                  <a:pt x="24267" y="103555"/>
                </a:lnTo>
                <a:lnTo>
                  <a:pt x="25426" y="99829"/>
                </a:lnTo>
                <a:lnTo>
                  <a:pt x="26686" y="96102"/>
                </a:lnTo>
                <a:lnTo>
                  <a:pt x="27412" y="94556"/>
                </a:lnTo>
                <a:lnTo>
                  <a:pt x="28183" y="92376"/>
                </a:lnTo>
                <a:lnTo>
                  <a:pt x="29024" y="88649"/>
                </a:lnTo>
                <a:lnTo>
                  <a:pt x="29326" y="84923"/>
                </a:lnTo>
                <a:lnTo>
                  <a:pt x="29793" y="81196"/>
                </a:lnTo>
                <a:lnTo>
                  <a:pt x="30269" y="77470"/>
                </a:lnTo>
                <a:lnTo>
                  <a:pt x="30699" y="73743"/>
                </a:lnTo>
                <a:lnTo>
                  <a:pt x="31024" y="70017"/>
                </a:lnTo>
                <a:lnTo>
                  <a:pt x="31139" y="66911"/>
                </a:lnTo>
                <a:lnTo>
                  <a:pt x="31156" y="66290"/>
                </a:lnTo>
                <a:lnTo>
                  <a:pt x="31189" y="62564"/>
                </a:lnTo>
                <a:lnTo>
                  <a:pt x="31139" y="61865"/>
                </a:lnTo>
                <a:lnTo>
                  <a:pt x="30857" y="58837"/>
                </a:lnTo>
                <a:lnTo>
                  <a:pt x="30592" y="55111"/>
                </a:lnTo>
                <a:lnTo>
                  <a:pt x="30124" y="51384"/>
                </a:lnTo>
                <a:lnTo>
                  <a:pt x="29608" y="47658"/>
                </a:lnTo>
                <a:lnTo>
                  <a:pt x="29146" y="43931"/>
                </a:lnTo>
                <a:lnTo>
                  <a:pt x="28642" y="40205"/>
                </a:lnTo>
                <a:lnTo>
                  <a:pt x="27461" y="36478"/>
                </a:lnTo>
                <a:lnTo>
                  <a:pt x="27412" y="36359"/>
                </a:lnTo>
                <a:lnTo>
                  <a:pt x="25938" y="32752"/>
                </a:lnTo>
                <a:lnTo>
                  <a:pt x="24881" y="29025"/>
                </a:lnTo>
                <a:lnTo>
                  <a:pt x="23686" y="26715"/>
                </a:lnTo>
                <a:lnTo>
                  <a:pt x="22624" y="25299"/>
                </a:lnTo>
                <a:lnTo>
                  <a:pt x="20946" y="21572"/>
                </a:lnTo>
                <a:lnTo>
                  <a:pt x="19959" y="20194"/>
                </a:lnTo>
                <a:lnTo>
                  <a:pt x="17852" y="17846"/>
                </a:lnTo>
                <a:lnTo>
                  <a:pt x="16233" y="15982"/>
                </a:lnTo>
                <a:lnTo>
                  <a:pt x="14409" y="14119"/>
                </a:lnTo>
                <a:lnTo>
                  <a:pt x="12506" y="12520"/>
                </a:lnTo>
                <a:lnTo>
                  <a:pt x="9836" y="10392"/>
                </a:lnTo>
                <a:lnTo>
                  <a:pt x="8780" y="9644"/>
                </a:lnTo>
                <a:lnTo>
                  <a:pt x="5053" y="7862"/>
                </a:lnTo>
                <a:lnTo>
                  <a:pt x="3127" y="6666"/>
                </a:lnTo>
                <a:lnTo>
                  <a:pt x="1327" y="5211"/>
                </a:lnTo>
                <a:lnTo>
                  <a:pt x="0" y="2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sag-policy-glyph-3">
            <a:extLst xmlns:a="http://schemas.openxmlformats.org/drawingml/2006/main">
              <a:ext uri="{FF2B5EF4-FFF2-40B4-BE49-F238E27FC236}">
                <a16:creationId xmlns:a16="http://schemas.microsoft.com/office/drawing/2014/main" id="{A071D21B-20EE-4B71-B6FD-2C6F503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4099" y="6689832"/>
            <a:ext cx="72525" cy="103457"/>
          </a:xfrm>
          <a:custGeom xmlns:a="http://schemas.openxmlformats.org/drawingml/2006/main">
            <a:pathLst>
              <a:path w="72525" h="103457">
                <a:moveTo>
                  <a:pt x="12093" y="2333"/>
                </a:moveTo>
                <a:lnTo>
                  <a:pt x="14635" y="564"/>
                </a:lnTo>
                <a:lnTo>
                  <a:pt x="18362" y="244"/>
                </a:lnTo>
                <a:lnTo>
                  <a:pt x="22088" y="221"/>
                </a:lnTo>
                <a:lnTo>
                  <a:pt x="25815" y="78"/>
                </a:lnTo>
                <a:lnTo>
                  <a:pt x="29541" y="0"/>
                </a:lnTo>
                <a:lnTo>
                  <a:pt x="33268" y="3"/>
                </a:lnTo>
                <a:lnTo>
                  <a:pt x="35489" y="2333"/>
                </a:lnTo>
                <a:lnTo>
                  <a:pt x="35609" y="6059"/>
                </a:lnTo>
                <a:lnTo>
                  <a:pt x="34903" y="9786"/>
                </a:lnTo>
                <a:lnTo>
                  <a:pt x="33389" y="13512"/>
                </a:lnTo>
                <a:lnTo>
                  <a:pt x="33268" y="13751"/>
                </a:lnTo>
                <a:lnTo>
                  <a:pt x="32396" y="17239"/>
                </a:lnTo>
                <a:lnTo>
                  <a:pt x="31809" y="20965"/>
                </a:lnTo>
                <a:lnTo>
                  <a:pt x="31196" y="24692"/>
                </a:lnTo>
                <a:lnTo>
                  <a:pt x="29666" y="28418"/>
                </a:lnTo>
                <a:lnTo>
                  <a:pt x="29541" y="28692"/>
                </a:lnTo>
                <a:lnTo>
                  <a:pt x="28769" y="32145"/>
                </a:lnTo>
                <a:lnTo>
                  <a:pt x="28098" y="35871"/>
                </a:lnTo>
                <a:lnTo>
                  <a:pt x="28389" y="39598"/>
                </a:lnTo>
                <a:lnTo>
                  <a:pt x="29541" y="40432"/>
                </a:lnTo>
                <a:lnTo>
                  <a:pt x="30514" y="39598"/>
                </a:lnTo>
                <a:lnTo>
                  <a:pt x="33268" y="37424"/>
                </a:lnTo>
                <a:lnTo>
                  <a:pt x="35427" y="35871"/>
                </a:lnTo>
                <a:lnTo>
                  <a:pt x="36994" y="34733"/>
                </a:lnTo>
                <a:lnTo>
                  <a:pt x="40721" y="33402"/>
                </a:lnTo>
                <a:lnTo>
                  <a:pt x="44447" y="32162"/>
                </a:lnTo>
                <a:lnTo>
                  <a:pt x="44545" y="32145"/>
                </a:lnTo>
                <a:lnTo>
                  <a:pt x="48174" y="31462"/>
                </a:lnTo>
                <a:lnTo>
                  <a:pt x="51046" y="32145"/>
                </a:lnTo>
                <a:lnTo>
                  <a:pt x="51900" y="32338"/>
                </a:lnTo>
                <a:lnTo>
                  <a:pt x="55627" y="33463"/>
                </a:lnTo>
                <a:lnTo>
                  <a:pt x="58779" y="35871"/>
                </a:lnTo>
                <a:lnTo>
                  <a:pt x="59353" y="36428"/>
                </a:lnTo>
                <a:lnTo>
                  <a:pt x="61565" y="39598"/>
                </a:lnTo>
                <a:lnTo>
                  <a:pt x="62285" y="43324"/>
                </a:lnTo>
                <a:lnTo>
                  <a:pt x="62680" y="47051"/>
                </a:lnTo>
                <a:lnTo>
                  <a:pt x="62475" y="50777"/>
                </a:lnTo>
                <a:lnTo>
                  <a:pt x="62094" y="54504"/>
                </a:lnTo>
                <a:lnTo>
                  <a:pt x="61686" y="58230"/>
                </a:lnTo>
                <a:lnTo>
                  <a:pt x="61124" y="61957"/>
                </a:lnTo>
                <a:lnTo>
                  <a:pt x="59837" y="65683"/>
                </a:lnTo>
                <a:lnTo>
                  <a:pt x="59353" y="66638"/>
                </a:lnTo>
                <a:lnTo>
                  <a:pt x="58630" y="69410"/>
                </a:lnTo>
                <a:lnTo>
                  <a:pt x="57997" y="73136"/>
                </a:lnTo>
                <a:lnTo>
                  <a:pt x="57432" y="76863"/>
                </a:lnTo>
                <a:lnTo>
                  <a:pt x="56385" y="80589"/>
                </a:lnTo>
                <a:lnTo>
                  <a:pt x="55627" y="82142"/>
                </a:lnTo>
                <a:lnTo>
                  <a:pt x="55010" y="84316"/>
                </a:lnTo>
                <a:lnTo>
                  <a:pt x="54657" y="88042"/>
                </a:lnTo>
                <a:lnTo>
                  <a:pt x="55627" y="90168"/>
                </a:lnTo>
                <a:lnTo>
                  <a:pt x="59353" y="90810"/>
                </a:lnTo>
                <a:lnTo>
                  <a:pt x="63080" y="88603"/>
                </a:lnTo>
                <a:lnTo>
                  <a:pt x="63688" y="88042"/>
                </a:lnTo>
                <a:lnTo>
                  <a:pt x="66806" y="85510"/>
                </a:lnTo>
                <a:lnTo>
                  <a:pt x="70533" y="85970"/>
                </a:lnTo>
                <a:lnTo>
                  <a:pt x="72525" y="88042"/>
                </a:lnTo>
                <a:lnTo>
                  <a:pt x="72244" y="91769"/>
                </a:lnTo>
                <a:lnTo>
                  <a:pt x="70533" y="93792"/>
                </a:lnTo>
                <a:lnTo>
                  <a:pt x="68933" y="95495"/>
                </a:lnTo>
                <a:lnTo>
                  <a:pt x="66806" y="97482"/>
                </a:lnTo>
                <a:lnTo>
                  <a:pt x="64347" y="99222"/>
                </a:lnTo>
                <a:lnTo>
                  <a:pt x="63080" y="100302"/>
                </a:lnTo>
                <a:lnTo>
                  <a:pt x="59353" y="101720"/>
                </a:lnTo>
                <a:lnTo>
                  <a:pt x="55627" y="102518"/>
                </a:lnTo>
                <a:lnTo>
                  <a:pt x="53350" y="102948"/>
                </a:lnTo>
                <a:lnTo>
                  <a:pt x="51900" y="103457"/>
                </a:lnTo>
                <a:lnTo>
                  <a:pt x="49727" y="102948"/>
                </a:lnTo>
                <a:lnTo>
                  <a:pt x="48174" y="102735"/>
                </a:lnTo>
                <a:lnTo>
                  <a:pt x="44447" y="101386"/>
                </a:lnTo>
                <a:lnTo>
                  <a:pt x="42799" y="99222"/>
                </a:lnTo>
                <a:lnTo>
                  <a:pt x="41556" y="95495"/>
                </a:lnTo>
                <a:lnTo>
                  <a:pt x="40721" y="92743"/>
                </a:lnTo>
                <a:lnTo>
                  <a:pt x="40255" y="91769"/>
                </a:lnTo>
                <a:lnTo>
                  <a:pt x="39930" y="88042"/>
                </a:lnTo>
                <a:lnTo>
                  <a:pt x="40569" y="84316"/>
                </a:lnTo>
                <a:lnTo>
                  <a:pt x="40721" y="84044"/>
                </a:lnTo>
                <a:lnTo>
                  <a:pt x="41805" y="80589"/>
                </a:lnTo>
                <a:lnTo>
                  <a:pt x="42323" y="76863"/>
                </a:lnTo>
                <a:lnTo>
                  <a:pt x="42942" y="73136"/>
                </a:lnTo>
                <a:lnTo>
                  <a:pt x="44054" y="69410"/>
                </a:lnTo>
                <a:lnTo>
                  <a:pt x="44447" y="68525"/>
                </a:lnTo>
                <a:lnTo>
                  <a:pt x="45271" y="65683"/>
                </a:lnTo>
                <a:lnTo>
                  <a:pt x="46065" y="61957"/>
                </a:lnTo>
                <a:lnTo>
                  <a:pt x="46493" y="58230"/>
                </a:lnTo>
                <a:lnTo>
                  <a:pt x="47225" y="54504"/>
                </a:lnTo>
                <a:lnTo>
                  <a:pt x="47279" y="50777"/>
                </a:lnTo>
                <a:lnTo>
                  <a:pt x="46561" y="47051"/>
                </a:lnTo>
                <a:lnTo>
                  <a:pt x="44447" y="44224"/>
                </a:lnTo>
                <a:lnTo>
                  <a:pt x="40721" y="44245"/>
                </a:lnTo>
                <a:lnTo>
                  <a:pt x="36994" y="46017"/>
                </a:lnTo>
                <a:lnTo>
                  <a:pt x="35823" y="47051"/>
                </a:lnTo>
                <a:lnTo>
                  <a:pt x="33268" y="49579"/>
                </a:lnTo>
                <a:lnTo>
                  <a:pt x="32139" y="50777"/>
                </a:lnTo>
                <a:lnTo>
                  <a:pt x="29541" y="53479"/>
                </a:lnTo>
                <a:lnTo>
                  <a:pt x="28782" y="54504"/>
                </a:lnTo>
                <a:lnTo>
                  <a:pt x="26547" y="58230"/>
                </a:lnTo>
                <a:lnTo>
                  <a:pt x="25815" y="59162"/>
                </a:lnTo>
                <a:lnTo>
                  <a:pt x="24448" y="61957"/>
                </a:lnTo>
                <a:lnTo>
                  <a:pt x="23096" y="65683"/>
                </a:lnTo>
                <a:lnTo>
                  <a:pt x="22088" y="67447"/>
                </a:lnTo>
                <a:lnTo>
                  <a:pt x="21360" y="69410"/>
                </a:lnTo>
                <a:lnTo>
                  <a:pt x="20694" y="73136"/>
                </a:lnTo>
                <a:lnTo>
                  <a:pt x="20115" y="76863"/>
                </a:lnTo>
                <a:lnTo>
                  <a:pt x="18990" y="80589"/>
                </a:lnTo>
                <a:lnTo>
                  <a:pt x="18362" y="82133"/>
                </a:lnTo>
                <a:lnTo>
                  <a:pt x="17842" y="84316"/>
                </a:lnTo>
                <a:lnTo>
                  <a:pt x="17260" y="88042"/>
                </a:lnTo>
                <a:lnTo>
                  <a:pt x="16827" y="91769"/>
                </a:lnTo>
                <a:lnTo>
                  <a:pt x="16143" y="95495"/>
                </a:lnTo>
                <a:lnTo>
                  <a:pt x="15036" y="99222"/>
                </a:lnTo>
                <a:lnTo>
                  <a:pt x="14635" y="99681"/>
                </a:lnTo>
                <a:lnTo>
                  <a:pt x="10909" y="102279"/>
                </a:lnTo>
                <a:lnTo>
                  <a:pt x="7182" y="102327"/>
                </a:lnTo>
                <a:lnTo>
                  <a:pt x="3456" y="102110"/>
                </a:lnTo>
                <a:lnTo>
                  <a:pt x="0" y="99222"/>
                </a:lnTo>
                <a:lnTo>
                  <a:pt x="774" y="95495"/>
                </a:lnTo>
                <a:lnTo>
                  <a:pt x="1399" y="91769"/>
                </a:lnTo>
                <a:lnTo>
                  <a:pt x="1899" y="88042"/>
                </a:lnTo>
                <a:lnTo>
                  <a:pt x="2815" y="84316"/>
                </a:lnTo>
                <a:lnTo>
                  <a:pt x="3456" y="82654"/>
                </a:lnTo>
                <a:lnTo>
                  <a:pt x="4053" y="80589"/>
                </a:lnTo>
                <a:lnTo>
                  <a:pt x="4874" y="76863"/>
                </a:lnTo>
                <a:lnTo>
                  <a:pt x="5367" y="73136"/>
                </a:lnTo>
                <a:lnTo>
                  <a:pt x="6052" y="69410"/>
                </a:lnTo>
                <a:lnTo>
                  <a:pt x="7182" y="66403"/>
                </a:lnTo>
                <a:lnTo>
                  <a:pt x="7442" y="65683"/>
                </a:lnTo>
                <a:lnTo>
                  <a:pt x="8345" y="61957"/>
                </a:lnTo>
                <a:lnTo>
                  <a:pt x="8824" y="58230"/>
                </a:lnTo>
                <a:lnTo>
                  <a:pt x="9486" y="54504"/>
                </a:lnTo>
                <a:lnTo>
                  <a:pt x="10385" y="50777"/>
                </a:lnTo>
                <a:lnTo>
                  <a:pt x="10909" y="49579"/>
                </a:lnTo>
                <a:lnTo>
                  <a:pt x="11684" y="47051"/>
                </a:lnTo>
                <a:lnTo>
                  <a:pt x="12374" y="43324"/>
                </a:lnTo>
                <a:lnTo>
                  <a:pt x="12925" y="39598"/>
                </a:lnTo>
                <a:lnTo>
                  <a:pt x="13564" y="35871"/>
                </a:lnTo>
                <a:lnTo>
                  <a:pt x="14635" y="33076"/>
                </a:lnTo>
                <a:lnTo>
                  <a:pt x="14978" y="32145"/>
                </a:lnTo>
                <a:lnTo>
                  <a:pt x="15857" y="28418"/>
                </a:lnTo>
                <a:lnTo>
                  <a:pt x="16384" y="24692"/>
                </a:lnTo>
                <a:lnTo>
                  <a:pt x="16990" y="20965"/>
                </a:lnTo>
                <a:lnTo>
                  <a:pt x="17901" y="17239"/>
                </a:lnTo>
                <a:lnTo>
                  <a:pt x="18362" y="15198"/>
                </a:lnTo>
                <a:lnTo>
                  <a:pt x="18662" y="13512"/>
                </a:lnTo>
                <a:lnTo>
                  <a:pt x="18362" y="12370"/>
                </a:lnTo>
                <a:lnTo>
                  <a:pt x="17294" y="9786"/>
                </a:lnTo>
                <a:lnTo>
                  <a:pt x="14635" y="7792"/>
                </a:lnTo>
                <a:lnTo>
                  <a:pt x="12666" y="6059"/>
                </a:lnTo>
                <a:lnTo>
                  <a:pt x="12093" y="2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sag-policy-glyph-4">
            <a:extLst xmlns:a="http://schemas.openxmlformats.org/drawingml/2006/main">
              <a:ext uri="{FF2B5EF4-FFF2-40B4-BE49-F238E27FC236}">
                <a16:creationId xmlns:a16="http://schemas.microsoft.com/office/drawing/2014/main" id="{B758544B-6220-4A0A-9886-814CD4C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9756" y="6721470"/>
            <a:ext cx="71951" cy="71716"/>
          </a:xfrm>
          <a:custGeom xmlns:a="http://schemas.openxmlformats.org/drawingml/2006/main">
            <a:pathLst>
              <a:path w="71951" h="71716">
                <a:moveTo>
                  <a:pt x="33746" y="506"/>
                </a:moveTo>
                <a:lnTo>
                  <a:pt x="36192" y="72"/>
                </a:lnTo>
                <a:lnTo>
                  <a:pt x="39918" y="0"/>
                </a:lnTo>
                <a:lnTo>
                  <a:pt x="42247" y="506"/>
                </a:lnTo>
                <a:lnTo>
                  <a:pt x="43645" y="765"/>
                </a:lnTo>
                <a:lnTo>
                  <a:pt x="47371" y="1569"/>
                </a:lnTo>
                <a:lnTo>
                  <a:pt x="51098" y="2785"/>
                </a:lnTo>
                <a:lnTo>
                  <a:pt x="54824" y="2671"/>
                </a:lnTo>
                <a:lnTo>
                  <a:pt x="58551" y="760"/>
                </a:lnTo>
                <a:lnTo>
                  <a:pt x="61656" y="506"/>
                </a:lnTo>
                <a:lnTo>
                  <a:pt x="62277" y="440"/>
                </a:lnTo>
                <a:lnTo>
                  <a:pt x="62383" y="506"/>
                </a:lnTo>
                <a:lnTo>
                  <a:pt x="65024" y="4233"/>
                </a:lnTo>
                <a:lnTo>
                  <a:pt x="64841" y="7959"/>
                </a:lnTo>
                <a:lnTo>
                  <a:pt x="64390" y="11686"/>
                </a:lnTo>
                <a:lnTo>
                  <a:pt x="63474" y="15412"/>
                </a:lnTo>
                <a:lnTo>
                  <a:pt x="62277" y="18327"/>
                </a:lnTo>
                <a:lnTo>
                  <a:pt x="62043" y="19139"/>
                </a:lnTo>
                <a:lnTo>
                  <a:pt x="61317" y="22865"/>
                </a:lnTo>
                <a:lnTo>
                  <a:pt x="60764" y="26592"/>
                </a:lnTo>
                <a:lnTo>
                  <a:pt x="60187" y="30318"/>
                </a:lnTo>
                <a:lnTo>
                  <a:pt x="58904" y="34045"/>
                </a:lnTo>
                <a:lnTo>
                  <a:pt x="58551" y="34744"/>
                </a:lnTo>
                <a:lnTo>
                  <a:pt x="57784" y="37771"/>
                </a:lnTo>
                <a:lnTo>
                  <a:pt x="57168" y="41498"/>
                </a:lnTo>
                <a:lnTo>
                  <a:pt x="56673" y="45224"/>
                </a:lnTo>
                <a:lnTo>
                  <a:pt x="55831" y="48951"/>
                </a:lnTo>
                <a:lnTo>
                  <a:pt x="54824" y="51870"/>
                </a:lnTo>
                <a:lnTo>
                  <a:pt x="54642" y="52678"/>
                </a:lnTo>
                <a:lnTo>
                  <a:pt x="54220" y="56404"/>
                </a:lnTo>
                <a:lnTo>
                  <a:pt x="54824" y="57767"/>
                </a:lnTo>
                <a:lnTo>
                  <a:pt x="58551" y="59284"/>
                </a:lnTo>
                <a:lnTo>
                  <a:pt x="62277" y="57370"/>
                </a:lnTo>
                <a:lnTo>
                  <a:pt x="63298" y="56404"/>
                </a:lnTo>
                <a:lnTo>
                  <a:pt x="66004" y="53957"/>
                </a:lnTo>
                <a:lnTo>
                  <a:pt x="69730" y="54183"/>
                </a:lnTo>
                <a:lnTo>
                  <a:pt x="71951" y="56404"/>
                </a:lnTo>
                <a:lnTo>
                  <a:pt x="71727" y="60131"/>
                </a:lnTo>
                <a:lnTo>
                  <a:pt x="69730" y="62549"/>
                </a:lnTo>
                <a:lnTo>
                  <a:pt x="68447" y="63857"/>
                </a:lnTo>
                <a:lnTo>
                  <a:pt x="66004" y="66169"/>
                </a:lnTo>
                <a:lnTo>
                  <a:pt x="63973" y="67584"/>
                </a:lnTo>
                <a:lnTo>
                  <a:pt x="62277" y="68991"/>
                </a:lnTo>
                <a:lnTo>
                  <a:pt x="58551" y="70181"/>
                </a:lnTo>
                <a:lnTo>
                  <a:pt x="54824" y="71098"/>
                </a:lnTo>
                <a:lnTo>
                  <a:pt x="51098" y="71154"/>
                </a:lnTo>
                <a:lnTo>
                  <a:pt x="47371" y="70579"/>
                </a:lnTo>
                <a:lnTo>
                  <a:pt x="43645" y="68658"/>
                </a:lnTo>
                <a:lnTo>
                  <a:pt x="42799" y="67584"/>
                </a:lnTo>
                <a:lnTo>
                  <a:pt x="41354" y="63857"/>
                </a:lnTo>
                <a:lnTo>
                  <a:pt x="39935" y="60131"/>
                </a:lnTo>
                <a:lnTo>
                  <a:pt x="39918" y="60101"/>
                </a:lnTo>
                <a:lnTo>
                  <a:pt x="39887" y="60131"/>
                </a:lnTo>
                <a:lnTo>
                  <a:pt x="36192" y="62370"/>
                </a:lnTo>
                <a:lnTo>
                  <a:pt x="34705" y="63857"/>
                </a:lnTo>
                <a:lnTo>
                  <a:pt x="32465" y="66052"/>
                </a:lnTo>
                <a:lnTo>
                  <a:pt x="30224" y="67584"/>
                </a:lnTo>
                <a:lnTo>
                  <a:pt x="28739" y="68748"/>
                </a:lnTo>
                <a:lnTo>
                  <a:pt x="25012" y="70365"/>
                </a:lnTo>
                <a:lnTo>
                  <a:pt x="21286" y="71128"/>
                </a:lnTo>
                <a:lnTo>
                  <a:pt x="19671" y="71310"/>
                </a:lnTo>
                <a:lnTo>
                  <a:pt x="17559" y="71716"/>
                </a:lnTo>
                <a:lnTo>
                  <a:pt x="15579" y="71310"/>
                </a:lnTo>
                <a:lnTo>
                  <a:pt x="13833" y="71102"/>
                </a:lnTo>
                <a:lnTo>
                  <a:pt x="10106" y="70352"/>
                </a:lnTo>
                <a:lnTo>
                  <a:pt x="6379" y="67961"/>
                </a:lnTo>
                <a:lnTo>
                  <a:pt x="6047" y="67584"/>
                </a:lnTo>
                <a:lnTo>
                  <a:pt x="3250" y="63857"/>
                </a:lnTo>
                <a:lnTo>
                  <a:pt x="2653" y="62925"/>
                </a:lnTo>
                <a:lnTo>
                  <a:pt x="1004" y="60131"/>
                </a:lnTo>
                <a:lnTo>
                  <a:pt x="479" y="56404"/>
                </a:lnTo>
                <a:lnTo>
                  <a:pt x="157" y="52678"/>
                </a:lnTo>
                <a:lnTo>
                  <a:pt x="0" y="48951"/>
                </a:lnTo>
                <a:lnTo>
                  <a:pt x="42" y="45224"/>
                </a:lnTo>
                <a:lnTo>
                  <a:pt x="347" y="41498"/>
                </a:lnTo>
                <a:lnTo>
                  <a:pt x="623" y="37771"/>
                </a:lnTo>
                <a:lnTo>
                  <a:pt x="1016" y="34045"/>
                </a:lnTo>
                <a:lnTo>
                  <a:pt x="2451" y="30318"/>
                </a:lnTo>
                <a:lnTo>
                  <a:pt x="2653" y="29990"/>
                </a:lnTo>
                <a:lnTo>
                  <a:pt x="3865" y="26592"/>
                </a:lnTo>
                <a:lnTo>
                  <a:pt x="4921" y="22865"/>
                </a:lnTo>
                <a:lnTo>
                  <a:pt x="6379" y="20774"/>
                </a:lnTo>
                <a:lnTo>
                  <a:pt x="7462" y="19139"/>
                </a:lnTo>
                <a:lnTo>
                  <a:pt x="9343" y="15412"/>
                </a:lnTo>
                <a:lnTo>
                  <a:pt x="10106" y="14491"/>
                </a:lnTo>
                <a:lnTo>
                  <a:pt x="12431" y="11686"/>
                </a:lnTo>
                <a:lnTo>
                  <a:pt x="13833" y="10297"/>
                </a:lnTo>
                <a:lnTo>
                  <a:pt x="16149" y="7959"/>
                </a:lnTo>
                <a:lnTo>
                  <a:pt x="17559" y="6612"/>
                </a:lnTo>
                <a:lnTo>
                  <a:pt x="21286" y="4556"/>
                </a:lnTo>
                <a:lnTo>
                  <a:pt x="21732" y="4233"/>
                </a:lnTo>
                <a:lnTo>
                  <a:pt x="25012" y="2339"/>
                </a:lnTo>
                <a:lnTo>
                  <a:pt x="28739" y="1618"/>
                </a:lnTo>
                <a:lnTo>
                  <a:pt x="32465" y="698"/>
                </a:lnTo>
                <a:lnTo>
                  <a:pt x="33746" y="506"/>
                </a:lnTo>
                <a:close/>
                <a:moveTo>
                  <a:pt x="32465" y="10500"/>
                </a:moveTo>
                <a:lnTo>
                  <a:pt x="30444" y="11686"/>
                </a:lnTo>
                <a:lnTo>
                  <a:pt x="28739" y="13078"/>
                </a:lnTo>
                <a:lnTo>
                  <a:pt x="25994" y="15412"/>
                </a:lnTo>
                <a:lnTo>
                  <a:pt x="25012" y="16369"/>
                </a:lnTo>
                <a:lnTo>
                  <a:pt x="23300" y="19139"/>
                </a:lnTo>
                <a:lnTo>
                  <a:pt x="21286" y="21862"/>
                </a:lnTo>
                <a:lnTo>
                  <a:pt x="20652" y="22865"/>
                </a:lnTo>
                <a:lnTo>
                  <a:pt x="19515" y="26592"/>
                </a:lnTo>
                <a:lnTo>
                  <a:pt x="17685" y="30318"/>
                </a:lnTo>
                <a:lnTo>
                  <a:pt x="17559" y="30530"/>
                </a:lnTo>
                <a:lnTo>
                  <a:pt x="16592" y="34045"/>
                </a:lnTo>
                <a:lnTo>
                  <a:pt x="16155" y="37771"/>
                </a:lnTo>
                <a:lnTo>
                  <a:pt x="15779" y="41498"/>
                </a:lnTo>
                <a:lnTo>
                  <a:pt x="15469" y="45224"/>
                </a:lnTo>
                <a:lnTo>
                  <a:pt x="15388" y="48951"/>
                </a:lnTo>
                <a:lnTo>
                  <a:pt x="15696" y="52678"/>
                </a:lnTo>
                <a:lnTo>
                  <a:pt x="16417" y="56404"/>
                </a:lnTo>
                <a:lnTo>
                  <a:pt x="17559" y="58090"/>
                </a:lnTo>
                <a:lnTo>
                  <a:pt x="21286" y="59714"/>
                </a:lnTo>
                <a:lnTo>
                  <a:pt x="25012" y="59559"/>
                </a:lnTo>
                <a:lnTo>
                  <a:pt x="28739" y="57823"/>
                </a:lnTo>
                <a:lnTo>
                  <a:pt x="30302" y="56404"/>
                </a:lnTo>
                <a:lnTo>
                  <a:pt x="32465" y="54083"/>
                </a:lnTo>
                <a:lnTo>
                  <a:pt x="33798" y="52678"/>
                </a:lnTo>
                <a:lnTo>
                  <a:pt x="36192" y="49692"/>
                </a:lnTo>
                <a:lnTo>
                  <a:pt x="36781" y="48951"/>
                </a:lnTo>
                <a:lnTo>
                  <a:pt x="38619" y="45224"/>
                </a:lnTo>
                <a:lnTo>
                  <a:pt x="39918" y="43162"/>
                </a:lnTo>
                <a:lnTo>
                  <a:pt x="40823" y="41498"/>
                </a:lnTo>
                <a:lnTo>
                  <a:pt x="41820" y="37771"/>
                </a:lnTo>
                <a:lnTo>
                  <a:pt x="43531" y="34045"/>
                </a:lnTo>
                <a:lnTo>
                  <a:pt x="43645" y="33884"/>
                </a:lnTo>
                <a:lnTo>
                  <a:pt x="45014" y="30318"/>
                </a:lnTo>
                <a:lnTo>
                  <a:pt x="45728" y="26592"/>
                </a:lnTo>
                <a:lnTo>
                  <a:pt x="46228" y="22865"/>
                </a:lnTo>
                <a:lnTo>
                  <a:pt x="46504" y="19139"/>
                </a:lnTo>
                <a:lnTo>
                  <a:pt x="45845" y="15412"/>
                </a:lnTo>
                <a:lnTo>
                  <a:pt x="44765" y="11686"/>
                </a:lnTo>
                <a:lnTo>
                  <a:pt x="43645" y="10386"/>
                </a:lnTo>
                <a:lnTo>
                  <a:pt x="39918" y="9141"/>
                </a:lnTo>
                <a:lnTo>
                  <a:pt x="36192" y="9542"/>
                </a:lnTo>
                <a:lnTo>
                  <a:pt x="32465" y="10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sag-policy-glyph-5">
            <a:extLst xmlns:a="http://schemas.openxmlformats.org/drawingml/2006/main">
              <a:ext uri="{FF2B5EF4-FFF2-40B4-BE49-F238E27FC236}">
                <a16:creationId xmlns:a16="http://schemas.microsoft.com/office/drawing/2014/main" id="{7E857888-CF15-40EE-8D8E-36E529B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6329" y="6722712"/>
            <a:ext cx="82799" cy="70770"/>
          </a:xfrm>
          <a:custGeom xmlns:a="http://schemas.openxmlformats.org/drawingml/2006/main">
            <a:pathLst>
              <a:path w="82799" h="70770">
                <a:moveTo>
                  <a:pt x="11516" y="2991"/>
                </a:moveTo>
                <a:lnTo>
                  <a:pt x="14472" y="1336"/>
                </a:lnTo>
                <a:lnTo>
                  <a:pt x="18199" y="804"/>
                </a:lnTo>
                <a:lnTo>
                  <a:pt x="21925" y="347"/>
                </a:lnTo>
                <a:lnTo>
                  <a:pt x="25652" y="188"/>
                </a:lnTo>
                <a:lnTo>
                  <a:pt x="29378" y="113"/>
                </a:lnTo>
                <a:lnTo>
                  <a:pt x="33105" y="196"/>
                </a:lnTo>
                <a:lnTo>
                  <a:pt x="36831" y="128"/>
                </a:lnTo>
                <a:lnTo>
                  <a:pt x="40558" y="108"/>
                </a:lnTo>
                <a:lnTo>
                  <a:pt x="44284" y="115"/>
                </a:lnTo>
                <a:lnTo>
                  <a:pt x="48011" y="180"/>
                </a:lnTo>
                <a:lnTo>
                  <a:pt x="51737" y="0"/>
                </a:lnTo>
                <a:lnTo>
                  <a:pt x="55464" y="166"/>
                </a:lnTo>
                <a:lnTo>
                  <a:pt x="59191" y="43"/>
                </a:lnTo>
                <a:lnTo>
                  <a:pt x="62917" y="180"/>
                </a:lnTo>
                <a:lnTo>
                  <a:pt x="66644" y="101"/>
                </a:lnTo>
                <a:lnTo>
                  <a:pt x="70370" y="108"/>
                </a:lnTo>
                <a:lnTo>
                  <a:pt x="74097" y="135"/>
                </a:lnTo>
                <a:lnTo>
                  <a:pt x="77823" y="180"/>
                </a:lnTo>
                <a:lnTo>
                  <a:pt x="81550" y="1319"/>
                </a:lnTo>
                <a:lnTo>
                  <a:pt x="82799" y="2991"/>
                </a:lnTo>
                <a:lnTo>
                  <a:pt x="82317" y="6717"/>
                </a:lnTo>
                <a:lnTo>
                  <a:pt x="81550" y="8076"/>
                </a:lnTo>
                <a:lnTo>
                  <a:pt x="80287" y="10444"/>
                </a:lnTo>
                <a:lnTo>
                  <a:pt x="77823" y="12535"/>
                </a:lnTo>
                <a:lnTo>
                  <a:pt x="74097" y="12531"/>
                </a:lnTo>
                <a:lnTo>
                  <a:pt x="70370" y="12481"/>
                </a:lnTo>
                <a:lnTo>
                  <a:pt x="66644" y="12817"/>
                </a:lnTo>
                <a:lnTo>
                  <a:pt x="64975" y="14170"/>
                </a:lnTo>
                <a:lnTo>
                  <a:pt x="62917" y="17783"/>
                </a:lnTo>
                <a:lnTo>
                  <a:pt x="62873" y="17897"/>
                </a:lnTo>
                <a:lnTo>
                  <a:pt x="62013" y="21623"/>
                </a:lnTo>
                <a:lnTo>
                  <a:pt x="61517" y="25350"/>
                </a:lnTo>
                <a:lnTo>
                  <a:pt x="61008" y="29076"/>
                </a:lnTo>
                <a:lnTo>
                  <a:pt x="59949" y="32803"/>
                </a:lnTo>
                <a:lnTo>
                  <a:pt x="59191" y="34519"/>
                </a:lnTo>
                <a:lnTo>
                  <a:pt x="58671" y="36529"/>
                </a:lnTo>
                <a:lnTo>
                  <a:pt x="57960" y="40256"/>
                </a:lnTo>
                <a:lnTo>
                  <a:pt x="57527" y="43982"/>
                </a:lnTo>
                <a:lnTo>
                  <a:pt x="56893" y="47709"/>
                </a:lnTo>
                <a:lnTo>
                  <a:pt x="55543" y="51435"/>
                </a:lnTo>
                <a:lnTo>
                  <a:pt x="55464" y="51865"/>
                </a:lnTo>
                <a:lnTo>
                  <a:pt x="55142" y="55162"/>
                </a:lnTo>
                <a:lnTo>
                  <a:pt x="55464" y="55842"/>
                </a:lnTo>
                <a:lnTo>
                  <a:pt x="59191" y="58156"/>
                </a:lnTo>
                <a:lnTo>
                  <a:pt x="62917" y="56388"/>
                </a:lnTo>
                <a:lnTo>
                  <a:pt x="64381" y="55162"/>
                </a:lnTo>
                <a:lnTo>
                  <a:pt x="66644" y="53495"/>
                </a:lnTo>
                <a:lnTo>
                  <a:pt x="70220" y="55162"/>
                </a:lnTo>
                <a:lnTo>
                  <a:pt x="70370" y="55310"/>
                </a:lnTo>
                <a:lnTo>
                  <a:pt x="72118" y="58888"/>
                </a:lnTo>
                <a:lnTo>
                  <a:pt x="70370" y="61422"/>
                </a:lnTo>
                <a:lnTo>
                  <a:pt x="69430" y="62615"/>
                </a:lnTo>
                <a:lnTo>
                  <a:pt x="66644" y="65329"/>
                </a:lnTo>
                <a:lnTo>
                  <a:pt x="65078" y="66341"/>
                </a:lnTo>
                <a:lnTo>
                  <a:pt x="62917" y="68030"/>
                </a:lnTo>
                <a:lnTo>
                  <a:pt x="59191" y="69150"/>
                </a:lnTo>
                <a:lnTo>
                  <a:pt x="55464" y="69685"/>
                </a:lnTo>
                <a:lnTo>
                  <a:pt x="53601" y="70068"/>
                </a:lnTo>
                <a:lnTo>
                  <a:pt x="51737" y="70770"/>
                </a:lnTo>
                <a:lnTo>
                  <a:pt x="50049" y="70068"/>
                </a:lnTo>
                <a:lnTo>
                  <a:pt x="48011" y="69585"/>
                </a:lnTo>
                <a:lnTo>
                  <a:pt x="44284" y="67646"/>
                </a:lnTo>
                <a:lnTo>
                  <a:pt x="43273" y="66341"/>
                </a:lnTo>
                <a:lnTo>
                  <a:pt x="42023" y="62615"/>
                </a:lnTo>
                <a:lnTo>
                  <a:pt x="41223" y="58888"/>
                </a:lnTo>
                <a:lnTo>
                  <a:pt x="41088" y="55162"/>
                </a:lnTo>
                <a:lnTo>
                  <a:pt x="41522" y="51435"/>
                </a:lnTo>
                <a:lnTo>
                  <a:pt x="41970" y="47709"/>
                </a:lnTo>
                <a:lnTo>
                  <a:pt x="42410" y="43982"/>
                </a:lnTo>
                <a:lnTo>
                  <a:pt x="42920" y="40256"/>
                </a:lnTo>
                <a:lnTo>
                  <a:pt x="44040" y="36529"/>
                </a:lnTo>
                <a:lnTo>
                  <a:pt x="44284" y="36084"/>
                </a:lnTo>
                <a:lnTo>
                  <a:pt x="45284" y="32803"/>
                </a:lnTo>
                <a:lnTo>
                  <a:pt x="45963" y="29076"/>
                </a:lnTo>
                <a:lnTo>
                  <a:pt x="46534" y="25350"/>
                </a:lnTo>
                <a:lnTo>
                  <a:pt x="47900" y="21623"/>
                </a:lnTo>
                <a:lnTo>
                  <a:pt x="48011" y="21411"/>
                </a:lnTo>
                <a:lnTo>
                  <a:pt x="49092" y="17897"/>
                </a:lnTo>
                <a:lnTo>
                  <a:pt x="49276" y="14170"/>
                </a:lnTo>
                <a:lnTo>
                  <a:pt x="48011" y="12535"/>
                </a:lnTo>
                <a:lnTo>
                  <a:pt x="44284" y="12493"/>
                </a:lnTo>
                <a:lnTo>
                  <a:pt x="40558" y="12523"/>
                </a:lnTo>
                <a:lnTo>
                  <a:pt x="36831" y="12657"/>
                </a:lnTo>
                <a:lnTo>
                  <a:pt x="33105" y="13818"/>
                </a:lnTo>
                <a:lnTo>
                  <a:pt x="32870" y="14170"/>
                </a:lnTo>
                <a:lnTo>
                  <a:pt x="32019" y="17897"/>
                </a:lnTo>
                <a:lnTo>
                  <a:pt x="31471" y="21623"/>
                </a:lnTo>
                <a:lnTo>
                  <a:pt x="30794" y="25350"/>
                </a:lnTo>
                <a:lnTo>
                  <a:pt x="29550" y="29076"/>
                </a:lnTo>
                <a:lnTo>
                  <a:pt x="29378" y="29419"/>
                </a:lnTo>
                <a:lnTo>
                  <a:pt x="28565" y="32803"/>
                </a:lnTo>
                <a:lnTo>
                  <a:pt x="28046" y="36529"/>
                </a:lnTo>
                <a:lnTo>
                  <a:pt x="27529" y="40256"/>
                </a:lnTo>
                <a:lnTo>
                  <a:pt x="26814" y="43982"/>
                </a:lnTo>
                <a:lnTo>
                  <a:pt x="25652" y="46777"/>
                </a:lnTo>
                <a:lnTo>
                  <a:pt x="25360" y="47709"/>
                </a:lnTo>
                <a:lnTo>
                  <a:pt x="24567" y="51435"/>
                </a:lnTo>
                <a:lnTo>
                  <a:pt x="24144" y="55162"/>
                </a:lnTo>
                <a:lnTo>
                  <a:pt x="23306" y="58888"/>
                </a:lnTo>
                <a:lnTo>
                  <a:pt x="21925" y="62250"/>
                </a:lnTo>
                <a:lnTo>
                  <a:pt x="21797" y="62615"/>
                </a:lnTo>
                <a:lnTo>
                  <a:pt x="20885" y="66341"/>
                </a:lnTo>
                <a:lnTo>
                  <a:pt x="18199" y="69185"/>
                </a:lnTo>
                <a:lnTo>
                  <a:pt x="14472" y="69402"/>
                </a:lnTo>
                <a:lnTo>
                  <a:pt x="10746" y="69360"/>
                </a:lnTo>
                <a:lnTo>
                  <a:pt x="7019" y="69406"/>
                </a:lnTo>
                <a:lnTo>
                  <a:pt x="3293" y="66578"/>
                </a:lnTo>
                <a:lnTo>
                  <a:pt x="3136" y="66341"/>
                </a:lnTo>
                <a:lnTo>
                  <a:pt x="3293" y="66031"/>
                </a:lnTo>
                <a:lnTo>
                  <a:pt x="4388" y="62615"/>
                </a:lnTo>
                <a:lnTo>
                  <a:pt x="6744" y="58888"/>
                </a:lnTo>
                <a:lnTo>
                  <a:pt x="7019" y="58552"/>
                </a:lnTo>
                <a:lnTo>
                  <a:pt x="8680" y="55162"/>
                </a:lnTo>
                <a:lnTo>
                  <a:pt x="10227" y="51435"/>
                </a:lnTo>
                <a:lnTo>
                  <a:pt x="10746" y="50553"/>
                </a:lnTo>
                <a:lnTo>
                  <a:pt x="11896" y="47709"/>
                </a:lnTo>
                <a:lnTo>
                  <a:pt x="12809" y="43982"/>
                </a:lnTo>
                <a:lnTo>
                  <a:pt x="13845" y="40256"/>
                </a:lnTo>
                <a:lnTo>
                  <a:pt x="14472" y="39138"/>
                </a:lnTo>
                <a:lnTo>
                  <a:pt x="15448" y="36529"/>
                </a:lnTo>
                <a:lnTo>
                  <a:pt x="16087" y="32803"/>
                </a:lnTo>
                <a:lnTo>
                  <a:pt x="16700" y="29076"/>
                </a:lnTo>
                <a:lnTo>
                  <a:pt x="17885" y="25350"/>
                </a:lnTo>
                <a:lnTo>
                  <a:pt x="18199" y="24594"/>
                </a:lnTo>
                <a:lnTo>
                  <a:pt x="19007" y="21623"/>
                </a:lnTo>
                <a:lnTo>
                  <a:pt x="19778" y="17897"/>
                </a:lnTo>
                <a:lnTo>
                  <a:pt x="19398" y="14170"/>
                </a:lnTo>
                <a:lnTo>
                  <a:pt x="18199" y="13041"/>
                </a:lnTo>
                <a:lnTo>
                  <a:pt x="14472" y="13608"/>
                </a:lnTo>
                <a:lnTo>
                  <a:pt x="13332" y="14170"/>
                </a:lnTo>
                <a:lnTo>
                  <a:pt x="10746" y="15957"/>
                </a:lnTo>
                <a:lnTo>
                  <a:pt x="8532" y="17897"/>
                </a:lnTo>
                <a:lnTo>
                  <a:pt x="7019" y="19294"/>
                </a:lnTo>
                <a:lnTo>
                  <a:pt x="3293" y="19905"/>
                </a:lnTo>
                <a:lnTo>
                  <a:pt x="1245" y="17897"/>
                </a:lnTo>
                <a:lnTo>
                  <a:pt x="0" y="14170"/>
                </a:lnTo>
                <a:lnTo>
                  <a:pt x="2398" y="10444"/>
                </a:lnTo>
                <a:lnTo>
                  <a:pt x="3293" y="9440"/>
                </a:lnTo>
                <a:lnTo>
                  <a:pt x="5986" y="6717"/>
                </a:lnTo>
                <a:lnTo>
                  <a:pt x="7019" y="5821"/>
                </a:lnTo>
                <a:lnTo>
                  <a:pt x="10746" y="3502"/>
                </a:lnTo>
                <a:lnTo>
                  <a:pt x="11516" y="2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sag-policy-glyph-6">
            <a:extLst xmlns:a="http://schemas.openxmlformats.org/drawingml/2006/main">
              <a:ext uri="{FF2B5EF4-FFF2-40B4-BE49-F238E27FC236}">
                <a16:creationId xmlns:a16="http://schemas.microsoft.com/office/drawing/2014/main" id="{4681DEEA-7313-45A7-99FB-8B78CE1A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857" y="6750148"/>
            <a:ext cx="14407" cy="14165"/>
          </a:xfrm>
          <a:custGeom xmlns:a="http://schemas.openxmlformats.org/drawingml/2006/main">
            <a:pathLst>
              <a:path w="14407" h="14165">
                <a:moveTo>
                  <a:pt x="3101" y="1640"/>
                </a:moveTo>
                <a:lnTo>
                  <a:pt x="5441" y="164"/>
                </a:lnTo>
                <a:lnTo>
                  <a:pt x="9168" y="0"/>
                </a:lnTo>
                <a:lnTo>
                  <a:pt x="12894" y="742"/>
                </a:lnTo>
                <a:lnTo>
                  <a:pt x="13979" y="1640"/>
                </a:lnTo>
                <a:lnTo>
                  <a:pt x="14407" y="5367"/>
                </a:lnTo>
                <a:lnTo>
                  <a:pt x="13444" y="9093"/>
                </a:lnTo>
                <a:lnTo>
                  <a:pt x="12894" y="9796"/>
                </a:lnTo>
                <a:lnTo>
                  <a:pt x="10645" y="12820"/>
                </a:lnTo>
                <a:lnTo>
                  <a:pt x="9168" y="14165"/>
                </a:lnTo>
                <a:lnTo>
                  <a:pt x="5441" y="14110"/>
                </a:lnTo>
                <a:lnTo>
                  <a:pt x="1715" y="12848"/>
                </a:lnTo>
                <a:lnTo>
                  <a:pt x="1693" y="12820"/>
                </a:lnTo>
                <a:lnTo>
                  <a:pt x="0" y="9093"/>
                </a:lnTo>
                <a:lnTo>
                  <a:pt x="827" y="5367"/>
                </a:lnTo>
                <a:lnTo>
                  <a:pt x="1715" y="3670"/>
                </a:lnTo>
                <a:lnTo>
                  <a:pt x="3101" y="1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sag-policy-glyph-7">
            <a:extLst xmlns:a="http://schemas.openxmlformats.org/drawingml/2006/main">
              <a:ext uri="{FF2B5EF4-FFF2-40B4-BE49-F238E27FC236}">
                <a16:creationId xmlns:a16="http://schemas.microsoft.com/office/drawing/2014/main" id="{1CD1BAB0-9CA1-4F20-81C9-45A3B25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80" y="6750134"/>
            <a:ext cx="13276" cy="14281"/>
          </a:xfrm>
          <a:custGeom xmlns:a="http://schemas.openxmlformats.org/drawingml/2006/main">
            <a:pathLst>
              <a:path w="13276" h="14281">
                <a:moveTo>
                  <a:pt x="1900" y="1655"/>
                </a:moveTo>
                <a:lnTo>
                  <a:pt x="2937" y="682"/>
                </a:lnTo>
                <a:lnTo>
                  <a:pt x="6664" y="21"/>
                </a:lnTo>
                <a:lnTo>
                  <a:pt x="10390" y="0"/>
                </a:lnTo>
                <a:lnTo>
                  <a:pt x="12623" y="1655"/>
                </a:lnTo>
                <a:lnTo>
                  <a:pt x="13276" y="5381"/>
                </a:lnTo>
                <a:lnTo>
                  <a:pt x="12776" y="9108"/>
                </a:lnTo>
                <a:lnTo>
                  <a:pt x="10614" y="12834"/>
                </a:lnTo>
                <a:lnTo>
                  <a:pt x="10390" y="13074"/>
                </a:lnTo>
                <a:lnTo>
                  <a:pt x="6664" y="14281"/>
                </a:lnTo>
                <a:lnTo>
                  <a:pt x="2937" y="13766"/>
                </a:lnTo>
                <a:lnTo>
                  <a:pt x="1756" y="12834"/>
                </a:lnTo>
                <a:lnTo>
                  <a:pt x="0" y="9108"/>
                </a:lnTo>
                <a:lnTo>
                  <a:pt x="657" y="5381"/>
                </a:lnTo>
                <a:lnTo>
                  <a:pt x="1900" y="16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sag-policy-glyph-8">
            <a:extLst xmlns:a="http://schemas.openxmlformats.org/drawingml/2006/main">
              <a:ext uri="{FF2B5EF4-FFF2-40B4-BE49-F238E27FC236}">
                <a16:creationId xmlns:a16="http://schemas.microsoft.com/office/drawing/2014/main" id="{6B02622F-5550-4206-B2A1-E4A84C0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2588" y="6771376"/>
            <a:ext cx="26951" cy="55078"/>
          </a:xfrm>
          <a:custGeom xmlns:a="http://schemas.openxmlformats.org/drawingml/2006/main">
            <a:pathLst>
              <a:path w="26951" h="55078">
                <a:moveTo>
                  <a:pt x="1280" y="2772"/>
                </a:moveTo>
                <a:lnTo>
                  <a:pt x="1804" y="2101"/>
                </a:lnTo>
                <a:lnTo>
                  <a:pt x="5531" y="551"/>
                </a:lnTo>
                <a:lnTo>
                  <a:pt x="9257" y="121"/>
                </a:lnTo>
                <a:lnTo>
                  <a:pt x="12984" y="121"/>
                </a:lnTo>
                <a:lnTo>
                  <a:pt x="16710" y="0"/>
                </a:lnTo>
                <a:lnTo>
                  <a:pt x="20437" y="2743"/>
                </a:lnTo>
                <a:lnTo>
                  <a:pt x="20462" y="2772"/>
                </a:lnTo>
                <a:lnTo>
                  <a:pt x="20437" y="2870"/>
                </a:lnTo>
                <a:lnTo>
                  <a:pt x="19961" y="6499"/>
                </a:lnTo>
                <a:lnTo>
                  <a:pt x="19419" y="10225"/>
                </a:lnTo>
                <a:lnTo>
                  <a:pt x="18863" y="13952"/>
                </a:lnTo>
                <a:lnTo>
                  <a:pt x="18204" y="17678"/>
                </a:lnTo>
                <a:lnTo>
                  <a:pt x="16977" y="21405"/>
                </a:lnTo>
                <a:lnTo>
                  <a:pt x="16710" y="21944"/>
                </a:lnTo>
                <a:lnTo>
                  <a:pt x="15929" y="25131"/>
                </a:lnTo>
                <a:lnTo>
                  <a:pt x="15393" y="28858"/>
                </a:lnTo>
                <a:lnTo>
                  <a:pt x="14862" y="32584"/>
                </a:lnTo>
                <a:lnTo>
                  <a:pt x="13915" y="36311"/>
                </a:lnTo>
                <a:lnTo>
                  <a:pt x="12984" y="38600"/>
                </a:lnTo>
                <a:lnTo>
                  <a:pt x="12624" y="40037"/>
                </a:lnTo>
                <a:lnTo>
                  <a:pt x="12608" y="43764"/>
                </a:lnTo>
                <a:lnTo>
                  <a:pt x="12984" y="44213"/>
                </a:lnTo>
                <a:lnTo>
                  <a:pt x="16710" y="44856"/>
                </a:lnTo>
                <a:lnTo>
                  <a:pt x="18166" y="43764"/>
                </a:lnTo>
                <a:lnTo>
                  <a:pt x="20437" y="41745"/>
                </a:lnTo>
                <a:lnTo>
                  <a:pt x="24163" y="40538"/>
                </a:lnTo>
                <a:lnTo>
                  <a:pt x="26951" y="43764"/>
                </a:lnTo>
                <a:lnTo>
                  <a:pt x="25716" y="47490"/>
                </a:lnTo>
                <a:lnTo>
                  <a:pt x="24163" y="49074"/>
                </a:lnTo>
                <a:lnTo>
                  <a:pt x="21268" y="51217"/>
                </a:lnTo>
                <a:lnTo>
                  <a:pt x="20437" y="51985"/>
                </a:lnTo>
                <a:lnTo>
                  <a:pt x="16710" y="54019"/>
                </a:lnTo>
                <a:lnTo>
                  <a:pt x="12984" y="54928"/>
                </a:lnTo>
                <a:lnTo>
                  <a:pt x="12363" y="54943"/>
                </a:lnTo>
                <a:lnTo>
                  <a:pt x="9257" y="55078"/>
                </a:lnTo>
                <a:lnTo>
                  <a:pt x="8947" y="54943"/>
                </a:lnTo>
                <a:lnTo>
                  <a:pt x="5531" y="54124"/>
                </a:lnTo>
                <a:lnTo>
                  <a:pt x="2371" y="51217"/>
                </a:lnTo>
                <a:lnTo>
                  <a:pt x="1804" y="50323"/>
                </a:lnTo>
                <a:lnTo>
                  <a:pt x="237" y="47490"/>
                </a:lnTo>
                <a:lnTo>
                  <a:pt x="0" y="43764"/>
                </a:lnTo>
                <a:lnTo>
                  <a:pt x="322" y="40037"/>
                </a:lnTo>
                <a:lnTo>
                  <a:pt x="954" y="36311"/>
                </a:lnTo>
                <a:lnTo>
                  <a:pt x="1804" y="34121"/>
                </a:lnTo>
                <a:lnTo>
                  <a:pt x="2285" y="32584"/>
                </a:lnTo>
                <a:lnTo>
                  <a:pt x="3098" y="28858"/>
                </a:lnTo>
                <a:lnTo>
                  <a:pt x="3618" y="25131"/>
                </a:lnTo>
                <a:lnTo>
                  <a:pt x="4356" y="21405"/>
                </a:lnTo>
                <a:lnTo>
                  <a:pt x="5379" y="17678"/>
                </a:lnTo>
                <a:lnTo>
                  <a:pt x="5531" y="17368"/>
                </a:lnTo>
                <a:lnTo>
                  <a:pt x="6513" y="13952"/>
                </a:lnTo>
                <a:lnTo>
                  <a:pt x="6449" y="10225"/>
                </a:lnTo>
                <a:lnTo>
                  <a:pt x="5531" y="8604"/>
                </a:lnTo>
                <a:lnTo>
                  <a:pt x="3505" y="6499"/>
                </a:lnTo>
                <a:lnTo>
                  <a:pt x="1804" y="3778"/>
                </a:lnTo>
                <a:lnTo>
                  <a:pt x="1280" y="2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sag-policy-glyph-9">
            <a:extLst xmlns:a="http://schemas.openxmlformats.org/drawingml/2006/main">
              <a:ext uri="{FF2B5EF4-FFF2-40B4-BE49-F238E27FC236}">
                <a16:creationId xmlns:a16="http://schemas.microsoft.com/office/drawing/2014/main" id="{61196EFA-05F4-4218-962B-4AD5091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6363" y="6771360"/>
            <a:ext cx="27042" cy="54988"/>
          </a:xfrm>
          <a:custGeom xmlns:a="http://schemas.openxmlformats.org/drawingml/2006/main">
            <a:pathLst>
              <a:path w="27042" h="54988">
                <a:moveTo>
                  <a:pt x="1194" y="2787"/>
                </a:moveTo>
                <a:lnTo>
                  <a:pt x="3175" y="691"/>
                </a:lnTo>
                <a:lnTo>
                  <a:pt x="6902" y="298"/>
                </a:lnTo>
                <a:lnTo>
                  <a:pt x="10628" y="96"/>
                </a:lnTo>
                <a:lnTo>
                  <a:pt x="14355" y="0"/>
                </a:lnTo>
                <a:lnTo>
                  <a:pt x="18081" y="309"/>
                </a:lnTo>
                <a:lnTo>
                  <a:pt x="20118" y="2787"/>
                </a:lnTo>
                <a:lnTo>
                  <a:pt x="20150" y="6514"/>
                </a:lnTo>
                <a:lnTo>
                  <a:pt x="19375" y="10240"/>
                </a:lnTo>
                <a:lnTo>
                  <a:pt x="18081" y="13214"/>
                </a:lnTo>
                <a:lnTo>
                  <a:pt x="17819" y="13967"/>
                </a:lnTo>
                <a:lnTo>
                  <a:pt x="17132" y="17693"/>
                </a:lnTo>
                <a:lnTo>
                  <a:pt x="16687" y="21420"/>
                </a:lnTo>
                <a:lnTo>
                  <a:pt x="16064" y="25147"/>
                </a:lnTo>
                <a:lnTo>
                  <a:pt x="15034" y="28873"/>
                </a:lnTo>
                <a:lnTo>
                  <a:pt x="14355" y="30317"/>
                </a:lnTo>
                <a:lnTo>
                  <a:pt x="13738" y="32600"/>
                </a:lnTo>
                <a:lnTo>
                  <a:pt x="13202" y="36326"/>
                </a:lnTo>
                <a:lnTo>
                  <a:pt x="12744" y="40053"/>
                </a:lnTo>
                <a:lnTo>
                  <a:pt x="12843" y="43779"/>
                </a:lnTo>
                <a:lnTo>
                  <a:pt x="14355" y="45255"/>
                </a:lnTo>
                <a:lnTo>
                  <a:pt x="17501" y="43779"/>
                </a:lnTo>
                <a:lnTo>
                  <a:pt x="18081" y="43363"/>
                </a:lnTo>
                <a:lnTo>
                  <a:pt x="21808" y="40546"/>
                </a:lnTo>
                <a:lnTo>
                  <a:pt x="25534" y="42094"/>
                </a:lnTo>
                <a:lnTo>
                  <a:pt x="27042" y="43779"/>
                </a:lnTo>
                <a:lnTo>
                  <a:pt x="25534" y="46419"/>
                </a:lnTo>
                <a:lnTo>
                  <a:pt x="24952" y="47506"/>
                </a:lnTo>
                <a:lnTo>
                  <a:pt x="21808" y="50515"/>
                </a:lnTo>
                <a:lnTo>
                  <a:pt x="20759" y="51232"/>
                </a:lnTo>
                <a:lnTo>
                  <a:pt x="18081" y="53333"/>
                </a:lnTo>
                <a:lnTo>
                  <a:pt x="14355" y="54483"/>
                </a:lnTo>
                <a:lnTo>
                  <a:pt x="10726" y="54959"/>
                </a:lnTo>
                <a:lnTo>
                  <a:pt x="10628" y="54988"/>
                </a:lnTo>
                <a:lnTo>
                  <a:pt x="10421" y="54959"/>
                </a:lnTo>
                <a:lnTo>
                  <a:pt x="6902" y="54707"/>
                </a:lnTo>
                <a:lnTo>
                  <a:pt x="3175" y="53113"/>
                </a:lnTo>
                <a:lnTo>
                  <a:pt x="1514" y="51232"/>
                </a:lnTo>
                <a:lnTo>
                  <a:pt x="346" y="47506"/>
                </a:lnTo>
                <a:lnTo>
                  <a:pt x="0" y="43779"/>
                </a:lnTo>
                <a:lnTo>
                  <a:pt x="455" y="40053"/>
                </a:lnTo>
                <a:lnTo>
                  <a:pt x="893" y="36326"/>
                </a:lnTo>
                <a:lnTo>
                  <a:pt x="1350" y="32600"/>
                </a:lnTo>
                <a:lnTo>
                  <a:pt x="2122" y="28873"/>
                </a:lnTo>
                <a:lnTo>
                  <a:pt x="3175" y="25845"/>
                </a:lnTo>
                <a:lnTo>
                  <a:pt x="3404" y="25147"/>
                </a:lnTo>
                <a:lnTo>
                  <a:pt x="4357" y="21420"/>
                </a:lnTo>
                <a:lnTo>
                  <a:pt x="4855" y="17693"/>
                </a:lnTo>
                <a:lnTo>
                  <a:pt x="5403" y="13967"/>
                </a:lnTo>
                <a:lnTo>
                  <a:pt x="5320" y="10240"/>
                </a:lnTo>
                <a:lnTo>
                  <a:pt x="3307" y="6514"/>
                </a:lnTo>
                <a:lnTo>
                  <a:pt x="3175" y="6330"/>
                </a:lnTo>
                <a:lnTo>
                  <a:pt x="1194" y="2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0003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2026-10-09T21:04:31.2230000Z</dcterms:created>
  <dcterms:modified xsi:type="dcterms:W3CDTF">2026-10-09T21:04:31.2230000Z</dcterms:modified>
</coreProperties>
</file>