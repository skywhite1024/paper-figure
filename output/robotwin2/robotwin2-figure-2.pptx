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8ee1bddf6e4020" /><Relationship Type="http://schemas.openxmlformats.org/officeDocument/2006/relationships/extended-properties" Target="/docProps/app.xml" Id="R34bb6bf4cd5d4a47" /><Relationship Type="http://schemas.openxmlformats.org/officeDocument/2006/relationships/officeDocument" Target="/ppt/presentation.xml" Id="Rdff221ee57f844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a6968dca0945dd"/>
  </p:sldMasterIdLst>
  <p:notesMasterIdLst>
    <p:notesMasterId xmlns:r="http://schemas.openxmlformats.org/officeDocument/2006/relationships" r:id="R8efc0af652cc4e0b"/>
  </p:notesMasterIdLst>
  <p:sldIdLst>
    <p:sldId xmlns:r="http://schemas.openxmlformats.org/officeDocument/2006/relationships" id="256" r:id="R38de1b4e873241d2"/>
  </p:sldIdLst>
  <p:sldSz cx="11315700" cy="4257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1c840050894b9d" /><Relationship Type="http://schemas.openxmlformats.org/officeDocument/2006/relationships/slideMaster" Target="/ppt/slideMasters/slideMaster1.xml" Id="R95a6968dca0945dd" /><Relationship Type="http://schemas.openxmlformats.org/officeDocument/2006/relationships/notesMaster" Target="/ppt/notesMasters/notesMaster1.xml" Id="R8efc0af652cc4e0b" /><Relationship Type="http://schemas.openxmlformats.org/officeDocument/2006/relationships/presProps" Target="/ppt/presProps.xml" Id="R5f6c4e143e9d4a1b" /><Relationship Type="http://schemas.openxmlformats.org/officeDocument/2006/relationships/tableStyles" Target="/ppt/tableStyles.xml" Id="R4d4a095e97814dc1" /><Relationship Type="http://schemas.openxmlformats.org/officeDocument/2006/relationships/slide" Target="/ppt/slides/slide1.xml" Id="R38de1b4e873241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635dd7a12d40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89ee8563843ac" /><Relationship Type="http://schemas.openxmlformats.org/officeDocument/2006/relationships/notesMaster" Target="/ppt/notesMasters/notesMaster1.xml" Id="R9c17d271e2e1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"RoboTwin 2.0: A Scalable Data Generator and Benchmark with Strong Domain Randomization for Robust Bimanual Robotic Manipulation",</a:t>
            </a:r>
          </a:p>
          <a:p xmlns:a="http://schemas.openxmlformats.org/drawingml/2006/main">
            <a:r>
              <a:t>  "paper_url": "https://arxiv.org/abs/2506.18088v2",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"316ae82a97968e1a2d88540665401645a190d2699d7d8652e8fc0053ba609bda",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253,</a:t>
            </a:r>
          </a:p>
          <a:p xmlns:a="http://schemas.openxmlformats.org/drawingml/2006/main">
            <a:r>
              <a:t>    504,</a:t>
            </a:r>
          </a:p>
          <a:p xmlns:a="http://schemas.openxmlformats.org/drawingml/2006/main">
            <a:r>
              <a:t>    402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"36 source clipping groups intersect crop; extracted paths require explicit clipping review",</a:t>
            </a:r>
          </a:p>
          <a:p xmlns:a="http://schemas.openxmlformats.org/drawingml/2006/main">
            <a:r>
              <a:t>    "rotated text needs manual reconstruction: w",</a:t>
            </a:r>
          </a:p>
          <a:p xmlns:a="http://schemas.openxmlformats.org/drawingml/2006/main">
            <a:r>
              <a:t>    "rotated text needs manual reconstruction: /",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z",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"36 source clipping groups intersect crop; extracted paths require explicit clipping review",</a:t>
            </a:r>
          </a:p>
          <a:p xmlns:a="http://schemas.openxmlformats.org/drawingml/2006/main">
            <a:r>
              <a:t>    "rotated text needs manual reconstruction: w",</a:t>
            </a:r>
          </a:p>
          <a:p xmlns:a="http://schemas.openxmlformats.org/drawingml/2006/main">
            <a:r>
              <a:t>    "rotated text needs manual reconstruction: /",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z",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"unhandled image/shading at seq 17: [313.8363952636719, 305.8492736816406, 350.024169921875, 333.01025390625]; requires reviewed raster region",</a:t>
            </a:r>
          </a:p>
          <a:p xmlns:a="http://schemas.openxmlformats.org/drawingml/2006/main">
            <a:r>
              <a:t>    "unhandled image/shading at seq 18: [349.86297607421875, 305.8492736816406, 386.0507507324219, 333.01025390625]; requires reviewed raster region",</a:t>
            </a:r>
          </a:p>
          <a:p xmlns:a="http://schemas.openxmlformats.org/drawingml/2006/main">
            <a:r>
              <a:t>    "unhandled image/shading at seq 19: [386.0507507324219, 305.8492736816406, 422.1579284667969, 333.01025390625]; requires reviewed raster region",</a:t>
            </a:r>
          </a:p>
          <a:p xmlns:a="http://schemas.openxmlformats.org/drawingml/2006/main">
            <a:r>
              <a:t>    "unhandled image/shading at seq 20: [421.9161071777344, 305.8492736816406, 458.1038818359375, 333.01025390625]; requires reviewed raster region",</a:t>
            </a:r>
          </a:p>
          <a:p xmlns:a="http://schemas.openxmlformats.org/drawingml/2006/main">
            <a:r>
              <a:t>    "unhandled image/shading at seq 21: [457.3785095214844, 305.8492736816406, 493.48565673828125, 333.01025390625]; requires reviewed raster region",</a:t>
            </a:r>
          </a:p>
          <a:p xmlns:a="http://schemas.openxmlformats.org/drawingml/2006/main">
            <a:r>
              <a:t>    "unhandled image/shading at seq 22: [256.3712158203125, 354.9324645996094, 296.83056640625, 385.3172912597656]; requires reviewed raster region",</a:t>
            </a:r>
          </a:p>
          <a:p xmlns:a="http://schemas.openxmlformats.org/drawingml/2006/main">
            <a:r>
              <a:t>    "unhandled image/shading at seq 23: [296.83056640625, 354.9324645996094, 337.3705139160156, 385.3172912597656]; requires reviewed raster region",</a:t>
            </a:r>
          </a:p>
          <a:p xmlns:a="http://schemas.openxmlformats.org/drawingml/2006/main">
            <a:r>
              <a:t>    "unhandled image/shading at seq 24: [337.3704833984375, 354.9324645996094, 377.8298645019531, 385.3172912597656]; requires reviewed raster region",</a:t>
            </a:r>
          </a:p>
          <a:p xmlns:a="http://schemas.openxmlformats.org/drawingml/2006/main">
            <a:r>
              <a:t>    "unhandled image/shading at seq 25: [377.8299255371094, 355.0130615234375, 418.369873046875, 385.3978576660156]; requires reviewed raster region",</a:t>
            </a:r>
          </a:p>
          <a:p xmlns:a="http://schemas.openxmlformats.org/drawingml/2006/main">
            <a:r>
              <a:t>    "unhandled image/shading at seq 26: [418.369873046875, 354.9324645996094, 458.8292236328125, 385.3172912597656]; requires reviewed raster region",</a:t>
            </a:r>
          </a:p>
          <a:p xmlns:a="http://schemas.openxmlformats.org/drawingml/2006/main">
            <a:r>
              <a:t>    "unhandled image/shading at seq 27: [458.8292236328125, 354.9324645996094, 499.36920166015625, 385.3172912597656]; requires reviewed raster region",</a:t>
            </a:r>
          </a:p>
          <a:p xmlns:a="http://schemas.openxmlformats.org/drawingml/2006/main">
            <a:r>
              <a:t>    "unhandled image/shading at seq 28: [256.3712158203125, 265.4705505371094, 296.83056640625, 295.8553466796875]; requires reviewed raster region",</a:t>
            </a:r>
          </a:p>
          <a:p xmlns:a="http://schemas.openxmlformats.org/drawingml/2006/main">
            <a:r>
              <a:t>    "unhandled image/shading at seq 29: [296.83056640625, 265.5511474609375, 337.3705139160156, 295.8553466796875]; requires reviewed raster region",</a:t>
            </a:r>
          </a:p>
          <a:p xmlns:a="http://schemas.openxmlformats.org/drawingml/2006/main">
            <a:r>
              <a:t>    "unhandled image/shading at seq 30: [337.3704833984375, 265.87347412109375, 377.8298645019531, 296.25830078125]; requires reviewed raster region",</a:t>
            </a:r>
          </a:p>
          <a:p xmlns:a="http://schemas.openxmlformats.org/drawingml/2006/main">
            <a:r>
              <a:t>    "unhandled image/shading at seq 31: [377.8299255371094, 265.87347412109375, 418.369873046875, 296.25830078125]; requires reviewed raster region",</a:t>
            </a:r>
          </a:p>
          <a:p xmlns:a="http://schemas.openxmlformats.org/drawingml/2006/main">
            <a:r>
              <a:t>    "unhandled image/shading at seq 32: [418.369873046875, 265.87347412109375, 458.8292236328125, 296.25830078125]; requires reviewed raster region",</a:t>
            </a:r>
          </a:p>
          <a:p xmlns:a="http://schemas.openxmlformats.org/drawingml/2006/main">
            <a:r>
              <a:t>    "unhandled image/shading at seq 33: [458.8292236328125, 266.0346984863281, 499.36920166015625, 296.33892822265625];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617,</a:t>
            </a:r>
          </a:p>
          <a:p xmlns:a="http://schemas.openxmlformats.org/drawingml/2006/main">
            <a:r>
              <a:t>        158,</a:t>
            </a:r>
          </a:p>
          <a:p xmlns:a="http://schemas.openxmlformats.org/drawingml/2006/main">
            <a:r>
              <a:t>        110,</a:t>
            </a:r>
          </a:p>
          <a:p xmlns:a="http://schemas.openxmlformats.org/drawingml/2006/main">
            <a:r>
              <a:t>        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725,</a:t>
            </a:r>
          </a:p>
          <a:p xmlns:a="http://schemas.openxmlformats.org/drawingml/2006/main">
            <a:r>
              <a:t>        158,</a:t>
            </a:r>
          </a:p>
          <a:p xmlns:a="http://schemas.openxmlformats.org/drawingml/2006/main">
            <a:r>
              <a:t>        110,</a:t>
            </a:r>
          </a:p>
          <a:p xmlns:a="http://schemas.openxmlformats.org/drawingml/2006/main">
            <a:r>
              <a:t>        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834,</a:t>
            </a:r>
          </a:p>
          <a:p xmlns:a="http://schemas.openxmlformats.org/drawingml/2006/main">
            <a:r>
              <a:t>        158,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941,</a:t>
            </a:r>
          </a:p>
          <a:p xmlns:a="http://schemas.openxmlformats.org/drawingml/2006/main">
            <a:r>
              <a:t>        158,</a:t>
            </a:r>
          </a:p>
          <a:p xmlns:a="http://schemas.openxmlformats.org/drawingml/2006/main">
            <a:r>
              <a:t>        110,</a:t>
            </a:r>
          </a:p>
          <a:p xmlns:a="http://schemas.openxmlformats.org/drawingml/2006/main">
            <a:r>
              <a:t>        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1048,</a:t>
            </a:r>
          </a:p>
          <a:p xmlns:a="http://schemas.openxmlformats.org/drawingml/2006/main">
            <a:r>
              <a:t>        158,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445,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122,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566,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688,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122,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809,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931,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122,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1052,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445,</a:t>
            </a:r>
          </a:p>
          <a:p xmlns:a="http://schemas.openxmlformats.org/drawingml/2006/main">
            <a:r>
              <a:t>        37,</a:t>
            </a:r>
          </a:p>
          <a:p xmlns:a="http://schemas.openxmlformats.org/drawingml/2006/main">
            <a:r>
              <a:t>        122,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566,</a:t>
            </a:r>
          </a:p>
          <a:p xmlns:a="http://schemas.openxmlformats.org/drawingml/2006/main">
            <a:r>
              <a:t>        37,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688,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122,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809,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931,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122,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1052,</a:t>
            </a:r>
          </a:p>
          <a:p xmlns:a="http://schemas.openxmlformats.org/drawingml/2006/main">
            <a:r>
              <a:t>        39,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5bff6a7df40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df8e73b7f4a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8ceadf8b94b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405a0fc7049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2f710faeb47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c911098d64d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EA48BF-E1CB-4240-9E96-237CCB3F6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1608455"/>
            <a:ext cx="9052560" cy="614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3EA0D2-25A3-42D8-A89E-E2C45718BD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97355" y="2341721"/>
            <a:ext cx="792099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C7C5D4-BC5B-48E1-8D7C-83B1B564E7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1774031"/>
            <a:ext cx="9052560" cy="709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344C69-DE67-45F2-BC5B-453AFC9D5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31153"/>
            <a:ext cx="10042684" cy="520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069E55-CC37-4CFE-A864-E291982E60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182688"/>
            <a:ext cx="10042684" cy="264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92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1pPr>
            <a:lvl2pPr marL="33115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2pPr>
            <a:lvl3pPr marL="52038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3pPr>
            <a:lvl4pPr marL="70961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4pPr>
            <a:lvl5pPr marL="89884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5pPr>
            <a:lvl6pPr marL="108807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6pPr>
            <a:lvl7pPr marL="127730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7pPr>
            <a:lvl8pPr marL="146653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8pPr>
            <a:lvl9pPr marL="165576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8609F8-2272-4316-AD95-CF78BBB1B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31153"/>
            <a:ext cx="10042684" cy="520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5C1A69-EBB9-48EE-AD77-78805F776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182688"/>
            <a:ext cx="4667726" cy="264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92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1pPr>
            <a:lvl2pPr marL="33115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2pPr>
            <a:lvl3pPr marL="52038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3pPr>
            <a:lvl4pPr marL="70961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4pPr>
            <a:lvl5pPr marL="89884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5pPr>
            <a:lvl6pPr marL="108807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6pPr>
            <a:lvl7pPr marL="127730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7pPr>
            <a:lvl8pPr marL="146653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8pPr>
            <a:lvl9pPr marL="165576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F7D900-D133-45B7-82E9-EE6D442F0A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11466" y="1182688"/>
            <a:ext cx="4667726" cy="264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92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1pPr>
            <a:lvl2pPr marL="33115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2pPr>
            <a:lvl3pPr marL="52038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3pPr>
            <a:lvl4pPr marL="70961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4pPr>
            <a:lvl5pPr marL="89884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5pPr>
            <a:lvl6pPr marL="108807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6pPr>
            <a:lvl7pPr marL="127730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7pPr>
            <a:lvl8pPr marL="146653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8pPr>
            <a:lvl9pPr marL="165576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D4AAD3-A2A6-4946-A82D-37205BA5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31153"/>
            <a:ext cx="10042684" cy="520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601588-252B-4AF7-BF36-46B6EBACD7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182688"/>
            <a:ext cx="4667726" cy="264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92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1pPr>
            <a:lvl2pPr marL="33115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2pPr>
            <a:lvl3pPr marL="52038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3pPr>
            <a:lvl4pPr marL="70961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4pPr>
            <a:lvl5pPr marL="89884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5pPr>
            <a:lvl6pPr marL="108807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6pPr>
            <a:lvl7pPr marL="127730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7pPr>
            <a:lvl8pPr marL="146653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8pPr>
            <a:lvl9pPr marL="1655763" indent="-141922">
              <a:lnSpc>
                <a:spcPct val="110000"/>
              </a:lnSpc>
              <a:spcBef>
                <a:spcPts val="0"/>
              </a:spcBef>
              <a:spcAft>
                <a:spcPts val="7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c9abc50e0b429c" /><Relationship Type="http://schemas.openxmlformats.org/officeDocument/2006/relationships/slideLayout" Target="/ppt/slideLayouts/slideLayout1.xml" Id="R8d81d9cc3e8e45cc" /><Relationship Type="http://schemas.openxmlformats.org/officeDocument/2006/relationships/slideLayout" Target="/ppt/slideLayouts/slideLayout2.xml" Id="R1ed1643beab14339" /><Relationship Type="http://schemas.openxmlformats.org/officeDocument/2006/relationships/slideLayout" Target="/ppt/slideLayouts/slideLayout3.xml" Id="Rbe834162cb3840f5" /><Relationship Type="http://schemas.openxmlformats.org/officeDocument/2006/relationships/slideLayout" Target="/ppt/slideLayouts/slideLayout4.xml" Id="Re9b92dcc492d4d09" /><Relationship Type="http://schemas.openxmlformats.org/officeDocument/2006/relationships/slideLayout" Target="/ppt/slideLayouts/slideLayout5.xml" Id="R5358d0b8ecbc4778" /><Relationship Type="http://schemas.openxmlformats.org/officeDocument/2006/relationships/slideLayout" Target="/ppt/slideLayouts/slideLayout6.xml" Id="R71542f330849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81d9cc3e8e45cc"/>
    <p:sldLayoutId xmlns:r="http://schemas.openxmlformats.org/officeDocument/2006/relationships" id="2147483650" r:id="R1ed1643beab14339"/>
    <p:sldLayoutId xmlns:r="http://schemas.openxmlformats.org/officeDocument/2006/relationships" id="2147483651" r:id="Rbe834162cb3840f5"/>
    <p:sldLayoutId xmlns:r="http://schemas.openxmlformats.org/officeDocument/2006/relationships" id="2147483652" r:id="Re9b92dcc492d4d09"/>
    <p:sldLayoutId xmlns:r="http://schemas.openxmlformats.org/officeDocument/2006/relationships" id="2147483653" r:id="R5358d0b8ecbc4778"/>
    <p:sldLayoutId xmlns:r="http://schemas.openxmlformats.org/officeDocument/2006/relationships" id="2147483654" r:id="R71542f330849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e762cc9464047" /><Relationship Type="http://schemas.openxmlformats.org/officeDocument/2006/relationships/image" Target="/ppt/media/image.png" Id="R7a13460a78984fe1" /><Relationship Type="http://schemas.openxmlformats.org/officeDocument/2006/relationships/image" Target="/ppt/media/image2.png" Id="R923cdb7da633488d" /><Relationship Type="http://schemas.openxmlformats.org/officeDocument/2006/relationships/image" Target="/ppt/media/image3.png" Id="R55fbf2bb31724737" /><Relationship Type="http://schemas.openxmlformats.org/officeDocument/2006/relationships/image" Target="/ppt/media/image4.png" Id="R734212979be74a12" /><Relationship Type="http://schemas.openxmlformats.org/officeDocument/2006/relationships/image" Target="/ppt/media/image5.png" Id="Rf764e04561c540cd" /><Relationship Type="http://schemas.openxmlformats.org/officeDocument/2006/relationships/image" Target="/ppt/media/image6.png" Id="R0004034c28754c82" /><Relationship Type="http://schemas.openxmlformats.org/officeDocument/2006/relationships/image" Target="/ppt/media/image7.png" Id="R0cd399e010714148" /><Relationship Type="http://schemas.openxmlformats.org/officeDocument/2006/relationships/image" Target="/ppt/media/image8.png" Id="R1eb560505d194713" /><Relationship Type="http://schemas.openxmlformats.org/officeDocument/2006/relationships/image" Target="/ppt/media/image9.png" Id="Rb569f4ef6ca34c4d" /><Relationship Type="http://schemas.openxmlformats.org/officeDocument/2006/relationships/image" Target="/ppt/media/image10.png" Id="R4b9123daeb3a4a66" /><Relationship Type="http://schemas.openxmlformats.org/officeDocument/2006/relationships/image" Target="/ppt/media/image11.png" Id="Rc9d9605821ab4d3e" /><Relationship Type="http://schemas.openxmlformats.org/officeDocument/2006/relationships/image" Target="/ppt/media/image12.png" Id="Rae8d64c7facc42af" /><Relationship Type="http://schemas.openxmlformats.org/officeDocument/2006/relationships/image" Target="/ppt/media/image13.png" Id="Rcb8dd9b41ff54bfa" /><Relationship Type="http://schemas.openxmlformats.org/officeDocument/2006/relationships/image" Target="/ppt/media/image14.png" Id="R33bb0918d64743b6" /><Relationship Type="http://schemas.openxmlformats.org/officeDocument/2006/relationships/image" Target="/ppt/media/image15.png" Id="R925b5bc39f6543f2" /><Relationship Type="http://schemas.openxmlformats.org/officeDocument/2006/relationships/image" Target="/ppt/media/image16.png" Id="R685434c817ed45ad" /><Relationship Type="http://schemas.openxmlformats.org/officeDocument/2006/relationships/image" Target="/ppt/media/image17.png" Id="R19d4fb112b214210" /><Relationship Type="http://schemas.openxmlformats.org/officeDocument/2006/relationships/notesSlide" Target="/ppt/notesSlides/notesSlide1.xml" Id="R9bb25a0639ab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df-path-1">
            <a:extLst xmlns:a="http://schemas.openxmlformats.org/drawingml/2006/main">
              <a:ext uri="{FF2B5EF4-FFF2-40B4-BE49-F238E27FC236}">
                <a16:creationId xmlns:a16="http://schemas.microsoft.com/office/drawing/2014/main" id="{776478F6-9765-4C2E-996B-CAA97935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4879"/>
            <a:ext cx="11314838" cy="4180019"/>
          </a:xfrm>
          <a:custGeom xmlns:a="http://schemas.openxmlformats.org/drawingml/2006/main">
            <a:pathLst>
              <a:path w="11314838" h="4180019">
                <a:moveTo>
                  <a:pt x="0" y="0"/>
                </a:moveTo>
                <a:lnTo>
                  <a:pt x="11314838" y="0"/>
                </a:lnTo>
                <a:lnTo>
                  <a:pt x="11314838" y="4180019"/>
                </a:lnTo>
                <a:lnTo>
                  <a:pt x="0" y="418001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EDF89C3B-79F8-4862-8126-8C42384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3887" y="38525"/>
            <a:ext cx="7231545" cy="4173111"/>
          </a:xfrm>
          <a:custGeom xmlns:a="http://schemas.openxmlformats.org/drawingml/2006/main">
            <a:pathLst>
              <a:path w="7231545" h="4173111">
                <a:moveTo>
                  <a:pt x="0" y="0"/>
                </a:moveTo>
                <a:lnTo>
                  <a:pt x="7231545" y="0"/>
                </a:lnTo>
                <a:lnTo>
                  <a:pt x="7231545" y="4173111"/>
                </a:lnTo>
                <a:lnTo>
                  <a:pt x="0" y="4173111"/>
                </a:lnTo>
                <a:close/>
              </a:path>
            </a:pathLst>
          </a:custGeom>
          <a:solidFill xmlns:a="http://schemas.openxmlformats.org/drawingml/2006/main">
            <a:srgbClr val="D0CECE">
              <a:alpha val="1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0B0144E4-ACFE-4224-8070-B79A294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36" y="1109439"/>
            <a:ext cx="3475289" cy="2814317"/>
          </a:xfrm>
          <a:custGeom xmlns:a="http://schemas.openxmlformats.org/drawingml/2006/main">
            <a:pathLst>
              <a:path w="3475289" h="2814317">
                <a:moveTo>
                  <a:pt x="0" y="188842"/>
                </a:moveTo>
                <a:cubicBezTo>
                  <a:pt x="0" y="84548"/>
                  <a:pt x="84547" y="0"/>
                  <a:pt x="188842" y="0"/>
                </a:cubicBezTo>
                <a:lnTo>
                  <a:pt x="3286448" y="0"/>
                </a:lnTo>
                <a:cubicBezTo>
                  <a:pt x="3390742" y="0"/>
                  <a:pt x="3475289" y="84548"/>
                  <a:pt x="3475289" y="188842"/>
                </a:cubicBezTo>
                <a:lnTo>
                  <a:pt x="3475289" y="2625475"/>
                </a:lnTo>
                <a:cubicBezTo>
                  <a:pt x="3475289" y="2729769"/>
                  <a:pt x="3390742" y="2814317"/>
                  <a:pt x="3286448" y="2814317"/>
                </a:cubicBezTo>
                <a:lnTo>
                  <a:pt x="188842" y="2814317"/>
                </a:lnTo>
                <a:cubicBezTo>
                  <a:pt x="84547" y="2814317"/>
                  <a:pt x="0" y="2729769"/>
                  <a:pt x="0" y="2625475"/>
                </a:cubicBezTo>
                <a:lnTo>
                  <a:pt x="0" y="188842"/>
                </a:lnTo>
              </a:path>
            </a:pathLst>
          </a:custGeom>
          <a:solidFill xmlns:a="http://schemas.openxmlformats.org/drawingml/2006/main">
            <a:srgbClr val="DAE3F3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8BE527D8-72BD-4863-9A40-183F5D98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3" y="574957"/>
            <a:ext cx="1016346" cy="232608"/>
          </a:xfrm>
          <a:custGeom xmlns:a="http://schemas.openxmlformats.org/drawingml/2006/main">
            <a:pathLst>
              <a:path w="1016346" h="232608">
                <a:moveTo>
                  <a:pt x="0" y="0"/>
                </a:moveTo>
                <a:lnTo>
                  <a:pt x="1016346" y="0"/>
                </a:lnTo>
                <a:lnTo>
                  <a:pt x="1016346" y="232608"/>
                </a:lnTo>
                <a:lnTo>
                  <a:pt x="0" y="232608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A14F8AF9-C678-4CB9-AA06-2E2314F6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309" y="574957"/>
            <a:ext cx="58056" cy="232608"/>
          </a:xfrm>
          <a:custGeom xmlns:a="http://schemas.openxmlformats.org/drawingml/2006/main">
            <a:pathLst>
              <a:path w="58056" h="232608">
                <a:moveTo>
                  <a:pt x="0" y="0"/>
                </a:moveTo>
                <a:lnTo>
                  <a:pt x="58056" y="0"/>
                </a:lnTo>
                <a:lnTo>
                  <a:pt x="58056" y="232608"/>
                </a:lnTo>
                <a:lnTo>
                  <a:pt x="0" y="232608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460B8E7B-D315-4E3B-84EE-914E2656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365" y="574957"/>
            <a:ext cx="2371792" cy="232608"/>
          </a:xfrm>
          <a:custGeom xmlns:a="http://schemas.openxmlformats.org/drawingml/2006/main">
            <a:pathLst>
              <a:path w="2371792" h="232608">
                <a:moveTo>
                  <a:pt x="0" y="0"/>
                </a:moveTo>
                <a:lnTo>
                  <a:pt x="2371792" y="0"/>
                </a:lnTo>
                <a:lnTo>
                  <a:pt x="2371792" y="232608"/>
                </a:lnTo>
                <a:lnTo>
                  <a:pt x="0" y="232608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5CCB5738-73D5-4A39-9664-08142D2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036" y="265840"/>
            <a:ext cx="1686446" cy="191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 Description</a:t>
            </a:r>
          </a:p>
        </p:txBody>
      </p:sp>
      <p:sp>
        <p:nvSpPr>
          <p:cNvPr id="8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D49F67A6-3ECE-4612-A3BA-0ADB56EA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847" y="1348270"/>
            <a:ext cx="2979897" cy="191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 Expert Data Collection Code Gen</a:t>
            </a:r>
          </a:p>
        </p:txBody>
      </p:sp>
      <p:sp>
        <p:nvSpPr>
          <p:cNvPr id="9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6422B225-B7C4-4C19-ACA9-E70C9A5F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484" y="2317641"/>
            <a:ext cx="448788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Code </a:t>
            </a:r>
          </a:p>
        </p:txBody>
      </p:sp>
      <p:sp>
        <p:nvSpPr>
          <p:cNvPr id="10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6E5BFB51-8F71-44CF-B083-DC326AB3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659" y="2331459"/>
            <a:ext cx="380402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Exec</a:t>
            </a:r>
          </a:p>
        </p:txBody>
      </p:sp>
      <p:sp>
        <p:nvSpPr>
          <p:cNvPr id="11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CDDDD2D6-8FB6-43A2-A2DA-2D88098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200" y="2218611"/>
            <a:ext cx="918487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 and </a:t>
            </a:r>
          </a:p>
        </p:txBody>
      </p:sp>
      <p:sp>
        <p:nvSpPr>
          <p:cNvPr id="12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0A929F3E-8DF3-4661-80FB-A68BB515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3144" y="2446612"/>
            <a:ext cx="1177537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Error Feedback</a:t>
            </a:r>
          </a:p>
        </p:txBody>
      </p:sp>
      <p:sp>
        <p:nvSpPr>
          <p:cNvPr id="13" name="pdf-path-16">
            <a:extLst xmlns:a="http://schemas.openxmlformats.org/drawingml/2006/main">
              <a:ext uri="{FF2B5EF4-FFF2-40B4-BE49-F238E27FC236}">
                <a16:creationId xmlns:a16="http://schemas.microsoft.com/office/drawing/2014/main" id="{2D0E454B-5132-4994-A868-0FAA9B3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8986" y="1418047"/>
            <a:ext cx="5444392" cy="1202187"/>
          </a:xfrm>
          <a:custGeom xmlns:a="http://schemas.openxmlformats.org/drawingml/2006/main">
            <a:pathLst>
              <a:path w="5444392" h="1202187">
                <a:moveTo>
                  <a:pt x="0" y="0"/>
                </a:moveTo>
                <a:lnTo>
                  <a:pt x="5444392" y="0"/>
                </a:lnTo>
                <a:lnTo>
                  <a:pt x="5444392" y="1202187"/>
                </a:lnTo>
                <a:lnTo>
                  <a:pt x="0" y="1202187"/>
                </a:lnTo>
                <a:close/>
              </a:path>
            </a:pathLst>
          </a:custGeom>
          <a:solidFill xmlns:a="http://schemas.openxmlformats.org/drawingml/2006/main">
            <a:srgbClr val="C5E0B4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ABEE7-09AD-4433-AEF8-DBCDC00AA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3460a78984f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6925" y="1504950"/>
            <a:ext cx="1047750" cy="790575"/>
          </a:xfrm>
          <a:prstGeom xmlns:a="http://schemas.openxmlformats.org/drawingml/2006/main" prst="rect">
            <a:avLst/>
          </a:prstGeom>
        </p:spPr>
      </p:pic>
      <p:sp>
        <p:nvSpPr>
          <p:cNvPr id="15" name="source-raster-0">
            <a:extLst xmlns:a="http://schemas.openxmlformats.org/drawingml/2006/main">
              <a:ext uri="{FF2B5EF4-FFF2-40B4-BE49-F238E27FC236}">
                <a16:creationId xmlns:a16="http://schemas.microsoft.com/office/drawing/2014/main" id="{638B4ECE-321E-4193-8291-26860C74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1504950"/>
            <a:ext cx="104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EE487-DF2C-41E2-A65E-A9FFDAC757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cdb7da63348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5625" y="1504950"/>
            <a:ext cx="1047750" cy="790575"/>
          </a:xfrm>
          <a:prstGeom xmlns:a="http://schemas.openxmlformats.org/drawingml/2006/main" prst="rect">
            <a:avLst/>
          </a:prstGeom>
        </p:spPr>
      </p:pic>
      <p:sp>
        <p:nvSpPr>
          <p:cNvPr id="17" name="source-raster-1">
            <a:extLst xmlns:a="http://schemas.openxmlformats.org/drawingml/2006/main">
              <a:ext uri="{FF2B5EF4-FFF2-40B4-BE49-F238E27FC236}">
                <a16:creationId xmlns:a16="http://schemas.microsoft.com/office/drawing/2014/main" id="{80777BA1-C073-421F-A811-85F91D51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504950"/>
            <a:ext cx="104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9A815-0754-4266-B424-1D7A031DB5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bf2bb317247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1504950"/>
            <a:ext cx="1038225" cy="790575"/>
          </a:xfrm>
          <a:prstGeom xmlns:a="http://schemas.openxmlformats.org/drawingml/2006/main" prst="rect">
            <a:avLst/>
          </a:prstGeom>
        </p:spPr>
      </p:pic>
      <p:sp>
        <p:nvSpPr>
          <p:cNvPr id="19" name="source-raster-2">
            <a:extLst xmlns:a="http://schemas.openxmlformats.org/drawingml/2006/main">
              <a:ext uri="{FF2B5EF4-FFF2-40B4-BE49-F238E27FC236}">
                <a16:creationId xmlns:a16="http://schemas.microsoft.com/office/drawing/2014/main" id="{3766E8B6-4527-468A-AFC8-75F75459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1504950"/>
            <a:ext cx="1038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520BA-9C08-441B-9015-0FA18C0DE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212979be74a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1504950"/>
            <a:ext cx="1047750" cy="790575"/>
          </a:xfrm>
          <a:prstGeom xmlns:a="http://schemas.openxmlformats.org/drawingml/2006/main" prst="rect">
            <a:avLst/>
          </a:prstGeom>
        </p:spPr>
      </p:pic>
      <p:sp>
        <p:nvSpPr>
          <p:cNvPr id="21" name="source-raster-3">
            <a:extLst xmlns:a="http://schemas.openxmlformats.org/drawingml/2006/main">
              <a:ext uri="{FF2B5EF4-FFF2-40B4-BE49-F238E27FC236}">
                <a16:creationId xmlns:a16="http://schemas.microsoft.com/office/drawing/2014/main" id="{22C75F73-76F2-4388-9557-D40007F9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025" y="1504950"/>
            <a:ext cx="104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A3BA2-A821-4DED-9ACC-F5BD0543B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4e04561c540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2200" y="1504950"/>
            <a:ext cx="1038225" cy="790575"/>
          </a:xfrm>
          <a:prstGeom xmlns:a="http://schemas.openxmlformats.org/drawingml/2006/main" prst="rect">
            <a:avLst/>
          </a:prstGeom>
        </p:spPr>
      </p:pic>
      <p:sp>
        <p:nvSpPr>
          <p:cNvPr id="23" name="source-raster-4">
            <a:extLst xmlns:a="http://schemas.openxmlformats.org/drawingml/2006/main">
              <a:ext uri="{FF2B5EF4-FFF2-40B4-BE49-F238E27FC236}">
                <a16:creationId xmlns:a16="http://schemas.microsoft.com/office/drawing/2014/main" id="{C41DE5F2-6A46-4C54-B6EF-AC104313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1504950"/>
            <a:ext cx="1038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35B30-9D23-4C3D-9918-EC9F96639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4034c28754c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2905125"/>
            <a:ext cx="1162050" cy="876300"/>
          </a:xfrm>
          <a:prstGeom xmlns:a="http://schemas.openxmlformats.org/drawingml/2006/main" prst="rect">
            <a:avLst/>
          </a:prstGeom>
        </p:spPr>
      </p:pic>
      <p:sp>
        <p:nvSpPr>
          <p:cNvPr id="25" name="source-raster-5">
            <a:extLst xmlns:a="http://schemas.openxmlformats.org/drawingml/2006/main">
              <a:ext uri="{FF2B5EF4-FFF2-40B4-BE49-F238E27FC236}">
                <a16:creationId xmlns:a16="http://schemas.microsoft.com/office/drawing/2014/main" id="{20AAC90B-B348-4B8B-8AA9-0DEFD348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2905125"/>
            <a:ext cx="1162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CFAEC-E4B9-42D6-A2CE-8D4D16BBF9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399e0107141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2905125"/>
            <a:ext cx="1171575" cy="876300"/>
          </a:xfrm>
          <a:prstGeom xmlns:a="http://schemas.openxmlformats.org/drawingml/2006/main" prst="rect">
            <a:avLst/>
          </a:prstGeom>
        </p:spPr>
      </p:pic>
      <p:sp>
        <p:nvSpPr>
          <p:cNvPr id="27" name="source-raster-6">
            <a:extLst xmlns:a="http://schemas.openxmlformats.org/drawingml/2006/main">
              <a:ext uri="{FF2B5EF4-FFF2-40B4-BE49-F238E27FC236}">
                <a16:creationId xmlns:a16="http://schemas.microsoft.com/office/drawing/2014/main" id="{E2411D3D-B14A-4419-9DA4-F37AAA5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2905125"/>
            <a:ext cx="1171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EE72F-0870-49EB-B53A-4155CFF96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560505d1947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2905125"/>
            <a:ext cx="1162050" cy="876300"/>
          </a:xfrm>
          <a:prstGeom xmlns:a="http://schemas.openxmlformats.org/drawingml/2006/main" prst="rect">
            <a:avLst/>
          </a:prstGeom>
        </p:spPr>
      </p:pic>
      <p:sp>
        <p:nvSpPr>
          <p:cNvPr id="29" name="source-raster-7">
            <a:extLst xmlns:a="http://schemas.openxmlformats.org/drawingml/2006/main">
              <a:ext uri="{FF2B5EF4-FFF2-40B4-BE49-F238E27FC236}">
                <a16:creationId xmlns:a16="http://schemas.microsoft.com/office/drawing/2014/main" id="{2FAB8581-DC72-4553-8B6C-25903C02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2905125"/>
            <a:ext cx="1162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CF2FA-0B43-4A42-8166-1B52D56F5E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9f4ef6ca34c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5725" y="2914650"/>
            <a:ext cx="1171575" cy="876300"/>
          </a:xfrm>
          <a:prstGeom xmlns:a="http://schemas.openxmlformats.org/drawingml/2006/main" prst="rect">
            <a:avLst/>
          </a:prstGeom>
        </p:spPr>
      </p:pic>
      <p:sp>
        <p:nvSpPr>
          <p:cNvPr id="31" name="source-raster-8">
            <a:extLst xmlns:a="http://schemas.openxmlformats.org/drawingml/2006/main">
              <a:ext uri="{FF2B5EF4-FFF2-40B4-BE49-F238E27FC236}">
                <a16:creationId xmlns:a16="http://schemas.microsoft.com/office/drawing/2014/main" id="{106BEEF6-6158-408E-9813-E4B9CA97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14650"/>
            <a:ext cx="1171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96C6EB-7750-48F1-B941-F8CB47E4AA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123daeb3a4a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7775" y="2905125"/>
            <a:ext cx="1162050" cy="876300"/>
          </a:xfrm>
          <a:prstGeom xmlns:a="http://schemas.openxmlformats.org/drawingml/2006/main" prst="rect">
            <a:avLst/>
          </a:prstGeom>
        </p:spPr>
      </p:pic>
      <p:sp>
        <p:nvSpPr>
          <p:cNvPr id="33" name="source-raster-9">
            <a:extLst xmlns:a="http://schemas.openxmlformats.org/drawingml/2006/main">
              <a:ext uri="{FF2B5EF4-FFF2-40B4-BE49-F238E27FC236}">
                <a16:creationId xmlns:a16="http://schemas.microsoft.com/office/drawing/2014/main" id="{CFD3A2F4-D647-4B69-B080-DB8AF3C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775" y="2905125"/>
            <a:ext cx="1162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D602A4-3369-40BE-9EC0-A2894F73A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9605821ab4d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0300" y="2905125"/>
            <a:ext cx="1171575" cy="876300"/>
          </a:xfrm>
          <a:prstGeom xmlns:a="http://schemas.openxmlformats.org/drawingml/2006/main" prst="rect">
            <a:avLst/>
          </a:prstGeom>
        </p:spPr>
      </p:pic>
      <p:sp>
        <p:nvSpPr>
          <p:cNvPr id="35" name="source-raster-10">
            <a:extLst xmlns:a="http://schemas.openxmlformats.org/drawingml/2006/main">
              <a:ext uri="{FF2B5EF4-FFF2-40B4-BE49-F238E27FC236}">
                <a16:creationId xmlns:a16="http://schemas.microsoft.com/office/drawing/2014/main" id="{73229D5A-F15F-46FE-AECC-306A8503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2905125"/>
            <a:ext cx="1171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37248-5887-49C0-84C5-416DE7AF2D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d64c7facc42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352425"/>
            <a:ext cx="1162050" cy="876300"/>
          </a:xfrm>
          <a:prstGeom xmlns:a="http://schemas.openxmlformats.org/drawingml/2006/main" prst="rect">
            <a:avLst/>
          </a:prstGeom>
        </p:spPr>
      </p:pic>
      <p:sp>
        <p:nvSpPr>
          <p:cNvPr id="37" name="source-raster-11">
            <a:extLst xmlns:a="http://schemas.openxmlformats.org/drawingml/2006/main">
              <a:ext uri="{FF2B5EF4-FFF2-40B4-BE49-F238E27FC236}">
                <a16:creationId xmlns:a16="http://schemas.microsoft.com/office/drawing/2014/main" id="{A0B697F4-7877-4610-A736-7A38D93E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352425"/>
            <a:ext cx="1162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4383C3-C1BB-4A25-8ACF-39484AA8E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dd9b41ff54b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352425"/>
            <a:ext cx="1171575" cy="876300"/>
          </a:xfrm>
          <a:prstGeom xmlns:a="http://schemas.openxmlformats.org/drawingml/2006/main" prst="rect">
            <a:avLst/>
          </a:prstGeom>
        </p:spPr>
      </p:pic>
      <p:sp>
        <p:nvSpPr>
          <p:cNvPr id="39" name="source-raster-12">
            <a:extLst xmlns:a="http://schemas.openxmlformats.org/drawingml/2006/main">
              <a:ext uri="{FF2B5EF4-FFF2-40B4-BE49-F238E27FC236}">
                <a16:creationId xmlns:a16="http://schemas.microsoft.com/office/drawing/2014/main" id="{A139B7A3-DB67-4DC6-AD35-5FFF91FB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352425"/>
            <a:ext cx="1171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3A5FC-8FE3-4409-84F0-846399446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b0918d64743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361950"/>
            <a:ext cx="1162050" cy="876300"/>
          </a:xfrm>
          <a:prstGeom xmlns:a="http://schemas.openxmlformats.org/drawingml/2006/main" prst="rect">
            <a:avLst/>
          </a:prstGeom>
        </p:spPr>
      </p:pic>
      <p:sp>
        <p:nvSpPr>
          <p:cNvPr id="41" name="source-raster-13">
            <a:extLst xmlns:a="http://schemas.openxmlformats.org/drawingml/2006/main">
              <a:ext uri="{FF2B5EF4-FFF2-40B4-BE49-F238E27FC236}">
                <a16:creationId xmlns:a16="http://schemas.microsoft.com/office/drawing/2014/main" id="{7DD08492-B9EB-4A01-80B8-45C369E1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361950"/>
            <a:ext cx="1162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C8C5E2-2ACE-4643-9A6B-1B1526D234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b5bc39f6543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5725" y="361950"/>
            <a:ext cx="1171575" cy="876300"/>
          </a:xfrm>
          <a:prstGeom xmlns:a="http://schemas.openxmlformats.org/drawingml/2006/main" prst="rect">
            <a:avLst/>
          </a:prstGeom>
        </p:spPr>
      </p:pic>
      <p:sp>
        <p:nvSpPr>
          <p:cNvPr id="43" name="source-raster-14">
            <a:extLst xmlns:a="http://schemas.openxmlformats.org/drawingml/2006/main">
              <a:ext uri="{FF2B5EF4-FFF2-40B4-BE49-F238E27FC236}">
                <a16:creationId xmlns:a16="http://schemas.microsoft.com/office/drawing/2014/main" id="{CAF899FC-A985-42C6-B063-31D435A2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61950"/>
            <a:ext cx="1171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0EF14B-6308-40E1-9B2B-F152C1C77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434c817ed45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7775" y="361950"/>
            <a:ext cx="1162050" cy="876300"/>
          </a:xfrm>
          <a:prstGeom xmlns:a="http://schemas.openxmlformats.org/drawingml/2006/main" prst="rect">
            <a:avLst/>
          </a:prstGeom>
        </p:spPr>
      </p:pic>
      <p:sp>
        <p:nvSpPr>
          <p:cNvPr id="45" name="source-raster-15">
            <a:extLst xmlns:a="http://schemas.openxmlformats.org/drawingml/2006/main">
              <a:ext uri="{FF2B5EF4-FFF2-40B4-BE49-F238E27FC236}">
                <a16:creationId xmlns:a16="http://schemas.microsoft.com/office/drawing/2014/main" id="{5BC73BDC-7A7E-43FF-96F4-563E41E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775" y="361950"/>
            <a:ext cx="1162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03B357-781A-46EC-8CCB-DC21683E1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4fb112b2142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0300" y="371475"/>
            <a:ext cx="1171575" cy="876300"/>
          </a:xfrm>
          <a:prstGeom xmlns:a="http://schemas.openxmlformats.org/drawingml/2006/main" prst="rect">
            <a:avLst/>
          </a:prstGeom>
        </p:spPr>
      </p:pic>
      <p:sp>
        <p:nvSpPr>
          <p:cNvPr id="47" name="source-raster-16">
            <a:extLst xmlns:a="http://schemas.openxmlformats.org/drawingml/2006/main">
              <a:ext uri="{FF2B5EF4-FFF2-40B4-BE49-F238E27FC236}">
                <a16:creationId xmlns:a16="http://schemas.microsoft.com/office/drawing/2014/main" id="{7FD7DB3E-1796-4E12-9ABF-FB7205F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371475"/>
            <a:ext cx="1171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2F3FC344-4962-464B-BA6E-E1C0939E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1798" y="2356906"/>
            <a:ext cx="4718267" cy="168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Cluttered Table, Background, Light, Tabletop Height, Instruction</a:t>
            </a:r>
          </a:p>
        </p:txBody>
      </p:sp>
      <p:sp>
        <p:nvSpPr>
          <p:cNvPr id="49" name="pdf-path-38">
            <a:extLst xmlns:a="http://schemas.openxmlformats.org/drawingml/2006/main">
              <a:ext uri="{FF2B5EF4-FFF2-40B4-BE49-F238E27FC236}">
                <a16:creationId xmlns:a16="http://schemas.microsoft.com/office/drawing/2014/main" id="{3FABF7B5-BCA7-485C-A222-439FEA5B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9707" y="2910417"/>
            <a:ext cx="2093464" cy="225698"/>
          </a:xfrm>
          <a:custGeom xmlns:a="http://schemas.openxmlformats.org/drawingml/2006/main">
            <a:pathLst>
              <a:path w="2093464" h="225698">
                <a:moveTo>
                  <a:pt x="0" y="0"/>
                </a:moveTo>
                <a:lnTo>
                  <a:pt x="2093464" y="0"/>
                </a:lnTo>
                <a:lnTo>
                  <a:pt x="2093464" y="225698"/>
                </a:lnTo>
                <a:lnTo>
                  <a:pt x="0" y="225698"/>
                </a:lnTo>
                <a:close/>
              </a:path>
            </a:pathLst>
          </a:custGeom>
          <a:solidFill xmlns:a="http://schemas.openxmlformats.org/drawingml/2006/main">
            <a:srgbClr val="AFABAB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42">
            <a:extLst xmlns:a="http://schemas.openxmlformats.org/drawingml/2006/main">
              <a:ext uri="{FF2B5EF4-FFF2-40B4-BE49-F238E27FC236}">
                <a16:creationId xmlns:a16="http://schemas.microsoft.com/office/drawing/2014/main" id="{C78352FA-4A30-461B-834A-2D8576DC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0376" y="1279863"/>
            <a:ext cx="294789" cy="1572978"/>
          </a:xfrm>
          <a:custGeom xmlns:a="http://schemas.openxmlformats.org/drawingml/2006/main">
            <a:pathLst>
              <a:path w="294789" h="1572978">
                <a:moveTo>
                  <a:pt x="0" y="1425584"/>
                </a:moveTo>
                <a:lnTo>
                  <a:pt x="73699" y="1425584"/>
                </a:lnTo>
                <a:lnTo>
                  <a:pt x="73699" y="0"/>
                </a:lnTo>
                <a:lnTo>
                  <a:pt x="221093" y="0"/>
                </a:lnTo>
                <a:lnTo>
                  <a:pt x="221093" y="1425584"/>
                </a:lnTo>
                <a:lnTo>
                  <a:pt x="294789" y="1425584"/>
                </a:lnTo>
                <a:lnTo>
                  <a:pt x="147395" y="1572978"/>
                </a:lnTo>
                <a:lnTo>
                  <a:pt x="0" y="1425584"/>
                </a:lnTo>
              </a:path>
            </a:pathLst>
          </a:custGeom>
          <a:solidFill xmlns:a="http://schemas.openxmlformats.org/drawingml/2006/main">
            <a:srgbClr val="FF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43">
            <a:extLst xmlns:a="http://schemas.openxmlformats.org/drawingml/2006/main">
              <a:ext uri="{FF2B5EF4-FFF2-40B4-BE49-F238E27FC236}">
                <a16:creationId xmlns:a16="http://schemas.microsoft.com/office/drawing/2014/main" id="{8509D6A7-D7D1-42BD-873D-592E08F9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0376" y="1279863"/>
            <a:ext cx="294789" cy="1572977"/>
          </a:xfrm>
          <a:custGeom xmlns:a="http://schemas.openxmlformats.org/drawingml/2006/main">
            <a:pathLst>
              <a:path w="294789" h="1572977">
                <a:moveTo>
                  <a:pt x="0" y="1425583"/>
                </a:moveTo>
                <a:lnTo>
                  <a:pt x="73698" y="1425583"/>
                </a:lnTo>
                <a:lnTo>
                  <a:pt x="73698" y="0"/>
                </a:lnTo>
                <a:lnTo>
                  <a:pt x="221093" y="0"/>
                </a:lnTo>
                <a:lnTo>
                  <a:pt x="221093" y="1425583"/>
                </a:lnTo>
                <a:lnTo>
                  <a:pt x="294789" y="1425583"/>
                </a:lnTo>
                <a:lnTo>
                  <a:pt x="147395" y="1572977"/>
                </a:lnTo>
                <a:lnTo>
                  <a:pt x="0" y="1425583"/>
                </a:lnTo>
              </a:path>
            </a:pathLst>
          </a:custGeom>
          <a:noFill xmlns:a="http://schemas.openxmlformats.org/drawingml/2006/main"/>
          <a:ln xmlns:a="http://schemas.openxmlformats.org/drawingml/2006/main" w="42222">
            <a:solidFill>
              <a:srgbClr val="FFD966"/>
            </a:solidFill>
            <a:prstDash val="solid"/>
          </a:ln>
        </p:spPr>
      </p:sp>
      <p:sp>
        <p:nvSpPr>
          <p:cNvPr id="52" name="pdf-path-48">
            <a:extLst xmlns:a="http://schemas.openxmlformats.org/drawingml/2006/main">
              <a:ext uri="{FF2B5EF4-FFF2-40B4-BE49-F238E27FC236}">
                <a16:creationId xmlns:a16="http://schemas.microsoft.com/office/drawing/2014/main" id="{829DC282-BEE0-4B66-9EA6-62AC2481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556" y="1860230"/>
            <a:ext cx="322428" cy="306304"/>
          </a:xfrm>
          <a:custGeom xmlns:a="http://schemas.openxmlformats.org/drawingml/2006/main">
            <a:pathLst>
              <a:path w="322428" h="306304">
                <a:moveTo>
                  <a:pt x="0" y="153152"/>
                </a:moveTo>
                <a:cubicBezTo>
                  <a:pt x="0" y="68568"/>
                  <a:pt x="72179" y="0"/>
                  <a:pt x="161214" y="0"/>
                </a:cubicBezTo>
                <a:cubicBezTo>
                  <a:pt x="250249" y="0"/>
                  <a:pt x="322428" y="68568"/>
                  <a:pt x="322428" y="153152"/>
                </a:cubicBezTo>
                <a:cubicBezTo>
                  <a:pt x="322428" y="237735"/>
                  <a:pt x="250249" y="306304"/>
                  <a:pt x="161214" y="306304"/>
                </a:cubicBezTo>
                <a:cubicBezTo>
                  <a:pt x="72179" y="306304"/>
                  <a:pt x="0" y="237735"/>
                  <a:pt x="0" y="153152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49">
            <a:extLst xmlns:a="http://schemas.openxmlformats.org/drawingml/2006/main">
              <a:ext uri="{FF2B5EF4-FFF2-40B4-BE49-F238E27FC236}">
                <a16:creationId xmlns:a16="http://schemas.microsoft.com/office/drawing/2014/main" id="{913D3792-E385-4299-8A92-0960BE35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7770" y="1860230"/>
            <a:ext cx="161213" cy="306305"/>
          </a:xfrm>
          <a:custGeom xmlns:a="http://schemas.openxmlformats.org/drawingml/2006/main">
            <a:pathLst>
              <a:path w="161213" h="306305">
                <a:moveTo>
                  <a:pt x="0" y="0"/>
                </a:moveTo>
                <a:lnTo>
                  <a:pt x="0" y="306305"/>
                </a:lnTo>
                <a:moveTo>
                  <a:pt x="-161213" y="153152"/>
                </a:moveTo>
                <a:lnTo>
                  <a:pt x="161213" y="153152"/>
                </a:lnTo>
              </a:path>
            </a:pathLst>
          </a:custGeom>
          <a:noFill xmlns:a="http://schemas.openxmlformats.org/drawingml/2006/main"/>
          <a:ln xmlns:a="http://schemas.openxmlformats.org/drawingml/2006/main" w="31667">
            <a:solidFill>
              <a:srgbClr val="FFD966"/>
            </a:solidFill>
            <a:prstDash val="solid"/>
          </a:ln>
        </p:spPr>
      </p:sp>
      <p:sp>
        <p:nvSpPr>
          <p:cNvPr id="54" name="pdf-path-50">
            <a:extLst xmlns:a="http://schemas.openxmlformats.org/drawingml/2006/main">
              <a:ext uri="{FF2B5EF4-FFF2-40B4-BE49-F238E27FC236}">
                <a16:creationId xmlns:a16="http://schemas.microsoft.com/office/drawing/2014/main" id="{DAA78433-7609-4CF1-A379-585DCDE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6556" y="1860230"/>
            <a:ext cx="322426" cy="306305"/>
          </a:xfrm>
          <a:custGeom xmlns:a="http://schemas.openxmlformats.org/drawingml/2006/main">
            <a:pathLst>
              <a:path w="322426" h="306305">
                <a:moveTo>
                  <a:pt x="0" y="153152"/>
                </a:moveTo>
                <a:cubicBezTo>
                  <a:pt x="0" y="68568"/>
                  <a:pt x="72178" y="0"/>
                  <a:pt x="161213" y="0"/>
                </a:cubicBezTo>
                <a:cubicBezTo>
                  <a:pt x="250248" y="0"/>
                  <a:pt x="322426" y="68568"/>
                  <a:pt x="322426" y="153152"/>
                </a:cubicBezTo>
                <a:cubicBezTo>
                  <a:pt x="322426" y="237735"/>
                  <a:pt x="250248" y="306305"/>
                  <a:pt x="161213" y="306305"/>
                </a:cubicBezTo>
                <a:cubicBezTo>
                  <a:pt x="72178" y="306305"/>
                  <a:pt x="0" y="237735"/>
                  <a:pt x="0" y="153152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667">
            <a:solidFill>
              <a:srgbClr val="FFD966"/>
            </a:solidFill>
            <a:prstDash val="solid"/>
          </a:ln>
        </p:spPr>
      </p:sp>
      <p:sp>
        <p:nvSpPr>
          <p:cNvPr id="55" name="pdf-path-51">
            <a:extLst xmlns:a="http://schemas.openxmlformats.org/drawingml/2006/main">
              <a:ext uri="{FF2B5EF4-FFF2-40B4-BE49-F238E27FC236}">
                <a16:creationId xmlns:a16="http://schemas.microsoft.com/office/drawing/2014/main" id="{20DC66B9-13FA-4A6B-92F0-795A6F2B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348" y="1867139"/>
            <a:ext cx="690910" cy="294790"/>
          </a:xfrm>
          <a:custGeom xmlns:a="http://schemas.openxmlformats.org/drawingml/2006/main">
            <a:pathLst>
              <a:path w="690910" h="294790">
                <a:moveTo>
                  <a:pt x="147393" y="0"/>
                </a:moveTo>
                <a:lnTo>
                  <a:pt x="147393" y="73697"/>
                </a:lnTo>
                <a:lnTo>
                  <a:pt x="690910" y="73697"/>
                </a:lnTo>
                <a:lnTo>
                  <a:pt x="690910" y="221092"/>
                </a:lnTo>
                <a:lnTo>
                  <a:pt x="147393" y="221092"/>
                </a:lnTo>
                <a:lnTo>
                  <a:pt x="147393" y="294790"/>
                </a:lnTo>
                <a:lnTo>
                  <a:pt x="0" y="147396"/>
                </a:lnTo>
                <a:lnTo>
                  <a:pt x="147393" y="0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52">
            <a:extLst xmlns:a="http://schemas.openxmlformats.org/drawingml/2006/main">
              <a:ext uri="{FF2B5EF4-FFF2-40B4-BE49-F238E27FC236}">
                <a16:creationId xmlns:a16="http://schemas.microsoft.com/office/drawing/2014/main" id="{980236E5-F55D-4F27-B2F7-029575AE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346" y="1867139"/>
            <a:ext cx="690912" cy="294789"/>
          </a:xfrm>
          <a:custGeom xmlns:a="http://schemas.openxmlformats.org/drawingml/2006/main">
            <a:pathLst>
              <a:path w="690912" h="294789">
                <a:moveTo>
                  <a:pt x="147394" y="0"/>
                </a:moveTo>
                <a:lnTo>
                  <a:pt x="147394" y="73698"/>
                </a:lnTo>
                <a:lnTo>
                  <a:pt x="690912" y="73698"/>
                </a:lnTo>
                <a:lnTo>
                  <a:pt x="690912" y="221092"/>
                </a:lnTo>
                <a:lnTo>
                  <a:pt x="147394" y="221092"/>
                </a:lnTo>
                <a:lnTo>
                  <a:pt x="147394" y="294789"/>
                </a:lnTo>
                <a:lnTo>
                  <a:pt x="0" y="147395"/>
                </a:lnTo>
                <a:lnTo>
                  <a:pt x="1473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222">
            <a:solidFill>
              <a:srgbClr val="A9D18E"/>
            </a:solidFill>
            <a:prstDash val="solid"/>
          </a:ln>
        </p:spPr>
      </p:sp>
      <p:sp>
        <p:nvSpPr>
          <p:cNvPr id="57" name="pdf-path-53">
            <a:extLst xmlns:a="http://schemas.openxmlformats.org/drawingml/2006/main">
              <a:ext uri="{FF2B5EF4-FFF2-40B4-BE49-F238E27FC236}">
                <a16:creationId xmlns:a16="http://schemas.microsoft.com/office/drawing/2014/main" id="{9DB46E57-F866-4D45-B041-125651E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659" y="1701320"/>
            <a:ext cx="1338067" cy="396124"/>
          </a:xfrm>
          <a:custGeom xmlns:a="http://schemas.openxmlformats.org/drawingml/2006/main">
            <a:pathLst>
              <a:path w="1338067" h="396124">
                <a:moveTo>
                  <a:pt x="0" y="0"/>
                </a:moveTo>
                <a:lnTo>
                  <a:pt x="1338067" y="0"/>
                </a:lnTo>
                <a:lnTo>
                  <a:pt x="1338067" y="396124"/>
                </a:lnTo>
                <a:lnTo>
                  <a:pt x="0" y="396124"/>
                </a:lnTo>
                <a:close/>
              </a:path>
            </a:pathLst>
          </a:custGeom>
          <a:solidFill xmlns:a="http://schemas.openxmlformats.org/drawingml/2006/main">
            <a:srgbClr val="2E75B6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57">
            <a:extLst xmlns:a="http://schemas.openxmlformats.org/drawingml/2006/main">
              <a:ext uri="{FF2B5EF4-FFF2-40B4-BE49-F238E27FC236}">
                <a16:creationId xmlns:a16="http://schemas.microsoft.com/office/drawing/2014/main" id="{231AC4F3-FDCD-4F77-87A3-5B09DE18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6666" y="1701320"/>
            <a:ext cx="1252853" cy="396124"/>
          </a:xfrm>
          <a:custGeom xmlns:a="http://schemas.openxmlformats.org/drawingml/2006/main">
            <a:pathLst>
              <a:path w="1252853" h="396124">
                <a:moveTo>
                  <a:pt x="0" y="0"/>
                </a:moveTo>
                <a:lnTo>
                  <a:pt x="1252853" y="0"/>
                </a:lnTo>
                <a:lnTo>
                  <a:pt x="1252853" y="396124"/>
                </a:lnTo>
                <a:lnTo>
                  <a:pt x="0" y="396124"/>
                </a:lnTo>
                <a:close/>
              </a:path>
            </a:pathLst>
          </a:custGeom>
          <a:solidFill xmlns:a="http://schemas.openxmlformats.org/drawingml/2006/main">
            <a:srgbClr val="2E75B6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C8C9E35E-CE22-4460-8789-EAE0F685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1012" y="1813276"/>
            <a:ext cx="1019224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API Library</a:t>
            </a:r>
          </a:p>
        </p:txBody>
      </p:sp>
      <p:sp>
        <p:nvSpPr>
          <p:cNvPr id="60" name="pdf-path-59">
            <a:extLst xmlns:a="http://schemas.openxmlformats.org/drawingml/2006/main">
              <a:ext uri="{FF2B5EF4-FFF2-40B4-BE49-F238E27FC236}">
                <a16:creationId xmlns:a16="http://schemas.microsoft.com/office/drawing/2014/main" id="{3299B156-A2CD-4476-964E-3A36A4E6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025" y="2415552"/>
            <a:ext cx="336323" cy="63334"/>
          </a:xfrm>
          <a:custGeom xmlns:a="http://schemas.openxmlformats.org/drawingml/2006/main">
            <a:pathLst>
              <a:path w="336323" h="63334">
                <a:moveTo>
                  <a:pt x="0" y="0"/>
                </a:moveTo>
                <a:lnTo>
                  <a:pt x="257156" y="0"/>
                </a:lnTo>
                <a:lnTo>
                  <a:pt x="257156" y="31666"/>
                </a:lnTo>
                <a:lnTo>
                  <a:pt x="0" y="31666"/>
                </a:lnTo>
                <a:close/>
                <a:moveTo>
                  <a:pt x="241322" y="-31667"/>
                </a:moveTo>
                <a:lnTo>
                  <a:pt x="336323" y="15834"/>
                </a:lnTo>
                <a:lnTo>
                  <a:pt x="241322" y="63334"/>
                </a:lnTo>
                <a:lnTo>
                  <a:pt x="241322" y="-31667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0">
            <a:extLst xmlns:a="http://schemas.openxmlformats.org/drawingml/2006/main">
              <a:ext uri="{FF2B5EF4-FFF2-40B4-BE49-F238E27FC236}">
                <a16:creationId xmlns:a16="http://schemas.microsoft.com/office/drawing/2014/main" id="{12E4226E-5E4D-4F19-803E-75EF25B6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8665" y="2410945"/>
            <a:ext cx="310835" cy="63335"/>
          </a:xfrm>
          <a:custGeom xmlns:a="http://schemas.openxmlformats.org/drawingml/2006/main">
            <a:pathLst>
              <a:path w="310835" h="63335">
                <a:moveTo>
                  <a:pt x="0" y="0"/>
                </a:moveTo>
                <a:lnTo>
                  <a:pt x="231668" y="1"/>
                </a:lnTo>
                <a:lnTo>
                  <a:pt x="231668" y="31668"/>
                </a:lnTo>
                <a:lnTo>
                  <a:pt x="0" y="31667"/>
                </a:lnTo>
                <a:lnTo>
                  <a:pt x="0" y="0"/>
                </a:lnTo>
                <a:moveTo>
                  <a:pt x="215835" y="-31666"/>
                </a:moveTo>
                <a:lnTo>
                  <a:pt x="310835" y="15834"/>
                </a:lnTo>
                <a:lnTo>
                  <a:pt x="215834" y="63335"/>
                </a:lnTo>
                <a:lnTo>
                  <a:pt x="215835" y="-31666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61">
            <a:extLst xmlns:a="http://schemas.openxmlformats.org/drawingml/2006/main">
              <a:ext uri="{FF2B5EF4-FFF2-40B4-BE49-F238E27FC236}">
                <a16:creationId xmlns:a16="http://schemas.microsoft.com/office/drawing/2014/main" id="{51220920-D045-476D-AD9D-0B577E4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4623" y="2654780"/>
            <a:ext cx="63334" cy="223648"/>
          </a:xfrm>
          <a:custGeom xmlns:a="http://schemas.openxmlformats.org/drawingml/2006/main">
            <a:pathLst>
              <a:path w="63334" h="223648">
                <a:moveTo>
                  <a:pt x="63334" y="0"/>
                </a:moveTo>
                <a:lnTo>
                  <a:pt x="63334" y="144481"/>
                </a:lnTo>
                <a:lnTo>
                  <a:pt x="31667" y="144482"/>
                </a:lnTo>
                <a:lnTo>
                  <a:pt x="31667" y="0"/>
                </a:lnTo>
                <a:lnTo>
                  <a:pt x="63334" y="0"/>
                </a:lnTo>
                <a:moveTo>
                  <a:pt x="95001" y="128648"/>
                </a:moveTo>
                <a:lnTo>
                  <a:pt x="47502" y="223648"/>
                </a:lnTo>
                <a:lnTo>
                  <a:pt x="0" y="128649"/>
                </a:lnTo>
                <a:lnTo>
                  <a:pt x="95001" y="12864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2">
            <a:extLst xmlns:a="http://schemas.openxmlformats.org/drawingml/2006/main">
              <a:ext uri="{FF2B5EF4-FFF2-40B4-BE49-F238E27FC236}">
                <a16:creationId xmlns:a16="http://schemas.microsoft.com/office/drawing/2014/main" id="{DECEEB8D-A891-4BC5-8753-B5A531B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234" y="2915024"/>
            <a:ext cx="3060742" cy="702426"/>
          </a:xfrm>
          <a:custGeom xmlns:a="http://schemas.openxmlformats.org/drawingml/2006/main">
            <a:pathLst>
              <a:path w="3060742" h="702426">
                <a:moveTo>
                  <a:pt x="0" y="351213"/>
                </a:moveTo>
                <a:cubicBezTo>
                  <a:pt x="0" y="157244"/>
                  <a:pt x="157243" y="0"/>
                  <a:pt x="351212" y="0"/>
                </a:cubicBezTo>
                <a:lnTo>
                  <a:pt x="2709531" y="0"/>
                </a:lnTo>
                <a:cubicBezTo>
                  <a:pt x="2903499" y="0"/>
                  <a:pt x="3060742" y="157244"/>
                  <a:pt x="3060742" y="351213"/>
                </a:cubicBezTo>
                <a:cubicBezTo>
                  <a:pt x="3060742" y="545183"/>
                  <a:pt x="2903499" y="702426"/>
                  <a:pt x="2709531" y="702426"/>
                </a:cubicBezTo>
                <a:lnTo>
                  <a:pt x="351212" y="702426"/>
                </a:lnTo>
                <a:cubicBezTo>
                  <a:pt x="157243" y="702426"/>
                  <a:pt x="0" y="545183"/>
                  <a:pt x="0" y="351213"/>
                </a:cubicBezTo>
              </a:path>
            </a:pathLst>
          </a:custGeom>
          <a:solidFill xmlns:a="http://schemas.openxmlformats.org/drawingml/2006/main">
            <a:srgbClr val="D6DCE5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BCEEF555-B184-4101-BBA6-61FC024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497" y="3040796"/>
            <a:ext cx="1800241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 Retrieval</a:t>
            </a:r>
          </a:p>
        </p:txBody>
      </p:sp>
      <p:sp>
        <p:nvSpPr>
          <p:cNvPr id="65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9D66D580-33F1-47F8-AC38-E07EE2D3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3869" y="3344798"/>
            <a:ext cx="660087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MLLM </a:t>
            </a:r>
          </a:p>
        </p:txBody>
      </p:sp>
      <p:sp>
        <p:nvSpPr>
          <p:cNvPr id="66" name="pdf-path-65">
            <a:extLst xmlns:a="http://schemas.openxmlformats.org/drawingml/2006/main">
              <a:ext uri="{FF2B5EF4-FFF2-40B4-BE49-F238E27FC236}">
                <a16:creationId xmlns:a16="http://schemas.microsoft.com/office/drawing/2014/main" id="{17AEFEC5-5BD3-41C7-AB4F-0CBDA8BC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463" y="2530415"/>
            <a:ext cx="63334" cy="324849"/>
          </a:xfrm>
          <a:custGeom xmlns:a="http://schemas.openxmlformats.org/drawingml/2006/main">
            <a:pathLst>
              <a:path w="63334" h="324849">
                <a:moveTo>
                  <a:pt x="63333" y="324849"/>
                </a:moveTo>
                <a:lnTo>
                  <a:pt x="63334" y="79167"/>
                </a:lnTo>
                <a:lnTo>
                  <a:pt x="31667" y="79167"/>
                </a:lnTo>
                <a:lnTo>
                  <a:pt x="31666" y="324849"/>
                </a:lnTo>
                <a:lnTo>
                  <a:pt x="63333" y="324849"/>
                </a:lnTo>
                <a:moveTo>
                  <a:pt x="95000" y="95001"/>
                </a:moveTo>
                <a:lnTo>
                  <a:pt x="47500" y="0"/>
                </a:lnTo>
                <a:lnTo>
                  <a:pt x="0" y="95001"/>
                </a:lnTo>
                <a:lnTo>
                  <a:pt x="95000" y="95001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66">
            <a:extLst xmlns:a="http://schemas.openxmlformats.org/drawingml/2006/main">
              <a:ext uri="{FF2B5EF4-FFF2-40B4-BE49-F238E27FC236}">
                <a16:creationId xmlns:a16="http://schemas.microsoft.com/office/drawing/2014/main" id="{AF553697-29A8-49D7-8713-E36A4FB9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3218" y="1996110"/>
            <a:ext cx="384608" cy="310912"/>
          </a:xfrm>
          <a:custGeom xmlns:a="http://schemas.openxmlformats.org/drawingml/2006/main">
            <a:pathLst>
              <a:path w="384608" h="310912">
                <a:moveTo>
                  <a:pt x="0" y="77728"/>
                </a:moveTo>
                <a:lnTo>
                  <a:pt x="229157" y="77728"/>
                </a:lnTo>
                <a:lnTo>
                  <a:pt x="229157" y="0"/>
                </a:lnTo>
                <a:lnTo>
                  <a:pt x="384608" y="155456"/>
                </a:lnTo>
                <a:lnTo>
                  <a:pt x="229157" y="310912"/>
                </a:lnTo>
                <a:lnTo>
                  <a:pt x="229157" y="233183"/>
                </a:lnTo>
                <a:lnTo>
                  <a:pt x="0" y="233183"/>
                </a:lnTo>
                <a:lnTo>
                  <a:pt x="0" y="77728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67">
            <a:extLst xmlns:a="http://schemas.openxmlformats.org/drawingml/2006/main">
              <a:ext uri="{FF2B5EF4-FFF2-40B4-BE49-F238E27FC236}">
                <a16:creationId xmlns:a16="http://schemas.microsoft.com/office/drawing/2014/main" id="{DCECBDDC-58E5-4BC0-B35A-73C50D58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3218" y="1996110"/>
            <a:ext cx="384608" cy="310911"/>
          </a:xfrm>
          <a:custGeom xmlns:a="http://schemas.openxmlformats.org/drawingml/2006/main">
            <a:pathLst>
              <a:path w="384608" h="310911">
                <a:moveTo>
                  <a:pt x="0" y="77728"/>
                </a:moveTo>
                <a:lnTo>
                  <a:pt x="229156" y="77728"/>
                </a:lnTo>
                <a:lnTo>
                  <a:pt x="229156" y="0"/>
                </a:lnTo>
                <a:lnTo>
                  <a:pt x="384608" y="155456"/>
                </a:lnTo>
                <a:lnTo>
                  <a:pt x="229156" y="310911"/>
                </a:lnTo>
                <a:lnTo>
                  <a:pt x="229156" y="233183"/>
                </a:lnTo>
                <a:lnTo>
                  <a:pt x="0" y="233183"/>
                </a:lnTo>
                <a:lnTo>
                  <a:pt x="0" y="77728"/>
                </a:lnTo>
              </a:path>
            </a:pathLst>
          </a:custGeom>
          <a:noFill xmlns:a="http://schemas.openxmlformats.org/drawingml/2006/main"/>
          <a:ln xmlns:a="http://schemas.openxmlformats.org/drawingml/2006/main" w="42222">
            <a:solidFill>
              <a:srgbClr val="00B0F0"/>
            </a:solidFill>
            <a:prstDash val="solid"/>
          </a:ln>
        </p:spPr>
      </p:sp>
      <p:sp>
        <p:nvSpPr>
          <p:cNvPr id="69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D40000C0-032F-47D8-BD43-47775418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3273" y="2665400"/>
            <a:ext cx="704072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</p:txBody>
      </p:sp>
      <p:sp>
        <p:nvSpPr>
          <p:cNvPr id="70" name="pdf-path-69">
            <a:extLst xmlns:a="http://schemas.openxmlformats.org/drawingml/2006/main">
              <a:ext uri="{FF2B5EF4-FFF2-40B4-BE49-F238E27FC236}">
                <a16:creationId xmlns:a16="http://schemas.microsoft.com/office/drawing/2014/main" id="{BDBC1DFE-A21A-49AA-8D15-8E8F4B55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634" y="828467"/>
            <a:ext cx="310910" cy="264850"/>
          </a:xfrm>
          <a:custGeom xmlns:a="http://schemas.openxmlformats.org/drawingml/2006/main">
            <a:pathLst>
              <a:path w="310910" h="264850">
                <a:moveTo>
                  <a:pt x="233183" y="0"/>
                </a:moveTo>
                <a:lnTo>
                  <a:pt x="233183" y="132428"/>
                </a:lnTo>
                <a:lnTo>
                  <a:pt x="310910" y="132428"/>
                </a:lnTo>
                <a:lnTo>
                  <a:pt x="155455" y="264850"/>
                </a:lnTo>
                <a:lnTo>
                  <a:pt x="0" y="132428"/>
                </a:lnTo>
                <a:lnTo>
                  <a:pt x="77727" y="132428"/>
                </a:lnTo>
                <a:lnTo>
                  <a:pt x="77727" y="0"/>
                </a:lnTo>
                <a:lnTo>
                  <a:pt x="233183" y="0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70">
            <a:extLst xmlns:a="http://schemas.openxmlformats.org/drawingml/2006/main">
              <a:ext uri="{FF2B5EF4-FFF2-40B4-BE49-F238E27FC236}">
                <a16:creationId xmlns:a16="http://schemas.microsoft.com/office/drawing/2014/main" id="{14AA3275-5A01-49C4-A990-699D51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634" y="828467"/>
            <a:ext cx="310910" cy="264849"/>
          </a:xfrm>
          <a:custGeom xmlns:a="http://schemas.openxmlformats.org/drawingml/2006/main">
            <a:pathLst>
              <a:path w="310910" h="264849">
                <a:moveTo>
                  <a:pt x="233183" y="0"/>
                </a:moveTo>
                <a:lnTo>
                  <a:pt x="233183" y="132427"/>
                </a:lnTo>
                <a:lnTo>
                  <a:pt x="310910" y="132427"/>
                </a:lnTo>
                <a:lnTo>
                  <a:pt x="155455" y="264849"/>
                </a:lnTo>
                <a:lnTo>
                  <a:pt x="0" y="132427"/>
                </a:lnTo>
                <a:lnTo>
                  <a:pt x="77728" y="132427"/>
                </a:lnTo>
                <a:lnTo>
                  <a:pt x="77728" y="0"/>
                </a:lnTo>
                <a:lnTo>
                  <a:pt x="2331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222">
            <a:solidFill>
              <a:srgbClr val="00B0F0"/>
            </a:solidFill>
            <a:prstDash val="solid"/>
          </a:ln>
        </p:spPr>
      </p:sp>
      <p:sp>
        <p:nvSpPr>
          <p:cNvPr id="72" name="vertical-label-0">
            <a:extLst xmlns:a="http://schemas.openxmlformats.org/drawingml/2006/main">
              <a:ext uri="{FF2B5EF4-FFF2-40B4-BE49-F238E27FC236}">
                <a16:creationId xmlns:a16="http://schemas.microsoft.com/office/drawing/2014/main" id="{9C30BBDA-C4EB-42F2-A734-D340C84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803047" y="2085975"/>
            <a:ext cx="881825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7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7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 Domain</a:t>
            </a:r>
          </a:p>
        </p:txBody>
      </p:sp>
      <p:sp>
        <p:nvSpPr>
          <p:cNvPr id="73" name="vertical-label-1">
            <a:extLst xmlns:a="http://schemas.openxmlformats.org/drawingml/2006/main">
              <a:ext uri="{FF2B5EF4-FFF2-40B4-BE49-F238E27FC236}">
                <a16:creationId xmlns:a16="http://schemas.microsoft.com/office/drawing/2014/main" id="{7B0E88EB-4DDF-4B5D-8276-B3F98411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849052" y="1903952"/>
            <a:ext cx="1245870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7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7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Randomization</a:t>
            </a:r>
          </a:p>
        </p:txBody>
      </p:sp>
      <p:sp>
        <p:nvSpPr>
          <p:cNvPr id="74" name="merged-11">
            <a:extLst xmlns:a="http://schemas.openxmlformats.org/drawingml/2006/main">
              <a:ext uri="{FF2B5EF4-FFF2-40B4-BE49-F238E27FC236}">
                <a16:creationId xmlns:a16="http://schemas.microsoft.com/office/drawing/2014/main" id="{0D1E151E-1439-4AC0-86AD-E3E3F71E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3" y="608993"/>
            <a:ext cx="3446579" cy="191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the toy-car in basket and move basket</a:t>
            </a:r>
          </a:p>
        </p:txBody>
      </p:sp>
      <p:sp>
        <p:nvSpPr>
          <p:cNvPr id="75" name="merged-20">
            <a:extLst xmlns:a="http://schemas.openxmlformats.org/drawingml/2006/main">
              <a:ext uri="{FF2B5EF4-FFF2-40B4-BE49-F238E27FC236}">
                <a16:creationId xmlns:a16="http://schemas.microsoft.com/office/drawing/2014/main" id="{AD065F58-4C80-4182-8F76-A023E7A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576" y="3888314"/>
            <a:ext cx="3571767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5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Robust Robot Manipulation Policy Training</a:t>
            </a:r>
          </a:p>
        </p:txBody>
      </p:sp>
      <p:sp>
        <p:nvSpPr>
          <p:cNvPr id="76" name="merged-23">
            <a:extLst xmlns:a="http://schemas.openxmlformats.org/drawingml/2006/main">
              <a:ext uri="{FF2B5EF4-FFF2-40B4-BE49-F238E27FC236}">
                <a16:creationId xmlns:a16="http://schemas.microsoft.com/office/drawing/2014/main" id="{2AF91DAD-4A8F-47CF-9DC4-6ACFA9B8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0647" y="2948787"/>
            <a:ext cx="1986446" cy="168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Generalize to Unseen Scene</a:t>
            </a:r>
          </a:p>
        </p:txBody>
      </p:sp>
      <p:sp>
        <p:nvSpPr>
          <p:cNvPr id="77" name="merged-28">
            <a:extLst xmlns:a="http://schemas.openxmlformats.org/drawingml/2006/main">
              <a:ext uri="{FF2B5EF4-FFF2-40B4-BE49-F238E27FC236}">
                <a16:creationId xmlns:a16="http://schemas.microsoft.com/office/drawing/2014/main" id="{416B09B5-E186-40EF-B2EA-28F0D270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6586" y="129753"/>
            <a:ext cx="1868888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 Data Collection</a:t>
            </a:r>
          </a:p>
        </p:txBody>
      </p:sp>
      <p:sp>
        <p:nvSpPr>
          <p:cNvPr id="78" name="merged-30">
            <a:extLst xmlns:a="http://schemas.openxmlformats.org/drawingml/2006/main">
              <a:ext uri="{FF2B5EF4-FFF2-40B4-BE49-F238E27FC236}">
                <a16:creationId xmlns:a16="http://schemas.microsoft.com/office/drawing/2014/main" id="{30DDE077-6B88-4120-86FB-109FE8A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469" y="1808670"/>
            <a:ext cx="1190069" cy="191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RoboTwin-OD</a:t>
            </a:r>
          </a:p>
        </p:txBody>
      </p:sp>
    </p:spTree>
    <p:extLst>
      <p:ext uri="{BB962C8B-B14F-4D97-AF65-F5344CB8AC3E}">
        <p14:creationId xmlns:p14="http://schemas.microsoft.com/office/powerpoint/2010/main" val="435291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2026-10-09T21:40:38.0600000Z</dcterms:created>
  <dcterms:modified xsi:type="dcterms:W3CDTF">2026-10-09T21:40:38.0600000Z</dcterms:modified>
</coreProperties>
</file>