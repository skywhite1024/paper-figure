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09a971fdf646da" /><Relationship Type="http://schemas.openxmlformats.org/officeDocument/2006/relationships/extended-properties" Target="/docProps/app.xml" Id="R33fe789cece54460" /><Relationship Type="http://schemas.openxmlformats.org/officeDocument/2006/relationships/officeDocument" Target="/ppt/presentation.xml" Id="Rb9681216527a4a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640eac07a04437"/>
  </p:sldMasterIdLst>
  <p:notesMasterIdLst>
    <p:notesMasterId xmlns:r="http://schemas.openxmlformats.org/officeDocument/2006/relationships" r:id="R32c7a4a48ba4411c"/>
  </p:notesMasterIdLst>
  <p:sldIdLst>
    <p:sldId xmlns:r="http://schemas.openxmlformats.org/officeDocument/2006/relationships" id="256" r:id="Re083009f25e34ccc"/>
  </p:sldIdLst>
  <p:sldSz cx="14116050" cy="110299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7c83b56f75471c" /><Relationship Type="http://schemas.openxmlformats.org/officeDocument/2006/relationships/slideMaster" Target="/ppt/slideMasters/slideMaster1.xml" Id="R8b640eac07a04437" /><Relationship Type="http://schemas.openxmlformats.org/officeDocument/2006/relationships/notesMaster" Target="/ppt/notesMasters/notesMaster1.xml" Id="R32c7a4a48ba4411c" /><Relationship Type="http://schemas.openxmlformats.org/officeDocument/2006/relationships/presProps" Target="/ppt/presProps.xml" Id="Ra13811f2d4454b86" /><Relationship Type="http://schemas.openxmlformats.org/officeDocument/2006/relationships/tableStyles" Target="/ppt/tableStyles.xml" Id="Rec952a79f1f943b4" /><Relationship Type="http://schemas.openxmlformats.org/officeDocument/2006/relationships/slide" Target="/ppt/slides/slide1.xml" Id="Re083009f25e34c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de6b2bf6244d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7284f7e7fd47a8" /><Relationship Type="http://schemas.openxmlformats.org/officeDocument/2006/relationships/notesMaster" Target="/ppt/notesMasters/notesMaster1.xml" Id="R4f562cb605af42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"IGen: Scalable Data Generation for Robot Learning from Open-World Images",</a:t>
            </a:r>
          </a:p>
          <a:p xmlns:a="http://schemas.openxmlformats.org/drawingml/2006/main">
            <a:r>
              <a:t>  "paper_url": "https://arxiv.org/abs/2512.01773v2",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"unverified; private user-requested adaptation only.",</a:t>
            </a:r>
          </a:p>
          <a:p xmlns:a="http://schemas.openxmlformats.org/drawingml/2006/main">
            <a:r>
              <a:t>  "notes": "Faithful native extraction from independently inspected original source figure. Ordinary labels remain live editable text; source photo details are separate raster assets. Source EMU-like stroke width anomaly corrected by25400 against source pixel evidence. Decorative gray stage arrows rebuilt as native geometry; pencil texture approximated. Original raster assets isolated with their exact original alpha, clipping and affine transforms; no full-figure raster backdrop.",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"4c88265824d3d90d2c37b8fcdd03ef2d452b3ed25ea822d514ee1f06ff18f71c",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59,</a:t>
            </a:r>
          </a:p>
          <a:p xmlns:a="http://schemas.openxmlformats.org/drawingml/2006/main">
            <a:r>
              <a:t>    72,</a:t>
            </a:r>
          </a:p>
          <a:p xmlns:a="http://schemas.openxmlformats.org/drawingml/2006/main">
            <a:r>
              <a:t>    553,</a:t>
            </a:r>
          </a:p>
          <a:p xmlns:a="http://schemas.openxmlformats.org/drawingml/2006/main">
            <a:r>
              <a:t>    458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"51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0",</a:t>
            </a:r>
          </a:p>
          <a:p xmlns:a="http://schemas.openxmlformats.org/drawingml/2006/main">
            <a:r>
              <a:t>    "path crosses crop boundary: 1",</a:t>
            </a:r>
          </a:p>
          <a:p xmlns:a="http://schemas.openxmlformats.org/drawingml/2006/main">
            <a:r>
              <a:t>    "suspicious source stroke width at seq 3: verify PDF/SVG transform units before rendering",</a:t>
            </a:r>
          </a:p>
          <a:p xmlns:a="http://schemas.openxmlformats.org/drawingml/2006/main">
            <a:r>
              <a:t>    "suspicious source stroke width at seq 5: verify PDF/SVG transform units before rendering",</a:t>
            </a:r>
          </a:p>
          <a:p xmlns:a="http://schemas.openxmlformats.org/drawingml/2006/main">
            <a:r>
              <a:t>    "suspicious source stroke width at seq 7: verify PDF/SVG transform units before rendering",</a:t>
            </a:r>
          </a:p>
          <a:p xmlns:a="http://schemas.openxmlformats.org/drawingml/2006/main">
            <a:r>
              <a:t>    "suspicious source stroke width at seq 14: verify PDF/SVG transform units before rendering",</a:t>
            </a:r>
          </a:p>
          <a:p xmlns:a="http://schemas.openxmlformats.org/drawingml/2006/main">
            <a:r>
              <a:t>    "suspicious source stroke width at seq 17: verify PDF/SVG transform units before rendering",</a:t>
            </a:r>
          </a:p>
          <a:p xmlns:a="http://schemas.openxmlformats.org/drawingml/2006/main">
            <a:r>
              <a:t>    "suspicious source stroke width at seq 20: verify PDF/SVG transform units before rendering",</a:t>
            </a:r>
          </a:p>
          <a:p xmlns:a="http://schemas.openxmlformats.org/drawingml/2006/main">
            <a:r>
              <a:t>    "suspicious source stroke width at seq 23: verify PDF/SVG transform units before rendering",</a:t>
            </a:r>
          </a:p>
          <a:p xmlns:a="http://schemas.openxmlformats.org/drawingml/2006/main">
            <a:r>
              <a:t>    "suspicious source stroke width at seq 26: verify PDF/SVG transform units before rendering",</a:t>
            </a:r>
          </a:p>
          <a:p xmlns:a="http://schemas.openxmlformats.org/drawingml/2006/main">
            <a:r>
              <a:t>    "suspicious source stroke width at seq 29: verify PDF/SVG transform units before rendering",</a:t>
            </a:r>
          </a:p>
          <a:p xmlns:a="http://schemas.openxmlformats.org/drawingml/2006/main">
            <a:r>
              <a:t>    "suspicious source stroke width at seq 37: verify PDF/SVG transform units before rendering",</a:t>
            </a:r>
          </a:p>
          <a:p xmlns:a="http://schemas.openxmlformats.org/drawingml/2006/main">
            <a:r>
              <a:t>    "suspicious source stroke width at seq 42: verify PDF/SVG transform units before rendering",</a:t>
            </a:r>
          </a:p>
          <a:p xmlns:a="http://schemas.openxmlformats.org/drawingml/2006/main">
            <a:r>
              <a:t>    "suspicious source stroke width at seq 64: verify PDF/SVG transform units before rendering",</a:t>
            </a:r>
          </a:p>
          <a:p xmlns:a="http://schemas.openxmlformats.org/drawingml/2006/main">
            <a:r>
              <a:t>    "path partially intersects raster inset: 74",</a:t>
            </a:r>
          </a:p>
          <a:p xmlns:a="http://schemas.openxmlformats.org/drawingml/2006/main">
            <a:r>
              <a:t>    "path partially intersects raster inset: 79",</a:t>
            </a:r>
          </a:p>
          <a:p xmlns:a="http://schemas.openxmlformats.org/drawingml/2006/main">
            <a:r>
              <a:t>    "suspicious source stroke width at seq 80: verify PDF/SVG transform units before rendering",</a:t>
            </a:r>
          </a:p>
          <a:p xmlns:a="http://schemas.openxmlformats.org/drawingml/2006/main">
            <a:r>
              <a:t>    "suspicious source stroke width at seq 157: verify PDF/SVG transform units before rendering",</a:t>
            </a:r>
          </a:p>
          <a:p xmlns:a="http://schemas.openxmlformats.org/drawingml/2006/main">
            <a:r>
              <a:t>    "suspicious source stroke width at seq 160: verify PDF/SVG transform units before rendering",</a:t>
            </a:r>
          </a:p>
          <a:p xmlns:a="http://schemas.openxmlformats.org/drawingml/2006/main">
            <a:r>
              <a:t>    "suspicious source stroke width at seq 163: verify PDF/SVG transform units before rendering",</a:t>
            </a:r>
          </a:p>
          <a:p xmlns:a="http://schemas.openxmlformats.org/drawingml/2006/main">
            <a:r>
              <a:t>    "suspicious source stroke width at seq 166: verify PDF/SVG transform units before rendering",</a:t>
            </a:r>
          </a:p>
          <a:p xmlns:a="http://schemas.openxmlformats.org/drawingml/2006/main">
            <a:r>
              <a:t>    "suspicious source stroke width at seq 169: verify PDF/SVG transform units before rendering",</a:t>
            </a:r>
          </a:p>
          <a:p xmlns:a="http://schemas.openxmlformats.org/drawingml/2006/main">
            <a:r>
              <a:t>    "suspicious source stroke width at seq 172: verify PDF/SVG transform units before rendering",</a:t>
            </a:r>
          </a:p>
          <a:p xmlns:a="http://schemas.openxmlformats.org/drawingml/2006/main">
            <a:r>
              <a:t>    "suspicious source stroke width at seq 209: verify PDF/SVG transform units before rendering",</a:t>
            </a:r>
          </a:p>
          <a:p xmlns:a="http://schemas.openxmlformats.org/drawingml/2006/main">
            <a:r>
              <a:t>    "suspicious source stroke width at seq 212: verify PDF/SVG transform units before rendering",</a:t>
            </a:r>
          </a:p>
          <a:p xmlns:a="http://schemas.openxmlformats.org/drawingml/2006/main">
            <a:r>
              <a:t>    "suspicious source stroke width at seq 242: verify PDF/SVG transform units before rendering",</a:t>
            </a:r>
          </a:p>
          <a:p xmlns:a="http://schemas.openxmlformats.org/drawingml/2006/main">
            <a:r>
              <a:t>    "suspicious source stroke width at seq 252: verify PDF/SVG transform units before rendering",</a:t>
            </a:r>
          </a:p>
          <a:p xmlns:a="http://schemas.openxmlformats.org/drawingml/2006/main">
            <a:r>
              <a:t>    "suspicious source stroke width at seq 263: verify PDF/SVG transform units before rendering",</a:t>
            </a:r>
          </a:p>
          <a:p xmlns:a="http://schemas.openxmlformats.org/drawingml/2006/main">
            <a:r>
              <a:t>    "suspicious source stroke width at seq 265: verify PDF/SVG transform units before rendering",</a:t>
            </a:r>
          </a:p>
          <a:p xmlns:a="http://schemas.openxmlformats.org/drawingml/2006/main">
            <a:r>
              <a:t>    "suspicious source stroke width at seq 276: verify PDF/SVG transform units before rendering"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0,</a:t>
            </a:r>
          </a:p>
          <a:p xmlns:a="http://schemas.openxmlformats.org/drawingml/2006/main">
            <a:r>
              <a:t>  "original_extraction_warnings": [</a:t>
            </a:r>
          </a:p>
          <a:p xmlns:a="http://schemas.openxmlformats.org/drawingml/2006/main">
            <a:r>
              <a:t>    "51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0",</a:t>
            </a:r>
          </a:p>
          <a:p xmlns:a="http://schemas.openxmlformats.org/drawingml/2006/main">
            <a:r>
              <a:t>    "path crosses crop boundary: 1",</a:t>
            </a:r>
          </a:p>
          <a:p xmlns:a="http://schemas.openxmlformats.org/drawingml/2006/main">
            <a:r>
              <a:t>    "suspicious source stroke width at seq 3: verify PDF/SVG transform units before rendering",</a:t>
            </a:r>
          </a:p>
          <a:p xmlns:a="http://schemas.openxmlformats.org/drawingml/2006/main">
            <a:r>
              <a:t>    "suspicious source stroke width at seq 5: verify PDF/SVG transform units before rendering",</a:t>
            </a:r>
          </a:p>
          <a:p xmlns:a="http://schemas.openxmlformats.org/drawingml/2006/main">
            <a:r>
              <a:t>    "suspicious source stroke width at seq 7: verify PDF/SVG transform units before rendering",</a:t>
            </a:r>
          </a:p>
          <a:p xmlns:a="http://schemas.openxmlformats.org/drawingml/2006/main">
            <a:r>
              <a:t>    "suspicious source stroke width at seq 14: verify PDF/SVG transform units before rendering",</a:t>
            </a:r>
          </a:p>
          <a:p xmlns:a="http://schemas.openxmlformats.org/drawingml/2006/main">
            <a:r>
              <a:t>    "suspicious source stroke width at seq 17: verify PDF/SVG transform units before rendering",</a:t>
            </a:r>
          </a:p>
          <a:p xmlns:a="http://schemas.openxmlformats.org/drawingml/2006/main">
            <a:r>
              <a:t>    "suspicious source stroke width at seq 20: verify PDF/SVG transform units before rendering",</a:t>
            </a:r>
          </a:p>
          <a:p xmlns:a="http://schemas.openxmlformats.org/drawingml/2006/main">
            <a:r>
              <a:t>    "suspicious source stroke width at seq 23: verify PDF/SVG transform units before rendering",</a:t>
            </a:r>
          </a:p>
          <a:p xmlns:a="http://schemas.openxmlformats.org/drawingml/2006/main">
            <a:r>
              <a:t>    "suspicious source stroke width at seq 26: verify PDF/SVG transform units before rendering",</a:t>
            </a:r>
          </a:p>
          <a:p xmlns:a="http://schemas.openxmlformats.org/drawingml/2006/main">
            <a:r>
              <a:t>    "suspicious source stroke width at seq 29: verify PDF/SVG transform units before rendering",</a:t>
            </a:r>
          </a:p>
          <a:p xmlns:a="http://schemas.openxmlformats.org/drawingml/2006/main">
            <a:r>
              <a:t>    "suspicious source stroke width at seq 37: verify PDF/SVG transform units before rendering",</a:t>
            </a:r>
          </a:p>
          <a:p xmlns:a="http://schemas.openxmlformats.org/drawingml/2006/main">
            <a:r>
              <a:t>    "suspicious source stroke width at seq 42: verify PDF/SVG transform units before rendering",</a:t>
            </a:r>
          </a:p>
          <a:p xmlns:a="http://schemas.openxmlformats.org/drawingml/2006/main">
            <a:r>
              <a:t>    "suspicious source stroke width at seq 64: verify PDF/SVG transform units before rendering",</a:t>
            </a:r>
          </a:p>
          <a:p xmlns:a="http://schemas.openxmlformats.org/drawingml/2006/main">
            <a:r>
              <a:t>    "path partially intersects raster inset: 74",</a:t>
            </a:r>
          </a:p>
          <a:p xmlns:a="http://schemas.openxmlformats.org/drawingml/2006/main">
            <a:r>
              <a:t>    "path partially intersects raster inset: 79",</a:t>
            </a:r>
          </a:p>
          <a:p xmlns:a="http://schemas.openxmlformats.org/drawingml/2006/main">
            <a:r>
              <a:t>    "suspicious source stroke width at seq 80: verify PDF/SVG transform units before rendering",</a:t>
            </a:r>
          </a:p>
          <a:p xmlns:a="http://schemas.openxmlformats.org/drawingml/2006/main">
            <a:r>
              <a:t>    "suspicious source stroke width at seq 157: verify PDF/SVG transform units before rendering",</a:t>
            </a:r>
          </a:p>
          <a:p xmlns:a="http://schemas.openxmlformats.org/drawingml/2006/main">
            <a:r>
              <a:t>    "suspicious source stroke width at seq 160: verify PDF/SVG transform units before rendering",</a:t>
            </a:r>
          </a:p>
          <a:p xmlns:a="http://schemas.openxmlformats.org/drawingml/2006/main">
            <a:r>
              <a:t>    "suspicious source stroke width at seq 163: verify PDF/SVG transform units before rendering",</a:t>
            </a:r>
          </a:p>
          <a:p xmlns:a="http://schemas.openxmlformats.org/drawingml/2006/main">
            <a:r>
              <a:t>    "suspicious source stroke width at seq 166: verify PDF/SVG transform units before rendering",</a:t>
            </a:r>
          </a:p>
          <a:p xmlns:a="http://schemas.openxmlformats.org/drawingml/2006/main">
            <a:r>
              <a:t>    "suspicious source stroke width at seq 169: verify PDF/SVG transform units before rendering",</a:t>
            </a:r>
          </a:p>
          <a:p xmlns:a="http://schemas.openxmlformats.org/drawingml/2006/main">
            <a:r>
              <a:t>    "suspicious source stroke width at seq 172: verify PDF/SVG transform units before rendering",</a:t>
            </a:r>
          </a:p>
          <a:p xmlns:a="http://schemas.openxmlformats.org/drawingml/2006/main">
            <a:r>
              <a:t>    "suspicious source stroke width at seq 209: verify PDF/SVG transform units before rendering",</a:t>
            </a:r>
          </a:p>
          <a:p xmlns:a="http://schemas.openxmlformats.org/drawingml/2006/main">
            <a:r>
              <a:t>    "suspicious source stroke width at seq 212: verify PDF/SVG transform units before rendering",</a:t>
            </a:r>
          </a:p>
          <a:p xmlns:a="http://schemas.openxmlformats.org/drawingml/2006/main">
            <a:r>
              <a:t>    "suspicious source stroke width at seq 242: verify PDF/SVG transform units before rendering",</a:t>
            </a:r>
          </a:p>
          <a:p xmlns:a="http://schemas.openxmlformats.org/drawingml/2006/main">
            <a:r>
              <a:t>    "suspicious source stroke width at seq 252: verify PDF/SVG transform units before rendering",</a:t>
            </a:r>
          </a:p>
          <a:p xmlns:a="http://schemas.openxmlformats.org/drawingml/2006/main">
            <a:r>
              <a:t>    "suspicious source stroke width at seq 263: verify PDF/SVG transform units before rendering",</a:t>
            </a:r>
          </a:p>
          <a:p xmlns:a="http://schemas.openxmlformats.org/drawingml/2006/main">
            <a:r>
              <a:t>    "suspicious source stroke width at seq 265: verify PDF/SVG transform units before rendering",</a:t>
            </a:r>
          </a:p>
          <a:p xmlns:a="http://schemas.openxmlformats.org/drawingml/2006/main">
            <a:r>
              <a:t>    "suspicious source stroke width at seq 276: verify PDF/SVG transform units before rendering",</a:t>
            </a:r>
          </a:p>
          <a:p xmlns:a="http://schemas.openxmlformats.org/drawingml/2006/main">
            <a:r>
              <a:t>    "unhandled image/shading at seq 12: [255.8240509033203, 21.054153442382812, 550.225830078125, 215.21664428710938]; requires reviewed raster region",</a:t>
            </a:r>
          </a:p>
          <a:p xmlns:a="http://schemas.openxmlformats.org/drawingml/2006/main">
            <a:r>
              <a:t>    "unhandled image/shading at seq 31: [259.5819091796875, 115.73945617675781, 308.3749694824219, 135.7415771484375]; requires reviewed raster region",</a:t>
            </a:r>
          </a:p>
          <a:p xmlns:a="http://schemas.openxmlformats.org/drawingml/2006/main">
            <a:r>
              <a:t>    "unhandled image/shading at seq 33: [260.51373291015625, 98.31641387939453, 307.2739562988281, 116.32192993164062]; requires reviewed raster region",</a:t>
            </a:r>
          </a:p>
          <a:p xmlns:a="http://schemas.openxmlformats.org/drawingml/2006/main">
            <a:r>
              <a:t>    "unhandled image/shading at seq 35: [260.51373291015625, 116.3218994140625, 307.2739562988281, 134.3275146484375]; requires reviewed raster region",</a:t>
            </a:r>
          </a:p>
          <a:p xmlns:a="http://schemas.openxmlformats.org/drawingml/2006/main">
            <a:r>
              <a:t>    "unhandled image/shading at seq 65: [80.77508544921875, 93.91893768310547, 93.20064544677734, 106.95062255859375]; requires reviewed raster region",</a:t>
            </a:r>
          </a:p>
          <a:p xmlns:a="http://schemas.openxmlformats.org/drawingml/2006/main">
            <a:r>
              <a:t>    "unhandled image/shading at seq 73: [76.42109680175781, 110.46312713623047, 154.2577667236328, 173.20220947265625]; requires reviewed raster region",</a:t>
            </a:r>
          </a:p>
          <a:p xmlns:a="http://schemas.openxmlformats.org/drawingml/2006/main">
            <a:r>
              <a:t>    "unhandled image/shading at seq 155: [460.51226806640625, 202.415283203125, 529.3074340820312, 258.17877197265625]; requires reviewed raster region",</a:t>
            </a:r>
          </a:p>
          <a:p xmlns:a="http://schemas.openxmlformats.org/drawingml/2006/main">
            <a:r>
              <a:t>    "unhandled image/shading at seq 184: [236.24610900878906, 295.7585144042969, 280.7962646484375, 356.3710021972656]; requires reviewed raster region",</a:t>
            </a:r>
          </a:p>
          <a:p xmlns:a="http://schemas.openxmlformats.org/drawingml/2006/main">
            <a:r>
              <a:t>    "unhandled image/shading at seq 186: [63.48576354980469, 303.30157470703125, 128.2971649169922, 357.4910888671875]; requires reviewed raster region",</a:t>
            </a:r>
          </a:p>
          <a:p xmlns:a="http://schemas.openxmlformats.org/drawingml/2006/main">
            <a:r>
              <a:t>    "unhandled image/shading at seq 187: [81.19357299804688, 303.30157470703125, 146.00503540039062, 357.4910888671875]; requires reviewed raster region",</a:t>
            </a:r>
          </a:p>
          <a:p xmlns:a="http://schemas.openxmlformats.org/drawingml/2006/main">
            <a:r>
              <a:t>    "unhandled image/shading at seq 188: [136.05442810058594, 303.3016052246094, 200.865966796875, 357.4911804199219]; requires reviewed raster region",</a:t>
            </a:r>
          </a:p>
          <a:p xmlns:a="http://schemas.openxmlformats.org/drawingml/2006/main">
            <a:r>
              <a:t>    "unhandled image/shading at seq 189: [98.44512939453125, 303.3016052246094, 163.2566680908203, 357.4911804199219]; requires reviewed raster region",</a:t>
            </a:r>
          </a:p>
          <a:p xmlns:a="http://schemas.openxmlformats.org/drawingml/2006/main">
            <a:r>
              <a:t>    "unhandled image/shading at seq 193: [88.35165405273438, 300.6075134277344, 106.23233795166016, 318.4881896972656]; requires reviewed raster region",</a:t>
            </a:r>
          </a:p>
          <a:p xmlns:a="http://schemas.openxmlformats.org/drawingml/2006/main">
            <a:r>
              <a:t>    "unhandled image/shading at seq 199: [366.86602783203125, 302.1228332519531, 403.2335205078125, 354.24957275390625]; requires reviewed raster region",</a:t>
            </a:r>
          </a:p>
          <a:p xmlns:a="http://schemas.openxmlformats.org/drawingml/2006/main">
            <a:r>
              <a:t>    "unhandled image/shading at seq 201: [287.46368408203125, 298.1830139160156, 366.2599182128906, 359.401611328125]; requires reviewed raster region",</a:t>
            </a:r>
          </a:p>
          <a:p xmlns:a="http://schemas.openxmlformats.org/drawingml/2006/main">
            <a:r>
              <a:t>    "unhandled image/shading at seq 205: [399.06134033203125, 277.84332275390625, 558.2797241210938, 364.1368408203125]; requires reviewed raster region",</a:t>
            </a:r>
          </a:p>
          <a:p xmlns:a="http://schemas.openxmlformats.org/drawingml/2006/main">
            <a:r>
              <a:t>    "unhandled image/shading at seq 210: [294.1787109375, 221.4042510986328, 303.0201110839844, 230.255859375]; requires reviewed raster region",</a:t>
            </a:r>
          </a:p>
          <a:p xmlns:a="http://schemas.openxmlformats.org/drawingml/2006/main">
            <a:r>
              <a:t>    "unhandled image/shading at seq 251: [85.01795959472656, 222.41741943359375, 94.10983276367188, 231.81234741210938]; requires reviewed raster region",</a:t>
            </a:r>
          </a:p>
          <a:p xmlns:a="http://schemas.openxmlformats.org/drawingml/2006/main">
            <a:r>
              <a:t>    "unhandled image/shading at seq 260: [513.2451782226562, 162.71412658691406, 554.7647094726562, 204.23367309570312]; requires reviewed raster region",</a:t>
            </a:r>
          </a:p>
          <a:p xmlns:a="http://schemas.openxmlformats.org/drawingml/2006/main">
            <a:r>
              <a:t>    "unhandled image/shading at seq 261: [59.257659912109375, 262.7247009277344, 99.56495666503906, 303.0320129394531]; requires reviewed raster region",</a:t>
            </a:r>
          </a:p>
          <a:p xmlns:a="http://schemas.openxmlformats.org/drawingml/2006/main">
            <a:r>
              <a:t>    "unhandled image/shading at seq 278: [119.56707763671875, 373.64556884765625, 142.59982299804688, 398.79974365234375]; requires reviewed raster region",</a:t>
            </a:r>
          </a:p>
          <a:p xmlns:a="http://schemas.openxmlformats.org/drawingml/2006/main">
            <a:r>
              <a:t>    "unhandled image/shading at seq 279: [199.8786163330078, 440.0162353515625, 256.5513000488281, 484.2633361816406]; requires reviewed raster region",</a:t>
            </a:r>
          </a:p>
          <a:p xmlns:a="http://schemas.openxmlformats.org/drawingml/2006/main">
            <a:r>
              <a:t>    "unhandled image/shading at seq 281: [200.79335021972656, 398.5790100097656, 255.42796325683594, 440.6541748046875]; requires reviewed raster region",</a:t>
            </a:r>
          </a:p>
          <a:p xmlns:a="http://schemas.openxmlformats.org/drawingml/2006/main">
            <a:r>
              <a:t>    "unhandled image/shading at seq 282: [256.55126953125, 440.0162353515625, 313.22393798828125, 484.2633361816406]; requires reviewed raster region",</a:t>
            </a:r>
          </a:p>
          <a:p xmlns:a="http://schemas.openxmlformats.org/drawingml/2006/main">
            <a:r>
              <a:t>    "unhandled image/shading at seq 284: [257.68853759765625, 398.5961608886719, 312.3231506347656, 440.67132568359375]; requires reviewed raster region",</a:t>
            </a:r>
          </a:p>
          <a:p xmlns:a="http://schemas.openxmlformats.org/drawingml/2006/main">
            <a:r>
              <a:t>    "unhandled image/shading at seq 285: [313.22393798828125, 439.4101257324219, 369.8966064453125, 483.6572265625]; requires reviewed raster region",</a:t>
            </a:r>
          </a:p>
          <a:p xmlns:a="http://schemas.openxmlformats.org/drawingml/2006/main">
            <a:r>
              <a:t>    "unhandled image/shading at seq 287: [314.30743408203125, 398.1456298828125, 368.9420471191406, 440.2207946777344]; requires reviewed raster region",</a:t>
            </a:r>
          </a:p>
          <a:p xmlns:a="http://schemas.openxmlformats.org/drawingml/2006/main">
            <a:r>
              <a:t>    "unhandled image/shading at seq 288: [370.19970703125, 439.1070556640625, 426.87237548828125, 483.3541564941406]; requires reviewed raster region",</a:t>
            </a:r>
          </a:p>
          <a:p xmlns:a="http://schemas.openxmlformats.org/drawingml/2006/main">
            <a:r>
              <a:t>    "unhandled image/shading at seq 290: [371.31268310546875, 397.8580322265625, 425.932373046875, 439.9217529296875]; requires reviewed raster region",</a:t>
            </a:r>
          </a:p>
          <a:p xmlns:a="http://schemas.openxmlformats.org/drawingml/2006/main">
            <a:r>
              <a:t>    "unhandled image/shading at seq 291: [427.478515625, 439.1070251464844, 484.15118408203125, 483.05108642578125]; requires reviewed raster region",</a:t>
            </a:r>
          </a:p>
          <a:p xmlns:a="http://schemas.openxmlformats.org/drawingml/2006/main">
            <a:r>
              <a:t>    "unhandled image/shading at seq 293: [428.61993408203125, 397.6339416503906, 483.2545471191406, 439.7091064453125]; requires reviewed raster region",</a:t>
            </a:r>
          </a:p>
          <a:p xmlns:a="http://schemas.openxmlformats.org/drawingml/2006/main">
            <a:r>
              <a:t>    "unhandled image/shading at seq 294: [484.4542236328125, 439.4101257324219, 541.1268920898438, 483.6572265625]; requires reviewed raster region",</a:t>
            </a:r>
          </a:p>
          <a:p xmlns:a="http://schemas.openxmlformats.org/drawingml/2006/main">
            <a:r>
              <a:t>    "unhandled image/shading at seq 296: [485.51507568359375, 398.1064758300781, 540.149658203125, 440.181640625]; requires reviewed raster region",</a:t>
            </a:r>
          </a:p>
          <a:p xmlns:a="http://schemas.openxmlformats.org/drawingml/2006/main">
            <a:r>
              <a:t>    "unhandled image/shading at seq 297: [480.51446533203125, 373.64556884765625, 503.5472106933594, 398.79974365234375];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"raster_boundaries":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847,</a:t>
            </a:r>
          </a:p>
          <a:p xmlns:a="http://schemas.openxmlformats.org/drawingml/2006/main">
            <a:r>
              <a:t>        19,</a:t>
            </a:r>
          </a:p>
          <a:p xmlns:a="http://schemas.openxmlformats.org/drawingml/2006/main">
            <a:r>
              <a:t>        360,</a:t>
            </a:r>
          </a:p>
          <a:p xmlns:a="http://schemas.openxmlformats.org/drawingml/2006/main">
            <a:r>
              <a:t>        270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603,</a:t>
            </a:r>
          </a:p>
          <a:p xmlns:a="http://schemas.openxmlformats.org/drawingml/2006/main">
            <a:r>
              <a:t>        132,</a:t>
            </a:r>
          </a:p>
          <a:p xmlns:a="http://schemas.openxmlformats.org/drawingml/2006/main">
            <a:r>
              <a:t>        144,</a:t>
            </a:r>
          </a:p>
          <a:p xmlns:a="http://schemas.openxmlformats.org/drawingml/2006/main">
            <a:r>
              <a:t>        17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604,</a:t>
            </a:r>
          </a:p>
          <a:p xmlns:a="http://schemas.openxmlformats.org/drawingml/2006/main">
            <a:r>
              <a:t>        78,</a:t>
            </a:r>
          </a:p>
          <a:p xmlns:a="http://schemas.openxmlformats.org/drawingml/2006/main">
            <a:r>
              <a:t>        141,</a:t>
            </a:r>
          </a:p>
          <a:p xmlns:a="http://schemas.openxmlformats.org/drawingml/2006/main">
            <a:r>
              <a:t>        55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604,</a:t>
            </a:r>
          </a:p>
          <a:p xmlns:a="http://schemas.openxmlformats.org/drawingml/2006/main">
            <a:r>
              <a:t>        132,</a:t>
            </a:r>
          </a:p>
          <a:p xmlns:a="http://schemas.openxmlformats.org/drawingml/2006/main">
            <a:r>
              <a:t>        141,</a:t>
            </a:r>
          </a:p>
          <a:p xmlns:a="http://schemas.openxmlformats.org/drawingml/2006/main">
            <a:r>
              <a:t>        55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71,</a:t>
            </a:r>
          </a:p>
          <a:p xmlns:a="http://schemas.openxmlformats.org/drawingml/2006/main">
            <a:r>
              <a:t>        68,</a:t>
            </a:r>
          </a:p>
          <a:p xmlns:a="http://schemas.openxmlformats.org/drawingml/2006/main">
            <a:r>
              <a:t>        26,</a:t>
            </a:r>
          </a:p>
          <a:p xmlns:a="http://schemas.openxmlformats.org/drawingml/2006/main">
            <a:r>
              <a:t>        34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52,</a:t>
            </a:r>
          </a:p>
          <a:p xmlns:a="http://schemas.openxmlformats.org/drawingml/2006/main">
            <a:r>
              <a:t>        115,</a:t>
            </a:r>
          </a:p>
          <a:p xmlns:a="http://schemas.openxmlformats.org/drawingml/2006/main">
            <a:r>
              <a:t>        234,</a:t>
            </a:r>
          </a:p>
          <a:p xmlns:a="http://schemas.openxmlformats.org/drawingml/2006/main">
            <a:r>
              <a:t>        189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"source-raster-6",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1204,</a:t>
            </a:r>
          </a:p>
          <a:p xmlns:a="http://schemas.openxmlformats.org/drawingml/2006/main">
            <a:r>
              <a:t>        391,</a:t>
            </a:r>
          </a:p>
          <a:p xmlns:a="http://schemas.openxmlformats.org/drawingml/2006/main">
            <a:r>
              <a:t>        207,</a:t>
            </a:r>
          </a:p>
          <a:p xmlns:a="http://schemas.openxmlformats.org/drawingml/2006/main">
            <a:r>
              <a:t>        167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"source-raster-7",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531,</a:t>
            </a:r>
          </a:p>
          <a:p xmlns:a="http://schemas.openxmlformats.org/drawingml/2006/main">
            <a:r>
              <a:t>        672,</a:t>
            </a:r>
          </a:p>
          <a:p xmlns:a="http://schemas.openxmlformats.org/drawingml/2006/main">
            <a:r>
              <a:t>        135,</a:t>
            </a:r>
          </a:p>
          <a:p xmlns:a="http://schemas.openxmlformats.org/drawingml/2006/main">
            <a:r>
              <a:t>        182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"source-raster-8",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89,</a:t>
            </a:r>
          </a:p>
          <a:p xmlns:a="http://schemas.openxmlformats.org/drawingml/2006/main">
            <a:r>
              <a:t>        746,</a:t>
            </a:r>
          </a:p>
          <a:p xmlns:a="http://schemas.openxmlformats.org/drawingml/2006/main">
            <a:r>
              <a:t>        57,</a:t>
            </a:r>
          </a:p>
          <a:p xmlns:a="http://schemas.openxmlformats.org/drawingml/2006/main">
            <a:r>
              <a:t>        109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"source-raster-9",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154,</a:t>
            </a:r>
          </a:p>
          <a:p xmlns:a="http://schemas.openxmlformats.org/drawingml/2006/main">
            <a:r>
              <a:t>        744,</a:t>
            </a:r>
          </a:p>
          <a:p xmlns:a="http://schemas.openxmlformats.org/drawingml/2006/main">
            <a:r>
              <a:t>        46,</a:t>
            </a:r>
          </a:p>
          <a:p xmlns:a="http://schemas.openxmlformats.org/drawingml/2006/main">
            <a:r>
              <a:t>        110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254,</a:t>
            </a:r>
          </a:p>
          <a:p xmlns:a="http://schemas.openxmlformats.org/drawingml/2006/main">
            <a:r>
              <a:t>        719,</a:t>
            </a:r>
          </a:p>
          <a:p xmlns:a="http://schemas.openxmlformats.org/drawingml/2006/main">
            <a:r>
              <a:t>        109,</a:t>
            </a:r>
          </a:p>
          <a:p xmlns:a="http://schemas.openxmlformats.org/drawingml/2006/main">
            <a:r>
              <a:t>        136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201,</a:t>
            </a:r>
          </a:p>
          <a:p xmlns:a="http://schemas.openxmlformats.org/drawingml/2006/main">
            <a:r>
              <a:t>        730,</a:t>
            </a:r>
          </a:p>
          <a:p xmlns:a="http://schemas.openxmlformats.org/drawingml/2006/main">
            <a:r>
              <a:t>        50,</a:t>
            </a:r>
          </a:p>
          <a:p xmlns:a="http://schemas.openxmlformats.org/drawingml/2006/main">
            <a:r>
              <a:t>        125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89,</a:t>
            </a:r>
          </a:p>
          <a:p xmlns:a="http://schemas.openxmlformats.org/drawingml/2006/main">
            <a:r>
              <a:t>        694,</a:t>
            </a:r>
          </a:p>
          <a:p xmlns:a="http://schemas.openxmlformats.org/drawingml/2006/main">
            <a:r>
              <a:t>        50,</a:t>
            </a:r>
          </a:p>
          <a:p xmlns:a="http://schemas.openxmlformats.org/drawingml/2006/main">
            <a:r>
              <a:t>        38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923,</a:t>
            </a:r>
          </a:p>
          <a:p xmlns:a="http://schemas.openxmlformats.org/drawingml/2006/main">
            <a:r>
              <a:t>        691,</a:t>
            </a:r>
          </a:p>
          <a:p xmlns:a="http://schemas.openxmlformats.org/drawingml/2006/main">
            <a:r>
              <a:t>        110,</a:t>
            </a:r>
          </a:p>
          <a:p xmlns:a="http://schemas.openxmlformats.org/drawingml/2006/main">
            <a:r>
              <a:t>        156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685,</a:t>
            </a:r>
          </a:p>
          <a:p xmlns:a="http://schemas.openxmlformats.org/drawingml/2006/main">
            <a:r>
              <a:t>        679,</a:t>
            </a:r>
          </a:p>
          <a:p xmlns:a="http://schemas.openxmlformats.org/drawingml/2006/main">
            <a:r>
              <a:t>        237,</a:t>
            </a:r>
          </a:p>
          <a:p xmlns:a="http://schemas.openxmlformats.org/drawingml/2006/main">
            <a:r>
              <a:t>        183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1108,</a:t>
            </a:r>
          </a:p>
          <a:p xmlns:a="http://schemas.openxmlformats.org/drawingml/2006/main">
            <a:r>
              <a:t>        644,</a:t>
            </a:r>
          </a:p>
          <a:p xmlns:a="http://schemas.openxmlformats.org/drawingml/2006/main">
            <a:r>
              <a:t>        317,</a:t>
            </a:r>
          </a:p>
          <a:p xmlns:a="http://schemas.openxmlformats.org/drawingml/2006/main">
            <a:r>
              <a:t>        216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"source-raster-16",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705,</a:t>
            </a:r>
          </a:p>
          <a:p xmlns:a="http://schemas.openxmlformats.org/drawingml/2006/main">
            <a:r>
              <a:t>        448,</a:t>
            </a:r>
          </a:p>
          <a:p xmlns:a="http://schemas.openxmlformats.org/drawingml/2006/main">
            <a:r>
              <a:t>        28,</a:t>
            </a:r>
          </a:p>
          <a:p xmlns:a="http://schemas.openxmlformats.org/drawingml/2006/main">
            <a:r>
              <a:t>        27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"source-raster-17",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78,</a:t>
            </a:r>
          </a:p>
          <a:p xmlns:a="http://schemas.openxmlformats.org/drawingml/2006/main">
            <a:r>
              <a:t>        452,</a:t>
            </a:r>
          </a:p>
          <a:p xmlns:a="http://schemas.openxmlformats.org/drawingml/2006/main">
            <a:r>
              <a:t>        28,</a:t>
            </a:r>
          </a:p>
          <a:p xmlns:a="http://schemas.openxmlformats.org/drawingml/2006/main">
            <a:r>
              <a:t>        27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423,</a:t>
            </a:r>
          </a:p>
          <a:p xmlns:a="http://schemas.openxmlformats.org/drawingml/2006/main">
            <a:r>
              <a:t>        1105,</a:t>
            </a:r>
          </a:p>
          <a:p xmlns:a="http://schemas.openxmlformats.org/drawingml/2006/main">
            <a:r>
              <a:t>        168,</a:t>
            </a:r>
          </a:p>
          <a:p xmlns:a="http://schemas.openxmlformats.org/drawingml/2006/main">
            <a:r>
              <a:t>        38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425,</a:t>
            </a:r>
          </a:p>
          <a:p xmlns:a="http://schemas.openxmlformats.org/drawingml/2006/main">
            <a:r>
              <a:t>        979,</a:t>
            </a:r>
          </a:p>
          <a:p xmlns:a="http://schemas.openxmlformats.org/drawingml/2006/main">
            <a:r>
              <a:t>        165,</a:t>
            </a:r>
          </a:p>
          <a:p xmlns:a="http://schemas.openxmlformats.org/drawingml/2006/main">
            <a:r>
              <a:t>        127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594,</a:t>
            </a:r>
          </a:p>
          <a:p xmlns:a="http://schemas.openxmlformats.org/drawingml/2006/main">
            <a:r>
              <a:t>        1105,</a:t>
            </a:r>
          </a:p>
          <a:p xmlns:a="http://schemas.openxmlformats.org/drawingml/2006/main">
            <a:r>
              <a:t>        168,</a:t>
            </a:r>
          </a:p>
          <a:p xmlns:a="http://schemas.openxmlformats.org/drawingml/2006/main">
            <a:r>
              <a:t>        38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596,</a:t>
            </a:r>
          </a:p>
          <a:p xmlns:a="http://schemas.openxmlformats.org/drawingml/2006/main">
            <a:r>
              <a:t>        979,</a:t>
            </a:r>
          </a:p>
          <a:p xmlns:a="http://schemas.openxmlformats.org/drawingml/2006/main">
            <a:r>
              <a:t>        164,</a:t>
            </a:r>
          </a:p>
          <a:p xmlns:a="http://schemas.openxmlformats.org/drawingml/2006/main">
            <a:r>
              <a:t>        127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764,</a:t>
            </a:r>
          </a:p>
          <a:p xmlns:a="http://schemas.openxmlformats.org/drawingml/2006/main">
            <a:r>
              <a:t>        1104,</a:t>
            </a:r>
          </a:p>
          <a:p xmlns:a="http://schemas.openxmlformats.org/drawingml/2006/main">
            <a:r>
              <a:t>        168,</a:t>
            </a:r>
          </a:p>
          <a:p xmlns:a="http://schemas.openxmlformats.org/drawingml/2006/main">
            <a:r>
              <a:t>        37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"source-raster-26",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765,</a:t>
            </a:r>
          </a:p>
          <a:p xmlns:a="http://schemas.openxmlformats.org/drawingml/2006/main">
            <a:r>
              <a:t>        978,</a:t>
            </a:r>
          </a:p>
          <a:p xmlns:a="http://schemas.openxmlformats.org/drawingml/2006/main">
            <a:r>
              <a:t>        165,</a:t>
            </a:r>
          </a:p>
          <a:p xmlns:a="http://schemas.openxmlformats.org/drawingml/2006/main">
            <a:r>
              <a:t>        127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"source-raster-27",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935,</a:t>
            </a:r>
          </a:p>
          <a:p xmlns:a="http://schemas.openxmlformats.org/drawingml/2006/main">
            <a:r>
              <a:t>        1103,</a:t>
            </a:r>
          </a:p>
          <a:p xmlns:a="http://schemas.openxmlformats.org/drawingml/2006/main">
            <a:r>
              <a:t>        168,</a:t>
            </a:r>
          </a:p>
          <a:p xmlns:a="http://schemas.openxmlformats.org/drawingml/2006/main">
            <a:r>
              <a:t>        37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"source-raster-28",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936,</a:t>
            </a:r>
          </a:p>
          <a:p xmlns:a="http://schemas.openxmlformats.org/drawingml/2006/main">
            <a:r>
              <a:t>        977,</a:t>
            </a:r>
          </a:p>
          <a:p xmlns:a="http://schemas.openxmlformats.org/drawingml/2006/main">
            <a:r>
              <a:t>        165,</a:t>
            </a:r>
          </a:p>
          <a:p xmlns:a="http://schemas.openxmlformats.org/drawingml/2006/main">
            <a:r>
              <a:t>        127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"source-raster-29",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1107,</a:t>
            </a:r>
          </a:p>
          <a:p xmlns:a="http://schemas.openxmlformats.org/drawingml/2006/main">
            <a:r>
              <a:t>        1102,</a:t>
            </a:r>
          </a:p>
          <a:p xmlns:a="http://schemas.openxmlformats.org/drawingml/2006/main">
            <a:r>
              <a:t>        168,</a:t>
            </a:r>
          </a:p>
          <a:p xmlns:a="http://schemas.openxmlformats.org/drawingml/2006/main">
            <a:r>
              <a:t>        38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"source-raster-30",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1108,</a:t>
            </a:r>
          </a:p>
          <a:p xmlns:a="http://schemas.openxmlformats.org/drawingml/2006/main">
            <a:r>
              <a:t>        976,</a:t>
            </a:r>
          </a:p>
          <a:p xmlns:a="http://schemas.openxmlformats.org/drawingml/2006/main">
            <a:r>
              <a:t>        165,</a:t>
            </a:r>
          </a:p>
          <a:p xmlns:a="http://schemas.openxmlformats.org/drawingml/2006/main">
            <a:r>
              <a:t>        128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"source-raster-31",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1278,</a:t>
            </a:r>
          </a:p>
          <a:p xmlns:a="http://schemas.openxmlformats.org/drawingml/2006/main">
            <a:r>
              <a:t>        1103,</a:t>
            </a:r>
          </a:p>
          <a:p xmlns:a="http://schemas.openxmlformats.org/drawingml/2006/main">
            <a:r>
              <a:t>        167,</a:t>
            </a:r>
          </a:p>
          <a:p xmlns:a="http://schemas.openxmlformats.org/drawingml/2006/main">
            <a:r>
              <a:t>        38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"source-raster-32",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1279,</a:t>
            </a:r>
          </a:p>
          <a:p xmlns:a="http://schemas.openxmlformats.org/drawingml/2006/main">
            <a:r>
              <a:t>        978,</a:t>
            </a:r>
          </a:p>
          <a:p xmlns:a="http://schemas.openxmlformats.org/drawingml/2006/main">
            <a:r>
              <a:t>        165,</a:t>
            </a:r>
          </a:p>
          <a:p xmlns:a="http://schemas.openxmlformats.org/drawingml/2006/main">
            <a:r>
              <a:t>        127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1269,</a:t>
            </a:r>
          </a:p>
          <a:p xmlns:a="http://schemas.openxmlformats.org/drawingml/2006/main">
            <a:r>
              <a:t>        51,</a:t>
            </a:r>
          </a:p>
          <a:p xmlns:a="http://schemas.openxmlformats.org/drawingml/2006/main">
            <a:r>
              <a:t>        127.5,</a:t>
            </a:r>
          </a:p>
          <a:p xmlns:a="http://schemas.openxmlformats.org/drawingml/2006/main">
            <a:r>
              <a:t>        30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complete source spatial keypoint coordinate equation; original subscript and mathematical glyph layout retained"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1269,</a:t>
            </a:r>
          </a:p>
          <a:p xmlns:a="http://schemas.openxmlformats.org/drawingml/2006/main">
            <a:r>
              <a:t>        87,</a:t>
            </a:r>
          </a:p>
          <a:p xmlns:a="http://schemas.openxmlformats.org/drawingml/2006/main">
            <a:r>
              <a:t>        127.5,</a:t>
            </a:r>
          </a:p>
          <a:p xmlns:a="http://schemas.openxmlformats.org/drawingml/2006/main">
            <a:r>
              <a:t>        30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complete source spatial keypoint coordinate equation; original subscript and mathematical glyph layout retained"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1269,</a:t>
            </a:r>
          </a:p>
          <a:p xmlns:a="http://schemas.openxmlformats.org/drawingml/2006/main">
            <a:r>
              <a:t>        123,</a:t>
            </a:r>
          </a:p>
          <a:p xmlns:a="http://schemas.openxmlformats.org/drawingml/2006/main">
            <a:r>
              <a:t>        127.5,</a:t>
            </a:r>
          </a:p>
          <a:p xmlns:a="http://schemas.openxmlformats.org/drawingml/2006/main">
            <a:r>
              <a:t>        31.5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complete source spatial keypoint coordinate equation; original subscript and mathematical glyph layout retained"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1269,</a:t>
            </a:r>
          </a:p>
          <a:p xmlns:a="http://schemas.openxmlformats.org/drawingml/2006/main">
            <a:r>
              <a:t>        162,</a:t>
            </a:r>
          </a:p>
          <a:p xmlns:a="http://schemas.openxmlformats.org/drawingml/2006/main">
            <a:r>
              <a:t>        127.5,</a:t>
            </a:r>
          </a:p>
          <a:p xmlns:a="http://schemas.openxmlformats.org/drawingml/2006/main">
            <a:r>
              <a:t>        31.5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complete source spatial keypoint coordinate equation; original subscript and mathematical glyph layout retained"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1269,</a:t>
            </a:r>
          </a:p>
          <a:p xmlns:a="http://schemas.openxmlformats.org/drawingml/2006/main">
            <a:r>
              <a:t>        201,</a:t>
            </a:r>
          </a:p>
          <a:p xmlns:a="http://schemas.openxmlformats.org/drawingml/2006/main">
            <a:r>
              <a:t>        127.5,</a:t>
            </a:r>
          </a:p>
          <a:p xmlns:a="http://schemas.openxmlformats.org/drawingml/2006/main">
            <a:r>
              <a:t>        31.5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complete source spatial keypoint coordinate equation; original subscript and mathematical glyph layout retained"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1269,</a:t>
            </a:r>
          </a:p>
          <a:p xmlns:a="http://schemas.openxmlformats.org/drawingml/2006/main">
            <a:r>
              <a:t>        240,</a:t>
            </a:r>
          </a:p>
          <a:p xmlns:a="http://schemas.openxmlformats.org/drawingml/2006/main">
            <a:r>
              <a:t>        127.5,</a:t>
            </a:r>
          </a:p>
          <a:p xmlns:a="http://schemas.openxmlformats.org/drawingml/2006/main">
            <a:r>
              <a:t>        31.5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complete source spatial keypoint coordinate equation; original subscript and mathematical glyph layout retained"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"final_step3_gap_repair": "Step3 colored keypoint runs shifted seven additional source-canvas pixels after Lift, giving a clearly visible ordinary word gap independent of trimmed trailing spaces."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2d7e946f40496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b3791de3c749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da9cb977ef4f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ac29833dcc42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5f628b3105444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ed85775c2c43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2EBA7E-E692-4CF1-BE71-F8DFB579F9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11605" y="4166870"/>
            <a:ext cx="11292840" cy="1593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5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2CF7047-748D-40F7-9E27-C820A2FD3F9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17408" y="6066473"/>
            <a:ext cx="9881235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4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AD3E8AA-4BA8-4C97-8624-25A7AECD5A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11605" y="4595813"/>
            <a:ext cx="1129284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3B101E-8BB0-4961-BD3B-F50133585C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4028" y="857885"/>
            <a:ext cx="12527994" cy="13481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8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60E6982-5F66-4CD8-8383-CF7AE7C9F9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94028" y="3063875"/>
            <a:ext cx="12527994" cy="686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4676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1pPr>
            <a:lvl2pPr marL="617577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2pPr>
            <a:lvl3pPr marL="970478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3pPr>
            <a:lvl4pPr marL="1323380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4pPr>
            <a:lvl5pPr marL="1676281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5pPr>
            <a:lvl6pPr marL="2029182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6pPr>
            <a:lvl7pPr marL="2382083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7pPr>
            <a:lvl8pPr marL="2734985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8pPr>
            <a:lvl9pPr marL="3087886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F3EA01D-DDE6-4F7B-8FEB-BCA4FA78CC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4028" y="857885"/>
            <a:ext cx="12527994" cy="13481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8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8A5E4E-41EC-4371-B48E-B54160A3C6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94028" y="3063875"/>
            <a:ext cx="5822871" cy="686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4676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1pPr>
            <a:lvl2pPr marL="617577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2pPr>
            <a:lvl3pPr marL="970478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3pPr>
            <a:lvl4pPr marL="1323380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4pPr>
            <a:lvl5pPr marL="1676281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5pPr>
            <a:lvl6pPr marL="2029182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6pPr>
            <a:lvl7pPr marL="2382083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7pPr>
            <a:lvl8pPr marL="2734985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8pPr>
            <a:lvl9pPr marL="3087886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6AB152D-5489-476E-BEEE-054C12A44BA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499152" y="3063875"/>
            <a:ext cx="5822871" cy="686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4676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1pPr>
            <a:lvl2pPr marL="617577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2pPr>
            <a:lvl3pPr marL="970478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3pPr>
            <a:lvl4pPr marL="1323380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4pPr>
            <a:lvl5pPr marL="1676281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5pPr>
            <a:lvl6pPr marL="2029182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6pPr>
            <a:lvl7pPr marL="2382083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7pPr>
            <a:lvl8pPr marL="2734985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8pPr>
            <a:lvl9pPr marL="3087886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01E3B7-44AB-40D4-9BD0-14475B8220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4028" y="857885"/>
            <a:ext cx="12527994" cy="13481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8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2BAF74-E02E-4E5B-8836-ADE0F9418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94028" y="3063875"/>
            <a:ext cx="5822871" cy="686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4676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1pPr>
            <a:lvl2pPr marL="617577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2pPr>
            <a:lvl3pPr marL="970478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3pPr>
            <a:lvl4pPr marL="1323380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4pPr>
            <a:lvl5pPr marL="1676281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5pPr>
            <a:lvl6pPr marL="2029182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6pPr>
            <a:lvl7pPr marL="2382083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7pPr>
            <a:lvl8pPr marL="2734985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8pPr>
            <a:lvl9pPr marL="3087886" indent="-264676">
              <a:lnSpc>
                <a:spcPct val="110000"/>
              </a:lnSpc>
              <a:spcBef>
                <a:spcPts val="0"/>
              </a:spcBef>
              <a:spcAft>
                <a:spcPts val="1389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aacd1e4ea847b5" /><Relationship Type="http://schemas.openxmlformats.org/officeDocument/2006/relationships/slideLayout" Target="/ppt/slideLayouts/slideLayout1.xml" Id="Rfe44a8d2616e4964" /><Relationship Type="http://schemas.openxmlformats.org/officeDocument/2006/relationships/slideLayout" Target="/ppt/slideLayouts/slideLayout2.xml" Id="R5af488ae7d794fd5" /><Relationship Type="http://schemas.openxmlformats.org/officeDocument/2006/relationships/slideLayout" Target="/ppt/slideLayouts/slideLayout3.xml" Id="R23283da45d124ed4" /><Relationship Type="http://schemas.openxmlformats.org/officeDocument/2006/relationships/slideLayout" Target="/ppt/slideLayouts/slideLayout4.xml" Id="Raa1b6a962f904dd2" /><Relationship Type="http://schemas.openxmlformats.org/officeDocument/2006/relationships/slideLayout" Target="/ppt/slideLayouts/slideLayout5.xml" Id="R5c0b59959f5c4dc2" /><Relationship Type="http://schemas.openxmlformats.org/officeDocument/2006/relationships/slideLayout" Target="/ppt/slideLayouts/slideLayout6.xml" Id="Re5cacdae32c641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44a8d2616e4964"/>
    <p:sldLayoutId xmlns:r="http://schemas.openxmlformats.org/officeDocument/2006/relationships" id="2147483650" r:id="R5af488ae7d794fd5"/>
    <p:sldLayoutId xmlns:r="http://schemas.openxmlformats.org/officeDocument/2006/relationships" id="2147483651" r:id="R23283da45d124ed4"/>
    <p:sldLayoutId xmlns:r="http://schemas.openxmlformats.org/officeDocument/2006/relationships" id="2147483652" r:id="Raa1b6a962f904dd2"/>
    <p:sldLayoutId xmlns:r="http://schemas.openxmlformats.org/officeDocument/2006/relationships" id="2147483653" r:id="R5c0b59959f5c4dc2"/>
    <p:sldLayoutId xmlns:r="http://schemas.openxmlformats.org/officeDocument/2006/relationships" id="2147483654" r:id="Re5cacdae32c641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807ff364ec437f" /><Relationship Type="http://schemas.openxmlformats.org/officeDocument/2006/relationships/image" Target="/ppt/media/image.png" Id="R9a38bb5b65eb46cb" /><Relationship Type="http://schemas.openxmlformats.org/officeDocument/2006/relationships/image" Target="/ppt/media/image2.png" Id="Rba54114fccc74540" /><Relationship Type="http://schemas.openxmlformats.org/officeDocument/2006/relationships/image" Target="/ppt/media/image3.png" Id="Raf65f090f5ae4fc3" /><Relationship Type="http://schemas.openxmlformats.org/officeDocument/2006/relationships/image" Target="/ppt/media/image4.png" Id="R9296e1ccea3841f6" /><Relationship Type="http://schemas.openxmlformats.org/officeDocument/2006/relationships/image" Target="/ppt/media/image5.png" Id="Rcd6d776e8f9a41ec" /><Relationship Type="http://schemas.openxmlformats.org/officeDocument/2006/relationships/image" Target="/ppt/media/image6.png" Id="Rcb36288aecf04d98" /><Relationship Type="http://schemas.openxmlformats.org/officeDocument/2006/relationships/image" Target="/ppt/media/image7.png" Id="Re9a1c45b8dc24942" /><Relationship Type="http://schemas.openxmlformats.org/officeDocument/2006/relationships/image" Target="/ppt/media/image8.png" Id="R3f23ae7023294712" /><Relationship Type="http://schemas.openxmlformats.org/officeDocument/2006/relationships/image" Target="/ppt/media/image9.png" Id="R001ce0062988428c" /><Relationship Type="http://schemas.openxmlformats.org/officeDocument/2006/relationships/image" Target="/ppt/media/image10.png" Id="R951028dc59314925" /><Relationship Type="http://schemas.openxmlformats.org/officeDocument/2006/relationships/image" Target="/ppt/media/image11.png" Id="R5227c76946a64ebb" /><Relationship Type="http://schemas.openxmlformats.org/officeDocument/2006/relationships/image" Target="/ppt/media/image12.png" Id="Ra2e5c8791d694ebe" /><Relationship Type="http://schemas.openxmlformats.org/officeDocument/2006/relationships/image" Target="/ppt/media/image13.png" Id="R0edd03be4f0143f5" /><Relationship Type="http://schemas.openxmlformats.org/officeDocument/2006/relationships/image" Target="/ppt/media/image14.png" Id="R2e683625997a422e" /><Relationship Type="http://schemas.openxmlformats.org/officeDocument/2006/relationships/image" Target="/ppt/media/image15.png" Id="R557a17622ea64ff7" /><Relationship Type="http://schemas.openxmlformats.org/officeDocument/2006/relationships/image" Target="/ppt/media/image16.png" Id="R8d24d18f38a04ca3" /><Relationship Type="http://schemas.openxmlformats.org/officeDocument/2006/relationships/image" Target="/ppt/media/image17.png" Id="R5ed157548dfe42eb" /><Relationship Type="http://schemas.openxmlformats.org/officeDocument/2006/relationships/image" Target="/ppt/media/image18.png" Id="Rb61bcb993bfd4f99" /><Relationship Type="http://schemas.openxmlformats.org/officeDocument/2006/relationships/image" Target="/ppt/media/image19.png" Id="R2d06226b27f74a73" /><Relationship Type="http://schemas.openxmlformats.org/officeDocument/2006/relationships/image" Target="/ppt/media/image20.png" Id="R28e64ed837c644f9" /><Relationship Type="http://schemas.openxmlformats.org/officeDocument/2006/relationships/image" Target="/ppt/media/image21.png" Id="Rdae78d59f1004017" /><Relationship Type="http://schemas.openxmlformats.org/officeDocument/2006/relationships/image" Target="/ppt/media/image22.png" Id="R6335e3fb97ba49dd" /><Relationship Type="http://schemas.openxmlformats.org/officeDocument/2006/relationships/image" Target="/ppt/media/image23.png" Id="R627c204319a34ab2" /><Relationship Type="http://schemas.openxmlformats.org/officeDocument/2006/relationships/image" Target="/ppt/media/image24.png" Id="R6aa2b78939d54cab" /><Relationship Type="http://schemas.openxmlformats.org/officeDocument/2006/relationships/image" Target="/ppt/media/image25.png" Id="R8c8c8c96845a48de" /><Relationship Type="http://schemas.openxmlformats.org/officeDocument/2006/relationships/image" Target="/ppt/media/image26.png" Id="R3815e52568f54ccf" /><Relationship Type="http://schemas.openxmlformats.org/officeDocument/2006/relationships/image" Target="/ppt/media/image27.png" Id="R2f655a806c6b4d06" /><Relationship Type="http://schemas.openxmlformats.org/officeDocument/2006/relationships/image" Target="/ppt/media/image28.png" Id="R62cc4314e8294186" /><Relationship Type="http://schemas.openxmlformats.org/officeDocument/2006/relationships/image" Target="/ppt/media/image29.png" Id="Raded1bd2dc4249b1" /><Relationship Type="http://schemas.openxmlformats.org/officeDocument/2006/relationships/image" Target="/ppt/media/image30.png" Id="Rb5eed932faf247c2" /><Relationship Type="http://schemas.openxmlformats.org/officeDocument/2006/relationships/image" Target="/ppt/media/image31.png" Id="R2691795abfe04e11" /><Relationship Type="http://schemas.openxmlformats.org/officeDocument/2006/relationships/image" Target="/ppt/media/image32.png" Id="R58a6608622a14fef" /><Relationship Type="http://schemas.openxmlformats.org/officeDocument/2006/relationships/image" Target="/ppt/media/image33.png" Id="Rd00e430b6fc148fa" /><Relationship Type="http://schemas.openxmlformats.org/officeDocument/2006/relationships/image" Target="/ppt/media/image34.png" Id="Rb13d2d10d4314455" /><Relationship Type="http://schemas.openxmlformats.org/officeDocument/2006/relationships/image" Target="/ppt/media/image35.png" Id="R4bc095dff9204094" /><Relationship Type="http://schemas.openxmlformats.org/officeDocument/2006/relationships/image" Target="/ppt/media/image36.png" Id="R32c1e7aaadef4da6" /><Relationship Type="http://schemas.openxmlformats.org/officeDocument/2006/relationships/notesSlide" Target="/ppt/notesSlides/notesSlide1.xml" Id="Rdcd7b61c514b46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3" name="pdf-path-2">
            <a:extLst xmlns:a="http://schemas.openxmlformats.org/drawingml/2006/main">
              <a:ext uri="{FF2B5EF4-FFF2-40B4-BE49-F238E27FC236}">
                <a16:creationId xmlns:a16="http://schemas.microsoft.com/office/drawing/2014/main" id="{7578FCEB-51DF-4E45-B334-A43D207B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2" y="3271511"/>
            <a:ext cx="13966483" cy="2469218"/>
          </a:xfrm>
          <a:custGeom xmlns:a="http://schemas.openxmlformats.org/drawingml/2006/main">
            <a:pathLst>
              <a:path w="13966483" h="2469218">
                <a:moveTo>
                  <a:pt x="0" y="198853"/>
                </a:moveTo>
                <a:cubicBezTo>
                  <a:pt x="0" y="89029"/>
                  <a:pt x="88924" y="0"/>
                  <a:pt x="198621" y="0"/>
                </a:cubicBezTo>
                <a:lnTo>
                  <a:pt x="13767861" y="0"/>
                </a:lnTo>
                <a:cubicBezTo>
                  <a:pt x="13877556" y="0"/>
                  <a:pt x="13966483" y="89029"/>
                  <a:pt x="13966483" y="198853"/>
                </a:cubicBezTo>
                <a:lnTo>
                  <a:pt x="13966483" y="2270366"/>
                </a:lnTo>
                <a:cubicBezTo>
                  <a:pt x="13966483" y="2380186"/>
                  <a:pt x="13877556" y="2469218"/>
                  <a:pt x="13767861" y="2469218"/>
                </a:cubicBezTo>
                <a:lnTo>
                  <a:pt x="198621" y="2469218"/>
                </a:lnTo>
                <a:cubicBezTo>
                  <a:pt x="88924" y="2469218"/>
                  <a:pt x="0" y="2380186"/>
                  <a:pt x="0" y="2270366"/>
                </a:cubicBezTo>
                <a:lnTo>
                  <a:pt x="0" y="198853"/>
                </a:lnTo>
              </a:path>
            </a:pathLst>
          </a:custGeom>
          <a:solidFill xmlns:a="http://schemas.openxmlformats.org/drawingml/2006/main">
            <a:srgbClr val="A3CCDA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3">
            <a:extLst xmlns:a="http://schemas.openxmlformats.org/drawingml/2006/main">
              <a:ext uri="{FF2B5EF4-FFF2-40B4-BE49-F238E27FC236}">
                <a16:creationId xmlns:a16="http://schemas.microsoft.com/office/drawing/2014/main" id="{95B705D2-D87F-4F4A-B9E2-4A47734A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2" y="3271511"/>
            <a:ext cx="13966483" cy="2469216"/>
          </a:xfrm>
          <a:custGeom xmlns:a="http://schemas.openxmlformats.org/drawingml/2006/main">
            <a:pathLst>
              <a:path w="13966483" h="2469216">
                <a:moveTo>
                  <a:pt x="0" y="198853"/>
                </a:moveTo>
                <a:cubicBezTo>
                  <a:pt x="0" y="89029"/>
                  <a:pt x="88926" y="0"/>
                  <a:pt x="198622" y="0"/>
                </a:cubicBezTo>
                <a:lnTo>
                  <a:pt x="13767861" y="0"/>
                </a:lnTo>
                <a:cubicBezTo>
                  <a:pt x="13877558" y="0"/>
                  <a:pt x="13966483" y="89029"/>
                  <a:pt x="13966483" y="198853"/>
                </a:cubicBezTo>
                <a:lnTo>
                  <a:pt x="13966483" y="2270364"/>
                </a:lnTo>
                <a:cubicBezTo>
                  <a:pt x="13966483" y="2380187"/>
                  <a:pt x="13877558" y="2469216"/>
                  <a:pt x="13767861" y="2469216"/>
                </a:cubicBezTo>
                <a:lnTo>
                  <a:pt x="198622" y="2469216"/>
                </a:lnTo>
                <a:cubicBezTo>
                  <a:pt x="88926" y="2469216"/>
                  <a:pt x="0" y="2380187"/>
                  <a:pt x="0" y="2270364"/>
                </a:cubicBezTo>
                <a:lnTo>
                  <a:pt x="0" y="198853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B5D4"/>
            </a:solidFill>
            <a:prstDash val="solid"/>
          </a:ln>
        </p:spPr>
      </p:sp>
      <p:sp>
        <p:nvSpPr>
          <p:cNvPr id="3" name="pdf-path-4">
            <a:extLst xmlns:a="http://schemas.openxmlformats.org/drawingml/2006/main">
              <a:ext uri="{FF2B5EF4-FFF2-40B4-BE49-F238E27FC236}">
                <a16:creationId xmlns:a16="http://schemas.microsoft.com/office/drawing/2014/main" id="{9E237D1C-B6CD-4854-A29E-0E55F71F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2" y="5942912"/>
            <a:ext cx="13966483" cy="2799672"/>
          </a:xfrm>
          <a:custGeom xmlns:a="http://schemas.openxmlformats.org/drawingml/2006/main">
            <a:pathLst>
              <a:path w="13966483" h="2799672">
                <a:moveTo>
                  <a:pt x="0" y="225462"/>
                </a:moveTo>
                <a:cubicBezTo>
                  <a:pt x="0" y="100943"/>
                  <a:pt x="100823" y="0"/>
                  <a:pt x="225196" y="0"/>
                </a:cubicBezTo>
                <a:lnTo>
                  <a:pt x="13741283" y="0"/>
                </a:lnTo>
                <a:cubicBezTo>
                  <a:pt x="13865658" y="0"/>
                  <a:pt x="13966483" y="100943"/>
                  <a:pt x="13966483" y="225462"/>
                </a:cubicBezTo>
                <a:lnTo>
                  <a:pt x="13966483" y="2574213"/>
                </a:lnTo>
                <a:cubicBezTo>
                  <a:pt x="13966483" y="2698732"/>
                  <a:pt x="13865658" y="2799672"/>
                  <a:pt x="13741283" y="2799672"/>
                </a:cubicBezTo>
                <a:lnTo>
                  <a:pt x="225196" y="2799672"/>
                </a:lnTo>
                <a:cubicBezTo>
                  <a:pt x="100823" y="2799672"/>
                  <a:pt x="0" y="2698732"/>
                  <a:pt x="0" y="2574213"/>
                </a:cubicBezTo>
                <a:lnTo>
                  <a:pt x="0" y="225462"/>
                </a:lnTo>
              </a:path>
            </a:pathLst>
          </a:custGeom>
          <a:solidFill xmlns:a="http://schemas.openxmlformats.org/drawingml/2006/main">
            <a:srgbClr val="FF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df-path-5">
            <a:extLst xmlns:a="http://schemas.openxmlformats.org/drawingml/2006/main">
              <a:ext uri="{FF2B5EF4-FFF2-40B4-BE49-F238E27FC236}">
                <a16:creationId xmlns:a16="http://schemas.microsoft.com/office/drawing/2014/main" id="{AEC902C6-5F24-4CB6-AB86-AA761692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2" y="5942912"/>
            <a:ext cx="13966483" cy="2799672"/>
          </a:xfrm>
          <a:custGeom xmlns:a="http://schemas.openxmlformats.org/drawingml/2006/main">
            <a:pathLst>
              <a:path w="13966483" h="2799672">
                <a:moveTo>
                  <a:pt x="0" y="225460"/>
                </a:moveTo>
                <a:cubicBezTo>
                  <a:pt x="0" y="100942"/>
                  <a:pt x="100825" y="0"/>
                  <a:pt x="225199" y="0"/>
                </a:cubicBezTo>
                <a:lnTo>
                  <a:pt x="13741284" y="0"/>
                </a:lnTo>
                <a:cubicBezTo>
                  <a:pt x="13865658" y="0"/>
                  <a:pt x="13966483" y="100942"/>
                  <a:pt x="13966483" y="225460"/>
                </a:cubicBezTo>
                <a:lnTo>
                  <a:pt x="13966483" y="2574213"/>
                </a:lnTo>
                <a:cubicBezTo>
                  <a:pt x="13966483" y="2698730"/>
                  <a:pt x="13865658" y="2799672"/>
                  <a:pt x="13741284" y="2799672"/>
                </a:cubicBezTo>
                <a:lnTo>
                  <a:pt x="225199" y="2799672"/>
                </a:lnTo>
                <a:cubicBezTo>
                  <a:pt x="100825" y="2799672"/>
                  <a:pt x="0" y="2698730"/>
                  <a:pt x="0" y="2574213"/>
                </a:cubicBezTo>
                <a:lnTo>
                  <a:pt x="0" y="22546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1D6D6"/>
            </a:solidFill>
            <a:prstDash val="solid"/>
          </a:ln>
        </p:spPr>
      </p:sp>
      <p:sp>
        <p:nvSpPr>
          <p:cNvPr id="5" name="pdf-path-6">
            <a:extLst xmlns:a="http://schemas.openxmlformats.org/drawingml/2006/main">
              <a:ext uri="{FF2B5EF4-FFF2-40B4-BE49-F238E27FC236}">
                <a16:creationId xmlns:a16="http://schemas.microsoft.com/office/drawing/2014/main" id="{0A7A5F5C-FFB4-4D2C-A89D-0FB7F0C2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2" y="75965"/>
            <a:ext cx="13966483" cy="3005925"/>
          </a:xfrm>
          <a:custGeom xmlns:a="http://schemas.openxmlformats.org/drawingml/2006/main">
            <a:pathLst>
              <a:path w="13966483" h="3005925">
                <a:moveTo>
                  <a:pt x="0" y="242066"/>
                </a:moveTo>
                <a:cubicBezTo>
                  <a:pt x="0" y="108377"/>
                  <a:pt x="108250" y="0"/>
                  <a:pt x="241783" y="0"/>
                </a:cubicBezTo>
                <a:lnTo>
                  <a:pt x="13724695" y="0"/>
                </a:lnTo>
                <a:cubicBezTo>
                  <a:pt x="13858232" y="0"/>
                  <a:pt x="13966483" y="108377"/>
                  <a:pt x="13966483" y="242066"/>
                </a:cubicBezTo>
                <a:lnTo>
                  <a:pt x="13966483" y="2763856"/>
                </a:lnTo>
                <a:cubicBezTo>
                  <a:pt x="13966483" y="2897549"/>
                  <a:pt x="13858232" y="3005925"/>
                  <a:pt x="13724695" y="3005925"/>
                </a:cubicBezTo>
                <a:lnTo>
                  <a:pt x="241783" y="3005925"/>
                </a:lnTo>
                <a:cubicBezTo>
                  <a:pt x="108250" y="3005925"/>
                  <a:pt x="0" y="2897549"/>
                  <a:pt x="0" y="2763856"/>
                </a:cubicBezTo>
                <a:lnTo>
                  <a:pt x="0" y="242066"/>
                </a:lnTo>
              </a:path>
            </a:pathLst>
          </a:custGeom>
          <a:solidFill xmlns:a="http://schemas.openxmlformats.org/drawingml/2006/main">
            <a:srgbClr val="FFF6C1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df-path-7">
            <a:extLst xmlns:a="http://schemas.openxmlformats.org/drawingml/2006/main">
              <a:ext uri="{FF2B5EF4-FFF2-40B4-BE49-F238E27FC236}">
                <a16:creationId xmlns:a16="http://schemas.microsoft.com/office/drawing/2014/main" id="{705F87CF-0605-42CD-9F5B-8275C910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2" y="75965"/>
            <a:ext cx="13966483" cy="3005925"/>
          </a:xfrm>
          <a:custGeom xmlns:a="http://schemas.openxmlformats.org/drawingml/2006/main">
            <a:pathLst>
              <a:path w="13966483" h="3005925">
                <a:moveTo>
                  <a:pt x="0" y="242067"/>
                </a:moveTo>
                <a:cubicBezTo>
                  <a:pt x="0" y="108377"/>
                  <a:pt x="108252" y="0"/>
                  <a:pt x="241786" y="0"/>
                </a:cubicBezTo>
                <a:lnTo>
                  <a:pt x="13724696" y="0"/>
                </a:lnTo>
                <a:cubicBezTo>
                  <a:pt x="13858234" y="0"/>
                  <a:pt x="13966483" y="108377"/>
                  <a:pt x="13966483" y="242067"/>
                </a:cubicBezTo>
                <a:lnTo>
                  <a:pt x="13966483" y="2763858"/>
                </a:lnTo>
                <a:cubicBezTo>
                  <a:pt x="13966483" y="2897547"/>
                  <a:pt x="13858234" y="3005925"/>
                  <a:pt x="13724696" y="3005925"/>
                </a:cubicBezTo>
                <a:lnTo>
                  <a:pt x="241786" y="3005925"/>
                </a:lnTo>
                <a:cubicBezTo>
                  <a:pt x="108252" y="3005925"/>
                  <a:pt x="0" y="2897547"/>
                  <a:pt x="0" y="2763858"/>
                </a:cubicBezTo>
                <a:lnTo>
                  <a:pt x="0" y="242067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FBFBF"/>
            </a:solidFill>
            <a:prstDash val="solid"/>
          </a:ln>
        </p:spPr>
      </p:sp>
      <p:sp>
        <p:nvSpPr>
          <p:cNvPr id="7" name="pdf-path-8">
            <a:extLst xmlns:a="http://schemas.openxmlformats.org/drawingml/2006/main">
              <a:ext uri="{FF2B5EF4-FFF2-40B4-BE49-F238E27FC236}">
                <a16:creationId xmlns:a16="http://schemas.microsoft.com/office/drawing/2014/main" id="{396763FE-2368-4912-A6E1-B821FD47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551" y="1450771"/>
            <a:ext cx="953557" cy="113965"/>
          </a:xfrm>
          <a:custGeom xmlns:a="http://schemas.openxmlformats.org/drawingml/2006/main">
            <a:pathLst>
              <a:path w="953557" h="113965">
                <a:moveTo>
                  <a:pt x="3" y="0"/>
                </a:moveTo>
                <a:lnTo>
                  <a:pt x="811266" y="0"/>
                </a:lnTo>
                <a:lnTo>
                  <a:pt x="811266" y="56983"/>
                </a:lnTo>
                <a:lnTo>
                  <a:pt x="0" y="56979"/>
                </a:lnTo>
                <a:lnTo>
                  <a:pt x="3" y="0"/>
                </a:lnTo>
                <a:moveTo>
                  <a:pt x="782811" y="-56980"/>
                </a:moveTo>
                <a:lnTo>
                  <a:pt x="953557" y="28491"/>
                </a:lnTo>
                <a:lnTo>
                  <a:pt x="782811" y="113965"/>
                </a:lnTo>
                <a:lnTo>
                  <a:pt x="782811" y="-56980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df-path-9">
            <a:extLst xmlns:a="http://schemas.openxmlformats.org/drawingml/2006/main">
              <a:ext uri="{FF2B5EF4-FFF2-40B4-BE49-F238E27FC236}">
                <a16:creationId xmlns:a16="http://schemas.microsoft.com/office/drawing/2014/main" id="{1A497B89-27BB-4218-8D7E-895AEB4C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551" y="2409257"/>
            <a:ext cx="953557" cy="113965"/>
          </a:xfrm>
          <a:custGeom xmlns:a="http://schemas.openxmlformats.org/drawingml/2006/main">
            <a:pathLst>
              <a:path w="953557" h="113965">
                <a:moveTo>
                  <a:pt x="3" y="0"/>
                </a:moveTo>
                <a:lnTo>
                  <a:pt x="811266" y="0"/>
                </a:lnTo>
                <a:lnTo>
                  <a:pt x="811266" y="56983"/>
                </a:lnTo>
                <a:lnTo>
                  <a:pt x="0" y="56980"/>
                </a:lnTo>
                <a:lnTo>
                  <a:pt x="3" y="0"/>
                </a:lnTo>
                <a:moveTo>
                  <a:pt x="782811" y="-56979"/>
                </a:moveTo>
                <a:lnTo>
                  <a:pt x="953557" y="28491"/>
                </a:lnTo>
                <a:lnTo>
                  <a:pt x="782811" y="113965"/>
                </a:lnTo>
                <a:lnTo>
                  <a:pt x="782811" y="-56979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df-path-10">
            <a:extLst xmlns:a="http://schemas.openxmlformats.org/drawingml/2006/main">
              <a:ext uri="{FF2B5EF4-FFF2-40B4-BE49-F238E27FC236}">
                <a16:creationId xmlns:a16="http://schemas.microsoft.com/office/drawing/2014/main" id="{D71B08C3-6609-4E5E-9211-6C4EEE3B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8605" y="4930203"/>
            <a:ext cx="634536" cy="113965"/>
          </a:xfrm>
          <a:custGeom xmlns:a="http://schemas.openxmlformats.org/drawingml/2006/main">
            <a:pathLst>
              <a:path w="634536" h="113965">
                <a:moveTo>
                  <a:pt x="634536" y="0"/>
                </a:moveTo>
                <a:lnTo>
                  <a:pt x="142291" y="3"/>
                </a:lnTo>
                <a:lnTo>
                  <a:pt x="142291" y="56983"/>
                </a:lnTo>
                <a:lnTo>
                  <a:pt x="634536" y="56983"/>
                </a:lnTo>
                <a:lnTo>
                  <a:pt x="634536" y="0"/>
                </a:lnTo>
                <a:moveTo>
                  <a:pt x="170749" y="-56979"/>
                </a:moveTo>
                <a:lnTo>
                  <a:pt x="0" y="28496"/>
                </a:lnTo>
                <a:lnTo>
                  <a:pt x="170749" y="113965"/>
                </a:lnTo>
                <a:lnTo>
                  <a:pt x="170749" y="-56979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df-path-11">
            <a:extLst xmlns:a="http://schemas.openxmlformats.org/drawingml/2006/main">
              <a:ext uri="{FF2B5EF4-FFF2-40B4-BE49-F238E27FC236}">
                <a16:creationId xmlns:a16="http://schemas.microsoft.com/office/drawing/2014/main" id="{65F6A77F-CD6E-4AA7-8FF2-04B7510C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6759" y="1450771"/>
            <a:ext cx="3325717" cy="113965"/>
          </a:xfrm>
          <a:custGeom xmlns:a="http://schemas.openxmlformats.org/drawingml/2006/main">
            <a:pathLst>
              <a:path w="3325717" h="113965">
                <a:moveTo>
                  <a:pt x="0" y="0"/>
                </a:moveTo>
                <a:lnTo>
                  <a:pt x="3183430" y="0"/>
                </a:lnTo>
                <a:lnTo>
                  <a:pt x="3183430" y="56983"/>
                </a:lnTo>
                <a:lnTo>
                  <a:pt x="0" y="56979"/>
                </a:lnTo>
                <a:lnTo>
                  <a:pt x="0" y="0"/>
                </a:lnTo>
                <a:moveTo>
                  <a:pt x="3154972" y="-56980"/>
                </a:moveTo>
                <a:lnTo>
                  <a:pt x="3325717" y="28491"/>
                </a:lnTo>
                <a:lnTo>
                  <a:pt x="3154972" y="113965"/>
                </a:lnTo>
                <a:lnTo>
                  <a:pt x="3154972" y="-56980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7383B-E77F-4098-92B4-C5C59DCF5D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8bb5b65eb46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67675" y="180975"/>
            <a:ext cx="3429000" cy="2571750"/>
          </a:xfrm>
          <a:prstGeom xmlns:a="http://schemas.openxmlformats.org/drawingml/2006/main" prst="rect">
            <a:avLst/>
          </a:prstGeom>
        </p:spPr>
      </p:pic>
      <p:sp>
        <p:nvSpPr>
          <p:cNvPr id="12" name="source-raster-0">
            <a:extLst xmlns:a="http://schemas.openxmlformats.org/drawingml/2006/main">
              <a:ext uri="{FF2B5EF4-FFF2-40B4-BE49-F238E27FC236}">
                <a16:creationId xmlns:a16="http://schemas.microsoft.com/office/drawing/2014/main" id="{15E92750-D43F-4816-8813-0E6C4212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7675" y="180975"/>
            <a:ext cx="3429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pdf-path-13">
            <a:extLst xmlns:a="http://schemas.openxmlformats.org/drawingml/2006/main">
              <a:ext uri="{FF2B5EF4-FFF2-40B4-BE49-F238E27FC236}">
                <a16:creationId xmlns:a16="http://schemas.microsoft.com/office/drawing/2014/main" id="{08A0676E-66FA-4C38-9FD8-0534A248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2573" y="1541445"/>
            <a:ext cx="242005" cy="242286"/>
          </a:xfrm>
          <a:custGeom xmlns:a="http://schemas.openxmlformats.org/drawingml/2006/main">
            <a:pathLst>
              <a:path w="242005" h="242286">
                <a:moveTo>
                  <a:pt x="0" y="121143"/>
                </a:moveTo>
                <a:cubicBezTo>
                  <a:pt x="0" y="54237"/>
                  <a:pt x="54176" y="0"/>
                  <a:pt x="121002" y="0"/>
                </a:cubicBezTo>
                <a:cubicBezTo>
                  <a:pt x="187830" y="0"/>
                  <a:pt x="242005" y="54237"/>
                  <a:pt x="242005" y="121143"/>
                </a:cubicBezTo>
                <a:cubicBezTo>
                  <a:pt x="242005" y="188048"/>
                  <a:pt x="187830" y="242286"/>
                  <a:pt x="121002" y="242286"/>
                </a:cubicBezTo>
                <a:cubicBezTo>
                  <a:pt x="54176" y="242286"/>
                  <a:pt x="0" y="188048"/>
                  <a:pt x="0" y="121143"/>
                </a:cubicBezTo>
              </a:path>
            </a:pathLst>
          </a:custGeom>
          <a:solidFill xmlns:a="http://schemas.openxmlformats.org/drawingml/2006/main">
            <a:srgbClr val="F2CF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df-path-14">
            <a:extLst xmlns:a="http://schemas.openxmlformats.org/drawingml/2006/main">
              <a:ext uri="{FF2B5EF4-FFF2-40B4-BE49-F238E27FC236}">
                <a16:creationId xmlns:a16="http://schemas.microsoft.com/office/drawing/2014/main" id="{4A450B7D-2DC7-4E5C-A8A2-E62121AA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2573" y="1541445"/>
            <a:ext cx="242004" cy="242284"/>
          </a:xfrm>
          <a:custGeom xmlns:a="http://schemas.openxmlformats.org/drawingml/2006/main">
            <a:pathLst>
              <a:path w="242004" h="242284">
                <a:moveTo>
                  <a:pt x="0" y="121142"/>
                </a:moveTo>
                <a:cubicBezTo>
                  <a:pt x="0" y="54237"/>
                  <a:pt x="54175" y="0"/>
                  <a:pt x="121002" y="0"/>
                </a:cubicBezTo>
                <a:cubicBezTo>
                  <a:pt x="187830" y="0"/>
                  <a:pt x="242004" y="54237"/>
                  <a:pt x="242004" y="121142"/>
                </a:cubicBezTo>
                <a:cubicBezTo>
                  <a:pt x="242004" y="188047"/>
                  <a:pt x="187830" y="242284"/>
                  <a:pt x="121002" y="242284"/>
                </a:cubicBezTo>
                <a:cubicBezTo>
                  <a:pt x="54175" y="242284"/>
                  <a:pt x="0" y="188047"/>
                  <a:pt x="0" y="12114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95959"/>
            </a:solidFill>
            <a:prstDash val="solid"/>
          </a:ln>
        </p:spPr>
      </p:sp>
      <p:sp>
        <p:nvSpPr>
          <p:cNvPr id="15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B1B0E133-2142-40F1-A4D4-C0363C81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309" y="1589600"/>
            <a:ext cx="90208" cy="18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16" name="pdf-path-16">
            <a:extLst xmlns:a="http://schemas.openxmlformats.org/drawingml/2006/main">
              <a:ext uri="{FF2B5EF4-FFF2-40B4-BE49-F238E27FC236}">
                <a16:creationId xmlns:a16="http://schemas.microsoft.com/office/drawing/2014/main" id="{934D4264-86CB-4E44-9AF1-3C2166AE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1075" y="1430451"/>
            <a:ext cx="242005" cy="242282"/>
          </a:xfrm>
          <a:custGeom xmlns:a="http://schemas.openxmlformats.org/drawingml/2006/main">
            <a:pathLst>
              <a:path w="242005" h="242282">
                <a:moveTo>
                  <a:pt x="0" y="121139"/>
                </a:moveTo>
                <a:cubicBezTo>
                  <a:pt x="0" y="54237"/>
                  <a:pt x="54176" y="0"/>
                  <a:pt x="121002" y="0"/>
                </a:cubicBezTo>
                <a:cubicBezTo>
                  <a:pt x="187829" y="0"/>
                  <a:pt x="242005" y="54237"/>
                  <a:pt x="242005" y="121139"/>
                </a:cubicBezTo>
                <a:cubicBezTo>
                  <a:pt x="242005" y="188046"/>
                  <a:pt x="187829" y="242282"/>
                  <a:pt x="121002" y="242282"/>
                </a:cubicBezTo>
                <a:cubicBezTo>
                  <a:pt x="54176" y="242282"/>
                  <a:pt x="0" y="188046"/>
                  <a:pt x="0" y="121139"/>
                </a:cubicBezTo>
              </a:path>
            </a:pathLst>
          </a:custGeom>
          <a:solidFill xmlns:a="http://schemas.openxmlformats.org/drawingml/2006/main">
            <a:srgbClr val="E59F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df-path-17">
            <a:extLst xmlns:a="http://schemas.openxmlformats.org/drawingml/2006/main">
              <a:ext uri="{FF2B5EF4-FFF2-40B4-BE49-F238E27FC236}">
                <a16:creationId xmlns:a16="http://schemas.microsoft.com/office/drawing/2014/main" id="{96AEEC8F-617B-4CD6-8FDA-8735E188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1075" y="1430451"/>
            <a:ext cx="242004" cy="242284"/>
          </a:xfrm>
          <a:custGeom xmlns:a="http://schemas.openxmlformats.org/drawingml/2006/main">
            <a:pathLst>
              <a:path w="242004" h="242284">
                <a:moveTo>
                  <a:pt x="0" y="121142"/>
                </a:moveTo>
                <a:cubicBezTo>
                  <a:pt x="0" y="54237"/>
                  <a:pt x="54175" y="0"/>
                  <a:pt x="121002" y="0"/>
                </a:cubicBezTo>
                <a:cubicBezTo>
                  <a:pt x="187830" y="0"/>
                  <a:pt x="242004" y="54237"/>
                  <a:pt x="242004" y="121142"/>
                </a:cubicBezTo>
                <a:cubicBezTo>
                  <a:pt x="242004" y="188047"/>
                  <a:pt x="187830" y="242284"/>
                  <a:pt x="121002" y="242284"/>
                </a:cubicBezTo>
                <a:cubicBezTo>
                  <a:pt x="54175" y="242284"/>
                  <a:pt x="0" y="188047"/>
                  <a:pt x="0" y="12114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95959"/>
            </a:solidFill>
            <a:prstDash val="solid"/>
          </a:ln>
        </p:spPr>
      </p:sp>
      <p:sp>
        <p:nvSpPr>
          <p:cNvPr id="18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D3E4685A-1A4E-4D04-837D-F1061890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7811" y="1477019"/>
            <a:ext cx="90208" cy="18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19" name="pdf-path-19">
            <a:extLst xmlns:a="http://schemas.openxmlformats.org/drawingml/2006/main">
              <a:ext uri="{FF2B5EF4-FFF2-40B4-BE49-F238E27FC236}">
                <a16:creationId xmlns:a16="http://schemas.microsoft.com/office/drawing/2014/main" id="{6E5935AE-6347-4F0A-9E01-E5E7990B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5225" y="1078613"/>
            <a:ext cx="242003" cy="242282"/>
          </a:xfrm>
          <a:custGeom xmlns:a="http://schemas.openxmlformats.org/drawingml/2006/main">
            <a:pathLst>
              <a:path w="242003" h="242282">
                <a:moveTo>
                  <a:pt x="0" y="121139"/>
                </a:moveTo>
                <a:cubicBezTo>
                  <a:pt x="0" y="54237"/>
                  <a:pt x="54175" y="0"/>
                  <a:pt x="121001" y="0"/>
                </a:cubicBezTo>
                <a:cubicBezTo>
                  <a:pt x="187832" y="0"/>
                  <a:pt x="242003" y="54237"/>
                  <a:pt x="242003" y="121139"/>
                </a:cubicBezTo>
                <a:cubicBezTo>
                  <a:pt x="242003" y="188046"/>
                  <a:pt x="187832" y="242282"/>
                  <a:pt x="121001" y="242282"/>
                </a:cubicBezTo>
                <a:cubicBezTo>
                  <a:pt x="54175" y="242282"/>
                  <a:pt x="0" y="188046"/>
                  <a:pt x="0" y="121139"/>
                </a:cubicBezTo>
              </a:path>
            </a:pathLst>
          </a:custGeom>
          <a:solidFill xmlns:a="http://schemas.openxmlformats.org/drawingml/2006/main">
            <a:srgbClr val="F0C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df-path-20">
            <a:extLst xmlns:a="http://schemas.openxmlformats.org/drawingml/2006/main">
              <a:ext uri="{FF2B5EF4-FFF2-40B4-BE49-F238E27FC236}">
                <a16:creationId xmlns:a16="http://schemas.microsoft.com/office/drawing/2014/main" id="{31044EF0-DC98-4F47-BACC-7FAC7C9A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5225" y="1078613"/>
            <a:ext cx="242004" cy="242284"/>
          </a:xfrm>
          <a:custGeom xmlns:a="http://schemas.openxmlformats.org/drawingml/2006/main">
            <a:pathLst>
              <a:path w="242004" h="242284">
                <a:moveTo>
                  <a:pt x="0" y="121142"/>
                </a:moveTo>
                <a:cubicBezTo>
                  <a:pt x="0" y="54237"/>
                  <a:pt x="54175" y="0"/>
                  <a:pt x="121002" y="0"/>
                </a:cubicBezTo>
                <a:cubicBezTo>
                  <a:pt x="187830" y="0"/>
                  <a:pt x="242004" y="54237"/>
                  <a:pt x="242004" y="121142"/>
                </a:cubicBezTo>
                <a:cubicBezTo>
                  <a:pt x="242004" y="188047"/>
                  <a:pt x="187830" y="242284"/>
                  <a:pt x="121002" y="242284"/>
                </a:cubicBezTo>
                <a:cubicBezTo>
                  <a:pt x="54175" y="242284"/>
                  <a:pt x="0" y="188047"/>
                  <a:pt x="0" y="12114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95959"/>
            </a:solidFill>
            <a:prstDash val="solid"/>
          </a:ln>
        </p:spPr>
      </p:sp>
      <p:sp>
        <p:nvSpPr>
          <p:cNvPr id="21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D12421DF-B858-4BB4-A6FA-43BFFA48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1963" y="1130619"/>
            <a:ext cx="90208" cy="18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2" name="pdf-path-22">
            <a:extLst xmlns:a="http://schemas.openxmlformats.org/drawingml/2006/main">
              <a:ext uri="{FF2B5EF4-FFF2-40B4-BE49-F238E27FC236}">
                <a16:creationId xmlns:a16="http://schemas.microsoft.com/office/drawing/2014/main" id="{87CFB01E-37E0-4E12-B666-F6CA07FE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0961" y="1764667"/>
            <a:ext cx="242005" cy="242281"/>
          </a:xfrm>
          <a:custGeom xmlns:a="http://schemas.openxmlformats.org/drawingml/2006/main">
            <a:pathLst>
              <a:path w="242005" h="242281">
                <a:moveTo>
                  <a:pt x="0" y="121139"/>
                </a:moveTo>
                <a:cubicBezTo>
                  <a:pt x="0" y="54237"/>
                  <a:pt x="54173" y="0"/>
                  <a:pt x="121002" y="0"/>
                </a:cubicBezTo>
                <a:cubicBezTo>
                  <a:pt x="187829" y="0"/>
                  <a:pt x="242005" y="54237"/>
                  <a:pt x="242005" y="121139"/>
                </a:cubicBezTo>
                <a:cubicBezTo>
                  <a:pt x="242005" y="188046"/>
                  <a:pt x="187829" y="242281"/>
                  <a:pt x="121002" y="242281"/>
                </a:cubicBezTo>
                <a:cubicBezTo>
                  <a:pt x="54173" y="242281"/>
                  <a:pt x="0" y="188046"/>
                  <a:pt x="0" y="121139"/>
                </a:cubicBezTo>
              </a:path>
            </a:pathLst>
          </a:custGeom>
          <a:solidFill xmlns:a="http://schemas.openxmlformats.org/drawingml/2006/main">
            <a:srgbClr val="B4E5A2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df-path-23">
            <a:extLst xmlns:a="http://schemas.openxmlformats.org/drawingml/2006/main">
              <a:ext uri="{FF2B5EF4-FFF2-40B4-BE49-F238E27FC236}">
                <a16:creationId xmlns:a16="http://schemas.microsoft.com/office/drawing/2014/main" id="{249B840B-1467-440C-9004-F6550FA0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0961" y="1764667"/>
            <a:ext cx="242004" cy="242284"/>
          </a:xfrm>
          <a:custGeom xmlns:a="http://schemas.openxmlformats.org/drawingml/2006/main">
            <a:pathLst>
              <a:path w="242004" h="242284">
                <a:moveTo>
                  <a:pt x="0" y="121142"/>
                </a:moveTo>
                <a:cubicBezTo>
                  <a:pt x="0" y="54237"/>
                  <a:pt x="54175" y="0"/>
                  <a:pt x="121002" y="0"/>
                </a:cubicBezTo>
                <a:cubicBezTo>
                  <a:pt x="187830" y="0"/>
                  <a:pt x="242004" y="54237"/>
                  <a:pt x="242004" y="121142"/>
                </a:cubicBezTo>
                <a:cubicBezTo>
                  <a:pt x="242004" y="188047"/>
                  <a:pt x="187830" y="242284"/>
                  <a:pt x="121002" y="242284"/>
                </a:cubicBezTo>
                <a:cubicBezTo>
                  <a:pt x="54175" y="242284"/>
                  <a:pt x="0" y="188047"/>
                  <a:pt x="0" y="12114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95959"/>
            </a:solidFill>
            <a:prstDash val="solid"/>
          </a:ln>
        </p:spPr>
      </p:sp>
      <p:sp>
        <p:nvSpPr>
          <p:cNvPr id="24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33042181-3104-4CF4-8998-CF63B82C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7697" y="1814760"/>
            <a:ext cx="90208" cy="18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5" name="pdf-path-25">
            <a:extLst xmlns:a="http://schemas.openxmlformats.org/drawingml/2006/main">
              <a:ext uri="{FF2B5EF4-FFF2-40B4-BE49-F238E27FC236}">
                <a16:creationId xmlns:a16="http://schemas.microsoft.com/office/drawing/2014/main" id="{B7B95DB4-3E5A-4AB2-A100-765B7BB7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3927" y="2059370"/>
            <a:ext cx="242005" cy="242287"/>
          </a:xfrm>
          <a:custGeom xmlns:a="http://schemas.openxmlformats.org/drawingml/2006/main">
            <a:pathLst>
              <a:path w="242005" h="242287">
                <a:moveTo>
                  <a:pt x="0" y="121143"/>
                </a:moveTo>
                <a:cubicBezTo>
                  <a:pt x="0" y="54237"/>
                  <a:pt x="54176" y="0"/>
                  <a:pt x="121002" y="0"/>
                </a:cubicBezTo>
                <a:cubicBezTo>
                  <a:pt x="187832" y="0"/>
                  <a:pt x="242005" y="54237"/>
                  <a:pt x="242005" y="121143"/>
                </a:cubicBezTo>
                <a:cubicBezTo>
                  <a:pt x="242005" y="188049"/>
                  <a:pt x="187832" y="242287"/>
                  <a:pt x="121002" y="242287"/>
                </a:cubicBezTo>
                <a:cubicBezTo>
                  <a:pt x="54176" y="242287"/>
                  <a:pt x="0" y="188049"/>
                  <a:pt x="0" y="121143"/>
                </a:cubicBezTo>
              </a:path>
            </a:pathLst>
          </a:custGeom>
          <a:solidFill xmlns:a="http://schemas.openxmlformats.org/drawingml/2006/main">
            <a:srgbClr val="F6C6AD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df-path-26">
            <a:extLst xmlns:a="http://schemas.openxmlformats.org/drawingml/2006/main">
              <a:ext uri="{FF2B5EF4-FFF2-40B4-BE49-F238E27FC236}">
                <a16:creationId xmlns:a16="http://schemas.microsoft.com/office/drawing/2014/main" id="{E2AA031E-4293-43DB-8F1E-0C66E79D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3927" y="2059370"/>
            <a:ext cx="242004" cy="242284"/>
          </a:xfrm>
          <a:custGeom xmlns:a="http://schemas.openxmlformats.org/drawingml/2006/main">
            <a:pathLst>
              <a:path w="242004" h="242284">
                <a:moveTo>
                  <a:pt x="0" y="121142"/>
                </a:moveTo>
                <a:cubicBezTo>
                  <a:pt x="0" y="54237"/>
                  <a:pt x="54175" y="0"/>
                  <a:pt x="121002" y="0"/>
                </a:cubicBezTo>
                <a:cubicBezTo>
                  <a:pt x="187830" y="0"/>
                  <a:pt x="242004" y="54237"/>
                  <a:pt x="242004" y="121142"/>
                </a:cubicBezTo>
                <a:cubicBezTo>
                  <a:pt x="242004" y="188047"/>
                  <a:pt x="187830" y="242284"/>
                  <a:pt x="121002" y="242284"/>
                </a:cubicBezTo>
                <a:cubicBezTo>
                  <a:pt x="54175" y="242284"/>
                  <a:pt x="0" y="188047"/>
                  <a:pt x="0" y="12114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95959"/>
            </a:solidFill>
            <a:prstDash val="solid"/>
          </a:ln>
        </p:spPr>
      </p:sp>
      <p:sp>
        <p:nvSpPr>
          <p:cNvPr id="27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F6B66D9A-BF6B-4BB3-A43A-A65AE50A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0663" y="2109201"/>
            <a:ext cx="90208" cy="18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8" name="pdf-path-28">
            <a:extLst xmlns:a="http://schemas.openxmlformats.org/drawingml/2006/main">
              <a:ext uri="{FF2B5EF4-FFF2-40B4-BE49-F238E27FC236}">
                <a16:creationId xmlns:a16="http://schemas.microsoft.com/office/drawing/2014/main" id="{BF7DFB14-2059-4FE7-8031-62C8CD73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9344" y="2327762"/>
            <a:ext cx="242007" cy="242286"/>
          </a:xfrm>
          <a:custGeom xmlns:a="http://schemas.openxmlformats.org/drawingml/2006/main">
            <a:pathLst>
              <a:path w="242007" h="242286">
                <a:moveTo>
                  <a:pt x="0" y="121143"/>
                </a:moveTo>
                <a:cubicBezTo>
                  <a:pt x="0" y="54237"/>
                  <a:pt x="54175" y="0"/>
                  <a:pt x="121006" y="0"/>
                </a:cubicBezTo>
                <a:cubicBezTo>
                  <a:pt x="187832" y="0"/>
                  <a:pt x="242007" y="54237"/>
                  <a:pt x="242007" y="121143"/>
                </a:cubicBezTo>
                <a:cubicBezTo>
                  <a:pt x="242007" y="188049"/>
                  <a:pt x="187832" y="242286"/>
                  <a:pt x="121006" y="242286"/>
                </a:cubicBezTo>
                <a:cubicBezTo>
                  <a:pt x="54175" y="242286"/>
                  <a:pt x="0" y="188049"/>
                  <a:pt x="0" y="121143"/>
                </a:cubicBezTo>
              </a:path>
            </a:pathLst>
          </a:custGeom>
          <a:solidFill xmlns:a="http://schemas.openxmlformats.org/drawingml/2006/main">
            <a:srgbClr val="BFBFB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df-path-29">
            <a:extLst xmlns:a="http://schemas.openxmlformats.org/drawingml/2006/main">
              <a:ext uri="{FF2B5EF4-FFF2-40B4-BE49-F238E27FC236}">
                <a16:creationId xmlns:a16="http://schemas.microsoft.com/office/drawing/2014/main" id="{4F0845E1-1471-4964-A712-0AD03AFF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9344" y="2327762"/>
            <a:ext cx="242004" cy="242284"/>
          </a:xfrm>
          <a:custGeom xmlns:a="http://schemas.openxmlformats.org/drawingml/2006/main">
            <a:pathLst>
              <a:path w="242004" h="242284">
                <a:moveTo>
                  <a:pt x="0" y="121142"/>
                </a:moveTo>
                <a:cubicBezTo>
                  <a:pt x="0" y="54237"/>
                  <a:pt x="54175" y="0"/>
                  <a:pt x="121002" y="0"/>
                </a:cubicBezTo>
                <a:cubicBezTo>
                  <a:pt x="187830" y="0"/>
                  <a:pt x="242004" y="54237"/>
                  <a:pt x="242004" y="121142"/>
                </a:cubicBezTo>
                <a:cubicBezTo>
                  <a:pt x="242004" y="188047"/>
                  <a:pt x="187830" y="242284"/>
                  <a:pt x="121002" y="242284"/>
                </a:cubicBezTo>
                <a:cubicBezTo>
                  <a:pt x="54175" y="242284"/>
                  <a:pt x="0" y="188047"/>
                  <a:pt x="0" y="12114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95959"/>
            </a:solidFill>
            <a:prstDash val="solid"/>
          </a:ln>
        </p:spPr>
      </p:sp>
      <p:sp>
        <p:nvSpPr>
          <p:cNvPr id="30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E7FFAB90-9442-4A85-8A42-E6C9B2D5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082" y="2377658"/>
            <a:ext cx="90208" cy="18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CCC246-30C3-4929-A0A3-D0A0DB952E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4114fccc7454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43575" y="1257300"/>
            <a:ext cx="1371600" cy="161925"/>
          </a:xfrm>
          <a:prstGeom xmlns:a="http://schemas.openxmlformats.org/drawingml/2006/main" prst="rect">
            <a:avLst/>
          </a:prstGeom>
        </p:spPr>
      </p:pic>
      <p:sp>
        <p:nvSpPr>
          <p:cNvPr id="32" name="source-raster-1">
            <a:extLst xmlns:a="http://schemas.openxmlformats.org/drawingml/2006/main">
              <a:ext uri="{FF2B5EF4-FFF2-40B4-BE49-F238E27FC236}">
                <a16:creationId xmlns:a16="http://schemas.microsoft.com/office/drawing/2014/main" id="{4D9602A3-8DF7-4F4B-9D4B-02018C23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3575" y="1257300"/>
            <a:ext cx="1371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pdf-path-32">
            <a:extLst xmlns:a="http://schemas.openxmlformats.org/drawingml/2006/main">
              <a:ext uri="{FF2B5EF4-FFF2-40B4-BE49-F238E27FC236}">
                <a16:creationId xmlns:a16="http://schemas.microsoft.com/office/drawing/2014/main" id="{F4A80A09-7735-4DAC-9378-D81FF8C7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8255" y="751995"/>
            <a:ext cx="1336173" cy="514504"/>
          </a:xfrm>
          <a:custGeom xmlns:a="http://schemas.openxmlformats.org/drawingml/2006/main">
            <a:pathLst>
              <a:path w="1336173" h="514504">
                <a:moveTo>
                  <a:pt x="0" y="44216"/>
                </a:moveTo>
                <a:cubicBezTo>
                  <a:pt x="0" y="19795"/>
                  <a:pt x="19773" y="0"/>
                  <a:pt x="44165" y="0"/>
                </a:cubicBezTo>
                <a:lnTo>
                  <a:pt x="1292007" y="0"/>
                </a:lnTo>
                <a:cubicBezTo>
                  <a:pt x="1316400" y="0"/>
                  <a:pt x="1336173" y="19795"/>
                  <a:pt x="1336173" y="44216"/>
                </a:cubicBezTo>
                <a:lnTo>
                  <a:pt x="1336173" y="470288"/>
                </a:lnTo>
                <a:cubicBezTo>
                  <a:pt x="1336173" y="494710"/>
                  <a:pt x="1316400" y="514504"/>
                  <a:pt x="1292007" y="514504"/>
                </a:cubicBezTo>
                <a:lnTo>
                  <a:pt x="44165" y="514504"/>
                </a:lnTo>
                <a:cubicBezTo>
                  <a:pt x="19773" y="514504"/>
                  <a:pt x="0" y="494710"/>
                  <a:pt x="0" y="470288"/>
                </a:cubicBezTo>
                <a:lnTo>
                  <a:pt x="0" y="44216"/>
                </a:lnTo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2EB7FC-0259-4108-BF03-49D70233F5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5f090f5ae4f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53100" y="742950"/>
            <a:ext cx="1343025" cy="523875"/>
          </a:xfrm>
          <a:prstGeom xmlns:a="http://schemas.openxmlformats.org/drawingml/2006/main" prst="rect">
            <a:avLst/>
          </a:prstGeom>
        </p:spPr>
      </p:pic>
      <p:sp>
        <p:nvSpPr>
          <p:cNvPr id="35" name="source-raster-2">
            <a:extLst xmlns:a="http://schemas.openxmlformats.org/drawingml/2006/main">
              <a:ext uri="{FF2B5EF4-FFF2-40B4-BE49-F238E27FC236}">
                <a16:creationId xmlns:a16="http://schemas.microsoft.com/office/drawing/2014/main" id="{7EB445E0-C777-4FE7-8F11-A52C47C4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3100" y="742950"/>
            <a:ext cx="13430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pdf-path-34">
            <a:extLst xmlns:a="http://schemas.openxmlformats.org/drawingml/2006/main">
              <a:ext uri="{FF2B5EF4-FFF2-40B4-BE49-F238E27FC236}">
                <a16:creationId xmlns:a16="http://schemas.microsoft.com/office/drawing/2014/main" id="{13A030CE-AE55-40E1-9D13-E8001324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8255" y="1266499"/>
            <a:ext cx="1336173" cy="515004"/>
          </a:xfrm>
          <a:custGeom xmlns:a="http://schemas.openxmlformats.org/drawingml/2006/main">
            <a:pathLst>
              <a:path w="1336173" h="515004">
                <a:moveTo>
                  <a:pt x="0" y="44261"/>
                </a:moveTo>
                <a:cubicBezTo>
                  <a:pt x="0" y="19814"/>
                  <a:pt x="19790" y="0"/>
                  <a:pt x="44209" y="0"/>
                </a:cubicBezTo>
                <a:lnTo>
                  <a:pt x="1291964" y="0"/>
                </a:lnTo>
                <a:cubicBezTo>
                  <a:pt x="1316379" y="0"/>
                  <a:pt x="1336173" y="19814"/>
                  <a:pt x="1336173" y="44261"/>
                </a:cubicBezTo>
                <a:lnTo>
                  <a:pt x="1336173" y="470745"/>
                </a:lnTo>
                <a:cubicBezTo>
                  <a:pt x="1336173" y="495188"/>
                  <a:pt x="1316379" y="515004"/>
                  <a:pt x="1291964" y="515004"/>
                </a:cubicBezTo>
                <a:lnTo>
                  <a:pt x="44209" y="515004"/>
                </a:lnTo>
                <a:cubicBezTo>
                  <a:pt x="19790" y="515004"/>
                  <a:pt x="0" y="495188"/>
                  <a:pt x="0" y="470745"/>
                </a:cubicBezTo>
                <a:lnTo>
                  <a:pt x="0" y="44261"/>
                </a:lnTo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61632F-DA04-485A-852E-57725866B8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6e1ccea3841f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53100" y="1257300"/>
            <a:ext cx="1343025" cy="523875"/>
          </a:xfrm>
          <a:prstGeom xmlns:a="http://schemas.openxmlformats.org/drawingml/2006/main" prst="rect">
            <a:avLst/>
          </a:prstGeom>
        </p:spPr>
      </p:pic>
      <p:sp>
        <p:nvSpPr>
          <p:cNvPr id="38" name="source-raster-3">
            <a:extLst xmlns:a="http://schemas.openxmlformats.org/drawingml/2006/main">
              <a:ext uri="{FF2B5EF4-FFF2-40B4-BE49-F238E27FC236}">
                <a16:creationId xmlns:a16="http://schemas.microsoft.com/office/drawing/2014/main" id="{3BCC9ABA-07B0-4FD8-A9B9-6C804C70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3100" y="1257300"/>
            <a:ext cx="13430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pdf-path-36">
            <a:extLst xmlns:a="http://schemas.openxmlformats.org/drawingml/2006/main">
              <a:ext uri="{FF2B5EF4-FFF2-40B4-BE49-F238E27FC236}">
                <a16:creationId xmlns:a16="http://schemas.microsoft.com/office/drawing/2014/main" id="{7E8F7225-1A28-481A-A995-A651E45E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5108" y="584891"/>
            <a:ext cx="1731656" cy="1196620"/>
          </a:xfrm>
          <a:custGeom xmlns:a="http://schemas.openxmlformats.org/drawingml/2006/main">
            <a:pathLst>
              <a:path w="1731656" h="1196620">
                <a:moveTo>
                  <a:pt x="0" y="199441"/>
                </a:moveTo>
                <a:cubicBezTo>
                  <a:pt x="0" y="89293"/>
                  <a:pt x="89190" y="0"/>
                  <a:pt x="199209" y="0"/>
                </a:cubicBezTo>
                <a:lnTo>
                  <a:pt x="1532446" y="0"/>
                </a:lnTo>
                <a:cubicBezTo>
                  <a:pt x="1642464" y="0"/>
                  <a:pt x="1731656" y="89293"/>
                  <a:pt x="1731656" y="199441"/>
                </a:cubicBezTo>
                <a:lnTo>
                  <a:pt x="1731656" y="997179"/>
                </a:lnTo>
                <a:cubicBezTo>
                  <a:pt x="1731656" y="1107327"/>
                  <a:pt x="1642464" y="1196620"/>
                  <a:pt x="1532446" y="1196620"/>
                </a:cubicBezTo>
                <a:lnTo>
                  <a:pt x="199209" y="1196620"/>
                </a:lnTo>
                <a:cubicBezTo>
                  <a:pt x="89190" y="1196620"/>
                  <a:pt x="0" y="1107327"/>
                  <a:pt x="0" y="997179"/>
                </a:cubicBezTo>
                <a:lnTo>
                  <a:pt x="0" y="199441"/>
                </a:lnTo>
              </a:path>
            </a:pathLst>
          </a:custGeom>
          <a:solidFill xmlns:a="http://schemas.openxmlformats.org/drawingml/2006/main">
            <a:srgbClr val="FEE2AD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df-path-37">
            <a:extLst xmlns:a="http://schemas.openxmlformats.org/drawingml/2006/main">
              <a:ext uri="{FF2B5EF4-FFF2-40B4-BE49-F238E27FC236}">
                <a16:creationId xmlns:a16="http://schemas.microsoft.com/office/drawing/2014/main" id="{5C21BB99-57FF-435D-8664-D4903346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5108" y="584891"/>
            <a:ext cx="1731655" cy="1196619"/>
          </a:xfrm>
          <a:custGeom xmlns:a="http://schemas.openxmlformats.org/drawingml/2006/main">
            <a:pathLst>
              <a:path w="1731655" h="1196619">
                <a:moveTo>
                  <a:pt x="0" y="199441"/>
                </a:moveTo>
                <a:cubicBezTo>
                  <a:pt x="0" y="89293"/>
                  <a:pt x="89190" y="0"/>
                  <a:pt x="199211" y="0"/>
                </a:cubicBezTo>
                <a:lnTo>
                  <a:pt x="1532445" y="0"/>
                </a:lnTo>
                <a:cubicBezTo>
                  <a:pt x="1642465" y="0"/>
                  <a:pt x="1731655" y="89293"/>
                  <a:pt x="1731655" y="199441"/>
                </a:cubicBezTo>
                <a:lnTo>
                  <a:pt x="1731655" y="997178"/>
                </a:lnTo>
                <a:cubicBezTo>
                  <a:pt x="1731655" y="1107326"/>
                  <a:pt x="1642465" y="1196619"/>
                  <a:pt x="1532445" y="1196619"/>
                </a:cubicBezTo>
                <a:lnTo>
                  <a:pt x="199211" y="1196619"/>
                </a:lnTo>
                <a:cubicBezTo>
                  <a:pt x="89190" y="1196619"/>
                  <a:pt x="0" y="1107326"/>
                  <a:pt x="0" y="997178"/>
                </a:cubicBezTo>
                <a:lnTo>
                  <a:pt x="0" y="199441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7F7F7F"/>
            </a:solidFill>
            <a:prstDash val="solid"/>
          </a:ln>
        </p:spPr>
      </p:sp>
      <p:sp>
        <p:nvSpPr>
          <p:cNvPr id="41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F99A3E82-88A8-4888-A37C-C3625725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5453" y="778095"/>
            <a:ext cx="1151074" cy="252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89" b="0" i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89" b="0" i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89" b="0" i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Foundation</a:t>
            </a:r>
          </a:p>
        </p:txBody>
      </p:sp>
      <p:sp>
        <p:nvSpPr>
          <p:cNvPr id="42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E03BAF0B-0151-4605-BC26-53BE874B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64245" y="1063874"/>
            <a:ext cx="673262" cy="252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28" b="0" i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28" b="0" i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28" b="0" i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Vision</a:t>
            </a:r>
          </a:p>
        </p:txBody>
      </p:sp>
      <p:sp>
        <p:nvSpPr>
          <p:cNvPr id="43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C4B1E66B-4DD5-4BB3-A3F7-224DE7DF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0570" y="1392954"/>
            <a:ext cx="661525" cy="252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89" b="0" i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89" b="0" i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89" b="0" i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</p:txBody>
      </p:sp>
      <p:sp>
        <p:nvSpPr>
          <p:cNvPr id="44" name="pdf-path-41">
            <a:extLst xmlns:a="http://schemas.openxmlformats.org/drawingml/2006/main">
              <a:ext uri="{FF2B5EF4-FFF2-40B4-BE49-F238E27FC236}">
                <a16:creationId xmlns:a16="http://schemas.microsoft.com/office/drawing/2014/main" id="{B341B1CB-A6C3-4BA8-A1E8-32CE241D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5108" y="2052966"/>
            <a:ext cx="1731656" cy="769579"/>
          </a:xfrm>
          <a:custGeom xmlns:a="http://schemas.openxmlformats.org/drawingml/2006/main">
            <a:pathLst>
              <a:path w="1731656" h="769579">
                <a:moveTo>
                  <a:pt x="0" y="128266"/>
                </a:moveTo>
                <a:cubicBezTo>
                  <a:pt x="0" y="57426"/>
                  <a:pt x="57362" y="0"/>
                  <a:pt x="128117" y="0"/>
                </a:cubicBezTo>
                <a:lnTo>
                  <a:pt x="1603538" y="0"/>
                </a:lnTo>
                <a:cubicBezTo>
                  <a:pt x="1674293" y="0"/>
                  <a:pt x="1731656" y="57426"/>
                  <a:pt x="1731656" y="128266"/>
                </a:cubicBezTo>
                <a:lnTo>
                  <a:pt x="1731656" y="641313"/>
                </a:lnTo>
                <a:cubicBezTo>
                  <a:pt x="1731656" y="712152"/>
                  <a:pt x="1674293" y="769579"/>
                  <a:pt x="1603538" y="769579"/>
                </a:cubicBezTo>
                <a:lnTo>
                  <a:pt x="128117" y="769579"/>
                </a:lnTo>
                <a:cubicBezTo>
                  <a:pt x="57362" y="769579"/>
                  <a:pt x="0" y="712152"/>
                  <a:pt x="0" y="641313"/>
                </a:cubicBezTo>
                <a:lnTo>
                  <a:pt x="0" y="128266"/>
                </a:lnTo>
              </a:path>
            </a:pathLst>
          </a:custGeom>
          <a:solidFill xmlns:a="http://schemas.openxmlformats.org/drawingml/2006/main">
            <a:srgbClr val="FFBF78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df-path-42">
            <a:extLst xmlns:a="http://schemas.openxmlformats.org/drawingml/2006/main">
              <a:ext uri="{FF2B5EF4-FFF2-40B4-BE49-F238E27FC236}">
                <a16:creationId xmlns:a16="http://schemas.microsoft.com/office/drawing/2014/main" id="{A3998F7F-66DB-4840-9812-AFBE2A4B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5108" y="2052966"/>
            <a:ext cx="1731655" cy="769580"/>
          </a:xfrm>
          <a:custGeom xmlns:a="http://schemas.openxmlformats.org/drawingml/2006/main">
            <a:pathLst>
              <a:path w="1731655" h="769580">
                <a:moveTo>
                  <a:pt x="0" y="128267"/>
                </a:moveTo>
                <a:cubicBezTo>
                  <a:pt x="0" y="57427"/>
                  <a:pt x="57361" y="0"/>
                  <a:pt x="128119" y="0"/>
                </a:cubicBezTo>
                <a:lnTo>
                  <a:pt x="1603536" y="0"/>
                </a:lnTo>
                <a:cubicBezTo>
                  <a:pt x="1674294" y="0"/>
                  <a:pt x="1731655" y="57427"/>
                  <a:pt x="1731655" y="128267"/>
                </a:cubicBezTo>
                <a:lnTo>
                  <a:pt x="1731655" y="641313"/>
                </a:lnTo>
                <a:cubicBezTo>
                  <a:pt x="1731655" y="712153"/>
                  <a:pt x="1674294" y="769580"/>
                  <a:pt x="1603536" y="769580"/>
                </a:cubicBezTo>
                <a:lnTo>
                  <a:pt x="128119" y="769580"/>
                </a:lnTo>
                <a:cubicBezTo>
                  <a:pt x="57361" y="769580"/>
                  <a:pt x="0" y="712153"/>
                  <a:pt x="0" y="641313"/>
                </a:cubicBezTo>
                <a:lnTo>
                  <a:pt x="0" y="128267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7F7F7F"/>
            </a:solidFill>
            <a:prstDash val="solid"/>
          </a:ln>
        </p:spPr>
      </p:sp>
      <p:sp>
        <p:nvSpPr>
          <p:cNvPr id="46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C2BCE961-8E36-4F9F-9172-94872720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3833" y="2210056"/>
            <a:ext cx="1205726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5" b="0" i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5" b="0" i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0" i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Image To 3D</a:t>
            </a:r>
          </a:p>
        </p:txBody>
      </p:sp>
      <p:sp>
        <p:nvSpPr>
          <p:cNvPr id="47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A7F07DAE-B6DB-4E1D-ABF5-CD600E2D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3709" y="2495837"/>
            <a:ext cx="591399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5" b="0" i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5" b="0" i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0" i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</p:txBody>
      </p:sp>
      <p:sp>
        <p:nvSpPr>
          <p:cNvPr id="48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40966AC3-293D-4C01-9BC8-981D06CA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9786" y="5440239"/>
            <a:ext cx="943074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Annotated</a:t>
            </a:r>
          </a:p>
        </p:txBody>
      </p:sp>
      <p:sp>
        <p:nvSpPr>
          <p:cNvPr id="49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2A124CA2-1417-4DD7-9C42-AD9FAC83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45300" y="5440239"/>
            <a:ext cx="409222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Raw</a:t>
            </a:r>
          </a:p>
        </p:txBody>
      </p:sp>
      <p:sp>
        <p:nvSpPr>
          <p:cNvPr id="50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F1647996-CA5E-4AF8-84CB-164FFD05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9603" y="5440239"/>
            <a:ext cx="563950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Image</a:t>
            </a:r>
          </a:p>
        </p:txBody>
      </p:sp>
      <p:sp>
        <p:nvSpPr>
          <p:cNvPr id="51" name="pdf-path-50">
            <a:extLst xmlns:a="http://schemas.openxmlformats.org/drawingml/2006/main">
              <a:ext uri="{FF2B5EF4-FFF2-40B4-BE49-F238E27FC236}">
                <a16:creationId xmlns:a16="http://schemas.microsoft.com/office/drawing/2014/main" id="{0AD2AA09-3016-4310-8E7A-36D2F36D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6759" y="2409257"/>
            <a:ext cx="4494393" cy="113965"/>
          </a:xfrm>
          <a:custGeom xmlns:a="http://schemas.openxmlformats.org/drawingml/2006/main">
            <a:pathLst>
              <a:path w="4494393" h="113965">
                <a:moveTo>
                  <a:pt x="0" y="0"/>
                </a:moveTo>
                <a:lnTo>
                  <a:pt x="4352103" y="0"/>
                </a:lnTo>
                <a:lnTo>
                  <a:pt x="4352103" y="56983"/>
                </a:lnTo>
                <a:lnTo>
                  <a:pt x="0" y="56980"/>
                </a:lnTo>
                <a:lnTo>
                  <a:pt x="0" y="0"/>
                </a:lnTo>
                <a:moveTo>
                  <a:pt x="4323643" y="-56979"/>
                </a:moveTo>
                <a:lnTo>
                  <a:pt x="4494393" y="28491"/>
                </a:lnTo>
                <a:lnTo>
                  <a:pt x="4323643" y="113965"/>
                </a:lnTo>
                <a:lnTo>
                  <a:pt x="4323643" y="-56979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32158691-F0FD-41A5-9393-C5FDA789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9088" y="2184078"/>
            <a:ext cx="2037051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 Reconstruction</a:t>
            </a:r>
          </a:p>
        </p:txBody>
      </p:sp>
      <p:sp>
        <p:nvSpPr>
          <p:cNvPr id="53" name="pdf-text-17-0">
            <a:extLst xmlns:a="http://schemas.openxmlformats.org/drawingml/2006/main">
              <a:ext uri="{FF2B5EF4-FFF2-40B4-BE49-F238E27FC236}">
                <a16:creationId xmlns:a16="http://schemas.microsoft.com/office/drawing/2014/main" id="{1034D9CB-F766-4DE0-AE99-A5064CD7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2562" y="2513156"/>
            <a:ext cx="168400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&amp;</a:t>
            </a:r>
          </a:p>
        </p:txBody>
      </p:sp>
      <p:sp>
        <p:nvSpPr>
          <p:cNvPr id="54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C3683860-AC88-4043-8174-FDFEC551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6551" y="2513156"/>
            <a:ext cx="1316018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6D Estimation</a:t>
            </a:r>
          </a:p>
        </p:txBody>
      </p:sp>
      <p:sp>
        <p:nvSpPr>
          <p:cNvPr id="55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86CFC37F-1D4C-485C-BA62-A399A5D9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4735" y="2772957"/>
            <a:ext cx="816466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Mapping</a:t>
            </a:r>
          </a:p>
        </p:txBody>
      </p:sp>
      <p:sp>
        <p:nvSpPr>
          <p:cNvPr id="56" name="pdf-text-22-0">
            <a:extLst xmlns:a="http://schemas.openxmlformats.org/drawingml/2006/main">
              <a:ext uri="{FF2B5EF4-FFF2-40B4-BE49-F238E27FC236}">
                <a16:creationId xmlns:a16="http://schemas.microsoft.com/office/drawing/2014/main" id="{C33C86EA-2E90-4C8F-8461-BA54B95B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3769" y="2772957"/>
            <a:ext cx="1721880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Pixels to 3D Space</a:t>
            </a:r>
          </a:p>
        </p:txBody>
      </p:sp>
      <p:sp>
        <p:nvSpPr>
          <p:cNvPr id="57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1F38A577-25A9-4AD0-872B-28C3612F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3836" y="1829018"/>
            <a:ext cx="1003515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Depth &amp; G</a:t>
            </a:r>
          </a:p>
        </p:txBody>
      </p:sp>
      <p:sp>
        <p:nvSpPr>
          <p:cNvPr id="58" name="pdf-text-24-0">
            <a:extLst xmlns:a="http://schemas.openxmlformats.org/drawingml/2006/main">
              <a:ext uri="{FF2B5EF4-FFF2-40B4-BE49-F238E27FC236}">
                <a16:creationId xmlns:a16="http://schemas.microsoft.com/office/drawing/2014/main" id="{62815D9B-8CFD-481F-A368-66CD8F31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5677" y="1829018"/>
            <a:ext cx="1784351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eometry Estimation</a:t>
            </a:r>
          </a:p>
        </p:txBody>
      </p:sp>
      <p:sp>
        <p:nvSpPr>
          <p:cNvPr id="59" name="pdf-text-25-0">
            <a:extLst xmlns:a="http://schemas.openxmlformats.org/drawingml/2006/main">
              <a:ext uri="{FF2B5EF4-FFF2-40B4-BE49-F238E27FC236}">
                <a16:creationId xmlns:a16="http://schemas.microsoft.com/office/drawing/2014/main" id="{C59D8CC8-C596-4F8D-932E-575BA570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40181" y="2781617"/>
            <a:ext cx="1621448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Spatial Keypoints</a:t>
            </a:r>
          </a:p>
        </p:txBody>
      </p:sp>
      <p:sp>
        <p:nvSpPr>
          <p:cNvPr id="60" name="pdf-text-26-0">
            <a:extLst xmlns:a="http://schemas.openxmlformats.org/drawingml/2006/main">
              <a:ext uri="{FF2B5EF4-FFF2-40B4-BE49-F238E27FC236}">
                <a16:creationId xmlns:a16="http://schemas.microsoft.com/office/drawing/2014/main" id="{907D1A04-CEE2-4F90-B0C6-41AAABE6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0252" y="203471"/>
            <a:ext cx="5302831" cy="28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51" b="1" i="1">
                <a:solidFill>
                  <a:srgbClr val="787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51" b="1" i="1">
                <a:solidFill>
                  <a:srgbClr val="787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1" i="1">
                <a:solidFill>
                  <a:srgbClr val="787000"/>
                </a:solidFill>
                <a:latin typeface="Times New Roman"/>
                <a:ea typeface="Times New Roman"/>
                <a:cs typeface="Times New Roman"/>
              </a:rPr>
              <a:t>From Pixels to Structured 3D Representations</a:t>
            </a:r>
          </a:p>
        </p:txBody>
      </p:sp>
      <p:sp>
        <p:nvSpPr>
          <p:cNvPr id="61" name="pdf-text-27-0">
            <a:extLst xmlns:a="http://schemas.openxmlformats.org/drawingml/2006/main">
              <a:ext uri="{FF2B5EF4-FFF2-40B4-BE49-F238E27FC236}">
                <a16:creationId xmlns:a16="http://schemas.microsoft.com/office/drawing/2014/main" id="{756A1096-0FB4-48B4-BC43-EF41DE7F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3715" y="3355711"/>
            <a:ext cx="5734184" cy="28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66" b="1" i="1">
                <a:solidFill>
                  <a:srgbClr val="215F9A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66" b="1" i="1">
                <a:solidFill>
                  <a:srgbClr val="215F9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66" b="1" i="1">
                <a:solidFill>
                  <a:srgbClr val="215F9A"/>
                </a:solidFill>
                <a:latin typeface="Times New Roman"/>
                <a:ea typeface="Times New Roman"/>
                <a:cs typeface="Times New Roman"/>
              </a:rPr>
              <a:t>Spatial Motion Planning for Behavior Generation</a:t>
            </a:r>
          </a:p>
        </p:txBody>
      </p:sp>
      <p:sp>
        <p:nvSpPr>
          <p:cNvPr id="62" name="pdf-path-63">
            <a:extLst xmlns:a="http://schemas.openxmlformats.org/drawingml/2006/main">
              <a:ext uri="{FF2B5EF4-FFF2-40B4-BE49-F238E27FC236}">
                <a16:creationId xmlns:a16="http://schemas.microsoft.com/office/drawing/2014/main" id="{23D67C37-C428-4FEB-9117-C5A74AAC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808" y="542997"/>
            <a:ext cx="2224178" cy="2357853"/>
          </a:xfrm>
          <a:custGeom xmlns:a="http://schemas.openxmlformats.org/drawingml/2006/main">
            <a:pathLst>
              <a:path w="2224178" h="2357853">
                <a:moveTo>
                  <a:pt x="0" y="150284"/>
                </a:moveTo>
                <a:cubicBezTo>
                  <a:pt x="0" y="67285"/>
                  <a:pt x="67205" y="0"/>
                  <a:pt x="150107" y="0"/>
                </a:cubicBezTo>
                <a:lnTo>
                  <a:pt x="2074072" y="0"/>
                </a:lnTo>
                <a:cubicBezTo>
                  <a:pt x="2156973" y="0"/>
                  <a:pt x="2224178" y="67285"/>
                  <a:pt x="2224178" y="150284"/>
                </a:cubicBezTo>
                <a:lnTo>
                  <a:pt x="2224178" y="2207569"/>
                </a:lnTo>
                <a:cubicBezTo>
                  <a:pt x="2224178" y="2290568"/>
                  <a:pt x="2156973" y="2357853"/>
                  <a:pt x="2074072" y="2357853"/>
                </a:cubicBezTo>
                <a:lnTo>
                  <a:pt x="150107" y="2357853"/>
                </a:lnTo>
                <a:cubicBezTo>
                  <a:pt x="67205" y="2357853"/>
                  <a:pt x="0" y="2290568"/>
                  <a:pt x="0" y="2207569"/>
                </a:cubicBezTo>
                <a:lnTo>
                  <a:pt x="0" y="150284"/>
                </a:lnTo>
              </a:path>
            </a:pathLst>
          </a:custGeom>
          <a:solidFill xmlns:a="http://schemas.openxmlformats.org/drawingml/2006/main">
            <a:srgbClr val="FBF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df-path-64">
            <a:extLst xmlns:a="http://schemas.openxmlformats.org/drawingml/2006/main">
              <a:ext uri="{FF2B5EF4-FFF2-40B4-BE49-F238E27FC236}">
                <a16:creationId xmlns:a16="http://schemas.microsoft.com/office/drawing/2014/main" id="{D0FF4B8C-AFA2-41D9-AE80-672B334D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808" y="542997"/>
            <a:ext cx="2224181" cy="2357852"/>
          </a:xfrm>
          <a:custGeom xmlns:a="http://schemas.openxmlformats.org/drawingml/2006/main">
            <a:pathLst>
              <a:path w="2224181" h="2357852">
                <a:moveTo>
                  <a:pt x="0" y="150282"/>
                </a:moveTo>
                <a:cubicBezTo>
                  <a:pt x="0" y="67284"/>
                  <a:pt x="67206" y="0"/>
                  <a:pt x="150109" y="0"/>
                </a:cubicBezTo>
                <a:lnTo>
                  <a:pt x="2074072" y="0"/>
                </a:lnTo>
                <a:cubicBezTo>
                  <a:pt x="2156975" y="0"/>
                  <a:pt x="2224181" y="67284"/>
                  <a:pt x="2224181" y="150282"/>
                </a:cubicBezTo>
                <a:lnTo>
                  <a:pt x="2224181" y="2207570"/>
                </a:lnTo>
                <a:cubicBezTo>
                  <a:pt x="2224181" y="2290569"/>
                  <a:pt x="2156975" y="2357852"/>
                  <a:pt x="2074072" y="2357852"/>
                </a:cubicBezTo>
                <a:lnTo>
                  <a:pt x="150109" y="2357852"/>
                </a:lnTo>
                <a:cubicBezTo>
                  <a:pt x="67206" y="2357852"/>
                  <a:pt x="0" y="2290569"/>
                  <a:pt x="0" y="2207570"/>
                </a:cubicBezTo>
                <a:lnTo>
                  <a:pt x="0" y="150282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7F7F7F"/>
            </a:solidFill>
            <a:prstDash val="solid"/>
          </a:ln>
        </p:spPr>
      </p:sp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73BEAA8-F6CB-4575-9810-2B6C1B1644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d776e8f9a41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" y="647700"/>
            <a:ext cx="247650" cy="323850"/>
          </a:xfrm>
          <a:prstGeom xmlns:a="http://schemas.openxmlformats.org/drawingml/2006/main" prst="rect">
            <a:avLst/>
          </a:prstGeom>
        </p:spPr>
      </p:pic>
      <p:sp>
        <p:nvSpPr>
          <p:cNvPr id="65" name="source-raster-4">
            <a:extLst xmlns:a="http://schemas.openxmlformats.org/drawingml/2006/main">
              <a:ext uri="{FF2B5EF4-FFF2-40B4-BE49-F238E27FC236}">
                <a16:creationId xmlns:a16="http://schemas.microsoft.com/office/drawing/2014/main" id="{8AC283AF-99F9-4A4B-B5A7-E6BCF829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64770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pdf-text-28-0">
            <a:extLst xmlns:a="http://schemas.openxmlformats.org/drawingml/2006/main">
              <a:ext uri="{FF2B5EF4-FFF2-40B4-BE49-F238E27FC236}">
                <a16:creationId xmlns:a16="http://schemas.microsoft.com/office/drawing/2014/main" id="{974F2B73-B58E-4DDF-BB34-3A3D173C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6192" y="676606"/>
            <a:ext cx="64221" cy="18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1" b="0" i="0">
                <a:solidFill>
                  <a:srgbClr val="7F7F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1" b="0" i="0">
                <a:solidFill>
                  <a:srgbClr val="7F7F7F"/>
                </a:solidFill>
                <a:latin typeface="Arial"/>
                <a:ea typeface="Arial"/>
                <a:cs typeface="Arial"/>
              </a:defRPr>
            </a:pPr>
            <a:r>
              <a:rPr sz="1421" b="0" i="0">
                <a:solidFill>
                  <a:srgbClr val="7F7F7F"/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67" name="pdf-text-29-0">
            <a:extLst xmlns:a="http://schemas.openxmlformats.org/drawingml/2006/main">
              <a:ext uri="{FF2B5EF4-FFF2-40B4-BE49-F238E27FC236}">
                <a16:creationId xmlns:a16="http://schemas.microsoft.com/office/drawing/2014/main" id="{FB0E149A-04E2-41FC-8F7E-E6A041A5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432" y="671640"/>
            <a:ext cx="1120562" cy="18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76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76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76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Water the roses</a:t>
            </a:r>
          </a:p>
        </p:txBody>
      </p:sp>
      <p:sp>
        <p:nvSpPr>
          <p:cNvPr id="68" name="pdf-text-31-0">
            <a:extLst xmlns:a="http://schemas.openxmlformats.org/drawingml/2006/main">
              <a:ext uri="{FF2B5EF4-FFF2-40B4-BE49-F238E27FC236}">
                <a16:creationId xmlns:a16="http://schemas.microsoft.com/office/drawing/2014/main" id="{4FBE5C77-BAEE-4464-B685-8E0A2F2C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6192" y="888140"/>
            <a:ext cx="308423" cy="18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5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25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25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with</a:t>
            </a:r>
          </a:p>
        </p:txBody>
      </p:sp>
      <p:sp>
        <p:nvSpPr>
          <p:cNvPr id="69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08CF6858-C3CF-4D53-A610-48CA3DF0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7171" y="888140"/>
            <a:ext cx="1029315" cy="18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48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48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48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the yellow can</a:t>
            </a:r>
          </a:p>
        </p:txBody>
      </p:sp>
      <p:sp>
        <p:nvSpPr>
          <p:cNvPr id="70" name="pdf-text-33-0">
            <a:extLst xmlns:a="http://schemas.openxmlformats.org/drawingml/2006/main">
              <a:ext uri="{FF2B5EF4-FFF2-40B4-BE49-F238E27FC236}">
                <a16:creationId xmlns:a16="http://schemas.microsoft.com/office/drawing/2014/main" id="{05C1FD4C-51C5-4AE7-A36B-005B9B69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4822" y="893106"/>
            <a:ext cx="64220" cy="18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1" b="0" i="0">
                <a:solidFill>
                  <a:srgbClr val="7F7F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1" b="0" i="0">
                <a:solidFill>
                  <a:srgbClr val="7F7F7F"/>
                </a:solidFill>
                <a:latin typeface="Arial"/>
                <a:ea typeface="Arial"/>
                <a:cs typeface="Arial"/>
              </a:defRPr>
            </a:pPr>
            <a:r>
              <a:rPr sz="1421" b="0" i="0">
                <a:solidFill>
                  <a:srgbClr val="7F7F7F"/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  <p:sp>
        <p:nvSpPr>
          <p:cNvPr id="71" name="pdf-path-72">
            <a:extLst xmlns:a="http://schemas.openxmlformats.org/drawingml/2006/main">
              <a:ext uri="{FF2B5EF4-FFF2-40B4-BE49-F238E27FC236}">
                <a16:creationId xmlns:a16="http://schemas.microsoft.com/office/drawing/2014/main" id="{0BA6CDDD-CD63-4FB6-957C-684BA13C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808" y="1099084"/>
            <a:ext cx="2224183" cy="1792769"/>
          </a:xfrm>
          <a:custGeom xmlns:a="http://schemas.openxmlformats.org/drawingml/2006/main">
            <a:pathLst>
              <a:path w="2224183" h="1792769">
                <a:moveTo>
                  <a:pt x="0" y="154073"/>
                </a:moveTo>
                <a:cubicBezTo>
                  <a:pt x="0" y="68980"/>
                  <a:pt x="68901" y="0"/>
                  <a:pt x="153891" y="0"/>
                </a:cubicBezTo>
                <a:lnTo>
                  <a:pt x="2070290" y="0"/>
                </a:lnTo>
                <a:cubicBezTo>
                  <a:pt x="2155281" y="0"/>
                  <a:pt x="2224183" y="68980"/>
                  <a:pt x="2224183" y="154073"/>
                </a:cubicBezTo>
                <a:lnTo>
                  <a:pt x="2224183" y="1638701"/>
                </a:lnTo>
                <a:cubicBezTo>
                  <a:pt x="2224183" y="1723792"/>
                  <a:pt x="2155281" y="1792769"/>
                  <a:pt x="2070290" y="1792769"/>
                </a:cubicBezTo>
                <a:lnTo>
                  <a:pt x="153891" y="1792769"/>
                </a:lnTo>
                <a:cubicBezTo>
                  <a:pt x="68901" y="1792769"/>
                  <a:pt x="0" y="1723792"/>
                  <a:pt x="0" y="1638701"/>
                </a:cubicBezTo>
                <a:lnTo>
                  <a:pt x="0" y="154073"/>
                </a:lnTo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2A3F414-A681-420F-8EB2-5D2089A977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6288aecf04d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095375"/>
            <a:ext cx="2228850" cy="1800225"/>
          </a:xfrm>
          <a:prstGeom xmlns:a="http://schemas.openxmlformats.org/drawingml/2006/main" prst="rect">
            <a:avLst/>
          </a:prstGeom>
        </p:spPr>
      </p:pic>
      <p:sp>
        <p:nvSpPr>
          <p:cNvPr id="73" name="source-raster-5">
            <a:extLst xmlns:a="http://schemas.openxmlformats.org/drawingml/2006/main">
              <a:ext uri="{FF2B5EF4-FFF2-40B4-BE49-F238E27FC236}">
                <a16:creationId xmlns:a16="http://schemas.microsoft.com/office/drawing/2014/main" id="{56A86D09-E99F-48FE-AEA6-C0EE297D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1095375"/>
            <a:ext cx="222885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pdf-path-74">
            <a:extLst xmlns:a="http://schemas.openxmlformats.org/drawingml/2006/main">
              <a:ext uri="{FF2B5EF4-FFF2-40B4-BE49-F238E27FC236}">
                <a16:creationId xmlns:a16="http://schemas.microsoft.com/office/drawing/2014/main" id="{A12D1533-8A0F-43D8-BE32-98D9F712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47001" y="2256916"/>
            <a:ext cx="1285929" cy="324925"/>
          </a:xfrm>
          <a:custGeom xmlns:a="http://schemas.openxmlformats.org/drawingml/2006/main">
            <a:pathLst>
              <a:path w="1285929" h="324925">
                <a:moveTo>
                  <a:pt x="0" y="54155"/>
                </a:moveTo>
                <a:cubicBezTo>
                  <a:pt x="0" y="24249"/>
                  <a:pt x="24215" y="0"/>
                  <a:pt x="54093" y="0"/>
                </a:cubicBezTo>
                <a:lnTo>
                  <a:pt x="1231836" y="0"/>
                </a:lnTo>
                <a:cubicBezTo>
                  <a:pt x="1261709" y="0"/>
                  <a:pt x="1285929" y="24249"/>
                  <a:pt x="1285929" y="54155"/>
                </a:cubicBezTo>
                <a:lnTo>
                  <a:pt x="1285929" y="270771"/>
                </a:lnTo>
                <a:cubicBezTo>
                  <a:pt x="1285929" y="300677"/>
                  <a:pt x="1261709" y="324925"/>
                  <a:pt x="1231836" y="324925"/>
                </a:cubicBezTo>
                <a:lnTo>
                  <a:pt x="54093" y="324925"/>
                </a:lnTo>
                <a:cubicBezTo>
                  <a:pt x="24215" y="324925"/>
                  <a:pt x="0" y="300677"/>
                  <a:pt x="0" y="270771"/>
                </a:cubicBezTo>
                <a:lnTo>
                  <a:pt x="0" y="54155"/>
                </a:lnTo>
              </a:path>
            </a:pathLst>
          </a:custGeom>
          <a:solidFill xmlns:a="http://schemas.openxmlformats.org/drawingml/2006/main">
            <a:srgbClr val="F5D9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df-path-75">
            <a:extLst xmlns:a="http://schemas.openxmlformats.org/drawingml/2006/main">
              <a:ext uri="{FF2B5EF4-FFF2-40B4-BE49-F238E27FC236}">
                <a16:creationId xmlns:a16="http://schemas.microsoft.com/office/drawing/2014/main" id="{8A985214-1968-435A-B418-3BB07834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47001" y="1897505"/>
            <a:ext cx="1285929" cy="324920"/>
          </a:xfrm>
          <a:custGeom xmlns:a="http://schemas.openxmlformats.org/drawingml/2006/main">
            <a:pathLst>
              <a:path w="1285929" h="324920">
                <a:moveTo>
                  <a:pt x="0" y="54154"/>
                </a:moveTo>
                <a:cubicBezTo>
                  <a:pt x="0" y="24244"/>
                  <a:pt x="24215" y="0"/>
                  <a:pt x="54093" y="0"/>
                </a:cubicBezTo>
                <a:lnTo>
                  <a:pt x="1231836" y="0"/>
                </a:lnTo>
                <a:cubicBezTo>
                  <a:pt x="1261709" y="0"/>
                  <a:pt x="1285929" y="24244"/>
                  <a:pt x="1285929" y="54154"/>
                </a:cubicBezTo>
                <a:lnTo>
                  <a:pt x="1285929" y="270766"/>
                </a:lnTo>
                <a:cubicBezTo>
                  <a:pt x="1285929" y="300676"/>
                  <a:pt x="1261709" y="324920"/>
                  <a:pt x="1231836" y="324920"/>
                </a:cubicBezTo>
                <a:lnTo>
                  <a:pt x="54093" y="324920"/>
                </a:lnTo>
                <a:cubicBezTo>
                  <a:pt x="24215" y="324920"/>
                  <a:pt x="0" y="300676"/>
                  <a:pt x="0" y="270766"/>
                </a:cubicBezTo>
                <a:lnTo>
                  <a:pt x="0" y="54154"/>
                </a:lnTo>
              </a:path>
            </a:pathLst>
          </a:custGeom>
          <a:solidFill xmlns:a="http://schemas.openxmlformats.org/drawingml/2006/main">
            <a:srgbClr val="FC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df-path-76">
            <a:extLst xmlns:a="http://schemas.openxmlformats.org/drawingml/2006/main">
              <a:ext uri="{FF2B5EF4-FFF2-40B4-BE49-F238E27FC236}">
                <a16:creationId xmlns:a16="http://schemas.microsoft.com/office/drawing/2014/main" id="{17609EA1-5F4C-46D0-B09D-12FBB7BD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47001" y="1519159"/>
            <a:ext cx="1285929" cy="324920"/>
          </a:xfrm>
          <a:custGeom xmlns:a="http://schemas.openxmlformats.org/drawingml/2006/main">
            <a:pathLst>
              <a:path w="1285929" h="324920">
                <a:moveTo>
                  <a:pt x="0" y="54154"/>
                </a:moveTo>
                <a:cubicBezTo>
                  <a:pt x="0" y="24245"/>
                  <a:pt x="24215" y="0"/>
                  <a:pt x="54093" y="0"/>
                </a:cubicBezTo>
                <a:lnTo>
                  <a:pt x="1231836" y="0"/>
                </a:lnTo>
                <a:cubicBezTo>
                  <a:pt x="1261709" y="0"/>
                  <a:pt x="1285929" y="24245"/>
                  <a:pt x="1285929" y="54154"/>
                </a:cubicBezTo>
                <a:lnTo>
                  <a:pt x="1285929" y="270767"/>
                </a:lnTo>
                <a:cubicBezTo>
                  <a:pt x="1285929" y="300676"/>
                  <a:pt x="1261709" y="324920"/>
                  <a:pt x="1231836" y="324920"/>
                </a:cubicBezTo>
                <a:lnTo>
                  <a:pt x="54093" y="324920"/>
                </a:lnTo>
                <a:cubicBezTo>
                  <a:pt x="24215" y="324920"/>
                  <a:pt x="0" y="300676"/>
                  <a:pt x="0" y="270767"/>
                </a:cubicBezTo>
                <a:lnTo>
                  <a:pt x="0" y="54154"/>
                </a:lnTo>
              </a:path>
            </a:pathLst>
          </a:custGeom>
          <a:solidFill xmlns:a="http://schemas.openxmlformats.org/drawingml/2006/main">
            <a:srgbClr val="FAF1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df-path-77">
            <a:extLst xmlns:a="http://schemas.openxmlformats.org/drawingml/2006/main">
              <a:ext uri="{FF2B5EF4-FFF2-40B4-BE49-F238E27FC236}">
                <a16:creationId xmlns:a16="http://schemas.microsoft.com/office/drawing/2014/main" id="{936CD939-EA7E-4AFE-B87A-698B5BA4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47001" y="1161602"/>
            <a:ext cx="1285929" cy="324920"/>
          </a:xfrm>
          <a:custGeom xmlns:a="http://schemas.openxmlformats.org/drawingml/2006/main">
            <a:pathLst>
              <a:path w="1285929" h="324920">
                <a:moveTo>
                  <a:pt x="0" y="54154"/>
                </a:moveTo>
                <a:cubicBezTo>
                  <a:pt x="0" y="24244"/>
                  <a:pt x="24215" y="0"/>
                  <a:pt x="54093" y="0"/>
                </a:cubicBezTo>
                <a:lnTo>
                  <a:pt x="1231836" y="0"/>
                </a:lnTo>
                <a:cubicBezTo>
                  <a:pt x="1261709" y="0"/>
                  <a:pt x="1285929" y="24244"/>
                  <a:pt x="1285929" y="54154"/>
                </a:cubicBezTo>
                <a:lnTo>
                  <a:pt x="1285929" y="270765"/>
                </a:lnTo>
                <a:cubicBezTo>
                  <a:pt x="1285929" y="300675"/>
                  <a:pt x="1261709" y="324920"/>
                  <a:pt x="1231836" y="324920"/>
                </a:cubicBezTo>
                <a:lnTo>
                  <a:pt x="54093" y="324920"/>
                </a:lnTo>
                <a:cubicBezTo>
                  <a:pt x="24215" y="324920"/>
                  <a:pt x="0" y="300675"/>
                  <a:pt x="0" y="270765"/>
                </a:cubicBezTo>
                <a:lnTo>
                  <a:pt x="0" y="54154"/>
                </a:lnTo>
              </a:path>
            </a:pathLst>
          </a:custGeom>
          <a:solidFill xmlns:a="http://schemas.openxmlformats.org/drawingml/2006/main">
            <a:srgbClr val="D9F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df-path-78">
            <a:extLst xmlns:a="http://schemas.openxmlformats.org/drawingml/2006/main">
              <a:ext uri="{FF2B5EF4-FFF2-40B4-BE49-F238E27FC236}">
                <a16:creationId xmlns:a16="http://schemas.microsoft.com/office/drawing/2014/main" id="{CAE31B15-CA86-4683-9BB3-B3CBBD90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47001" y="802005"/>
            <a:ext cx="1285929" cy="324926"/>
          </a:xfrm>
          <a:custGeom xmlns:a="http://schemas.openxmlformats.org/drawingml/2006/main">
            <a:pathLst>
              <a:path w="1285929" h="324926">
                <a:moveTo>
                  <a:pt x="0" y="54159"/>
                </a:moveTo>
                <a:cubicBezTo>
                  <a:pt x="0" y="24250"/>
                  <a:pt x="24215" y="0"/>
                  <a:pt x="54093" y="0"/>
                </a:cubicBezTo>
                <a:lnTo>
                  <a:pt x="1231836" y="0"/>
                </a:lnTo>
                <a:cubicBezTo>
                  <a:pt x="1261709" y="0"/>
                  <a:pt x="1285929" y="24250"/>
                  <a:pt x="1285929" y="54159"/>
                </a:cubicBezTo>
                <a:lnTo>
                  <a:pt x="1285929" y="270772"/>
                </a:lnTo>
                <a:cubicBezTo>
                  <a:pt x="1285929" y="300680"/>
                  <a:pt x="1261709" y="324926"/>
                  <a:pt x="1231836" y="324926"/>
                </a:cubicBezTo>
                <a:lnTo>
                  <a:pt x="54093" y="324926"/>
                </a:lnTo>
                <a:cubicBezTo>
                  <a:pt x="24215" y="324926"/>
                  <a:pt x="0" y="300680"/>
                  <a:pt x="0" y="270772"/>
                </a:cubicBezTo>
                <a:lnTo>
                  <a:pt x="0" y="54159"/>
                </a:lnTo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df-path-79">
            <a:extLst xmlns:a="http://schemas.openxmlformats.org/drawingml/2006/main">
              <a:ext uri="{FF2B5EF4-FFF2-40B4-BE49-F238E27FC236}">
                <a16:creationId xmlns:a16="http://schemas.microsoft.com/office/drawing/2014/main" id="{7253AB39-785E-443D-96C5-ED295971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47001" y="444827"/>
            <a:ext cx="1285929" cy="324920"/>
          </a:xfrm>
          <a:custGeom xmlns:a="http://schemas.openxmlformats.org/drawingml/2006/main">
            <a:pathLst>
              <a:path w="1285929" h="324920">
                <a:moveTo>
                  <a:pt x="0" y="54154"/>
                </a:moveTo>
                <a:cubicBezTo>
                  <a:pt x="0" y="24244"/>
                  <a:pt x="24215" y="0"/>
                  <a:pt x="54093" y="0"/>
                </a:cubicBezTo>
                <a:lnTo>
                  <a:pt x="1231836" y="0"/>
                </a:lnTo>
                <a:cubicBezTo>
                  <a:pt x="1261709" y="0"/>
                  <a:pt x="1285929" y="24244"/>
                  <a:pt x="1285929" y="54154"/>
                </a:cubicBezTo>
                <a:lnTo>
                  <a:pt x="1285929" y="270767"/>
                </a:lnTo>
                <a:cubicBezTo>
                  <a:pt x="1285929" y="300676"/>
                  <a:pt x="1261709" y="324920"/>
                  <a:pt x="1231836" y="324920"/>
                </a:cubicBezTo>
                <a:lnTo>
                  <a:pt x="54093" y="324920"/>
                </a:lnTo>
                <a:cubicBezTo>
                  <a:pt x="24215" y="324920"/>
                  <a:pt x="0" y="300676"/>
                  <a:pt x="0" y="270767"/>
                </a:cubicBezTo>
                <a:lnTo>
                  <a:pt x="0" y="54154"/>
                </a:lnTo>
              </a:path>
            </a:pathLst>
          </a:custGeom>
          <a:solidFill xmlns:a="http://schemas.openxmlformats.org/drawingml/2006/main">
            <a:srgbClr val="FBE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df-path-80">
            <a:extLst xmlns:a="http://schemas.openxmlformats.org/drawingml/2006/main">
              <a:ext uri="{FF2B5EF4-FFF2-40B4-BE49-F238E27FC236}">
                <a16:creationId xmlns:a16="http://schemas.microsoft.com/office/drawing/2014/main" id="{77094DC0-1F8E-4ABC-808D-9DE35553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94553" y="317998"/>
            <a:ext cx="1400475" cy="2342509"/>
          </a:xfrm>
          <a:custGeom xmlns:a="http://schemas.openxmlformats.org/drawingml/2006/main">
            <a:pathLst>
              <a:path w="1400475" h="2342509">
                <a:moveTo>
                  <a:pt x="0" y="88192"/>
                </a:moveTo>
                <a:cubicBezTo>
                  <a:pt x="0" y="39485"/>
                  <a:pt x="39440" y="0"/>
                  <a:pt x="88091" y="0"/>
                </a:cubicBezTo>
                <a:lnTo>
                  <a:pt x="1312385" y="0"/>
                </a:lnTo>
                <a:cubicBezTo>
                  <a:pt x="1361036" y="0"/>
                  <a:pt x="1400475" y="39485"/>
                  <a:pt x="1400475" y="88192"/>
                </a:cubicBezTo>
                <a:lnTo>
                  <a:pt x="1400475" y="2254315"/>
                </a:lnTo>
                <a:cubicBezTo>
                  <a:pt x="1400475" y="2303024"/>
                  <a:pt x="1361036" y="2342509"/>
                  <a:pt x="1312385" y="2342509"/>
                </a:cubicBezTo>
                <a:lnTo>
                  <a:pt x="88091" y="2342509"/>
                </a:lnTo>
                <a:cubicBezTo>
                  <a:pt x="39440" y="2342509"/>
                  <a:pt x="0" y="2303024"/>
                  <a:pt x="0" y="2254315"/>
                </a:cubicBezTo>
                <a:lnTo>
                  <a:pt x="0" y="88192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D9D9D9"/>
            </a:solidFill>
            <a:prstDash val="solid"/>
          </a:ln>
        </p:spPr>
      </p:sp>
      <p:sp>
        <p:nvSpPr>
          <p:cNvPr id="81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AAC39824-D54B-4B69-9AB7-728E292A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4191" y="2061734"/>
            <a:ext cx="490597" cy="113965"/>
          </a:xfrm>
          <a:custGeom xmlns:a="http://schemas.openxmlformats.org/drawingml/2006/main">
            <a:pathLst>
              <a:path w="490597" h="113965">
                <a:moveTo>
                  <a:pt x="0" y="0"/>
                </a:moveTo>
                <a:lnTo>
                  <a:pt x="348310" y="3"/>
                </a:lnTo>
                <a:lnTo>
                  <a:pt x="348310" y="56983"/>
                </a:lnTo>
                <a:lnTo>
                  <a:pt x="0" y="56983"/>
                </a:lnTo>
                <a:lnTo>
                  <a:pt x="0" y="0"/>
                </a:lnTo>
                <a:moveTo>
                  <a:pt x="319850" y="-56979"/>
                </a:moveTo>
                <a:lnTo>
                  <a:pt x="490597" y="28496"/>
                </a:lnTo>
                <a:lnTo>
                  <a:pt x="319850" y="113965"/>
                </a:lnTo>
                <a:lnTo>
                  <a:pt x="319850" y="-56979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df-path-154">
            <a:extLst xmlns:a="http://schemas.openxmlformats.org/drawingml/2006/main">
              <a:ext uri="{FF2B5EF4-FFF2-40B4-BE49-F238E27FC236}">
                <a16:creationId xmlns:a16="http://schemas.microsoft.com/office/drawing/2014/main" id="{827A116F-4EA1-4C23-B6D1-55B1D235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4198" y="3731275"/>
            <a:ext cx="1960488" cy="1580224"/>
          </a:xfrm>
          <a:custGeom xmlns:a="http://schemas.openxmlformats.org/drawingml/2006/main">
            <a:pathLst>
              <a:path w="1960488" h="1580224">
                <a:moveTo>
                  <a:pt x="0" y="135807"/>
                </a:moveTo>
                <a:cubicBezTo>
                  <a:pt x="0" y="60805"/>
                  <a:pt x="60732" y="0"/>
                  <a:pt x="135649" y="0"/>
                </a:cubicBezTo>
                <a:lnTo>
                  <a:pt x="1824841" y="0"/>
                </a:lnTo>
                <a:cubicBezTo>
                  <a:pt x="1899756" y="0"/>
                  <a:pt x="1960488" y="60805"/>
                  <a:pt x="1960488" y="135807"/>
                </a:cubicBezTo>
                <a:lnTo>
                  <a:pt x="1960488" y="1444421"/>
                </a:lnTo>
                <a:cubicBezTo>
                  <a:pt x="1960488" y="1519424"/>
                  <a:pt x="1899756" y="1580224"/>
                  <a:pt x="1824841" y="1580224"/>
                </a:cubicBezTo>
                <a:lnTo>
                  <a:pt x="135649" y="1580224"/>
                </a:lnTo>
                <a:cubicBezTo>
                  <a:pt x="60732" y="1580224"/>
                  <a:pt x="0" y="1519424"/>
                  <a:pt x="0" y="1444421"/>
                </a:cubicBezTo>
                <a:lnTo>
                  <a:pt x="0" y="135807"/>
                </a:lnTo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D15582A-3764-4EAC-BC33-311F3BD1EA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1c45b8dc249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68100" y="3724275"/>
            <a:ext cx="1971675" cy="1590675"/>
          </a:xfrm>
          <a:prstGeom xmlns:a="http://schemas.openxmlformats.org/drawingml/2006/main" prst="rect">
            <a:avLst/>
          </a:prstGeom>
        </p:spPr>
      </p:pic>
      <p:sp>
        <p:nvSpPr>
          <p:cNvPr id="84" name="source-raster-6">
            <a:extLst xmlns:a="http://schemas.openxmlformats.org/drawingml/2006/main">
              <a:ext uri="{FF2B5EF4-FFF2-40B4-BE49-F238E27FC236}">
                <a16:creationId xmlns:a16="http://schemas.microsoft.com/office/drawing/2014/main" id="{C96AA4B7-E4B0-49D1-B718-C9C3B9EF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8100" y="3724275"/>
            <a:ext cx="197167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pdf-path-156">
            <a:extLst xmlns:a="http://schemas.openxmlformats.org/drawingml/2006/main">
              <a:ext uri="{FF2B5EF4-FFF2-40B4-BE49-F238E27FC236}">
                <a16:creationId xmlns:a16="http://schemas.microsoft.com/office/drawing/2014/main" id="{9AE6EE1B-B025-4A06-96C7-34E3DA41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67567" y="4451319"/>
            <a:ext cx="158784" cy="158965"/>
          </a:xfrm>
          <a:custGeom xmlns:a="http://schemas.openxmlformats.org/drawingml/2006/main">
            <a:pathLst>
              <a:path w="158784" h="158965">
                <a:moveTo>
                  <a:pt x="0" y="79484"/>
                </a:moveTo>
                <a:cubicBezTo>
                  <a:pt x="0" y="35585"/>
                  <a:pt x="35546" y="0"/>
                  <a:pt x="79391" y="0"/>
                </a:cubicBezTo>
                <a:cubicBezTo>
                  <a:pt x="123238" y="0"/>
                  <a:pt x="158784" y="35585"/>
                  <a:pt x="158784" y="79484"/>
                </a:cubicBezTo>
                <a:cubicBezTo>
                  <a:pt x="158784" y="123379"/>
                  <a:pt x="123238" y="158965"/>
                  <a:pt x="79391" y="158965"/>
                </a:cubicBezTo>
                <a:cubicBezTo>
                  <a:pt x="35546" y="158965"/>
                  <a:pt x="0" y="123379"/>
                  <a:pt x="0" y="79484"/>
                </a:cubicBezTo>
              </a:path>
            </a:pathLst>
          </a:custGeom>
          <a:solidFill xmlns:a="http://schemas.openxmlformats.org/drawingml/2006/main">
            <a:srgbClr val="F2CF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df-path-157">
            <a:extLst xmlns:a="http://schemas.openxmlformats.org/drawingml/2006/main">
              <a:ext uri="{FF2B5EF4-FFF2-40B4-BE49-F238E27FC236}">
                <a16:creationId xmlns:a16="http://schemas.microsoft.com/office/drawing/2014/main" id="{017BA250-87B8-4EC0-8DD0-3B072EAE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67567" y="4451319"/>
            <a:ext cx="158783" cy="158966"/>
          </a:xfrm>
          <a:custGeom xmlns:a="http://schemas.openxmlformats.org/drawingml/2006/main">
            <a:pathLst>
              <a:path w="158783" h="158966">
                <a:moveTo>
                  <a:pt x="0" y="79483"/>
                </a:moveTo>
                <a:cubicBezTo>
                  <a:pt x="0" y="35586"/>
                  <a:pt x="35544" y="0"/>
                  <a:pt x="79391" y="0"/>
                </a:cubicBezTo>
                <a:cubicBezTo>
                  <a:pt x="123238" y="0"/>
                  <a:pt x="158783" y="35586"/>
                  <a:pt x="158783" y="79483"/>
                </a:cubicBezTo>
                <a:cubicBezTo>
                  <a:pt x="158783" y="123381"/>
                  <a:pt x="123238" y="158966"/>
                  <a:pt x="79391" y="158966"/>
                </a:cubicBezTo>
                <a:cubicBezTo>
                  <a:pt x="35544" y="158966"/>
                  <a:pt x="0" y="123381"/>
                  <a:pt x="0" y="7948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95959"/>
            </a:solidFill>
            <a:prstDash val="solid"/>
          </a:ln>
        </p:spPr>
      </p:sp>
      <p:sp>
        <p:nvSpPr>
          <p:cNvPr id="87" name="pdf-text-106-0">
            <a:extLst xmlns:a="http://schemas.openxmlformats.org/drawingml/2006/main">
              <a:ext uri="{FF2B5EF4-FFF2-40B4-BE49-F238E27FC236}">
                <a16:creationId xmlns:a16="http://schemas.microsoft.com/office/drawing/2014/main" id="{3A96580B-3D2A-4FB8-A848-1CFFEE81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15341" y="4450464"/>
            <a:ext cx="72167" cy="14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1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88" name="pdf-path-159">
            <a:extLst xmlns:a="http://schemas.openxmlformats.org/drawingml/2006/main">
              <a:ext uri="{FF2B5EF4-FFF2-40B4-BE49-F238E27FC236}">
                <a16:creationId xmlns:a16="http://schemas.microsoft.com/office/drawing/2014/main" id="{89EBBA74-E019-48E8-BA33-5F23B5B5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37498" y="4368100"/>
            <a:ext cx="158781" cy="158965"/>
          </a:xfrm>
          <a:custGeom xmlns:a="http://schemas.openxmlformats.org/drawingml/2006/main">
            <a:pathLst>
              <a:path w="158781" h="158965">
                <a:moveTo>
                  <a:pt x="0" y="79485"/>
                </a:moveTo>
                <a:cubicBezTo>
                  <a:pt x="0" y="35586"/>
                  <a:pt x="35546" y="0"/>
                  <a:pt x="79391" y="0"/>
                </a:cubicBezTo>
                <a:cubicBezTo>
                  <a:pt x="123238" y="0"/>
                  <a:pt x="158781" y="35586"/>
                  <a:pt x="158781" y="79485"/>
                </a:cubicBezTo>
                <a:cubicBezTo>
                  <a:pt x="158781" y="123381"/>
                  <a:pt x="123238" y="158965"/>
                  <a:pt x="79391" y="158965"/>
                </a:cubicBezTo>
                <a:cubicBezTo>
                  <a:pt x="35546" y="158965"/>
                  <a:pt x="0" y="123381"/>
                  <a:pt x="0" y="79485"/>
                </a:cubicBezTo>
              </a:path>
            </a:pathLst>
          </a:custGeom>
          <a:solidFill xmlns:a="http://schemas.openxmlformats.org/drawingml/2006/main">
            <a:srgbClr val="E59F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df-path-160">
            <a:extLst xmlns:a="http://schemas.openxmlformats.org/drawingml/2006/main">
              <a:ext uri="{FF2B5EF4-FFF2-40B4-BE49-F238E27FC236}">
                <a16:creationId xmlns:a16="http://schemas.microsoft.com/office/drawing/2014/main" id="{775FB8A5-1BAD-4EB5-9D80-9AB48713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37498" y="4368100"/>
            <a:ext cx="158783" cy="158966"/>
          </a:xfrm>
          <a:custGeom xmlns:a="http://schemas.openxmlformats.org/drawingml/2006/main">
            <a:pathLst>
              <a:path w="158783" h="158966">
                <a:moveTo>
                  <a:pt x="0" y="79483"/>
                </a:moveTo>
                <a:cubicBezTo>
                  <a:pt x="0" y="35586"/>
                  <a:pt x="35544" y="0"/>
                  <a:pt x="79391" y="0"/>
                </a:cubicBezTo>
                <a:cubicBezTo>
                  <a:pt x="123238" y="0"/>
                  <a:pt x="158783" y="35586"/>
                  <a:pt x="158783" y="79483"/>
                </a:cubicBezTo>
                <a:cubicBezTo>
                  <a:pt x="158783" y="123381"/>
                  <a:pt x="123238" y="158966"/>
                  <a:pt x="79391" y="158966"/>
                </a:cubicBezTo>
                <a:cubicBezTo>
                  <a:pt x="35544" y="158966"/>
                  <a:pt x="0" y="123381"/>
                  <a:pt x="0" y="7948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95959"/>
            </a:solidFill>
            <a:prstDash val="solid"/>
          </a:ln>
        </p:spPr>
      </p:sp>
      <p:sp>
        <p:nvSpPr>
          <p:cNvPr id="90" name="pdf-text-107-0">
            <a:extLst xmlns:a="http://schemas.openxmlformats.org/drawingml/2006/main">
              <a:ext uri="{FF2B5EF4-FFF2-40B4-BE49-F238E27FC236}">
                <a16:creationId xmlns:a16="http://schemas.microsoft.com/office/drawing/2014/main" id="{EFF56DBE-DC94-44E7-A0E7-8F6135E2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85272" y="4372523"/>
            <a:ext cx="72167" cy="14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1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91" name="pdf-path-162">
            <a:extLst xmlns:a="http://schemas.openxmlformats.org/drawingml/2006/main">
              <a:ext uri="{FF2B5EF4-FFF2-40B4-BE49-F238E27FC236}">
                <a16:creationId xmlns:a16="http://schemas.microsoft.com/office/drawing/2014/main" id="{D4E89CB4-9570-45D4-AB0E-DD6500C3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5788" y="4206237"/>
            <a:ext cx="158781" cy="158966"/>
          </a:xfrm>
          <a:custGeom xmlns:a="http://schemas.openxmlformats.org/drawingml/2006/main">
            <a:pathLst>
              <a:path w="158781" h="158966">
                <a:moveTo>
                  <a:pt x="0" y="79481"/>
                </a:moveTo>
                <a:cubicBezTo>
                  <a:pt x="0" y="35585"/>
                  <a:pt x="35546" y="0"/>
                  <a:pt x="79391" y="0"/>
                </a:cubicBezTo>
                <a:cubicBezTo>
                  <a:pt x="123240" y="0"/>
                  <a:pt x="158781" y="35585"/>
                  <a:pt x="158781" y="79481"/>
                </a:cubicBezTo>
                <a:cubicBezTo>
                  <a:pt x="158781" y="123381"/>
                  <a:pt x="123240" y="158966"/>
                  <a:pt x="79391" y="158966"/>
                </a:cubicBezTo>
                <a:cubicBezTo>
                  <a:pt x="35546" y="158966"/>
                  <a:pt x="0" y="123381"/>
                  <a:pt x="0" y="79481"/>
                </a:cubicBezTo>
              </a:path>
            </a:pathLst>
          </a:custGeom>
          <a:solidFill xmlns:a="http://schemas.openxmlformats.org/drawingml/2006/main">
            <a:srgbClr val="F0C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df-path-163">
            <a:extLst xmlns:a="http://schemas.openxmlformats.org/drawingml/2006/main">
              <a:ext uri="{FF2B5EF4-FFF2-40B4-BE49-F238E27FC236}">
                <a16:creationId xmlns:a16="http://schemas.microsoft.com/office/drawing/2014/main" id="{E4BC069E-A780-49A9-AE6B-DE93FABC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5788" y="4206237"/>
            <a:ext cx="158783" cy="158966"/>
          </a:xfrm>
          <a:custGeom xmlns:a="http://schemas.openxmlformats.org/drawingml/2006/main">
            <a:pathLst>
              <a:path w="158783" h="158966">
                <a:moveTo>
                  <a:pt x="0" y="79483"/>
                </a:moveTo>
                <a:cubicBezTo>
                  <a:pt x="0" y="35586"/>
                  <a:pt x="35544" y="0"/>
                  <a:pt x="79391" y="0"/>
                </a:cubicBezTo>
                <a:cubicBezTo>
                  <a:pt x="123238" y="0"/>
                  <a:pt x="158783" y="35586"/>
                  <a:pt x="158783" y="79483"/>
                </a:cubicBezTo>
                <a:cubicBezTo>
                  <a:pt x="158783" y="123381"/>
                  <a:pt x="123238" y="158966"/>
                  <a:pt x="79391" y="158966"/>
                </a:cubicBezTo>
                <a:cubicBezTo>
                  <a:pt x="35544" y="158966"/>
                  <a:pt x="0" y="123381"/>
                  <a:pt x="0" y="7948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95959"/>
            </a:solidFill>
            <a:prstDash val="solid"/>
          </a:ln>
        </p:spPr>
      </p:sp>
      <p:sp>
        <p:nvSpPr>
          <p:cNvPr id="93" name="pdf-text-108-0">
            <a:extLst xmlns:a="http://schemas.openxmlformats.org/drawingml/2006/main">
              <a:ext uri="{FF2B5EF4-FFF2-40B4-BE49-F238E27FC236}">
                <a16:creationId xmlns:a16="http://schemas.microsoft.com/office/drawing/2014/main" id="{BFD0ACFE-04EF-4478-BAAE-9B6C7DBB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43564" y="4207983"/>
            <a:ext cx="72167" cy="14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1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4" name="pdf-path-165">
            <a:extLst xmlns:a="http://schemas.openxmlformats.org/drawingml/2006/main">
              <a:ext uri="{FF2B5EF4-FFF2-40B4-BE49-F238E27FC236}">
                <a16:creationId xmlns:a16="http://schemas.microsoft.com/office/drawing/2014/main" id="{F579B7D9-9941-4F94-8BAC-CC7D3D9C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72912" y="4772151"/>
            <a:ext cx="158784" cy="158966"/>
          </a:xfrm>
          <a:custGeom xmlns:a="http://schemas.openxmlformats.org/drawingml/2006/main">
            <a:pathLst>
              <a:path w="158784" h="158966">
                <a:moveTo>
                  <a:pt x="0" y="79480"/>
                </a:moveTo>
                <a:cubicBezTo>
                  <a:pt x="0" y="35585"/>
                  <a:pt x="35546" y="0"/>
                  <a:pt x="79391" y="0"/>
                </a:cubicBezTo>
                <a:cubicBezTo>
                  <a:pt x="123238" y="0"/>
                  <a:pt x="158784" y="35585"/>
                  <a:pt x="158784" y="79480"/>
                </a:cubicBezTo>
                <a:cubicBezTo>
                  <a:pt x="158784" y="123381"/>
                  <a:pt x="123238" y="158966"/>
                  <a:pt x="79391" y="158966"/>
                </a:cubicBezTo>
                <a:cubicBezTo>
                  <a:pt x="35546" y="158966"/>
                  <a:pt x="0" y="123381"/>
                  <a:pt x="0" y="79480"/>
                </a:cubicBezTo>
              </a:path>
            </a:pathLst>
          </a:custGeom>
          <a:solidFill xmlns:a="http://schemas.openxmlformats.org/drawingml/2006/main">
            <a:srgbClr val="B4E5A2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df-path-166">
            <a:extLst xmlns:a="http://schemas.openxmlformats.org/drawingml/2006/main">
              <a:ext uri="{FF2B5EF4-FFF2-40B4-BE49-F238E27FC236}">
                <a16:creationId xmlns:a16="http://schemas.microsoft.com/office/drawing/2014/main" id="{9EF4E674-2EFE-490D-844C-BF0E7A2C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72912" y="4772151"/>
            <a:ext cx="158783" cy="158966"/>
          </a:xfrm>
          <a:custGeom xmlns:a="http://schemas.openxmlformats.org/drawingml/2006/main">
            <a:pathLst>
              <a:path w="158783" h="158966">
                <a:moveTo>
                  <a:pt x="0" y="79483"/>
                </a:moveTo>
                <a:cubicBezTo>
                  <a:pt x="0" y="35586"/>
                  <a:pt x="35544" y="0"/>
                  <a:pt x="79391" y="0"/>
                </a:cubicBezTo>
                <a:cubicBezTo>
                  <a:pt x="123238" y="0"/>
                  <a:pt x="158783" y="35586"/>
                  <a:pt x="158783" y="79483"/>
                </a:cubicBezTo>
                <a:cubicBezTo>
                  <a:pt x="158783" y="123381"/>
                  <a:pt x="123238" y="158966"/>
                  <a:pt x="79391" y="158966"/>
                </a:cubicBezTo>
                <a:cubicBezTo>
                  <a:pt x="35544" y="158966"/>
                  <a:pt x="0" y="123381"/>
                  <a:pt x="0" y="7948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95959"/>
            </a:solidFill>
            <a:prstDash val="solid"/>
          </a:ln>
        </p:spPr>
      </p:sp>
      <p:sp>
        <p:nvSpPr>
          <p:cNvPr id="96" name="pdf-text-109-0">
            <a:extLst xmlns:a="http://schemas.openxmlformats.org/drawingml/2006/main">
              <a:ext uri="{FF2B5EF4-FFF2-40B4-BE49-F238E27FC236}">
                <a16:creationId xmlns:a16="http://schemas.microsoft.com/office/drawing/2014/main" id="{EF705108-1B25-4521-A896-4FF4F21C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20686" y="4770883"/>
            <a:ext cx="72167" cy="14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1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7" name="pdf-path-168">
            <a:extLst xmlns:a="http://schemas.openxmlformats.org/drawingml/2006/main">
              <a:ext uri="{FF2B5EF4-FFF2-40B4-BE49-F238E27FC236}">
                <a16:creationId xmlns:a16="http://schemas.microsoft.com/office/drawing/2014/main" id="{E2DD1A81-3526-4F1E-AA95-9676BDFA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18789" y="4859144"/>
            <a:ext cx="158781" cy="158965"/>
          </a:xfrm>
          <a:custGeom xmlns:a="http://schemas.openxmlformats.org/drawingml/2006/main">
            <a:pathLst>
              <a:path w="158781" h="158965">
                <a:moveTo>
                  <a:pt x="0" y="79481"/>
                </a:moveTo>
                <a:cubicBezTo>
                  <a:pt x="0" y="35584"/>
                  <a:pt x="35546" y="0"/>
                  <a:pt x="79391" y="0"/>
                </a:cubicBezTo>
                <a:cubicBezTo>
                  <a:pt x="123240" y="0"/>
                  <a:pt x="158781" y="35584"/>
                  <a:pt x="158781" y="79481"/>
                </a:cubicBezTo>
                <a:cubicBezTo>
                  <a:pt x="158781" y="123380"/>
                  <a:pt x="123240" y="158965"/>
                  <a:pt x="79391" y="158965"/>
                </a:cubicBezTo>
                <a:cubicBezTo>
                  <a:pt x="35546" y="158965"/>
                  <a:pt x="0" y="123380"/>
                  <a:pt x="0" y="79481"/>
                </a:cubicBezTo>
              </a:path>
            </a:pathLst>
          </a:custGeom>
          <a:solidFill xmlns:a="http://schemas.openxmlformats.org/drawingml/2006/main">
            <a:srgbClr val="F6C6AD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df-path-169">
            <a:extLst xmlns:a="http://schemas.openxmlformats.org/drawingml/2006/main">
              <a:ext uri="{FF2B5EF4-FFF2-40B4-BE49-F238E27FC236}">
                <a16:creationId xmlns:a16="http://schemas.microsoft.com/office/drawing/2014/main" id="{776E0A87-6584-415F-9883-BAC97531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18789" y="4859144"/>
            <a:ext cx="158783" cy="158966"/>
          </a:xfrm>
          <a:custGeom xmlns:a="http://schemas.openxmlformats.org/drawingml/2006/main">
            <a:pathLst>
              <a:path w="158783" h="158966">
                <a:moveTo>
                  <a:pt x="0" y="79483"/>
                </a:moveTo>
                <a:cubicBezTo>
                  <a:pt x="0" y="35586"/>
                  <a:pt x="35544" y="0"/>
                  <a:pt x="79391" y="0"/>
                </a:cubicBezTo>
                <a:cubicBezTo>
                  <a:pt x="123238" y="0"/>
                  <a:pt x="158783" y="35586"/>
                  <a:pt x="158783" y="79483"/>
                </a:cubicBezTo>
                <a:cubicBezTo>
                  <a:pt x="158783" y="123381"/>
                  <a:pt x="123238" y="158966"/>
                  <a:pt x="79391" y="158966"/>
                </a:cubicBezTo>
                <a:cubicBezTo>
                  <a:pt x="35544" y="158966"/>
                  <a:pt x="0" y="123381"/>
                  <a:pt x="0" y="7948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95959"/>
            </a:solidFill>
            <a:prstDash val="solid"/>
          </a:ln>
        </p:spPr>
      </p:sp>
      <p:sp>
        <p:nvSpPr>
          <p:cNvPr id="99" name="pdf-text-110-0">
            <a:extLst xmlns:a="http://schemas.openxmlformats.org/drawingml/2006/main">
              <a:ext uri="{FF2B5EF4-FFF2-40B4-BE49-F238E27FC236}">
                <a16:creationId xmlns:a16="http://schemas.microsoft.com/office/drawing/2014/main" id="{0960A39C-A929-4BCD-BB8F-B4E86C3E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6561" y="4857484"/>
            <a:ext cx="72167" cy="14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1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00" name="pdf-path-171">
            <a:extLst xmlns:a="http://schemas.openxmlformats.org/drawingml/2006/main">
              <a:ext uri="{FF2B5EF4-FFF2-40B4-BE49-F238E27FC236}">
                <a16:creationId xmlns:a16="http://schemas.microsoft.com/office/drawing/2014/main" id="{5D032EAD-0D2D-40D7-8FDD-76C40318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20165" y="5065830"/>
            <a:ext cx="158783" cy="158965"/>
          </a:xfrm>
          <a:custGeom xmlns:a="http://schemas.openxmlformats.org/drawingml/2006/main">
            <a:pathLst>
              <a:path w="158783" h="158965">
                <a:moveTo>
                  <a:pt x="0" y="79480"/>
                </a:moveTo>
                <a:cubicBezTo>
                  <a:pt x="0" y="35585"/>
                  <a:pt x="35546" y="0"/>
                  <a:pt x="79392" y="0"/>
                </a:cubicBezTo>
                <a:cubicBezTo>
                  <a:pt x="123240" y="0"/>
                  <a:pt x="158783" y="35585"/>
                  <a:pt x="158783" y="79480"/>
                </a:cubicBezTo>
                <a:cubicBezTo>
                  <a:pt x="158783" y="123379"/>
                  <a:pt x="123240" y="158965"/>
                  <a:pt x="79392" y="158965"/>
                </a:cubicBezTo>
                <a:cubicBezTo>
                  <a:pt x="35546" y="158965"/>
                  <a:pt x="0" y="123379"/>
                  <a:pt x="0" y="79480"/>
                </a:cubicBezTo>
              </a:path>
            </a:pathLst>
          </a:custGeom>
          <a:solidFill xmlns:a="http://schemas.openxmlformats.org/drawingml/2006/main">
            <a:srgbClr val="BFBFB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df-path-172">
            <a:extLst xmlns:a="http://schemas.openxmlformats.org/drawingml/2006/main">
              <a:ext uri="{FF2B5EF4-FFF2-40B4-BE49-F238E27FC236}">
                <a16:creationId xmlns:a16="http://schemas.microsoft.com/office/drawing/2014/main" id="{44104501-367F-4F9F-9471-4A89BCE3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20165" y="5065830"/>
            <a:ext cx="158783" cy="158966"/>
          </a:xfrm>
          <a:custGeom xmlns:a="http://schemas.openxmlformats.org/drawingml/2006/main">
            <a:pathLst>
              <a:path w="158783" h="158966">
                <a:moveTo>
                  <a:pt x="0" y="79483"/>
                </a:moveTo>
                <a:cubicBezTo>
                  <a:pt x="0" y="35586"/>
                  <a:pt x="35544" y="0"/>
                  <a:pt x="79391" y="0"/>
                </a:cubicBezTo>
                <a:cubicBezTo>
                  <a:pt x="123238" y="0"/>
                  <a:pt x="158783" y="35586"/>
                  <a:pt x="158783" y="79483"/>
                </a:cubicBezTo>
                <a:cubicBezTo>
                  <a:pt x="158783" y="123381"/>
                  <a:pt x="123238" y="158966"/>
                  <a:pt x="79391" y="158966"/>
                </a:cubicBezTo>
                <a:cubicBezTo>
                  <a:pt x="35544" y="158966"/>
                  <a:pt x="0" y="123381"/>
                  <a:pt x="0" y="7948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95959"/>
            </a:solidFill>
            <a:prstDash val="solid"/>
          </a:ln>
        </p:spPr>
      </p:sp>
      <p:sp>
        <p:nvSpPr>
          <p:cNvPr id="102" name="pdf-text-111-0">
            <a:extLst xmlns:a="http://schemas.openxmlformats.org/drawingml/2006/main">
              <a:ext uri="{FF2B5EF4-FFF2-40B4-BE49-F238E27FC236}">
                <a16:creationId xmlns:a16="http://schemas.microsoft.com/office/drawing/2014/main" id="{B765E1D4-B9B6-48EA-B0A0-B0BB5CCA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67937" y="5065324"/>
            <a:ext cx="72167" cy="14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1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03" name="pdf-text-112-0">
            <a:extLst xmlns:a="http://schemas.openxmlformats.org/drawingml/2006/main">
              <a:ext uri="{FF2B5EF4-FFF2-40B4-BE49-F238E27FC236}">
                <a16:creationId xmlns:a16="http://schemas.microsoft.com/office/drawing/2014/main" id="{39DD28B8-C775-4290-8BCE-6506EE03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0001" y="5448901"/>
            <a:ext cx="449779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</a:t>
            </a:r>
          </a:p>
        </p:txBody>
      </p:sp>
      <p:sp>
        <p:nvSpPr>
          <p:cNvPr id="104" name="pdf-text-113-0">
            <a:extLst xmlns:a="http://schemas.openxmlformats.org/drawingml/2006/main">
              <a:ext uri="{FF2B5EF4-FFF2-40B4-BE49-F238E27FC236}">
                <a16:creationId xmlns:a16="http://schemas.microsoft.com/office/drawing/2014/main" id="{B80A9EE1-A3E3-4D2B-A7C3-B8BAAFE4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5329" y="5448901"/>
            <a:ext cx="72096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105" name="pdf-text-114-0">
            <a:extLst xmlns:a="http://schemas.openxmlformats.org/drawingml/2006/main">
              <a:ext uri="{FF2B5EF4-FFF2-40B4-BE49-F238E27FC236}">
                <a16:creationId xmlns:a16="http://schemas.microsoft.com/office/drawing/2014/main" id="{2931F09D-F240-407D-9325-9118C338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1216" y="5448901"/>
            <a:ext cx="1878529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Level Task Planning</a:t>
            </a:r>
          </a:p>
        </p:txBody>
      </p:sp>
      <p:sp>
        <p:nvSpPr>
          <p:cNvPr id="106" name="pdf-text-115-0">
            <a:extLst xmlns:a="http://schemas.openxmlformats.org/drawingml/2006/main">
              <a:ext uri="{FF2B5EF4-FFF2-40B4-BE49-F238E27FC236}">
                <a16:creationId xmlns:a16="http://schemas.microsoft.com/office/drawing/2014/main" id="{4D976C23-E79F-424B-BE86-7859E220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9255" y="5448901"/>
            <a:ext cx="409265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Low</a:t>
            </a:r>
          </a:p>
        </p:txBody>
      </p:sp>
      <p:sp>
        <p:nvSpPr>
          <p:cNvPr id="107" name="pdf-text-116-0">
            <a:extLst xmlns:a="http://schemas.openxmlformats.org/drawingml/2006/main">
              <a:ext uri="{FF2B5EF4-FFF2-40B4-BE49-F238E27FC236}">
                <a16:creationId xmlns:a16="http://schemas.microsoft.com/office/drawing/2014/main" id="{426ADD22-088A-4BD7-9DE4-7645568A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636" y="5448901"/>
            <a:ext cx="72096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108" name="pdf-text-117-0">
            <a:extLst xmlns:a="http://schemas.openxmlformats.org/drawingml/2006/main">
              <a:ext uri="{FF2B5EF4-FFF2-40B4-BE49-F238E27FC236}">
                <a16:creationId xmlns:a16="http://schemas.microsoft.com/office/drawing/2014/main" id="{E7BB9A6F-2D94-4DF8-8A03-8675BFAA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2526" y="5448901"/>
            <a:ext cx="2221154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Level Execution Signals</a:t>
            </a:r>
          </a:p>
        </p:txBody>
      </p:sp>
      <p:sp>
        <p:nvSpPr>
          <p:cNvPr id="109" name="pdf-text-118-0">
            <a:extLst xmlns:a="http://schemas.openxmlformats.org/drawingml/2006/main">
              <a:ext uri="{FF2B5EF4-FFF2-40B4-BE49-F238E27FC236}">
                <a16:creationId xmlns:a16="http://schemas.microsoft.com/office/drawing/2014/main" id="{F8EDF740-DDE2-4828-90CB-DABD4548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2271" y="6066293"/>
            <a:ext cx="6260900" cy="28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52" b="1" i="1">
                <a:solidFill>
                  <a:srgbClr val="A14F1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52" b="1" i="1">
                <a:solidFill>
                  <a:srgbClr val="A14F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2" b="1" i="1">
                <a:solidFill>
                  <a:srgbClr val="A14F15"/>
                </a:solidFill>
                <a:latin typeface="Times New Roman"/>
                <a:ea typeface="Times New Roman"/>
                <a:cs typeface="Times New Roman"/>
              </a:rPr>
              <a:t>Visuomotor Experiences Synthesis for Robot Learning</a:t>
            </a:r>
          </a:p>
        </p:txBody>
      </p:sp>
      <p:sp>
        <p:nvSpPr>
          <p:cNvPr id="110" name="pdf-text-119-0">
            <a:extLst xmlns:a="http://schemas.openxmlformats.org/drawingml/2006/main">
              <a:ext uri="{FF2B5EF4-FFF2-40B4-BE49-F238E27FC236}">
                <a16:creationId xmlns:a16="http://schemas.microsoft.com/office/drawing/2014/main" id="{AAB0D7DA-AD77-4785-98A3-02C06284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685" y="8289382"/>
            <a:ext cx="192503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111" name="pdf-text-120-0">
            <a:extLst xmlns:a="http://schemas.openxmlformats.org/drawingml/2006/main">
              <a:ext uri="{FF2B5EF4-FFF2-40B4-BE49-F238E27FC236}">
                <a16:creationId xmlns:a16="http://schemas.microsoft.com/office/drawing/2014/main" id="{11F4EF17-D194-42F5-AC06-2FEAAEE0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055" y="8289382"/>
            <a:ext cx="2504432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otion Control in Simulation</a:t>
            </a:r>
          </a:p>
        </p:txBody>
      </p:sp>
      <p:sp>
        <p:nvSpPr>
          <p:cNvPr id="112" name="pdf-text-121-0">
            <a:extLst xmlns:a="http://schemas.openxmlformats.org/drawingml/2006/main">
              <a:ext uri="{FF2B5EF4-FFF2-40B4-BE49-F238E27FC236}">
                <a16:creationId xmlns:a16="http://schemas.microsoft.com/office/drawing/2014/main" id="{291C25AE-B7E9-42BB-8470-8C7B83F6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2671" y="8289382"/>
            <a:ext cx="3359901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Rendering of Point Cloud Sequences</a:t>
            </a:r>
          </a:p>
        </p:txBody>
      </p:sp>
      <p:pic>
        <p:nvPic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E65B1BC-579A-4853-BFE1-9BF201FCB4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3ae70232947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57775" y="6400800"/>
            <a:ext cx="1285875" cy="1733550"/>
          </a:xfrm>
          <a:prstGeom xmlns:a="http://schemas.openxmlformats.org/drawingml/2006/main" prst="rect">
            <a:avLst/>
          </a:prstGeom>
        </p:spPr>
      </p:pic>
      <p:sp>
        <p:nvSpPr>
          <p:cNvPr id="114" name="source-raster-7">
            <a:extLst xmlns:a="http://schemas.openxmlformats.org/drawingml/2006/main">
              <a:ext uri="{FF2B5EF4-FFF2-40B4-BE49-F238E27FC236}">
                <a16:creationId xmlns:a16="http://schemas.microsoft.com/office/drawing/2014/main" id="{99E5FD9C-FED2-4E9D-991B-F0444863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7775" y="6400800"/>
            <a:ext cx="128587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pdf-path-185">
            <a:extLst xmlns:a="http://schemas.openxmlformats.org/drawingml/2006/main">
              <a:ext uri="{FF2B5EF4-FFF2-40B4-BE49-F238E27FC236}">
                <a16:creationId xmlns:a16="http://schemas.microsoft.com/office/drawing/2014/main" id="{3EAD1F21-5EC9-45D8-AB13-47355A03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181" y="6442587"/>
            <a:ext cx="3022220" cy="1688712"/>
          </a:xfrm>
          <a:custGeom xmlns:a="http://schemas.openxmlformats.org/drawingml/2006/main">
            <a:pathLst>
              <a:path w="3022220" h="1688712">
                <a:moveTo>
                  <a:pt x="0" y="182126"/>
                </a:moveTo>
                <a:cubicBezTo>
                  <a:pt x="0" y="81541"/>
                  <a:pt x="81448" y="0"/>
                  <a:pt x="181918" y="0"/>
                </a:cubicBezTo>
                <a:lnTo>
                  <a:pt x="2840302" y="0"/>
                </a:lnTo>
                <a:cubicBezTo>
                  <a:pt x="2940772" y="0"/>
                  <a:pt x="3022220" y="81541"/>
                  <a:pt x="3022220" y="182126"/>
                </a:cubicBezTo>
                <a:lnTo>
                  <a:pt x="3022220" y="1506585"/>
                </a:lnTo>
                <a:cubicBezTo>
                  <a:pt x="3022220" y="1607171"/>
                  <a:pt x="2940772" y="1688712"/>
                  <a:pt x="2840302" y="1688712"/>
                </a:cubicBezTo>
                <a:lnTo>
                  <a:pt x="181918" y="1688712"/>
                </a:lnTo>
                <a:cubicBezTo>
                  <a:pt x="81448" y="1688712"/>
                  <a:pt x="0" y="1607171"/>
                  <a:pt x="0" y="1506585"/>
                </a:cubicBezTo>
                <a:lnTo>
                  <a:pt x="0" y="182126"/>
                </a:lnTo>
              </a:path>
            </a:pathLst>
          </a:custGeom>
          <a:solidFill xmlns:a="http://schemas.openxmlformats.org/drawingml/2006/main">
            <a:srgbClr val="F8E9E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6833A98-A826-4BAB-B4BC-EEE49F9AD1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ce0062988428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" y="7105650"/>
            <a:ext cx="542925" cy="1038225"/>
          </a:xfrm>
          <a:prstGeom xmlns:a="http://schemas.openxmlformats.org/drawingml/2006/main" prst="rect">
            <a:avLst/>
          </a:prstGeom>
        </p:spPr>
      </p:pic>
      <p:sp>
        <p:nvSpPr>
          <p:cNvPr id="117" name="source-raster-8">
            <a:extLst xmlns:a="http://schemas.openxmlformats.org/drawingml/2006/main">
              <a:ext uri="{FF2B5EF4-FFF2-40B4-BE49-F238E27FC236}">
                <a16:creationId xmlns:a16="http://schemas.microsoft.com/office/drawing/2014/main" id="{C7ADE0E0-6B1B-4E13-93E2-D812313A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7105650"/>
            <a:ext cx="54292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328171E-E41F-49D0-B167-7807D6F8C1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028dc5931492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66850" y="7086600"/>
            <a:ext cx="438150" cy="1047750"/>
          </a:xfrm>
          <a:prstGeom xmlns:a="http://schemas.openxmlformats.org/drawingml/2006/main" prst="rect">
            <a:avLst/>
          </a:prstGeom>
        </p:spPr>
      </p:pic>
      <p:sp>
        <p:nvSpPr>
          <p:cNvPr id="119" name="source-raster-9">
            <a:extLst xmlns:a="http://schemas.openxmlformats.org/drawingml/2006/main">
              <a:ext uri="{FF2B5EF4-FFF2-40B4-BE49-F238E27FC236}">
                <a16:creationId xmlns:a16="http://schemas.microsoft.com/office/drawing/2014/main" id="{4E285811-7566-4071-88A8-66F95C6C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7086600"/>
            <a:ext cx="438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BE06F30-83F1-4790-88E7-4415F984FB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7c76946a64e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19350" y="6848475"/>
            <a:ext cx="1038225" cy="1295400"/>
          </a:xfrm>
          <a:prstGeom xmlns:a="http://schemas.openxmlformats.org/drawingml/2006/main" prst="rect">
            <a:avLst/>
          </a:prstGeom>
        </p:spPr>
      </p:pic>
      <p:sp>
        <p:nvSpPr>
          <p:cNvPr id="121" name="source-raster-10">
            <a:extLst xmlns:a="http://schemas.openxmlformats.org/drawingml/2006/main">
              <a:ext uri="{FF2B5EF4-FFF2-40B4-BE49-F238E27FC236}">
                <a16:creationId xmlns:a16="http://schemas.microsoft.com/office/drawing/2014/main" id="{B0AE08B6-E5D3-4310-85F2-08EB8238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6848475"/>
            <a:ext cx="10382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BFFB00E-965A-4744-A791-1F6638376D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e5c8791d694e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14525" y="6953250"/>
            <a:ext cx="476250" cy="1190625"/>
          </a:xfrm>
          <a:prstGeom xmlns:a="http://schemas.openxmlformats.org/drawingml/2006/main" prst="rect">
            <a:avLst/>
          </a:prstGeom>
        </p:spPr>
      </p:pic>
      <p:sp>
        <p:nvSpPr>
          <p:cNvPr id="123" name="source-raster-11">
            <a:extLst xmlns:a="http://schemas.openxmlformats.org/drawingml/2006/main">
              <a:ext uri="{FF2B5EF4-FFF2-40B4-BE49-F238E27FC236}">
                <a16:creationId xmlns:a16="http://schemas.microsoft.com/office/drawing/2014/main" id="{8FC3E89D-59FD-48B1-AAB3-3EAD298E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4525" y="6953250"/>
            <a:ext cx="476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pdf-path-190">
            <a:extLst xmlns:a="http://schemas.openxmlformats.org/drawingml/2006/main">
              <a:ext uri="{FF2B5EF4-FFF2-40B4-BE49-F238E27FC236}">
                <a16:creationId xmlns:a16="http://schemas.microsoft.com/office/drawing/2014/main" id="{FB899F85-C132-4FC2-B293-DCCC342A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5795" y="7475606"/>
            <a:ext cx="592897" cy="404552"/>
          </a:xfrm>
          <a:custGeom xmlns:a="http://schemas.openxmlformats.org/drawingml/2006/main">
            <a:pathLst>
              <a:path w="592897" h="404552">
                <a:moveTo>
                  <a:pt x="2609" y="0"/>
                </a:moveTo>
                <a:lnTo>
                  <a:pt x="59011" y="3894"/>
                </a:lnTo>
                <a:lnTo>
                  <a:pt x="114814" y="15130"/>
                </a:lnTo>
                <a:lnTo>
                  <a:pt x="167059" y="32613"/>
                </a:lnTo>
                <a:lnTo>
                  <a:pt x="214166" y="55432"/>
                </a:lnTo>
                <a:lnTo>
                  <a:pt x="254565" y="82830"/>
                </a:lnTo>
                <a:lnTo>
                  <a:pt x="286632" y="114309"/>
                </a:lnTo>
                <a:lnTo>
                  <a:pt x="307853" y="148931"/>
                </a:lnTo>
                <a:lnTo>
                  <a:pt x="314069" y="168719"/>
                </a:lnTo>
                <a:lnTo>
                  <a:pt x="315968" y="186468"/>
                </a:lnTo>
                <a:lnTo>
                  <a:pt x="317664" y="202341"/>
                </a:lnTo>
                <a:lnTo>
                  <a:pt x="316898" y="198665"/>
                </a:lnTo>
                <a:lnTo>
                  <a:pt x="321845" y="214415"/>
                </a:lnTo>
                <a:lnTo>
                  <a:pt x="319915" y="210176"/>
                </a:lnTo>
                <a:lnTo>
                  <a:pt x="338693" y="240806"/>
                </a:lnTo>
                <a:lnTo>
                  <a:pt x="335806" y="237180"/>
                </a:lnTo>
                <a:lnTo>
                  <a:pt x="364980" y="265823"/>
                </a:lnTo>
                <a:lnTo>
                  <a:pt x="362339" y="263658"/>
                </a:lnTo>
                <a:lnTo>
                  <a:pt x="400179" y="289321"/>
                </a:lnTo>
                <a:lnTo>
                  <a:pt x="397801" y="287949"/>
                </a:lnTo>
                <a:lnTo>
                  <a:pt x="442574" y="309635"/>
                </a:lnTo>
                <a:lnTo>
                  <a:pt x="438540" y="308217"/>
                </a:lnTo>
                <a:lnTo>
                  <a:pt x="472833" y="316066"/>
                </a:lnTo>
                <a:lnTo>
                  <a:pt x="464379" y="353098"/>
                </a:lnTo>
                <a:lnTo>
                  <a:pt x="427985" y="344770"/>
                </a:lnTo>
                <a:lnTo>
                  <a:pt x="380037" y="321543"/>
                </a:lnTo>
                <a:lnTo>
                  <a:pt x="339638" y="294145"/>
                </a:lnTo>
                <a:lnTo>
                  <a:pt x="307571" y="262665"/>
                </a:lnTo>
                <a:lnTo>
                  <a:pt x="286351" y="228047"/>
                </a:lnTo>
                <a:lnTo>
                  <a:pt x="280137" y="208259"/>
                </a:lnTo>
                <a:lnTo>
                  <a:pt x="278239" y="190510"/>
                </a:lnTo>
                <a:lnTo>
                  <a:pt x="276539" y="174637"/>
                </a:lnTo>
                <a:lnTo>
                  <a:pt x="277308" y="178314"/>
                </a:lnTo>
                <a:lnTo>
                  <a:pt x="272361" y="162563"/>
                </a:lnTo>
                <a:lnTo>
                  <a:pt x="274288" y="166799"/>
                </a:lnTo>
                <a:lnTo>
                  <a:pt x="255514" y="136172"/>
                </a:lnTo>
                <a:lnTo>
                  <a:pt x="258401" y="139798"/>
                </a:lnTo>
                <a:lnTo>
                  <a:pt x="229224" y="111155"/>
                </a:lnTo>
                <a:lnTo>
                  <a:pt x="231868" y="113320"/>
                </a:lnTo>
                <a:lnTo>
                  <a:pt x="194024" y="87657"/>
                </a:lnTo>
                <a:lnTo>
                  <a:pt x="196402" y="89028"/>
                </a:lnTo>
                <a:lnTo>
                  <a:pt x="151629" y="67339"/>
                </a:lnTo>
                <a:lnTo>
                  <a:pt x="153878" y="68255"/>
                </a:lnTo>
                <a:lnTo>
                  <a:pt x="103906" y="51535"/>
                </a:lnTo>
                <a:lnTo>
                  <a:pt x="106176" y="52141"/>
                </a:lnTo>
                <a:lnTo>
                  <a:pt x="52736" y="41381"/>
                </a:lnTo>
                <a:lnTo>
                  <a:pt x="55175" y="41705"/>
                </a:lnTo>
                <a:lnTo>
                  <a:pt x="0" y="37899"/>
                </a:lnTo>
                <a:lnTo>
                  <a:pt x="2609" y="0"/>
                </a:lnTo>
                <a:moveTo>
                  <a:pt x="457797" y="255229"/>
                </a:moveTo>
                <a:lnTo>
                  <a:pt x="592897" y="358027"/>
                </a:lnTo>
                <a:lnTo>
                  <a:pt x="429695" y="404552"/>
                </a:lnTo>
                <a:lnTo>
                  <a:pt x="457797" y="255229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df-path-191">
            <a:extLst xmlns:a="http://schemas.openxmlformats.org/drawingml/2006/main">
              <a:ext uri="{FF2B5EF4-FFF2-40B4-BE49-F238E27FC236}">
                <a16:creationId xmlns:a16="http://schemas.microsoft.com/office/drawing/2014/main" id="{38C6D949-79DD-4E25-8997-EE40C91A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137" y="7348309"/>
            <a:ext cx="488002" cy="504189"/>
          </a:xfrm>
          <a:custGeom xmlns:a="http://schemas.openxmlformats.org/drawingml/2006/main">
            <a:pathLst>
              <a:path w="488002" h="504189">
                <a:moveTo>
                  <a:pt x="4358" y="504189"/>
                </a:moveTo>
                <a:lnTo>
                  <a:pt x="51653" y="498715"/>
                </a:lnTo>
                <a:lnTo>
                  <a:pt x="99110" y="482691"/>
                </a:lnTo>
                <a:lnTo>
                  <a:pt x="143107" y="457999"/>
                </a:lnTo>
                <a:lnTo>
                  <a:pt x="182368" y="426100"/>
                </a:lnTo>
                <a:lnTo>
                  <a:pt x="215597" y="388307"/>
                </a:lnTo>
                <a:lnTo>
                  <a:pt x="241394" y="345841"/>
                </a:lnTo>
                <a:lnTo>
                  <a:pt x="258190" y="299885"/>
                </a:lnTo>
                <a:lnTo>
                  <a:pt x="263917" y="254193"/>
                </a:lnTo>
                <a:lnTo>
                  <a:pt x="269373" y="210643"/>
                </a:lnTo>
                <a:lnTo>
                  <a:pt x="268362" y="214807"/>
                </a:lnTo>
                <a:lnTo>
                  <a:pt x="283781" y="172622"/>
                </a:lnTo>
                <a:lnTo>
                  <a:pt x="282176" y="175964"/>
                </a:lnTo>
                <a:lnTo>
                  <a:pt x="306135" y="136518"/>
                </a:lnTo>
                <a:lnTo>
                  <a:pt x="304164" y="139198"/>
                </a:lnTo>
                <a:lnTo>
                  <a:pt x="335243" y="103855"/>
                </a:lnTo>
                <a:lnTo>
                  <a:pt x="330715" y="107622"/>
                </a:lnTo>
                <a:lnTo>
                  <a:pt x="379142" y="78730"/>
                </a:lnTo>
                <a:lnTo>
                  <a:pt x="359719" y="46096"/>
                </a:lnTo>
                <a:lnTo>
                  <a:pt x="308730" y="76515"/>
                </a:lnTo>
                <a:lnTo>
                  <a:pt x="274583" y="115351"/>
                </a:lnTo>
                <a:lnTo>
                  <a:pt x="248791" y="157817"/>
                </a:lnTo>
                <a:lnTo>
                  <a:pt x="231990" y="203777"/>
                </a:lnTo>
                <a:lnTo>
                  <a:pt x="226268" y="249466"/>
                </a:lnTo>
                <a:lnTo>
                  <a:pt x="220812" y="293018"/>
                </a:lnTo>
                <a:lnTo>
                  <a:pt x="221819" y="288854"/>
                </a:lnTo>
                <a:lnTo>
                  <a:pt x="206400" y="331039"/>
                </a:lnTo>
                <a:lnTo>
                  <a:pt x="208005" y="327698"/>
                </a:lnTo>
                <a:lnTo>
                  <a:pt x="184046" y="367144"/>
                </a:lnTo>
                <a:lnTo>
                  <a:pt x="186017" y="364463"/>
                </a:lnTo>
                <a:lnTo>
                  <a:pt x="154942" y="399807"/>
                </a:lnTo>
                <a:lnTo>
                  <a:pt x="157226" y="397606"/>
                </a:lnTo>
                <a:lnTo>
                  <a:pt x="120457" y="427476"/>
                </a:lnTo>
                <a:lnTo>
                  <a:pt x="123134" y="425657"/>
                </a:lnTo>
                <a:lnTo>
                  <a:pt x="82096" y="448689"/>
                </a:lnTo>
                <a:lnTo>
                  <a:pt x="85308" y="447260"/>
                </a:lnTo>
                <a:lnTo>
                  <a:pt x="41424" y="462079"/>
                </a:lnTo>
                <a:lnTo>
                  <a:pt x="45309" y="461210"/>
                </a:lnTo>
                <a:lnTo>
                  <a:pt x="0" y="466452"/>
                </a:lnTo>
                <a:lnTo>
                  <a:pt x="4358" y="504189"/>
                </a:lnTo>
                <a:moveTo>
                  <a:pt x="372131" y="142454"/>
                </a:moveTo>
                <a:lnTo>
                  <a:pt x="488002" y="18341"/>
                </a:lnTo>
                <a:lnTo>
                  <a:pt x="319305" y="0"/>
                </a:lnTo>
                <a:lnTo>
                  <a:pt x="372131" y="142454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df-path-192">
            <a:extLst xmlns:a="http://schemas.openxmlformats.org/drawingml/2006/main">
              <a:ext uri="{FF2B5EF4-FFF2-40B4-BE49-F238E27FC236}">
                <a16:creationId xmlns:a16="http://schemas.microsoft.com/office/drawing/2014/main" id="{333AFC12-7AED-4F04-B55C-87F838ED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4652" y="7174700"/>
            <a:ext cx="622301" cy="225308"/>
          </a:xfrm>
          <a:custGeom xmlns:a="http://schemas.openxmlformats.org/drawingml/2006/main">
            <a:pathLst>
              <a:path w="622301" h="225308">
                <a:moveTo>
                  <a:pt x="1039" y="225308"/>
                </a:moveTo>
                <a:lnTo>
                  <a:pt x="59523" y="223706"/>
                </a:lnTo>
                <a:lnTo>
                  <a:pt x="116679" y="219131"/>
                </a:lnTo>
                <a:lnTo>
                  <a:pt x="170237" y="212011"/>
                </a:lnTo>
                <a:lnTo>
                  <a:pt x="218517" y="202724"/>
                </a:lnTo>
                <a:lnTo>
                  <a:pt x="259955" y="191559"/>
                </a:lnTo>
                <a:lnTo>
                  <a:pt x="293379" y="178522"/>
                </a:lnTo>
                <a:lnTo>
                  <a:pt x="317360" y="162982"/>
                </a:lnTo>
                <a:lnTo>
                  <a:pt x="326929" y="150882"/>
                </a:lnTo>
                <a:lnTo>
                  <a:pt x="329730" y="140476"/>
                </a:lnTo>
                <a:lnTo>
                  <a:pt x="331512" y="133848"/>
                </a:lnTo>
                <a:lnTo>
                  <a:pt x="328069" y="140692"/>
                </a:lnTo>
                <a:lnTo>
                  <a:pt x="333269" y="134118"/>
                </a:lnTo>
                <a:lnTo>
                  <a:pt x="328701" y="138275"/>
                </a:lnTo>
                <a:lnTo>
                  <a:pt x="348436" y="125487"/>
                </a:lnTo>
                <a:lnTo>
                  <a:pt x="345015" y="127241"/>
                </a:lnTo>
                <a:lnTo>
                  <a:pt x="375678" y="115279"/>
                </a:lnTo>
                <a:lnTo>
                  <a:pt x="373722" y="115925"/>
                </a:lnTo>
                <a:lnTo>
                  <a:pt x="413493" y="105208"/>
                </a:lnTo>
                <a:lnTo>
                  <a:pt x="412144" y="105519"/>
                </a:lnTo>
                <a:lnTo>
                  <a:pt x="459204" y="96466"/>
                </a:lnTo>
                <a:lnTo>
                  <a:pt x="457425" y="96718"/>
                </a:lnTo>
                <a:lnTo>
                  <a:pt x="497957" y="92846"/>
                </a:lnTo>
                <a:lnTo>
                  <a:pt x="494353" y="55031"/>
                </a:lnTo>
                <a:lnTo>
                  <a:pt x="452925" y="58989"/>
                </a:lnTo>
                <a:lnTo>
                  <a:pt x="404303" y="68345"/>
                </a:lnTo>
                <a:lnTo>
                  <a:pt x="362864" y="79510"/>
                </a:lnTo>
                <a:lnTo>
                  <a:pt x="329441" y="92546"/>
                </a:lnTo>
                <a:lnTo>
                  <a:pt x="305460" y="108088"/>
                </a:lnTo>
                <a:lnTo>
                  <a:pt x="295890" y="120186"/>
                </a:lnTo>
                <a:lnTo>
                  <a:pt x="293090" y="130592"/>
                </a:lnTo>
                <a:lnTo>
                  <a:pt x="291308" y="137222"/>
                </a:lnTo>
                <a:lnTo>
                  <a:pt x="294750" y="130373"/>
                </a:lnTo>
                <a:lnTo>
                  <a:pt x="289550" y="136947"/>
                </a:lnTo>
                <a:lnTo>
                  <a:pt x="294119" y="132794"/>
                </a:lnTo>
                <a:lnTo>
                  <a:pt x="274385" y="145582"/>
                </a:lnTo>
                <a:lnTo>
                  <a:pt x="277806" y="143828"/>
                </a:lnTo>
                <a:lnTo>
                  <a:pt x="247142" y="155786"/>
                </a:lnTo>
                <a:lnTo>
                  <a:pt x="249097" y="155144"/>
                </a:lnTo>
                <a:lnTo>
                  <a:pt x="209326" y="165858"/>
                </a:lnTo>
                <a:lnTo>
                  <a:pt x="210676" y="165547"/>
                </a:lnTo>
                <a:lnTo>
                  <a:pt x="163616" y="174604"/>
                </a:lnTo>
                <a:lnTo>
                  <a:pt x="164699" y="174427"/>
                </a:lnTo>
                <a:lnTo>
                  <a:pt x="112176" y="181410"/>
                </a:lnTo>
                <a:lnTo>
                  <a:pt x="113160" y="181305"/>
                </a:lnTo>
                <a:lnTo>
                  <a:pt x="56997" y="185797"/>
                </a:lnTo>
                <a:lnTo>
                  <a:pt x="57985" y="185746"/>
                </a:lnTo>
                <a:lnTo>
                  <a:pt x="0" y="187334"/>
                </a:lnTo>
                <a:lnTo>
                  <a:pt x="1039" y="225308"/>
                </a:lnTo>
                <a:moveTo>
                  <a:pt x="476437" y="151550"/>
                </a:moveTo>
                <a:lnTo>
                  <a:pt x="622301" y="64745"/>
                </a:lnTo>
                <a:lnTo>
                  <a:pt x="465417" y="0"/>
                </a:lnTo>
                <a:lnTo>
                  <a:pt x="476437" y="151550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17B17CC-9433-4920-9CA4-D9094D21B5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d03be4f0143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" y="6610350"/>
            <a:ext cx="476250" cy="361950"/>
          </a:xfrm>
          <a:prstGeom xmlns:a="http://schemas.openxmlformats.org/drawingml/2006/main" prst="rect">
            <a:avLst/>
          </a:prstGeom>
        </p:spPr>
      </p:pic>
      <p:sp>
        <p:nvSpPr>
          <p:cNvPr id="128" name="source-raster-12">
            <a:extLst xmlns:a="http://schemas.openxmlformats.org/drawingml/2006/main">
              <a:ext uri="{FF2B5EF4-FFF2-40B4-BE49-F238E27FC236}">
                <a16:creationId xmlns:a16="http://schemas.microsoft.com/office/drawing/2014/main" id="{5EAA1A0F-AB14-4B4E-86E3-173121D6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66103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9" name="pdf-path-194">
            <a:extLst xmlns:a="http://schemas.openxmlformats.org/drawingml/2006/main">
              <a:ext uri="{FF2B5EF4-FFF2-40B4-BE49-F238E27FC236}">
                <a16:creationId xmlns:a16="http://schemas.microsoft.com/office/drawing/2014/main" id="{6EF8EF11-377E-4BB3-9ED7-FE0AC9B0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4601" y="7481005"/>
            <a:ext cx="611881" cy="113962"/>
          </a:xfrm>
          <a:custGeom xmlns:a="http://schemas.openxmlformats.org/drawingml/2006/main">
            <a:pathLst>
              <a:path w="611881" h="113962">
                <a:moveTo>
                  <a:pt x="0" y="0"/>
                </a:moveTo>
                <a:lnTo>
                  <a:pt x="469592" y="0"/>
                </a:lnTo>
                <a:lnTo>
                  <a:pt x="469592" y="56983"/>
                </a:lnTo>
                <a:lnTo>
                  <a:pt x="0" y="56978"/>
                </a:lnTo>
                <a:lnTo>
                  <a:pt x="0" y="0"/>
                </a:lnTo>
                <a:moveTo>
                  <a:pt x="441134" y="-56983"/>
                </a:moveTo>
                <a:lnTo>
                  <a:pt x="611881" y="28491"/>
                </a:lnTo>
                <a:lnTo>
                  <a:pt x="441134" y="113962"/>
                </a:lnTo>
                <a:lnTo>
                  <a:pt x="441134" y="-56983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df-text-122-0">
            <a:extLst xmlns:a="http://schemas.openxmlformats.org/drawingml/2006/main">
              <a:ext uri="{FF2B5EF4-FFF2-40B4-BE49-F238E27FC236}">
                <a16:creationId xmlns:a16="http://schemas.microsoft.com/office/drawing/2014/main" id="{F120BCBB-A894-4D5C-AAE7-F8CC66DE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0576" y="8289382"/>
            <a:ext cx="553554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Robot</a:t>
            </a:r>
          </a:p>
        </p:txBody>
      </p:sp>
      <p:sp>
        <p:nvSpPr>
          <p:cNvPr id="131" name="pdf-text-123-0">
            <a:extLst xmlns:a="http://schemas.openxmlformats.org/drawingml/2006/main">
              <a:ext uri="{FF2B5EF4-FFF2-40B4-BE49-F238E27FC236}">
                <a16:creationId xmlns:a16="http://schemas.microsoft.com/office/drawing/2014/main" id="{1D629FB0-0429-416E-BB9C-302F2A31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7085" y="8289382"/>
            <a:ext cx="72096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132" name="pdf-text-124-0">
            <a:extLst xmlns:a="http://schemas.openxmlformats.org/drawingml/2006/main">
              <a:ext uri="{FF2B5EF4-FFF2-40B4-BE49-F238E27FC236}">
                <a16:creationId xmlns:a16="http://schemas.microsoft.com/office/drawing/2014/main" id="{ECA5885F-97B9-4803-AB94-7C98C138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2972" y="8289382"/>
            <a:ext cx="1749625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Scene Point Cloud </a:t>
            </a:r>
          </a:p>
        </p:txBody>
      </p:sp>
      <p:sp>
        <p:nvSpPr>
          <p:cNvPr id="133" name="pdf-text-125-0">
            <a:extLst xmlns:a="http://schemas.openxmlformats.org/drawingml/2006/main">
              <a:ext uri="{FF2B5EF4-FFF2-40B4-BE49-F238E27FC236}">
                <a16:creationId xmlns:a16="http://schemas.microsoft.com/office/drawing/2014/main" id="{BDAD7ADA-CB27-4FBC-AB5B-809635DC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4718" y="8289382"/>
            <a:ext cx="1309609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Concatenation</a:t>
            </a:r>
          </a:p>
        </p:txBody>
      </p:sp>
      <p:pic>
        <p:nvPic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2FAB22F-6BFC-4AD7-861E-D5314C7690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83625997a422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6581775"/>
            <a:ext cx="1047750" cy="1485900"/>
          </a:xfrm>
          <a:prstGeom xmlns:a="http://schemas.openxmlformats.org/drawingml/2006/main" prst="rect">
            <a:avLst/>
          </a:prstGeom>
        </p:spPr>
      </p:pic>
      <p:sp>
        <p:nvSpPr>
          <p:cNvPr id="135" name="source-raster-13">
            <a:extLst xmlns:a="http://schemas.openxmlformats.org/drawingml/2006/main">
              <a:ext uri="{FF2B5EF4-FFF2-40B4-BE49-F238E27FC236}">
                <a16:creationId xmlns:a16="http://schemas.microsoft.com/office/drawing/2014/main" id="{CE6EF46D-B0F9-4F89-A4C9-751CFA3D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1575" y="6581775"/>
            <a:ext cx="1047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6" name="pdf-path-200">
            <a:extLst xmlns:a="http://schemas.openxmlformats.org/drawingml/2006/main">
              <a:ext uri="{FF2B5EF4-FFF2-40B4-BE49-F238E27FC236}">
                <a16:creationId xmlns:a16="http://schemas.microsoft.com/office/drawing/2014/main" id="{2E4C959A-87C1-427B-96B5-13CF4308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035" y="6575381"/>
            <a:ext cx="452950" cy="990073"/>
          </a:xfrm>
          <a:custGeom xmlns:a="http://schemas.openxmlformats.org/drawingml/2006/main">
            <a:pathLst>
              <a:path w="452950" h="990073">
                <a:moveTo>
                  <a:pt x="452950" y="988557"/>
                </a:moveTo>
                <a:lnTo>
                  <a:pt x="448405" y="817673"/>
                </a:lnTo>
                <a:lnTo>
                  <a:pt x="391511" y="819190"/>
                </a:lnTo>
                <a:lnTo>
                  <a:pt x="396058" y="990073"/>
                </a:lnTo>
                <a:lnTo>
                  <a:pt x="452950" y="988557"/>
                </a:lnTo>
                <a:moveTo>
                  <a:pt x="444341" y="759391"/>
                </a:moveTo>
                <a:lnTo>
                  <a:pt x="434595" y="633829"/>
                </a:lnTo>
                <a:lnTo>
                  <a:pt x="429288" y="588050"/>
                </a:lnTo>
                <a:lnTo>
                  <a:pt x="372752" y="594621"/>
                </a:lnTo>
                <a:lnTo>
                  <a:pt x="377994" y="639863"/>
                </a:lnTo>
                <a:lnTo>
                  <a:pt x="377890" y="638783"/>
                </a:lnTo>
                <a:lnTo>
                  <a:pt x="387597" y="763805"/>
                </a:lnTo>
                <a:lnTo>
                  <a:pt x="444341" y="759391"/>
                </a:lnTo>
                <a:moveTo>
                  <a:pt x="422132" y="530771"/>
                </a:moveTo>
                <a:lnTo>
                  <a:pt x="413443" y="469855"/>
                </a:lnTo>
                <a:lnTo>
                  <a:pt x="400425" y="393860"/>
                </a:lnTo>
                <a:lnTo>
                  <a:pt x="393658" y="360555"/>
                </a:lnTo>
                <a:lnTo>
                  <a:pt x="337884" y="371918"/>
                </a:lnTo>
                <a:lnTo>
                  <a:pt x="344564" y="404790"/>
                </a:lnTo>
                <a:lnTo>
                  <a:pt x="344405" y="403927"/>
                </a:lnTo>
                <a:lnTo>
                  <a:pt x="357278" y="479097"/>
                </a:lnTo>
                <a:lnTo>
                  <a:pt x="357156" y="478306"/>
                </a:lnTo>
                <a:lnTo>
                  <a:pt x="365788" y="538825"/>
                </a:lnTo>
                <a:lnTo>
                  <a:pt x="422132" y="530771"/>
                </a:lnTo>
                <a:moveTo>
                  <a:pt x="381444" y="303882"/>
                </a:moveTo>
                <a:lnTo>
                  <a:pt x="370186" y="257010"/>
                </a:lnTo>
                <a:lnTo>
                  <a:pt x="353209" y="197440"/>
                </a:lnTo>
                <a:lnTo>
                  <a:pt x="335111" y="144560"/>
                </a:lnTo>
                <a:lnTo>
                  <a:pt x="331412" y="135774"/>
                </a:lnTo>
                <a:lnTo>
                  <a:pt x="278964" y="157907"/>
                </a:lnTo>
                <a:lnTo>
                  <a:pt x="282283" y="165792"/>
                </a:lnTo>
                <a:lnTo>
                  <a:pt x="281583" y="163962"/>
                </a:lnTo>
                <a:lnTo>
                  <a:pt x="299127" y="215208"/>
                </a:lnTo>
                <a:lnTo>
                  <a:pt x="298681" y="213786"/>
                </a:lnTo>
                <a:lnTo>
                  <a:pt x="315289" y="272068"/>
                </a:lnTo>
                <a:lnTo>
                  <a:pt x="314986" y="270913"/>
                </a:lnTo>
                <a:lnTo>
                  <a:pt x="326103" y="317204"/>
                </a:lnTo>
                <a:lnTo>
                  <a:pt x="381444" y="303882"/>
                </a:lnTo>
                <a:moveTo>
                  <a:pt x="306513" y="81548"/>
                </a:moveTo>
                <a:lnTo>
                  <a:pt x="295281" y="60752"/>
                </a:lnTo>
                <a:lnTo>
                  <a:pt x="272516" y="30352"/>
                </a:lnTo>
                <a:lnTo>
                  <a:pt x="245465" y="8309"/>
                </a:lnTo>
                <a:lnTo>
                  <a:pt x="215500" y="0"/>
                </a:lnTo>
                <a:lnTo>
                  <a:pt x="167456" y="2129"/>
                </a:lnTo>
                <a:lnTo>
                  <a:pt x="134083" y="13206"/>
                </a:lnTo>
                <a:lnTo>
                  <a:pt x="151995" y="67292"/>
                </a:lnTo>
                <a:lnTo>
                  <a:pt x="181618" y="57459"/>
                </a:lnTo>
                <a:lnTo>
                  <a:pt x="173918" y="58877"/>
                </a:lnTo>
                <a:lnTo>
                  <a:pt x="213508" y="57126"/>
                </a:lnTo>
                <a:lnTo>
                  <a:pt x="204654" y="56120"/>
                </a:lnTo>
                <a:lnTo>
                  <a:pt x="224529" y="61630"/>
                </a:lnTo>
                <a:lnTo>
                  <a:pt x="214163" y="56272"/>
                </a:lnTo>
                <a:lnTo>
                  <a:pt x="233878" y="72339"/>
                </a:lnTo>
                <a:lnTo>
                  <a:pt x="229071" y="67331"/>
                </a:lnTo>
                <a:lnTo>
                  <a:pt x="248477" y="93246"/>
                </a:lnTo>
                <a:lnTo>
                  <a:pt x="246213" y="89710"/>
                </a:lnTo>
                <a:lnTo>
                  <a:pt x="256448" y="108654"/>
                </a:lnTo>
                <a:lnTo>
                  <a:pt x="306513" y="81548"/>
                </a:lnTo>
                <a:moveTo>
                  <a:pt x="117111" y="-44260"/>
                </a:moveTo>
                <a:lnTo>
                  <a:pt x="0" y="106673"/>
                </a:lnTo>
                <a:lnTo>
                  <a:pt x="190874" y="109913"/>
                </a:lnTo>
                <a:lnTo>
                  <a:pt x="117111" y="-44260"/>
                </a:lnTo>
              </a:path>
            </a:pathLst>
          </a:custGeom>
          <a:solidFill xmlns:a="http://schemas.openxmlformats.org/drawingml/2006/main">
            <a:srgbClr val="F7B12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838FFFB-ABDA-4584-896A-1374CA8391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a17622ea64f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24625" y="6467475"/>
            <a:ext cx="2257425" cy="1743075"/>
          </a:xfrm>
          <a:prstGeom xmlns:a="http://schemas.openxmlformats.org/drawingml/2006/main" prst="rect">
            <a:avLst/>
          </a:prstGeom>
        </p:spPr>
      </p:pic>
      <p:sp>
        <p:nvSpPr>
          <p:cNvPr id="138" name="source-raster-14">
            <a:extLst xmlns:a="http://schemas.openxmlformats.org/drawingml/2006/main">
              <a:ext uri="{FF2B5EF4-FFF2-40B4-BE49-F238E27FC236}">
                <a16:creationId xmlns:a16="http://schemas.microsoft.com/office/drawing/2014/main" id="{4824CA03-CECF-4042-8580-94AEFFCD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6467475"/>
            <a:ext cx="2257425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9" name="pdf-path-202">
            <a:extLst xmlns:a="http://schemas.openxmlformats.org/drawingml/2006/main">
              <a:ext uri="{FF2B5EF4-FFF2-40B4-BE49-F238E27FC236}">
                <a16:creationId xmlns:a16="http://schemas.microsoft.com/office/drawing/2014/main" id="{B3462419-6640-44C6-B116-4767E6CD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5994" y="6637686"/>
            <a:ext cx="452954" cy="990074"/>
          </a:xfrm>
          <a:custGeom xmlns:a="http://schemas.openxmlformats.org/drawingml/2006/main">
            <a:pathLst>
              <a:path w="452954" h="990074">
                <a:moveTo>
                  <a:pt x="452954" y="988558"/>
                </a:moveTo>
                <a:lnTo>
                  <a:pt x="448408" y="817671"/>
                </a:lnTo>
                <a:lnTo>
                  <a:pt x="391511" y="819190"/>
                </a:lnTo>
                <a:lnTo>
                  <a:pt x="396057" y="990074"/>
                </a:lnTo>
                <a:lnTo>
                  <a:pt x="452954" y="988558"/>
                </a:lnTo>
                <a:moveTo>
                  <a:pt x="444340" y="759392"/>
                </a:moveTo>
                <a:lnTo>
                  <a:pt x="434595" y="633829"/>
                </a:lnTo>
                <a:lnTo>
                  <a:pt x="429287" y="588050"/>
                </a:lnTo>
                <a:lnTo>
                  <a:pt x="372751" y="594618"/>
                </a:lnTo>
                <a:lnTo>
                  <a:pt x="377999" y="639859"/>
                </a:lnTo>
                <a:lnTo>
                  <a:pt x="377895" y="638784"/>
                </a:lnTo>
                <a:lnTo>
                  <a:pt x="387597" y="763805"/>
                </a:lnTo>
                <a:lnTo>
                  <a:pt x="444340" y="759392"/>
                </a:lnTo>
                <a:moveTo>
                  <a:pt x="422131" y="530768"/>
                </a:moveTo>
                <a:lnTo>
                  <a:pt x="413446" y="469856"/>
                </a:lnTo>
                <a:lnTo>
                  <a:pt x="400428" y="393861"/>
                </a:lnTo>
                <a:lnTo>
                  <a:pt x="393658" y="360556"/>
                </a:lnTo>
                <a:lnTo>
                  <a:pt x="337885" y="371918"/>
                </a:lnTo>
                <a:lnTo>
                  <a:pt x="344567" y="404790"/>
                </a:lnTo>
                <a:lnTo>
                  <a:pt x="344405" y="403924"/>
                </a:lnTo>
                <a:lnTo>
                  <a:pt x="357283" y="479093"/>
                </a:lnTo>
                <a:lnTo>
                  <a:pt x="357156" y="478307"/>
                </a:lnTo>
                <a:lnTo>
                  <a:pt x="365787" y="538826"/>
                </a:lnTo>
                <a:lnTo>
                  <a:pt x="422131" y="530768"/>
                </a:lnTo>
                <a:moveTo>
                  <a:pt x="381444" y="303883"/>
                </a:moveTo>
                <a:lnTo>
                  <a:pt x="370187" y="257011"/>
                </a:lnTo>
                <a:lnTo>
                  <a:pt x="353209" y="197438"/>
                </a:lnTo>
                <a:lnTo>
                  <a:pt x="335111" y="144561"/>
                </a:lnTo>
                <a:lnTo>
                  <a:pt x="331411" y="135774"/>
                </a:lnTo>
                <a:lnTo>
                  <a:pt x="278963" y="157908"/>
                </a:lnTo>
                <a:lnTo>
                  <a:pt x="282282" y="165792"/>
                </a:lnTo>
                <a:lnTo>
                  <a:pt x="281586" y="163963"/>
                </a:lnTo>
                <a:lnTo>
                  <a:pt x="299128" y="215208"/>
                </a:lnTo>
                <a:lnTo>
                  <a:pt x="298684" y="213787"/>
                </a:lnTo>
                <a:lnTo>
                  <a:pt x="315289" y="272069"/>
                </a:lnTo>
                <a:lnTo>
                  <a:pt x="314986" y="270914"/>
                </a:lnTo>
                <a:lnTo>
                  <a:pt x="326106" y="317205"/>
                </a:lnTo>
                <a:lnTo>
                  <a:pt x="381444" y="303883"/>
                </a:lnTo>
                <a:moveTo>
                  <a:pt x="306513" y="81549"/>
                </a:moveTo>
                <a:lnTo>
                  <a:pt x="295281" y="60750"/>
                </a:lnTo>
                <a:lnTo>
                  <a:pt x="272515" y="30350"/>
                </a:lnTo>
                <a:lnTo>
                  <a:pt x="245467" y="8310"/>
                </a:lnTo>
                <a:lnTo>
                  <a:pt x="215505" y="0"/>
                </a:lnTo>
                <a:lnTo>
                  <a:pt x="167456" y="2125"/>
                </a:lnTo>
                <a:lnTo>
                  <a:pt x="134083" y="13207"/>
                </a:lnTo>
                <a:lnTo>
                  <a:pt x="151998" y="67292"/>
                </a:lnTo>
                <a:lnTo>
                  <a:pt x="181618" y="57459"/>
                </a:lnTo>
                <a:lnTo>
                  <a:pt x="173919" y="58878"/>
                </a:lnTo>
                <a:lnTo>
                  <a:pt x="213510" y="57127"/>
                </a:lnTo>
                <a:lnTo>
                  <a:pt x="204653" y="56121"/>
                </a:lnTo>
                <a:lnTo>
                  <a:pt x="224529" y="61631"/>
                </a:lnTo>
                <a:lnTo>
                  <a:pt x="214162" y="56272"/>
                </a:lnTo>
                <a:lnTo>
                  <a:pt x="233877" y="72337"/>
                </a:lnTo>
                <a:lnTo>
                  <a:pt x="229070" y="67328"/>
                </a:lnTo>
                <a:lnTo>
                  <a:pt x="248480" y="93247"/>
                </a:lnTo>
                <a:lnTo>
                  <a:pt x="246218" y="89710"/>
                </a:lnTo>
                <a:lnTo>
                  <a:pt x="256451" y="108654"/>
                </a:lnTo>
                <a:lnTo>
                  <a:pt x="306513" y="81549"/>
                </a:lnTo>
                <a:moveTo>
                  <a:pt x="117113" y="-44260"/>
                </a:moveTo>
                <a:lnTo>
                  <a:pt x="0" y="106670"/>
                </a:lnTo>
                <a:lnTo>
                  <a:pt x="190873" y="109910"/>
                </a:lnTo>
                <a:lnTo>
                  <a:pt x="117113" y="-44260"/>
                </a:lnTo>
              </a:path>
            </a:pathLst>
          </a:custGeom>
          <a:solidFill xmlns:a="http://schemas.openxmlformats.org/drawingml/2006/main">
            <a:srgbClr val="F7B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pdf-path-203">
            <a:extLst xmlns:a="http://schemas.openxmlformats.org/drawingml/2006/main">
              <a:ext uri="{FF2B5EF4-FFF2-40B4-BE49-F238E27FC236}">
                <a16:creationId xmlns:a16="http://schemas.microsoft.com/office/drawing/2014/main" id="{25682920-8ACB-4435-A3FD-B708DBB0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5589" y="7404054"/>
            <a:ext cx="225107" cy="225369"/>
          </a:xfrm>
          <a:custGeom xmlns:a="http://schemas.openxmlformats.org/drawingml/2006/main">
            <a:pathLst>
              <a:path w="225107" h="225369">
                <a:moveTo>
                  <a:pt x="0" y="95509"/>
                </a:moveTo>
                <a:lnTo>
                  <a:pt x="95398" y="95509"/>
                </a:lnTo>
                <a:lnTo>
                  <a:pt x="95398" y="0"/>
                </a:lnTo>
                <a:lnTo>
                  <a:pt x="129709" y="0"/>
                </a:lnTo>
                <a:lnTo>
                  <a:pt x="129709" y="95509"/>
                </a:lnTo>
                <a:lnTo>
                  <a:pt x="225107" y="95509"/>
                </a:lnTo>
                <a:lnTo>
                  <a:pt x="225107" y="129860"/>
                </a:lnTo>
                <a:lnTo>
                  <a:pt x="129709" y="129860"/>
                </a:lnTo>
                <a:lnTo>
                  <a:pt x="129709" y="225369"/>
                </a:lnTo>
                <a:lnTo>
                  <a:pt x="95398" y="225369"/>
                </a:lnTo>
                <a:lnTo>
                  <a:pt x="95398" y="129860"/>
                </a:lnTo>
                <a:lnTo>
                  <a:pt x="0" y="129860"/>
                </a:lnTo>
                <a:lnTo>
                  <a:pt x="0" y="95509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pdf-path-204">
            <a:extLst xmlns:a="http://schemas.openxmlformats.org/drawingml/2006/main">
              <a:ext uri="{FF2B5EF4-FFF2-40B4-BE49-F238E27FC236}">
                <a16:creationId xmlns:a16="http://schemas.microsoft.com/office/drawing/2014/main" id="{612E708F-19A2-4DA6-A514-065C78DE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0780" y="7396815"/>
            <a:ext cx="225105" cy="225366"/>
          </a:xfrm>
          <a:custGeom xmlns:a="http://schemas.openxmlformats.org/drawingml/2006/main">
            <a:pathLst>
              <a:path w="225105" h="225366">
                <a:moveTo>
                  <a:pt x="0" y="95509"/>
                </a:moveTo>
                <a:lnTo>
                  <a:pt x="95396" y="95509"/>
                </a:lnTo>
                <a:lnTo>
                  <a:pt x="95396" y="0"/>
                </a:lnTo>
                <a:lnTo>
                  <a:pt x="129707" y="0"/>
                </a:lnTo>
                <a:lnTo>
                  <a:pt x="129707" y="95509"/>
                </a:lnTo>
                <a:lnTo>
                  <a:pt x="225105" y="95509"/>
                </a:lnTo>
                <a:lnTo>
                  <a:pt x="225105" y="129861"/>
                </a:lnTo>
                <a:lnTo>
                  <a:pt x="129707" y="129861"/>
                </a:lnTo>
                <a:lnTo>
                  <a:pt x="129707" y="225366"/>
                </a:lnTo>
                <a:lnTo>
                  <a:pt x="95396" y="225366"/>
                </a:lnTo>
                <a:lnTo>
                  <a:pt x="95396" y="129861"/>
                </a:lnTo>
                <a:lnTo>
                  <a:pt x="0" y="129861"/>
                </a:lnTo>
                <a:lnTo>
                  <a:pt x="0" y="95509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F6A1A6E-10D4-41EE-93C3-8F1322EFF0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24d18f38a04ca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53700" y="6134100"/>
            <a:ext cx="3019425" cy="2057400"/>
          </a:xfrm>
          <a:prstGeom xmlns:a="http://schemas.openxmlformats.org/drawingml/2006/main" prst="rect">
            <a:avLst/>
          </a:prstGeom>
        </p:spPr>
      </p:pic>
      <p:sp>
        <p:nvSpPr>
          <p:cNvPr id="143" name="source-raster-15">
            <a:extLst xmlns:a="http://schemas.openxmlformats.org/drawingml/2006/main">
              <a:ext uri="{FF2B5EF4-FFF2-40B4-BE49-F238E27FC236}">
                <a16:creationId xmlns:a16="http://schemas.microsoft.com/office/drawing/2014/main" id="{2C2CD555-EDC7-44CD-B26D-ADE27CE6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3700" y="6134100"/>
            <a:ext cx="30194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4" name="pdf-path-206">
            <a:extLst xmlns:a="http://schemas.openxmlformats.org/drawingml/2006/main">
              <a:ext uri="{FF2B5EF4-FFF2-40B4-BE49-F238E27FC236}">
                <a16:creationId xmlns:a16="http://schemas.microsoft.com/office/drawing/2014/main" id="{50B35E10-8377-425E-80B6-D39ADBB7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26788" y="6683638"/>
            <a:ext cx="452951" cy="990073"/>
          </a:xfrm>
          <a:custGeom xmlns:a="http://schemas.openxmlformats.org/drawingml/2006/main">
            <a:pathLst>
              <a:path w="452951" h="990073">
                <a:moveTo>
                  <a:pt x="452951" y="988555"/>
                </a:moveTo>
                <a:lnTo>
                  <a:pt x="448406" y="817671"/>
                </a:lnTo>
                <a:lnTo>
                  <a:pt x="391509" y="819186"/>
                </a:lnTo>
                <a:lnTo>
                  <a:pt x="396056" y="990073"/>
                </a:lnTo>
                <a:lnTo>
                  <a:pt x="452951" y="988555"/>
                </a:lnTo>
                <a:moveTo>
                  <a:pt x="444343" y="759389"/>
                </a:moveTo>
                <a:lnTo>
                  <a:pt x="434595" y="633826"/>
                </a:lnTo>
                <a:lnTo>
                  <a:pt x="429288" y="588047"/>
                </a:lnTo>
                <a:lnTo>
                  <a:pt x="372750" y="594618"/>
                </a:lnTo>
                <a:lnTo>
                  <a:pt x="377996" y="639859"/>
                </a:lnTo>
                <a:lnTo>
                  <a:pt x="377891" y="638780"/>
                </a:lnTo>
                <a:lnTo>
                  <a:pt x="387597" y="763806"/>
                </a:lnTo>
                <a:lnTo>
                  <a:pt x="444343" y="759389"/>
                </a:lnTo>
                <a:moveTo>
                  <a:pt x="422132" y="530768"/>
                </a:moveTo>
                <a:lnTo>
                  <a:pt x="413445" y="469852"/>
                </a:lnTo>
                <a:lnTo>
                  <a:pt x="400425" y="393857"/>
                </a:lnTo>
                <a:lnTo>
                  <a:pt x="393656" y="360556"/>
                </a:lnTo>
                <a:lnTo>
                  <a:pt x="337886" y="371915"/>
                </a:lnTo>
                <a:lnTo>
                  <a:pt x="344564" y="404790"/>
                </a:lnTo>
                <a:lnTo>
                  <a:pt x="344402" y="403924"/>
                </a:lnTo>
                <a:lnTo>
                  <a:pt x="357280" y="479093"/>
                </a:lnTo>
                <a:lnTo>
                  <a:pt x="357158" y="478303"/>
                </a:lnTo>
                <a:lnTo>
                  <a:pt x="365789" y="538822"/>
                </a:lnTo>
                <a:lnTo>
                  <a:pt x="422132" y="530768"/>
                </a:lnTo>
                <a:moveTo>
                  <a:pt x="381446" y="303880"/>
                </a:moveTo>
                <a:lnTo>
                  <a:pt x="370186" y="257008"/>
                </a:lnTo>
                <a:lnTo>
                  <a:pt x="353209" y="197438"/>
                </a:lnTo>
                <a:lnTo>
                  <a:pt x="335111" y="144561"/>
                </a:lnTo>
                <a:lnTo>
                  <a:pt x="331412" y="135771"/>
                </a:lnTo>
                <a:lnTo>
                  <a:pt x="278966" y="157905"/>
                </a:lnTo>
                <a:lnTo>
                  <a:pt x="282285" y="165789"/>
                </a:lnTo>
                <a:lnTo>
                  <a:pt x="281585" y="163959"/>
                </a:lnTo>
                <a:lnTo>
                  <a:pt x="299127" y="215205"/>
                </a:lnTo>
                <a:lnTo>
                  <a:pt x="298681" y="213787"/>
                </a:lnTo>
                <a:lnTo>
                  <a:pt x="315289" y="272069"/>
                </a:lnTo>
                <a:lnTo>
                  <a:pt x="314988" y="270910"/>
                </a:lnTo>
                <a:lnTo>
                  <a:pt x="326105" y="317201"/>
                </a:lnTo>
                <a:lnTo>
                  <a:pt x="381446" y="303880"/>
                </a:lnTo>
                <a:moveTo>
                  <a:pt x="306515" y="81544"/>
                </a:moveTo>
                <a:lnTo>
                  <a:pt x="295278" y="60750"/>
                </a:lnTo>
                <a:lnTo>
                  <a:pt x="272518" y="30350"/>
                </a:lnTo>
                <a:lnTo>
                  <a:pt x="245465" y="8311"/>
                </a:lnTo>
                <a:lnTo>
                  <a:pt x="215502" y="0"/>
                </a:lnTo>
                <a:lnTo>
                  <a:pt x="167456" y="2125"/>
                </a:lnTo>
                <a:lnTo>
                  <a:pt x="134083" y="13203"/>
                </a:lnTo>
                <a:lnTo>
                  <a:pt x="151995" y="67292"/>
                </a:lnTo>
                <a:lnTo>
                  <a:pt x="181620" y="57456"/>
                </a:lnTo>
                <a:lnTo>
                  <a:pt x="173918" y="58878"/>
                </a:lnTo>
                <a:lnTo>
                  <a:pt x="213510" y="57124"/>
                </a:lnTo>
                <a:lnTo>
                  <a:pt x="204654" y="56117"/>
                </a:lnTo>
                <a:lnTo>
                  <a:pt x="224526" y="61631"/>
                </a:lnTo>
                <a:lnTo>
                  <a:pt x="214163" y="56268"/>
                </a:lnTo>
                <a:lnTo>
                  <a:pt x="233879" y="72337"/>
                </a:lnTo>
                <a:lnTo>
                  <a:pt x="229073" y="67328"/>
                </a:lnTo>
                <a:lnTo>
                  <a:pt x="248477" y="93243"/>
                </a:lnTo>
                <a:lnTo>
                  <a:pt x="246215" y="89707"/>
                </a:lnTo>
                <a:lnTo>
                  <a:pt x="256448" y="108651"/>
                </a:lnTo>
                <a:lnTo>
                  <a:pt x="306515" y="81544"/>
                </a:lnTo>
                <a:moveTo>
                  <a:pt x="117113" y="-44263"/>
                </a:moveTo>
                <a:lnTo>
                  <a:pt x="0" y="106670"/>
                </a:lnTo>
                <a:lnTo>
                  <a:pt x="190874" y="109910"/>
                </a:lnTo>
                <a:lnTo>
                  <a:pt x="117113" y="-44263"/>
                </a:lnTo>
              </a:path>
            </a:pathLst>
          </a:custGeom>
          <a:solidFill xmlns:a="http://schemas.openxmlformats.org/drawingml/2006/main">
            <a:srgbClr val="F7B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df-path-207">
            <a:extLst xmlns:a="http://schemas.openxmlformats.org/drawingml/2006/main">
              <a:ext uri="{FF2B5EF4-FFF2-40B4-BE49-F238E27FC236}">
                <a16:creationId xmlns:a16="http://schemas.microsoft.com/office/drawing/2014/main" id="{26F35530-C586-4353-8A0A-49982211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0921" y="4946289"/>
            <a:ext cx="782146" cy="113966"/>
          </a:xfrm>
          <a:custGeom xmlns:a="http://schemas.openxmlformats.org/drawingml/2006/main">
            <a:pathLst>
              <a:path w="782146" h="113966">
                <a:moveTo>
                  <a:pt x="782146" y="0"/>
                </a:moveTo>
                <a:lnTo>
                  <a:pt x="142291" y="3"/>
                </a:lnTo>
                <a:lnTo>
                  <a:pt x="142291" y="56986"/>
                </a:lnTo>
                <a:lnTo>
                  <a:pt x="782146" y="56983"/>
                </a:lnTo>
                <a:lnTo>
                  <a:pt x="782146" y="0"/>
                </a:lnTo>
                <a:moveTo>
                  <a:pt x="170751" y="-56979"/>
                </a:moveTo>
                <a:lnTo>
                  <a:pt x="0" y="28495"/>
                </a:lnTo>
                <a:lnTo>
                  <a:pt x="170751" y="113966"/>
                </a:lnTo>
                <a:lnTo>
                  <a:pt x="170751" y="-56979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df-path-208">
            <a:extLst xmlns:a="http://schemas.openxmlformats.org/drawingml/2006/main">
              <a:ext uri="{FF2B5EF4-FFF2-40B4-BE49-F238E27FC236}">
                <a16:creationId xmlns:a16="http://schemas.microsoft.com/office/drawing/2014/main" id="{3A822694-932C-413C-BADD-96C5D41E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9593" y="3772937"/>
            <a:ext cx="4440957" cy="1613187"/>
          </a:xfrm>
          <a:custGeom xmlns:a="http://schemas.openxmlformats.org/drawingml/2006/main">
            <a:pathLst>
              <a:path w="4440957" h="1613187">
                <a:moveTo>
                  <a:pt x="0" y="82646"/>
                </a:moveTo>
                <a:cubicBezTo>
                  <a:pt x="0" y="37004"/>
                  <a:pt x="36955" y="0"/>
                  <a:pt x="82547" y="0"/>
                </a:cubicBezTo>
                <a:lnTo>
                  <a:pt x="4358410" y="0"/>
                </a:lnTo>
                <a:cubicBezTo>
                  <a:pt x="4404000" y="0"/>
                  <a:pt x="4440957" y="37004"/>
                  <a:pt x="4440957" y="82646"/>
                </a:cubicBezTo>
                <a:lnTo>
                  <a:pt x="4440957" y="1530541"/>
                </a:lnTo>
                <a:cubicBezTo>
                  <a:pt x="4440957" y="1576183"/>
                  <a:pt x="4404000" y="1613187"/>
                  <a:pt x="4358410" y="1613187"/>
                </a:cubicBezTo>
                <a:lnTo>
                  <a:pt x="82547" y="1613187"/>
                </a:lnTo>
                <a:cubicBezTo>
                  <a:pt x="36955" y="1613187"/>
                  <a:pt x="0" y="1576183"/>
                  <a:pt x="0" y="1530541"/>
                </a:cubicBezTo>
                <a:lnTo>
                  <a:pt x="0" y="82646"/>
                </a:lnTo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df-path-209">
            <a:extLst xmlns:a="http://schemas.openxmlformats.org/drawingml/2006/main">
              <a:ext uri="{FF2B5EF4-FFF2-40B4-BE49-F238E27FC236}">
                <a16:creationId xmlns:a16="http://schemas.microsoft.com/office/drawing/2014/main" id="{8643A2D3-328A-4C45-8665-C7AF4E12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9593" y="3772937"/>
            <a:ext cx="4440960" cy="1613184"/>
          </a:xfrm>
          <a:custGeom xmlns:a="http://schemas.openxmlformats.org/drawingml/2006/main">
            <a:pathLst>
              <a:path w="4440960" h="1613184">
                <a:moveTo>
                  <a:pt x="0" y="82645"/>
                </a:moveTo>
                <a:cubicBezTo>
                  <a:pt x="0" y="37001"/>
                  <a:pt x="36959" y="0"/>
                  <a:pt x="82549" y="0"/>
                </a:cubicBezTo>
                <a:lnTo>
                  <a:pt x="4358411" y="0"/>
                </a:lnTo>
                <a:cubicBezTo>
                  <a:pt x="4404002" y="0"/>
                  <a:pt x="4440960" y="37001"/>
                  <a:pt x="4440960" y="82645"/>
                </a:cubicBezTo>
                <a:lnTo>
                  <a:pt x="4440960" y="1530539"/>
                </a:lnTo>
                <a:cubicBezTo>
                  <a:pt x="4440960" y="1576182"/>
                  <a:pt x="4404002" y="1613184"/>
                  <a:pt x="4358411" y="1613184"/>
                </a:cubicBezTo>
                <a:lnTo>
                  <a:pt x="82549" y="1613184"/>
                </a:lnTo>
                <a:cubicBezTo>
                  <a:pt x="36959" y="1613184"/>
                  <a:pt x="0" y="1576182"/>
                  <a:pt x="0" y="1530539"/>
                </a:cubicBezTo>
                <a:lnTo>
                  <a:pt x="0" y="82645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7F7F7F"/>
            </a:solidFill>
            <a:prstDash val="solid"/>
          </a:ln>
        </p:spPr>
      </p:sp>
      <p:pic>
        <p:nvPic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C50FBE0-9AE8-4791-B33C-DED5300884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157548dfe42e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15125" y="4267200"/>
            <a:ext cx="266700" cy="257175"/>
          </a:xfrm>
          <a:prstGeom xmlns:a="http://schemas.openxmlformats.org/drawingml/2006/main" prst="rect">
            <a:avLst/>
          </a:prstGeom>
        </p:spPr>
      </p:pic>
      <p:sp>
        <p:nvSpPr>
          <p:cNvPr id="149" name="source-raster-16">
            <a:extLst xmlns:a="http://schemas.openxmlformats.org/drawingml/2006/main">
              <a:ext uri="{FF2B5EF4-FFF2-40B4-BE49-F238E27FC236}">
                <a16:creationId xmlns:a16="http://schemas.microsoft.com/office/drawing/2014/main" id="{4557ED60-06A5-4693-8660-5803B70F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4267200"/>
            <a:ext cx="26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0" name="pdf-text-126-0">
            <a:extLst xmlns:a="http://schemas.openxmlformats.org/drawingml/2006/main">
              <a:ext uri="{FF2B5EF4-FFF2-40B4-BE49-F238E27FC236}">
                <a16:creationId xmlns:a16="http://schemas.microsoft.com/office/drawing/2014/main" id="{7969AE6F-AD65-4364-BD17-153E3E7C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7338" y="3870078"/>
            <a:ext cx="3351648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Please create a task plan for the robot.</a:t>
            </a:r>
          </a:p>
        </p:txBody>
      </p:sp>
      <p:sp>
        <p:nvSpPr>
          <p:cNvPr id="151" name="pdf-path-212">
            <a:extLst xmlns:a="http://schemas.openxmlformats.org/drawingml/2006/main">
              <a:ext uri="{FF2B5EF4-FFF2-40B4-BE49-F238E27FC236}">
                <a16:creationId xmlns:a16="http://schemas.microsoft.com/office/drawing/2014/main" id="{F4DC65AB-195D-4D1D-A4B4-F00882B7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5719" y="4180895"/>
            <a:ext cx="4208698" cy="95"/>
          </a:xfrm>
          <a:custGeom xmlns:a="http://schemas.openxmlformats.org/drawingml/2006/main">
            <a:pathLst>
              <a:path w="4208698" h="95">
                <a:moveTo>
                  <a:pt x="0" y="0"/>
                </a:moveTo>
                <a:lnTo>
                  <a:pt x="4208698" y="2"/>
                </a:lnTo>
              </a:path>
            </a:pathLst>
          </a:custGeom>
          <a:noFill xmlns:a="http://schemas.openxmlformats.org/drawingml/2006/main"/>
          <a:ln xmlns:a="http://schemas.openxmlformats.org/drawingml/2006/main" w="10716">
            <a:solidFill>
              <a:srgbClr val="156082"/>
            </a:solidFill>
            <a:prstDash val="dash"/>
          </a:ln>
        </p:spPr>
      </p:sp>
      <p:sp>
        <p:nvSpPr>
          <p:cNvPr id="152" name="pdf-path-241">
            <a:extLst xmlns:a="http://schemas.openxmlformats.org/drawingml/2006/main">
              <a:ext uri="{FF2B5EF4-FFF2-40B4-BE49-F238E27FC236}">
                <a16:creationId xmlns:a16="http://schemas.microsoft.com/office/drawing/2014/main" id="{55637E1F-D5B6-4C74-A06D-F7FD308D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127" y="3799184"/>
            <a:ext cx="5335312" cy="1593005"/>
          </a:xfrm>
          <a:custGeom xmlns:a="http://schemas.openxmlformats.org/drawingml/2006/main">
            <a:pathLst>
              <a:path w="5335312" h="1593005">
                <a:moveTo>
                  <a:pt x="0" y="81612"/>
                </a:moveTo>
                <a:cubicBezTo>
                  <a:pt x="0" y="36538"/>
                  <a:pt x="36495" y="0"/>
                  <a:pt x="81516" y="0"/>
                </a:cubicBezTo>
                <a:lnTo>
                  <a:pt x="5253797" y="0"/>
                </a:lnTo>
                <a:cubicBezTo>
                  <a:pt x="5298814" y="0"/>
                  <a:pt x="5335312" y="36538"/>
                  <a:pt x="5335312" y="81612"/>
                </a:cubicBezTo>
                <a:lnTo>
                  <a:pt x="5335312" y="1511391"/>
                </a:lnTo>
                <a:cubicBezTo>
                  <a:pt x="5335312" y="1556463"/>
                  <a:pt x="5298814" y="1593005"/>
                  <a:pt x="5253797" y="1593005"/>
                </a:cubicBezTo>
                <a:lnTo>
                  <a:pt x="81516" y="1593005"/>
                </a:lnTo>
                <a:cubicBezTo>
                  <a:pt x="36495" y="1593005"/>
                  <a:pt x="0" y="1556463"/>
                  <a:pt x="0" y="1511391"/>
                </a:cubicBezTo>
                <a:lnTo>
                  <a:pt x="0" y="81612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df-path-242">
            <a:extLst xmlns:a="http://schemas.openxmlformats.org/drawingml/2006/main">
              <a:ext uri="{FF2B5EF4-FFF2-40B4-BE49-F238E27FC236}">
                <a16:creationId xmlns:a16="http://schemas.microsoft.com/office/drawing/2014/main" id="{339036A4-5286-4EB9-A4E6-55B8D1B4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127" y="3799184"/>
            <a:ext cx="5335313" cy="1593004"/>
          </a:xfrm>
          <a:custGeom xmlns:a="http://schemas.openxmlformats.org/drawingml/2006/main">
            <a:pathLst>
              <a:path w="5335313" h="1593004">
                <a:moveTo>
                  <a:pt x="0" y="81612"/>
                </a:moveTo>
                <a:cubicBezTo>
                  <a:pt x="0" y="36539"/>
                  <a:pt x="36497" y="0"/>
                  <a:pt x="81518" y="0"/>
                </a:cubicBezTo>
                <a:lnTo>
                  <a:pt x="5253796" y="0"/>
                </a:lnTo>
                <a:cubicBezTo>
                  <a:pt x="5298817" y="0"/>
                  <a:pt x="5335313" y="36539"/>
                  <a:pt x="5335313" y="81612"/>
                </a:cubicBezTo>
                <a:lnTo>
                  <a:pt x="5335313" y="1511391"/>
                </a:lnTo>
                <a:cubicBezTo>
                  <a:pt x="5335313" y="1556465"/>
                  <a:pt x="5298817" y="1593004"/>
                  <a:pt x="5253796" y="1593004"/>
                </a:cubicBezTo>
                <a:lnTo>
                  <a:pt x="81518" y="1593004"/>
                </a:lnTo>
                <a:cubicBezTo>
                  <a:pt x="36497" y="1593004"/>
                  <a:pt x="0" y="1556465"/>
                  <a:pt x="0" y="1511391"/>
                </a:cubicBezTo>
                <a:lnTo>
                  <a:pt x="0" y="81612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7F7F7F"/>
            </a:solidFill>
            <a:prstDash val="solid"/>
          </a:ln>
        </p:spPr>
      </p:sp>
      <p:sp>
        <p:nvSpPr>
          <p:cNvPr id="154" name="pdf-text-155-0">
            <a:extLst xmlns:a="http://schemas.openxmlformats.org/drawingml/2006/main">
              <a:ext uri="{FF2B5EF4-FFF2-40B4-BE49-F238E27FC236}">
                <a16:creationId xmlns:a16="http://schemas.microsoft.com/office/drawing/2014/main" id="{A869B8AC-9395-4767-BACA-C6EC2367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6" y="3904717"/>
            <a:ext cx="4990791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Implement this task as a robot control function in Python.</a:t>
            </a:r>
          </a:p>
        </p:txBody>
      </p:sp>
      <p:pic>
        <p:nvPic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F645D1C-07FD-4886-BFA2-BCA544E0A6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bcb993bfd4f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4305300"/>
            <a:ext cx="266700" cy="257175"/>
          </a:xfrm>
          <a:prstGeom xmlns:a="http://schemas.openxmlformats.org/drawingml/2006/main" prst="rect">
            <a:avLst/>
          </a:prstGeom>
        </p:spPr>
      </p:pic>
      <p:sp>
        <p:nvSpPr>
          <p:cNvPr id="156" name="source-raster-17">
            <a:extLst xmlns:a="http://schemas.openxmlformats.org/drawingml/2006/main">
              <a:ext uri="{FF2B5EF4-FFF2-40B4-BE49-F238E27FC236}">
                <a16:creationId xmlns:a16="http://schemas.microsoft.com/office/drawing/2014/main" id="{32B57B17-7E2A-40CC-84E7-C799CD83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4305300"/>
            <a:ext cx="26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7" name="pdf-path-252">
            <a:extLst xmlns:a="http://schemas.openxmlformats.org/drawingml/2006/main">
              <a:ext uri="{FF2B5EF4-FFF2-40B4-BE49-F238E27FC236}">
                <a16:creationId xmlns:a16="http://schemas.microsoft.com/office/drawing/2014/main" id="{F903610A-DCC2-4C11-AEA9-3FE28341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105" y="4210657"/>
            <a:ext cx="5094418" cy="95"/>
          </a:xfrm>
          <a:custGeom xmlns:a="http://schemas.openxmlformats.org/drawingml/2006/main">
            <a:pathLst>
              <a:path w="5094418" h="95">
                <a:moveTo>
                  <a:pt x="0" y="0"/>
                </a:moveTo>
                <a:lnTo>
                  <a:pt x="5094418" y="2"/>
                </a:lnTo>
              </a:path>
            </a:pathLst>
          </a:custGeom>
          <a:noFill xmlns:a="http://schemas.openxmlformats.org/drawingml/2006/main"/>
          <a:ln xmlns:a="http://schemas.openxmlformats.org/drawingml/2006/main" w="10716">
            <a:solidFill>
              <a:srgbClr val="156082"/>
            </a:solidFill>
            <a:prstDash val="dash"/>
          </a:ln>
        </p:spPr>
      </p:sp>
      <p:sp>
        <p:nvSpPr>
          <p:cNvPr id="158" name="pdf-text-163-0">
            <a:extLst xmlns:a="http://schemas.openxmlformats.org/drawingml/2006/main">
              <a:ext uri="{FF2B5EF4-FFF2-40B4-BE49-F238E27FC236}">
                <a16:creationId xmlns:a16="http://schemas.microsoft.com/office/drawing/2014/main" id="{A847D9EE-58DF-4889-8548-FDBD3BAC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5382" y="7224201"/>
            <a:ext cx="942859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Rendering</a:t>
            </a:r>
          </a:p>
        </p:txBody>
      </p:sp>
      <p:sp>
        <p:nvSpPr>
          <p:cNvPr id="159" name="pdf-text-164-0">
            <a:extLst xmlns:a="http://schemas.openxmlformats.org/drawingml/2006/main">
              <a:ext uri="{FF2B5EF4-FFF2-40B4-BE49-F238E27FC236}">
                <a16:creationId xmlns:a16="http://schemas.microsoft.com/office/drawing/2014/main" id="{A3ACE9F0-A1DD-41D5-982C-BC4B3E48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69890" y="7631222"/>
            <a:ext cx="550993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Depth</a:t>
            </a:r>
          </a:p>
        </p:txBody>
      </p:sp>
      <p:sp>
        <p:nvSpPr>
          <p:cNvPr id="160" name="pdf-text-166-0">
            <a:extLst xmlns:a="http://schemas.openxmlformats.org/drawingml/2006/main">
              <a:ext uri="{FF2B5EF4-FFF2-40B4-BE49-F238E27FC236}">
                <a16:creationId xmlns:a16="http://schemas.microsoft.com/office/drawing/2014/main" id="{D0B7DBE8-6BCA-4C18-A77D-BEDCADB4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3319" y="7631222"/>
            <a:ext cx="171490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161" name="pdf-text-168-0">
            <a:extLst xmlns:a="http://schemas.openxmlformats.org/drawingml/2006/main">
              <a:ext uri="{FF2B5EF4-FFF2-40B4-BE49-F238E27FC236}">
                <a16:creationId xmlns:a16="http://schemas.microsoft.com/office/drawing/2014/main" id="{B24FB133-741E-4A4A-A96A-8BB33A3A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7305" y="7631222"/>
            <a:ext cx="565101" cy="2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Points</a:t>
            </a:r>
          </a:p>
        </p:txBody>
      </p:sp>
      <p:sp>
        <p:nvSpPr>
          <p:cNvPr id="162" name="pdf-path-259">
            <a:extLst xmlns:a="http://schemas.openxmlformats.org/drawingml/2006/main">
              <a:ext uri="{FF2B5EF4-FFF2-40B4-BE49-F238E27FC236}">
                <a16:creationId xmlns:a16="http://schemas.microsoft.com/office/drawing/2014/main" id="{ACF22A37-DB61-40C2-B188-FE25BA97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8741" y="7481005"/>
            <a:ext cx="1629947" cy="113962"/>
          </a:xfrm>
          <a:custGeom xmlns:a="http://schemas.openxmlformats.org/drawingml/2006/main">
            <a:pathLst>
              <a:path w="1629947" h="113962">
                <a:moveTo>
                  <a:pt x="0" y="0"/>
                </a:moveTo>
                <a:lnTo>
                  <a:pt x="1487655" y="0"/>
                </a:lnTo>
                <a:lnTo>
                  <a:pt x="1487655" y="56983"/>
                </a:lnTo>
                <a:lnTo>
                  <a:pt x="0" y="56978"/>
                </a:lnTo>
                <a:lnTo>
                  <a:pt x="0" y="0"/>
                </a:lnTo>
                <a:moveTo>
                  <a:pt x="1459196" y="-56983"/>
                </a:moveTo>
                <a:lnTo>
                  <a:pt x="1629947" y="28491"/>
                </a:lnTo>
                <a:lnTo>
                  <a:pt x="1459196" y="113962"/>
                </a:lnTo>
                <a:lnTo>
                  <a:pt x="1459196" y="-56983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df-path-262">
            <a:extLst xmlns:a="http://schemas.openxmlformats.org/drawingml/2006/main">
              <a:ext uri="{FF2B5EF4-FFF2-40B4-BE49-F238E27FC236}">
                <a16:creationId xmlns:a16="http://schemas.microsoft.com/office/drawing/2014/main" id="{E10A57D4-4364-407C-95DA-3C6BAB8E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2" y="9118624"/>
            <a:ext cx="13966483" cy="1830072"/>
          </a:xfrm>
          <a:custGeom xmlns:a="http://schemas.openxmlformats.org/drawingml/2006/main">
            <a:pathLst>
              <a:path w="13966483" h="1830072">
                <a:moveTo>
                  <a:pt x="0" y="174694"/>
                </a:moveTo>
                <a:cubicBezTo>
                  <a:pt x="0" y="78214"/>
                  <a:pt x="78120" y="0"/>
                  <a:pt x="174488" y="0"/>
                </a:cubicBezTo>
                <a:lnTo>
                  <a:pt x="13791995" y="0"/>
                </a:lnTo>
                <a:cubicBezTo>
                  <a:pt x="13888363" y="0"/>
                  <a:pt x="13966483" y="78214"/>
                  <a:pt x="13966483" y="174694"/>
                </a:cubicBezTo>
                <a:lnTo>
                  <a:pt x="13966483" y="1655382"/>
                </a:lnTo>
                <a:cubicBezTo>
                  <a:pt x="13966483" y="1751858"/>
                  <a:pt x="13888363" y="1830072"/>
                  <a:pt x="13791995" y="1830072"/>
                </a:cubicBezTo>
                <a:lnTo>
                  <a:pt x="174488" y="1830072"/>
                </a:lnTo>
                <a:cubicBezTo>
                  <a:pt x="78120" y="1830072"/>
                  <a:pt x="0" y="1751858"/>
                  <a:pt x="0" y="1655382"/>
                </a:cubicBezTo>
                <a:lnTo>
                  <a:pt x="0" y="174694"/>
                </a:lnTo>
              </a:path>
            </a:pathLst>
          </a:custGeom>
          <a:solidFill xmlns:a="http://schemas.openxmlformats.org/drawingml/2006/main">
            <a:srgbClr val="CEDF9F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df-path-263">
            <a:extLst xmlns:a="http://schemas.openxmlformats.org/drawingml/2006/main">
              <a:ext uri="{FF2B5EF4-FFF2-40B4-BE49-F238E27FC236}">
                <a16:creationId xmlns:a16="http://schemas.microsoft.com/office/drawing/2014/main" id="{10E69973-05E1-4B14-8DF9-CD32A949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2" y="9118624"/>
            <a:ext cx="13966483" cy="1830071"/>
          </a:xfrm>
          <a:custGeom xmlns:a="http://schemas.openxmlformats.org/drawingml/2006/main">
            <a:pathLst>
              <a:path w="13966483" h="1830071">
                <a:moveTo>
                  <a:pt x="0" y="174691"/>
                </a:moveTo>
                <a:cubicBezTo>
                  <a:pt x="0" y="78212"/>
                  <a:pt x="78121" y="0"/>
                  <a:pt x="174489" y="0"/>
                </a:cubicBezTo>
                <a:lnTo>
                  <a:pt x="13791993" y="0"/>
                </a:lnTo>
                <a:cubicBezTo>
                  <a:pt x="13888361" y="0"/>
                  <a:pt x="13966483" y="78212"/>
                  <a:pt x="13966483" y="174691"/>
                </a:cubicBezTo>
                <a:lnTo>
                  <a:pt x="13966483" y="1655379"/>
                </a:lnTo>
                <a:cubicBezTo>
                  <a:pt x="13966483" y="1751859"/>
                  <a:pt x="13888361" y="1830071"/>
                  <a:pt x="13791993" y="1830071"/>
                </a:cubicBezTo>
                <a:lnTo>
                  <a:pt x="174489" y="1830071"/>
                </a:lnTo>
                <a:cubicBezTo>
                  <a:pt x="78121" y="1830071"/>
                  <a:pt x="0" y="1751859"/>
                  <a:pt x="0" y="1655379"/>
                </a:cubicBezTo>
                <a:lnTo>
                  <a:pt x="0" y="174691"/>
                </a:lnTo>
              </a:path>
            </a:pathLst>
          </a:custGeom>
          <a:noFill xmlns:a="http://schemas.openxmlformats.org/drawingml/2006/main"/>
          <a:ln xmlns:a="http://schemas.openxmlformats.org/drawingml/2006/main" w="10716">
            <a:solidFill>
              <a:srgbClr val="7F7F7F"/>
            </a:solidFill>
            <a:prstDash val="dash"/>
          </a:ln>
        </p:spPr>
      </p:sp>
      <p:sp>
        <p:nvSpPr>
          <p:cNvPr id="165" name="pdf-path-264">
            <a:extLst xmlns:a="http://schemas.openxmlformats.org/drawingml/2006/main">
              <a:ext uri="{FF2B5EF4-FFF2-40B4-BE49-F238E27FC236}">
                <a16:creationId xmlns:a16="http://schemas.microsoft.com/office/drawing/2014/main" id="{4F675AAD-0989-47C3-820D-8D342F94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670" y="9306693"/>
            <a:ext cx="3002511" cy="1137333"/>
          </a:xfrm>
          <a:custGeom xmlns:a="http://schemas.openxmlformats.org/drawingml/2006/main">
            <a:pathLst>
              <a:path w="3002511" h="1137333">
                <a:moveTo>
                  <a:pt x="0" y="104862"/>
                </a:moveTo>
                <a:cubicBezTo>
                  <a:pt x="0" y="46949"/>
                  <a:pt x="46894" y="0"/>
                  <a:pt x="104743" y="0"/>
                </a:cubicBezTo>
                <a:lnTo>
                  <a:pt x="2897772" y="0"/>
                </a:lnTo>
                <a:cubicBezTo>
                  <a:pt x="2955617" y="0"/>
                  <a:pt x="3002511" y="46949"/>
                  <a:pt x="3002511" y="104862"/>
                </a:cubicBezTo>
                <a:lnTo>
                  <a:pt x="3002511" y="1032472"/>
                </a:lnTo>
                <a:cubicBezTo>
                  <a:pt x="3002511" y="1090386"/>
                  <a:pt x="2955617" y="1137333"/>
                  <a:pt x="2897772" y="1137333"/>
                </a:cubicBezTo>
                <a:lnTo>
                  <a:pt x="104743" y="1137333"/>
                </a:lnTo>
                <a:cubicBezTo>
                  <a:pt x="46894" y="1137333"/>
                  <a:pt x="0" y="1090386"/>
                  <a:pt x="0" y="1032472"/>
                </a:cubicBezTo>
                <a:lnTo>
                  <a:pt x="0" y="104862"/>
                </a:lnTo>
              </a:path>
            </a:pathLst>
          </a:custGeom>
          <a:solidFill xmlns:a="http://schemas.openxmlformats.org/drawingml/2006/main">
            <a:srgbClr val="AAB396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df-path-265">
            <a:extLst xmlns:a="http://schemas.openxmlformats.org/drawingml/2006/main">
              <a:ext uri="{FF2B5EF4-FFF2-40B4-BE49-F238E27FC236}">
                <a16:creationId xmlns:a16="http://schemas.microsoft.com/office/drawing/2014/main" id="{57BBB964-6FAF-4292-AFCA-0A30F089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670" y="9306693"/>
            <a:ext cx="3002509" cy="1137333"/>
          </a:xfrm>
          <a:custGeom xmlns:a="http://schemas.openxmlformats.org/drawingml/2006/main">
            <a:pathLst>
              <a:path w="3002509" h="1137333">
                <a:moveTo>
                  <a:pt x="0" y="104861"/>
                </a:moveTo>
                <a:cubicBezTo>
                  <a:pt x="0" y="46948"/>
                  <a:pt x="46894" y="0"/>
                  <a:pt x="104740" y="0"/>
                </a:cubicBezTo>
                <a:lnTo>
                  <a:pt x="2897770" y="0"/>
                </a:lnTo>
                <a:cubicBezTo>
                  <a:pt x="2955616" y="0"/>
                  <a:pt x="3002509" y="46948"/>
                  <a:pt x="3002509" y="104861"/>
                </a:cubicBezTo>
                <a:lnTo>
                  <a:pt x="3002509" y="1032472"/>
                </a:lnTo>
                <a:cubicBezTo>
                  <a:pt x="3002509" y="1090385"/>
                  <a:pt x="2955616" y="1137333"/>
                  <a:pt x="2897770" y="1137333"/>
                </a:cubicBezTo>
                <a:lnTo>
                  <a:pt x="104740" y="1137333"/>
                </a:lnTo>
                <a:cubicBezTo>
                  <a:pt x="46894" y="1137333"/>
                  <a:pt x="0" y="1090385"/>
                  <a:pt x="0" y="1032472"/>
                </a:cubicBezTo>
                <a:lnTo>
                  <a:pt x="0" y="104861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FBFBF"/>
            </a:solidFill>
            <a:prstDash val="solid"/>
          </a:ln>
        </p:spPr>
      </p:sp>
      <p:sp>
        <p:nvSpPr>
          <p:cNvPr id="167" name="pdf-text-169-0">
            <a:extLst xmlns:a="http://schemas.openxmlformats.org/drawingml/2006/main">
              <a:ext uri="{FF2B5EF4-FFF2-40B4-BE49-F238E27FC236}">
                <a16:creationId xmlns:a16="http://schemas.microsoft.com/office/drawing/2014/main" id="{451F6E11-EB62-41E6-88BA-3E21FA73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3702" y="9435039"/>
            <a:ext cx="1166171" cy="28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23" b="0" i="0">
                <a:solidFill>
                  <a:srgbClr val="69756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23" b="0" i="0">
                <a:solidFill>
                  <a:srgbClr val="69756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23" b="0" i="0">
                <a:solidFill>
                  <a:srgbClr val="697565"/>
                </a:solidFill>
                <a:latin typeface="Times New Roman"/>
                <a:ea typeface="Times New Roman"/>
                <a:cs typeface="Times New Roman"/>
              </a:rPr>
              <a:t>Joint State</a:t>
            </a:r>
          </a:p>
        </p:txBody>
      </p:sp>
      <p:sp>
        <p:nvSpPr>
          <p:cNvPr id="168" name="pdf-text-170-0">
            <a:extLst xmlns:a="http://schemas.openxmlformats.org/drawingml/2006/main">
              <a:ext uri="{FF2B5EF4-FFF2-40B4-BE49-F238E27FC236}">
                <a16:creationId xmlns:a16="http://schemas.microsoft.com/office/drawing/2014/main" id="{C3BCA984-FA22-4305-A9E7-F3448219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666" y="9764119"/>
            <a:ext cx="454362" cy="28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54" b="0" i="0">
                <a:solidFill>
                  <a:srgbClr val="69756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54" b="0" i="0">
                <a:solidFill>
                  <a:srgbClr val="69756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54" b="0" i="0">
                <a:solidFill>
                  <a:srgbClr val="697565"/>
                </a:solidFill>
                <a:latin typeface="Times New Roman"/>
                <a:ea typeface="Times New Roman"/>
                <a:cs typeface="Times New Roman"/>
              </a:rPr>
              <a:t>End</a:t>
            </a:r>
          </a:p>
        </p:txBody>
      </p:sp>
      <p:sp>
        <p:nvSpPr>
          <p:cNvPr id="169" name="pdf-text-171-0">
            <a:extLst xmlns:a="http://schemas.openxmlformats.org/drawingml/2006/main">
              <a:ext uri="{FF2B5EF4-FFF2-40B4-BE49-F238E27FC236}">
                <a16:creationId xmlns:a16="http://schemas.microsoft.com/office/drawing/2014/main" id="{34CC0F5D-7A77-4915-9C18-0BB17D6A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669" y="9764119"/>
            <a:ext cx="96128" cy="28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73" b="0" i="0">
                <a:solidFill>
                  <a:srgbClr val="69756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73" b="0" i="0">
                <a:solidFill>
                  <a:srgbClr val="69756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73" b="0" i="0">
                <a:solidFill>
                  <a:srgbClr val="697565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170" name="pdf-text-172-0">
            <a:extLst xmlns:a="http://schemas.openxmlformats.org/drawingml/2006/main">
              <a:ext uri="{FF2B5EF4-FFF2-40B4-BE49-F238E27FC236}">
                <a16:creationId xmlns:a16="http://schemas.microsoft.com/office/drawing/2014/main" id="{248F5A5A-1E5A-44AE-8229-E25ADDB5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368" y="9764119"/>
            <a:ext cx="1507086" cy="28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26" b="0" i="0">
                <a:solidFill>
                  <a:srgbClr val="69756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26" b="0" i="0">
                <a:solidFill>
                  <a:srgbClr val="69756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26" b="0" i="0">
                <a:solidFill>
                  <a:srgbClr val="697565"/>
                </a:solidFill>
                <a:latin typeface="Times New Roman"/>
                <a:ea typeface="Times New Roman"/>
                <a:cs typeface="Times New Roman"/>
              </a:rPr>
              <a:t>Effector Pose</a:t>
            </a:r>
          </a:p>
        </p:txBody>
      </p:sp>
      <p:sp>
        <p:nvSpPr>
          <p:cNvPr id="171" name="pdf-text-173-0">
            <a:extLst xmlns:a="http://schemas.openxmlformats.org/drawingml/2006/main">
              <a:ext uri="{FF2B5EF4-FFF2-40B4-BE49-F238E27FC236}">
                <a16:creationId xmlns:a16="http://schemas.microsoft.com/office/drawing/2014/main" id="{44718D90-80A2-44F5-9F9E-0B00A9E9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373" y="10093199"/>
            <a:ext cx="454362" cy="28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54" b="0" i="0">
                <a:solidFill>
                  <a:srgbClr val="69756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54" b="0" i="0">
                <a:solidFill>
                  <a:srgbClr val="69756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54" b="0" i="0">
                <a:solidFill>
                  <a:srgbClr val="697565"/>
                </a:solidFill>
                <a:latin typeface="Times New Roman"/>
                <a:ea typeface="Times New Roman"/>
                <a:cs typeface="Times New Roman"/>
              </a:rPr>
              <a:t>End</a:t>
            </a:r>
          </a:p>
        </p:txBody>
      </p:sp>
      <p:sp>
        <p:nvSpPr>
          <p:cNvPr id="172" name="pdf-text-174-0">
            <a:extLst xmlns:a="http://schemas.openxmlformats.org/drawingml/2006/main">
              <a:ext uri="{FF2B5EF4-FFF2-40B4-BE49-F238E27FC236}">
                <a16:creationId xmlns:a16="http://schemas.microsoft.com/office/drawing/2014/main" id="{241E2E94-021E-42AE-9464-705F916D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7377" y="10093199"/>
            <a:ext cx="96128" cy="28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73" b="0" i="0">
                <a:solidFill>
                  <a:srgbClr val="69756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73" b="0" i="0">
                <a:solidFill>
                  <a:srgbClr val="69756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73" b="0" i="0">
                <a:solidFill>
                  <a:srgbClr val="697565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173" name="pdf-text-175-0">
            <a:extLst xmlns:a="http://schemas.openxmlformats.org/drawingml/2006/main">
              <a:ext uri="{FF2B5EF4-FFF2-40B4-BE49-F238E27FC236}">
                <a16:creationId xmlns:a16="http://schemas.microsoft.com/office/drawing/2014/main" id="{666438A4-3028-4AC1-80D8-B5ED8DE5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9075" y="10093199"/>
            <a:ext cx="1535231" cy="28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22" b="0" i="0">
                <a:solidFill>
                  <a:srgbClr val="69756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22" b="0" i="0">
                <a:solidFill>
                  <a:srgbClr val="69756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22" b="0" i="0">
                <a:solidFill>
                  <a:srgbClr val="697565"/>
                </a:solidFill>
                <a:latin typeface="Times New Roman"/>
                <a:ea typeface="Times New Roman"/>
                <a:cs typeface="Times New Roman"/>
              </a:rPr>
              <a:t>Effector State</a:t>
            </a:r>
          </a:p>
        </p:txBody>
      </p:sp>
      <p:sp>
        <p:nvSpPr>
          <p:cNvPr id="174" name="pdf-text-176-0">
            <a:extLst xmlns:a="http://schemas.openxmlformats.org/drawingml/2006/main">
              <a:ext uri="{FF2B5EF4-FFF2-40B4-BE49-F238E27FC236}">
                <a16:creationId xmlns:a16="http://schemas.microsoft.com/office/drawing/2014/main" id="{9B6D18C3-7807-41E6-916C-0FF40551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4133" y="10586819"/>
            <a:ext cx="3720155" cy="28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22" b="1" i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22" b="1" i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22" b="1" i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Generated Visual Observations</a:t>
            </a:r>
          </a:p>
        </p:txBody>
      </p:sp>
      <p:sp>
        <p:nvSpPr>
          <p:cNvPr id="175" name="pdf-text-177-0">
            <a:extLst xmlns:a="http://schemas.openxmlformats.org/drawingml/2006/main">
              <a:ext uri="{FF2B5EF4-FFF2-40B4-BE49-F238E27FC236}">
                <a16:creationId xmlns:a16="http://schemas.microsoft.com/office/drawing/2014/main" id="{C5DEFD60-0275-4F40-BFB4-92245467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208" y="10578158"/>
            <a:ext cx="3014827" cy="28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26" b="1" i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26" b="1" i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26" b="1" i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Generated Robot Actions</a:t>
            </a:r>
          </a:p>
        </p:txBody>
      </p:sp>
      <p:sp>
        <p:nvSpPr>
          <p:cNvPr id="176" name="pdf-text-178-0">
            <a:extLst xmlns:a="http://schemas.openxmlformats.org/drawingml/2006/main">
              <a:ext uri="{FF2B5EF4-FFF2-40B4-BE49-F238E27FC236}">
                <a16:creationId xmlns:a16="http://schemas.microsoft.com/office/drawing/2014/main" id="{3AE47E9F-B5B2-4F64-A40F-E959B137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5855" y="8811517"/>
            <a:ext cx="1238382" cy="28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29" b="0" i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29" b="0" i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29" b="0" i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Generating</a:t>
            </a:r>
          </a:p>
        </p:txBody>
      </p:sp>
      <p:sp>
        <p:nvSpPr>
          <p:cNvPr id="177" name="pdf-path-276">
            <a:extLst xmlns:a="http://schemas.openxmlformats.org/drawingml/2006/main">
              <a:ext uri="{FF2B5EF4-FFF2-40B4-BE49-F238E27FC236}">
                <a16:creationId xmlns:a16="http://schemas.microsoft.com/office/drawing/2014/main" id="{7EAF73B3-7A52-4753-A27C-F4579691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8386" y="9305636"/>
            <a:ext cx="95" cy="1202296"/>
          </a:xfrm>
          <a:custGeom xmlns:a="http://schemas.openxmlformats.org/drawingml/2006/main">
            <a:pathLst>
              <a:path w="95" h="1202296">
                <a:moveTo>
                  <a:pt x="0" y="0"/>
                </a:moveTo>
                <a:lnTo>
                  <a:pt x="2" y="1202296"/>
                </a:lnTo>
              </a:path>
            </a:pathLst>
          </a:custGeom>
          <a:noFill xmlns:a="http://schemas.openxmlformats.org/drawingml/2006/main"/>
          <a:ln xmlns:a="http://schemas.openxmlformats.org/drawingml/2006/main" w="32147">
            <a:solidFill>
              <a:srgbClr val="D9D9D9"/>
            </a:solidFill>
            <a:prstDash val="solid"/>
          </a:ln>
        </p:spPr>
      </p:sp>
      <p:sp>
        <p:nvSpPr>
          <p:cNvPr id="178" name="pdf-text-179-0">
            <a:extLst xmlns:a="http://schemas.openxmlformats.org/drawingml/2006/main">
              <a:ext uri="{FF2B5EF4-FFF2-40B4-BE49-F238E27FC236}">
                <a16:creationId xmlns:a16="http://schemas.microsoft.com/office/drawing/2014/main" id="{4C881A71-0A27-4A4C-9A42-B7C29B0A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0989" y="8811517"/>
            <a:ext cx="1238382" cy="28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29" b="0" i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29" b="0" i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29" b="0" i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Generating</a:t>
            </a:r>
          </a:p>
        </p:txBody>
      </p:sp>
      <p:pic>
        <p:nvPic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1657652E-F992-43A2-8941-246F903CE0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6226b27f74a7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29075" y="10525125"/>
            <a:ext cx="1600200" cy="361950"/>
          </a:xfrm>
          <a:prstGeom xmlns:a="http://schemas.openxmlformats.org/drawingml/2006/main" prst="rect">
            <a:avLst/>
          </a:prstGeom>
        </p:spPr>
      </p:pic>
      <p:sp>
        <p:nvSpPr>
          <p:cNvPr id="180" name="source-raster-21">
            <a:extLst xmlns:a="http://schemas.openxmlformats.org/drawingml/2006/main">
              <a:ext uri="{FF2B5EF4-FFF2-40B4-BE49-F238E27FC236}">
                <a16:creationId xmlns:a16="http://schemas.microsoft.com/office/drawing/2014/main" id="{CF1CCDCB-8F8D-46BE-B79F-00F93007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9075" y="1052512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1" name="pdf-path-280">
            <a:extLst xmlns:a="http://schemas.openxmlformats.org/drawingml/2006/main">
              <a:ext uri="{FF2B5EF4-FFF2-40B4-BE49-F238E27FC236}">
                <a16:creationId xmlns:a16="http://schemas.microsoft.com/office/drawing/2014/main" id="{DCCAA5DF-181B-4690-9828-27DAA746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1745" y="9331995"/>
            <a:ext cx="1561183" cy="1202298"/>
          </a:xfrm>
          <a:custGeom xmlns:a="http://schemas.openxmlformats.org/drawingml/2006/main">
            <a:pathLst>
              <a:path w="1561183" h="1202298">
                <a:moveTo>
                  <a:pt x="0" y="103325"/>
                </a:moveTo>
                <a:cubicBezTo>
                  <a:pt x="0" y="46259"/>
                  <a:pt x="46209" y="0"/>
                  <a:pt x="103205" y="0"/>
                </a:cubicBezTo>
                <a:lnTo>
                  <a:pt x="1457978" y="0"/>
                </a:lnTo>
                <a:cubicBezTo>
                  <a:pt x="1514978" y="0"/>
                  <a:pt x="1561183" y="46259"/>
                  <a:pt x="1561183" y="103325"/>
                </a:cubicBezTo>
                <a:lnTo>
                  <a:pt x="1561183" y="1098973"/>
                </a:lnTo>
                <a:cubicBezTo>
                  <a:pt x="1561183" y="1156035"/>
                  <a:pt x="1514978" y="1202298"/>
                  <a:pt x="1457978" y="1202298"/>
                </a:cubicBezTo>
                <a:lnTo>
                  <a:pt x="103205" y="1202298"/>
                </a:lnTo>
                <a:cubicBezTo>
                  <a:pt x="46209" y="1202298"/>
                  <a:pt x="0" y="1156035"/>
                  <a:pt x="0" y="1098973"/>
                </a:cubicBezTo>
                <a:lnTo>
                  <a:pt x="0" y="103325"/>
                </a:lnTo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69571188-534A-41F1-92F7-06AAFC568F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64ed837c644f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48125" y="9324975"/>
            <a:ext cx="1571625" cy="1209675"/>
          </a:xfrm>
          <a:prstGeom xmlns:a="http://schemas.openxmlformats.org/drawingml/2006/main" prst="rect">
            <a:avLst/>
          </a:prstGeom>
        </p:spPr>
      </p:pic>
      <p:sp>
        <p:nvSpPr>
          <p:cNvPr id="183" name="source-raster-22">
            <a:extLst xmlns:a="http://schemas.openxmlformats.org/drawingml/2006/main">
              <a:ext uri="{FF2B5EF4-FFF2-40B4-BE49-F238E27FC236}">
                <a16:creationId xmlns:a16="http://schemas.microsoft.com/office/drawing/2014/main" id="{5B62CF2D-9CFA-4C9A-8F54-D693D026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8125" y="9324975"/>
            <a:ext cx="15716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118DD072-C687-4574-AC50-E4B17DC61A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78d59f100401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7850" y="10525125"/>
            <a:ext cx="1600200" cy="361950"/>
          </a:xfrm>
          <a:prstGeom xmlns:a="http://schemas.openxmlformats.org/drawingml/2006/main" prst="rect">
            <a:avLst/>
          </a:prstGeom>
        </p:spPr>
      </p:pic>
      <p:sp>
        <p:nvSpPr>
          <p:cNvPr id="185" name="source-raster-23">
            <a:extLst xmlns:a="http://schemas.openxmlformats.org/drawingml/2006/main">
              <a:ext uri="{FF2B5EF4-FFF2-40B4-BE49-F238E27FC236}">
                <a16:creationId xmlns:a16="http://schemas.microsoft.com/office/drawing/2014/main" id="{CCDC229D-E0A4-45EB-9B06-AB04AC8F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850" y="1052512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6" name="pdf-path-283">
            <a:extLst xmlns:a="http://schemas.openxmlformats.org/drawingml/2006/main">
              <a:ext uri="{FF2B5EF4-FFF2-40B4-BE49-F238E27FC236}">
                <a16:creationId xmlns:a16="http://schemas.microsoft.com/office/drawing/2014/main" id="{C3013671-B1D0-4D70-BE76-52CE84D3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7525" y="9332486"/>
            <a:ext cx="1561187" cy="1202297"/>
          </a:xfrm>
          <a:custGeom xmlns:a="http://schemas.openxmlformats.org/drawingml/2006/main">
            <a:pathLst>
              <a:path w="1561187" h="1202297">
                <a:moveTo>
                  <a:pt x="0" y="103328"/>
                </a:moveTo>
                <a:cubicBezTo>
                  <a:pt x="0" y="46262"/>
                  <a:pt x="46208" y="0"/>
                  <a:pt x="103209" y="0"/>
                </a:cubicBezTo>
                <a:lnTo>
                  <a:pt x="1457977" y="0"/>
                </a:lnTo>
                <a:cubicBezTo>
                  <a:pt x="1514977" y="0"/>
                  <a:pt x="1561187" y="46262"/>
                  <a:pt x="1561187" y="103328"/>
                </a:cubicBezTo>
                <a:lnTo>
                  <a:pt x="1561187" y="1098972"/>
                </a:lnTo>
                <a:cubicBezTo>
                  <a:pt x="1561187" y="1156039"/>
                  <a:pt x="1514977" y="1202297"/>
                  <a:pt x="1457977" y="1202297"/>
                </a:cubicBezTo>
                <a:lnTo>
                  <a:pt x="103209" y="1202297"/>
                </a:lnTo>
                <a:cubicBezTo>
                  <a:pt x="46208" y="1202297"/>
                  <a:pt x="0" y="1156039"/>
                  <a:pt x="0" y="1098972"/>
                </a:cubicBezTo>
                <a:lnTo>
                  <a:pt x="0" y="103328"/>
                </a:lnTo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B5A3DBD1-3F26-4566-8D27-1FEFE82830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5e3fb97ba49d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76900" y="9324975"/>
            <a:ext cx="1562100" cy="1209675"/>
          </a:xfrm>
          <a:prstGeom xmlns:a="http://schemas.openxmlformats.org/drawingml/2006/main" prst="rect">
            <a:avLst/>
          </a:prstGeom>
        </p:spPr>
      </p:pic>
      <p:sp>
        <p:nvSpPr>
          <p:cNvPr id="188" name="source-raster-24">
            <a:extLst xmlns:a="http://schemas.openxmlformats.org/drawingml/2006/main">
              <a:ext uri="{FF2B5EF4-FFF2-40B4-BE49-F238E27FC236}">
                <a16:creationId xmlns:a16="http://schemas.microsoft.com/office/drawing/2014/main" id="{7C16A14B-6B85-4DA9-93D3-BA337465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9324975"/>
            <a:ext cx="15621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00F42176-D5A4-4186-8C6F-04D29C3FFB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c204319a34ab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77100" y="10515600"/>
            <a:ext cx="1600200" cy="352425"/>
          </a:xfrm>
          <a:prstGeom xmlns:a="http://schemas.openxmlformats.org/drawingml/2006/main" prst="rect">
            <a:avLst/>
          </a:prstGeom>
        </p:spPr>
      </p:pic>
      <p:sp>
        <p:nvSpPr>
          <p:cNvPr id="190" name="source-raster-25">
            <a:extLst xmlns:a="http://schemas.openxmlformats.org/drawingml/2006/main">
              <a:ext uri="{FF2B5EF4-FFF2-40B4-BE49-F238E27FC236}">
                <a16:creationId xmlns:a16="http://schemas.microsoft.com/office/drawing/2014/main" id="{B69827D6-0B34-4046-A52F-72A5E79F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100" y="10515600"/>
            <a:ext cx="1600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1" name="pdf-path-286">
            <a:extLst xmlns:a="http://schemas.openxmlformats.org/drawingml/2006/main">
              <a:ext uri="{FF2B5EF4-FFF2-40B4-BE49-F238E27FC236}">
                <a16:creationId xmlns:a16="http://schemas.microsoft.com/office/drawing/2014/main" id="{68730182-5676-43EB-9C6D-5D03B472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5410" y="9319611"/>
            <a:ext cx="1561181" cy="1202298"/>
          </a:xfrm>
          <a:custGeom xmlns:a="http://schemas.openxmlformats.org/drawingml/2006/main">
            <a:pathLst>
              <a:path w="1561181" h="1202298">
                <a:moveTo>
                  <a:pt x="0" y="103328"/>
                </a:moveTo>
                <a:cubicBezTo>
                  <a:pt x="0" y="46263"/>
                  <a:pt x="46204" y="0"/>
                  <a:pt x="103204" y="0"/>
                </a:cubicBezTo>
                <a:lnTo>
                  <a:pt x="1457976" y="0"/>
                </a:lnTo>
                <a:cubicBezTo>
                  <a:pt x="1514974" y="0"/>
                  <a:pt x="1561181" y="46263"/>
                  <a:pt x="1561181" y="103328"/>
                </a:cubicBezTo>
                <a:lnTo>
                  <a:pt x="1561181" y="1098972"/>
                </a:lnTo>
                <a:cubicBezTo>
                  <a:pt x="1561181" y="1156039"/>
                  <a:pt x="1514974" y="1202298"/>
                  <a:pt x="1457976" y="1202298"/>
                </a:cubicBezTo>
                <a:lnTo>
                  <a:pt x="103204" y="1202298"/>
                </a:lnTo>
                <a:cubicBezTo>
                  <a:pt x="46204" y="1202298"/>
                  <a:pt x="0" y="1156039"/>
                  <a:pt x="0" y="1098972"/>
                </a:cubicBezTo>
                <a:lnTo>
                  <a:pt x="0" y="103328"/>
                </a:lnTo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E80D7541-F35C-49AB-8EDC-61B316E24A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2b78939d54c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86625" y="9315450"/>
            <a:ext cx="1571625" cy="1209675"/>
          </a:xfrm>
          <a:prstGeom xmlns:a="http://schemas.openxmlformats.org/drawingml/2006/main" prst="rect">
            <a:avLst/>
          </a:prstGeom>
        </p:spPr>
      </p:pic>
      <p:sp>
        <p:nvSpPr>
          <p:cNvPr id="193" name="source-raster-26">
            <a:extLst xmlns:a="http://schemas.openxmlformats.org/drawingml/2006/main">
              <a:ext uri="{FF2B5EF4-FFF2-40B4-BE49-F238E27FC236}">
                <a16:creationId xmlns:a16="http://schemas.microsoft.com/office/drawing/2014/main" id="{2C81366F-1B16-4D40-92DC-0D1D1EAA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6625" y="9315450"/>
            <a:ext cx="15716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986E9B18-FFF2-466F-9230-182BD3C612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c8c96845a48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05875" y="10506075"/>
            <a:ext cx="1600200" cy="352425"/>
          </a:xfrm>
          <a:prstGeom xmlns:a="http://schemas.openxmlformats.org/drawingml/2006/main" prst="rect">
            <a:avLst/>
          </a:prstGeom>
        </p:spPr>
      </p:pic>
      <p:sp>
        <p:nvSpPr>
          <p:cNvPr id="195" name="source-raster-27">
            <a:extLst xmlns:a="http://schemas.openxmlformats.org/drawingml/2006/main">
              <a:ext uri="{FF2B5EF4-FFF2-40B4-BE49-F238E27FC236}">
                <a16:creationId xmlns:a16="http://schemas.microsoft.com/office/drawing/2014/main" id="{0973066D-3BED-473A-9172-E4AFCD0F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5875" y="10506075"/>
            <a:ext cx="1600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6" name="pdf-path-289">
            <a:extLst xmlns:a="http://schemas.openxmlformats.org/drawingml/2006/main">
              <a:ext uri="{FF2B5EF4-FFF2-40B4-BE49-F238E27FC236}">
                <a16:creationId xmlns:a16="http://schemas.microsoft.com/office/drawing/2014/main" id="{2147FA3D-4EBD-452B-AAD9-87D70100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4335" y="9311392"/>
            <a:ext cx="1560761" cy="1201973"/>
          </a:xfrm>
          <a:custGeom xmlns:a="http://schemas.openxmlformats.org/drawingml/2006/main">
            <a:pathLst>
              <a:path w="1560761" h="1201973">
                <a:moveTo>
                  <a:pt x="0" y="103300"/>
                </a:moveTo>
                <a:cubicBezTo>
                  <a:pt x="0" y="46248"/>
                  <a:pt x="46197" y="0"/>
                  <a:pt x="103180" y="0"/>
                </a:cubicBezTo>
                <a:lnTo>
                  <a:pt x="1457581" y="0"/>
                </a:lnTo>
                <a:cubicBezTo>
                  <a:pt x="1514564" y="0"/>
                  <a:pt x="1560761" y="46248"/>
                  <a:pt x="1560761" y="103300"/>
                </a:cubicBezTo>
                <a:lnTo>
                  <a:pt x="1560761" y="1098673"/>
                </a:lnTo>
                <a:cubicBezTo>
                  <a:pt x="1560761" y="1155725"/>
                  <a:pt x="1514564" y="1201973"/>
                  <a:pt x="1457581" y="1201973"/>
                </a:cubicBezTo>
                <a:lnTo>
                  <a:pt x="103180" y="1201973"/>
                </a:lnTo>
                <a:cubicBezTo>
                  <a:pt x="46197" y="1201973"/>
                  <a:pt x="0" y="1155725"/>
                  <a:pt x="0" y="1098673"/>
                </a:cubicBezTo>
                <a:lnTo>
                  <a:pt x="0" y="103300"/>
                </a:lnTo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0AFB7055-84EF-4F1F-931B-1E2EA7505A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15e52568f54c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0" y="9305925"/>
            <a:ext cx="1571625" cy="1209675"/>
          </a:xfrm>
          <a:prstGeom xmlns:a="http://schemas.openxmlformats.org/drawingml/2006/main" prst="rect">
            <a:avLst/>
          </a:prstGeom>
        </p:spPr>
      </p:pic>
      <p:sp>
        <p:nvSpPr>
          <p:cNvPr id="198" name="source-raster-28">
            <a:extLst xmlns:a="http://schemas.openxmlformats.org/drawingml/2006/main">
              <a:ext uri="{FF2B5EF4-FFF2-40B4-BE49-F238E27FC236}">
                <a16:creationId xmlns:a16="http://schemas.microsoft.com/office/drawing/2014/main" id="{305343B9-4B05-4436-ACA1-A9670B0A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5400" y="9305925"/>
            <a:ext cx="15716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05FE81C4-7720-470D-AC84-DD085D652E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55a806c6b4d0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44175" y="10496550"/>
            <a:ext cx="1600200" cy="361950"/>
          </a:xfrm>
          <a:prstGeom xmlns:a="http://schemas.openxmlformats.org/drawingml/2006/main" prst="rect">
            <a:avLst/>
          </a:prstGeom>
        </p:spPr>
      </p:pic>
      <p:sp>
        <p:nvSpPr>
          <p:cNvPr id="200" name="source-raster-29">
            <a:extLst xmlns:a="http://schemas.openxmlformats.org/drawingml/2006/main">
              <a:ext uri="{FF2B5EF4-FFF2-40B4-BE49-F238E27FC236}">
                <a16:creationId xmlns:a16="http://schemas.microsoft.com/office/drawing/2014/main" id="{D2949E17-0861-4CB5-8F43-C652D780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44175" y="1049655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1" name="pdf-path-292">
            <a:extLst xmlns:a="http://schemas.openxmlformats.org/drawingml/2006/main">
              <a:ext uri="{FF2B5EF4-FFF2-40B4-BE49-F238E27FC236}">
                <a16:creationId xmlns:a16="http://schemas.microsoft.com/office/drawing/2014/main" id="{928E4F16-D388-47B3-A120-916ABD09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61890" y="9304991"/>
            <a:ext cx="1561183" cy="1202297"/>
          </a:xfrm>
          <a:custGeom xmlns:a="http://schemas.openxmlformats.org/drawingml/2006/main">
            <a:pathLst>
              <a:path w="1561183" h="1202297">
                <a:moveTo>
                  <a:pt x="0" y="103325"/>
                </a:moveTo>
                <a:cubicBezTo>
                  <a:pt x="0" y="46258"/>
                  <a:pt x="46208" y="0"/>
                  <a:pt x="103206" y="0"/>
                </a:cubicBezTo>
                <a:lnTo>
                  <a:pt x="1457977" y="0"/>
                </a:lnTo>
                <a:cubicBezTo>
                  <a:pt x="1514974" y="0"/>
                  <a:pt x="1561183" y="46258"/>
                  <a:pt x="1561183" y="103325"/>
                </a:cubicBezTo>
                <a:lnTo>
                  <a:pt x="1561183" y="1098972"/>
                </a:lnTo>
                <a:cubicBezTo>
                  <a:pt x="1561183" y="1156035"/>
                  <a:pt x="1514974" y="1202297"/>
                  <a:pt x="1457977" y="1202297"/>
                </a:cubicBezTo>
                <a:lnTo>
                  <a:pt x="103206" y="1202297"/>
                </a:lnTo>
                <a:cubicBezTo>
                  <a:pt x="46208" y="1202297"/>
                  <a:pt x="0" y="1156035"/>
                  <a:pt x="0" y="1098972"/>
                </a:cubicBezTo>
                <a:lnTo>
                  <a:pt x="0" y="103325"/>
                </a:lnTo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88DF91C4-668A-45E0-B2CE-D4BF7A39AB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c4314e82941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53700" y="9296400"/>
            <a:ext cx="1571625" cy="1219200"/>
          </a:xfrm>
          <a:prstGeom xmlns:a="http://schemas.openxmlformats.org/drawingml/2006/main" prst="rect">
            <a:avLst/>
          </a:prstGeom>
        </p:spPr>
      </p:pic>
      <p:sp>
        <p:nvSpPr>
          <p:cNvPr id="203" name="source-raster-30">
            <a:extLst xmlns:a="http://schemas.openxmlformats.org/drawingml/2006/main">
              <a:ext uri="{FF2B5EF4-FFF2-40B4-BE49-F238E27FC236}">
                <a16:creationId xmlns:a16="http://schemas.microsoft.com/office/drawing/2014/main" id="{1B210999-B29F-406F-870E-23245BB2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3700" y="9296400"/>
            <a:ext cx="15716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8A2977B6-532F-4E6A-8AA0-621EF462D7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d1bd2dc4249b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72950" y="10506075"/>
            <a:ext cx="1590675" cy="361950"/>
          </a:xfrm>
          <a:prstGeom xmlns:a="http://schemas.openxmlformats.org/drawingml/2006/main" prst="rect">
            <a:avLst/>
          </a:prstGeom>
        </p:spPr>
      </p:pic>
      <p:sp>
        <p:nvSpPr>
          <p:cNvPr id="205" name="source-raster-31">
            <a:extLst xmlns:a="http://schemas.openxmlformats.org/drawingml/2006/main">
              <a:ext uri="{FF2B5EF4-FFF2-40B4-BE49-F238E27FC236}">
                <a16:creationId xmlns:a16="http://schemas.microsoft.com/office/drawing/2014/main" id="{67E097D1-01F7-41EF-A199-73EE64EB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72950" y="10506075"/>
            <a:ext cx="1590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6" name="pdf-path-295">
            <a:extLst xmlns:a="http://schemas.openxmlformats.org/drawingml/2006/main">
              <a:ext uri="{FF2B5EF4-FFF2-40B4-BE49-F238E27FC236}">
                <a16:creationId xmlns:a16="http://schemas.microsoft.com/office/drawing/2014/main" id="{DEEB23AB-D2D2-4981-AE74-233BD8B9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87668" y="9318493"/>
            <a:ext cx="1561183" cy="1202297"/>
          </a:xfrm>
          <a:custGeom xmlns:a="http://schemas.openxmlformats.org/drawingml/2006/main">
            <a:pathLst>
              <a:path w="1561183" h="1202297">
                <a:moveTo>
                  <a:pt x="0" y="103325"/>
                </a:moveTo>
                <a:cubicBezTo>
                  <a:pt x="0" y="46258"/>
                  <a:pt x="46209" y="0"/>
                  <a:pt x="103206" y="0"/>
                </a:cubicBezTo>
                <a:lnTo>
                  <a:pt x="1457977" y="0"/>
                </a:lnTo>
                <a:cubicBezTo>
                  <a:pt x="1514979" y="0"/>
                  <a:pt x="1561183" y="46258"/>
                  <a:pt x="1561183" y="103325"/>
                </a:cubicBezTo>
                <a:lnTo>
                  <a:pt x="1561183" y="1098969"/>
                </a:lnTo>
                <a:cubicBezTo>
                  <a:pt x="1561183" y="1156034"/>
                  <a:pt x="1514979" y="1202297"/>
                  <a:pt x="1457977" y="1202297"/>
                </a:cubicBezTo>
                <a:lnTo>
                  <a:pt x="103206" y="1202297"/>
                </a:lnTo>
                <a:cubicBezTo>
                  <a:pt x="46209" y="1202297"/>
                  <a:pt x="0" y="1156034"/>
                  <a:pt x="0" y="1098969"/>
                </a:cubicBezTo>
                <a:lnTo>
                  <a:pt x="0" y="103325"/>
                </a:lnTo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1E1DB431-6DE5-4828-8B16-63603D3C81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ed932faf247c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82475" y="9315450"/>
            <a:ext cx="1571625" cy="1209675"/>
          </a:xfrm>
          <a:prstGeom xmlns:a="http://schemas.openxmlformats.org/drawingml/2006/main" prst="rect">
            <a:avLst/>
          </a:prstGeom>
        </p:spPr>
      </p:pic>
      <p:sp>
        <p:nvSpPr>
          <p:cNvPr id="208" name="source-raster-32">
            <a:extLst xmlns:a="http://schemas.openxmlformats.org/drawingml/2006/main">
              <a:ext uri="{FF2B5EF4-FFF2-40B4-BE49-F238E27FC236}">
                <a16:creationId xmlns:a16="http://schemas.microsoft.com/office/drawing/2014/main" id="{4262D500-F36A-485D-A9B3-D598A346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82475" y="9315450"/>
            <a:ext cx="15716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983FCB15-C39C-4B81-9320-35EC0D8F1D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91795abfe04e11"/>
          <a:srcRect xmlns:a="http://schemas.openxmlformats.org/drawingml/2006/main" l="195" t="0" r="1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87225" y="485775"/>
            <a:ext cx="1214438" cy="285750"/>
          </a:xfrm>
          <a:prstGeom xmlns:a="http://schemas.openxmlformats.org/drawingml/2006/main" prst="rect">
            <a:avLst/>
          </a:prstGeom>
        </p:spPr>
      </p:pic>
      <p:sp>
        <p:nvSpPr>
          <p:cNvPr id="210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8AD7AE37-0C63-4BA8-9C9E-0003FF0C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87225" y="485775"/>
            <a:ext cx="12144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CF386C5B-3EFE-4D8D-B38C-D405A0BA10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6608622a14fef"/>
          <a:srcRect xmlns:a="http://schemas.openxmlformats.org/drawingml/2006/main" l="195" t="0" r="1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87225" y="828675"/>
            <a:ext cx="1214438" cy="285750"/>
          </a:xfrm>
          <a:prstGeom xmlns:a="http://schemas.openxmlformats.org/drawingml/2006/main" prst="rect">
            <a:avLst/>
          </a:prstGeom>
        </p:spPr>
      </p:pic>
      <p:sp>
        <p:nvSpPr>
          <p:cNvPr id="212" name="pdf-raster-1">
            <a:extLst xmlns:a="http://schemas.openxmlformats.org/drawingml/2006/main">
              <a:ext uri="{FF2B5EF4-FFF2-40B4-BE49-F238E27FC236}">
                <a16:creationId xmlns:a16="http://schemas.microsoft.com/office/drawing/2014/main" id="{10FEABD8-7C00-49FB-96CF-8CFBCC0E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87225" y="828675"/>
            <a:ext cx="12144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A9DA53DA-A3FB-4A92-A994-3A29806A01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0e430b6fc148fa"/>
          <a:srcRect xmlns:a="http://schemas.openxmlformats.org/drawingml/2006/main" l="0" t="588" r="0" b="5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87225" y="1171575"/>
            <a:ext cx="1214438" cy="300038"/>
          </a:xfrm>
          <a:prstGeom xmlns:a="http://schemas.openxmlformats.org/drawingml/2006/main" prst="rect">
            <a:avLst/>
          </a:prstGeom>
        </p:spPr>
      </p:pic>
      <p:sp>
        <p:nvSpPr>
          <p:cNvPr id="214" name="pdf-raster-2">
            <a:extLst xmlns:a="http://schemas.openxmlformats.org/drawingml/2006/main">
              <a:ext uri="{FF2B5EF4-FFF2-40B4-BE49-F238E27FC236}">
                <a16:creationId xmlns:a16="http://schemas.microsoft.com/office/drawing/2014/main" id="{34C7D034-2C7C-4213-82D6-F7CB260D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87225" y="1171575"/>
            <a:ext cx="1214438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CF32E5B1-B20F-4B49-AAB8-0803C465EB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d2d10d4314455"/>
          <a:srcRect xmlns:a="http://schemas.openxmlformats.org/drawingml/2006/main" l="0" t="588" r="0" b="5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87225" y="1543050"/>
            <a:ext cx="1214438" cy="300038"/>
          </a:xfrm>
          <a:prstGeom xmlns:a="http://schemas.openxmlformats.org/drawingml/2006/main" prst="rect">
            <a:avLst/>
          </a:prstGeom>
        </p:spPr>
      </p:pic>
      <p:sp>
        <p:nvSpPr>
          <p:cNvPr id="216" name="pdf-raster-3">
            <a:extLst xmlns:a="http://schemas.openxmlformats.org/drawingml/2006/main">
              <a:ext uri="{FF2B5EF4-FFF2-40B4-BE49-F238E27FC236}">
                <a16:creationId xmlns:a16="http://schemas.microsoft.com/office/drawing/2014/main" id="{F1D1B5AE-6E45-4998-889B-8EF7090E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87225" y="1543050"/>
            <a:ext cx="1214438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DC303C79-DBD2-4DFF-BFA8-1CE1332E5C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095dff9204094"/>
          <a:srcRect xmlns:a="http://schemas.openxmlformats.org/drawingml/2006/main" l="0" t="588" r="0" b="5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87225" y="1914525"/>
            <a:ext cx="1214438" cy="300038"/>
          </a:xfrm>
          <a:prstGeom xmlns:a="http://schemas.openxmlformats.org/drawingml/2006/main" prst="rect">
            <a:avLst/>
          </a:prstGeom>
        </p:spPr>
      </p:pic>
      <p:sp>
        <p:nvSpPr>
          <p:cNvPr id="218" name="pdf-raster-4">
            <a:extLst xmlns:a="http://schemas.openxmlformats.org/drawingml/2006/main">
              <a:ext uri="{FF2B5EF4-FFF2-40B4-BE49-F238E27FC236}">
                <a16:creationId xmlns:a16="http://schemas.microsoft.com/office/drawing/2014/main" id="{693CBC93-A022-44AC-8E7F-94B4F483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87225" y="1914525"/>
            <a:ext cx="1214438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4ABCA41F-9D58-41C7-9EC3-2A6255D99C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1e7aaadef4da6"/>
          <a:srcRect xmlns:a="http://schemas.openxmlformats.org/drawingml/2006/main" l="0" t="588" r="0" b="5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87225" y="2286000"/>
            <a:ext cx="1214438" cy="300038"/>
          </a:xfrm>
          <a:prstGeom xmlns:a="http://schemas.openxmlformats.org/drawingml/2006/main" prst="rect">
            <a:avLst/>
          </a:prstGeom>
        </p:spPr>
      </p:pic>
      <p:sp>
        <p:nvSpPr>
          <p:cNvPr id="220" name="pdf-raster-5">
            <a:extLst xmlns:a="http://schemas.openxmlformats.org/drawingml/2006/main">
              <a:ext uri="{FF2B5EF4-FFF2-40B4-BE49-F238E27FC236}">
                <a16:creationId xmlns:a16="http://schemas.microsoft.com/office/drawing/2014/main" id="{A1AD8C6E-E69F-4A81-B1D2-FBE37A80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87225" y="2286000"/>
            <a:ext cx="1214438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1" name="plan-line-0-0">
            <a:extLst xmlns:a="http://schemas.openxmlformats.org/drawingml/2006/main">
              <a:ext uri="{FF2B5EF4-FFF2-40B4-BE49-F238E27FC236}">
                <a16:creationId xmlns:a16="http://schemas.microsoft.com/office/drawing/2014/main" id="{86F356CC-EE30-4C15-9E4C-1A034874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176" y="4294537"/>
            <a:ext cx="218997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38" b="0" i="0">
                <a:solidFill>
                  <a:srgbClr val="8D8D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8" b="0" i="0">
                <a:solidFill>
                  <a:srgbClr val="8D8D8D"/>
                </a:solidFill>
                <a:latin typeface="Arial"/>
                <a:ea typeface="Arial"/>
                <a:cs typeface="Arial"/>
              </a:defRPr>
            </a:pPr>
            <a:r>
              <a:rPr sz="1538" b="0" i="0">
                <a:solidFill>
                  <a:srgbClr val="8D8D8D"/>
                </a:solidFill>
                <a:latin typeface="Arial"/>
                <a:ea typeface="Arial"/>
                <a:cs typeface="Arial"/>
              </a:rPr>
              <a:t>Step 1: Grasp the can at </a:t>
            </a:r>
          </a:p>
        </p:txBody>
      </p:sp>
      <p:sp>
        <p:nvSpPr>
          <p:cNvPr id="222" name="plan-line-0-1">
            <a:extLst xmlns:a="http://schemas.openxmlformats.org/drawingml/2006/main">
              <a:ext uri="{FF2B5EF4-FFF2-40B4-BE49-F238E27FC236}">
                <a16:creationId xmlns:a16="http://schemas.microsoft.com/office/drawing/2014/main" id="{7D96D885-DFD1-4990-A617-C153336E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2679" y="4294537"/>
            <a:ext cx="20357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38" b="0" i="0">
                <a:solidFill>
                  <a:srgbClr val="EA72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8" b="0" i="0">
                <a:solidFill>
                  <a:srgbClr val="EA722E"/>
                </a:solidFill>
                <a:latin typeface="Arial"/>
                <a:ea typeface="Arial"/>
                <a:cs typeface="Arial"/>
              </a:defRPr>
            </a:pPr>
            <a:r>
              <a:rPr sz="1538" b="0" i="0">
                <a:solidFill>
                  <a:srgbClr val="EA722E"/>
                </a:solidFill>
                <a:latin typeface="Arial"/>
                <a:ea typeface="Arial"/>
                <a:cs typeface="Arial"/>
              </a:rPr>
              <a:t>K₁</a:t>
            </a:r>
          </a:p>
        </p:txBody>
      </p:sp>
      <p:sp>
        <p:nvSpPr>
          <p:cNvPr id="223" name="plan-line-1-0">
            <a:extLst xmlns:a="http://schemas.openxmlformats.org/drawingml/2006/main">
              <a:ext uri="{FF2B5EF4-FFF2-40B4-BE49-F238E27FC236}">
                <a16:creationId xmlns:a16="http://schemas.microsoft.com/office/drawing/2014/main" id="{E216660D-5577-4CA8-A5F5-680EA47A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176" y="4548854"/>
            <a:ext cx="124549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38" b="0" i="0">
                <a:solidFill>
                  <a:srgbClr val="8D8D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8" b="0" i="0">
                <a:solidFill>
                  <a:srgbClr val="8D8D8D"/>
                </a:solidFill>
                <a:latin typeface="Arial"/>
                <a:ea typeface="Arial"/>
                <a:cs typeface="Arial"/>
              </a:defRPr>
            </a:pPr>
            <a:r>
              <a:rPr sz="1538" b="0" i="0">
                <a:solidFill>
                  <a:srgbClr val="8D8D8D"/>
                </a:solidFill>
                <a:latin typeface="Arial"/>
                <a:ea typeface="Arial"/>
                <a:cs typeface="Arial"/>
              </a:rPr>
              <a:t>Step 2: Raise </a:t>
            </a:r>
          </a:p>
        </p:txBody>
      </p:sp>
      <p:sp>
        <p:nvSpPr>
          <p:cNvPr id="224" name="plan-line-1-1">
            <a:extLst xmlns:a="http://schemas.openxmlformats.org/drawingml/2006/main">
              <a:ext uri="{FF2B5EF4-FFF2-40B4-BE49-F238E27FC236}">
                <a16:creationId xmlns:a16="http://schemas.microsoft.com/office/drawing/2014/main" id="{BA90587F-6A49-47B9-BB3C-A8585C3D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8195" y="4548854"/>
            <a:ext cx="20357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38" b="0" i="0">
                <a:solidFill>
                  <a:srgbClr val="EA72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8" b="0" i="0">
                <a:solidFill>
                  <a:srgbClr val="EA722E"/>
                </a:solidFill>
                <a:latin typeface="Arial"/>
                <a:ea typeface="Arial"/>
                <a:cs typeface="Arial"/>
              </a:defRPr>
            </a:pPr>
            <a:r>
              <a:rPr sz="1538" b="0" i="0">
                <a:solidFill>
                  <a:srgbClr val="EA722E"/>
                </a:solidFill>
                <a:latin typeface="Arial"/>
                <a:ea typeface="Arial"/>
                <a:cs typeface="Arial"/>
              </a:rPr>
              <a:t>K₁</a:t>
            </a:r>
          </a:p>
        </p:txBody>
      </p:sp>
      <p:sp>
        <p:nvSpPr>
          <p:cNvPr id="225" name="plan-line-1-2">
            <a:extLst xmlns:a="http://schemas.openxmlformats.org/drawingml/2006/main">
              <a:ext uri="{FF2B5EF4-FFF2-40B4-BE49-F238E27FC236}">
                <a16:creationId xmlns:a16="http://schemas.microsoft.com/office/drawing/2014/main" id="{85680BBA-1051-477F-ADE5-CFD3EA09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293" y="4548854"/>
            <a:ext cx="157138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38" b="0" i="0">
                <a:solidFill>
                  <a:srgbClr val="8D8D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8" b="0" i="0">
                <a:solidFill>
                  <a:srgbClr val="8D8D8D"/>
                </a:solidFill>
                <a:latin typeface="Arial"/>
                <a:ea typeface="Arial"/>
                <a:cs typeface="Arial"/>
              </a:defRPr>
            </a:pPr>
            <a:r>
              <a:rPr sz="1538" b="0" i="0">
                <a:solidFill>
                  <a:srgbClr val="8D8D8D"/>
                </a:solidFill>
                <a:latin typeface="Arial"/>
                <a:ea typeface="Arial"/>
                <a:cs typeface="Arial"/>
              </a:rPr>
              <a:t> by a height of 0.2</a:t>
            </a:r>
          </a:p>
        </p:txBody>
      </p:sp>
      <p:sp>
        <p:nvSpPr>
          <p:cNvPr id="226" name="plan-line-2-0">
            <a:extLst xmlns:a="http://schemas.openxmlformats.org/drawingml/2006/main">
              <a:ext uri="{FF2B5EF4-FFF2-40B4-BE49-F238E27FC236}">
                <a16:creationId xmlns:a16="http://schemas.microsoft.com/office/drawing/2014/main" id="{E5BB06CA-B04B-434E-A62A-7B72F205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176" y="4803172"/>
            <a:ext cx="100688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38" b="0" i="0">
                <a:solidFill>
                  <a:srgbClr val="8D8D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8" b="0" i="0">
                <a:solidFill>
                  <a:srgbClr val="8D8D8D"/>
                </a:solidFill>
                <a:latin typeface="Arial"/>
                <a:ea typeface="Arial"/>
                <a:cs typeface="Arial"/>
              </a:defRPr>
            </a:pPr>
            <a:r>
              <a:rPr sz="1538" b="0" i="0">
                <a:solidFill>
                  <a:srgbClr val="8D8D8D"/>
                </a:solidFill>
                <a:latin typeface="Arial"/>
                <a:ea typeface="Arial"/>
                <a:cs typeface="Arial"/>
              </a:rPr>
              <a:t>Step 3: Lift </a:t>
            </a:r>
          </a:p>
        </p:txBody>
      </p:sp>
      <p:sp>
        <p:nvSpPr>
          <p:cNvPr id="227" name="plan-line-2-1">
            <a:extLst xmlns:a="http://schemas.openxmlformats.org/drawingml/2006/main">
              <a:ext uri="{FF2B5EF4-FFF2-40B4-BE49-F238E27FC236}">
                <a16:creationId xmlns:a16="http://schemas.microsoft.com/office/drawing/2014/main" id="{46C0557C-3CAB-4A15-AF70-3C1EECB1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6259" y="4803172"/>
            <a:ext cx="20357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38" b="0" i="0">
                <a:solidFill>
                  <a:srgbClr val="5E9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8" b="0" i="0">
                <a:solidFill>
                  <a:srgbClr val="5E9B3A"/>
                </a:solidFill>
                <a:latin typeface="Arial"/>
                <a:ea typeface="Arial"/>
                <a:cs typeface="Arial"/>
              </a:defRPr>
            </a:pPr>
            <a:r>
              <a:rPr sz="1538" b="0" i="0">
                <a:solidFill>
                  <a:srgbClr val="5E9B3A"/>
                </a:solidFill>
                <a:latin typeface="Arial"/>
                <a:ea typeface="Arial"/>
                <a:cs typeface="Arial"/>
              </a:rPr>
              <a:t>K₃</a:t>
            </a:r>
          </a:p>
        </p:txBody>
      </p:sp>
      <p:sp>
        <p:nvSpPr>
          <p:cNvPr id="228" name="plan-line-2-2">
            <a:extLst xmlns:a="http://schemas.openxmlformats.org/drawingml/2006/main">
              <a:ext uri="{FF2B5EF4-FFF2-40B4-BE49-F238E27FC236}">
                <a16:creationId xmlns:a16="http://schemas.microsoft.com/office/drawing/2014/main" id="{A023C3C1-59BA-4EA7-8DC8-05FEF8F9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9357" y="4803172"/>
            <a:ext cx="1202341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38" b="0" i="0">
                <a:solidFill>
                  <a:srgbClr val="8D8D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8" b="0" i="0">
                <a:solidFill>
                  <a:srgbClr val="8D8D8D"/>
                </a:solidFill>
                <a:latin typeface="Arial"/>
                <a:ea typeface="Arial"/>
                <a:cs typeface="Arial"/>
              </a:defRPr>
            </a:pPr>
            <a:r>
              <a:rPr sz="1538" b="0" i="0">
                <a:solidFill>
                  <a:srgbClr val="8D8D8D"/>
                </a:solidFill>
                <a:latin typeface="Arial"/>
                <a:ea typeface="Arial"/>
                <a:cs typeface="Arial"/>
              </a:rPr>
              <a:t> at 0.1 above </a:t>
            </a:r>
          </a:p>
        </p:txBody>
      </p:sp>
      <p:sp>
        <p:nvSpPr>
          <p:cNvPr id="229" name="plan-line-2-3">
            <a:extLst xmlns:a="http://schemas.openxmlformats.org/drawingml/2006/main">
              <a:ext uri="{FF2B5EF4-FFF2-40B4-BE49-F238E27FC236}">
                <a16:creationId xmlns:a16="http://schemas.microsoft.com/office/drawing/2014/main" id="{7293C690-42D1-4B51-93CD-FDCDBEB6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1223" y="4803172"/>
            <a:ext cx="20357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38" b="0" i="0">
                <a:solidFill>
                  <a:srgbClr val="8B2B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8" b="0" i="0">
                <a:solidFill>
                  <a:srgbClr val="8B2B8B"/>
                </a:solidFill>
                <a:latin typeface="Arial"/>
                <a:ea typeface="Arial"/>
                <a:cs typeface="Arial"/>
              </a:defRPr>
            </a:pPr>
            <a:r>
              <a:rPr sz="1538" b="0" i="0">
                <a:solidFill>
                  <a:srgbClr val="8B2B8B"/>
                </a:solidFill>
                <a:latin typeface="Arial"/>
                <a:ea typeface="Arial"/>
                <a:cs typeface="Arial"/>
              </a:rPr>
              <a:t>K₄</a:t>
            </a:r>
          </a:p>
        </p:txBody>
      </p:sp>
      <p:sp>
        <p:nvSpPr>
          <p:cNvPr id="230" name="plan-line-3-0">
            <a:extLst xmlns:a="http://schemas.openxmlformats.org/drawingml/2006/main">
              <a:ext uri="{FF2B5EF4-FFF2-40B4-BE49-F238E27FC236}">
                <a16:creationId xmlns:a16="http://schemas.microsoft.com/office/drawing/2014/main" id="{CBDADAD2-6D30-42F4-AB69-2E4DFC8C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176" y="5057489"/>
            <a:ext cx="350526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38" b="0" i="0">
                <a:solidFill>
                  <a:srgbClr val="8D8D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8" b="0" i="0">
                <a:solidFill>
                  <a:srgbClr val="8D8D8D"/>
                </a:solidFill>
                <a:latin typeface="Arial"/>
                <a:ea typeface="Arial"/>
                <a:cs typeface="Arial"/>
              </a:defRPr>
            </a:pPr>
            <a:r>
              <a:rPr sz="1538" b="0" i="0">
                <a:solidFill>
                  <a:srgbClr val="8D8D8D"/>
                </a:solidFill>
                <a:latin typeface="Arial"/>
                <a:ea typeface="Arial"/>
                <a:cs typeface="Arial"/>
              </a:rPr>
              <a:t>Step 4: Rotate gripper 30° along horizon.</a:t>
            </a:r>
          </a:p>
        </p:txBody>
      </p:sp>
      <p:sp>
        <p:nvSpPr>
          <p:cNvPr id="231" name="code-line-0">
            <a:extLst xmlns:a="http://schemas.openxmlformats.org/drawingml/2006/main">
              <a:ext uri="{FF2B5EF4-FFF2-40B4-BE49-F238E27FC236}">
                <a16:creationId xmlns:a16="http://schemas.microsoft.com/office/drawing/2014/main" id="{84084ACF-35B4-4A23-80E6-D41DD615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7293" y="4334828"/>
            <a:ext cx="4371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7" b="0" i="0">
                <a:solidFill>
                  <a:srgbClr val="60606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177" b="0" i="0">
                <a:solidFill>
                  <a:srgbClr val="606060"/>
                </a:solidFill>
                <a:latin typeface="Courier New"/>
                <a:ea typeface="Courier New"/>
                <a:cs typeface="Courier New"/>
              </a:defRPr>
            </a:pPr>
            <a:r>
              <a:rPr sz="1177" b="0" i="0">
                <a:solidFill>
                  <a:srgbClr val="606060"/>
                </a:solidFill>
                <a:latin typeface="Courier New"/>
                <a:ea typeface="Courier New"/>
                <a:cs typeface="Courier New"/>
              </a:rPr>
              <a:t>robot.grasp(K_1)</a:t>
            </a:r>
          </a:p>
        </p:txBody>
      </p:sp>
      <p:sp>
        <p:nvSpPr>
          <p:cNvPr id="232" name="code-line-1">
            <a:extLst xmlns:a="http://schemas.openxmlformats.org/drawingml/2006/main">
              <a:ext uri="{FF2B5EF4-FFF2-40B4-BE49-F238E27FC236}">
                <a16:creationId xmlns:a16="http://schemas.microsoft.com/office/drawing/2014/main" id="{B762516C-4797-453A-A020-2527E158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7293" y="4600575"/>
            <a:ext cx="4371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7" b="0" i="0">
                <a:solidFill>
                  <a:srgbClr val="60606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177" b="0" i="0">
                <a:solidFill>
                  <a:srgbClr val="606060"/>
                </a:solidFill>
                <a:latin typeface="Courier New"/>
                <a:ea typeface="Courier New"/>
                <a:cs typeface="Courier New"/>
              </a:defRPr>
            </a:pPr>
            <a:r>
              <a:rPr sz="1177" b="0" i="0">
                <a:solidFill>
                  <a:srgbClr val="606060"/>
                </a:solidFill>
                <a:latin typeface="Courier New"/>
                <a:ea typeface="Courier New"/>
                <a:cs typeface="Courier New"/>
              </a:rPr>
              <a:t>robot.ee.move(K_1 + [0, 0, 0.2])</a:t>
            </a:r>
          </a:p>
        </p:txBody>
      </p:sp>
      <p:sp>
        <p:nvSpPr>
          <p:cNvPr id="233" name="code-line-2">
            <a:extLst xmlns:a="http://schemas.openxmlformats.org/drawingml/2006/main">
              <a:ext uri="{FF2B5EF4-FFF2-40B4-BE49-F238E27FC236}">
                <a16:creationId xmlns:a16="http://schemas.microsoft.com/office/drawing/2014/main" id="{3A99AE73-5FDC-418A-83E1-C0FFF677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7293" y="4866323"/>
            <a:ext cx="4371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7" b="0" i="0">
                <a:solidFill>
                  <a:srgbClr val="60606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177" b="0" i="0">
                <a:solidFill>
                  <a:srgbClr val="606060"/>
                </a:solidFill>
                <a:latin typeface="Courier New"/>
                <a:ea typeface="Courier New"/>
                <a:cs typeface="Courier New"/>
              </a:defRPr>
            </a:pPr>
            <a:r>
              <a:rPr sz="1177" b="0" i="0">
                <a:solidFill>
                  <a:srgbClr val="606060"/>
                </a:solidFill>
                <a:latin typeface="Courier New"/>
                <a:ea typeface="Courier New"/>
                <a:cs typeface="Courier New"/>
              </a:rPr>
              <a:t>robot.ee.move(K_4 + [0, 0, 0.1] + K_1 − K_3)</a:t>
            </a:r>
          </a:p>
        </p:txBody>
      </p:sp>
      <p:sp>
        <p:nvSpPr>
          <p:cNvPr id="234" name="code-line-3">
            <a:extLst xmlns:a="http://schemas.openxmlformats.org/drawingml/2006/main">
              <a:ext uri="{FF2B5EF4-FFF2-40B4-BE49-F238E27FC236}">
                <a16:creationId xmlns:a16="http://schemas.microsoft.com/office/drawing/2014/main" id="{4DD91392-FD01-49DC-AF8B-8AC01DD5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7293" y="5132070"/>
            <a:ext cx="4371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7" b="0" i="0">
                <a:solidFill>
                  <a:srgbClr val="60606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177" b="0" i="0">
                <a:solidFill>
                  <a:srgbClr val="606060"/>
                </a:solidFill>
                <a:latin typeface="Courier New"/>
                <a:ea typeface="Courier New"/>
                <a:cs typeface="Courier New"/>
              </a:defRPr>
            </a:pPr>
            <a:r>
              <a:rPr sz="1177" b="0" i="0">
                <a:solidFill>
                  <a:srgbClr val="606060"/>
                </a:solidFill>
                <a:latin typeface="Courier New"/>
                <a:ea typeface="Courier New"/>
                <a:cs typeface="Courier New"/>
              </a:rPr>
              <a:t>robot.ee.rotate(pi / 6)</a:t>
            </a:r>
          </a:p>
        </p:txBody>
      </p:sp>
      <p:sp>
        <p:nvSpPr>
          <p:cNvPr id="235" name="stage-arrow-18">
            <a:extLst xmlns:a="http://schemas.openxmlformats.org/drawingml/2006/main">
              <a:ext uri="{FF2B5EF4-FFF2-40B4-BE49-F238E27FC236}">
                <a16:creationId xmlns:a16="http://schemas.microsoft.com/office/drawing/2014/main" id="{DA0C8956-7DB1-4C47-B238-22149F31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01675" y="2609850"/>
            <a:ext cx="438150" cy="1019175"/>
          </a:xfrm>
          <a:custGeom xmlns:a="http://schemas.openxmlformats.org/drawingml/2006/main">
            <a:pathLst>
              <a:path w="438150" h="1019175">
                <a:moveTo>
                  <a:pt x="153352" y="0"/>
                </a:moveTo>
                <a:cubicBezTo>
                  <a:pt x="306705" y="356711"/>
                  <a:pt x="284798" y="642080"/>
                  <a:pt x="140208" y="805148"/>
                </a:cubicBezTo>
              </a:path>
            </a:pathLst>
          </a:custGeom>
          <a:noFill xmlns:a="http://schemas.openxmlformats.org/drawingml/2006/main"/>
          <a:ln xmlns:a="http://schemas.openxmlformats.org/drawingml/2006/main" w="43815">
            <a:solidFill>
              <a:srgbClr val="BDBDBD">
                <a:alpha val="65000"/>
              </a:srgbClr>
            </a:solidFill>
            <a:prstDash val="solid"/>
          </a:ln>
        </p:spPr>
      </p:sp>
      <p:sp>
        <p:nvSpPr>
          <p:cNvPr id="236" name="stage-arrowhead-18">
            <a:extLst xmlns:a="http://schemas.openxmlformats.org/drawingml/2006/main">
              <a:ext uri="{FF2B5EF4-FFF2-40B4-BE49-F238E27FC236}">
                <a16:creationId xmlns:a16="http://schemas.microsoft.com/office/drawing/2014/main" id="{4E8DEF23-0A61-44EE-9277-B8E7B76C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01675" y="2609850"/>
            <a:ext cx="438150" cy="1019175"/>
          </a:xfrm>
          <a:custGeom xmlns:a="http://schemas.openxmlformats.org/drawingml/2006/main">
            <a:pathLst>
              <a:path w="438150" h="1019175">
                <a:moveTo>
                  <a:pt x="96605" y="854324"/>
                </a:moveTo>
                <a:lnTo>
                  <a:pt x="129718" y="708009"/>
                </a:lnTo>
                <a:lnTo>
                  <a:pt x="237904" y="803936"/>
                </a:lnTo>
                <a:close/>
              </a:path>
            </a:pathLst>
          </a:custGeom>
          <a:solidFill xmlns:a="http://schemas.openxmlformats.org/drawingml/2006/main">
            <a:srgbClr val="BDBDBD">
              <a:alpha val="65000"/>
            </a:srgbClr>
          </a:solidFill>
          <a:ln xmlns:a="http://schemas.openxmlformats.org/drawingml/2006/main" w="6668">
            <a:solidFill>
              <a:srgbClr val="A6A6A6"/>
            </a:solidFill>
            <a:prstDash val="solid"/>
          </a:ln>
        </p:spPr>
      </p:sp>
      <p:sp>
        <p:nvSpPr>
          <p:cNvPr id="237" name="stage-arrow-19">
            <a:extLst xmlns:a="http://schemas.openxmlformats.org/drawingml/2006/main">
              <a:ext uri="{FF2B5EF4-FFF2-40B4-BE49-F238E27FC236}">
                <a16:creationId xmlns:a16="http://schemas.microsoft.com/office/drawing/2014/main" id="{FD90E177-1D2B-4BE4-BF30-104FE993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" y="5467350"/>
            <a:ext cx="438150" cy="971550"/>
          </a:xfrm>
          <a:custGeom xmlns:a="http://schemas.openxmlformats.org/drawingml/2006/main">
            <a:pathLst>
              <a:path w="438150" h="971550">
                <a:moveTo>
                  <a:pt x="144590" y="0"/>
                </a:moveTo>
                <a:cubicBezTo>
                  <a:pt x="4382" y="369189"/>
                  <a:pt x="8763" y="612077"/>
                  <a:pt x="188405" y="796671"/>
                </a:cubicBezTo>
              </a:path>
            </a:pathLst>
          </a:custGeom>
          <a:noFill xmlns:a="http://schemas.openxmlformats.org/drawingml/2006/main"/>
          <a:ln xmlns:a="http://schemas.openxmlformats.org/drawingml/2006/main" w="43815">
            <a:solidFill>
              <a:srgbClr val="BDBDBD">
                <a:alpha val="65000"/>
              </a:srgbClr>
            </a:solidFill>
            <a:prstDash val="solid"/>
          </a:ln>
        </p:spPr>
      </p:sp>
      <p:sp>
        <p:nvSpPr>
          <p:cNvPr id="238" name="stage-arrowhead-19">
            <a:extLst xmlns:a="http://schemas.openxmlformats.org/drawingml/2006/main">
              <a:ext uri="{FF2B5EF4-FFF2-40B4-BE49-F238E27FC236}">
                <a16:creationId xmlns:a16="http://schemas.microsoft.com/office/drawing/2014/main" id="{24435507-5BE8-41FD-ADC7-2E76EE0A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" y="5467350"/>
            <a:ext cx="438150" cy="971550"/>
          </a:xfrm>
          <a:custGeom xmlns:a="http://schemas.openxmlformats.org/drawingml/2006/main">
            <a:pathLst>
              <a:path w="438150" h="971550">
                <a:moveTo>
                  <a:pt x="234241" y="843771"/>
                </a:moveTo>
                <a:lnTo>
                  <a:pt x="90757" y="799991"/>
                </a:lnTo>
                <a:lnTo>
                  <a:pt x="194378" y="699150"/>
                </a:lnTo>
                <a:close/>
              </a:path>
            </a:pathLst>
          </a:custGeom>
          <a:solidFill xmlns:a="http://schemas.openxmlformats.org/drawingml/2006/main">
            <a:srgbClr val="BDBDBD">
              <a:alpha val="65000"/>
            </a:srgbClr>
          </a:solidFill>
          <a:ln xmlns:a="http://schemas.openxmlformats.org/drawingml/2006/main" w="6668">
            <a:solidFill>
              <a:srgbClr val="A6A6A6"/>
            </a:solidFill>
            <a:prstDash val="solid"/>
          </a:ln>
        </p:spPr>
      </p:sp>
      <p:sp>
        <p:nvSpPr>
          <p:cNvPr id="239" name="stage-arrow-20">
            <a:extLst xmlns:a="http://schemas.openxmlformats.org/drawingml/2006/main">
              <a:ext uri="{FF2B5EF4-FFF2-40B4-BE49-F238E27FC236}">
                <a16:creationId xmlns:a16="http://schemas.microsoft.com/office/drawing/2014/main" id="{BAA60F10-90B4-4068-B6FA-16B5C137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7850" y="8620125"/>
            <a:ext cx="419100" cy="723900"/>
          </a:xfrm>
          <a:custGeom xmlns:a="http://schemas.openxmlformats.org/drawingml/2006/main">
            <a:pathLst>
              <a:path w="419100" h="723900">
                <a:moveTo>
                  <a:pt x="180213" y="0"/>
                </a:moveTo>
                <a:cubicBezTo>
                  <a:pt x="176022" y="231648"/>
                  <a:pt x="217932" y="434340"/>
                  <a:pt x="230505" y="535686"/>
                </a:cubicBezTo>
              </a:path>
            </a:pathLst>
          </a:custGeom>
          <a:noFill xmlns:a="http://schemas.openxmlformats.org/drawingml/2006/main"/>
          <a:ln xmlns:a="http://schemas.openxmlformats.org/drawingml/2006/main" w="41910">
            <a:solidFill>
              <a:srgbClr val="BDBDBD">
                <a:alpha val="65000"/>
              </a:srgbClr>
            </a:solidFill>
            <a:prstDash val="solid"/>
          </a:ln>
        </p:spPr>
      </p:sp>
      <p:sp>
        <p:nvSpPr>
          <p:cNvPr id="240" name="stage-arrowhead-20">
            <a:extLst xmlns:a="http://schemas.openxmlformats.org/drawingml/2006/main">
              <a:ext uri="{FF2B5EF4-FFF2-40B4-BE49-F238E27FC236}">
                <a16:creationId xmlns:a16="http://schemas.microsoft.com/office/drawing/2014/main" id="{E181823F-EFCE-42B7-9C52-38BF77CC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7850" y="8620125"/>
            <a:ext cx="419100" cy="723900"/>
          </a:xfrm>
          <a:custGeom xmlns:a="http://schemas.openxmlformats.org/drawingml/2006/main">
            <a:pathLst>
              <a:path w="419100" h="723900">
                <a:moveTo>
                  <a:pt x="238245" y="598073"/>
                </a:moveTo>
                <a:lnTo>
                  <a:pt x="154140" y="481813"/>
                </a:lnTo>
                <a:lnTo>
                  <a:pt x="291391" y="464786"/>
                </a:lnTo>
                <a:close/>
              </a:path>
            </a:pathLst>
          </a:custGeom>
          <a:solidFill xmlns:a="http://schemas.openxmlformats.org/drawingml/2006/main">
            <a:srgbClr val="BDBDBD">
              <a:alpha val="65000"/>
            </a:srgbClr>
          </a:solidFill>
          <a:ln xmlns:a="http://schemas.openxmlformats.org/drawingml/2006/main" w="6668">
            <a:solidFill>
              <a:srgbClr val="A6A6A6"/>
            </a:solidFill>
            <a:prstDash val="solid"/>
          </a:ln>
        </p:spPr>
      </p:sp>
      <p:sp>
        <p:nvSpPr>
          <p:cNvPr id="241" name="stage-arrow-33">
            <a:extLst xmlns:a="http://schemas.openxmlformats.org/drawingml/2006/main">
              <a:ext uri="{FF2B5EF4-FFF2-40B4-BE49-F238E27FC236}">
                <a16:creationId xmlns:a16="http://schemas.microsoft.com/office/drawing/2014/main" id="{12AAD1F8-F8CB-46BE-A339-2685AB20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3425" y="8620125"/>
            <a:ext cx="419100" cy="723900"/>
          </a:xfrm>
          <a:custGeom xmlns:a="http://schemas.openxmlformats.org/drawingml/2006/main">
            <a:pathLst>
              <a:path w="419100" h="723900">
                <a:moveTo>
                  <a:pt x="180213" y="0"/>
                </a:moveTo>
                <a:cubicBezTo>
                  <a:pt x="176022" y="231648"/>
                  <a:pt x="217932" y="434340"/>
                  <a:pt x="230505" y="535686"/>
                </a:cubicBezTo>
              </a:path>
            </a:pathLst>
          </a:custGeom>
          <a:noFill xmlns:a="http://schemas.openxmlformats.org/drawingml/2006/main"/>
          <a:ln xmlns:a="http://schemas.openxmlformats.org/drawingml/2006/main" w="41910">
            <a:solidFill>
              <a:srgbClr val="BDBDBD">
                <a:alpha val="65000"/>
              </a:srgbClr>
            </a:solidFill>
            <a:prstDash val="solid"/>
          </a:ln>
        </p:spPr>
      </p:sp>
      <p:sp>
        <p:nvSpPr>
          <p:cNvPr id="242" name="stage-arrowhead-33">
            <a:extLst xmlns:a="http://schemas.openxmlformats.org/drawingml/2006/main">
              <a:ext uri="{FF2B5EF4-FFF2-40B4-BE49-F238E27FC236}">
                <a16:creationId xmlns:a16="http://schemas.microsoft.com/office/drawing/2014/main" id="{0AD048D4-9180-40A1-B007-4BAE5810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3425" y="8620125"/>
            <a:ext cx="419100" cy="723900"/>
          </a:xfrm>
          <a:custGeom xmlns:a="http://schemas.openxmlformats.org/drawingml/2006/main">
            <a:pathLst>
              <a:path w="419100" h="723900">
                <a:moveTo>
                  <a:pt x="238245" y="598073"/>
                </a:moveTo>
                <a:lnTo>
                  <a:pt x="154140" y="481813"/>
                </a:lnTo>
                <a:lnTo>
                  <a:pt x="291391" y="464786"/>
                </a:lnTo>
                <a:close/>
              </a:path>
            </a:pathLst>
          </a:custGeom>
          <a:solidFill xmlns:a="http://schemas.openxmlformats.org/drawingml/2006/main">
            <a:srgbClr val="BDBDBD">
              <a:alpha val="65000"/>
            </a:srgbClr>
          </a:solidFill>
          <a:ln xmlns:a="http://schemas.openxmlformats.org/drawingml/2006/main" w="6668">
            <a:solidFill>
              <a:srgbClr val="A6A6A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01879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2026-10-09T21:56:02.6950000Z</dcterms:created>
  <dcterms:modified xsi:type="dcterms:W3CDTF">2026-10-09T21:56:02.6950000Z</dcterms:modified>
</coreProperties>
</file>