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03d41aa216477d" /><Relationship Type="http://schemas.openxmlformats.org/officeDocument/2006/relationships/extended-properties" Target="/docProps/app.xml" Id="Ra598f0db79e6487d" /><Relationship Type="http://schemas.openxmlformats.org/officeDocument/2006/relationships/officeDocument" Target="/ppt/presentation.xml" Id="Rc4cbde275c9748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2e1f12fa8444c8"/>
  </p:sldMasterIdLst>
  <p:notesMasterIdLst>
    <p:notesMasterId xmlns:r="http://schemas.openxmlformats.org/officeDocument/2006/relationships" r:id="R691ee8d49ca5491d"/>
  </p:notesMasterIdLst>
  <p:sldIdLst>
    <p:sldId xmlns:r="http://schemas.openxmlformats.org/officeDocument/2006/relationships" id="256" r:id="R25fd2806a973439c"/>
  </p:sldIdLst>
  <p:sldSz cx="12915900" cy="4724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792d002a68415a" /><Relationship Type="http://schemas.openxmlformats.org/officeDocument/2006/relationships/slideMaster" Target="/ppt/slideMasters/slideMaster1.xml" Id="Rda2e1f12fa8444c8" /><Relationship Type="http://schemas.openxmlformats.org/officeDocument/2006/relationships/notesMaster" Target="/ppt/notesMasters/notesMaster1.xml" Id="R691ee8d49ca5491d" /><Relationship Type="http://schemas.openxmlformats.org/officeDocument/2006/relationships/presProps" Target="/ppt/presProps.xml" Id="Ra3886eede7c94976" /><Relationship Type="http://schemas.openxmlformats.org/officeDocument/2006/relationships/tableStyles" Target="/ppt/tableStyles.xml" Id="R29d5c0351a0a4ce1" /><Relationship Type="http://schemas.openxmlformats.org/officeDocument/2006/relationships/slide" Target="/ppt/slides/slide1.xml" Id="R25fd2806a97343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17f80a518a46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2902609bc14eeb" /><Relationship Type="http://schemas.openxmlformats.org/officeDocument/2006/relationships/notesMaster" Target="/ppt/notesMasters/notesMaster1.xml" Id="R56fc89dd5a0f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"Leveraging Human Feedback for Semantically-Relevant Skill Discovery",</a:t>
            </a:r>
          </a:p>
          <a:p xmlns:a="http://schemas.openxmlformats.org/drawingml/2006/main">
            <a:r>
              <a:t>  "paper_url": "https://arxiv.org/abs/2604.24127v1",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"CC BY4.0; https://creativecommons.org/licenses/by/4.0/",</a:t>
            </a:r>
          </a:p>
          <a:p xmlns:a="http://schemas.openxmlformats.org/drawingml/2006/main">
            <a:r>
              <a:t>  "notes": "Source crop visually inspected; faithful source extraction draft. Clear three-stage architecture. Reward math partly outlined paths; three raster human/world/robot icons.",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"2c4e5aadf82ea5104c0fd52497493ade2fd0e820f51f8d7279d4536db674446a",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137,</a:t>
            </a:r>
          </a:p>
          <a:p xmlns:a="http://schemas.openxmlformats.org/drawingml/2006/main">
            <a:r>
              <a:t>    115,</a:t>
            </a:r>
          </a:p>
          <a:p xmlns:a="http://schemas.openxmlformats.org/drawingml/2006/main">
            <a:r>
              <a:t>    476,</a:t>
            </a:r>
          </a:p>
          <a:p xmlns:a="http://schemas.openxmlformats.org/drawingml/2006/main">
            <a:r>
              <a:t>    239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"path partially intersects raster inset: 174",</a:t>
            </a:r>
          </a:p>
          <a:p xmlns:a="http://schemas.openxmlformats.org/drawingml/2006/main">
            <a:r>
              <a:t>    "path partially intersects raster inset: 175",</a:t>
            </a:r>
          </a:p>
          <a:p xmlns:a="http://schemas.openxmlformats.org/drawingml/2006/main">
            <a:r>
              <a:t>    "path partially intersects raster inset: 176",</a:t>
            </a:r>
          </a:p>
          <a:p xmlns:a="http://schemas.openxmlformats.org/drawingml/2006/main">
            <a:r>
              <a:t>    "path partially intersects raster inset: 177",</a:t>
            </a:r>
          </a:p>
          <a:p xmlns:a="http://schemas.openxmlformats.org/drawingml/2006/main">
            <a:r>
              <a:t>    "unhandled image/shading at seq 173: [118.10861206054688, 146.84765625, 281.7797546386719, 238.5235595703125]; requires reviewed raster region"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a9e32e2014b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b0714f10440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e73d799914d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71d06a530145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de8e43cec24ac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a463b9b644a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333839-4932-4974-B7EC-31A6AB2B82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1590" y="1784773"/>
            <a:ext cx="10332720" cy="682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30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AD36E10-1CA1-45D4-B6D2-66B6F577F4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37385" y="2598420"/>
            <a:ext cx="9041130" cy="524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45D0F1-21AA-4096-9A77-69BD25D532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1590" y="1968500"/>
            <a:ext cx="1033272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E8B8FF-51DD-4966-82E1-97421C523F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519" y="367453"/>
            <a:ext cx="11462861" cy="577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842F65E-114C-4BE1-989C-088679FF47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6519" y="1312333"/>
            <a:ext cx="11462861" cy="293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7480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1pPr>
            <a:lvl2pPr marL="367453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2pPr>
            <a:lvl3pPr marL="577427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3pPr>
            <a:lvl4pPr marL="787400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4pPr>
            <a:lvl5pPr marL="997373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5pPr>
            <a:lvl6pPr marL="1207347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6pPr>
            <a:lvl7pPr marL="1417320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7pPr>
            <a:lvl8pPr marL="1627293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8pPr>
            <a:lvl9pPr marL="1837267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02CA4F1-7B9C-4173-A2E8-B86AD1072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519" y="367453"/>
            <a:ext cx="11462861" cy="577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9C36BA-B3D8-451B-B2C0-31D9384F72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6519" y="1312333"/>
            <a:ext cx="5327809" cy="293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7480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1pPr>
            <a:lvl2pPr marL="367453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2pPr>
            <a:lvl3pPr marL="577427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3pPr>
            <a:lvl4pPr marL="787400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4pPr>
            <a:lvl5pPr marL="997373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5pPr>
            <a:lvl6pPr marL="1207347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6pPr>
            <a:lvl7pPr marL="1417320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7pPr>
            <a:lvl8pPr marL="1627293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8pPr>
            <a:lvl9pPr marL="1837267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4EEB4C-0413-4F41-8098-0C445D73A6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61572" y="1312333"/>
            <a:ext cx="5327809" cy="293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7480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1pPr>
            <a:lvl2pPr marL="367453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2pPr>
            <a:lvl3pPr marL="577427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3pPr>
            <a:lvl4pPr marL="787400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4pPr>
            <a:lvl5pPr marL="997373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5pPr>
            <a:lvl6pPr marL="1207347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6pPr>
            <a:lvl7pPr marL="1417320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7pPr>
            <a:lvl8pPr marL="1627293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8pPr>
            <a:lvl9pPr marL="1837267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A3E6AD-94BB-4A3A-9EEC-A7A9B1E638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519" y="367453"/>
            <a:ext cx="11462861" cy="577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5F373C-E1CD-42DA-9428-BF0E79BDF8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6519" y="1312333"/>
            <a:ext cx="5327809" cy="293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7480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1pPr>
            <a:lvl2pPr marL="367453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2pPr>
            <a:lvl3pPr marL="577427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3pPr>
            <a:lvl4pPr marL="787400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4pPr>
            <a:lvl5pPr marL="997373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5pPr>
            <a:lvl6pPr marL="1207347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6pPr>
            <a:lvl7pPr marL="1417320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7pPr>
            <a:lvl8pPr marL="1627293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8pPr>
            <a:lvl9pPr marL="1837267" indent="-157480">
              <a:lnSpc>
                <a:spcPct val="110000"/>
              </a:lnSpc>
              <a:spcBef>
                <a:spcPts val="0"/>
              </a:spcBef>
              <a:spcAft>
                <a:spcPts val="82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9a44b917074b6b" /><Relationship Type="http://schemas.openxmlformats.org/officeDocument/2006/relationships/slideLayout" Target="/ppt/slideLayouts/slideLayout1.xml" Id="R2f88a985bda94f2f" /><Relationship Type="http://schemas.openxmlformats.org/officeDocument/2006/relationships/slideLayout" Target="/ppt/slideLayouts/slideLayout2.xml" Id="R83e8771ce8b34961" /><Relationship Type="http://schemas.openxmlformats.org/officeDocument/2006/relationships/slideLayout" Target="/ppt/slideLayouts/slideLayout3.xml" Id="R31b30b68f9554066" /><Relationship Type="http://schemas.openxmlformats.org/officeDocument/2006/relationships/slideLayout" Target="/ppt/slideLayouts/slideLayout4.xml" Id="R9b5ae58836b24ef6" /><Relationship Type="http://schemas.openxmlformats.org/officeDocument/2006/relationships/slideLayout" Target="/ppt/slideLayouts/slideLayout5.xml" Id="R9d7c92c8c0434109" /><Relationship Type="http://schemas.openxmlformats.org/officeDocument/2006/relationships/slideLayout" Target="/ppt/slideLayouts/slideLayout6.xml" Id="R6fa01923543641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88a985bda94f2f"/>
    <p:sldLayoutId xmlns:r="http://schemas.openxmlformats.org/officeDocument/2006/relationships" id="2147483650" r:id="R83e8771ce8b34961"/>
    <p:sldLayoutId xmlns:r="http://schemas.openxmlformats.org/officeDocument/2006/relationships" id="2147483651" r:id="R31b30b68f9554066"/>
    <p:sldLayoutId xmlns:r="http://schemas.openxmlformats.org/officeDocument/2006/relationships" id="2147483652" r:id="R9b5ae58836b24ef6"/>
    <p:sldLayoutId xmlns:r="http://schemas.openxmlformats.org/officeDocument/2006/relationships" id="2147483653" r:id="R9d7c92c8c0434109"/>
    <p:sldLayoutId xmlns:r="http://schemas.openxmlformats.org/officeDocument/2006/relationships" id="2147483654" r:id="R6fa01923543641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efd245e44d42e4" /><Relationship Type="http://schemas.openxmlformats.org/officeDocument/2006/relationships/image" Target="/ppt/media/image.png" Id="Ra7c91f11290f494c" /><Relationship Type="http://schemas.openxmlformats.org/officeDocument/2006/relationships/image" Target="/ppt/media/image2.png" Id="R21aeadf21c884ace" /><Relationship Type="http://schemas.openxmlformats.org/officeDocument/2006/relationships/image" Target="/ppt/media/image3.png" Id="R39183486cef84498" /><Relationship Type="http://schemas.openxmlformats.org/officeDocument/2006/relationships/notesSlide" Target="/ppt/notesSlides/notesSlide1.xml" Id="Rc813ae07a4574f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pdf-path-1">
            <a:extLst xmlns:a="http://schemas.openxmlformats.org/drawingml/2006/main">
              <a:ext uri="{FF2B5EF4-FFF2-40B4-BE49-F238E27FC236}">
                <a16:creationId xmlns:a16="http://schemas.microsoft.com/office/drawing/2014/main" id="{0EA533B8-4832-485D-B366-6002919F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10" y="105369"/>
            <a:ext cx="2551027" cy="3723121"/>
          </a:xfrm>
          <a:custGeom xmlns:a="http://schemas.openxmlformats.org/drawingml/2006/main">
            <a:pathLst>
              <a:path w="2551027" h="3723121">
                <a:moveTo>
                  <a:pt x="0" y="0"/>
                </a:moveTo>
                <a:lnTo>
                  <a:pt x="2551027" y="0"/>
                </a:lnTo>
                <a:lnTo>
                  <a:pt x="2551027" y="3723121"/>
                </a:lnTo>
                <a:lnTo>
                  <a:pt x="0" y="372312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895">
            <a:solidFill>
              <a:srgbClr val="000000"/>
            </a:solidFill>
            <a:prstDash val="solid"/>
          </a:ln>
        </p:spPr>
      </p:sp>
      <p:sp>
        <p:nvSpPr>
          <p:cNvPr id="2" name="pdf-path-3">
            <a:extLst xmlns:a="http://schemas.openxmlformats.org/drawingml/2006/main">
              <a:ext uri="{FF2B5EF4-FFF2-40B4-BE49-F238E27FC236}">
                <a16:creationId xmlns:a16="http://schemas.microsoft.com/office/drawing/2014/main" id="{BEABDE39-AF67-4A9C-9AD8-ADFDFC85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947" y="105369"/>
            <a:ext cx="3378387" cy="2861287"/>
          </a:xfrm>
          <a:custGeom xmlns:a="http://schemas.openxmlformats.org/drawingml/2006/main">
            <a:pathLst>
              <a:path w="3378387" h="2861287">
                <a:moveTo>
                  <a:pt x="0" y="0"/>
                </a:moveTo>
                <a:lnTo>
                  <a:pt x="3378387" y="0"/>
                </a:lnTo>
                <a:lnTo>
                  <a:pt x="3378387" y="2861287"/>
                </a:lnTo>
                <a:lnTo>
                  <a:pt x="0" y="28612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895">
            <a:solidFill>
              <a:srgbClr val="000000"/>
            </a:solidFill>
            <a:prstDash val="solid"/>
          </a:ln>
        </p:spPr>
      </p:sp>
      <p:sp>
        <p:nvSpPr>
          <p:cNvPr id="3" name="pdf-path-5">
            <a:extLst xmlns:a="http://schemas.openxmlformats.org/drawingml/2006/main">
              <a:ext uri="{FF2B5EF4-FFF2-40B4-BE49-F238E27FC236}">
                <a16:creationId xmlns:a16="http://schemas.microsoft.com/office/drawing/2014/main" id="{2102EB85-A4B0-483A-AD31-088494E2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0801" y="105369"/>
            <a:ext cx="4343642" cy="4501529"/>
          </a:xfrm>
          <a:custGeom xmlns:a="http://schemas.openxmlformats.org/drawingml/2006/main">
            <a:pathLst>
              <a:path w="4343642" h="4501529">
                <a:moveTo>
                  <a:pt x="0" y="0"/>
                </a:moveTo>
                <a:lnTo>
                  <a:pt x="4343642" y="0"/>
                </a:lnTo>
                <a:lnTo>
                  <a:pt x="4343642" y="4501529"/>
                </a:lnTo>
                <a:lnTo>
                  <a:pt x="0" y="450152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895">
            <a:solidFill>
              <a:srgbClr val="000000"/>
            </a:solidFill>
            <a:prstDash val="solid"/>
          </a:ln>
        </p:spPr>
      </p:sp>
      <p:sp>
        <p:nvSpPr>
          <p:cNvPr id="4" name="pdf-path-7">
            <a:extLst xmlns:a="http://schemas.openxmlformats.org/drawingml/2006/main">
              <a:ext uri="{FF2B5EF4-FFF2-40B4-BE49-F238E27FC236}">
                <a16:creationId xmlns:a16="http://schemas.microsoft.com/office/drawing/2014/main" id="{91C0630C-9774-4402-B465-FA9F3323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895" y="1549802"/>
            <a:ext cx="1640793" cy="414"/>
          </a:xfrm>
          <a:custGeom xmlns:a="http://schemas.openxmlformats.org/drawingml/2006/main">
            <a:pathLst>
              <a:path w="1640793" h="414">
                <a:moveTo>
                  <a:pt x="0" y="414"/>
                </a:moveTo>
                <a:cubicBezTo>
                  <a:pt x="0" y="414"/>
                  <a:pt x="546931" y="276"/>
                  <a:pt x="164079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5" name="pdf-path-8">
            <a:extLst xmlns:a="http://schemas.openxmlformats.org/drawingml/2006/main">
              <a:ext uri="{FF2B5EF4-FFF2-40B4-BE49-F238E27FC236}">
                <a16:creationId xmlns:a16="http://schemas.microsoft.com/office/drawing/2014/main" id="{FF70AF6E-0A82-4958-A1A5-1AF82C4E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898" y="1522223"/>
            <a:ext cx="55158" cy="55158"/>
          </a:xfrm>
          <a:custGeom xmlns:a="http://schemas.openxmlformats.org/drawingml/2006/main">
            <a:pathLst>
              <a:path w="55158" h="55158">
                <a:moveTo>
                  <a:pt x="55158" y="27579"/>
                </a:moveTo>
                <a:lnTo>
                  <a:pt x="0" y="55158"/>
                </a:lnTo>
                <a:lnTo>
                  <a:pt x="13790" y="27579"/>
                </a:lnTo>
                <a:lnTo>
                  <a:pt x="0" y="0"/>
                </a:lnTo>
                <a:lnTo>
                  <a:pt x="55158" y="275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9">
            <a:extLst xmlns:a="http://schemas.openxmlformats.org/drawingml/2006/main">
              <a:ext uri="{FF2B5EF4-FFF2-40B4-BE49-F238E27FC236}">
                <a16:creationId xmlns:a16="http://schemas.microsoft.com/office/drawing/2014/main" id="{0D5C1670-4640-4783-8766-4C22EC99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898" y="1522223"/>
            <a:ext cx="55158" cy="55158"/>
          </a:xfrm>
          <a:custGeom xmlns:a="http://schemas.openxmlformats.org/drawingml/2006/main">
            <a:pathLst>
              <a:path w="55158" h="55158">
                <a:moveTo>
                  <a:pt x="55158" y="27579"/>
                </a:moveTo>
                <a:lnTo>
                  <a:pt x="0" y="0"/>
                </a:lnTo>
                <a:lnTo>
                  <a:pt x="13790" y="27579"/>
                </a:lnTo>
                <a:lnTo>
                  <a:pt x="0" y="551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7" name="pdf-path-10">
            <a:extLst xmlns:a="http://schemas.openxmlformats.org/drawingml/2006/main">
              <a:ext uri="{FF2B5EF4-FFF2-40B4-BE49-F238E27FC236}">
                <a16:creationId xmlns:a16="http://schemas.microsoft.com/office/drawing/2014/main" id="{C40D6D96-D0B2-41D6-976D-03FDBF83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227" y="2328210"/>
            <a:ext cx="787784" cy="95"/>
          </a:xfrm>
          <a:custGeom xmlns:a="http://schemas.openxmlformats.org/drawingml/2006/main">
            <a:pathLst>
              <a:path w="787784" h="95">
                <a:moveTo>
                  <a:pt x="0" y="0"/>
                </a:moveTo>
                <a:lnTo>
                  <a:pt x="422644" y="0"/>
                </a:lnTo>
                <a:lnTo>
                  <a:pt x="7877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8" name="pdf-path-11">
            <a:extLst xmlns:a="http://schemas.openxmlformats.org/drawingml/2006/main">
              <a:ext uri="{FF2B5EF4-FFF2-40B4-BE49-F238E27FC236}">
                <a16:creationId xmlns:a16="http://schemas.microsoft.com/office/drawing/2014/main" id="{9351C38E-4905-4378-AF5B-ACA52C2B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223" y="2300632"/>
            <a:ext cx="55157" cy="55158"/>
          </a:xfrm>
          <a:custGeom xmlns:a="http://schemas.openxmlformats.org/drawingml/2006/main">
            <a:pathLst>
              <a:path w="55157" h="55158">
                <a:moveTo>
                  <a:pt x="55157" y="27579"/>
                </a:moveTo>
                <a:lnTo>
                  <a:pt x="0" y="55158"/>
                </a:lnTo>
                <a:lnTo>
                  <a:pt x="13789" y="27579"/>
                </a:lnTo>
                <a:lnTo>
                  <a:pt x="0" y="0"/>
                </a:lnTo>
                <a:lnTo>
                  <a:pt x="55157" y="275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path-12">
            <a:extLst xmlns:a="http://schemas.openxmlformats.org/drawingml/2006/main">
              <a:ext uri="{FF2B5EF4-FFF2-40B4-BE49-F238E27FC236}">
                <a16:creationId xmlns:a16="http://schemas.microsoft.com/office/drawing/2014/main" id="{3BA9F599-4E66-45D2-A381-468F33B3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223" y="2300632"/>
            <a:ext cx="55157" cy="55158"/>
          </a:xfrm>
          <a:custGeom xmlns:a="http://schemas.openxmlformats.org/drawingml/2006/main">
            <a:pathLst>
              <a:path w="55157" h="55158">
                <a:moveTo>
                  <a:pt x="55157" y="27579"/>
                </a:moveTo>
                <a:lnTo>
                  <a:pt x="0" y="0"/>
                </a:lnTo>
                <a:lnTo>
                  <a:pt x="13789" y="27579"/>
                </a:lnTo>
                <a:lnTo>
                  <a:pt x="0" y="551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B27E4-9B33-4077-829A-034EA33183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91f11290f49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4870" y="1981200"/>
            <a:ext cx="697230" cy="697230"/>
          </a:xfrm>
          <a:prstGeom xmlns:a="http://schemas.openxmlformats.org/drawingml/2006/main" prst="rect">
            <a:avLst/>
          </a:prstGeom>
        </p:spPr>
      </p:pic>
      <p:sp>
        <p:nvSpPr>
          <p:cNvPr id="11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00D7D373-16BE-43B9-A131-1FDFFCF8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870" y="1981200"/>
            <a:ext cx="697230" cy="697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pdf-path-14">
            <a:extLst xmlns:a="http://schemas.openxmlformats.org/drawingml/2006/main">
              <a:ext uri="{FF2B5EF4-FFF2-40B4-BE49-F238E27FC236}">
                <a16:creationId xmlns:a16="http://schemas.microsoft.com/office/drawing/2014/main" id="{85B1D352-BE4C-4174-91FF-39E506B6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4701" y="3939149"/>
            <a:ext cx="95" cy="104868"/>
          </a:xfrm>
          <a:custGeom xmlns:a="http://schemas.openxmlformats.org/drawingml/2006/main">
            <a:pathLst>
              <a:path w="95" h="104868">
                <a:moveTo>
                  <a:pt x="0" y="0"/>
                </a:moveTo>
                <a:lnTo>
                  <a:pt x="0" y="92734"/>
                </a:lnTo>
                <a:lnTo>
                  <a:pt x="0" y="104868"/>
                </a:lnTo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13" name="pdf-path-15">
            <a:extLst xmlns:a="http://schemas.openxmlformats.org/drawingml/2006/main">
              <a:ext uri="{FF2B5EF4-FFF2-40B4-BE49-F238E27FC236}">
                <a16:creationId xmlns:a16="http://schemas.microsoft.com/office/drawing/2014/main" id="{BDBE15DA-A4B9-4A45-A3B8-5631792F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122" y="4030228"/>
            <a:ext cx="55157" cy="55157"/>
          </a:xfrm>
          <a:custGeom xmlns:a="http://schemas.openxmlformats.org/drawingml/2006/main">
            <a:pathLst>
              <a:path w="55157" h="55157">
                <a:moveTo>
                  <a:pt x="27579" y="55157"/>
                </a:moveTo>
                <a:lnTo>
                  <a:pt x="0" y="0"/>
                </a:lnTo>
                <a:lnTo>
                  <a:pt x="27579" y="13789"/>
                </a:lnTo>
                <a:lnTo>
                  <a:pt x="55157" y="0"/>
                </a:lnTo>
                <a:lnTo>
                  <a:pt x="27579" y="551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16">
            <a:extLst xmlns:a="http://schemas.openxmlformats.org/drawingml/2006/main">
              <a:ext uri="{FF2B5EF4-FFF2-40B4-BE49-F238E27FC236}">
                <a16:creationId xmlns:a16="http://schemas.microsoft.com/office/drawing/2014/main" id="{628DA23B-6F48-4823-8138-68739D63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122" y="4030228"/>
            <a:ext cx="55157" cy="55157"/>
          </a:xfrm>
          <a:custGeom xmlns:a="http://schemas.openxmlformats.org/drawingml/2006/main">
            <a:pathLst>
              <a:path w="55157" h="55157">
                <a:moveTo>
                  <a:pt x="27579" y="55157"/>
                </a:moveTo>
                <a:lnTo>
                  <a:pt x="55157" y="0"/>
                </a:lnTo>
                <a:lnTo>
                  <a:pt x="27579" y="137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15" name="pdf-path-17">
            <a:extLst xmlns:a="http://schemas.openxmlformats.org/drawingml/2006/main">
              <a:ext uri="{FF2B5EF4-FFF2-40B4-BE49-F238E27FC236}">
                <a16:creationId xmlns:a16="http://schemas.microsoft.com/office/drawing/2014/main" id="{8A24A240-0B5A-40E7-9E61-037BA721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588" y="3528917"/>
            <a:ext cx="3792069" cy="413680"/>
          </a:xfrm>
          <a:custGeom xmlns:a="http://schemas.openxmlformats.org/drawingml/2006/main">
            <a:pathLst>
              <a:path w="3792069" h="413680">
                <a:moveTo>
                  <a:pt x="62052" y="0"/>
                </a:moveTo>
                <a:lnTo>
                  <a:pt x="3730017" y="0"/>
                </a:lnTo>
                <a:cubicBezTo>
                  <a:pt x="3734090" y="0"/>
                  <a:pt x="3738124" y="397"/>
                  <a:pt x="3742120" y="1192"/>
                </a:cubicBezTo>
                <a:cubicBezTo>
                  <a:pt x="3746116" y="1987"/>
                  <a:pt x="3749996" y="3164"/>
                  <a:pt x="3753760" y="4723"/>
                </a:cubicBezTo>
                <a:cubicBezTo>
                  <a:pt x="3757525" y="6282"/>
                  <a:pt x="3761101" y="8193"/>
                  <a:pt x="3764489" y="10458"/>
                </a:cubicBezTo>
                <a:cubicBezTo>
                  <a:pt x="3767876" y="12721"/>
                  <a:pt x="3771012" y="15293"/>
                  <a:pt x="3773892" y="18174"/>
                </a:cubicBezTo>
                <a:cubicBezTo>
                  <a:pt x="3776773" y="21055"/>
                  <a:pt x="3779345" y="24189"/>
                  <a:pt x="3781608" y="27577"/>
                </a:cubicBezTo>
                <a:cubicBezTo>
                  <a:pt x="3783871" y="30964"/>
                  <a:pt x="3785784" y="34540"/>
                  <a:pt x="3787343" y="38305"/>
                </a:cubicBezTo>
                <a:cubicBezTo>
                  <a:pt x="3788902" y="42069"/>
                  <a:pt x="3790079" y="45949"/>
                  <a:pt x="3790874" y="49946"/>
                </a:cubicBezTo>
                <a:cubicBezTo>
                  <a:pt x="3791670" y="53942"/>
                  <a:pt x="3792067" y="57977"/>
                  <a:pt x="3792069" y="62052"/>
                </a:cubicBezTo>
                <a:lnTo>
                  <a:pt x="3792069" y="351628"/>
                </a:lnTo>
                <a:cubicBezTo>
                  <a:pt x="3792067" y="355702"/>
                  <a:pt x="3791670" y="359737"/>
                  <a:pt x="3790874" y="363734"/>
                </a:cubicBezTo>
                <a:cubicBezTo>
                  <a:pt x="3790079" y="367729"/>
                  <a:pt x="3788901" y="371609"/>
                  <a:pt x="3787342" y="375374"/>
                </a:cubicBezTo>
                <a:cubicBezTo>
                  <a:pt x="3785783" y="379138"/>
                  <a:pt x="3783871" y="382714"/>
                  <a:pt x="3781608" y="386102"/>
                </a:cubicBezTo>
                <a:cubicBezTo>
                  <a:pt x="3779345" y="389490"/>
                  <a:pt x="3776773" y="392624"/>
                  <a:pt x="3773892" y="395505"/>
                </a:cubicBezTo>
                <a:cubicBezTo>
                  <a:pt x="3771012" y="398386"/>
                  <a:pt x="3767876" y="400959"/>
                  <a:pt x="3764489" y="403222"/>
                </a:cubicBezTo>
                <a:cubicBezTo>
                  <a:pt x="3761101" y="405486"/>
                  <a:pt x="3757524" y="407397"/>
                  <a:pt x="3753759" y="408956"/>
                </a:cubicBezTo>
                <a:cubicBezTo>
                  <a:pt x="3749996" y="410515"/>
                  <a:pt x="3746116" y="411693"/>
                  <a:pt x="3742120" y="412488"/>
                </a:cubicBezTo>
                <a:cubicBezTo>
                  <a:pt x="3738124" y="413282"/>
                  <a:pt x="3734090" y="413680"/>
                  <a:pt x="3730017" y="413680"/>
                </a:cubicBezTo>
                <a:lnTo>
                  <a:pt x="62052" y="413680"/>
                </a:lnTo>
                <a:cubicBezTo>
                  <a:pt x="57978" y="413680"/>
                  <a:pt x="53942" y="413282"/>
                  <a:pt x="49947" y="412487"/>
                </a:cubicBezTo>
                <a:cubicBezTo>
                  <a:pt x="45951" y="411692"/>
                  <a:pt x="42070" y="410515"/>
                  <a:pt x="38305" y="408956"/>
                </a:cubicBezTo>
                <a:cubicBezTo>
                  <a:pt x="34541" y="407397"/>
                  <a:pt x="30964" y="405486"/>
                  <a:pt x="27576" y="403222"/>
                </a:cubicBezTo>
                <a:cubicBezTo>
                  <a:pt x="24189" y="400959"/>
                  <a:pt x="21055" y="398386"/>
                  <a:pt x="18174" y="395505"/>
                </a:cubicBezTo>
                <a:cubicBezTo>
                  <a:pt x="15293" y="392624"/>
                  <a:pt x="12720" y="389490"/>
                  <a:pt x="10456" y="386102"/>
                </a:cubicBezTo>
                <a:cubicBezTo>
                  <a:pt x="8193" y="382714"/>
                  <a:pt x="6282" y="379138"/>
                  <a:pt x="4722" y="375374"/>
                </a:cubicBezTo>
                <a:cubicBezTo>
                  <a:pt x="3163" y="371610"/>
                  <a:pt x="1986" y="367729"/>
                  <a:pt x="1192" y="363734"/>
                </a:cubicBezTo>
                <a:cubicBezTo>
                  <a:pt x="398" y="359737"/>
                  <a:pt x="0" y="355702"/>
                  <a:pt x="0" y="351628"/>
                </a:cubicBezTo>
                <a:lnTo>
                  <a:pt x="0" y="62052"/>
                </a:lnTo>
                <a:cubicBezTo>
                  <a:pt x="0" y="57977"/>
                  <a:pt x="398" y="53942"/>
                  <a:pt x="1192" y="49946"/>
                </a:cubicBezTo>
                <a:cubicBezTo>
                  <a:pt x="1986" y="45949"/>
                  <a:pt x="3163" y="42069"/>
                  <a:pt x="4722" y="38305"/>
                </a:cubicBezTo>
                <a:cubicBezTo>
                  <a:pt x="6282" y="34540"/>
                  <a:pt x="8193" y="30964"/>
                  <a:pt x="10456" y="27577"/>
                </a:cubicBezTo>
                <a:cubicBezTo>
                  <a:pt x="12720" y="24189"/>
                  <a:pt x="15293" y="21055"/>
                  <a:pt x="18174" y="18174"/>
                </a:cubicBezTo>
                <a:cubicBezTo>
                  <a:pt x="21055" y="15293"/>
                  <a:pt x="24189" y="12721"/>
                  <a:pt x="27576" y="10458"/>
                </a:cubicBezTo>
                <a:cubicBezTo>
                  <a:pt x="30964" y="8193"/>
                  <a:pt x="34541" y="6282"/>
                  <a:pt x="38305" y="4723"/>
                </a:cubicBezTo>
                <a:cubicBezTo>
                  <a:pt x="42070" y="3164"/>
                  <a:pt x="45951" y="1987"/>
                  <a:pt x="49947" y="1192"/>
                </a:cubicBezTo>
                <a:cubicBezTo>
                  <a:pt x="53942" y="397"/>
                  <a:pt x="57978" y="0"/>
                  <a:pt x="62052" y="0"/>
                </a:cubicBezTo>
              </a:path>
            </a:pathLst>
          </a:custGeom>
          <a:solidFill xmlns:a="http://schemas.openxmlformats.org/drawingml/2006/main">
            <a:srgbClr val="FFCCCC"/>
          </a:solidFill>
          <a:ln xmlns:a="http://schemas.openxmlformats.org/drawingml/2006/main" w="6895">
            <a:solidFill>
              <a:srgbClr val="000000"/>
            </a:solidFill>
            <a:prstDash val="solid"/>
          </a:ln>
        </p:spPr>
      </p:sp>
      <p:sp>
        <p:nvSpPr>
          <p:cNvPr id="16" name="pdf-text-1">
            <a:extLst xmlns:a="http://schemas.openxmlformats.org/drawingml/2006/main">
              <a:ext uri="{FF2B5EF4-FFF2-40B4-BE49-F238E27FC236}">
                <a16:creationId xmlns:a16="http://schemas.microsoft.com/office/drawing/2014/main" id="{76C63F13-B9E7-4717-BA91-476AEB5E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441" y="3632474"/>
            <a:ext cx="1949039" cy="220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Distributional Critics</a:t>
            </a:r>
          </a:p>
        </p:txBody>
      </p:sp>
      <p:sp>
        <p:nvSpPr>
          <p:cNvPr id="17" name="pdf-path-20">
            <a:extLst xmlns:a="http://schemas.openxmlformats.org/drawingml/2006/main">
              <a:ext uri="{FF2B5EF4-FFF2-40B4-BE49-F238E27FC236}">
                <a16:creationId xmlns:a16="http://schemas.microsoft.com/office/drawing/2014/main" id="{AB9D3572-F368-4BAF-BFD3-EC27C7BB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715" y="1618749"/>
            <a:ext cx="95" cy="356868"/>
          </a:xfrm>
          <a:custGeom xmlns:a="http://schemas.openxmlformats.org/drawingml/2006/main">
            <a:pathLst>
              <a:path w="95" h="356868">
                <a:moveTo>
                  <a:pt x="0" y="0"/>
                </a:moveTo>
                <a:lnTo>
                  <a:pt x="0" y="356868"/>
                </a:lnTo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18" name="pdf-path-21">
            <a:extLst xmlns:a="http://schemas.openxmlformats.org/drawingml/2006/main">
              <a:ext uri="{FF2B5EF4-FFF2-40B4-BE49-F238E27FC236}">
                <a16:creationId xmlns:a16="http://schemas.microsoft.com/office/drawing/2014/main" id="{37D18CA2-BCC6-43E7-97D6-392AF497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135" y="1961828"/>
            <a:ext cx="55158" cy="55157"/>
          </a:xfrm>
          <a:custGeom xmlns:a="http://schemas.openxmlformats.org/drawingml/2006/main">
            <a:pathLst>
              <a:path w="55158" h="55157">
                <a:moveTo>
                  <a:pt x="27580" y="55157"/>
                </a:moveTo>
                <a:lnTo>
                  <a:pt x="0" y="0"/>
                </a:lnTo>
                <a:lnTo>
                  <a:pt x="27580" y="13789"/>
                </a:lnTo>
                <a:lnTo>
                  <a:pt x="55158" y="0"/>
                </a:lnTo>
                <a:lnTo>
                  <a:pt x="27580" y="551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df-path-22">
            <a:extLst xmlns:a="http://schemas.openxmlformats.org/drawingml/2006/main">
              <a:ext uri="{FF2B5EF4-FFF2-40B4-BE49-F238E27FC236}">
                <a16:creationId xmlns:a16="http://schemas.microsoft.com/office/drawing/2014/main" id="{8BDFEA52-79BA-4A2C-ACF8-309857F1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135" y="1961828"/>
            <a:ext cx="55158" cy="55157"/>
          </a:xfrm>
          <a:custGeom xmlns:a="http://schemas.openxmlformats.org/drawingml/2006/main">
            <a:pathLst>
              <a:path w="55158" h="55157">
                <a:moveTo>
                  <a:pt x="27580" y="55157"/>
                </a:moveTo>
                <a:lnTo>
                  <a:pt x="55158" y="0"/>
                </a:lnTo>
                <a:lnTo>
                  <a:pt x="27580" y="137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20" name="pdf-path-23">
            <a:extLst xmlns:a="http://schemas.openxmlformats.org/drawingml/2006/main">
              <a:ext uri="{FF2B5EF4-FFF2-40B4-BE49-F238E27FC236}">
                <a16:creationId xmlns:a16="http://schemas.microsoft.com/office/drawing/2014/main" id="{5E52B80E-D07B-4EE2-906B-F03BA6FB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480" y="1208516"/>
            <a:ext cx="827361" cy="413681"/>
          </a:xfrm>
          <a:custGeom xmlns:a="http://schemas.openxmlformats.org/drawingml/2006/main">
            <a:pathLst>
              <a:path w="827361" h="413681">
                <a:moveTo>
                  <a:pt x="62053" y="0"/>
                </a:moveTo>
                <a:lnTo>
                  <a:pt x="765309" y="0"/>
                </a:lnTo>
                <a:cubicBezTo>
                  <a:pt x="769383" y="0"/>
                  <a:pt x="773419" y="398"/>
                  <a:pt x="777414" y="1192"/>
                </a:cubicBezTo>
                <a:cubicBezTo>
                  <a:pt x="781410" y="1987"/>
                  <a:pt x="785290" y="3164"/>
                  <a:pt x="789054" y="4723"/>
                </a:cubicBezTo>
                <a:cubicBezTo>
                  <a:pt x="792818" y="6283"/>
                  <a:pt x="796394" y="8194"/>
                  <a:pt x="799781" y="10458"/>
                </a:cubicBezTo>
                <a:cubicBezTo>
                  <a:pt x="803170" y="12721"/>
                  <a:pt x="806304" y="15293"/>
                  <a:pt x="809187" y="18174"/>
                </a:cubicBezTo>
                <a:cubicBezTo>
                  <a:pt x="812067" y="21056"/>
                  <a:pt x="814639" y="24190"/>
                  <a:pt x="816902" y="27578"/>
                </a:cubicBezTo>
                <a:cubicBezTo>
                  <a:pt x="819166" y="30966"/>
                  <a:pt x="821078" y="34541"/>
                  <a:pt x="822637" y="38306"/>
                </a:cubicBezTo>
                <a:cubicBezTo>
                  <a:pt x="824196" y="42070"/>
                  <a:pt x="825373" y="45950"/>
                  <a:pt x="826168" y="49946"/>
                </a:cubicBezTo>
                <a:cubicBezTo>
                  <a:pt x="826962" y="53943"/>
                  <a:pt x="827360" y="57978"/>
                  <a:pt x="827361" y="62052"/>
                </a:cubicBezTo>
                <a:lnTo>
                  <a:pt x="827361" y="351629"/>
                </a:lnTo>
                <a:cubicBezTo>
                  <a:pt x="827360" y="355703"/>
                  <a:pt x="826962" y="359738"/>
                  <a:pt x="826167" y="363734"/>
                </a:cubicBezTo>
                <a:cubicBezTo>
                  <a:pt x="825372" y="367730"/>
                  <a:pt x="824195" y="371610"/>
                  <a:pt x="822636" y="375374"/>
                </a:cubicBezTo>
                <a:cubicBezTo>
                  <a:pt x="821077" y="379138"/>
                  <a:pt x="819165" y="382714"/>
                  <a:pt x="816902" y="386102"/>
                </a:cubicBezTo>
                <a:cubicBezTo>
                  <a:pt x="814639" y="389490"/>
                  <a:pt x="812067" y="392624"/>
                  <a:pt x="809187" y="395506"/>
                </a:cubicBezTo>
                <a:cubicBezTo>
                  <a:pt x="806304" y="398387"/>
                  <a:pt x="803170" y="400959"/>
                  <a:pt x="799781" y="403222"/>
                </a:cubicBezTo>
                <a:cubicBezTo>
                  <a:pt x="796394" y="405486"/>
                  <a:pt x="792818" y="407397"/>
                  <a:pt x="789054" y="408956"/>
                </a:cubicBezTo>
                <a:cubicBezTo>
                  <a:pt x="785290" y="410516"/>
                  <a:pt x="781410" y="411693"/>
                  <a:pt x="777414" y="412488"/>
                </a:cubicBezTo>
                <a:cubicBezTo>
                  <a:pt x="773419" y="413283"/>
                  <a:pt x="769383" y="413681"/>
                  <a:pt x="765309" y="413681"/>
                </a:cubicBezTo>
                <a:lnTo>
                  <a:pt x="62053" y="413681"/>
                </a:lnTo>
                <a:cubicBezTo>
                  <a:pt x="57978" y="413681"/>
                  <a:pt x="53942" y="413283"/>
                  <a:pt x="49946" y="412488"/>
                </a:cubicBezTo>
                <a:cubicBezTo>
                  <a:pt x="45951" y="411693"/>
                  <a:pt x="42071" y="410516"/>
                  <a:pt x="38306" y="408956"/>
                </a:cubicBezTo>
                <a:cubicBezTo>
                  <a:pt x="34541" y="407397"/>
                  <a:pt x="30964" y="405486"/>
                  <a:pt x="27577" y="403222"/>
                </a:cubicBezTo>
                <a:cubicBezTo>
                  <a:pt x="24189" y="400959"/>
                  <a:pt x="21056" y="398387"/>
                  <a:pt x="18174" y="395506"/>
                </a:cubicBezTo>
                <a:cubicBezTo>
                  <a:pt x="15293" y="392624"/>
                  <a:pt x="12721" y="389490"/>
                  <a:pt x="10456" y="386102"/>
                </a:cubicBezTo>
                <a:cubicBezTo>
                  <a:pt x="8193" y="382714"/>
                  <a:pt x="6281" y="379138"/>
                  <a:pt x="4723" y="375374"/>
                </a:cubicBezTo>
                <a:cubicBezTo>
                  <a:pt x="3163" y="371610"/>
                  <a:pt x="1987" y="367730"/>
                  <a:pt x="1192" y="363734"/>
                </a:cubicBezTo>
                <a:cubicBezTo>
                  <a:pt x="398" y="359738"/>
                  <a:pt x="0" y="355703"/>
                  <a:pt x="1" y="351629"/>
                </a:cubicBezTo>
                <a:lnTo>
                  <a:pt x="1" y="62052"/>
                </a:lnTo>
                <a:cubicBezTo>
                  <a:pt x="0" y="57978"/>
                  <a:pt x="398" y="53943"/>
                  <a:pt x="1192" y="49946"/>
                </a:cubicBezTo>
                <a:cubicBezTo>
                  <a:pt x="1987" y="45950"/>
                  <a:pt x="3163" y="42070"/>
                  <a:pt x="4723" y="38306"/>
                </a:cubicBezTo>
                <a:cubicBezTo>
                  <a:pt x="6281" y="34541"/>
                  <a:pt x="8193" y="30966"/>
                  <a:pt x="10456" y="27578"/>
                </a:cubicBezTo>
                <a:cubicBezTo>
                  <a:pt x="12721" y="24190"/>
                  <a:pt x="15293" y="21056"/>
                  <a:pt x="18174" y="18174"/>
                </a:cubicBezTo>
                <a:cubicBezTo>
                  <a:pt x="21056" y="15293"/>
                  <a:pt x="24189" y="12721"/>
                  <a:pt x="27577" y="10458"/>
                </a:cubicBezTo>
                <a:cubicBezTo>
                  <a:pt x="30964" y="8194"/>
                  <a:pt x="34541" y="6283"/>
                  <a:pt x="38306" y="4723"/>
                </a:cubicBezTo>
                <a:cubicBezTo>
                  <a:pt x="42071" y="3164"/>
                  <a:pt x="45951" y="1987"/>
                  <a:pt x="49946" y="1192"/>
                </a:cubicBezTo>
                <a:cubicBezTo>
                  <a:pt x="53942" y="398"/>
                  <a:pt x="57978" y="0"/>
                  <a:pt x="62053" y="0"/>
                </a:cubicBezTo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6895">
            <a:solidFill>
              <a:srgbClr val="000000"/>
            </a:solidFill>
            <a:prstDash val="solid"/>
          </a:ln>
        </p:spPr>
      </p:sp>
      <p:sp>
        <p:nvSpPr>
          <p:cNvPr id="21" name="pdf-path-25">
            <a:extLst xmlns:a="http://schemas.openxmlformats.org/drawingml/2006/main">
              <a:ext uri="{FF2B5EF4-FFF2-40B4-BE49-F238E27FC236}">
                <a16:creationId xmlns:a16="http://schemas.microsoft.com/office/drawing/2014/main" id="{AA6BB58E-8252-4DD7-866F-941FA7F5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378" y="1370541"/>
            <a:ext cx="101131" cy="150631"/>
          </a:xfrm>
          <a:custGeom xmlns:a="http://schemas.openxmlformats.org/drawingml/2006/main">
            <a:pathLst>
              <a:path w="101131" h="150631">
                <a:moveTo>
                  <a:pt x="0" y="67500"/>
                </a:moveTo>
                <a:cubicBezTo>
                  <a:pt x="0" y="51553"/>
                  <a:pt x="6000" y="36395"/>
                  <a:pt x="18000" y="22027"/>
                </a:cubicBezTo>
                <a:cubicBezTo>
                  <a:pt x="29999" y="7658"/>
                  <a:pt x="43500" y="395"/>
                  <a:pt x="58500" y="237"/>
                </a:cubicBezTo>
                <a:cubicBezTo>
                  <a:pt x="67973" y="237"/>
                  <a:pt x="75236" y="4342"/>
                  <a:pt x="80289" y="12553"/>
                </a:cubicBezTo>
                <a:cubicBezTo>
                  <a:pt x="80446" y="12395"/>
                  <a:pt x="80842" y="11921"/>
                  <a:pt x="81473" y="11132"/>
                </a:cubicBezTo>
                <a:cubicBezTo>
                  <a:pt x="82104" y="10342"/>
                  <a:pt x="82973" y="9474"/>
                  <a:pt x="84079" y="8526"/>
                </a:cubicBezTo>
                <a:cubicBezTo>
                  <a:pt x="85183" y="7579"/>
                  <a:pt x="86447" y="6632"/>
                  <a:pt x="87868" y="5685"/>
                </a:cubicBezTo>
                <a:cubicBezTo>
                  <a:pt x="93236" y="1895"/>
                  <a:pt x="96867" y="0"/>
                  <a:pt x="98763" y="0"/>
                </a:cubicBezTo>
                <a:cubicBezTo>
                  <a:pt x="99394" y="0"/>
                  <a:pt x="99946" y="237"/>
                  <a:pt x="100421" y="711"/>
                </a:cubicBezTo>
                <a:cubicBezTo>
                  <a:pt x="100894" y="1184"/>
                  <a:pt x="101131" y="1579"/>
                  <a:pt x="101131" y="1895"/>
                </a:cubicBezTo>
                <a:cubicBezTo>
                  <a:pt x="101131" y="3316"/>
                  <a:pt x="95684" y="25816"/>
                  <a:pt x="84789" y="69395"/>
                </a:cubicBezTo>
                <a:cubicBezTo>
                  <a:pt x="73578" y="114236"/>
                  <a:pt x="67973" y="136973"/>
                  <a:pt x="67973" y="137604"/>
                </a:cubicBezTo>
                <a:cubicBezTo>
                  <a:pt x="67973" y="138868"/>
                  <a:pt x="71526" y="139578"/>
                  <a:pt x="78631" y="139736"/>
                </a:cubicBezTo>
                <a:lnTo>
                  <a:pt x="84552" y="139736"/>
                </a:lnTo>
                <a:cubicBezTo>
                  <a:pt x="85499" y="141000"/>
                  <a:pt x="85973" y="141710"/>
                  <a:pt x="85973" y="141868"/>
                </a:cubicBezTo>
                <a:cubicBezTo>
                  <a:pt x="85973" y="142026"/>
                  <a:pt x="85737" y="143446"/>
                  <a:pt x="85262" y="146131"/>
                </a:cubicBezTo>
                <a:cubicBezTo>
                  <a:pt x="84631" y="148183"/>
                  <a:pt x="83841" y="149683"/>
                  <a:pt x="82894" y="150631"/>
                </a:cubicBezTo>
                <a:lnTo>
                  <a:pt x="79815" y="150631"/>
                </a:lnTo>
                <a:cubicBezTo>
                  <a:pt x="74921" y="150315"/>
                  <a:pt x="66395" y="150157"/>
                  <a:pt x="54236" y="150157"/>
                </a:cubicBezTo>
                <a:cubicBezTo>
                  <a:pt x="49816" y="150157"/>
                  <a:pt x="45789" y="150157"/>
                  <a:pt x="42158" y="150157"/>
                </a:cubicBezTo>
                <a:cubicBezTo>
                  <a:pt x="38526" y="150157"/>
                  <a:pt x="35605" y="150157"/>
                  <a:pt x="33394" y="150157"/>
                </a:cubicBezTo>
                <a:cubicBezTo>
                  <a:pt x="31184" y="150157"/>
                  <a:pt x="29842" y="150236"/>
                  <a:pt x="29368" y="150394"/>
                </a:cubicBezTo>
                <a:cubicBezTo>
                  <a:pt x="27158" y="150394"/>
                  <a:pt x="26052" y="149762"/>
                  <a:pt x="26052" y="148499"/>
                </a:cubicBezTo>
                <a:cubicBezTo>
                  <a:pt x="26052" y="148025"/>
                  <a:pt x="26210" y="146842"/>
                  <a:pt x="26526" y="144946"/>
                </a:cubicBezTo>
                <a:cubicBezTo>
                  <a:pt x="27158" y="142420"/>
                  <a:pt x="27710" y="140920"/>
                  <a:pt x="28184" y="140447"/>
                </a:cubicBezTo>
                <a:cubicBezTo>
                  <a:pt x="28658" y="139973"/>
                  <a:pt x="30237" y="139736"/>
                  <a:pt x="32921" y="139736"/>
                </a:cubicBezTo>
                <a:cubicBezTo>
                  <a:pt x="40500" y="139736"/>
                  <a:pt x="45079" y="139183"/>
                  <a:pt x="46658" y="138078"/>
                </a:cubicBezTo>
                <a:cubicBezTo>
                  <a:pt x="47920" y="137289"/>
                  <a:pt x="50131" y="130341"/>
                  <a:pt x="53289" y="117236"/>
                </a:cubicBezTo>
                <a:cubicBezTo>
                  <a:pt x="56447" y="104131"/>
                  <a:pt x="58105" y="97421"/>
                  <a:pt x="58263" y="97105"/>
                </a:cubicBezTo>
                <a:cubicBezTo>
                  <a:pt x="58263" y="96947"/>
                  <a:pt x="57710" y="97184"/>
                  <a:pt x="56605" y="97816"/>
                </a:cubicBezTo>
                <a:cubicBezTo>
                  <a:pt x="49026" y="103973"/>
                  <a:pt x="41131" y="107052"/>
                  <a:pt x="32921" y="107052"/>
                </a:cubicBezTo>
                <a:cubicBezTo>
                  <a:pt x="24237" y="107052"/>
                  <a:pt x="16579" y="103894"/>
                  <a:pt x="9947" y="97578"/>
                </a:cubicBezTo>
                <a:cubicBezTo>
                  <a:pt x="3316" y="91263"/>
                  <a:pt x="0" y="81236"/>
                  <a:pt x="0" y="67500"/>
                </a:cubicBezTo>
                <a:moveTo>
                  <a:pt x="75552" y="27474"/>
                </a:moveTo>
                <a:cubicBezTo>
                  <a:pt x="71920" y="15000"/>
                  <a:pt x="65999" y="8763"/>
                  <a:pt x="57789" y="8763"/>
                </a:cubicBezTo>
                <a:cubicBezTo>
                  <a:pt x="52263" y="8763"/>
                  <a:pt x="46974" y="11211"/>
                  <a:pt x="41921" y="16105"/>
                </a:cubicBezTo>
                <a:cubicBezTo>
                  <a:pt x="36869" y="21000"/>
                  <a:pt x="32921" y="27395"/>
                  <a:pt x="30078" y="35290"/>
                </a:cubicBezTo>
                <a:cubicBezTo>
                  <a:pt x="25500" y="47763"/>
                  <a:pt x="22263" y="60710"/>
                  <a:pt x="20369" y="74132"/>
                </a:cubicBezTo>
                <a:cubicBezTo>
                  <a:pt x="20369" y="74605"/>
                  <a:pt x="20369" y="75473"/>
                  <a:pt x="20369" y="76737"/>
                </a:cubicBezTo>
                <a:cubicBezTo>
                  <a:pt x="20369" y="78000"/>
                  <a:pt x="20289" y="78947"/>
                  <a:pt x="20131" y="79579"/>
                </a:cubicBezTo>
                <a:cubicBezTo>
                  <a:pt x="20131" y="86684"/>
                  <a:pt x="21552" y="91579"/>
                  <a:pt x="24395" y="94263"/>
                </a:cubicBezTo>
                <a:cubicBezTo>
                  <a:pt x="27237" y="96947"/>
                  <a:pt x="30632" y="98368"/>
                  <a:pt x="34578" y="98526"/>
                </a:cubicBezTo>
                <a:cubicBezTo>
                  <a:pt x="43104" y="98526"/>
                  <a:pt x="51868" y="92841"/>
                  <a:pt x="60868" y="81474"/>
                </a:cubicBezTo>
                <a:lnTo>
                  <a:pt x="62762" y="78868"/>
                </a:lnTo>
                <a:lnTo>
                  <a:pt x="75552" y="274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22" name="pdf-path-27">
            <a:extLst xmlns:a="http://schemas.openxmlformats.org/drawingml/2006/main">
              <a:ext uri="{FF2B5EF4-FFF2-40B4-BE49-F238E27FC236}">
                <a16:creationId xmlns:a16="http://schemas.microsoft.com/office/drawing/2014/main" id="{7F5FB406-0505-4B01-9D26-1C769D04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525" y="1394543"/>
            <a:ext cx="102645" cy="150534"/>
          </a:xfrm>
          <a:custGeom xmlns:a="http://schemas.openxmlformats.org/drawingml/2006/main">
            <a:pathLst>
              <a:path w="102645" h="150534">
                <a:moveTo>
                  <a:pt x="23443" y="42364"/>
                </a:moveTo>
                <a:cubicBezTo>
                  <a:pt x="28019" y="42364"/>
                  <a:pt x="31648" y="43703"/>
                  <a:pt x="34327" y="46383"/>
                </a:cubicBezTo>
                <a:cubicBezTo>
                  <a:pt x="37006" y="49062"/>
                  <a:pt x="38345" y="52354"/>
                  <a:pt x="38345" y="56262"/>
                </a:cubicBezTo>
                <a:cubicBezTo>
                  <a:pt x="38345" y="58494"/>
                  <a:pt x="36559" y="64411"/>
                  <a:pt x="32988" y="74011"/>
                </a:cubicBezTo>
                <a:cubicBezTo>
                  <a:pt x="29414" y="83611"/>
                  <a:pt x="27684" y="90588"/>
                  <a:pt x="27796" y="94942"/>
                </a:cubicBezTo>
                <a:cubicBezTo>
                  <a:pt x="28131" y="99631"/>
                  <a:pt x="29638" y="103314"/>
                  <a:pt x="32318" y="105993"/>
                </a:cubicBezTo>
                <a:cubicBezTo>
                  <a:pt x="34662" y="108003"/>
                  <a:pt x="37062" y="109342"/>
                  <a:pt x="39517" y="110012"/>
                </a:cubicBezTo>
                <a:cubicBezTo>
                  <a:pt x="41527" y="110905"/>
                  <a:pt x="43258" y="111351"/>
                  <a:pt x="44709" y="111351"/>
                </a:cubicBezTo>
                <a:lnTo>
                  <a:pt x="44876" y="111351"/>
                </a:lnTo>
                <a:lnTo>
                  <a:pt x="58607" y="55927"/>
                </a:lnTo>
                <a:cubicBezTo>
                  <a:pt x="67983" y="18977"/>
                  <a:pt x="72728" y="446"/>
                  <a:pt x="72840" y="335"/>
                </a:cubicBezTo>
                <a:cubicBezTo>
                  <a:pt x="73175" y="112"/>
                  <a:pt x="74068" y="0"/>
                  <a:pt x="75519" y="0"/>
                </a:cubicBezTo>
                <a:cubicBezTo>
                  <a:pt x="77751" y="0"/>
                  <a:pt x="78867" y="391"/>
                  <a:pt x="78867" y="1172"/>
                </a:cubicBezTo>
                <a:cubicBezTo>
                  <a:pt x="78867" y="2177"/>
                  <a:pt x="74347" y="20652"/>
                  <a:pt x="65304" y="56597"/>
                </a:cubicBezTo>
                <a:cubicBezTo>
                  <a:pt x="56150" y="93212"/>
                  <a:pt x="51574" y="111575"/>
                  <a:pt x="51574" y="111686"/>
                </a:cubicBezTo>
                <a:cubicBezTo>
                  <a:pt x="51574" y="111798"/>
                  <a:pt x="51908" y="111854"/>
                  <a:pt x="52578" y="111854"/>
                </a:cubicBezTo>
                <a:cubicBezTo>
                  <a:pt x="62179" y="111854"/>
                  <a:pt x="71277" y="106942"/>
                  <a:pt x="79872" y="97118"/>
                </a:cubicBezTo>
                <a:cubicBezTo>
                  <a:pt x="88468" y="87295"/>
                  <a:pt x="92821" y="78141"/>
                  <a:pt x="92933" y="69657"/>
                </a:cubicBezTo>
                <a:cubicBezTo>
                  <a:pt x="92933" y="66978"/>
                  <a:pt x="92486" y="64690"/>
                  <a:pt x="91593" y="62792"/>
                </a:cubicBezTo>
                <a:cubicBezTo>
                  <a:pt x="90700" y="60895"/>
                  <a:pt x="89696" y="59555"/>
                  <a:pt x="88579" y="58773"/>
                </a:cubicBezTo>
                <a:cubicBezTo>
                  <a:pt x="87463" y="57992"/>
                  <a:pt x="86459" y="56987"/>
                  <a:pt x="85566" y="55759"/>
                </a:cubicBezTo>
                <a:cubicBezTo>
                  <a:pt x="84673" y="54532"/>
                  <a:pt x="84226" y="53248"/>
                  <a:pt x="84226" y="51908"/>
                </a:cubicBezTo>
                <a:cubicBezTo>
                  <a:pt x="84226" y="49564"/>
                  <a:pt x="85175" y="47331"/>
                  <a:pt x="87073" y="45210"/>
                </a:cubicBezTo>
                <a:cubicBezTo>
                  <a:pt x="88970" y="43089"/>
                  <a:pt x="91314" y="42029"/>
                  <a:pt x="94105" y="42029"/>
                </a:cubicBezTo>
                <a:cubicBezTo>
                  <a:pt x="96226" y="42029"/>
                  <a:pt x="98180" y="43033"/>
                  <a:pt x="99966" y="45043"/>
                </a:cubicBezTo>
                <a:cubicBezTo>
                  <a:pt x="101752" y="47052"/>
                  <a:pt x="102645" y="50345"/>
                  <a:pt x="102645" y="54922"/>
                </a:cubicBezTo>
                <a:cubicBezTo>
                  <a:pt x="102645" y="58159"/>
                  <a:pt x="102031" y="62513"/>
                  <a:pt x="100803" y="67983"/>
                </a:cubicBezTo>
                <a:cubicBezTo>
                  <a:pt x="99575" y="73453"/>
                  <a:pt x="98571" y="77248"/>
                  <a:pt x="97789" y="79369"/>
                </a:cubicBezTo>
                <a:cubicBezTo>
                  <a:pt x="94216" y="89974"/>
                  <a:pt x="87910" y="99072"/>
                  <a:pt x="78867" y="106663"/>
                </a:cubicBezTo>
                <a:cubicBezTo>
                  <a:pt x="69826" y="114254"/>
                  <a:pt x="60728" y="118049"/>
                  <a:pt x="51574" y="118049"/>
                </a:cubicBezTo>
                <a:lnTo>
                  <a:pt x="49899" y="118049"/>
                </a:lnTo>
                <a:lnTo>
                  <a:pt x="46048" y="133622"/>
                </a:lnTo>
                <a:cubicBezTo>
                  <a:pt x="43369" y="144115"/>
                  <a:pt x="42029" y="149418"/>
                  <a:pt x="42029" y="149529"/>
                </a:cubicBezTo>
                <a:cubicBezTo>
                  <a:pt x="41806" y="150199"/>
                  <a:pt x="40689" y="150534"/>
                  <a:pt x="38680" y="150534"/>
                </a:cubicBezTo>
                <a:lnTo>
                  <a:pt x="36504" y="150534"/>
                </a:lnTo>
                <a:cubicBezTo>
                  <a:pt x="35834" y="149864"/>
                  <a:pt x="35499" y="149418"/>
                  <a:pt x="35499" y="149194"/>
                </a:cubicBezTo>
                <a:cubicBezTo>
                  <a:pt x="35499" y="148636"/>
                  <a:pt x="36783" y="143334"/>
                  <a:pt x="39350" y="133287"/>
                </a:cubicBezTo>
                <a:cubicBezTo>
                  <a:pt x="41917" y="123240"/>
                  <a:pt x="43202" y="118049"/>
                  <a:pt x="43202" y="117714"/>
                </a:cubicBezTo>
                <a:cubicBezTo>
                  <a:pt x="42420" y="117603"/>
                  <a:pt x="41638" y="117547"/>
                  <a:pt x="40857" y="117547"/>
                </a:cubicBezTo>
                <a:cubicBezTo>
                  <a:pt x="23108" y="115091"/>
                  <a:pt x="14233" y="106886"/>
                  <a:pt x="14233" y="92933"/>
                </a:cubicBezTo>
                <a:cubicBezTo>
                  <a:pt x="14233" y="89025"/>
                  <a:pt x="16075" y="82048"/>
                  <a:pt x="19759" y="72001"/>
                </a:cubicBezTo>
                <a:cubicBezTo>
                  <a:pt x="23443" y="61955"/>
                  <a:pt x="25340" y="55536"/>
                  <a:pt x="25452" y="52745"/>
                </a:cubicBezTo>
                <a:cubicBezTo>
                  <a:pt x="25452" y="52633"/>
                  <a:pt x="25452" y="52522"/>
                  <a:pt x="25452" y="52410"/>
                </a:cubicBezTo>
                <a:cubicBezTo>
                  <a:pt x="25452" y="51406"/>
                  <a:pt x="25452" y="50736"/>
                  <a:pt x="25452" y="50401"/>
                </a:cubicBezTo>
                <a:cubicBezTo>
                  <a:pt x="25452" y="50066"/>
                  <a:pt x="25229" y="49675"/>
                  <a:pt x="24782" y="49229"/>
                </a:cubicBezTo>
                <a:cubicBezTo>
                  <a:pt x="24336" y="48782"/>
                  <a:pt x="23722" y="48559"/>
                  <a:pt x="22940" y="48559"/>
                </a:cubicBezTo>
                <a:lnTo>
                  <a:pt x="22271" y="48559"/>
                </a:lnTo>
                <a:cubicBezTo>
                  <a:pt x="19703" y="48559"/>
                  <a:pt x="17359" y="49620"/>
                  <a:pt x="15237" y="51740"/>
                </a:cubicBezTo>
                <a:cubicBezTo>
                  <a:pt x="13117" y="53862"/>
                  <a:pt x="11442" y="56150"/>
                  <a:pt x="10214" y="58606"/>
                </a:cubicBezTo>
                <a:cubicBezTo>
                  <a:pt x="8987" y="61062"/>
                  <a:pt x="8038" y="63406"/>
                  <a:pt x="7368" y="65638"/>
                </a:cubicBezTo>
                <a:cubicBezTo>
                  <a:pt x="6698" y="67871"/>
                  <a:pt x="6252" y="69099"/>
                  <a:pt x="6029" y="69323"/>
                </a:cubicBezTo>
                <a:cubicBezTo>
                  <a:pt x="5805" y="69546"/>
                  <a:pt x="4912" y="69657"/>
                  <a:pt x="3350" y="69657"/>
                </a:cubicBezTo>
                <a:lnTo>
                  <a:pt x="1005" y="69657"/>
                </a:lnTo>
                <a:cubicBezTo>
                  <a:pt x="335" y="68988"/>
                  <a:pt x="0" y="68485"/>
                  <a:pt x="0" y="68150"/>
                </a:cubicBezTo>
                <a:cubicBezTo>
                  <a:pt x="0" y="66811"/>
                  <a:pt x="726" y="64243"/>
                  <a:pt x="2177" y="60448"/>
                </a:cubicBezTo>
                <a:cubicBezTo>
                  <a:pt x="3629" y="56652"/>
                  <a:pt x="6308" y="52689"/>
                  <a:pt x="10214" y="48559"/>
                </a:cubicBezTo>
                <a:cubicBezTo>
                  <a:pt x="14121" y="44429"/>
                  <a:pt x="18531" y="42364"/>
                  <a:pt x="23443" y="4236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23" name="pdf-path-29">
            <a:extLst xmlns:a="http://schemas.openxmlformats.org/drawingml/2006/main">
              <a:ext uri="{FF2B5EF4-FFF2-40B4-BE49-F238E27FC236}">
                <a16:creationId xmlns:a16="http://schemas.microsoft.com/office/drawing/2014/main" id="{ACCF22FB-3CB7-4BC2-B165-C3300EBF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801" y="1047181"/>
            <a:ext cx="827361" cy="928436"/>
          </a:xfrm>
          <a:custGeom xmlns:a="http://schemas.openxmlformats.org/drawingml/2006/main">
            <a:pathLst>
              <a:path w="827361" h="928436">
                <a:moveTo>
                  <a:pt x="0" y="0"/>
                </a:moveTo>
                <a:lnTo>
                  <a:pt x="827361" y="0"/>
                </a:lnTo>
                <a:lnTo>
                  <a:pt x="827361" y="928436"/>
                </a:lnTo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24" name="pdf-path-30">
            <a:extLst xmlns:a="http://schemas.openxmlformats.org/drawingml/2006/main">
              <a:ext uri="{FF2B5EF4-FFF2-40B4-BE49-F238E27FC236}">
                <a16:creationId xmlns:a16="http://schemas.microsoft.com/office/drawing/2014/main" id="{726D5856-EE2B-418A-A189-45F44134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583" y="1961828"/>
            <a:ext cx="55157" cy="55157"/>
          </a:xfrm>
          <a:custGeom xmlns:a="http://schemas.openxmlformats.org/drawingml/2006/main">
            <a:pathLst>
              <a:path w="55157" h="55157">
                <a:moveTo>
                  <a:pt x="27579" y="55157"/>
                </a:moveTo>
                <a:lnTo>
                  <a:pt x="0" y="0"/>
                </a:lnTo>
                <a:lnTo>
                  <a:pt x="27579" y="13789"/>
                </a:lnTo>
                <a:lnTo>
                  <a:pt x="55157" y="0"/>
                </a:lnTo>
                <a:lnTo>
                  <a:pt x="27579" y="551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df-path-31">
            <a:extLst xmlns:a="http://schemas.openxmlformats.org/drawingml/2006/main">
              <a:ext uri="{FF2B5EF4-FFF2-40B4-BE49-F238E27FC236}">
                <a16:creationId xmlns:a16="http://schemas.microsoft.com/office/drawing/2014/main" id="{889930BD-4215-4BB6-A929-E0A11C0A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583" y="1961828"/>
            <a:ext cx="55157" cy="55157"/>
          </a:xfrm>
          <a:custGeom xmlns:a="http://schemas.openxmlformats.org/drawingml/2006/main">
            <a:pathLst>
              <a:path w="55157" h="55157">
                <a:moveTo>
                  <a:pt x="27579" y="55157"/>
                </a:moveTo>
                <a:lnTo>
                  <a:pt x="55157" y="0"/>
                </a:lnTo>
                <a:lnTo>
                  <a:pt x="27579" y="137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26" name="pdf-path-32">
            <a:extLst xmlns:a="http://schemas.openxmlformats.org/drawingml/2006/main">
              <a:ext uri="{FF2B5EF4-FFF2-40B4-BE49-F238E27FC236}">
                <a16:creationId xmlns:a16="http://schemas.microsoft.com/office/drawing/2014/main" id="{6166A387-2F70-4EB7-ACDB-6B78C722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715" y="1046629"/>
            <a:ext cx="792886" cy="101628"/>
          </a:xfrm>
          <a:custGeom xmlns:a="http://schemas.openxmlformats.org/drawingml/2006/main">
            <a:pathLst>
              <a:path w="792886" h="101628">
                <a:moveTo>
                  <a:pt x="792886" y="0"/>
                </a:moveTo>
                <a:lnTo>
                  <a:pt x="792886" y="20546"/>
                </a:lnTo>
                <a:lnTo>
                  <a:pt x="0" y="20546"/>
                </a:lnTo>
                <a:lnTo>
                  <a:pt x="0" y="101628"/>
                </a:lnTo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27" name="pdf-path-33">
            <a:extLst xmlns:a="http://schemas.openxmlformats.org/drawingml/2006/main">
              <a:ext uri="{FF2B5EF4-FFF2-40B4-BE49-F238E27FC236}">
                <a16:creationId xmlns:a16="http://schemas.microsoft.com/office/drawing/2014/main" id="{56C6570C-BE94-4A95-8E7C-9E153CF2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135" y="1134468"/>
            <a:ext cx="55158" cy="55157"/>
          </a:xfrm>
          <a:custGeom xmlns:a="http://schemas.openxmlformats.org/drawingml/2006/main">
            <a:pathLst>
              <a:path w="55158" h="55157">
                <a:moveTo>
                  <a:pt x="27580" y="55157"/>
                </a:moveTo>
                <a:lnTo>
                  <a:pt x="0" y="0"/>
                </a:lnTo>
                <a:lnTo>
                  <a:pt x="27580" y="13789"/>
                </a:lnTo>
                <a:lnTo>
                  <a:pt x="55158" y="0"/>
                </a:lnTo>
                <a:lnTo>
                  <a:pt x="27580" y="551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df-path-34">
            <a:extLst xmlns:a="http://schemas.openxmlformats.org/drawingml/2006/main">
              <a:ext uri="{FF2B5EF4-FFF2-40B4-BE49-F238E27FC236}">
                <a16:creationId xmlns:a16="http://schemas.microsoft.com/office/drawing/2014/main" id="{02DFE6CC-C3F9-41DD-AEE7-DE32761E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135" y="1134468"/>
            <a:ext cx="55158" cy="55157"/>
          </a:xfrm>
          <a:custGeom xmlns:a="http://schemas.openxmlformats.org/drawingml/2006/main">
            <a:pathLst>
              <a:path w="55158" h="55157">
                <a:moveTo>
                  <a:pt x="27580" y="55157"/>
                </a:moveTo>
                <a:lnTo>
                  <a:pt x="55158" y="0"/>
                </a:lnTo>
                <a:lnTo>
                  <a:pt x="27580" y="137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29" name="pdf-path-35">
            <a:extLst xmlns:a="http://schemas.openxmlformats.org/drawingml/2006/main">
              <a:ext uri="{FF2B5EF4-FFF2-40B4-BE49-F238E27FC236}">
                <a16:creationId xmlns:a16="http://schemas.microsoft.com/office/drawing/2014/main" id="{968F0648-F9A7-4E60-ABCA-26AF47BC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4701" y="1577726"/>
            <a:ext cx="95" cy="397891"/>
          </a:xfrm>
          <a:custGeom xmlns:a="http://schemas.openxmlformats.org/drawingml/2006/main">
            <a:pathLst>
              <a:path w="95" h="397891">
                <a:moveTo>
                  <a:pt x="0" y="0"/>
                </a:moveTo>
                <a:lnTo>
                  <a:pt x="0" y="397891"/>
                </a:lnTo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30" name="pdf-path-36">
            <a:extLst xmlns:a="http://schemas.openxmlformats.org/drawingml/2006/main">
              <a:ext uri="{FF2B5EF4-FFF2-40B4-BE49-F238E27FC236}">
                <a16:creationId xmlns:a16="http://schemas.microsoft.com/office/drawing/2014/main" id="{7BD7D8D6-C204-476D-B0C8-96A98D93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122" y="1961828"/>
            <a:ext cx="55157" cy="55157"/>
          </a:xfrm>
          <a:custGeom xmlns:a="http://schemas.openxmlformats.org/drawingml/2006/main">
            <a:pathLst>
              <a:path w="55157" h="55157">
                <a:moveTo>
                  <a:pt x="27579" y="55157"/>
                </a:moveTo>
                <a:lnTo>
                  <a:pt x="0" y="0"/>
                </a:lnTo>
                <a:lnTo>
                  <a:pt x="27579" y="13789"/>
                </a:lnTo>
                <a:lnTo>
                  <a:pt x="55157" y="0"/>
                </a:lnTo>
                <a:lnTo>
                  <a:pt x="27579" y="551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df-path-37">
            <a:extLst xmlns:a="http://schemas.openxmlformats.org/drawingml/2006/main">
              <a:ext uri="{FF2B5EF4-FFF2-40B4-BE49-F238E27FC236}">
                <a16:creationId xmlns:a16="http://schemas.microsoft.com/office/drawing/2014/main" id="{278C33FD-0054-4969-BBC2-AA99A1DA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122" y="1961828"/>
            <a:ext cx="55157" cy="55157"/>
          </a:xfrm>
          <a:custGeom xmlns:a="http://schemas.openxmlformats.org/drawingml/2006/main">
            <a:pathLst>
              <a:path w="55157" h="55157">
                <a:moveTo>
                  <a:pt x="27579" y="55157"/>
                </a:moveTo>
                <a:lnTo>
                  <a:pt x="55157" y="0"/>
                </a:lnTo>
                <a:lnTo>
                  <a:pt x="27579" y="137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32" name="pdf-path-38">
            <a:extLst xmlns:a="http://schemas.openxmlformats.org/drawingml/2006/main">
              <a:ext uri="{FF2B5EF4-FFF2-40B4-BE49-F238E27FC236}">
                <a16:creationId xmlns:a16="http://schemas.microsoft.com/office/drawing/2014/main" id="{967E895B-8A6E-472F-86E8-31A19067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4701" y="2446109"/>
            <a:ext cx="1378934" cy="1022549"/>
          </a:xfrm>
          <a:custGeom xmlns:a="http://schemas.openxmlformats.org/drawingml/2006/main">
            <a:pathLst>
              <a:path w="1378934" h="1022549">
                <a:moveTo>
                  <a:pt x="1378934" y="0"/>
                </a:moveTo>
                <a:lnTo>
                  <a:pt x="1378934" y="792888"/>
                </a:lnTo>
                <a:lnTo>
                  <a:pt x="0" y="792888"/>
                </a:lnTo>
                <a:lnTo>
                  <a:pt x="0" y="1022549"/>
                </a:lnTo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33" name="pdf-path-39">
            <a:extLst xmlns:a="http://schemas.openxmlformats.org/drawingml/2006/main">
              <a:ext uri="{FF2B5EF4-FFF2-40B4-BE49-F238E27FC236}">
                <a16:creationId xmlns:a16="http://schemas.microsoft.com/office/drawing/2014/main" id="{ECF6ED7F-04C2-414C-8E98-C53010AC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122" y="3454868"/>
            <a:ext cx="55157" cy="55157"/>
          </a:xfrm>
          <a:custGeom xmlns:a="http://schemas.openxmlformats.org/drawingml/2006/main">
            <a:pathLst>
              <a:path w="55157" h="55157">
                <a:moveTo>
                  <a:pt x="27579" y="55157"/>
                </a:moveTo>
                <a:lnTo>
                  <a:pt x="0" y="0"/>
                </a:lnTo>
                <a:lnTo>
                  <a:pt x="27579" y="13790"/>
                </a:lnTo>
                <a:lnTo>
                  <a:pt x="55157" y="0"/>
                </a:lnTo>
                <a:lnTo>
                  <a:pt x="27579" y="551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path-40">
            <a:extLst xmlns:a="http://schemas.openxmlformats.org/drawingml/2006/main">
              <a:ext uri="{FF2B5EF4-FFF2-40B4-BE49-F238E27FC236}">
                <a16:creationId xmlns:a16="http://schemas.microsoft.com/office/drawing/2014/main" id="{9900B0AC-CB9D-4BE7-8349-15B592A6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122" y="3454868"/>
            <a:ext cx="55157" cy="55157"/>
          </a:xfrm>
          <a:custGeom xmlns:a="http://schemas.openxmlformats.org/drawingml/2006/main">
            <a:pathLst>
              <a:path w="55157" h="55157">
                <a:moveTo>
                  <a:pt x="27579" y="55157"/>
                </a:moveTo>
                <a:lnTo>
                  <a:pt x="55157" y="0"/>
                </a:lnTo>
                <a:lnTo>
                  <a:pt x="27579" y="1379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35" name="pdf-path-41">
            <a:extLst xmlns:a="http://schemas.openxmlformats.org/drawingml/2006/main">
              <a:ext uri="{FF2B5EF4-FFF2-40B4-BE49-F238E27FC236}">
                <a16:creationId xmlns:a16="http://schemas.microsoft.com/office/drawing/2014/main" id="{C7D6EA38-AB29-4C93-BA75-746AE217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6562" y="2035876"/>
            <a:ext cx="1172095" cy="413680"/>
          </a:xfrm>
          <a:custGeom xmlns:a="http://schemas.openxmlformats.org/drawingml/2006/main">
            <a:pathLst>
              <a:path w="1172095" h="413680">
                <a:moveTo>
                  <a:pt x="62053" y="0"/>
                </a:moveTo>
                <a:lnTo>
                  <a:pt x="1110043" y="0"/>
                </a:lnTo>
                <a:cubicBezTo>
                  <a:pt x="1114116" y="0"/>
                  <a:pt x="1118150" y="397"/>
                  <a:pt x="1122147" y="1192"/>
                </a:cubicBezTo>
                <a:cubicBezTo>
                  <a:pt x="1126142" y="1987"/>
                  <a:pt x="1130022" y="3164"/>
                  <a:pt x="1133787" y="4722"/>
                </a:cubicBezTo>
                <a:cubicBezTo>
                  <a:pt x="1137551" y="6282"/>
                  <a:pt x="1141127" y="8194"/>
                  <a:pt x="1144515" y="10457"/>
                </a:cubicBezTo>
                <a:cubicBezTo>
                  <a:pt x="1147902" y="12721"/>
                  <a:pt x="1151038" y="15293"/>
                  <a:pt x="1153918" y="18175"/>
                </a:cubicBezTo>
                <a:cubicBezTo>
                  <a:pt x="1156799" y="21056"/>
                  <a:pt x="1159371" y="24190"/>
                  <a:pt x="1161634" y="27577"/>
                </a:cubicBezTo>
                <a:cubicBezTo>
                  <a:pt x="1163898" y="30965"/>
                  <a:pt x="1165810" y="34541"/>
                  <a:pt x="1167369" y="38305"/>
                </a:cubicBezTo>
                <a:cubicBezTo>
                  <a:pt x="1168929" y="42070"/>
                  <a:pt x="1170105" y="45950"/>
                  <a:pt x="1170901" y="49946"/>
                </a:cubicBezTo>
                <a:cubicBezTo>
                  <a:pt x="1171696" y="53943"/>
                  <a:pt x="1172094" y="57977"/>
                  <a:pt x="1172095" y="62052"/>
                </a:cubicBezTo>
                <a:lnTo>
                  <a:pt x="1172095" y="351628"/>
                </a:lnTo>
                <a:cubicBezTo>
                  <a:pt x="1172094" y="355702"/>
                  <a:pt x="1171696" y="359738"/>
                  <a:pt x="1170901" y="363734"/>
                </a:cubicBezTo>
                <a:cubicBezTo>
                  <a:pt x="1170105" y="367729"/>
                  <a:pt x="1168927" y="371609"/>
                  <a:pt x="1167368" y="375374"/>
                </a:cubicBezTo>
                <a:cubicBezTo>
                  <a:pt x="1165809" y="379138"/>
                  <a:pt x="1163898" y="382714"/>
                  <a:pt x="1161634" y="386101"/>
                </a:cubicBezTo>
                <a:cubicBezTo>
                  <a:pt x="1159371" y="389490"/>
                  <a:pt x="1156799" y="392624"/>
                  <a:pt x="1153918" y="395506"/>
                </a:cubicBezTo>
                <a:cubicBezTo>
                  <a:pt x="1151038" y="398387"/>
                  <a:pt x="1147902" y="400959"/>
                  <a:pt x="1144515" y="403222"/>
                </a:cubicBezTo>
                <a:cubicBezTo>
                  <a:pt x="1141127" y="405486"/>
                  <a:pt x="1137550" y="407397"/>
                  <a:pt x="1133785" y="408956"/>
                </a:cubicBezTo>
                <a:cubicBezTo>
                  <a:pt x="1130022" y="410516"/>
                  <a:pt x="1126142" y="411693"/>
                  <a:pt x="1122147" y="412488"/>
                </a:cubicBezTo>
                <a:cubicBezTo>
                  <a:pt x="1118150" y="413282"/>
                  <a:pt x="1114116" y="413680"/>
                  <a:pt x="1110043" y="413680"/>
                </a:cubicBezTo>
                <a:lnTo>
                  <a:pt x="62053" y="413680"/>
                </a:lnTo>
                <a:cubicBezTo>
                  <a:pt x="57978" y="413680"/>
                  <a:pt x="53943" y="413282"/>
                  <a:pt x="49946" y="412488"/>
                </a:cubicBezTo>
                <a:cubicBezTo>
                  <a:pt x="45950" y="411693"/>
                  <a:pt x="42070" y="410516"/>
                  <a:pt x="38305" y="408956"/>
                </a:cubicBezTo>
                <a:cubicBezTo>
                  <a:pt x="34541" y="407397"/>
                  <a:pt x="30964" y="405486"/>
                  <a:pt x="27577" y="403222"/>
                </a:cubicBezTo>
                <a:cubicBezTo>
                  <a:pt x="24189" y="400959"/>
                  <a:pt x="21055" y="398387"/>
                  <a:pt x="18174" y="395506"/>
                </a:cubicBezTo>
                <a:cubicBezTo>
                  <a:pt x="15293" y="392624"/>
                  <a:pt x="12720" y="389490"/>
                  <a:pt x="10458" y="386101"/>
                </a:cubicBezTo>
                <a:cubicBezTo>
                  <a:pt x="8194" y="382714"/>
                  <a:pt x="6282" y="379138"/>
                  <a:pt x="4722" y="375374"/>
                </a:cubicBezTo>
                <a:cubicBezTo>
                  <a:pt x="3163" y="371609"/>
                  <a:pt x="1986" y="367729"/>
                  <a:pt x="1192" y="363734"/>
                </a:cubicBezTo>
                <a:cubicBezTo>
                  <a:pt x="398" y="359738"/>
                  <a:pt x="0" y="355702"/>
                  <a:pt x="1" y="351628"/>
                </a:cubicBezTo>
                <a:lnTo>
                  <a:pt x="1" y="62052"/>
                </a:lnTo>
                <a:cubicBezTo>
                  <a:pt x="0" y="57977"/>
                  <a:pt x="398" y="53943"/>
                  <a:pt x="1192" y="49946"/>
                </a:cubicBezTo>
                <a:cubicBezTo>
                  <a:pt x="1986" y="45950"/>
                  <a:pt x="3163" y="42070"/>
                  <a:pt x="4722" y="38305"/>
                </a:cubicBezTo>
                <a:cubicBezTo>
                  <a:pt x="6282" y="34541"/>
                  <a:pt x="8194" y="30965"/>
                  <a:pt x="10456" y="27577"/>
                </a:cubicBezTo>
                <a:cubicBezTo>
                  <a:pt x="12720" y="24190"/>
                  <a:pt x="15293" y="21056"/>
                  <a:pt x="18174" y="18175"/>
                </a:cubicBezTo>
                <a:cubicBezTo>
                  <a:pt x="21055" y="15293"/>
                  <a:pt x="24189" y="12721"/>
                  <a:pt x="27577" y="10457"/>
                </a:cubicBezTo>
                <a:cubicBezTo>
                  <a:pt x="30964" y="8194"/>
                  <a:pt x="34541" y="6282"/>
                  <a:pt x="38305" y="4722"/>
                </a:cubicBezTo>
                <a:cubicBezTo>
                  <a:pt x="42070" y="3164"/>
                  <a:pt x="45950" y="1987"/>
                  <a:pt x="49946" y="1192"/>
                </a:cubicBezTo>
                <a:cubicBezTo>
                  <a:pt x="53943" y="397"/>
                  <a:pt x="57978" y="0"/>
                  <a:pt x="62053" y="0"/>
                </a:cubicBezTo>
              </a:path>
            </a:pathLst>
          </a:custGeom>
          <a:solidFill xmlns:a="http://schemas.openxmlformats.org/drawingml/2006/main">
            <a:srgbClr val="E5CCFF"/>
          </a:solidFill>
          <a:ln xmlns:a="http://schemas.openxmlformats.org/drawingml/2006/main" w="6895">
            <a:solidFill>
              <a:srgbClr val="000000"/>
            </a:solidFill>
            <a:prstDash val="solid"/>
          </a:ln>
        </p:spPr>
      </p:sp>
      <p:sp>
        <p:nvSpPr>
          <p:cNvPr id="36" name="pdf-path-43">
            <a:extLst xmlns:a="http://schemas.openxmlformats.org/drawingml/2006/main">
              <a:ext uri="{FF2B5EF4-FFF2-40B4-BE49-F238E27FC236}">
                <a16:creationId xmlns:a16="http://schemas.microsoft.com/office/drawing/2014/main" id="{F3AF8613-B693-4A5D-A8DA-796609B1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7473" y="2213113"/>
            <a:ext cx="105385" cy="117067"/>
          </a:xfrm>
          <a:custGeom xmlns:a="http://schemas.openxmlformats.org/drawingml/2006/main">
            <a:pathLst>
              <a:path w="105385" h="117067">
                <a:moveTo>
                  <a:pt x="0" y="40282"/>
                </a:moveTo>
                <a:cubicBezTo>
                  <a:pt x="171" y="39767"/>
                  <a:pt x="343" y="39080"/>
                  <a:pt x="515" y="38220"/>
                </a:cubicBezTo>
                <a:cubicBezTo>
                  <a:pt x="687" y="37362"/>
                  <a:pt x="1116" y="35472"/>
                  <a:pt x="1803" y="32552"/>
                </a:cubicBezTo>
                <a:cubicBezTo>
                  <a:pt x="2491" y="29632"/>
                  <a:pt x="3350" y="26969"/>
                  <a:pt x="4380" y="24564"/>
                </a:cubicBezTo>
                <a:cubicBezTo>
                  <a:pt x="5411" y="22159"/>
                  <a:pt x="6700" y="19325"/>
                  <a:pt x="8245" y="16061"/>
                </a:cubicBezTo>
                <a:cubicBezTo>
                  <a:pt x="9791" y="12797"/>
                  <a:pt x="11509" y="10221"/>
                  <a:pt x="13398" y="8331"/>
                </a:cubicBezTo>
                <a:cubicBezTo>
                  <a:pt x="15287" y="6441"/>
                  <a:pt x="17521" y="4552"/>
                  <a:pt x="20098" y="2663"/>
                </a:cubicBezTo>
                <a:cubicBezTo>
                  <a:pt x="22674" y="773"/>
                  <a:pt x="25509" y="0"/>
                  <a:pt x="28601" y="344"/>
                </a:cubicBezTo>
                <a:cubicBezTo>
                  <a:pt x="33583" y="344"/>
                  <a:pt x="37963" y="1374"/>
                  <a:pt x="41742" y="3435"/>
                </a:cubicBezTo>
                <a:cubicBezTo>
                  <a:pt x="45520" y="5497"/>
                  <a:pt x="48183" y="7386"/>
                  <a:pt x="49730" y="9104"/>
                </a:cubicBezTo>
                <a:cubicBezTo>
                  <a:pt x="51276" y="10822"/>
                  <a:pt x="52220" y="12540"/>
                  <a:pt x="52564" y="14257"/>
                </a:cubicBezTo>
                <a:cubicBezTo>
                  <a:pt x="52907" y="15288"/>
                  <a:pt x="53165" y="15804"/>
                  <a:pt x="53337" y="15804"/>
                </a:cubicBezTo>
                <a:cubicBezTo>
                  <a:pt x="53508" y="15804"/>
                  <a:pt x="54196" y="15203"/>
                  <a:pt x="55398" y="14000"/>
                </a:cubicBezTo>
                <a:cubicBezTo>
                  <a:pt x="63644" y="5067"/>
                  <a:pt x="73177" y="601"/>
                  <a:pt x="84000" y="601"/>
                </a:cubicBezTo>
                <a:lnTo>
                  <a:pt x="84773" y="601"/>
                </a:lnTo>
                <a:cubicBezTo>
                  <a:pt x="93018" y="601"/>
                  <a:pt x="99202" y="4122"/>
                  <a:pt x="103324" y="11166"/>
                </a:cubicBezTo>
                <a:cubicBezTo>
                  <a:pt x="104698" y="14429"/>
                  <a:pt x="105385" y="17607"/>
                  <a:pt x="105385" y="20699"/>
                </a:cubicBezTo>
                <a:cubicBezTo>
                  <a:pt x="105385" y="25852"/>
                  <a:pt x="104269" y="29975"/>
                  <a:pt x="102036" y="33067"/>
                </a:cubicBezTo>
                <a:cubicBezTo>
                  <a:pt x="99803" y="36159"/>
                  <a:pt x="97570" y="38135"/>
                  <a:pt x="95337" y="38994"/>
                </a:cubicBezTo>
                <a:cubicBezTo>
                  <a:pt x="93104" y="39853"/>
                  <a:pt x="90956" y="40196"/>
                  <a:pt x="88895" y="40024"/>
                </a:cubicBezTo>
                <a:cubicBezTo>
                  <a:pt x="85460" y="40024"/>
                  <a:pt x="82711" y="39080"/>
                  <a:pt x="80650" y="37190"/>
                </a:cubicBezTo>
                <a:cubicBezTo>
                  <a:pt x="78588" y="35300"/>
                  <a:pt x="77558" y="32810"/>
                  <a:pt x="77558" y="29717"/>
                </a:cubicBezTo>
                <a:cubicBezTo>
                  <a:pt x="77558" y="21472"/>
                  <a:pt x="82367" y="15975"/>
                  <a:pt x="91987" y="13227"/>
                </a:cubicBezTo>
                <a:cubicBezTo>
                  <a:pt x="88207" y="10994"/>
                  <a:pt x="85116" y="9877"/>
                  <a:pt x="82711" y="9877"/>
                </a:cubicBezTo>
                <a:cubicBezTo>
                  <a:pt x="73091" y="9877"/>
                  <a:pt x="64245" y="16233"/>
                  <a:pt x="56171" y="28945"/>
                </a:cubicBezTo>
                <a:cubicBezTo>
                  <a:pt x="54454" y="31693"/>
                  <a:pt x="53165" y="34528"/>
                  <a:pt x="52306" y="37448"/>
                </a:cubicBezTo>
                <a:cubicBezTo>
                  <a:pt x="51447" y="40368"/>
                  <a:pt x="48527" y="51791"/>
                  <a:pt x="43545" y="71717"/>
                </a:cubicBezTo>
                <a:cubicBezTo>
                  <a:pt x="37705" y="95766"/>
                  <a:pt x="34355" y="108564"/>
                  <a:pt x="33497" y="110110"/>
                </a:cubicBezTo>
                <a:cubicBezTo>
                  <a:pt x="31263" y="114748"/>
                  <a:pt x="27570" y="117067"/>
                  <a:pt x="22417" y="117067"/>
                </a:cubicBezTo>
                <a:cubicBezTo>
                  <a:pt x="20184" y="117067"/>
                  <a:pt x="18380" y="116552"/>
                  <a:pt x="17006" y="115521"/>
                </a:cubicBezTo>
                <a:cubicBezTo>
                  <a:pt x="15632" y="114490"/>
                  <a:pt x="14686" y="113459"/>
                  <a:pt x="14171" y="112429"/>
                </a:cubicBezTo>
                <a:cubicBezTo>
                  <a:pt x="13656" y="111398"/>
                  <a:pt x="13484" y="110539"/>
                  <a:pt x="13656" y="109852"/>
                </a:cubicBezTo>
                <a:cubicBezTo>
                  <a:pt x="13656" y="107619"/>
                  <a:pt x="17092" y="92846"/>
                  <a:pt x="23962" y="65533"/>
                </a:cubicBezTo>
                <a:cubicBezTo>
                  <a:pt x="30834" y="38220"/>
                  <a:pt x="34270" y="23018"/>
                  <a:pt x="34270" y="19926"/>
                </a:cubicBezTo>
                <a:cubicBezTo>
                  <a:pt x="34270" y="13227"/>
                  <a:pt x="32036" y="9877"/>
                  <a:pt x="27570" y="9877"/>
                </a:cubicBezTo>
                <a:cubicBezTo>
                  <a:pt x="23962" y="9877"/>
                  <a:pt x="20871" y="12282"/>
                  <a:pt x="18294" y="17092"/>
                </a:cubicBezTo>
                <a:cubicBezTo>
                  <a:pt x="15718" y="21902"/>
                  <a:pt x="13656" y="27141"/>
                  <a:pt x="12110" y="32810"/>
                </a:cubicBezTo>
                <a:cubicBezTo>
                  <a:pt x="10564" y="38478"/>
                  <a:pt x="9619" y="41570"/>
                  <a:pt x="9276" y="42086"/>
                </a:cubicBezTo>
                <a:cubicBezTo>
                  <a:pt x="8932" y="42429"/>
                  <a:pt x="7558" y="42601"/>
                  <a:pt x="5153" y="42601"/>
                </a:cubicBezTo>
                <a:lnTo>
                  <a:pt x="1545" y="42601"/>
                </a:lnTo>
                <a:cubicBezTo>
                  <a:pt x="515" y="41570"/>
                  <a:pt x="0" y="40798"/>
                  <a:pt x="0" y="402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7" name="pdf-path-45">
            <a:extLst xmlns:a="http://schemas.openxmlformats.org/drawingml/2006/main">
              <a:ext uri="{FF2B5EF4-FFF2-40B4-BE49-F238E27FC236}">
                <a16:creationId xmlns:a16="http://schemas.microsoft.com/office/drawing/2014/main" id="{2A55A2F9-855B-4E8F-8FB6-AE3B4D8E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1874" y="2139316"/>
            <a:ext cx="70500" cy="83616"/>
          </a:xfrm>
          <a:custGeom xmlns:a="http://schemas.openxmlformats.org/drawingml/2006/main">
            <a:pathLst>
              <a:path w="70500" h="83616">
                <a:moveTo>
                  <a:pt x="0" y="41899"/>
                </a:moveTo>
                <a:cubicBezTo>
                  <a:pt x="0" y="35219"/>
                  <a:pt x="1214" y="29147"/>
                  <a:pt x="3643" y="23682"/>
                </a:cubicBezTo>
                <a:cubicBezTo>
                  <a:pt x="6072" y="18217"/>
                  <a:pt x="9109" y="13784"/>
                  <a:pt x="12752" y="10384"/>
                </a:cubicBezTo>
                <a:cubicBezTo>
                  <a:pt x="16396" y="6983"/>
                  <a:pt x="20342" y="4433"/>
                  <a:pt x="24593" y="2732"/>
                </a:cubicBezTo>
                <a:cubicBezTo>
                  <a:pt x="28844" y="1032"/>
                  <a:pt x="32851" y="122"/>
                  <a:pt x="36616" y="0"/>
                </a:cubicBezTo>
                <a:cubicBezTo>
                  <a:pt x="43053" y="0"/>
                  <a:pt x="48578" y="1093"/>
                  <a:pt x="53194" y="3279"/>
                </a:cubicBezTo>
                <a:cubicBezTo>
                  <a:pt x="57809" y="5465"/>
                  <a:pt x="61331" y="8501"/>
                  <a:pt x="63760" y="12388"/>
                </a:cubicBezTo>
                <a:cubicBezTo>
                  <a:pt x="66189" y="16274"/>
                  <a:pt x="67889" y="20160"/>
                  <a:pt x="68861" y="24046"/>
                </a:cubicBezTo>
                <a:cubicBezTo>
                  <a:pt x="69832" y="27933"/>
                  <a:pt x="70378" y="32244"/>
                  <a:pt x="70500" y="36980"/>
                </a:cubicBezTo>
                <a:cubicBezTo>
                  <a:pt x="70500" y="37831"/>
                  <a:pt x="70075" y="38681"/>
                  <a:pt x="69225" y="39531"/>
                </a:cubicBezTo>
                <a:lnTo>
                  <a:pt x="17852" y="39531"/>
                </a:lnTo>
                <a:lnTo>
                  <a:pt x="17852" y="42264"/>
                </a:lnTo>
                <a:cubicBezTo>
                  <a:pt x="17852" y="60238"/>
                  <a:pt x="23925" y="71168"/>
                  <a:pt x="36070" y="75054"/>
                </a:cubicBezTo>
                <a:cubicBezTo>
                  <a:pt x="38499" y="75783"/>
                  <a:pt x="41171" y="76147"/>
                  <a:pt x="44086" y="76147"/>
                </a:cubicBezTo>
                <a:cubicBezTo>
                  <a:pt x="49187" y="76147"/>
                  <a:pt x="53558" y="74204"/>
                  <a:pt x="57201" y="70318"/>
                </a:cubicBezTo>
                <a:cubicBezTo>
                  <a:pt x="59266" y="68253"/>
                  <a:pt x="60906" y="65703"/>
                  <a:pt x="62121" y="62667"/>
                </a:cubicBezTo>
                <a:lnTo>
                  <a:pt x="63941" y="58295"/>
                </a:lnTo>
                <a:cubicBezTo>
                  <a:pt x="64307" y="57930"/>
                  <a:pt x="65277" y="57748"/>
                  <a:pt x="66856" y="57748"/>
                </a:cubicBezTo>
                <a:lnTo>
                  <a:pt x="67403" y="57748"/>
                </a:lnTo>
                <a:cubicBezTo>
                  <a:pt x="69468" y="57748"/>
                  <a:pt x="70500" y="58355"/>
                  <a:pt x="70500" y="59570"/>
                </a:cubicBezTo>
                <a:cubicBezTo>
                  <a:pt x="70500" y="60056"/>
                  <a:pt x="70318" y="60845"/>
                  <a:pt x="69954" y="61938"/>
                </a:cubicBezTo>
                <a:cubicBezTo>
                  <a:pt x="67646" y="68617"/>
                  <a:pt x="63821" y="73901"/>
                  <a:pt x="58477" y="77787"/>
                </a:cubicBezTo>
                <a:cubicBezTo>
                  <a:pt x="53133" y="81673"/>
                  <a:pt x="47122" y="83616"/>
                  <a:pt x="40442" y="83616"/>
                </a:cubicBezTo>
                <a:cubicBezTo>
                  <a:pt x="28904" y="83616"/>
                  <a:pt x="19310" y="79427"/>
                  <a:pt x="11659" y="71047"/>
                </a:cubicBezTo>
                <a:cubicBezTo>
                  <a:pt x="4008" y="62667"/>
                  <a:pt x="121" y="52951"/>
                  <a:pt x="0" y="41899"/>
                </a:cubicBezTo>
                <a:moveTo>
                  <a:pt x="55562" y="31516"/>
                </a:moveTo>
                <a:cubicBezTo>
                  <a:pt x="54226" y="15970"/>
                  <a:pt x="48458" y="7712"/>
                  <a:pt x="38256" y="6740"/>
                </a:cubicBezTo>
                <a:lnTo>
                  <a:pt x="37892" y="6740"/>
                </a:lnTo>
                <a:cubicBezTo>
                  <a:pt x="36920" y="6740"/>
                  <a:pt x="35948" y="6801"/>
                  <a:pt x="34977" y="6922"/>
                </a:cubicBezTo>
                <a:cubicBezTo>
                  <a:pt x="34005" y="7044"/>
                  <a:pt x="32488" y="7530"/>
                  <a:pt x="30423" y="8380"/>
                </a:cubicBezTo>
                <a:cubicBezTo>
                  <a:pt x="28358" y="9230"/>
                  <a:pt x="26597" y="10505"/>
                  <a:pt x="25139" y="12205"/>
                </a:cubicBezTo>
                <a:cubicBezTo>
                  <a:pt x="23682" y="13906"/>
                  <a:pt x="22286" y="16396"/>
                  <a:pt x="20950" y="19674"/>
                </a:cubicBezTo>
                <a:cubicBezTo>
                  <a:pt x="19614" y="22953"/>
                  <a:pt x="18642" y="26961"/>
                  <a:pt x="18035" y="31697"/>
                </a:cubicBezTo>
                <a:lnTo>
                  <a:pt x="18035" y="32973"/>
                </a:lnTo>
                <a:lnTo>
                  <a:pt x="55562" y="32973"/>
                </a:lnTo>
                <a:lnTo>
                  <a:pt x="55562" y="315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38" name="pdf-path-47">
            <a:extLst xmlns:a="http://schemas.openxmlformats.org/drawingml/2006/main">
              <a:ext uri="{FF2B5EF4-FFF2-40B4-BE49-F238E27FC236}">
                <a16:creationId xmlns:a16="http://schemas.microsoft.com/office/drawing/2014/main" id="{B159C068-A29F-45B0-AD50-7B4F99FB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9660" y="2142413"/>
            <a:ext cx="91997" cy="78516"/>
          </a:xfrm>
          <a:custGeom xmlns:a="http://schemas.openxmlformats.org/drawingml/2006/main">
            <a:pathLst>
              <a:path w="91997" h="78516">
                <a:moveTo>
                  <a:pt x="34613" y="78516"/>
                </a:moveTo>
                <a:cubicBezTo>
                  <a:pt x="33156" y="78151"/>
                  <a:pt x="27144" y="77969"/>
                  <a:pt x="16578" y="77969"/>
                </a:cubicBezTo>
                <a:cubicBezTo>
                  <a:pt x="7348" y="77969"/>
                  <a:pt x="2187" y="78151"/>
                  <a:pt x="1094" y="78516"/>
                </a:cubicBezTo>
                <a:lnTo>
                  <a:pt x="0" y="78516"/>
                </a:lnTo>
                <a:lnTo>
                  <a:pt x="0" y="70136"/>
                </a:lnTo>
                <a:lnTo>
                  <a:pt x="2551" y="70136"/>
                </a:lnTo>
                <a:cubicBezTo>
                  <a:pt x="5344" y="70014"/>
                  <a:pt x="7895" y="69650"/>
                  <a:pt x="10202" y="69043"/>
                </a:cubicBezTo>
                <a:cubicBezTo>
                  <a:pt x="12510" y="68435"/>
                  <a:pt x="14270" y="67889"/>
                  <a:pt x="15485" y="67403"/>
                </a:cubicBezTo>
                <a:cubicBezTo>
                  <a:pt x="16699" y="66917"/>
                  <a:pt x="18217" y="65885"/>
                  <a:pt x="20039" y="64306"/>
                </a:cubicBezTo>
                <a:cubicBezTo>
                  <a:pt x="21861" y="62728"/>
                  <a:pt x="22954" y="61635"/>
                  <a:pt x="23318" y="61027"/>
                </a:cubicBezTo>
                <a:cubicBezTo>
                  <a:pt x="23682" y="60420"/>
                  <a:pt x="24958" y="58841"/>
                  <a:pt x="27144" y="56291"/>
                </a:cubicBezTo>
                <a:cubicBezTo>
                  <a:pt x="29330" y="53740"/>
                  <a:pt x="30545" y="52040"/>
                  <a:pt x="30788" y="51190"/>
                </a:cubicBezTo>
                <a:lnTo>
                  <a:pt x="39167" y="40260"/>
                </a:lnTo>
                <a:lnTo>
                  <a:pt x="28602" y="26050"/>
                </a:lnTo>
                <a:cubicBezTo>
                  <a:pt x="27509" y="24472"/>
                  <a:pt x="26354" y="22832"/>
                  <a:pt x="25140" y="21132"/>
                </a:cubicBezTo>
                <a:cubicBezTo>
                  <a:pt x="23925" y="19431"/>
                  <a:pt x="22954" y="18156"/>
                  <a:pt x="22225" y="17306"/>
                </a:cubicBezTo>
                <a:cubicBezTo>
                  <a:pt x="21496" y="16456"/>
                  <a:pt x="20829" y="15545"/>
                  <a:pt x="20222" y="14574"/>
                </a:cubicBezTo>
                <a:cubicBezTo>
                  <a:pt x="19614" y="13602"/>
                  <a:pt x="19067" y="12873"/>
                  <a:pt x="18581" y="12388"/>
                </a:cubicBezTo>
                <a:cubicBezTo>
                  <a:pt x="18097" y="11902"/>
                  <a:pt x="17731" y="11477"/>
                  <a:pt x="17488" y="11112"/>
                </a:cubicBezTo>
                <a:cubicBezTo>
                  <a:pt x="17245" y="10748"/>
                  <a:pt x="16821" y="10384"/>
                  <a:pt x="16214" y="10019"/>
                </a:cubicBezTo>
                <a:cubicBezTo>
                  <a:pt x="15606" y="9655"/>
                  <a:pt x="15242" y="9473"/>
                  <a:pt x="15121" y="9473"/>
                </a:cubicBezTo>
                <a:cubicBezTo>
                  <a:pt x="14999" y="9473"/>
                  <a:pt x="14635" y="9351"/>
                  <a:pt x="14028" y="9108"/>
                </a:cubicBezTo>
                <a:cubicBezTo>
                  <a:pt x="13420" y="8866"/>
                  <a:pt x="12934" y="8744"/>
                  <a:pt x="12570" y="8744"/>
                </a:cubicBezTo>
                <a:cubicBezTo>
                  <a:pt x="11841" y="8744"/>
                  <a:pt x="9655" y="8623"/>
                  <a:pt x="6012" y="8380"/>
                </a:cubicBezTo>
                <a:lnTo>
                  <a:pt x="912" y="8380"/>
                </a:lnTo>
                <a:lnTo>
                  <a:pt x="912" y="0"/>
                </a:lnTo>
                <a:lnTo>
                  <a:pt x="2187" y="0"/>
                </a:lnTo>
                <a:cubicBezTo>
                  <a:pt x="6559" y="243"/>
                  <a:pt x="12813" y="364"/>
                  <a:pt x="20950" y="364"/>
                </a:cubicBezTo>
                <a:cubicBezTo>
                  <a:pt x="32245" y="364"/>
                  <a:pt x="38499" y="243"/>
                  <a:pt x="39714" y="0"/>
                </a:cubicBezTo>
                <a:lnTo>
                  <a:pt x="41171" y="0"/>
                </a:lnTo>
                <a:lnTo>
                  <a:pt x="41171" y="8380"/>
                </a:lnTo>
                <a:cubicBezTo>
                  <a:pt x="36799" y="8866"/>
                  <a:pt x="34613" y="9837"/>
                  <a:pt x="34613" y="11295"/>
                </a:cubicBezTo>
                <a:cubicBezTo>
                  <a:pt x="34613" y="11537"/>
                  <a:pt x="35220" y="12509"/>
                  <a:pt x="36435" y="14209"/>
                </a:cubicBezTo>
                <a:cubicBezTo>
                  <a:pt x="37649" y="15909"/>
                  <a:pt x="39350" y="18217"/>
                  <a:pt x="41536" y="21132"/>
                </a:cubicBezTo>
                <a:cubicBezTo>
                  <a:pt x="43722" y="24046"/>
                  <a:pt x="45482" y="26536"/>
                  <a:pt x="46818" y="28601"/>
                </a:cubicBezTo>
                <a:lnTo>
                  <a:pt x="47547" y="29330"/>
                </a:lnTo>
                <a:lnTo>
                  <a:pt x="52101" y="23136"/>
                </a:lnTo>
                <a:cubicBezTo>
                  <a:pt x="55987" y="18156"/>
                  <a:pt x="57931" y="14877"/>
                  <a:pt x="57931" y="13299"/>
                </a:cubicBezTo>
                <a:cubicBezTo>
                  <a:pt x="57931" y="12570"/>
                  <a:pt x="57809" y="11902"/>
                  <a:pt x="57566" y="11295"/>
                </a:cubicBezTo>
                <a:cubicBezTo>
                  <a:pt x="57323" y="10687"/>
                  <a:pt x="57020" y="10262"/>
                  <a:pt x="56656" y="10019"/>
                </a:cubicBezTo>
                <a:cubicBezTo>
                  <a:pt x="56292" y="9776"/>
                  <a:pt x="55987" y="9534"/>
                  <a:pt x="55744" y="9291"/>
                </a:cubicBezTo>
                <a:cubicBezTo>
                  <a:pt x="55502" y="9048"/>
                  <a:pt x="55077" y="8805"/>
                  <a:pt x="54470" y="8562"/>
                </a:cubicBezTo>
                <a:lnTo>
                  <a:pt x="53923" y="8380"/>
                </a:lnTo>
                <a:lnTo>
                  <a:pt x="53012" y="8380"/>
                </a:lnTo>
                <a:lnTo>
                  <a:pt x="53012" y="0"/>
                </a:lnTo>
                <a:lnTo>
                  <a:pt x="54287" y="0"/>
                </a:lnTo>
                <a:cubicBezTo>
                  <a:pt x="56109" y="364"/>
                  <a:pt x="62121" y="546"/>
                  <a:pt x="72322" y="546"/>
                </a:cubicBezTo>
                <a:cubicBezTo>
                  <a:pt x="81917" y="546"/>
                  <a:pt x="87078" y="364"/>
                  <a:pt x="87807" y="0"/>
                </a:cubicBezTo>
                <a:lnTo>
                  <a:pt x="88900" y="0"/>
                </a:lnTo>
                <a:lnTo>
                  <a:pt x="88900" y="8380"/>
                </a:lnTo>
                <a:lnTo>
                  <a:pt x="87625" y="8380"/>
                </a:lnTo>
                <a:cubicBezTo>
                  <a:pt x="81674" y="8380"/>
                  <a:pt x="76756" y="9412"/>
                  <a:pt x="72869" y="11477"/>
                </a:cubicBezTo>
                <a:cubicBezTo>
                  <a:pt x="70804" y="12448"/>
                  <a:pt x="68740" y="14088"/>
                  <a:pt x="66675" y="16396"/>
                </a:cubicBezTo>
                <a:cubicBezTo>
                  <a:pt x="64610" y="18703"/>
                  <a:pt x="60664" y="23804"/>
                  <a:pt x="54834" y="31697"/>
                </a:cubicBezTo>
                <a:lnTo>
                  <a:pt x="51919" y="35523"/>
                </a:lnTo>
                <a:lnTo>
                  <a:pt x="63214" y="51008"/>
                </a:lnTo>
                <a:cubicBezTo>
                  <a:pt x="71229" y="61938"/>
                  <a:pt x="75541" y="67646"/>
                  <a:pt x="76148" y="68132"/>
                </a:cubicBezTo>
                <a:cubicBezTo>
                  <a:pt x="76756" y="68617"/>
                  <a:pt x="77787" y="69043"/>
                  <a:pt x="79245" y="69407"/>
                </a:cubicBezTo>
                <a:cubicBezTo>
                  <a:pt x="81431" y="69893"/>
                  <a:pt x="84649" y="70136"/>
                  <a:pt x="88900" y="70136"/>
                </a:cubicBezTo>
                <a:lnTo>
                  <a:pt x="91997" y="70136"/>
                </a:lnTo>
                <a:lnTo>
                  <a:pt x="91997" y="78516"/>
                </a:lnTo>
                <a:lnTo>
                  <a:pt x="90904" y="78516"/>
                </a:lnTo>
                <a:lnTo>
                  <a:pt x="89447" y="78516"/>
                </a:lnTo>
                <a:cubicBezTo>
                  <a:pt x="88475" y="78394"/>
                  <a:pt x="87261" y="78334"/>
                  <a:pt x="85803" y="78334"/>
                </a:cubicBezTo>
                <a:cubicBezTo>
                  <a:pt x="84346" y="78334"/>
                  <a:pt x="82828" y="78273"/>
                  <a:pt x="81249" y="78151"/>
                </a:cubicBezTo>
                <a:cubicBezTo>
                  <a:pt x="79670" y="78030"/>
                  <a:pt x="78152" y="78030"/>
                  <a:pt x="76694" y="78151"/>
                </a:cubicBezTo>
                <a:cubicBezTo>
                  <a:pt x="75237" y="78273"/>
                  <a:pt x="74144" y="78212"/>
                  <a:pt x="73415" y="77969"/>
                </a:cubicBezTo>
                <a:cubicBezTo>
                  <a:pt x="72079" y="77969"/>
                  <a:pt x="69833" y="77969"/>
                  <a:pt x="66675" y="77969"/>
                </a:cubicBezTo>
                <a:cubicBezTo>
                  <a:pt x="63517" y="77969"/>
                  <a:pt x="60481" y="78091"/>
                  <a:pt x="57566" y="78334"/>
                </a:cubicBezTo>
                <a:lnTo>
                  <a:pt x="53377" y="78516"/>
                </a:lnTo>
                <a:lnTo>
                  <a:pt x="51738" y="78516"/>
                </a:lnTo>
                <a:lnTo>
                  <a:pt x="51738" y="70136"/>
                </a:lnTo>
                <a:lnTo>
                  <a:pt x="52284" y="70136"/>
                </a:lnTo>
                <a:cubicBezTo>
                  <a:pt x="53620" y="70136"/>
                  <a:pt x="54956" y="69832"/>
                  <a:pt x="56292" y="69225"/>
                </a:cubicBezTo>
                <a:cubicBezTo>
                  <a:pt x="57627" y="68617"/>
                  <a:pt x="58295" y="67889"/>
                  <a:pt x="58295" y="67039"/>
                </a:cubicBezTo>
                <a:cubicBezTo>
                  <a:pt x="58295" y="66796"/>
                  <a:pt x="55866" y="63335"/>
                  <a:pt x="51009" y="56655"/>
                </a:cubicBezTo>
                <a:lnTo>
                  <a:pt x="43539" y="46636"/>
                </a:lnTo>
                <a:cubicBezTo>
                  <a:pt x="43418" y="46757"/>
                  <a:pt x="41536" y="49307"/>
                  <a:pt x="37892" y="54287"/>
                </a:cubicBezTo>
                <a:cubicBezTo>
                  <a:pt x="34249" y="59266"/>
                  <a:pt x="32184" y="61999"/>
                  <a:pt x="31698" y="62485"/>
                </a:cubicBezTo>
                <a:cubicBezTo>
                  <a:pt x="31212" y="63091"/>
                  <a:pt x="30969" y="63942"/>
                  <a:pt x="30969" y="65035"/>
                </a:cubicBezTo>
                <a:cubicBezTo>
                  <a:pt x="30969" y="66371"/>
                  <a:pt x="31395" y="67524"/>
                  <a:pt x="32245" y="68496"/>
                </a:cubicBezTo>
                <a:cubicBezTo>
                  <a:pt x="33094" y="69468"/>
                  <a:pt x="34187" y="70014"/>
                  <a:pt x="35523" y="70136"/>
                </a:cubicBezTo>
                <a:cubicBezTo>
                  <a:pt x="35766" y="70136"/>
                  <a:pt x="35889" y="71532"/>
                  <a:pt x="35889" y="74326"/>
                </a:cubicBezTo>
                <a:lnTo>
                  <a:pt x="35889" y="78516"/>
                </a:lnTo>
                <a:lnTo>
                  <a:pt x="34613" y="785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39" name="pdf-path-49">
            <a:extLst xmlns:a="http://schemas.openxmlformats.org/drawingml/2006/main">
              <a:ext uri="{FF2B5EF4-FFF2-40B4-BE49-F238E27FC236}">
                <a16:creationId xmlns:a16="http://schemas.microsoft.com/office/drawing/2014/main" id="{27B8DB87-031A-4B23-9143-B9D005A0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7488" y="2140287"/>
            <a:ext cx="91449" cy="115982"/>
          </a:xfrm>
          <a:custGeom xmlns:a="http://schemas.openxmlformats.org/drawingml/2006/main">
            <a:pathLst>
              <a:path w="91449" h="115982">
                <a:moveTo>
                  <a:pt x="2914" y="107602"/>
                </a:moveTo>
                <a:lnTo>
                  <a:pt x="5465" y="107602"/>
                </a:lnTo>
                <a:cubicBezTo>
                  <a:pt x="10201" y="107602"/>
                  <a:pt x="13055" y="106752"/>
                  <a:pt x="14027" y="105052"/>
                </a:cubicBezTo>
                <a:lnTo>
                  <a:pt x="14027" y="103595"/>
                </a:lnTo>
                <a:cubicBezTo>
                  <a:pt x="14027" y="102744"/>
                  <a:pt x="14027" y="101591"/>
                  <a:pt x="14027" y="100133"/>
                </a:cubicBezTo>
                <a:cubicBezTo>
                  <a:pt x="14027" y="98676"/>
                  <a:pt x="14027" y="96854"/>
                  <a:pt x="14027" y="94668"/>
                </a:cubicBezTo>
                <a:cubicBezTo>
                  <a:pt x="14027" y="92482"/>
                  <a:pt x="14088" y="90114"/>
                  <a:pt x="14208" y="87563"/>
                </a:cubicBezTo>
                <a:cubicBezTo>
                  <a:pt x="14331" y="85013"/>
                  <a:pt x="14331" y="82341"/>
                  <a:pt x="14208" y="79548"/>
                </a:cubicBezTo>
                <a:cubicBezTo>
                  <a:pt x="14088" y="76755"/>
                  <a:pt x="14088" y="73779"/>
                  <a:pt x="14208" y="70622"/>
                </a:cubicBezTo>
                <a:cubicBezTo>
                  <a:pt x="14331" y="67464"/>
                  <a:pt x="14331" y="64367"/>
                  <a:pt x="14208" y="61331"/>
                </a:cubicBezTo>
                <a:cubicBezTo>
                  <a:pt x="14208" y="57202"/>
                  <a:pt x="14208" y="52890"/>
                  <a:pt x="14208" y="48396"/>
                </a:cubicBezTo>
                <a:cubicBezTo>
                  <a:pt x="14208" y="43903"/>
                  <a:pt x="14208" y="39895"/>
                  <a:pt x="14208" y="36373"/>
                </a:cubicBezTo>
                <a:cubicBezTo>
                  <a:pt x="14208" y="32851"/>
                  <a:pt x="14208" y="29633"/>
                  <a:pt x="14208" y="26718"/>
                </a:cubicBezTo>
                <a:cubicBezTo>
                  <a:pt x="14208" y="23804"/>
                  <a:pt x="14148" y="21435"/>
                  <a:pt x="14027" y="19614"/>
                </a:cubicBezTo>
                <a:cubicBezTo>
                  <a:pt x="13905" y="17792"/>
                  <a:pt x="13905" y="16820"/>
                  <a:pt x="14027" y="16699"/>
                </a:cubicBezTo>
                <a:cubicBezTo>
                  <a:pt x="13662" y="14392"/>
                  <a:pt x="12812" y="12874"/>
                  <a:pt x="11476" y="12145"/>
                </a:cubicBezTo>
                <a:cubicBezTo>
                  <a:pt x="10140" y="11416"/>
                  <a:pt x="7408" y="10870"/>
                  <a:pt x="3279" y="10505"/>
                </a:cubicBezTo>
                <a:lnTo>
                  <a:pt x="0" y="10505"/>
                </a:lnTo>
                <a:lnTo>
                  <a:pt x="0" y="6315"/>
                </a:lnTo>
                <a:cubicBezTo>
                  <a:pt x="0" y="3522"/>
                  <a:pt x="121" y="2125"/>
                  <a:pt x="364" y="2125"/>
                </a:cubicBezTo>
                <a:lnTo>
                  <a:pt x="2186" y="1943"/>
                </a:lnTo>
                <a:cubicBezTo>
                  <a:pt x="3400" y="1822"/>
                  <a:pt x="5161" y="1700"/>
                  <a:pt x="7468" y="1579"/>
                </a:cubicBezTo>
                <a:cubicBezTo>
                  <a:pt x="9776" y="1457"/>
                  <a:pt x="12023" y="1336"/>
                  <a:pt x="14208" y="1214"/>
                </a:cubicBezTo>
                <a:cubicBezTo>
                  <a:pt x="16273" y="1093"/>
                  <a:pt x="18520" y="971"/>
                  <a:pt x="20949" y="850"/>
                </a:cubicBezTo>
                <a:cubicBezTo>
                  <a:pt x="23378" y="728"/>
                  <a:pt x="25200" y="546"/>
                  <a:pt x="26415" y="303"/>
                </a:cubicBezTo>
                <a:cubicBezTo>
                  <a:pt x="27629" y="60"/>
                  <a:pt x="28297" y="0"/>
                  <a:pt x="28418" y="122"/>
                </a:cubicBezTo>
                <a:lnTo>
                  <a:pt x="28965" y="122"/>
                </a:lnTo>
                <a:lnTo>
                  <a:pt x="28965" y="4858"/>
                </a:lnTo>
                <a:lnTo>
                  <a:pt x="29147" y="9594"/>
                </a:lnTo>
                <a:lnTo>
                  <a:pt x="30604" y="8319"/>
                </a:lnTo>
                <a:cubicBezTo>
                  <a:pt x="37770" y="2975"/>
                  <a:pt x="46150" y="303"/>
                  <a:pt x="55744" y="303"/>
                </a:cubicBezTo>
                <a:cubicBezTo>
                  <a:pt x="65581" y="303"/>
                  <a:pt x="73961" y="4190"/>
                  <a:pt x="80883" y="11963"/>
                </a:cubicBezTo>
                <a:cubicBezTo>
                  <a:pt x="87806" y="19735"/>
                  <a:pt x="91328" y="29512"/>
                  <a:pt x="91449" y="41292"/>
                </a:cubicBezTo>
                <a:cubicBezTo>
                  <a:pt x="91449" y="53558"/>
                  <a:pt x="87503" y="63517"/>
                  <a:pt x="79608" y="71168"/>
                </a:cubicBezTo>
                <a:cubicBezTo>
                  <a:pt x="71714" y="78819"/>
                  <a:pt x="62788" y="82645"/>
                  <a:pt x="52829" y="82645"/>
                </a:cubicBezTo>
                <a:cubicBezTo>
                  <a:pt x="44571" y="82645"/>
                  <a:pt x="37284" y="79973"/>
                  <a:pt x="30969" y="74629"/>
                </a:cubicBezTo>
                <a:lnTo>
                  <a:pt x="29511" y="73354"/>
                </a:lnTo>
                <a:lnTo>
                  <a:pt x="29511" y="88839"/>
                </a:lnTo>
                <a:lnTo>
                  <a:pt x="29511" y="99040"/>
                </a:lnTo>
                <a:cubicBezTo>
                  <a:pt x="29511" y="102319"/>
                  <a:pt x="29633" y="104323"/>
                  <a:pt x="29875" y="105052"/>
                </a:cubicBezTo>
                <a:cubicBezTo>
                  <a:pt x="30118" y="105781"/>
                  <a:pt x="30786" y="106449"/>
                  <a:pt x="31879" y="107056"/>
                </a:cubicBezTo>
                <a:cubicBezTo>
                  <a:pt x="34429" y="107420"/>
                  <a:pt x="37405" y="107602"/>
                  <a:pt x="40806" y="107602"/>
                </a:cubicBezTo>
                <a:lnTo>
                  <a:pt x="43721" y="107602"/>
                </a:lnTo>
                <a:lnTo>
                  <a:pt x="43721" y="115982"/>
                </a:lnTo>
                <a:lnTo>
                  <a:pt x="42264" y="115982"/>
                </a:lnTo>
                <a:lnTo>
                  <a:pt x="37891" y="115800"/>
                </a:lnTo>
                <a:cubicBezTo>
                  <a:pt x="35098" y="115678"/>
                  <a:pt x="32062" y="115618"/>
                  <a:pt x="28782" y="115618"/>
                </a:cubicBezTo>
                <a:cubicBezTo>
                  <a:pt x="25503" y="115618"/>
                  <a:pt x="23196" y="115557"/>
                  <a:pt x="21860" y="115435"/>
                </a:cubicBezTo>
                <a:cubicBezTo>
                  <a:pt x="9351" y="115435"/>
                  <a:pt x="2550" y="115618"/>
                  <a:pt x="1457" y="115982"/>
                </a:cubicBezTo>
                <a:lnTo>
                  <a:pt x="0" y="115982"/>
                </a:lnTo>
                <a:lnTo>
                  <a:pt x="0" y="107602"/>
                </a:lnTo>
                <a:lnTo>
                  <a:pt x="2914" y="107602"/>
                </a:lnTo>
                <a:moveTo>
                  <a:pt x="73597" y="40928"/>
                </a:moveTo>
                <a:cubicBezTo>
                  <a:pt x="73597" y="31940"/>
                  <a:pt x="71532" y="24107"/>
                  <a:pt x="67403" y="17427"/>
                </a:cubicBezTo>
                <a:cubicBezTo>
                  <a:pt x="63274" y="10748"/>
                  <a:pt x="58112" y="7408"/>
                  <a:pt x="51918" y="7408"/>
                </a:cubicBezTo>
                <a:cubicBezTo>
                  <a:pt x="43295" y="7408"/>
                  <a:pt x="35827" y="11355"/>
                  <a:pt x="29511" y="19249"/>
                </a:cubicBezTo>
                <a:lnTo>
                  <a:pt x="29511" y="62788"/>
                </a:lnTo>
                <a:cubicBezTo>
                  <a:pt x="34369" y="71532"/>
                  <a:pt x="41170" y="75905"/>
                  <a:pt x="49914" y="75905"/>
                </a:cubicBezTo>
                <a:cubicBezTo>
                  <a:pt x="56108" y="75905"/>
                  <a:pt x="61573" y="72625"/>
                  <a:pt x="66310" y="66067"/>
                </a:cubicBezTo>
                <a:cubicBezTo>
                  <a:pt x="71046" y="59509"/>
                  <a:pt x="73475" y="51129"/>
                  <a:pt x="73597" y="4092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40" name="pdf-path-51">
            <a:extLst xmlns:a="http://schemas.openxmlformats.org/drawingml/2006/main">
              <a:ext uri="{FF2B5EF4-FFF2-40B4-BE49-F238E27FC236}">
                <a16:creationId xmlns:a16="http://schemas.microsoft.com/office/drawing/2014/main" id="{81D6CE6B-CD1C-4F6F-B9D9-FE995D99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9868" y="2094380"/>
            <a:ext cx="43174" cy="126548"/>
          </a:xfrm>
          <a:custGeom xmlns:a="http://schemas.openxmlformats.org/drawingml/2006/main">
            <a:pathLst>
              <a:path w="43174" h="126548">
                <a:moveTo>
                  <a:pt x="2914" y="118168"/>
                </a:moveTo>
                <a:lnTo>
                  <a:pt x="5465" y="118168"/>
                </a:lnTo>
                <a:cubicBezTo>
                  <a:pt x="10201" y="118168"/>
                  <a:pt x="13055" y="117318"/>
                  <a:pt x="14027" y="115618"/>
                </a:cubicBezTo>
                <a:lnTo>
                  <a:pt x="14027" y="114160"/>
                </a:lnTo>
                <a:cubicBezTo>
                  <a:pt x="14027" y="113068"/>
                  <a:pt x="14027" y="111671"/>
                  <a:pt x="14027" y="109971"/>
                </a:cubicBezTo>
                <a:cubicBezTo>
                  <a:pt x="14027" y="108270"/>
                  <a:pt x="14027" y="106266"/>
                  <a:pt x="14027" y="103959"/>
                </a:cubicBezTo>
                <a:cubicBezTo>
                  <a:pt x="14027" y="101651"/>
                  <a:pt x="14088" y="99040"/>
                  <a:pt x="14208" y="96126"/>
                </a:cubicBezTo>
                <a:cubicBezTo>
                  <a:pt x="14331" y="93211"/>
                  <a:pt x="14331" y="90175"/>
                  <a:pt x="14208" y="87017"/>
                </a:cubicBezTo>
                <a:cubicBezTo>
                  <a:pt x="14088" y="83859"/>
                  <a:pt x="14088" y="80520"/>
                  <a:pt x="14208" y="76998"/>
                </a:cubicBezTo>
                <a:cubicBezTo>
                  <a:pt x="14331" y="73476"/>
                  <a:pt x="14331" y="70014"/>
                  <a:pt x="14208" y="66614"/>
                </a:cubicBezTo>
                <a:cubicBezTo>
                  <a:pt x="14208" y="62120"/>
                  <a:pt x="14208" y="57384"/>
                  <a:pt x="14208" y="52404"/>
                </a:cubicBezTo>
                <a:cubicBezTo>
                  <a:pt x="14208" y="47425"/>
                  <a:pt x="14208" y="42871"/>
                  <a:pt x="14208" y="38742"/>
                </a:cubicBezTo>
                <a:cubicBezTo>
                  <a:pt x="14208" y="34612"/>
                  <a:pt x="14208" y="30969"/>
                  <a:pt x="14208" y="27812"/>
                </a:cubicBezTo>
                <a:cubicBezTo>
                  <a:pt x="14208" y="24654"/>
                  <a:pt x="14148" y="21982"/>
                  <a:pt x="14027" y="19796"/>
                </a:cubicBezTo>
                <a:cubicBezTo>
                  <a:pt x="13905" y="17610"/>
                  <a:pt x="13905" y="16577"/>
                  <a:pt x="14027" y="16699"/>
                </a:cubicBezTo>
                <a:cubicBezTo>
                  <a:pt x="13662" y="14392"/>
                  <a:pt x="12812" y="12874"/>
                  <a:pt x="11476" y="12145"/>
                </a:cubicBezTo>
                <a:cubicBezTo>
                  <a:pt x="10140" y="11416"/>
                  <a:pt x="7408" y="10870"/>
                  <a:pt x="3279" y="10505"/>
                </a:cubicBezTo>
                <a:lnTo>
                  <a:pt x="0" y="10505"/>
                </a:lnTo>
                <a:lnTo>
                  <a:pt x="0" y="6315"/>
                </a:lnTo>
                <a:cubicBezTo>
                  <a:pt x="0" y="3522"/>
                  <a:pt x="121" y="2125"/>
                  <a:pt x="364" y="2125"/>
                </a:cubicBezTo>
                <a:lnTo>
                  <a:pt x="2186" y="1943"/>
                </a:lnTo>
                <a:cubicBezTo>
                  <a:pt x="3400" y="1822"/>
                  <a:pt x="5161" y="1700"/>
                  <a:pt x="7468" y="1579"/>
                </a:cubicBezTo>
                <a:cubicBezTo>
                  <a:pt x="9776" y="1457"/>
                  <a:pt x="12023" y="1336"/>
                  <a:pt x="14208" y="1214"/>
                </a:cubicBezTo>
                <a:cubicBezTo>
                  <a:pt x="16273" y="1093"/>
                  <a:pt x="18520" y="971"/>
                  <a:pt x="20949" y="850"/>
                </a:cubicBezTo>
                <a:cubicBezTo>
                  <a:pt x="23378" y="728"/>
                  <a:pt x="25200" y="546"/>
                  <a:pt x="26415" y="303"/>
                </a:cubicBezTo>
                <a:cubicBezTo>
                  <a:pt x="27629" y="60"/>
                  <a:pt x="28297" y="0"/>
                  <a:pt x="28418" y="122"/>
                </a:cubicBezTo>
                <a:lnTo>
                  <a:pt x="28965" y="122"/>
                </a:lnTo>
                <a:lnTo>
                  <a:pt x="28965" y="57505"/>
                </a:lnTo>
                <a:cubicBezTo>
                  <a:pt x="28965" y="96004"/>
                  <a:pt x="29025" y="115375"/>
                  <a:pt x="29147" y="115618"/>
                </a:cubicBezTo>
                <a:cubicBezTo>
                  <a:pt x="29633" y="116589"/>
                  <a:pt x="30361" y="117257"/>
                  <a:pt x="31333" y="117622"/>
                </a:cubicBezTo>
                <a:cubicBezTo>
                  <a:pt x="33883" y="117986"/>
                  <a:pt x="36858" y="118168"/>
                  <a:pt x="40259" y="118168"/>
                </a:cubicBezTo>
                <a:lnTo>
                  <a:pt x="43174" y="118168"/>
                </a:lnTo>
                <a:lnTo>
                  <a:pt x="43174" y="126548"/>
                </a:lnTo>
                <a:lnTo>
                  <a:pt x="41717" y="126548"/>
                </a:lnTo>
                <a:lnTo>
                  <a:pt x="37527" y="126366"/>
                </a:lnTo>
                <a:cubicBezTo>
                  <a:pt x="34734" y="126245"/>
                  <a:pt x="31759" y="126184"/>
                  <a:pt x="28601" y="126184"/>
                </a:cubicBezTo>
                <a:cubicBezTo>
                  <a:pt x="25443" y="126184"/>
                  <a:pt x="23136" y="126123"/>
                  <a:pt x="21678" y="126002"/>
                </a:cubicBezTo>
                <a:cubicBezTo>
                  <a:pt x="20221" y="125880"/>
                  <a:pt x="17913" y="125880"/>
                  <a:pt x="14755" y="126002"/>
                </a:cubicBezTo>
                <a:cubicBezTo>
                  <a:pt x="11598" y="126123"/>
                  <a:pt x="8561" y="126245"/>
                  <a:pt x="5647" y="126366"/>
                </a:cubicBezTo>
                <a:lnTo>
                  <a:pt x="1457" y="126548"/>
                </a:lnTo>
                <a:lnTo>
                  <a:pt x="0" y="126548"/>
                </a:lnTo>
                <a:lnTo>
                  <a:pt x="0" y="118168"/>
                </a:lnTo>
                <a:lnTo>
                  <a:pt x="2914" y="11816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41" name="pdf-path-53">
            <a:extLst xmlns:a="http://schemas.openxmlformats.org/drawingml/2006/main">
              <a:ext uri="{FF2B5EF4-FFF2-40B4-BE49-F238E27FC236}">
                <a16:creationId xmlns:a16="http://schemas.microsoft.com/office/drawing/2014/main" id="{6951A7DF-85B3-4122-B52B-0CDF82B1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0875" y="2139316"/>
            <a:ext cx="80702" cy="83434"/>
          </a:xfrm>
          <a:custGeom xmlns:a="http://schemas.openxmlformats.org/drawingml/2006/main">
            <a:pathLst>
              <a:path w="80702" h="83434">
                <a:moveTo>
                  <a:pt x="0" y="42628"/>
                </a:moveTo>
                <a:cubicBezTo>
                  <a:pt x="0" y="31091"/>
                  <a:pt x="3947" y="21132"/>
                  <a:pt x="11841" y="12752"/>
                </a:cubicBezTo>
                <a:cubicBezTo>
                  <a:pt x="19735" y="4372"/>
                  <a:pt x="29269" y="122"/>
                  <a:pt x="40442" y="0"/>
                </a:cubicBezTo>
                <a:cubicBezTo>
                  <a:pt x="51372" y="0"/>
                  <a:pt x="60785" y="4129"/>
                  <a:pt x="68678" y="12388"/>
                </a:cubicBezTo>
                <a:cubicBezTo>
                  <a:pt x="76572" y="20646"/>
                  <a:pt x="80580" y="30666"/>
                  <a:pt x="80702" y="42446"/>
                </a:cubicBezTo>
                <a:cubicBezTo>
                  <a:pt x="80702" y="53983"/>
                  <a:pt x="76815" y="63699"/>
                  <a:pt x="69042" y="71593"/>
                </a:cubicBezTo>
                <a:cubicBezTo>
                  <a:pt x="61271" y="79487"/>
                  <a:pt x="51736" y="83434"/>
                  <a:pt x="40442" y="83434"/>
                </a:cubicBezTo>
                <a:cubicBezTo>
                  <a:pt x="28661" y="83434"/>
                  <a:pt x="19007" y="79366"/>
                  <a:pt x="11477" y="71229"/>
                </a:cubicBezTo>
                <a:cubicBezTo>
                  <a:pt x="3947" y="63091"/>
                  <a:pt x="121" y="53558"/>
                  <a:pt x="0" y="42628"/>
                </a:cubicBezTo>
                <a:moveTo>
                  <a:pt x="40442" y="76147"/>
                </a:moveTo>
                <a:cubicBezTo>
                  <a:pt x="55258" y="76147"/>
                  <a:pt x="62667" y="66249"/>
                  <a:pt x="62667" y="46454"/>
                </a:cubicBezTo>
                <a:lnTo>
                  <a:pt x="62667" y="40624"/>
                </a:lnTo>
                <a:lnTo>
                  <a:pt x="62667" y="36070"/>
                </a:lnTo>
                <a:cubicBezTo>
                  <a:pt x="62667" y="33398"/>
                  <a:pt x="62605" y="31091"/>
                  <a:pt x="62485" y="29147"/>
                </a:cubicBezTo>
                <a:cubicBezTo>
                  <a:pt x="62364" y="27204"/>
                  <a:pt x="61938" y="24897"/>
                  <a:pt x="61209" y="22225"/>
                </a:cubicBezTo>
                <a:cubicBezTo>
                  <a:pt x="60481" y="19553"/>
                  <a:pt x="59509" y="17367"/>
                  <a:pt x="58294" y="15666"/>
                </a:cubicBezTo>
                <a:cubicBezTo>
                  <a:pt x="57080" y="13967"/>
                  <a:pt x="55198" y="12266"/>
                  <a:pt x="52647" y="10566"/>
                </a:cubicBezTo>
                <a:cubicBezTo>
                  <a:pt x="50097" y="8866"/>
                  <a:pt x="47122" y="7651"/>
                  <a:pt x="43721" y="6922"/>
                </a:cubicBezTo>
                <a:cubicBezTo>
                  <a:pt x="43114" y="6801"/>
                  <a:pt x="42142" y="6740"/>
                  <a:pt x="40807" y="6740"/>
                </a:cubicBezTo>
                <a:cubicBezTo>
                  <a:pt x="37163" y="6740"/>
                  <a:pt x="33701" y="7469"/>
                  <a:pt x="30423" y="8926"/>
                </a:cubicBezTo>
                <a:cubicBezTo>
                  <a:pt x="25201" y="11598"/>
                  <a:pt x="21800" y="15302"/>
                  <a:pt x="20221" y="20039"/>
                </a:cubicBezTo>
                <a:cubicBezTo>
                  <a:pt x="18642" y="24775"/>
                  <a:pt x="17852" y="30362"/>
                  <a:pt x="17852" y="36798"/>
                </a:cubicBezTo>
                <a:lnTo>
                  <a:pt x="17852" y="40442"/>
                </a:lnTo>
                <a:cubicBezTo>
                  <a:pt x="17852" y="52101"/>
                  <a:pt x="19007" y="60299"/>
                  <a:pt x="21314" y="65035"/>
                </a:cubicBezTo>
                <a:cubicBezTo>
                  <a:pt x="25201" y="72443"/>
                  <a:pt x="31576" y="76147"/>
                  <a:pt x="40442" y="7614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42" name="pdf-path-55">
            <a:extLst xmlns:a="http://schemas.openxmlformats.org/drawingml/2006/main">
              <a:ext uri="{FF2B5EF4-FFF2-40B4-BE49-F238E27FC236}">
                <a16:creationId xmlns:a16="http://schemas.microsoft.com/office/drawing/2014/main" id="{095A614F-76B3-4A75-B89E-51A9CAB2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503" y="2140287"/>
            <a:ext cx="62666" cy="80641"/>
          </a:xfrm>
          <a:custGeom xmlns:a="http://schemas.openxmlformats.org/drawingml/2006/main">
            <a:pathLst>
              <a:path w="62666" h="80641">
                <a:moveTo>
                  <a:pt x="2914" y="72261"/>
                </a:moveTo>
                <a:lnTo>
                  <a:pt x="5465" y="72261"/>
                </a:lnTo>
                <a:cubicBezTo>
                  <a:pt x="10201" y="72261"/>
                  <a:pt x="13055" y="71411"/>
                  <a:pt x="14027" y="69711"/>
                </a:cubicBezTo>
                <a:lnTo>
                  <a:pt x="14027" y="68253"/>
                </a:lnTo>
                <a:cubicBezTo>
                  <a:pt x="14027" y="67160"/>
                  <a:pt x="14027" y="65763"/>
                  <a:pt x="14027" y="64064"/>
                </a:cubicBezTo>
                <a:cubicBezTo>
                  <a:pt x="14027" y="62363"/>
                  <a:pt x="14088" y="60481"/>
                  <a:pt x="14208" y="58416"/>
                </a:cubicBezTo>
                <a:cubicBezTo>
                  <a:pt x="14331" y="56352"/>
                  <a:pt x="14331" y="53983"/>
                  <a:pt x="14208" y="51311"/>
                </a:cubicBezTo>
                <a:cubicBezTo>
                  <a:pt x="14088" y="48639"/>
                  <a:pt x="14088" y="46089"/>
                  <a:pt x="14208" y="43660"/>
                </a:cubicBezTo>
                <a:cubicBezTo>
                  <a:pt x="14208" y="39895"/>
                  <a:pt x="14208" y="35888"/>
                  <a:pt x="14208" y="31637"/>
                </a:cubicBezTo>
                <a:cubicBezTo>
                  <a:pt x="14208" y="27386"/>
                  <a:pt x="14208" y="23804"/>
                  <a:pt x="14208" y="20889"/>
                </a:cubicBezTo>
                <a:lnTo>
                  <a:pt x="14027" y="16699"/>
                </a:lnTo>
                <a:cubicBezTo>
                  <a:pt x="13662" y="14392"/>
                  <a:pt x="12812" y="12874"/>
                  <a:pt x="11476" y="12145"/>
                </a:cubicBezTo>
                <a:cubicBezTo>
                  <a:pt x="10140" y="11416"/>
                  <a:pt x="7408" y="10870"/>
                  <a:pt x="3279" y="10505"/>
                </a:cubicBezTo>
                <a:lnTo>
                  <a:pt x="0" y="10505"/>
                </a:lnTo>
                <a:lnTo>
                  <a:pt x="0" y="6315"/>
                </a:lnTo>
                <a:cubicBezTo>
                  <a:pt x="0" y="3522"/>
                  <a:pt x="121" y="2125"/>
                  <a:pt x="364" y="2125"/>
                </a:cubicBezTo>
                <a:lnTo>
                  <a:pt x="2186" y="1943"/>
                </a:lnTo>
                <a:cubicBezTo>
                  <a:pt x="3400" y="1822"/>
                  <a:pt x="5100" y="1700"/>
                  <a:pt x="7287" y="1579"/>
                </a:cubicBezTo>
                <a:cubicBezTo>
                  <a:pt x="9473" y="1457"/>
                  <a:pt x="11659" y="1336"/>
                  <a:pt x="13845" y="1214"/>
                </a:cubicBezTo>
                <a:cubicBezTo>
                  <a:pt x="15787" y="1093"/>
                  <a:pt x="17913" y="971"/>
                  <a:pt x="20221" y="850"/>
                </a:cubicBezTo>
                <a:cubicBezTo>
                  <a:pt x="22528" y="728"/>
                  <a:pt x="24289" y="546"/>
                  <a:pt x="25503" y="303"/>
                </a:cubicBezTo>
                <a:cubicBezTo>
                  <a:pt x="26718" y="60"/>
                  <a:pt x="27386" y="0"/>
                  <a:pt x="27508" y="122"/>
                </a:cubicBezTo>
                <a:lnTo>
                  <a:pt x="28054" y="122"/>
                </a:lnTo>
                <a:lnTo>
                  <a:pt x="28054" y="12691"/>
                </a:lnTo>
                <a:cubicBezTo>
                  <a:pt x="32790" y="4433"/>
                  <a:pt x="38680" y="303"/>
                  <a:pt x="45724" y="303"/>
                </a:cubicBezTo>
                <a:lnTo>
                  <a:pt x="46817" y="303"/>
                </a:lnTo>
                <a:cubicBezTo>
                  <a:pt x="52283" y="303"/>
                  <a:pt x="56291" y="1639"/>
                  <a:pt x="58841" y="4311"/>
                </a:cubicBezTo>
                <a:cubicBezTo>
                  <a:pt x="61392" y="6983"/>
                  <a:pt x="62666" y="9777"/>
                  <a:pt x="62666" y="12691"/>
                </a:cubicBezTo>
                <a:cubicBezTo>
                  <a:pt x="62666" y="15242"/>
                  <a:pt x="61876" y="17427"/>
                  <a:pt x="60297" y="19249"/>
                </a:cubicBezTo>
                <a:cubicBezTo>
                  <a:pt x="58720" y="21071"/>
                  <a:pt x="56412" y="21982"/>
                  <a:pt x="53376" y="21982"/>
                </a:cubicBezTo>
                <a:cubicBezTo>
                  <a:pt x="50340" y="21982"/>
                  <a:pt x="48092" y="21010"/>
                  <a:pt x="46636" y="19067"/>
                </a:cubicBezTo>
                <a:cubicBezTo>
                  <a:pt x="45177" y="17124"/>
                  <a:pt x="44388" y="15060"/>
                  <a:pt x="44267" y="12874"/>
                </a:cubicBezTo>
                <a:cubicBezTo>
                  <a:pt x="44267" y="11780"/>
                  <a:pt x="44388" y="10809"/>
                  <a:pt x="44631" y="9959"/>
                </a:cubicBezTo>
                <a:cubicBezTo>
                  <a:pt x="44874" y="9109"/>
                  <a:pt x="45177" y="8380"/>
                  <a:pt x="45543" y="7773"/>
                </a:cubicBezTo>
                <a:cubicBezTo>
                  <a:pt x="45907" y="7165"/>
                  <a:pt x="46089" y="6862"/>
                  <a:pt x="46089" y="6862"/>
                </a:cubicBezTo>
                <a:cubicBezTo>
                  <a:pt x="45846" y="6619"/>
                  <a:pt x="44450" y="6862"/>
                  <a:pt x="41899" y="7590"/>
                </a:cubicBezTo>
                <a:cubicBezTo>
                  <a:pt x="39956" y="8562"/>
                  <a:pt x="38499" y="9473"/>
                  <a:pt x="37527" y="10323"/>
                </a:cubicBezTo>
                <a:cubicBezTo>
                  <a:pt x="31819" y="15788"/>
                  <a:pt x="28965" y="26658"/>
                  <a:pt x="28965" y="42932"/>
                </a:cubicBezTo>
                <a:lnTo>
                  <a:pt x="28965" y="52587"/>
                </a:lnTo>
                <a:cubicBezTo>
                  <a:pt x="28965" y="54165"/>
                  <a:pt x="28965" y="55805"/>
                  <a:pt x="28965" y="57505"/>
                </a:cubicBezTo>
                <a:cubicBezTo>
                  <a:pt x="28965" y="59206"/>
                  <a:pt x="28965" y="60784"/>
                  <a:pt x="28965" y="62242"/>
                </a:cubicBezTo>
                <a:cubicBezTo>
                  <a:pt x="28965" y="63699"/>
                  <a:pt x="29025" y="64913"/>
                  <a:pt x="29147" y="65885"/>
                </a:cubicBezTo>
                <a:cubicBezTo>
                  <a:pt x="29268" y="66857"/>
                  <a:pt x="29268" y="67767"/>
                  <a:pt x="29147" y="68618"/>
                </a:cubicBezTo>
                <a:lnTo>
                  <a:pt x="29147" y="69528"/>
                </a:lnTo>
                <a:cubicBezTo>
                  <a:pt x="29268" y="69771"/>
                  <a:pt x="29451" y="70014"/>
                  <a:pt x="29694" y="70257"/>
                </a:cubicBezTo>
                <a:cubicBezTo>
                  <a:pt x="29937" y="70500"/>
                  <a:pt x="30240" y="70682"/>
                  <a:pt x="30604" y="70804"/>
                </a:cubicBezTo>
                <a:cubicBezTo>
                  <a:pt x="30969" y="70925"/>
                  <a:pt x="31273" y="71107"/>
                  <a:pt x="31516" y="71350"/>
                </a:cubicBezTo>
                <a:cubicBezTo>
                  <a:pt x="31757" y="71593"/>
                  <a:pt x="32183" y="71715"/>
                  <a:pt x="32790" y="71715"/>
                </a:cubicBezTo>
                <a:cubicBezTo>
                  <a:pt x="33398" y="71715"/>
                  <a:pt x="33822" y="71775"/>
                  <a:pt x="34065" y="71897"/>
                </a:cubicBezTo>
                <a:cubicBezTo>
                  <a:pt x="34308" y="72018"/>
                  <a:pt x="34855" y="72079"/>
                  <a:pt x="35705" y="72079"/>
                </a:cubicBezTo>
                <a:cubicBezTo>
                  <a:pt x="36555" y="72079"/>
                  <a:pt x="37101" y="72079"/>
                  <a:pt x="37344" y="72079"/>
                </a:cubicBezTo>
                <a:cubicBezTo>
                  <a:pt x="37587" y="72079"/>
                  <a:pt x="38194" y="72140"/>
                  <a:pt x="39166" y="72261"/>
                </a:cubicBezTo>
                <a:cubicBezTo>
                  <a:pt x="40138" y="72383"/>
                  <a:pt x="40745" y="72383"/>
                  <a:pt x="40988" y="72261"/>
                </a:cubicBezTo>
                <a:lnTo>
                  <a:pt x="46636" y="72261"/>
                </a:lnTo>
                <a:lnTo>
                  <a:pt x="46636" y="80641"/>
                </a:lnTo>
                <a:lnTo>
                  <a:pt x="44996" y="80641"/>
                </a:lnTo>
                <a:cubicBezTo>
                  <a:pt x="42810" y="80276"/>
                  <a:pt x="35098" y="80095"/>
                  <a:pt x="21860" y="80095"/>
                </a:cubicBezTo>
                <a:cubicBezTo>
                  <a:pt x="9351" y="80095"/>
                  <a:pt x="2550" y="80276"/>
                  <a:pt x="1457" y="80641"/>
                </a:cubicBezTo>
                <a:lnTo>
                  <a:pt x="0" y="80641"/>
                </a:lnTo>
                <a:lnTo>
                  <a:pt x="0" y="72261"/>
                </a:lnTo>
                <a:lnTo>
                  <a:pt x="2914" y="7226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43" name="pdf-path-57">
            <a:extLst xmlns:a="http://schemas.openxmlformats.org/drawingml/2006/main">
              <a:ext uri="{FF2B5EF4-FFF2-40B4-BE49-F238E27FC236}">
                <a16:creationId xmlns:a16="http://schemas.microsoft.com/office/drawing/2014/main" id="{5C5718DC-0AEC-49E8-95B9-E6D03BDA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4465" y="2139316"/>
            <a:ext cx="83617" cy="83616"/>
          </a:xfrm>
          <a:custGeom xmlns:a="http://schemas.openxmlformats.org/drawingml/2006/main">
            <a:pathLst>
              <a:path w="83617" h="83616">
                <a:moveTo>
                  <a:pt x="18764" y="26050"/>
                </a:moveTo>
                <a:cubicBezTo>
                  <a:pt x="18764" y="26050"/>
                  <a:pt x="17428" y="26050"/>
                  <a:pt x="14756" y="26050"/>
                </a:cubicBezTo>
                <a:cubicBezTo>
                  <a:pt x="12084" y="26050"/>
                  <a:pt x="9838" y="25140"/>
                  <a:pt x="8016" y="23318"/>
                </a:cubicBezTo>
                <a:cubicBezTo>
                  <a:pt x="6194" y="21496"/>
                  <a:pt x="5283" y="19128"/>
                  <a:pt x="5283" y="16213"/>
                </a:cubicBezTo>
                <a:cubicBezTo>
                  <a:pt x="5283" y="11963"/>
                  <a:pt x="7347" y="8198"/>
                  <a:pt x="11477" y="4918"/>
                </a:cubicBezTo>
                <a:cubicBezTo>
                  <a:pt x="15606" y="1639"/>
                  <a:pt x="22953" y="0"/>
                  <a:pt x="33520" y="0"/>
                </a:cubicBezTo>
                <a:cubicBezTo>
                  <a:pt x="42385" y="0"/>
                  <a:pt x="49550" y="1943"/>
                  <a:pt x="55015" y="5829"/>
                </a:cubicBezTo>
                <a:cubicBezTo>
                  <a:pt x="60481" y="9716"/>
                  <a:pt x="64124" y="14331"/>
                  <a:pt x="65946" y="19674"/>
                </a:cubicBezTo>
                <a:cubicBezTo>
                  <a:pt x="66553" y="21375"/>
                  <a:pt x="66856" y="23257"/>
                  <a:pt x="66856" y="25322"/>
                </a:cubicBezTo>
                <a:cubicBezTo>
                  <a:pt x="66856" y="27386"/>
                  <a:pt x="66918" y="34369"/>
                  <a:pt x="67039" y="46271"/>
                </a:cubicBezTo>
                <a:lnTo>
                  <a:pt x="67039" y="59023"/>
                </a:lnTo>
                <a:cubicBezTo>
                  <a:pt x="67039" y="64853"/>
                  <a:pt x="67342" y="68860"/>
                  <a:pt x="67949" y="71047"/>
                </a:cubicBezTo>
                <a:cubicBezTo>
                  <a:pt x="68557" y="73233"/>
                  <a:pt x="69832" y="74326"/>
                  <a:pt x="71776" y="74326"/>
                </a:cubicBezTo>
                <a:cubicBezTo>
                  <a:pt x="73597" y="74326"/>
                  <a:pt x="74812" y="73354"/>
                  <a:pt x="75419" y="71411"/>
                </a:cubicBezTo>
                <a:cubicBezTo>
                  <a:pt x="76026" y="69468"/>
                  <a:pt x="76329" y="66249"/>
                  <a:pt x="76329" y="61756"/>
                </a:cubicBezTo>
                <a:lnTo>
                  <a:pt x="76329" y="55198"/>
                </a:lnTo>
                <a:lnTo>
                  <a:pt x="83617" y="55198"/>
                </a:lnTo>
                <a:lnTo>
                  <a:pt x="83617" y="62303"/>
                </a:lnTo>
                <a:cubicBezTo>
                  <a:pt x="83495" y="67160"/>
                  <a:pt x="83312" y="70014"/>
                  <a:pt x="83071" y="70864"/>
                </a:cubicBezTo>
                <a:cubicBezTo>
                  <a:pt x="81976" y="74508"/>
                  <a:pt x="79852" y="77362"/>
                  <a:pt x="76694" y="79427"/>
                </a:cubicBezTo>
                <a:cubicBezTo>
                  <a:pt x="73536" y="81491"/>
                  <a:pt x="70197" y="82584"/>
                  <a:pt x="66675" y="82705"/>
                </a:cubicBezTo>
                <a:cubicBezTo>
                  <a:pt x="63153" y="82827"/>
                  <a:pt x="60299" y="81734"/>
                  <a:pt x="58113" y="79427"/>
                </a:cubicBezTo>
                <a:cubicBezTo>
                  <a:pt x="55927" y="77119"/>
                  <a:pt x="54469" y="74569"/>
                  <a:pt x="53741" y="71775"/>
                </a:cubicBezTo>
                <a:lnTo>
                  <a:pt x="53741" y="71047"/>
                </a:lnTo>
                <a:lnTo>
                  <a:pt x="53376" y="71593"/>
                </a:lnTo>
                <a:cubicBezTo>
                  <a:pt x="53133" y="71957"/>
                  <a:pt x="52829" y="72322"/>
                  <a:pt x="52465" y="72686"/>
                </a:cubicBezTo>
                <a:cubicBezTo>
                  <a:pt x="52101" y="73050"/>
                  <a:pt x="51615" y="73597"/>
                  <a:pt x="51007" y="74326"/>
                </a:cubicBezTo>
                <a:cubicBezTo>
                  <a:pt x="50400" y="75054"/>
                  <a:pt x="49671" y="75722"/>
                  <a:pt x="48821" y="76330"/>
                </a:cubicBezTo>
                <a:cubicBezTo>
                  <a:pt x="47971" y="76937"/>
                  <a:pt x="47061" y="77666"/>
                  <a:pt x="46089" y="78516"/>
                </a:cubicBezTo>
                <a:cubicBezTo>
                  <a:pt x="45118" y="79366"/>
                  <a:pt x="44025" y="80033"/>
                  <a:pt x="42810" y="80520"/>
                </a:cubicBezTo>
                <a:cubicBezTo>
                  <a:pt x="41595" y="81005"/>
                  <a:pt x="40260" y="81491"/>
                  <a:pt x="38802" y="81977"/>
                </a:cubicBezTo>
                <a:cubicBezTo>
                  <a:pt x="37345" y="82462"/>
                  <a:pt x="35766" y="82827"/>
                  <a:pt x="34067" y="83070"/>
                </a:cubicBezTo>
                <a:cubicBezTo>
                  <a:pt x="32365" y="83313"/>
                  <a:pt x="30483" y="83495"/>
                  <a:pt x="28419" y="83616"/>
                </a:cubicBezTo>
                <a:cubicBezTo>
                  <a:pt x="21131" y="83616"/>
                  <a:pt x="14574" y="81734"/>
                  <a:pt x="8744" y="77969"/>
                </a:cubicBezTo>
                <a:cubicBezTo>
                  <a:pt x="2915" y="74204"/>
                  <a:pt x="0" y="68921"/>
                  <a:pt x="0" y="62120"/>
                </a:cubicBezTo>
                <a:cubicBezTo>
                  <a:pt x="0" y="59570"/>
                  <a:pt x="426" y="57141"/>
                  <a:pt x="1276" y="54833"/>
                </a:cubicBezTo>
                <a:cubicBezTo>
                  <a:pt x="2125" y="52526"/>
                  <a:pt x="3765" y="50036"/>
                  <a:pt x="6194" y="47365"/>
                </a:cubicBezTo>
                <a:cubicBezTo>
                  <a:pt x="8623" y="44693"/>
                  <a:pt x="11538" y="42446"/>
                  <a:pt x="14937" y="40624"/>
                </a:cubicBezTo>
                <a:cubicBezTo>
                  <a:pt x="18338" y="38802"/>
                  <a:pt x="23075" y="37102"/>
                  <a:pt x="29147" y="35523"/>
                </a:cubicBezTo>
                <a:cubicBezTo>
                  <a:pt x="35220" y="33944"/>
                  <a:pt x="41900" y="33033"/>
                  <a:pt x="49187" y="32790"/>
                </a:cubicBezTo>
                <a:lnTo>
                  <a:pt x="51736" y="32790"/>
                </a:lnTo>
                <a:lnTo>
                  <a:pt x="51736" y="28783"/>
                </a:lnTo>
                <a:cubicBezTo>
                  <a:pt x="51736" y="24654"/>
                  <a:pt x="51372" y="21617"/>
                  <a:pt x="50643" y="19674"/>
                </a:cubicBezTo>
                <a:cubicBezTo>
                  <a:pt x="47971" y="11052"/>
                  <a:pt x="42081" y="6740"/>
                  <a:pt x="32972" y="6740"/>
                </a:cubicBezTo>
                <a:cubicBezTo>
                  <a:pt x="30786" y="6740"/>
                  <a:pt x="28723" y="6801"/>
                  <a:pt x="26779" y="6922"/>
                </a:cubicBezTo>
                <a:cubicBezTo>
                  <a:pt x="24836" y="7044"/>
                  <a:pt x="23318" y="7287"/>
                  <a:pt x="22225" y="7651"/>
                </a:cubicBezTo>
                <a:cubicBezTo>
                  <a:pt x="21131" y="8015"/>
                  <a:pt x="20646" y="8198"/>
                  <a:pt x="20767" y="8198"/>
                </a:cubicBezTo>
                <a:cubicBezTo>
                  <a:pt x="23439" y="10019"/>
                  <a:pt x="24775" y="12691"/>
                  <a:pt x="24775" y="16213"/>
                </a:cubicBezTo>
                <a:cubicBezTo>
                  <a:pt x="24775" y="19249"/>
                  <a:pt x="23803" y="21617"/>
                  <a:pt x="21860" y="23318"/>
                </a:cubicBezTo>
                <a:lnTo>
                  <a:pt x="18764" y="26050"/>
                </a:lnTo>
                <a:moveTo>
                  <a:pt x="16759" y="62303"/>
                </a:moveTo>
                <a:cubicBezTo>
                  <a:pt x="16759" y="66067"/>
                  <a:pt x="18217" y="69407"/>
                  <a:pt x="21131" y="72322"/>
                </a:cubicBezTo>
                <a:cubicBezTo>
                  <a:pt x="24046" y="75237"/>
                  <a:pt x="27630" y="76755"/>
                  <a:pt x="31879" y="76876"/>
                </a:cubicBezTo>
                <a:cubicBezTo>
                  <a:pt x="36495" y="76876"/>
                  <a:pt x="40564" y="75479"/>
                  <a:pt x="44086" y="72686"/>
                </a:cubicBezTo>
                <a:cubicBezTo>
                  <a:pt x="47608" y="69893"/>
                  <a:pt x="49976" y="66249"/>
                  <a:pt x="51190" y="61756"/>
                </a:cubicBezTo>
                <a:cubicBezTo>
                  <a:pt x="51433" y="60906"/>
                  <a:pt x="51615" y="56898"/>
                  <a:pt x="51736" y="49732"/>
                </a:cubicBezTo>
                <a:cubicBezTo>
                  <a:pt x="51736" y="42689"/>
                  <a:pt x="51676" y="39167"/>
                  <a:pt x="51554" y="39167"/>
                </a:cubicBezTo>
                <a:cubicBezTo>
                  <a:pt x="50583" y="39167"/>
                  <a:pt x="49307" y="39227"/>
                  <a:pt x="47728" y="39349"/>
                </a:cubicBezTo>
                <a:cubicBezTo>
                  <a:pt x="46150" y="39470"/>
                  <a:pt x="43417" y="40017"/>
                  <a:pt x="39531" y="40988"/>
                </a:cubicBezTo>
                <a:cubicBezTo>
                  <a:pt x="35644" y="41960"/>
                  <a:pt x="32122" y="43174"/>
                  <a:pt x="28966" y="44632"/>
                </a:cubicBezTo>
                <a:cubicBezTo>
                  <a:pt x="25808" y="46089"/>
                  <a:pt x="23014" y="48336"/>
                  <a:pt x="20585" y="51372"/>
                </a:cubicBezTo>
                <a:cubicBezTo>
                  <a:pt x="18156" y="54408"/>
                  <a:pt x="16882" y="58052"/>
                  <a:pt x="16759" y="6230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44" name="pdf-path-59">
            <a:extLst xmlns:a="http://schemas.openxmlformats.org/drawingml/2006/main">
              <a:ext uri="{FF2B5EF4-FFF2-40B4-BE49-F238E27FC236}">
                <a16:creationId xmlns:a16="http://schemas.microsoft.com/office/drawing/2014/main" id="{AF6C60A4-D1FA-431B-A72A-2668A619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2635" y="2108893"/>
            <a:ext cx="57384" cy="113857"/>
          </a:xfrm>
          <a:custGeom xmlns:a="http://schemas.openxmlformats.org/drawingml/2006/main">
            <a:pathLst>
              <a:path w="57384" h="113857">
                <a:moveTo>
                  <a:pt x="1639" y="35159"/>
                </a:moveTo>
                <a:cubicBezTo>
                  <a:pt x="8076" y="34673"/>
                  <a:pt x="13056" y="31273"/>
                  <a:pt x="16578" y="24957"/>
                </a:cubicBezTo>
                <a:cubicBezTo>
                  <a:pt x="20100" y="18642"/>
                  <a:pt x="22043" y="11234"/>
                  <a:pt x="22407" y="2732"/>
                </a:cubicBezTo>
                <a:lnTo>
                  <a:pt x="22407" y="0"/>
                </a:lnTo>
                <a:lnTo>
                  <a:pt x="29694" y="0"/>
                </a:lnTo>
                <a:lnTo>
                  <a:pt x="29694" y="33519"/>
                </a:lnTo>
                <a:lnTo>
                  <a:pt x="54287" y="33519"/>
                </a:lnTo>
                <a:lnTo>
                  <a:pt x="54287" y="41899"/>
                </a:lnTo>
                <a:lnTo>
                  <a:pt x="29694" y="41899"/>
                </a:lnTo>
                <a:lnTo>
                  <a:pt x="29694" y="68132"/>
                </a:lnTo>
                <a:cubicBezTo>
                  <a:pt x="29816" y="83313"/>
                  <a:pt x="29876" y="91875"/>
                  <a:pt x="29876" y="93818"/>
                </a:cubicBezTo>
                <a:cubicBezTo>
                  <a:pt x="29876" y="95761"/>
                  <a:pt x="30302" y="97705"/>
                  <a:pt x="31152" y="99647"/>
                </a:cubicBezTo>
                <a:cubicBezTo>
                  <a:pt x="32851" y="104384"/>
                  <a:pt x="35827" y="106752"/>
                  <a:pt x="40078" y="106752"/>
                </a:cubicBezTo>
                <a:cubicBezTo>
                  <a:pt x="45422" y="106752"/>
                  <a:pt x="48701" y="102441"/>
                  <a:pt x="49916" y="93818"/>
                </a:cubicBezTo>
                <a:cubicBezTo>
                  <a:pt x="50036" y="92846"/>
                  <a:pt x="50097" y="90053"/>
                  <a:pt x="50097" y="85438"/>
                </a:cubicBezTo>
                <a:lnTo>
                  <a:pt x="50097" y="79062"/>
                </a:lnTo>
                <a:lnTo>
                  <a:pt x="57384" y="79062"/>
                </a:lnTo>
                <a:lnTo>
                  <a:pt x="57384" y="85438"/>
                </a:lnTo>
                <a:lnTo>
                  <a:pt x="57384" y="87624"/>
                </a:lnTo>
                <a:cubicBezTo>
                  <a:pt x="57384" y="96975"/>
                  <a:pt x="54834" y="104080"/>
                  <a:pt x="49733" y="108938"/>
                </a:cubicBezTo>
                <a:cubicBezTo>
                  <a:pt x="46454" y="112217"/>
                  <a:pt x="42203" y="113857"/>
                  <a:pt x="36981" y="113857"/>
                </a:cubicBezTo>
                <a:cubicBezTo>
                  <a:pt x="32851" y="113857"/>
                  <a:pt x="29269" y="113128"/>
                  <a:pt x="26233" y="111671"/>
                </a:cubicBezTo>
                <a:cubicBezTo>
                  <a:pt x="23196" y="110213"/>
                  <a:pt x="20889" y="108331"/>
                  <a:pt x="19310" y="106023"/>
                </a:cubicBezTo>
                <a:cubicBezTo>
                  <a:pt x="17731" y="103716"/>
                  <a:pt x="16578" y="101590"/>
                  <a:pt x="15849" y="99647"/>
                </a:cubicBezTo>
                <a:cubicBezTo>
                  <a:pt x="15120" y="97705"/>
                  <a:pt x="14696" y="95761"/>
                  <a:pt x="14574" y="93818"/>
                </a:cubicBezTo>
                <a:cubicBezTo>
                  <a:pt x="14453" y="92968"/>
                  <a:pt x="14392" y="83981"/>
                  <a:pt x="14392" y="66856"/>
                </a:cubicBezTo>
                <a:lnTo>
                  <a:pt x="14392" y="41899"/>
                </a:lnTo>
                <a:lnTo>
                  <a:pt x="0" y="41899"/>
                </a:lnTo>
                <a:lnTo>
                  <a:pt x="0" y="35159"/>
                </a:lnTo>
                <a:lnTo>
                  <a:pt x="1639" y="351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45" name="pdf-path-61">
            <a:extLst xmlns:a="http://schemas.openxmlformats.org/drawingml/2006/main">
              <a:ext uri="{FF2B5EF4-FFF2-40B4-BE49-F238E27FC236}">
                <a16:creationId xmlns:a16="http://schemas.microsoft.com/office/drawing/2014/main" id="{E5B864D7-6F7D-499E-B500-52A0D43E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4956" y="2099056"/>
            <a:ext cx="41717" cy="121872"/>
          </a:xfrm>
          <a:custGeom xmlns:a="http://schemas.openxmlformats.org/drawingml/2006/main">
            <a:pathLst>
              <a:path w="41717" h="121872">
                <a:moveTo>
                  <a:pt x="7833" y="10930"/>
                </a:moveTo>
                <a:cubicBezTo>
                  <a:pt x="7833" y="7530"/>
                  <a:pt x="8926" y="4858"/>
                  <a:pt x="11112" y="2914"/>
                </a:cubicBezTo>
                <a:cubicBezTo>
                  <a:pt x="13298" y="971"/>
                  <a:pt x="15970" y="0"/>
                  <a:pt x="19128" y="0"/>
                </a:cubicBezTo>
                <a:cubicBezTo>
                  <a:pt x="21921" y="242"/>
                  <a:pt x="24350" y="1275"/>
                  <a:pt x="26415" y="3097"/>
                </a:cubicBezTo>
                <a:cubicBezTo>
                  <a:pt x="28478" y="4918"/>
                  <a:pt x="29511" y="7530"/>
                  <a:pt x="29511" y="10930"/>
                </a:cubicBezTo>
                <a:cubicBezTo>
                  <a:pt x="29511" y="14574"/>
                  <a:pt x="28478" y="17306"/>
                  <a:pt x="26415" y="19128"/>
                </a:cubicBezTo>
                <a:cubicBezTo>
                  <a:pt x="24350" y="20949"/>
                  <a:pt x="21800" y="21860"/>
                  <a:pt x="18763" y="21860"/>
                </a:cubicBezTo>
                <a:cubicBezTo>
                  <a:pt x="15727" y="21860"/>
                  <a:pt x="13177" y="20949"/>
                  <a:pt x="11112" y="19128"/>
                </a:cubicBezTo>
                <a:cubicBezTo>
                  <a:pt x="9047" y="17306"/>
                  <a:pt x="7954" y="14574"/>
                  <a:pt x="7833" y="10930"/>
                </a:cubicBezTo>
                <a:moveTo>
                  <a:pt x="40259" y="121872"/>
                </a:moveTo>
                <a:cubicBezTo>
                  <a:pt x="38437" y="121508"/>
                  <a:pt x="32122" y="121326"/>
                  <a:pt x="21314" y="121326"/>
                </a:cubicBezTo>
                <a:cubicBezTo>
                  <a:pt x="19978" y="121326"/>
                  <a:pt x="17730" y="121326"/>
                  <a:pt x="14574" y="121326"/>
                </a:cubicBezTo>
                <a:cubicBezTo>
                  <a:pt x="11416" y="121326"/>
                  <a:pt x="8380" y="121447"/>
                  <a:pt x="5465" y="121690"/>
                </a:cubicBezTo>
                <a:lnTo>
                  <a:pt x="1457" y="121872"/>
                </a:lnTo>
                <a:lnTo>
                  <a:pt x="0" y="121872"/>
                </a:lnTo>
                <a:lnTo>
                  <a:pt x="0" y="113492"/>
                </a:lnTo>
                <a:lnTo>
                  <a:pt x="2914" y="113492"/>
                </a:lnTo>
                <a:cubicBezTo>
                  <a:pt x="6315" y="113492"/>
                  <a:pt x="9290" y="113310"/>
                  <a:pt x="11841" y="112946"/>
                </a:cubicBezTo>
                <a:cubicBezTo>
                  <a:pt x="12934" y="112460"/>
                  <a:pt x="13601" y="111792"/>
                  <a:pt x="13845" y="110942"/>
                </a:cubicBezTo>
                <a:cubicBezTo>
                  <a:pt x="14088" y="110092"/>
                  <a:pt x="14208" y="107542"/>
                  <a:pt x="14208" y="103291"/>
                </a:cubicBezTo>
                <a:lnTo>
                  <a:pt x="14208" y="84527"/>
                </a:lnTo>
                <a:lnTo>
                  <a:pt x="14208" y="68496"/>
                </a:lnTo>
                <a:cubicBezTo>
                  <a:pt x="14208" y="62181"/>
                  <a:pt x="14088" y="58173"/>
                  <a:pt x="13845" y="56473"/>
                </a:cubicBezTo>
                <a:cubicBezTo>
                  <a:pt x="13601" y="54773"/>
                  <a:pt x="12752" y="53619"/>
                  <a:pt x="11295" y="53011"/>
                </a:cubicBezTo>
                <a:cubicBezTo>
                  <a:pt x="9594" y="52161"/>
                  <a:pt x="6740" y="51736"/>
                  <a:pt x="2732" y="51736"/>
                </a:cubicBezTo>
                <a:lnTo>
                  <a:pt x="728" y="51736"/>
                </a:lnTo>
                <a:lnTo>
                  <a:pt x="728" y="47547"/>
                </a:lnTo>
                <a:cubicBezTo>
                  <a:pt x="728" y="44753"/>
                  <a:pt x="850" y="43357"/>
                  <a:pt x="1093" y="43357"/>
                </a:cubicBezTo>
                <a:lnTo>
                  <a:pt x="2914" y="43174"/>
                </a:lnTo>
                <a:cubicBezTo>
                  <a:pt x="4129" y="43053"/>
                  <a:pt x="5829" y="42932"/>
                  <a:pt x="8015" y="42810"/>
                </a:cubicBezTo>
                <a:cubicBezTo>
                  <a:pt x="10201" y="42689"/>
                  <a:pt x="12388" y="42567"/>
                  <a:pt x="14574" y="42446"/>
                </a:cubicBezTo>
                <a:cubicBezTo>
                  <a:pt x="16637" y="42324"/>
                  <a:pt x="18824" y="42203"/>
                  <a:pt x="21131" y="42081"/>
                </a:cubicBezTo>
                <a:cubicBezTo>
                  <a:pt x="23439" y="41960"/>
                  <a:pt x="25200" y="41778"/>
                  <a:pt x="26415" y="41535"/>
                </a:cubicBezTo>
                <a:cubicBezTo>
                  <a:pt x="27629" y="41292"/>
                  <a:pt x="28297" y="41231"/>
                  <a:pt x="28418" y="41353"/>
                </a:cubicBezTo>
                <a:lnTo>
                  <a:pt x="28965" y="41353"/>
                </a:lnTo>
                <a:lnTo>
                  <a:pt x="28965" y="110578"/>
                </a:lnTo>
                <a:cubicBezTo>
                  <a:pt x="29571" y="111792"/>
                  <a:pt x="30300" y="112521"/>
                  <a:pt x="31150" y="112763"/>
                </a:cubicBezTo>
                <a:cubicBezTo>
                  <a:pt x="32000" y="113006"/>
                  <a:pt x="34126" y="113249"/>
                  <a:pt x="37527" y="113492"/>
                </a:cubicBezTo>
                <a:lnTo>
                  <a:pt x="41717" y="113492"/>
                </a:lnTo>
                <a:lnTo>
                  <a:pt x="41717" y="121872"/>
                </a:lnTo>
                <a:lnTo>
                  <a:pt x="40259" y="1218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46" name="pdf-path-63">
            <a:extLst xmlns:a="http://schemas.openxmlformats.org/drawingml/2006/main">
              <a:ext uri="{FF2B5EF4-FFF2-40B4-BE49-F238E27FC236}">
                <a16:creationId xmlns:a16="http://schemas.microsoft.com/office/drawing/2014/main" id="{04320663-4046-4A73-8ADF-2139B55F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966" y="2139316"/>
            <a:ext cx="80702" cy="83434"/>
          </a:xfrm>
          <a:custGeom xmlns:a="http://schemas.openxmlformats.org/drawingml/2006/main">
            <a:pathLst>
              <a:path w="80702" h="83434">
                <a:moveTo>
                  <a:pt x="0" y="42628"/>
                </a:moveTo>
                <a:cubicBezTo>
                  <a:pt x="0" y="31091"/>
                  <a:pt x="3947" y="21132"/>
                  <a:pt x="11841" y="12752"/>
                </a:cubicBezTo>
                <a:cubicBezTo>
                  <a:pt x="19735" y="4372"/>
                  <a:pt x="29269" y="122"/>
                  <a:pt x="40442" y="0"/>
                </a:cubicBezTo>
                <a:cubicBezTo>
                  <a:pt x="51372" y="0"/>
                  <a:pt x="60785" y="4129"/>
                  <a:pt x="68678" y="12388"/>
                </a:cubicBezTo>
                <a:cubicBezTo>
                  <a:pt x="76572" y="20646"/>
                  <a:pt x="80580" y="30666"/>
                  <a:pt x="80702" y="42446"/>
                </a:cubicBezTo>
                <a:cubicBezTo>
                  <a:pt x="80702" y="53983"/>
                  <a:pt x="76815" y="63699"/>
                  <a:pt x="69042" y="71593"/>
                </a:cubicBezTo>
                <a:cubicBezTo>
                  <a:pt x="61271" y="79487"/>
                  <a:pt x="51736" y="83434"/>
                  <a:pt x="40442" y="83434"/>
                </a:cubicBezTo>
                <a:cubicBezTo>
                  <a:pt x="28661" y="83434"/>
                  <a:pt x="19007" y="79366"/>
                  <a:pt x="11477" y="71229"/>
                </a:cubicBezTo>
                <a:cubicBezTo>
                  <a:pt x="3947" y="63091"/>
                  <a:pt x="121" y="53558"/>
                  <a:pt x="0" y="42628"/>
                </a:cubicBezTo>
                <a:moveTo>
                  <a:pt x="40442" y="76147"/>
                </a:moveTo>
                <a:cubicBezTo>
                  <a:pt x="55258" y="76147"/>
                  <a:pt x="62667" y="66249"/>
                  <a:pt x="62667" y="46454"/>
                </a:cubicBezTo>
                <a:lnTo>
                  <a:pt x="62667" y="40624"/>
                </a:lnTo>
                <a:lnTo>
                  <a:pt x="62667" y="36070"/>
                </a:lnTo>
                <a:cubicBezTo>
                  <a:pt x="62667" y="33398"/>
                  <a:pt x="62605" y="31091"/>
                  <a:pt x="62485" y="29147"/>
                </a:cubicBezTo>
                <a:cubicBezTo>
                  <a:pt x="62364" y="27204"/>
                  <a:pt x="61938" y="24897"/>
                  <a:pt x="61209" y="22225"/>
                </a:cubicBezTo>
                <a:cubicBezTo>
                  <a:pt x="60481" y="19553"/>
                  <a:pt x="59509" y="17367"/>
                  <a:pt x="58294" y="15666"/>
                </a:cubicBezTo>
                <a:cubicBezTo>
                  <a:pt x="57080" y="13967"/>
                  <a:pt x="55198" y="12266"/>
                  <a:pt x="52647" y="10566"/>
                </a:cubicBezTo>
                <a:cubicBezTo>
                  <a:pt x="50097" y="8866"/>
                  <a:pt x="47122" y="7651"/>
                  <a:pt x="43721" y="6922"/>
                </a:cubicBezTo>
                <a:cubicBezTo>
                  <a:pt x="43114" y="6801"/>
                  <a:pt x="42142" y="6740"/>
                  <a:pt x="40807" y="6740"/>
                </a:cubicBezTo>
                <a:cubicBezTo>
                  <a:pt x="37163" y="6740"/>
                  <a:pt x="33701" y="7469"/>
                  <a:pt x="30423" y="8926"/>
                </a:cubicBezTo>
                <a:cubicBezTo>
                  <a:pt x="25201" y="11598"/>
                  <a:pt x="21800" y="15302"/>
                  <a:pt x="20221" y="20039"/>
                </a:cubicBezTo>
                <a:cubicBezTo>
                  <a:pt x="18642" y="24775"/>
                  <a:pt x="17852" y="30362"/>
                  <a:pt x="17852" y="36798"/>
                </a:cubicBezTo>
                <a:lnTo>
                  <a:pt x="17852" y="40442"/>
                </a:lnTo>
                <a:cubicBezTo>
                  <a:pt x="17852" y="52101"/>
                  <a:pt x="19007" y="60299"/>
                  <a:pt x="21314" y="65035"/>
                </a:cubicBezTo>
                <a:cubicBezTo>
                  <a:pt x="25201" y="72443"/>
                  <a:pt x="31576" y="76147"/>
                  <a:pt x="40442" y="7614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47" name="pdf-path-65">
            <a:extLst xmlns:a="http://schemas.openxmlformats.org/drawingml/2006/main">
              <a:ext uri="{FF2B5EF4-FFF2-40B4-BE49-F238E27FC236}">
                <a16:creationId xmlns:a16="http://schemas.microsoft.com/office/drawing/2014/main" id="{46F2E463-1E9E-4C8C-B69A-79322C46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6505" y="2140287"/>
            <a:ext cx="94183" cy="80641"/>
          </a:xfrm>
          <a:custGeom xmlns:a="http://schemas.openxmlformats.org/drawingml/2006/main">
            <a:pathLst>
              <a:path w="94183" h="80641">
                <a:moveTo>
                  <a:pt x="2915" y="72261"/>
                </a:moveTo>
                <a:lnTo>
                  <a:pt x="5465" y="72261"/>
                </a:lnTo>
                <a:cubicBezTo>
                  <a:pt x="10202" y="72261"/>
                  <a:pt x="13055" y="71411"/>
                  <a:pt x="14027" y="69711"/>
                </a:cubicBezTo>
                <a:lnTo>
                  <a:pt x="14027" y="68253"/>
                </a:lnTo>
                <a:cubicBezTo>
                  <a:pt x="14027" y="67160"/>
                  <a:pt x="14027" y="65763"/>
                  <a:pt x="14027" y="64064"/>
                </a:cubicBezTo>
                <a:cubicBezTo>
                  <a:pt x="14027" y="62363"/>
                  <a:pt x="14027" y="60481"/>
                  <a:pt x="14027" y="58416"/>
                </a:cubicBezTo>
                <a:cubicBezTo>
                  <a:pt x="14027" y="56352"/>
                  <a:pt x="14088" y="53983"/>
                  <a:pt x="14210" y="51311"/>
                </a:cubicBezTo>
                <a:cubicBezTo>
                  <a:pt x="14331" y="48639"/>
                  <a:pt x="14331" y="46089"/>
                  <a:pt x="14210" y="43660"/>
                </a:cubicBezTo>
                <a:cubicBezTo>
                  <a:pt x="14210" y="39895"/>
                  <a:pt x="14210" y="35888"/>
                  <a:pt x="14210" y="31637"/>
                </a:cubicBezTo>
                <a:cubicBezTo>
                  <a:pt x="14210" y="27386"/>
                  <a:pt x="14148" y="23804"/>
                  <a:pt x="14027" y="20889"/>
                </a:cubicBezTo>
                <a:lnTo>
                  <a:pt x="14027" y="16699"/>
                </a:lnTo>
                <a:cubicBezTo>
                  <a:pt x="13663" y="14392"/>
                  <a:pt x="12813" y="12874"/>
                  <a:pt x="11477" y="12145"/>
                </a:cubicBezTo>
                <a:cubicBezTo>
                  <a:pt x="10141" y="11416"/>
                  <a:pt x="7408" y="10870"/>
                  <a:pt x="3279" y="10505"/>
                </a:cubicBezTo>
                <a:lnTo>
                  <a:pt x="0" y="10505"/>
                </a:lnTo>
                <a:lnTo>
                  <a:pt x="0" y="6315"/>
                </a:lnTo>
                <a:cubicBezTo>
                  <a:pt x="0" y="3522"/>
                  <a:pt x="121" y="2125"/>
                  <a:pt x="364" y="2125"/>
                </a:cubicBezTo>
                <a:lnTo>
                  <a:pt x="2186" y="1943"/>
                </a:lnTo>
                <a:cubicBezTo>
                  <a:pt x="3401" y="1822"/>
                  <a:pt x="5101" y="1700"/>
                  <a:pt x="7287" y="1579"/>
                </a:cubicBezTo>
                <a:cubicBezTo>
                  <a:pt x="9473" y="1457"/>
                  <a:pt x="11719" y="1336"/>
                  <a:pt x="14027" y="1214"/>
                </a:cubicBezTo>
                <a:cubicBezTo>
                  <a:pt x="16092" y="1093"/>
                  <a:pt x="18278" y="971"/>
                  <a:pt x="20585" y="850"/>
                </a:cubicBezTo>
                <a:cubicBezTo>
                  <a:pt x="22893" y="728"/>
                  <a:pt x="24653" y="546"/>
                  <a:pt x="25868" y="303"/>
                </a:cubicBezTo>
                <a:cubicBezTo>
                  <a:pt x="27083" y="60"/>
                  <a:pt x="27751" y="0"/>
                  <a:pt x="27872" y="122"/>
                </a:cubicBezTo>
                <a:lnTo>
                  <a:pt x="28418" y="122"/>
                </a:lnTo>
                <a:lnTo>
                  <a:pt x="28418" y="7408"/>
                </a:lnTo>
                <a:cubicBezTo>
                  <a:pt x="28418" y="12023"/>
                  <a:pt x="28480" y="14331"/>
                  <a:pt x="28601" y="14331"/>
                </a:cubicBezTo>
                <a:cubicBezTo>
                  <a:pt x="28723" y="14331"/>
                  <a:pt x="29026" y="14027"/>
                  <a:pt x="29512" y="13420"/>
                </a:cubicBezTo>
                <a:cubicBezTo>
                  <a:pt x="29997" y="12813"/>
                  <a:pt x="30726" y="11902"/>
                  <a:pt x="31698" y="10687"/>
                </a:cubicBezTo>
                <a:cubicBezTo>
                  <a:pt x="32669" y="9473"/>
                  <a:pt x="33824" y="8380"/>
                  <a:pt x="35159" y="7408"/>
                </a:cubicBezTo>
                <a:cubicBezTo>
                  <a:pt x="36494" y="6437"/>
                  <a:pt x="38256" y="5283"/>
                  <a:pt x="40442" y="3947"/>
                </a:cubicBezTo>
                <a:cubicBezTo>
                  <a:pt x="42628" y="2611"/>
                  <a:pt x="44936" y="1639"/>
                  <a:pt x="47365" y="1032"/>
                </a:cubicBezTo>
                <a:cubicBezTo>
                  <a:pt x="49793" y="425"/>
                  <a:pt x="52890" y="122"/>
                  <a:pt x="56655" y="122"/>
                </a:cubicBezTo>
                <a:cubicBezTo>
                  <a:pt x="70500" y="607"/>
                  <a:pt x="78212" y="7469"/>
                  <a:pt x="79790" y="20707"/>
                </a:cubicBezTo>
                <a:cubicBezTo>
                  <a:pt x="79913" y="21557"/>
                  <a:pt x="79973" y="29998"/>
                  <a:pt x="79973" y="46029"/>
                </a:cubicBezTo>
                <a:lnTo>
                  <a:pt x="79973" y="61695"/>
                </a:lnTo>
                <a:cubicBezTo>
                  <a:pt x="79973" y="66310"/>
                  <a:pt x="80094" y="69043"/>
                  <a:pt x="80337" y="69893"/>
                </a:cubicBezTo>
                <a:cubicBezTo>
                  <a:pt x="80580" y="70743"/>
                  <a:pt x="81249" y="71350"/>
                  <a:pt x="82341" y="71715"/>
                </a:cubicBezTo>
                <a:cubicBezTo>
                  <a:pt x="84891" y="72079"/>
                  <a:pt x="87867" y="72261"/>
                  <a:pt x="91268" y="72261"/>
                </a:cubicBezTo>
                <a:lnTo>
                  <a:pt x="94183" y="72261"/>
                </a:lnTo>
                <a:lnTo>
                  <a:pt x="94183" y="80641"/>
                </a:lnTo>
                <a:lnTo>
                  <a:pt x="92725" y="80641"/>
                </a:lnTo>
                <a:lnTo>
                  <a:pt x="88353" y="80459"/>
                </a:lnTo>
                <a:cubicBezTo>
                  <a:pt x="85560" y="80338"/>
                  <a:pt x="82523" y="80276"/>
                  <a:pt x="79244" y="80276"/>
                </a:cubicBezTo>
                <a:cubicBezTo>
                  <a:pt x="75965" y="80276"/>
                  <a:pt x="73657" y="80216"/>
                  <a:pt x="72322" y="80095"/>
                </a:cubicBezTo>
                <a:cubicBezTo>
                  <a:pt x="59813" y="80095"/>
                  <a:pt x="53012" y="80276"/>
                  <a:pt x="51919" y="80641"/>
                </a:cubicBezTo>
                <a:lnTo>
                  <a:pt x="50461" y="80641"/>
                </a:lnTo>
                <a:lnTo>
                  <a:pt x="50461" y="72261"/>
                </a:lnTo>
                <a:lnTo>
                  <a:pt x="53376" y="72261"/>
                </a:lnTo>
                <a:cubicBezTo>
                  <a:pt x="60785" y="72261"/>
                  <a:pt x="64488" y="71290"/>
                  <a:pt x="64488" y="69346"/>
                </a:cubicBezTo>
                <a:cubicBezTo>
                  <a:pt x="64610" y="69103"/>
                  <a:pt x="64670" y="60724"/>
                  <a:pt x="64670" y="44207"/>
                </a:cubicBezTo>
                <a:cubicBezTo>
                  <a:pt x="64550" y="27812"/>
                  <a:pt x="64427" y="19128"/>
                  <a:pt x="64307" y="18156"/>
                </a:cubicBezTo>
                <a:cubicBezTo>
                  <a:pt x="63578" y="14756"/>
                  <a:pt x="62364" y="12206"/>
                  <a:pt x="60663" y="10505"/>
                </a:cubicBezTo>
                <a:cubicBezTo>
                  <a:pt x="58963" y="8805"/>
                  <a:pt x="57505" y="7773"/>
                  <a:pt x="56291" y="7408"/>
                </a:cubicBezTo>
                <a:cubicBezTo>
                  <a:pt x="55076" y="7044"/>
                  <a:pt x="53498" y="6922"/>
                  <a:pt x="51554" y="7044"/>
                </a:cubicBezTo>
                <a:cubicBezTo>
                  <a:pt x="46089" y="7044"/>
                  <a:pt x="41292" y="9109"/>
                  <a:pt x="37163" y="13238"/>
                </a:cubicBezTo>
                <a:cubicBezTo>
                  <a:pt x="33884" y="16517"/>
                  <a:pt x="31819" y="19856"/>
                  <a:pt x="30969" y="23257"/>
                </a:cubicBezTo>
                <a:cubicBezTo>
                  <a:pt x="30119" y="26658"/>
                  <a:pt x="29633" y="31697"/>
                  <a:pt x="29512" y="38377"/>
                </a:cubicBezTo>
                <a:lnTo>
                  <a:pt x="29512" y="50036"/>
                </a:lnTo>
                <a:lnTo>
                  <a:pt x="29512" y="60967"/>
                </a:lnTo>
                <a:cubicBezTo>
                  <a:pt x="29512" y="64610"/>
                  <a:pt x="29573" y="67039"/>
                  <a:pt x="29694" y="68253"/>
                </a:cubicBezTo>
                <a:cubicBezTo>
                  <a:pt x="29816" y="69468"/>
                  <a:pt x="29997" y="70257"/>
                  <a:pt x="30240" y="70622"/>
                </a:cubicBezTo>
                <a:cubicBezTo>
                  <a:pt x="30483" y="70986"/>
                  <a:pt x="31030" y="71350"/>
                  <a:pt x="31879" y="71715"/>
                </a:cubicBezTo>
                <a:cubicBezTo>
                  <a:pt x="34430" y="72079"/>
                  <a:pt x="37406" y="72261"/>
                  <a:pt x="40806" y="72261"/>
                </a:cubicBezTo>
                <a:lnTo>
                  <a:pt x="43721" y="72261"/>
                </a:lnTo>
                <a:lnTo>
                  <a:pt x="43721" y="80641"/>
                </a:lnTo>
                <a:lnTo>
                  <a:pt x="42264" y="80641"/>
                </a:lnTo>
                <a:lnTo>
                  <a:pt x="38073" y="80459"/>
                </a:lnTo>
                <a:cubicBezTo>
                  <a:pt x="35159" y="80338"/>
                  <a:pt x="32062" y="80276"/>
                  <a:pt x="28783" y="80276"/>
                </a:cubicBezTo>
                <a:cubicBezTo>
                  <a:pt x="25504" y="80276"/>
                  <a:pt x="23196" y="80216"/>
                  <a:pt x="21860" y="80095"/>
                </a:cubicBezTo>
                <a:cubicBezTo>
                  <a:pt x="9352" y="80095"/>
                  <a:pt x="2550" y="80276"/>
                  <a:pt x="1457" y="80641"/>
                </a:cubicBezTo>
                <a:lnTo>
                  <a:pt x="0" y="80641"/>
                </a:lnTo>
                <a:lnTo>
                  <a:pt x="0" y="72261"/>
                </a:lnTo>
                <a:lnTo>
                  <a:pt x="2915" y="7226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48" name="pdf-path-67">
            <a:extLst xmlns:a="http://schemas.openxmlformats.org/drawingml/2006/main">
              <a:ext uri="{FF2B5EF4-FFF2-40B4-BE49-F238E27FC236}">
                <a16:creationId xmlns:a16="http://schemas.microsoft.com/office/drawing/2014/main" id="{49C0A68F-88DB-49C0-A0A5-506CEB62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53" y="2446109"/>
            <a:ext cx="95" cy="1079361"/>
          </a:xfrm>
          <a:custGeom xmlns:a="http://schemas.openxmlformats.org/drawingml/2006/main">
            <a:pathLst>
              <a:path w="95" h="1079361">
                <a:moveTo>
                  <a:pt x="0" y="0"/>
                </a:moveTo>
                <a:lnTo>
                  <a:pt x="70" y="827361"/>
                </a:lnTo>
                <a:lnTo>
                  <a:pt x="0" y="1079361"/>
                </a:lnTo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49" name="pdf-path-68">
            <a:extLst xmlns:a="http://schemas.openxmlformats.org/drawingml/2006/main">
              <a:ext uri="{FF2B5EF4-FFF2-40B4-BE49-F238E27FC236}">
                <a16:creationId xmlns:a16="http://schemas.microsoft.com/office/drawing/2014/main" id="{B294E589-CBD3-44F5-979F-055E9428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574" y="2035876"/>
            <a:ext cx="1103148" cy="413680"/>
          </a:xfrm>
          <a:custGeom xmlns:a="http://schemas.openxmlformats.org/drawingml/2006/main">
            <a:pathLst>
              <a:path w="1103148" h="413680">
                <a:moveTo>
                  <a:pt x="62053" y="0"/>
                </a:moveTo>
                <a:lnTo>
                  <a:pt x="1041096" y="0"/>
                </a:lnTo>
                <a:cubicBezTo>
                  <a:pt x="1045171" y="0"/>
                  <a:pt x="1049206" y="397"/>
                  <a:pt x="1053201" y="1192"/>
                </a:cubicBezTo>
                <a:cubicBezTo>
                  <a:pt x="1057197" y="1987"/>
                  <a:pt x="1061077" y="3164"/>
                  <a:pt x="1064841" y="4722"/>
                </a:cubicBezTo>
                <a:cubicBezTo>
                  <a:pt x="1068605" y="6282"/>
                  <a:pt x="1072180" y="8194"/>
                  <a:pt x="1075568" y="10457"/>
                </a:cubicBezTo>
                <a:cubicBezTo>
                  <a:pt x="1078956" y="12721"/>
                  <a:pt x="1082091" y="15293"/>
                  <a:pt x="1084973" y="18175"/>
                </a:cubicBezTo>
                <a:cubicBezTo>
                  <a:pt x="1087855" y="21056"/>
                  <a:pt x="1090426" y="24190"/>
                  <a:pt x="1092691" y="27577"/>
                </a:cubicBezTo>
                <a:cubicBezTo>
                  <a:pt x="1094953" y="30965"/>
                  <a:pt x="1096863" y="34541"/>
                  <a:pt x="1098424" y="38305"/>
                </a:cubicBezTo>
                <a:cubicBezTo>
                  <a:pt x="1099983" y="42070"/>
                  <a:pt x="1101160" y="45950"/>
                  <a:pt x="1101955" y="49946"/>
                </a:cubicBezTo>
                <a:cubicBezTo>
                  <a:pt x="1102750" y="53943"/>
                  <a:pt x="1103148" y="57977"/>
                  <a:pt x="1103148" y="62052"/>
                </a:cubicBezTo>
                <a:lnTo>
                  <a:pt x="1103148" y="351628"/>
                </a:lnTo>
                <a:cubicBezTo>
                  <a:pt x="1103148" y="355702"/>
                  <a:pt x="1102750" y="359738"/>
                  <a:pt x="1101955" y="363734"/>
                </a:cubicBezTo>
                <a:cubicBezTo>
                  <a:pt x="1101160" y="367729"/>
                  <a:pt x="1099983" y="371609"/>
                  <a:pt x="1098424" y="375374"/>
                </a:cubicBezTo>
                <a:cubicBezTo>
                  <a:pt x="1096863" y="379138"/>
                  <a:pt x="1094953" y="382714"/>
                  <a:pt x="1092690" y="386101"/>
                </a:cubicBezTo>
                <a:cubicBezTo>
                  <a:pt x="1090426" y="389490"/>
                  <a:pt x="1087855" y="392624"/>
                  <a:pt x="1084973" y="395506"/>
                </a:cubicBezTo>
                <a:cubicBezTo>
                  <a:pt x="1082091" y="398387"/>
                  <a:pt x="1078956" y="400959"/>
                  <a:pt x="1075569" y="403222"/>
                </a:cubicBezTo>
                <a:cubicBezTo>
                  <a:pt x="1072181" y="405486"/>
                  <a:pt x="1068605" y="407397"/>
                  <a:pt x="1064841" y="408956"/>
                </a:cubicBezTo>
                <a:cubicBezTo>
                  <a:pt x="1061077" y="410516"/>
                  <a:pt x="1057197" y="411693"/>
                  <a:pt x="1053201" y="412488"/>
                </a:cubicBezTo>
                <a:cubicBezTo>
                  <a:pt x="1049206" y="413282"/>
                  <a:pt x="1045171" y="413680"/>
                  <a:pt x="1041096" y="413680"/>
                </a:cubicBezTo>
                <a:lnTo>
                  <a:pt x="62053" y="413680"/>
                </a:lnTo>
                <a:cubicBezTo>
                  <a:pt x="57979" y="413680"/>
                  <a:pt x="53943" y="413282"/>
                  <a:pt x="49947" y="412488"/>
                </a:cubicBezTo>
                <a:cubicBezTo>
                  <a:pt x="45951" y="411693"/>
                  <a:pt x="42071" y="410516"/>
                  <a:pt x="38306" y="408956"/>
                </a:cubicBezTo>
                <a:cubicBezTo>
                  <a:pt x="34542" y="407397"/>
                  <a:pt x="30966" y="405486"/>
                  <a:pt x="27579" y="403222"/>
                </a:cubicBezTo>
                <a:cubicBezTo>
                  <a:pt x="24190" y="400959"/>
                  <a:pt x="21057" y="398387"/>
                  <a:pt x="18176" y="395506"/>
                </a:cubicBezTo>
                <a:cubicBezTo>
                  <a:pt x="15294" y="392624"/>
                  <a:pt x="12721" y="389490"/>
                  <a:pt x="10458" y="386101"/>
                </a:cubicBezTo>
                <a:cubicBezTo>
                  <a:pt x="8195" y="382714"/>
                  <a:pt x="6283" y="379138"/>
                  <a:pt x="4724" y="375374"/>
                </a:cubicBezTo>
                <a:cubicBezTo>
                  <a:pt x="3165" y="371609"/>
                  <a:pt x="1988" y="367729"/>
                  <a:pt x="1193" y="363734"/>
                </a:cubicBezTo>
                <a:cubicBezTo>
                  <a:pt x="398" y="359738"/>
                  <a:pt x="0" y="355702"/>
                  <a:pt x="1" y="351628"/>
                </a:cubicBezTo>
                <a:lnTo>
                  <a:pt x="1" y="62052"/>
                </a:lnTo>
                <a:cubicBezTo>
                  <a:pt x="0" y="57977"/>
                  <a:pt x="398" y="53943"/>
                  <a:pt x="1193" y="49946"/>
                </a:cubicBezTo>
                <a:cubicBezTo>
                  <a:pt x="1988" y="45950"/>
                  <a:pt x="3165" y="42070"/>
                  <a:pt x="4724" y="38305"/>
                </a:cubicBezTo>
                <a:cubicBezTo>
                  <a:pt x="6283" y="34541"/>
                  <a:pt x="8195" y="30965"/>
                  <a:pt x="10459" y="27577"/>
                </a:cubicBezTo>
                <a:cubicBezTo>
                  <a:pt x="12721" y="24190"/>
                  <a:pt x="15294" y="21056"/>
                  <a:pt x="18176" y="18175"/>
                </a:cubicBezTo>
                <a:cubicBezTo>
                  <a:pt x="21057" y="15293"/>
                  <a:pt x="24190" y="12721"/>
                  <a:pt x="27579" y="10457"/>
                </a:cubicBezTo>
                <a:cubicBezTo>
                  <a:pt x="30966" y="8194"/>
                  <a:pt x="34542" y="6282"/>
                  <a:pt x="38307" y="4722"/>
                </a:cubicBezTo>
                <a:cubicBezTo>
                  <a:pt x="42071" y="3164"/>
                  <a:pt x="45951" y="1987"/>
                  <a:pt x="49947" y="1192"/>
                </a:cubicBezTo>
                <a:cubicBezTo>
                  <a:pt x="53943" y="397"/>
                  <a:pt x="57979" y="0"/>
                  <a:pt x="62053" y="0"/>
                </a:cubicBezTo>
              </a:path>
            </a:pathLst>
          </a:custGeom>
          <a:solidFill xmlns:a="http://schemas.openxmlformats.org/drawingml/2006/main">
            <a:srgbClr val="E5CCFF"/>
          </a:solidFill>
          <a:ln xmlns:a="http://schemas.openxmlformats.org/drawingml/2006/main" w="6895">
            <a:solidFill>
              <a:srgbClr val="000000"/>
            </a:solidFill>
            <a:prstDash val="solid"/>
          </a:ln>
        </p:spPr>
      </p:sp>
      <p:sp>
        <p:nvSpPr>
          <p:cNvPr id="50" name="pdf-path-70">
            <a:extLst xmlns:a="http://schemas.openxmlformats.org/drawingml/2006/main">
              <a:ext uri="{FF2B5EF4-FFF2-40B4-BE49-F238E27FC236}">
                <a16:creationId xmlns:a16="http://schemas.microsoft.com/office/drawing/2014/main" id="{B3E360B8-5E29-4A79-851C-19DF4FA6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432" y="2213085"/>
            <a:ext cx="105358" cy="117036"/>
          </a:xfrm>
          <a:custGeom xmlns:a="http://schemas.openxmlformats.org/drawingml/2006/main">
            <a:pathLst>
              <a:path w="105358" h="117036">
                <a:moveTo>
                  <a:pt x="0" y="40271"/>
                </a:moveTo>
                <a:cubicBezTo>
                  <a:pt x="171" y="39756"/>
                  <a:pt x="343" y="39070"/>
                  <a:pt x="515" y="38211"/>
                </a:cubicBezTo>
                <a:cubicBezTo>
                  <a:pt x="686" y="37352"/>
                  <a:pt x="1116" y="35463"/>
                  <a:pt x="1802" y="32543"/>
                </a:cubicBezTo>
                <a:cubicBezTo>
                  <a:pt x="2489" y="29624"/>
                  <a:pt x="3349" y="26962"/>
                  <a:pt x="4379" y="24558"/>
                </a:cubicBezTo>
                <a:cubicBezTo>
                  <a:pt x="5409" y="22154"/>
                  <a:pt x="6697" y="19320"/>
                  <a:pt x="8243" y="16057"/>
                </a:cubicBezTo>
                <a:cubicBezTo>
                  <a:pt x="9788" y="12795"/>
                  <a:pt x="11505" y="10219"/>
                  <a:pt x="13395" y="8329"/>
                </a:cubicBezTo>
                <a:cubicBezTo>
                  <a:pt x="15284" y="6440"/>
                  <a:pt x="17516" y="4551"/>
                  <a:pt x="20092" y="2662"/>
                </a:cubicBezTo>
                <a:cubicBezTo>
                  <a:pt x="22668" y="773"/>
                  <a:pt x="25502" y="0"/>
                  <a:pt x="28594" y="344"/>
                </a:cubicBezTo>
                <a:cubicBezTo>
                  <a:pt x="33574" y="344"/>
                  <a:pt x="37952" y="1374"/>
                  <a:pt x="41731" y="3435"/>
                </a:cubicBezTo>
                <a:cubicBezTo>
                  <a:pt x="45509" y="5496"/>
                  <a:pt x="48170" y="7384"/>
                  <a:pt x="49717" y="9102"/>
                </a:cubicBezTo>
                <a:cubicBezTo>
                  <a:pt x="51262" y="10819"/>
                  <a:pt x="52206" y="12536"/>
                  <a:pt x="52550" y="14254"/>
                </a:cubicBezTo>
                <a:cubicBezTo>
                  <a:pt x="52893" y="15285"/>
                  <a:pt x="53151" y="15800"/>
                  <a:pt x="53322" y="15800"/>
                </a:cubicBezTo>
                <a:cubicBezTo>
                  <a:pt x="53494" y="15800"/>
                  <a:pt x="54182" y="15198"/>
                  <a:pt x="55384" y="13996"/>
                </a:cubicBezTo>
                <a:cubicBezTo>
                  <a:pt x="63626" y="5067"/>
                  <a:pt x="73158" y="601"/>
                  <a:pt x="83977" y="601"/>
                </a:cubicBezTo>
                <a:lnTo>
                  <a:pt x="84749" y="601"/>
                </a:lnTo>
                <a:cubicBezTo>
                  <a:pt x="92993" y="601"/>
                  <a:pt x="99175" y="4122"/>
                  <a:pt x="103297" y="11163"/>
                </a:cubicBezTo>
                <a:cubicBezTo>
                  <a:pt x="104672" y="14426"/>
                  <a:pt x="105358" y="17603"/>
                  <a:pt x="105358" y="20694"/>
                </a:cubicBezTo>
                <a:cubicBezTo>
                  <a:pt x="105358" y="25846"/>
                  <a:pt x="104241" y="29968"/>
                  <a:pt x="102009" y="33059"/>
                </a:cubicBezTo>
                <a:cubicBezTo>
                  <a:pt x="99776" y="36150"/>
                  <a:pt x="97544" y="38125"/>
                  <a:pt x="95312" y="38984"/>
                </a:cubicBezTo>
                <a:cubicBezTo>
                  <a:pt x="93079" y="39842"/>
                  <a:pt x="90933" y="40186"/>
                  <a:pt x="88871" y="40014"/>
                </a:cubicBezTo>
                <a:cubicBezTo>
                  <a:pt x="85437" y="40014"/>
                  <a:pt x="82689" y="39070"/>
                  <a:pt x="80629" y="37180"/>
                </a:cubicBezTo>
                <a:cubicBezTo>
                  <a:pt x="78567" y="35291"/>
                  <a:pt x="77537" y="32801"/>
                  <a:pt x="77537" y="29710"/>
                </a:cubicBezTo>
                <a:cubicBezTo>
                  <a:pt x="77537" y="21467"/>
                  <a:pt x="82346" y="15971"/>
                  <a:pt x="91963" y="13224"/>
                </a:cubicBezTo>
                <a:cubicBezTo>
                  <a:pt x="88184" y="10991"/>
                  <a:pt x="85094" y="9875"/>
                  <a:pt x="82689" y="9875"/>
                </a:cubicBezTo>
                <a:cubicBezTo>
                  <a:pt x="73072" y="9875"/>
                  <a:pt x="64227" y="16229"/>
                  <a:pt x="56156" y="28937"/>
                </a:cubicBezTo>
                <a:cubicBezTo>
                  <a:pt x="54439" y="31685"/>
                  <a:pt x="53151" y="34519"/>
                  <a:pt x="52292" y="37438"/>
                </a:cubicBezTo>
                <a:cubicBezTo>
                  <a:pt x="51434" y="40357"/>
                  <a:pt x="48514" y="51778"/>
                  <a:pt x="43533" y="71699"/>
                </a:cubicBezTo>
                <a:cubicBezTo>
                  <a:pt x="37695" y="95742"/>
                  <a:pt x="34346" y="108536"/>
                  <a:pt x="33487" y="110081"/>
                </a:cubicBezTo>
                <a:cubicBezTo>
                  <a:pt x="31255" y="114718"/>
                  <a:pt x="27562" y="117036"/>
                  <a:pt x="22410" y="117036"/>
                </a:cubicBezTo>
                <a:cubicBezTo>
                  <a:pt x="20178" y="117036"/>
                  <a:pt x="18374" y="116521"/>
                  <a:pt x="17001" y="115491"/>
                </a:cubicBezTo>
                <a:cubicBezTo>
                  <a:pt x="15627" y="114460"/>
                  <a:pt x="14683" y="113430"/>
                  <a:pt x="14168" y="112400"/>
                </a:cubicBezTo>
                <a:cubicBezTo>
                  <a:pt x="13653" y="111369"/>
                  <a:pt x="13481" y="110511"/>
                  <a:pt x="13653" y="109824"/>
                </a:cubicBezTo>
                <a:cubicBezTo>
                  <a:pt x="13653" y="107591"/>
                  <a:pt x="17087" y="92822"/>
                  <a:pt x="23957" y="65516"/>
                </a:cubicBezTo>
                <a:cubicBezTo>
                  <a:pt x="30826" y="38211"/>
                  <a:pt x="34261" y="23013"/>
                  <a:pt x="34261" y="19921"/>
                </a:cubicBezTo>
                <a:cubicBezTo>
                  <a:pt x="34261" y="13224"/>
                  <a:pt x="32028" y="9875"/>
                  <a:pt x="27562" y="9875"/>
                </a:cubicBezTo>
                <a:cubicBezTo>
                  <a:pt x="23957" y="9875"/>
                  <a:pt x="20865" y="12279"/>
                  <a:pt x="18290" y="17088"/>
                </a:cubicBezTo>
                <a:cubicBezTo>
                  <a:pt x="15713" y="21896"/>
                  <a:pt x="13653" y="27134"/>
                  <a:pt x="12106" y="32801"/>
                </a:cubicBezTo>
                <a:cubicBezTo>
                  <a:pt x="10561" y="38469"/>
                  <a:pt x="9617" y="41560"/>
                  <a:pt x="9273" y="42075"/>
                </a:cubicBezTo>
                <a:cubicBezTo>
                  <a:pt x="8930" y="42418"/>
                  <a:pt x="7555" y="42590"/>
                  <a:pt x="5152" y="42590"/>
                </a:cubicBezTo>
                <a:lnTo>
                  <a:pt x="1545" y="42590"/>
                </a:lnTo>
                <a:cubicBezTo>
                  <a:pt x="515" y="41560"/>
                  <a:pt x="0" y="40787"/>
                  <a:pt x="0" y="402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1" name="pdf-path-72">
            <a:extLst xmlns:a="http://schemas.openxmlformats.org/drawingml/2006/main">
              <a:ext uri="{FF2B5EF4-FFF2-40B4-BE49-F238E27FC236}">
                <a16:creationId xmlns:a16="http://schemas.microsoft.com/office/drawing/2014/main" id="{D477F3B7-71A7-406A-A3DF-D6B025C4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893" y="2094384"/>
            <a:ext cx="91243" cy="128518"/>
          </a:xfrm>
          <a:custGeom xmlns:a="http://schemas.openxmlformats.org/drawingml/2006/main">
            <a:pathLst>
              <a:path w="91243" h="128518">
                <a:moveTo>
                  <a:pt x="62286" y="36364"/>
                </a:moveTo>
                <a:cubicBezTo>
                  <a:pt x="62286" y="34421"/>
                  <a:pt x="62286" y="31993"/>
                  <a:pt x="62286" y="29079"/>
                </a:cubicBezTo>
                <a:cubicBezTo>
                  <a:pt x="62286" y="26165"/>
                  <a:pt x="62346" y="24162"/>
                  <a:pt x="62468" y="23069"/>
                </a:cubicBezTo>
                <a:cubicBezTo>
                  <a:pt x="62468" y="17605"/>
                  <a:pt x="61861" y="14206"/>
                  <a:pt x="60646" y="12870"/>
                </a:cubicBezTo>
                <a:cubicBezTo>
                  <a:pt x="59432" y="11534"/>
                  <a:pt x="56336" y="10745"/>
                  <a:pt x="51358" y="10502"/>
                </a:cubicBezTo>
                <a:lnTo>
                  <a:pt x="48080" y="10502"/>
                </a:lnTo>
                <a:lnTo>
                  <a:pt x="48080" y="6314"/>
                </a:lnTo>
                <a:cubicBezTo>
                  <a:pt x="48080" y="3521"/>
                  <a:pt x="48202" y="2125"/>
                  <a:pt x="48445" y="2125"/>
                </a:cubicBezTo>
                <a:lnTo>
                  <a:pt x="50266" y="1942"/>
                </a:lnTo>
                <a:cubicBezTo>
                  <a:pt x="51479" y="1821"/>
                  <a:pt x="53240" y="1700"/>
                  <a:pt x="55547" y="1578"/>
                </a:cubicBezTo>
                <a:cubicBezTo>
                  <a:pt x="57855" y="1457"/>
                  <a:pt x="60100" y="1335"/>
                  <a:pt x="62286" y="1214"/>
                </a:cubicBezTo>
                <a:cubicBezTo>
                  <a:pt x="64350" y="1093"/>
                  <a:pt x="66596" y="971"/>
                  <a:pt x="69025" y="850"/>
                </a:cubicBezTo>
                <a:cubicBezTo>
                  <a:pt x="71453" y="728"/>
                  <a:pt x="73273" y="546"/>
                  <a:pt x="74488" y="303"/>
                </a:cubicBezTo>
                <a:cubicBezTo>
                  <a:pt x="75702" y="60"/>
                  <a:pt x="76370" y="0"/>
                  <a:pt x="76492" y="122"/>
                </a:cubicBezTo>
                <a:lnTo>
                  <a:pt x="77037" y="122"/>
                </a:lnTo>
                <a:lnTo>
                  <a:pt x="77037" y="55487"/>
                </a:lnTo>
                <a:cubicBezTo>
                  <a:pt x="77037" y="92640"/>
                  <a:pt x="77099" y="111398"/>
                  <a:pt x="77220" y="111763"/>
                </a:cubicBezTo>
                <a:cubicBezTo>
                  <a:pt x="77584" y="114191"/>
                  <a:pt x="78434" y="115770"/>
                  <a:pt x="79770" y="116498"/>
                </a:cubicBezTo>
                <a:cubicBezTo>
                  <a:pt x="81106" y="117227"/>
                  <a:pt x="83837" y="117773"/>
                  <a:pt x="87966" y="118138"/>
                </a:cubicBezTo>
                <a:lnTo>
                  <a:pt x="91243" y="118138"/>
                </a:lnTo>
                <a:lnTo>
                  <a:pt x="91243" y="126515"/>
                </a:lnTo>
                <a:cubicBezTo>
                  <a:pt x="91000" y="126515"/>
                  <a:pt x="86387" y="126818"/>
                  <a:pt x="77402" y="127425"/>
                </a:cubicBezTo>
                <a:cubicBezTo>
                  <a:pt x="68417" y="128033"/>
                  <a:pt x="63622" y="128397"/>
                  <a:pt x="63015" y="128518"/>
                </a:cubicBezTo>
                <a:lnTo>
                  <a:pt x="61739" y="128518"/>
                </a:lnTo>
                <a:lnTo>
                  <a:pt x="61739" y="118501"/>
                </a:lnTo>
                <a:lnTo>
                  <a:pt x="60282" y="119776"/>
                </a:lnTo>
                <a:cubicBezTo>
                  <a:pt x="53240" y="125605"/>
                  <a:pt x="45348" y="128518"/>
                  <a:pt x="36606" y="128518"/>
                </a:cubicBezTo>
                <a:cubicBezTo>
                  <a:pt x="27258" y="128518"/>
                  <a:pt x="18819" y="124815"/>
                  <a:pt x="11291" y="117409"/>
                </a:cubicBezTo>
                <a:cubicBezTo>
                  <a:pt x="3764" y="110003"/>
                  <a:pt x="0" y="99986"/>
                  <a:pt x="0" y="87359"/>
                </a:cubicBezTo>
                <a:cubicBezTo>
                  <a:pt x="0" y="75217"/>
                  <a:pt x="3824" y="65322"/>
                  <a:pt x="11474" y="57672"/>
                </a:cubicBezTo>
                <a:cubicBezTo>
                  <a:pt x="19122" y="50023"/>
                  <a:pt x="28046" y="46138"/>
                  <a:pt x="38245" y="46016"/>
                </a:cubicBezTo>
                <a:cubicBezTo>
                  <a:pt x="47352" y="46016"/>
                  <a:pt x="55365" y="48991"/>
                  <a:pt x="62286" y="54940"/>
                </a:cubicBezTo>
                <a:lnTo>
                  <a:pt x="62286" y="36364"/>
                </a:lnTo>
                <a:moveTo>
                  <a:pt x="61739" y="64229"/>
                </a:moveTo>
                <a:cubicBezTo>
                  <a:pt x="56276" y="56580"/>
                  <a:pt x="49416" y="52755"/>
                  <a:pt x="41159" y="52755"/>
                </a:cubicBezTo>
                <a:cubicBezTo>
                  <a:pt x="35209" y="52755"/>
                  <a:pt x="29928" y="54940"/>
                  <a:pt x="25315" y="59311"/>
                </a:cubicBezTo>
                <a:cubicBezTo>
                  <a:pt x="22037" y="62711"/>
                  <a:pt x="19972" y="66597"/>
                  <a:pt x="19122" y="70967"/>
                </a:cubicBezTo>
                <a:cubicBezTo>
                  <a:pt x="18272" y="75338"/>
                  <a:pt x="17787" y="81045"/>
                  <a:pt x="17665" y="88087"/>
                </a:cubicBezTo>
                <a:cubicBezTo>
                  <a:pt x="17665" y="94886"/>
                  <a:pt x="18091" y="100411"/>
                  <a:pt x="18941" y="104660"/>
                </a:cubicBezTo>
                <a:cubicBezTo>
                  <a:pt x="19791" y="108910"/>
                  <a:pt x="21915" y="112613"/>
                  <a:pt x="25315" y="115770"/>
                </a:cubicBezTo>
                <a:cubicBezTo>
                  <a:pt x="28958" y="119776"/>
                  <a:pt x="33692" y="121780"/>
                  <a:pt x="39521" y="121780"/>
                </a:cubicBezTo>
                <a:cubicBezTo>
                  <a:pt x="48141" y="121780"/>
                  <a:pt x="55547" y="117105"/>
                  <a:pt x="61739" y="107756"/>
                </a:cubicBezTo>
                <a:lnTo>
                  <a:pt x="61739" y="642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52" name="pdf-path-74">
            <a:extLst xmlns:a="http://schemas.openxmlformats.org/drawingml/2006/main">
              <a:ext uri="{FF2B5EF4-FFF2-40B4-BE49-F238E27FC236}">
                <a16:creationId xmlns:a16="http://schemas.microsoft.com/office/drawing/2014/main" id="{810A69F2-1AF9-42B2-BC63-96A03E88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697" y="2099059"/>
            <a:ext cx="41706" cy="121840"/>
          </a:xfrm>
          <a:custGeom xmlns:a="http://schemas.openxmlformats.org/drawingml/2006/main">
            <a:pathLst>
              <a:path w="41706" h="121840">
                <a:moveTo>
                  <a:pt x="7831" y="10927"/>
                </a:moveTo>
                <a:cubicBezTo>
                  <a:pt x="7831" y="7527"/>
                  <a:pt x="8924" y="4856"/>
                  <a:pt x="11109" y="2914"/>
                </a:cubicBezTo>
                <a:cubicBezTo>
                  <a:pt x="13295" y="971"/>
                  <a:pt x="15965" y="0"/>
                  <a:pt x="19122" y="0"/>
                </a:cubicBezTo>
                <a:cubicBezTo>
                  <a:pt x="21915" y="242"/>
                  <a:pt x="24343" y="1274"/>
                  <a:pt x="26408" y="3096"/>
                </a:cubicBezTo>
                <a:cubicBezTo>
                  <a:pt x="28472" y="4917"/>
                  <a:pt x="29503" y="7527"/>
                  <a:pt x="29503" y="10927"/>
                </a:cubicBezTo>
                <a:cubicBezTo>
                  <a:pt x="29503" y="14569"/>
                  <a:pt x="28472" y="17301"/>
                  <a:pt x="26408" y="19123"/>
                </a:cubicBezTo>
                <a:cubicBezTo>
                  <a:pt x="24343" y="20944"/>
                  <a:pt x="21794" y="21854"/>
                  <a:pt x="18758" y="21854"/>
                </a:cubicBezTo>
                <a:cubicBezTo>
                  <a:pt x="15722" y="21854"/>
                  <a:pt x="13174" y="20944"/>
                  <a:pt x="11109" y="19123"/>
                </a:cubicBezTo>
                <a:cubicBezTo>
                  <a:pt x="9045" y="17301"/>
                  <a:pt x="7952" y="14569"/>
                  <a:pt x="7831" y="10927"/>
                </a:cubicBezTo>
                <a:moveTo>
                  <a:pt x="40249" y="121840"/>
                </a:moveTo>
                <a:cubicBezTo>
                  <a:pt x="38428" y="121476"/>
                  <a:pt x="32114" y="121294"/>
                  <a:pt x="21308" y="121294"/>
                </a:cubicBezTo>
                <a:cubicBezTo>
                  <a:pt x="19972" y="121294"/>
                  <a:pt x="17726" y="121294"/>
                  <a:pt x="14569" y="121294"/>
                </a:cubicBezTo>
                <a:cubicBezTo>
                  <a:pt x="11412" y="121294"/>
                  <a:pt x="8377" y="121415"/>
                  <a:pt x="5464" y="121658"/>
                </a:cubicBezTo>
                <a:lnTo>
                  <a:pt x="1457" y="121840"/>
                </a:lnTo>
                <a:lnTo>
                  <a:pt x="0" y="121840"/>
                </a:lnTo>
                <a:lnTo>
                  <a:pt x="0" y="113463"/>
                </a:lnTo>
                <a:lnTo>
                  <a:pt x="2914" y="113463"/>
                </a:lnTo>
                <a:cubicBezTo>
                  <a:pt x="6314" y="113463"/>
                  <a:pt x="9288" y="113280"/>
                  <a:pt x="11838" y="112916"/>
                </a:cubicBezTo>
                <a:cubicBezTo>
                  <a:pt x="12931" y="112430"/>
                  <a:pt x="13598" y="111763"/>
                  <a:pt x="13841" y="110913"/>
                </a:cubicBezTo>
                <a:cubicBezTo>
                  <a:pt x="14084" y="110063"/>
                  <a:pt x="14205" y="107513"/>
                  <a:pt x="14205" y="103263"/>
                </a:cubicBezTo>
                <a:lnTo>
                  <a:pt x="14205" y="84505"/>
                </a:lnTo>
                <a:lnTo>
                  <a:pt x="14205" y="68478"/>
                </a:lnTo>
                <a:cubicBezTo>
                  <a:pt x="14205" y="62164"/>
                  <a:pt x="14084" y="58157"/>
                  <a:pt x="13841" y="56458"/>
                </a:cubicBezTo>
                <a:cubicBezTo>
                  <a:pt x="13598" y="54758"/>
                  <a:pt x="12748" y="53605"/>
                  <a:pt x="11291" y="52997"/>
                </a:cubicBezTo>
                <a:cubicBezTo>
                  <a:pt x="9591" y="52148"/>
                  <a:pt x="6738" y="51723"/>
                  <a:pt x="2731" y="51723"/>
                </a:cubicBezTo>
                <a:lnTo>
                  <a:pt x="728" y="51723"/>
                </a:lnTo>
                <a:lnTo>
                  <a:pt x="728" y="47534"/>
                </a:lnTo>
                <a:cubicBezTo>
                  <a:pt x="728" y="44741"/>
                  <a:pt x="849" y="43345"/>
                  <a:pt x="1092" y="43345"/>
                </a:cubicBezTo>
                <a:lnTo>
                  <a:pt x="2914" y="43163"/>
                </a:lnTo>
                <a:cubicBezTo>
                  <a:pt x="4128" y="43042"/>
                  <a:pt x="5828" y="42920"/>
                  <a:pt x="8012" y="42799"/>
                </a:cubicBezTo>
                <a:cubicBezTo>
                  <a:pt x="10198" y="42677"/>
                  <a:pt x="12384" y="42556"/>
                  <a:pt x="14569" y="42435"/>
                </a:cubicBezTo>
                <a:cubicBezTo>
                  <a:pt x="16634" y="42313"/>
                  <a:pt x="18819" y="42192"/>
                  <a:pt x="21125" y="42070"/>
                </a:cubicBezTo>
                <a:cubicBezTo>
                  <a:pt x="23432" y="41949"/>
                  <a:pt x="25193" y="41767"/>
                  <a:pt x="26408" y="41524"/>
                </a:cubicBezTo>
                <a:cubicBezTo>
                  <a:pt x="27622" y="41281"/>
                  <a:pt x="28289" y="41220"/>
                  <a:pt x="28411" y="41342"/>
                </a:cubicBezTo>
                <a:lnTo>
                  <a:pt x="28958" y="41342"/>
                </a:lnTo>
                <a:lnTo>
                  <a:pt x="28958" y="110548"/>
                </a:lnTo>
                <a:cubicBezTo>
                  <a:pt x="29564" y="111763"/>
                  <a:pt x="30292" y="112491"/>
                  <a:pt x="31142" y="112734"/>
                </a:cubicBezTo>
                <a:cubicBezTo>
                  <a:pt x="31992" y="112977"/>
                  <a:pt x="34118" y="113220"/>
                  <a:pt x="37516" y="113463"/>
                </a:cubicBezTo>
                <a:lnTo>
                  <a:pt x="41706" y="113463"/>
                </a:lnTo>
                <a:lnTo>
                  <a:pt x="41706" y="121840"/>
                </a:lnTo>
                <a:lnTo>
                  <a:pt x="40249" y="1218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53" name="pdf-path-76">
            <a:extLst xmlns:a="http://schemas.openxmlformats.org/drawingml/2006/main">
              <a:ext uri="{FF2B5EF4-FFF2-40B4-BE49-F238E27FC236}">
                <a16:creationId xmlns:a16="http://schemas.microsoft.com/office/drawing/2014/main" id="{B3630A0F-6615-4B7D-B6B1-53E7C75A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1051" y="2142404"/>
            <a:ext cx="89059" cy="80499"/>
          </a:xfrm>
          <a:custGeom xmlns:a="http://schemas.openxmlformats.org/drawingml/2006/main">
            <a:pathLst>
              <a:path w="89059" h="80499">
                <a:moveTo>
                  <a:pt x="58098" y="0"/>
                </a:moveTo>
                <a:cubicBezTo>
                  <a:pt x="58825" y="243"/>
                  <a:pt x="63925" y="365"/>
                  <a:pt x="73396" y="365"/>
                </a:cubicBezTo>
                <a:cubicBezTo>
                  <a:pt x="80316" y="365"/>
                  <a:pt x="85234" y="243"/>
                  <a:pt x="88148" y="0"/>
                </a:cubicBezTo>
                <a:lnTo>
                  <a:pt x="89059" y="0"/>
                </a:lnTo>
                <a:lnTo>
                  <a:pt x="89059" y="8378"/>
                </a:lnTo>
                <a:lnTo>
                  <a:pt x="87055" y="8378"/>
                </a:lnTo>
                <a:cubicBezTo>
                  <a:pt x="80013" y="8863"/>
                  <a:pt x="75521" y="11292"/>
                  <a:pt x="73578" y="15662"/>
                </a:cubicBezTo>
                <a:cubicBezTo>
                  <a:pt x="73335" y="16148"/>
                  <a:pt x="69268" y="26651"/>
                  <a:pt x="61375" y="47170"/>
                </a:cubicBezTo>
                <a:cubicBezTo>
                  <a:pt x="53484" y="67689"/>
                  <a:pt x="49355" y="78252"/>
                  <a:pt x="48991" y="78860"/>
                </a:cubicBezTo>
                <a:cubicBezTo>
                  <a:pt x="48384" y="79952"/>
                  <a:pt x="46867" y="80499"/>
                  <a:pt x="44438" y="80499"/>
                </a:cubicBezTo>
                <a:cubicBezTo>
                  <a:pt x="42131" y="80499"/>
                  <a:pt x="40674" y="79952"/>
                  <a:pt x="40067" y="78860"/>
                </a:cubicBezTo>
                <a:cubicBezTo>
                  <a:pt x="23070" y="35029"/>
                  <a:pt x="14510" y="12810"/>
                  <a:pt x="14387" y="12202"/>
                </a:cubicBezTo>
                <a:cubicBezTo>
                  <a:pt x="13781" y="10502"/>
                  <a:pt x="12810" y="9470"/>
                  <a:pt x="11474" y="9106"/>
                </a:cubicBezTo>
                <a:cubicBezTo>
                  <a:pt x="10138" y="8742"/>
                  <a:pt x="7770" y="8499"/>
                  <a:pt x="4371" y="8378"/>
                </a:cubicBezTo>
                <a:lnTo>
                  <a:pt x="0" y="8378"/>
                </a:lnTo>
                <a:lnTo>
                  <a:pt x="0" y="0"/>
                </a:lnTo>
                <a:lnTo>
                  <a:pt x="1093" y="0"/>
                </a:lnTo>
                <a:lnTo>
                  <a:pt x="2550" y="182"/>
                </a:lnTo>
                <a:cubicBezTo>
                  <a:pt x="3521" y="182"/>
                  <a:pt x="4736" y="182"/>
                  <a:pt x="6193" y="182"/>
                </a:cubicBezTo>
                <a:cubicBezTo>
                  <a:pt x="7650" y="182"/>
                  <a:pt x="9227" y="182"/>
                  <a:pt x="10927" y="182"/>
                </a:cubicBezTo>
                <a:cubicBezTo>
                  <a:pt x="12627" y="182"/>
                  <a:pt x="14144" y="243"/>
                  <a:pt x="15480" y="365"/>
                </a:cubicBezTo>
                <a:cubicBezTo>
                  <a:pt x="16816" y="485"/>
                  <a:pt x="17909" y="546"/>
                  <a:pt x="18759" y="546"/>
                </a:cubicBezTo>
                <a:cubicBezTo>
                  <a:pt x="30293" y="546"/>
                  <a:pt x="36971" y="365"/>
                  <a:pt x="38792" y="0"/>
                </a:cubicBezTo>
                <a:lnTo>
                  <a:pt x="40250" y="0"/>
                </a:lnTo>
                <a:lnTo>
                  <a:pt x="40250" y="8378"/>
                </a:lnTo>
                <a:lnTo>
                  <a:pt x="37700" y="8378"/>
                </a:lnTo>
                <a:cubicBezTo>
                  <a:pt x="32964" y="8499"/>
                  <a:pt x="30414" y="9410"/>
                  <a:pt x="30050" y="11110"/>
                </a:cubicBezTo>
                <a:cubicBezTo>
                  <a:pt x="30050" y="11595"/>
                  <a:pt x="33147" y="19852"/>
                  <a:pt x="39338" y="35879"/>
                </a:cubicBezTo>
                <a:lnTo>
                  <a:pt x="48627" y="59918"/>
                </a:lnTo>
                <a:lnTo>
                  <a:pt x="65201" y="16391"/>
                </a:lnTo>
                <a:lnTo>
                  <a:pt x="65201" y="14934"/>
                </a:lnTo>
                <a:cubicBezTo>
                  <a:pt x="65201" y="13234"/>
                  <a:pt x="64594" y="11838"/>
                  <a:pt x="63379" y="10745"/>
                </a:cubicBezTo>
                <a:cubicBezTo>
                  <a:pt x="62165" y="9652"/>
                  <a:pt x="61072" y="8985"/>
                  <a:pt x="60101" y="8742"/>
                </a:cubicBezTo>
                <a:cubicBezTo>
                  <a:pt x="59129" y="8499"/>
                  <a:pt x="58279" y="8378"/>
                  <a:pt x="57551" y="8378"/>
                </a:cubicBezTo>
                <a:lnTo>
                  <a:pt x="56822" y="8378"/>
                </a:lnTo>
                <a:lnTo>
                  <a:pt x="56822" y="0"/>
                </a:lnTo>
                <a:lnTo>
                  <a:pt x="5809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54" name="pdf-path-78">
            <a:extLst xmlns:a="http://schemas.openxmlformats.org/drawingml/2006/main">
              <a:ext uri="{FF2B5EF4-FFF2-40B4-BE49-F238E27FC236}">
                <a16:creationId xmlns:a16="http://schemas.microsoft.com/office/drawing/2014/main" id="{C66ED79A-F2A6-48F6-93A9-08382A76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852" y="2139307"/>
            <a:ext cx="70482" cy="83595"/>
          </a:xfrm>
          <a:custGeom xmlns:a="http://schemas.openxmlformats.org/drawingml/2006/main">
            <a:pathLst>
              <a:path w="70482" h="83595">
                <a:moveTo>
                  <a:pt x="0" y="41889"/>
                </a:moveTo>
                <a:cubicBezTo>
                  <a:pt x="0" y="35211"/>
                  <a:pt x="1214" y="29140"/>
                  <a:pt x="3643" y="23676"/>
                </a:cubicBezTo>
                <a:cubicBezTo>
                  <a:pt x="6071" y="18213"/>
                  <a:pt x="9106" y="13781"/>
                  <a:pt x="12748" y="10381"/>
                </a:cubicBezTo>
                <a:cubicBezTo>
                  <a:pt x="16391" y="6982"/>
                  <a:pt x="20337" y="4432"/>
                  <a:pt x="24587" y="2732"/>
                </a:cubicBezTo>
                <a:cubicBezTo>
                  <a:pt x="28835" y="1032"/>
                  <a:pt x="32842" y="122"/>
                  <a:pt x="36607" y="0"/>
                </a:cubicBezTo>
                <a:cubicBezTo>
                  <a:pt x="43042" y="0"/>
                  <a:pt x="48566" y="1093"/>
                  <a:pt x="53179" y="3278"/>
                </a:cubicBezTo>
                <a:cubicBezTo>
                  <a:pt x="57794" y="5464"/>
                  <a:pt x="61315" y="8499"/>
                  <a:pt x="63743" y="12385"/>
                </a:cubicBezTo>
                <a:cubicBezTo>
                  <a:pt x="66172" y="16270"/>
                  <a:pt x="67871" y="20155"/>
                  <a:pt x="68842" y="24040"/>
                </a:cubicBezTo>
                <a:cubicBezTo>
                  <a:pt x="69813" y="27926"/>
                  <a:pt x="70360" y="32236"/>
                  <a:pt x="70482" y="36972"/>
                </a:cubicBezTo>
                <a:cubicBezTo>
                  <a:pt x="70482" y="37821"/>
                  <a:pt x="70056" y="38671"/>
                  <a:pt x="69206" y="39521"/>
                </a:cubicBezTo>
                <a:lnTo>
                  <a:pt x="17848" y="39521"/>
                </a:lnTo>
                <a:lnTo>
                  <a:pt x="17848" y="42253"/>
                </a:lnTo>
                <a:cubicBezTo>
                  <a:pt x="17848" y="60222"/>
                  <a:pt x="23918" y="71150"/>
                  <a:pt x="36061" y="75035"/>
                </a:cubicBezTo>
                <a:cubicBezTo>
                  <a:pt x="38488" y="75763"/>
                  <a:pt x="41159" y="76128"/>
                  <a:pt x="44074" y="76128"/>
                </a:cubicBezTo>
                <a:cubicBezTo>
                  <a:pt x="49173" y="76128"/>
                  <a:pt x="53544" y="74185"/>
                  <a:pt x="57186" y="70300"/>
                </a:cubicBezTo>
                <a:cubicBezTo>
                  <a:pt x="59251" y="68236"/>
                  <a:pt x="60889" y="65686"/>
                  <a:pt x="62104" y="62651"/>
                </a:cubicBezTo>
                <a:lnTo>
                  <a:pt x="63925" y="58280"/>
                </a:lnTo>
                <a:cubicBezTo>
                  <a:pt x="64289" y="57916"/>
                  <a:pt x="65261" y="57733"/>
                  <a:pt x="66839" y="57733"/>
                </a:cubicBezTo>
                <a:lnTo>
                  <a:pt x="67385" y="57733"/>
                </a:lnTo>
                <a:cubicBezTo>
                  <a:pt x="69449" y="57733"/>
                  <a:pt x="70482" y="58341"/>
                  <a:pt x="70482" y="59555"/>
                </a:cubicBezTo>
                <a:cubicBezTo>
                  <a:pt x="70482" y="60041"/>
                  <a:pt x="70299" y="60829"/>
                  <a:pt x="69935" y="61922"/>
                </a:cubicBezTo>
                <a:cubicBezTo>
                  <a:pt x="67628" y="68600"/>
                  <a:pt x="63803" y="73882"/>
                  <a:pt x="58462" y="77767"/>
                </a:cubicBezTo>
                <a:cubicBezTo>
                  <a:pt x="53119" y="81652"/>
                  <a:pt x="47109" y="83595"/>
                  <a:pt x="40431" y="83595"/>
                </a:cubicBezTo>
                <a:cubicBezTo>
                  <a:pt x="28897" y="83595"/>
                  <a:pt x="19305" y="79406"/>
                  <a:pt x="11655" y="71028"/>
                </a:cubicBezTo>
                <a:cubicBezTo>
                  <a:pt x="4007" y="62651"/>
                  <a:pt x="121" y="52937"/>
                  <a:pt x="0" y="41889"/>
                </a:cubicBezTo>
                <a:moveTo>
                  <a:pt x="55548" y="31507"/>
                </a:moveTo>
                <a:cubicBezTo>
                  <a:pt x="54212" y="15966"/>
                  <a:pt x="48445" y="7710"/>
                  <a:pt x="38245" y="6739"/>
                </a:cubicBezTo>
                <a:lnTo>
                  <a:pt x="37881" y="6739"/>
                </a:lnTo>
                <a:cubicBezTo>
                  <a:pt x="36911" y="6739"/>
                  <a:pt x="35939" y="6800"/>
                  <a:pt x="34968" y="6921"/>
                </a:cubicBezTo>
                <a:cubicBezTo>
                  <a:pt x="33996" y="7043"/>
                  <a:pt x="32478" y="7528"/>
                  <a:pt x="30414" y="8378"/>
                </a:cubicBezTo>
                <a:cubicBezTo>
                  <a:pt x="28351" y="9228"/>
                  <a:pt x="26590" y="10503"/>
                  <a:pt x="25133" y="12203"/>
                </a:cubicBezTo>
                <a:cubicBezTo>
                  <a:pt x="23675" y="13903"/>
                  <a:pt x="22280" y="16391"/>
                  <a:pt x="20944" y="19670"/>
                </a:cubicBezTo>
                <a:cubicBezTo>
                  <a:pt x="19608" y="22948"/>
                  <a:pt x="18637" y="26955"/>
                  <a:pt x="18030" y="31690"/>
                </a:cubicBezTo>
                <a:lnTo>
                  <a:pt x="18030" y="32965"/>
                </a:lnTo>
                <a:lnTo>
                  <a:pt x="55548" y="32965"/>
                </a:lnTo>
                <a:lnTo>
                  <a:pt x="55548" y="3150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55" name="pdf-path-80">
            <a:extLst xmlns:a="http://schemas.openxmlformats.org/drawingml/2006/main">
              <a:ext uri="{FF2B5EF4-FFF2-40B4-BE49-F238E27FC236}">
                <a16:creationId xmlns:a16="http://schemas.microsoft.com/office/drawing/2014/main" id="{A8168C79-2A48-4F5B-B619-DDA8CB5C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258" y="2140279"/>
            <a:ext cx="62650" cy="80620"/>
          </a:xfrm>
          <a:custGeom xmlns:a="http://schemas.openxmlformats.org/drawingml/2006/main">
            <a:pathLst>
              <a:path w="62650" h="80620">
                <a:moveTo>
                  <a:pt x="2914" y="72243"/>
                </a:moveTo>
                <a:lnTo>
                  <a:pt x="5464" y="72243"/>
                </a:lnTo>
                <a:cubicBezTo>
                  <a:pt x="10198" y="72243"/>
                  <a:pt x="13052" y="71393"/>
                  <a:pt x="14024" y="69693"/>
                </a:cubicBezTo>
                <a:lnTo>
                  <a:pt x="14024" y="68236"/>
                </a:lnTo>
                <a:cubicBezTo>
                  <a:pt x="14024" y="67143"/>
                  <a:pt x="14024" y="65747"/>
                  <a:pt x="14024" y="64047"/>
                </a:cubicBezTo>
                <a:cubicBezTo>
                  <a:pt x="14024" y="62347"/>
                  <a:pt x="14084" y="60465"/>
                  <a:pt x="14205" y="58401"/>
                </a:cubicBezTo>
                <a:cubicBezTo>
                  <a:pt x="14327" y="56337"/>
                  <a:pt x="14327" y="53969"/>
                  <a:pt x="14205" y="51298"/>
                </a:cubicBezTo>
                <a:cubicBezTo>
                  <a:pt x="14084" y="48627"/>
                  <a:pt x="14084" y="46077"/>
                  <a:pt x="14205" y="43649"/>
                </a:cubicBezTo>
                <a:cubicBezTo>
                  <a:pt x="14205" y="39885"/>
                  <a:pt x="14205" y="35879"/>
                  <a:pt x="14205" y="31629"/>
                </a:cubicBezTo>
                <a:cubicBezTo>
                  <a:pt x="14205" y="27379"/>
                  <a:pt x="14205" y="23797"/>
                  <a:pt x="14205" y="20884"/>
                </a:cubicBezTo>
                <a:lnTo>
                  <a:pt x="14024" y="16695"/>
                </a:lnTo>
                <a:cubicBezTo>
                  <a:pt x="13658" y="14388"/>
                  <a:pt x="12809" y="12870"/>
                  <a:pt x="11474" y="12142"/>
                </a:cubicBezTo>
                <a:cubicBezTo>
                  <a:pt x="10138" y="11413"/>
                  <a:pt x="7407" y="10867"/>
                  <a:pt x="3278" y="10503"/>
                </a:cubicBezTo>
                <a:lnTo>
                  <a:pt x="0" y="10503"/>
                </a:lnTo>
                <a:lnTo>
                  <a:pt x="0" y="6314"/>
                </a:lnTo>
                <a:cubicBezTo>
                  <a:pt x="0" y="3521"/>
                  <a:pt x="121" y="2125"/>
                  <a:pt x="364" y="2125"/>
                </a:cubicBezTo>
                <a:lnTo>
                  <a:pt x="2185" y="1943"/>
                </a:lnTo>
                <a:cubicBezTo>
                  <a:pt x="3400" y="1821"/>
                  <a:pt x="5100" y="1700"/>
                  <a:pt x="7284" y="1578"/>
                </a:cubicBezTo>
                <a:cubicBezTo>
                  <a:pt x="9470" y="1457"/>
                  <a:pt x="11655" y="1336"/>
                  <a:pt x="13841" y="1214"/>
                </a:cubicBezTo>
                <a:cubicBezTo>
                  <a:pt x="15784" y="1093"/>
                  <a:pt x="17908" y="971"/>
                  <a:pt x="20215" y="850"/>
                </a:cubicBezTo>
                <a:cubicBezTo>
                  <a:pt x="22522" y="728"/>
                  <a:pt x="24282" y="546"/>
                  <a:pt x="25497" y="303"/>
                </a:cubicBezTo>
                <a:cubicBezTo>
                  <a:pt x="26711" y="61"/>
                  <a:pt x="27379" y="0"/>
                  <a:pt x="27501" y="122"/>
                </a:cubicBezTo>
                <a:lnTo>
                  <a:pt x="28047" y="122"/>
                </a:lnTo>
                <a:lnTo>
                  <a:pt x="28047" y="12688"/>
                </a:lnTo>
                <a:cubicBezTo>
                  <a:pt x="32782" y="4432"/>
                  <a:pt x="38671" y="303"/>
                  <a:pt x="45712" y="303"/>
                </a:cubicBezTo>
                <a:lnTo>
                  <a:pt x="46805" y="303"/>
                </a:lnTo>
                <a:cubicBezTo>
                  <a:pt x="52269" y="303"/>
                  <a:pt x="56276" y="1639"/>
                  <a:pt x="58825" y="4310"/>
                </a:cubicBezTo>
                <a:cubicBezTo>
                  <a:pt x="61375" y="6982"/>
                  <a:pt x="62650" y="9774"/>
                  <a:pt x="62650" y="12688"/>
                </a:cubicBezTo>
                <a:cubicBezTo>
                  <a:pt x="62650" y="15238"/>
                  <a:pt x="61861" y="17423"/>
                  <a:pt x="60282" y="19245"/>
                </a:cubicBezTo>
                <a:cubicBezTo>
                  <a:pt x="58705" y="21066"/>
                  <a:pt x="56398" y="21977"/>
                  <a:pt x="53362" y="21977"/>
                </a:cubicBezTo>
                <a:cubicBezTo>
                  <a:pt x="50326" y="21977"/>
                  <a:pt x="48081" y="21005"/>
                  <a:pt x="46623" y="19062"/>
                </a:cubicBezTo>
                <a:cubicBezTo>
                  <a:pt x="45166" y="17120"/>
                  <a:pt x="44378" y="15055"/>
                  <a:pt x="44255" y="12870"/>
                </a:cubicBezTo>
                <a:cubicBezTo>
                  <a:pt x="44255" y="11777"/>
                  <a:pt x="44378" y="10806"/>
                  <a:pt x="44619" y="9956"/>
                </a:cubicBezTo>
                <a:cubicBezTo>
                  <a:pt x="44862" y="9106"/>
                  <a:pt x="45166" y="8378"/>
                  <a:pt x="45531" y="7770"/>
                </a:cubicBezTo>
                <a:cubicBezTo>
                  <a:pt x="45895" y="7164"/>
                  <a:pt x="46077" y="6860"/>
                  <a:pt x="46077" y="6860"/>
                </a:cubicBezTo>
                <a:cubicBezTo>
                  <a:pt x="45834" y="6617"/>
                  <a:pt x="44438" y="6860"/>
                  <a:pt x="41888" y="7588"/>
                </a:cubicBezTo>
                <a:cubicBezTo>
                  <a:pt x="39945" y="8560"/>
                  <a:pt x="38488" y="9470"/>
                  <a:pt x="37517" y="10320"/>
                </a:cubicBezTo>
                <a:cubicBezTo>
                  <a:pt x="31811" y="15784"/>
                  <a:pt x="28958" y="26651"/>
                  <a:pt x="28958" y="42921"/>
                </a:cubicBezTo>
                <a:lnTo>
                  <a:pt x="28958" y="52573"/>
                </a:lnTo>
                <a:cubicBezTo>
                  <a:pt x="28958" y="54151"/>
                  <a:pt x="28958" y="55791"/>
                  <a:pt x="28958" y="57491"/>
                </a:cubicBezTo>
                <a:cubicBezTo>
                  <a:pt x="28958" y="59190"/>
                  <a:pt x="28958" y="60768"/>
                  <a:pt x="28958" y="62226"/>
                </a:cubicBezTo>
                <a:cubicBezTo>
                  <a:pt x="28958" y="63683"/>
                  <a:pt x="29018" y="64897"/>
                  <a:pt x="29139" y="65868"/>
                </a:cubicBezTo>
                <a:cubicBezTo>
                  <a:pt x="29261" y="66840"/>
                  <a:pt x="29261" y="67750"/>
                  <a:pt x="29139" y="68600"/>
                </a:cubicBezTo>
                <a:lnTo>
                  <a:pt x="29139" y="69510"/>
                </a:lnTo>
                <a:cubicBezTo>
                  <a:pt x="29261" y="69753"/>
                  <a:pt x="29442" y="69996"/>
                  <a:pt x="29685" y="70239"/>
                </a:cubicBezTo>
                <a:cubicBezTo>
                  <a:pt x="29928" y="70482"/>
                  <a:pt x="30232" y="70664"/>
                  <a:pt x="30596" y="70785"/>
                </a:cubicBezTo>
                <a:cubicBezTo>
                  <a:pt x="30961" y="70907"/>
                  <a:pt x="31264" y="71089"/>
                  <a:pt x="31507" y="71332"/>
                </a:cubicBezTo>
                <a:cubicBezTo>
                  <a:pt x="31750" y="71575"/>
                  <a:pt x="32175" y="71696"/>
                  <a:pt x="32782" y="71696"/>
                </a:cubicBezTo>
                <a:cubicBezTo>
                  <a:pt x="33389" y="71696"/>
                  <a:pt x="33814" y="71757"/>
                  <a:pt x="34057" y="71878"/>
                </a:cubicBezTo>
                <a:cubicBezTo>
                  <a:pt x="34299" y="72000"/>
                  <a:pt x="34846" y="72060"/>
                  <a:pt x="35695" y="72060"/>
                </a:cubicBezTo>
                <a:cubicBezTo>
                  <a:pt x="36545" y="72060"/>
                  <a:pt x="37092" y="72060"/>
                  <a:pt x="37335" y="72060"/>
                </a:cubicBezTo>
                <a:cubicBezTo>
                  <a:pt x="37578" y="72060"/>
                  <a:pt x="38185" y="72121"/>
                  <a:pt x="39156" y="72243"/>
                </a:cubicBezTo>
                <a:cubicBezTo>
                  <a:pt x="40128" y="72364"/>
                  <a:pt x="40735" y="72364"/>
                  <a:pt x="40978" y="72243"/>
                </a:cubicBezTo>
                <a:lnTo>
                  <a:pt x="46623" y="72243"/>
                </a:lnTo>
                <a:lnTo>
                  <a:pt x="46623" y="80620"/>
                </a:lnTo>
                <a:lnTo>
                  <a:pt x="44984" y="80620"/>
                </a:lnTo>
                <a:cubicBezTo>
                  <a:pt x="42799" y="80256"/>
                  <a:pt x="35089" y="80074"/>
                  <a:pt x="21854" y="80074"/>
                </a:cubicBezTo>
                <a:cubicBezTo>
                  <a:pt x="9348" y="80074"/>
                  <a:pt x="2550" y="80256"/>
                  <a:pt x="1457" y="80620"/>
                </a:cubicBezTo>
                <a:lnTo>
                  <a:pt x="0" y="80620"/>
                </a:lnTo>
                <a:lnTo>
                  <a:pt x="0" y="72243"/>
                </a:lnTo>
                <a:lnTo>
                  <a:pt x="2914" y="722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56" name="pdf-path-82">
            <a:extLst xmlns:a="http://schemas.openxmlformats.org/drawingml/2006/main">
              <a:ext uri="{FF2B5EF4-FFF2-40B4-BE49-F238E27FC236}">
                <a16:creationId xmlns:a16="http://schemas.microsoft.com/office/drawing/2014/main" id="{95DABFA2-626F-40EC-AC85-E2C2B905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018" y="2139307"/>
            <a:ext cx="59372" cy="83595"/>
          </a:xfrm>
          <a:custGeom xmlns:a="http://schemas.openxmlformats.org/drawingml/2006/main">
            <a:pathLst>
              <a:path w="59372" h="83595">
                <a:moveTo>
                  <a:pt x="47717" y="24040"/>
                </a:moveTo>
                <a:cubicBezTo>
                  <a:pt x="47717" y="19184"/>
                  <a:pt x="46077" y="14995"/>
                  <a:pt x="42799" y="11474"/>
                </a:cubicBezTo>
                <a:cubicBezTo>
                  <a:pt x="39521" y="7953"/>
                  <a:pt x="34785" y="6193"/>
                  <a:pt x="28594" y="6193"/>
                </a:cubicBezTo>
                <a:cubicBezTo>
                  <a:pt x="24223" y="6193"/>
                  <a:pt x="20458" y="6982"/>
                  <a:pt x="17301" y="8560"/>
                </a:cubicBezTo>
                <a:cubicBezTo>
                  <a:pt x="13660" y="10867"/>
                  <a:pt x="11838" y="14024"/>
                  <a:pt x="11838" y="18030"/>
                </a:cubicBezTo>
                <a:cubicBezTo>
                  <a:pt x="11717" y="18638"/>
                  <a:pt x="11717" y="19427"/>
                  <a:pt x="11838" y="20398"/>
                </a:cubicBezTo>
                <a:cubicBezTo>
                  <a:pt x="11960" y="21370"/>
                  <a:pt x="12931" y="22827"/>
                  <a:pt x="14751" y="24769"/>
                </a:cubicBezTo>
                <a:cubicBezTo>
                  <a:pt x="16573" y="26712"/>
                  <a:pt x="19184" y="28230"/>
                  <a:pt x="22584" y="29322"/>
                </a:cubicBezTo>
                <a:cubicBezTo>
                  <a:pt x="24768" y="29929"/>
                  <a:pt x="27440" y="30475"/>
                  <a:pt x="30597" y="30961"/>
                </a:cubicBezTo>
                <a:cubicBezTo>
                  <a:pt x="33754" y="31447"/>
                  <a:pt x="36425" y="31993"/>
                  <a:pt x="38610" y="32600"/>
                </a:cubicBezTo>
                <a:cubicBezTo>
                  <a:pt x="40795" y="33207"/>
                  <a:pt x="42738" y="33997"/>
                  <a:pt x="44438" y="34968"/>
                </a:cubicBezTo>
                <a:cubicBezTo>
                  <a:pt x="46502" y="35939"/>
                  <a:pt x="48505" y="37154"/>
                  <a:pt x="50448" y="38610"/>
                </a:cubicBezTo>
                <a:cubicBezTo>
                  <a:pt x="52391" y="40067"/>
                  <a:pt x="54334" y="42557"/>
                  <a:pt x="56276" y="46077"/>
                </a:cubicBezTo>
                <a:cubicBezTo>
                  <a:pt x="58219" y="49599"/>
                  <a:pt x="59251" y="53362"/>
                  <a:pt x="59372" y="57369"/>
                </a:cubicBezTo>
                <a:cubicBezTo>
                  <a:pt x="59372" y="64897"/>
                  <a:pt x="57065" y="71089"/>
                  <a:pt x="52451" y="75946"/>
                </a:cubicBezTo>
                <a:cubicBezTo>
                  <a:pt x="47838" y="80802"/>
                  <a:pt x="40371" y="83291"/>
                  <a:pt x="30050" y="83413"/>
                </a:cubicBezTo>
                <a:lnTo>
                  <a:pt x="28594" y="83413"/>
                </a:lnTo>
                <a:cubicBezTo>
                  <a:pt x="22280" y="83413"/>
                  <a:pt x="16451" y="81227"/>
                  <a:pt x="11110" y="76856"/>
                </a:cubicBezTo>
                <a:lnTo>
                  <a:pt x="9653" y="78131"/>
                </a:lnTo>
                <a:lnTo>
                  <a:pt x="8013" y="79770"/>
                </a:lnTo>
                <a:cubicBezTo>
                  <a:pt x="7284" y="80499"/>
                  <a:pt x="6557" y="81167"/>
                  <a:pt x="5828" y="81773"/>
                </a:cubicBezTo>
                <a:lnTo>
                  <a:pt x="3824" y="83595"/>
                </a:lnTo>
                <a:lnTo>
                  <a:pt x="2367" y="83595"/>
                </a:lnTo>
                <a:lnTo>
                  <a:pt x="1639" y="83595"/>
                </a:lnTo>
                <a:cubicBezTo>
                  <a:pt x="1274" y="83595"/>
                  <a:pt x="729" y="83230"/>
                  <a:pt x="0" y="82502"/>
                </a:cubicBezTo>
                <a:lnTo>
                  <a:pt x="0" y="68114"/>
                </a:lnTo>
                <a:lnTo>
                  <a:pt x="0" y="57551"/>
                </a:lnTo>
                <a:cubicBezTo>
                  <a:pt x="0" y="55001"/>
                  <a:pt x="121" y="53484"/>
                  <a:pt x="364" y="52998"/>
                </a:cubicBezTo>
                <a:cubicBezTo>
                  <a:pt x="607" y="52512"/>
                  <a:pt x="1214" y="52209"/>
                  <a:pt x="2186" y="52088"/>
                </a:cubicBezTo>
                <a:lnTo>
                  <a:pt x="3824" y="52088"/>
                </a:lnTo>
                <a:cubicBezTo>
                  <a:pt x="5281" y="52088"/>
                  <a:pt x="6253" y="52331"/>
                  <a:pt x="6738" y="52816"/>
                </a:cubicBezTo>
                <a:cubicBezTo>
                  <a:pt x="7224" y="53302"/>
                  <a:pt x="7527" y="54030"/>
                  <a:pt x="7650" y="55001"/>
                </a:cubicBezTo>
                <a:cubicBezTo>
                  <a:pt x="7770" y="55973"/>
                  <a:pt x="8196" y="57612"/>
                  <a:pt x="8924" y="59919"/>
                </a:cubicBezTo>
                <a:cubicBezTo>
                  <a:pt x="9653" y="62226"/>
                  <a:pt x="10806" y="64776"/>
                  <a:pt x="12384" y="67568"/>
                </a:cubicBezTo>
                <a:cubicBezTo>
                  <a:pt x="16634" y="73760"/>
                  <a:pt x="22523" y="76856"/>
                  <a:pt x="30050" y="76856"/>
                </a:cubicBezTo>
                <a:cubicBezTo>
                  <a:pt x="41828" y="76856"/>
                  <a:pt x="47717" y="72121"/>
                  <a:pt x="47717" y="62651"/>
                </a:cubicBezTo>
                <a:cubicBezTo>
                  <a:pt x="47717" y="59130"/>
                  <a:pt x="46624" y="56276"/>
                  <a:pt x="44438" y="54091"/>
                </a:cubicBezTo>
                <a:cubicBezTo>
                  <a:pt x="42010" y="51177"/>
                  <a:pt x="36971" y="48991"/>
                  <a:pt x="29321" y="47534"/>
                </a:cubicBezTo>
                <a:cubicBezTo>
                  <a:pt x="21673" y="46077"/>
                  <a:pt x="16634" y="44681"/>
                  <a:pt x="14206" y="43346"/>
                </a:cubicBezTo>
                <a:cubicBezTo>
                  <a:pt x="9834" y="41282"/>
                  <a:pt x="6374" y="38489"/>
                  <a:pt x="3824" y="34968"/>
                </a:cubicBezTo>
                <a:cubicBezTo>
                  <a:pt x="1274" y="31447"/>
                  <a:pt x="0" y="27683"/>
                  <a:pt x="0" y="23676"/>
                </a:cubicBezTo>
                <a:cubicBezTo>
                  <a:pt x="0" y="18941"/>
                  <a:pt x="1032" y="14935"/>
                  <a:pt x="3096" y="11656"/>
                </a:cubicBezTo>
                <a:cubicBezTo>
                  <a:pt x="5160" y="8378"/>
                  <a:pt x="7770" y="5950"/>
                  <a:pt x="10927" y="4371"/>
                </a:cubicBezTo>
                <a:cubicBezTo>
                  <a:pt x="14084" y="2793"/>
                  <a:pt x="17120" y="1700"/>
                  <a:pt x="20034" y="1093"/>
                </a:cubicBezTo>
                <a:cubicBezTo>
                  <a:pt x="22947" y="486"/>
                  <a:pt x="25618" y="183"/>
                  <a:pt x="28047" y="183"/>
                </a:cubicBezTo>
                <a:lnTo>
                  <a:pt x="30050" y="183"/>
                </a:lnTo>
                <a:cubicBezTo>
                  <a:pt x="34907" y="183"/>
                  <a:pt x="39157" y="1093"/>
                  <a:pt x="42799" y="2914"/>
                </a:cubicBezTo>
                <a:lnTo>
                  <a:pt x="45531" y="4371"/>
                </a:lnTo>
                <a:lnTo>
                  <a:pt x="47170" y="3096"/>
                </a:lnTo>
                <a:cubicBezTo>
                  <a:pt x="48384" y="2003"/>
                  <a:pt x="49719" y="971"/>
                  <a:pt x="51177" y="0"/>
                </a:cubicBezTo>
                <a:lnTo>
                  <a:pt x="52634" y="0"/>
                </a:lnTo>
                <a:lnTo>
                  <a:pt x="53362" y="0"/>
                </a:lnTo>
                <a:cubicBezTo>
                  <a:pt x="53726" y="0"/>
                  <a:pt x="54272" y="365"/>
                  <a:pt x="55001" y="1093"/>
                </a:cubicBezTo>
                <a:lnTo>
                  <a:pt x="55001" y="25133"/>
                </a:lnTo>
                <a:lnTo>
                  <a:pt x="53908" y="26226"/>
                </a:lnTo>
                <a:lnTo>
                  <a:pt x="48809" y="26226"/>
                </a:lnTo>
                <a:cubicBezTo>
                  <a:pt x="48081" y="25497"/>
                  <a:pt x="47717" y="24769"/>
                  <a:pt x="47717" y="2404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57" name="pdf-path-84">
            <a:extLst xmlns:a="http://schemas.openxmlformats.org/drawingml/2006/main">
              <a:ext uri="{FF2B5EF4-FFF2-40B4-BE49-F238E27FC236}">
                <a16:creationId xmlns:a16="http://schemas.microsoft.com/office/drawing/2014/main" id="{24E3E985-810A-4195-B68B-51503868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500" y="2099059"/>
            <a:ext cx="41706" cy="121840"/>
          </a:xfrm>
          <a:custGeom xmlns:a="http://schemas.openxmlformats.org/drawingml/2006/main">
            <a:pathLst>
              <a:path w="41706" h="121840">
                <a:moveTo>
                  <a:pt x="7831" y="10927"/>
                </a:moveTo>
                <a:cubicBezTo>
                  <a:pt x="7831" y="7527"/>
                  <a:pt x="8924" y="4856"/>
                  <a:pt x="11109" y="2914"/>
                </a:cubicBezTo>
                <a:cubicBezTo>
                  <a:pt x="13295" y="971"/>
                  <a:pt x="15965" y="0"/>
                  <a:pt x="19122" y="0"/>
                </a:cubicBezTo>
                <a:cubicBezTo>
                  <a:pt x="21915" y="242"/>
                  <a:pt x="24343" y="1274"/>
                  <a:pt x="26408" y="3096"/>
                </a:cubicBezTo>
                <a:cubicBezTo>
                  <a:pt x="28472" y="4917"/>
                  <a:pt x="29503" y="7527"/>
                  <a:pt x="29503" y="10927"/>
                </a:cubicBezTo>
                <a:cubicBezTo>
                  <a:pt x="29503" y="14569"/>
                  <a:pt x="28472" y="17301"/>
                  <a:pt x="26408" y="19123"/>
                </a:cubicBezTo>
                <a:cubicBezTo>
                  <a:pt x="24343" y="20944"/>
                  <a:pt x="21794" y="21854"/>
                  <a:pt x="18758" y="21854"/>
                </a:cubicBezTo>
                <a:cubicBezTo>
                  <a:pt x="15722" y="21854"/>
                  <a:pt x="13174" y="20944"/>
                  <a:pt x="11109" y="19123"/>
                </a:cubicBezTo>
                <a:cubicBezTo>
                  <a:pt x="9045" y="17301"/>
                  <a:pt x="7952" y="14569"/>
                  <a:pt x="7831" y="10927"/>
                </a:cubicBezTo>
                <a:moveTo>
                  <a:pt x="40249" y="121840"/>
                </a:moveTo>
                <a:cubicBezTo>
                  <a:pt x="38428" y="121476"/>
                  <a:pt x="32114" y="121294"/>
                  <a:pt x="21308" y="121294"/>
                </a:cubicBezTo>
                <a:cubicBezTo>
                  <a:pt x="19972" y="121294"/>
                  <a:pt x="17726" y="121294"/>
                  <a:pt x="14569" y="121294"/>
                </a:cubicBezTo>
                <a:cubicBezTo>
                  <a:pt x="11412" y="121294"/>
                  <a:pt x="8377" y="121415"/>
                  <a:pt x="5464" y="121658"/>
                </a:cubicBezTo>
                <a:lnTo>
                  <a:pt x="1457" y="121840"/>
                </a:lnTo>
                <a:lnTo>
                  <a:pt x="0" y="121840"/>
                </a:lnTo>
                <a:lnTo>
                  <a:pt x="0" y="113463"/>
                </a:lnTo>
                <a:lnTo>
                  <a:pt x="2914" y="113463"/>
                </a:lnTo>
                <a:cubicBezTo>
                  <a:pt x="6314" y="113463"/>
                  <a:pt x="9288" y="113280"/>
                  <a:pt x="11838" y="112916"/>
                </a:cubicBezTo>
                <a:cubicBezTo>
                  <a:pt x="12931" y="112430"/>
                  <a:pt x="13598" y="111763"/>
                  <a:pt x="13841" y="110913"/>
                </a:cubicBezTo>
                <a:cubicBezTo>
                  <a:pt x="14084" y="110063"/>
                  <a:pt x="14205" y="107513"/>
                  <a:pt x="14205" y="103263"/>
                </a:cubicBezTo>
                <a:lnTo>
                  <a:pt x="14205" y="84505"/>
                </a:lnTo>
                <a:lnTo>
                  <a:pt x="14205" y="68478"/>
                </a:lnTo>
                <a:cubicBezTo>
                  <a:pt x="14205" y="62164"/>
                  <a:pt x="14084" y="58157"/>
                  <a:pt x="13841" y="56458"/>
                </a:cubicBezTo>
                <a:cubicBezTo>
                  <a:pt x="13598" y="54758"/>
                  <a:pt x="12748" y="53605"/>
                  <a:pt x="11291" y="52997"/>
                </a:cubicBezTo>
                <a:cubicBezTo>
                  <a:pt x="9591" y="52148"/>
                  <a:pt x="6738" y="51723"/>
                  <a:pt x="2731" y="51723"/>
                </a:cubicBezTo>
                <a:lnTo>
                  <a:pt x="728" y="51723"/>
                </a:lnTo>
                <a:lnTo>
                  <a:pt x="728" y="47534"/>
                </a:lnTo>
                <a:cubicBezTo>
                  <a:pt x="728" y="44741"/>
                  <a:pt x="849" y="43345"/>
                  <a:pt x="1092" y="43345"/>
                </a:cubicBezTo>
                <a:lnTo>
                  <a:pt x="2914" y="43163"/>
                </a:lnTo>
                <a:cubicBezTo>
                  <a:pt x="4128" y="43042"/>
                  <a:pt x="5828" y="42920"/>
                  <a:pt x="8012" y="42799"/>
                </a:cubicBezTo>
                <a:cubicBezTo>
                  <a:pt x="10198" y="42677"/>
                  <a:pt x="12384" y="42556"/>
                  <a:pt x="14569" y="42435"/>
                </a:cubicBezTo>
                <a:cubicBezTo>
                  <a:pt x="16634" y="42313"/>
                  <a:pt x="18819" y="42192"/>
                  <a:pt x="21125" y="42070"/>
                </a:cubicBezTo>
                <a:cubicBezTo>
                  <a:pt x="23432" y="41949"/>
                  <a:pt x="25193" y="41767"/>
                  <a:pt x="26408" y="41524"/>
                </a:cubicBezTo>
                <a:cubicBezTo>
                  <a:pt x="27622" y="41281"/>
                  <a:pt x="28289" y="41220"/>
                  <a:pt x="28411" y="41342"/>
                </a:cubicBezTo>
                <a:lnTo>
                  <a:pt x="28958" y="41342"/>
                </a:lnTo>
                <a:lnTo>
                  <a:pt x="28958" y="110548"/>
                </a:lnTo>
                <a:cubicBezTo>
                  <a:pt x="29564" y="111763"/>
                  <a:pt x="30292" y="112491"/>
                  <a:pt x="31142" y="112734"/>
                </a:cubicBezTo>
                <a:cubicBezTo>
                  <a:pt x="31992" y="112977"/>
                  <a:pt x="34118" y="113220"/>
                  <a:pt x="37516" y="113463"/>
                </a:cubicBezTo>
                <a:lnTo>
                  <a:pt x="41706" y="113463"/>
                </a:lnTo>
                <a:lnTo>
                  <a:pt x="41706" y="121840"/>
                </a:lnTo>
                <a:lnTo>
                  <a:pt x="40249" y="1218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58" name="pdf-path-86">
            <a:extLst xmlns:a="http://schemas.openxmlformats.org/drawingml/2006/main">
              <a:ext uri="{FF2B5EF4-FFF2-40B4-BE49-F238E27FC236}">
                <a16:creationId xmlns:a16="http://schemas.microsoft.com/office/drawing/2014/main" id="{C1C62575-B647-484C-B867-BADA1385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671" y="2108893"/>
            <a:ext cx="57370" cy="113827"/>
          </a:xfrm>
          <a:custGeom xmlns:a="http://schemas.openxmlformats.org/drawingml/2006/main">
            <a:pathLst>
              <a:path w="57370" h="113827">
                <a:moveTo>
                  <a:pt x="1639" y="35150"/>
                </a:moveTo>
                <a:cubicBezTo>
                  <a:pt x="8075" y="34664"/>
                  <a:pt x="13053" y="31264"/>
                  <a:pt x="16573" y="24951"/>
                </a:cubicBezTo>
                <a:cubicBezTo>
                  <a:pt x="20095" y="18637"/>
                  <a:pt x="22037" y="11231"/>
                  <a:pt x="22402" y="2732"/>
                </a:cubicBezTo>
                <a:lnTo>
                  <a:pt x="22402" y="0"/>
                </a:lnTo>
                <a:lnTo>
                  <a:pt x="29687" y="0"/>
                </a:lnTo>
                <a:lnTo>
                  <a:pt x="29687" y="33511"/>
                </a:lnTo>
                <a:lnTo>
                  <a:pt x="54273" y="33511"/>
                </a:lnTo>
                <a:lnTo>
                  <a:pt x="54273" y="41889"/>
                </a:lnTo>
                <a:lnTo>
                  <a:pt x="29687" y="41889"/>
                </a:lnTo>
                <a:lnTo>
                  <a:pt x="29687" y="68114"/>
                </a:lnTo>
                <a:cubicBezTo>
                  <a:pt x="29807" y="83291"/>
                  <a:pt x="29869" y="91851"/>
                  <a:pt x="29869" y="93794"/>
                </a:cubicBezTo>
                <a:cubicBezTo>
                  <a:pt x="29869" y="95736"/>
                  <a:pt x="30293" y="97679"/>
                  <a:pt x="31143" y="99622"/>
                </a:cubicBezTo>
                <a:cubicBezTo>
                  <a:pt x="32843" y="104357"/>
                  <a:pt x="35818" y="106724"/>
                  <a:pt x="40067" y="106724"/>
                </a:cubicBezTo>
                <a:cubicBezTo>
                  <a:pt x="45410" y="106724"/>
                  <a:pt x="48688" y="102414"/>
                  <a:pt x="49903" y="93794"/>
                </a:cubicBezTo>
                <a:cubicBezTo>
                  <a:pt x="50024" y="92822"/>
                  <a:pt x="50084" y="90030"/>
                  <a:pt x="50084" y="85416"/>
                </a:cubicBezTo>
                <a:lnTo>
                  <a:pt x="50084" y="79042"/>
                </a:lnTo>
                <a:lnTo>
                  <a:pt x="57370" y="79042"/>
                </a:lnTo>
                <a:lnTo>
                  <a:pt x="57370" y="85416"/>
                </a:lnTo>
                <a:lnTo>
                  <a:pt x="57370" y="87602"/>
                </a:lnTo>
                <a:cubicBezTo>
                  <a:pt x="57370" y="96950"/>
                  <a:pt x="54820" y="104053"/>
                  <a:pt x="49720" y="108910"/>
                </a:cubicBezTo>
                <a:cubicBezTo>
                  <a:pt x="46443" y="112188"/>
                  <a:pt x="42193" y="113827"/>
                  <a:pt x="36971" y="113827"/>
                </a:cubicBezTo>
                <a:cubicBezTo>
                  <a:pt x="32843" y="113827"/>
                  <a:pt x="29262" y="113099"/>
                  <a:pt x="26226" y="111641"/>
                </a:cubicBezTo>
                <a:cubicBezTo>
                  <a:pt x="23190" y="110185"/>
                  <a:pt x="20884" y="108303"/>
                  <a:pt x="19306" y="105996"/>
                </a:cubicBezTo>
                <a:cubicBezTo>
                  <a:pt x="17727" y="103689"/>
                  <a:pt x="16573" y="101564"/>
                  <a:pt x="15846" y="99622"/>
                </a:cubicBezTo>
                <a:cubicBezTo>
                  <a:pt x="15117" y="97679"/>
                  <a:pt x="14692" y="95736"/>
                  <a:pt x="14570" y="93794"/>
                </a:cubicBezTo>
                <a:cubicBezTo>
                  <a:pt x="14449" y="92944"/>
                  <a:pt x="14389" y="83959"/>
                  <a:pt x="14389" y="66840"/>
                </a:cubicBezTo>
                <a:lnTo>
                  <a:pt x="14389" y="41889"/>
                </a:lnTo>
                <a:lnTo>
                  <a:pt x="0" y="41889"/>
                </a:lnTo>
                <a:lnTo>
                  <a:pt x="0" y="35150"/>
                </a:lnTo>
                <a:lnTo>
                  <a:pt x="1639" y="351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59" name="pdf-path-88">
            <a:extLst xmlns:a="http://schemas.openxmlformats.org/drawingml/2006/main">
              <a:ext uri="{FF2B5EF4-FFF2-40B4-BE49-F238E27FC236}">
                <a16:creationId xmlns:a16="http://schemas.microsoft.com/office/drawing/2014/main" id="{2C5025E3-A32E-4280-960D-F2C71637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2701" y="2142404"/>
            <a:ext cx="89059" cy="115648"/>
          </a:xfrm>
          <a:custGeom xmlns:a="http://schemas.openxmlformats.org/drawingml/2006/main">
            <a:pathLst>
              <a:path w="89059" h="115648">
                <a:moveTo>
                  <a:pt x="9106" y="90515"/>
                </a:moveTo>
                <a:cubicBezTo>
                  <a:pt x="11777" y="90515"/>
                  <a:pt x="13903" y="91365"/>
                  <a:pt x="15480" y="93065"/>
                </a:cubicBezTo>
                <a:cubicBezTo>
                  <a:pt x="17059" y="94765"/>
                  <a:pt x="17909" y="96950"/>
                  <a:pt x="18030" y="99621"/>
                </a:cubicBezTo>
                <a:cubicBezTo>
                  <a:pt x="18030" y="101807"/>
                  <a:pt x="17484" y="103568"/>
                  <a:pt x="16391" y="104903"/>
                </a:cubicBezTo>
                <a:cubicBezTo>
                  <a:pt x="15298" y="106239"/>
                  <a:pt x="14206" y="107149"/>
                  <a:pt x="13113" y="107635"/>
                </a:cubicBezTo>
                <a:cubicBezTo>
                  <a:pt x="12263" y="107999"/>
                  <a:pt x="12627" y="108363"/>
                  <a:pt x="14206" y="108728"/>
                </a:cubicBezTo>
                <a:cubicBezTo>
                  <a:pt x="15056" y="108971"/>
                  <a:pt x="15906" y="109092"/>
                  <a:pt x="16756" y="109092"/>
                </a:cubicBezTo>
                <a:cubicBezTo>
                  <a:pt x="19184" y="109092"/>
                  <a:pt x="21430" y="108546"/>
                  <a:pt x="23494" y="107453"/>
                </a:cubicBezTo>
                <a:cubicBezTo>
                  <a:pt x="25558" y="106360"/>
                  <a:pt x="27197" y="105085"/>
                  <a:pt x="28411" y="103628"/>
                </a:cubicBezTo>
                <a:cubicBezTo>
                  <a:pt x="29625" y="102171"/>
                  <a:pt x="30961" y="100229"/>
                  <a:pt x="32418" y="97800"/>
                </a:cubicBezTo>
                <a:cubicBezTo>
                  <a:pt x="33875" y="95372"/>
                  <a:pt x="34847" y="93490"/>
                  <a:pt x="35332" y="92154"/>
                </a:cubicBezTo>
                <a:cubicBezTo>
                  <a:pt x="35818" y="90819"/>
                  <a:pt x="36547" y="88876"/>
                  <a:pt x="37517" y="86327"/>
                </a:cubicBezTo>
                <a:lnTo>
                  <a:pt x="40614" y="78495"/>
                </a:lnTo>
                <a:lnTo>
                  <a:pt x="27501" y="45166"/>
                </a:lnTo>
                <a:cubicBezTo>
                  <a:pt x="25073" y="39096"/>
                  <a:pt x="22340" y="32175"/>
                  <a:pt x="19305" y="24404"/>
                </a:cubicBezTo>
                <a:cubicBezTo>
                  <a:pt x="16391" y="16998"/>
                  <a:pt x="14631" y="12688"/>
                  <a:pt x="14024" y="11474"/>
                </a:cubicBezTo>
                <a:cubicBezTo>
                  <a:pt x="13417" y="10260"/>
                  <a:pt x="12446" y="9470"/>
                  <a:pt x="11110" y="9106"/>
                </a:cubicBezTo>
                <a:cubicBezTo>
                  <a:pt x="10988" y="8985"/>
                  <a:pt x="10867" y="8924"/>
                  <a:pt x="10746" y="8924"/>
                </a:cubicBezTo>
                <a:cubicBezTo>
                  <a:pt x="9288" y="8560"/>
                  <a:pt x="6617" y="8378"/>
                  <a:pt x="2732" y="8378"/>
                </a:cubicBezTo>
                <a:lnTo>
                  <a:pt x="0" y="8378"/>
                </a:lnTo>
                <a:lnTo>
                  <a:pt x="0" y="0"/>
                </a:lnTo>
                <a:lnTo>
                  <a:pt x="1276" y="0"/>
                </a:lnTo>
                <a:lnTo>
                  <a:pt x="4917" y="182"/>
                </a:lnTo>
                <a:cubicBezTo>
                  <a:pt x="7224" y="182"/>
                  <a:pt x="9774" y="243"/>
                  <a:pt x="12567" y="365"/>
                </a:cubicBezTo>
                <a:cubicBezTo>
                  <a:pt x="15360" y="485"/>
                  <a:pt x="17423" y="546"/>
                  <a:pt x="18759" y="546"/>
                </a:cubicBezTo>
                <a:cubicBezTo>
                  <a:pt x="19609" y="546"/>
                  <a:pt x="20823" y="546"/>
                  <a:pt x="22401" y="546"/>
                </a:cubicBezTo>
                <a:cubicBezTo>
                  <a:pt x="23980" y="546"/>
                  <a:pt x="25740" y="485"/>
                  <a:pt x="27683" y="365"/>
                </a:cubicBezTo>
                <a:cubicBezTo>
                  <a:pt x="29625" y="243"/>
                  <a:pt x="31386" y="182"/>
                  <a:pt x="32964" y="182"/>
                </a:cubicBezTo>
                <a:cubicBezTo>
                  <a:pt x="34543" y="182"/>
                  <a:pt x="36000" y="182"/>
                  <a:pt x="37335" y="182"/>
                </a:cubicBezTo>
                <a:lnTo>
                  <a:pt x="38974" y="0"/>
                </a:lnTo>
                <a:lnTo>
                  <a:pt x="40431" y="0"/>
                </a:lnTo>
                <a:lnTo>
                  <a:pt x="40431" y="8378"/>
                </a:lnTo>
                <a:lnTo>
                  <a:pt x="38792" y="8378"/>
                </a:lnTo>
                <a:cubicBezTo>
                  <a:pt x="32843" y="8378"/>
                  <a:pt x="29990" y="9531"/>
                  <a:pt x="30233" y="11838"/>
                </a:cubicBezTo>
                <a:lnTo>
                  <a:pt x="48627" y="58098"/>
                </a:lnTo>
                <a:cubicBezTo>
                  <a:pt x="48627" y="57976"/>
                  <a:pt x="51420" y="50995"/>
                  <a:pt x="57005" y="37153"/>
                </a:cubicBezTo>
                <a:lnTo>
                  <a:pt x="65018" y="16391"/>
                </a:lnTo>
                <a:lnTo>
                  <a:pt x="65018" y="14752"/>
                </a:lnTo>
                <a:cubicBezTo>
                  <a:pt x="65018" y="12931"/>
                  <a:pt x="64411" y="11535"/>
                  <a:pt x="63197" y="10563"/>
                </a:cubicBezTo>
                <a:cubicBezTo>
                  <a:pt x="61982" y="9592"/>
                  <a:pt x="60890" y="8985"/>
                  <a:pt x="59918" y="8742"/>
                </a:cubicBezTo>
                <a:cubicBezTo>
                  <a:pt x="58948" y="8499"/>
                  <a:pt x="58098" y="8378"/>
                  <a:pt x="57369" y="8378"/>
                </a:cubicBezTo>
                <a:lnTo>
                  <a:pt x="56822" y="8378"/>
                </a:lnTo>
                <a:lnTo>
                  <a:pt x="56822" y="0"/>
                </a:lnTo>
                <a:lnTo>
                  <a:pt x="57915" y="0"/>
                </a:lnTo>
                <a:lnTo>
                  <a:pt x="59191" y="0"/>
                </a:lnTo>
                <a:cubicBezTo>
                  <a:pt x="60041" y="0"/>
                  <a:pt x="61072" y="0"/>
                  <a:pt x="62286" y="0"/>
                </a:cubicBezTo>
                <a:cubicBezTo>
                  <a:pt x="63501" y="0"/>
                  <a:pt x="64775" y="61"/>
                  <a:pt x="66111" y="182"/>
                </a:cubicBezTo>
                <a:cubicBezTo>
                  <a:pt x="67446" y="303"/>
                  <a:pt x="68842" y="365"/>
                  <a:pt x="70299" y="365"/>
                </a:cubicBezTo>
                <a:cubicBezTo>
                  <a:pt x="71757" y="365"/>
                  <a:pt x="72789" y="365"/>
                  <a:pt x="73396" y="365"/>
                </a:cubicBezTo>
                <a:cubicBezTo>
                  <a:pt x="80074" y="365"/>
                  <a:pt x="84991" y="243"/>
                  <a:pt x="88148" y="0"/>
                </a:cubicBezTo>
                <a:lnTo>
                  <a:pt x="89059" y="0"/>
                </a:lnTo>
                <a:lnTo>
                  <a:pt x="89059" y="8378"/>
                </a:lnTo>
                <a:lnTo>
                  <a:pt x="87055" y="8378"/>
                </a:lnTo>
                <a:cubicBezTo>
                  <a:pt x="80256" y="8985"/>
                  <a:pt x="75702" y="11413"/>
                  <a:pt x="73396" y="15662"/>
                </a:cubicBezTo>
                <a:cubicBezTo>
                  <a:pt x="73153" y="15905"/>
                  <a:pt x="70482" y="22584"/>
                  <a:pt x="65382" y="35696"/>
                </a:cubicBezTo>
                <a:cubicBezTo>
                  <a:pt x="60282" y="48809"/>
                  <a:pt x="54880" y="62529"/>
                  <a:pt x="49174" y="76856"/>
                </a:cubicBezTo>
                <a:cubicBezTo>
                  <a:pt x="43467" y="91183"/>
                  <a:pt x="39703" y="99682"/>
                  <a:pt x="37881" y="102354"/>
                </a:cubicBezTo>
                <a:cubicBezTo>
                  <a:pt x="32175" y="111216"/>
                  <a:pt x="25254" y="115648"/>
                  <a:pt x="17120" y="115648"/>
                </a:cubicBezTo>
                <a:cubicBezTo>
                  <a:pt x="11777" y="115648"/>
                  <a:pt x="7589" y="114009"/>
                  <a:pt x="4553" y="110731"/>
                </a:cubicBezTo>
                <a:cubicBezTo>
                  <a:pt x="1517" y="107453"/>
                  <a:pt x="0" y="103749"/>
                  <a:pt x="0" y="99621"/>
                </a:cubicBezTo>
                <a:cubicBezTo>
                  <a:pt x="0" y="96344"/>
                  <a:pt x="971" y="94036"/>
                  <a:pt x="2914" y="92701"/>
                </a:cubicBezTo>
                <a:cubicBezTo>
                  <a:pt x="4857" y="91365"/>
                  <a:pt x="6921" y="90637"/>
                  <a:pt x="9106" y="905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60" name="pdf-path-90">
            <a:extLst xmlns:a="http://schemas.openxmlformats.org/drawingml/2006/main">
              <a:ext uri="{FF2B5EF4-FFF2-40B4-BE49-F238E27FC236}">
                <a16:creationId xmlns:a16="http://schemas.microsoft.com/office/drawing/2014/main" id="{BC1A2648-8586-49CD-B8E4-6FA0570F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715" y="2446109"/>
            <a:ext cx="1378933" cy="792888"/>
          </a:xfrm>
          <a:custGeom xmlns:a="http://schemas.openxmlformats.org/drawingml/2006/main">
            <a:pathLst>
              <a:path w="1378933" h="792888">
                <a:moveTo>
                  <a:pt x="0" y="0"/>
                </a:moveTo>
                <a:lnTo>
                  <a:pt x="0" y="792888"/>
                </a:lnTo>
                <a:lnTo>
                  <a:pt x="1378933" y="792888"/>
                </a:lnTo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61" name="pdf-path-91">
            <a:extLst xmlns:a="http://schemas.openxmlformats.org/drawingml/2006/main">
              <a:ext uri="{FF2B5EF4-FFF2-40B4-BE49-F238E27FC236}">
                <a16:creationId xmlns:a16="http://schemas.microsoft.com/office/drawing/2014/main" id="{F7518AAC-23CE-49D7-83BF-7E69AAFB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588" y="2035876"/>
            <a:ext cx="1103148" cy="413680"/>
          </a:xfrm>
          <a:custGeom xmlns:a="http://schemas.openxmlformats.org/drawingml/2006/main">
            <a:pathLst>
              <a:path w="1103148" h="413680">
                <a:moveTo>
                  <a:pt x="62052" y="0"/>
                </a:moveTo>
                <a:lnTo>
                  <a:pt x="1041096" y="0"/>
                </a:lnTo>
                <a:cubicBezTo>
                  <a:pt x="1045170" y="0"/>
                  <a:pt x="1049205" y="397"/>
                  <a:pt x="1053200" y="1192"/>
                </a:cubicBezTo>
                <a:cubicBezTo>
                  <a:pt x="1057197" y="1987"/>
                  <a:pt x="1061077" y="3164"/>
                  <a:pt x="1064841" y="4722"/>
                </a:cubicBezTo>
                <a:cubicBezTo>
                  <a:pt x="1068605" y="6282"/>
                  <a:pt x="1072180" y="8194"/>
                  <a:pt x="1075568" y="10457"/>
                </a:cubicBezTo>
                <a:cubicBezTo>
                  <a:pt x="1078956" y="12721"/>
                  <a:pt x="1082091" y="15293"/>
                  <a:pt x="1084972" y="18175"/>
                </a:cubicBezTo>
                <a:cubicBezTo>
                  <a:pt x="1087853" y="21056"/>
                  <a:pt x="1090425" y="24190"/>
                  <a:pt x="1092688" y="27577"/>
                </a:cubicBezTo>
                <a:cubicBezTo>
                  <a:pt x="1094953" y="30965"/>
                  <a:pt x="1096863" y="34541"/>
                  <a:pt x="1098422" y="38305"/>
                </a:cubicBezTo>
                <a:cubicBezTo>
                  <a:pt x="1099982" y="42070"/>
                  <a:pt x="1101160" y="45950"/>
                  <a:pt x="1101955" y="49946"/>
                </a:cubicBezTo>
                <a:cubicBezTo>
                  <a:pt x="1102749" y="53943"/>
                  <a:pt x="1103147" y="57977"/>
                  <a:pt x="1103148" y="62052"/>
                </a:cubicBezTo>
                <a:lnTo>
                  <a:pt x="1103148" y="351628"/>
                </a:lnTo>
                <a:cubicBezTo>
                  <a:pt x="1103147" y="355702"/>
                  <a:pt x="1102749" y="359738"/>
                  <a:pt x="1101955" y="363734"/>
                </a:cubicBezTo>
                <a:cubicBezTo>
                  <a:pt x="1101160" y="367729"/>
                  <a:pt x="1099982" y="371609"/>
                  <a:pt x="1098422" y="375374"/>
                </a:cubicBezTo>
                <a:cubicBezTo>
                  <a:pt x="1096863" y="379138"/>
                  <a:pt x="1094953" y="382714"/>
                  <a:pt x="1092689" y="386101"/>
                </a:cubicBezTo>
                <a:cubicBezTo>
                  <a:pt x="1090426" y="389490"/>
                  <a:pt x="1087853" y="392624"/>
                  <a:pt x="1084972" y="395506"/>
                </a:cubicBezTo>
                <a:cubicBezTo>
                  <a:pt x="1082091" y="398387"/>
                  <a:pt x="1078956" y="400959"/>
                  <a:pt x="1075568" y="403222"/>
                </a:cubicBezTo>
                <a:cubicBezTo>
                  <a:pt x="1072180" y="405486"/>
                  <a:pt x="1068605" y="407397"/>
                  <a:pt x="1064841" y="408956"/>
                </a:cubicBezTo>
                <a:cubicBezTo>
                  <a:pt x="1061077" y="410516"/>
                  <a:pt x="1057197" y="411693"/>
                  <a:pt x="1053200" y="412488"/>
                </a:cubicBezTo>
                <a:cubicBezTo>
                  <a:pt x="1049205" y="413282"/>
                  <a:pt x="1045170" y="413680"/>
                  <a:pt x="1041096" y="413680"/>
                </a:cubicBezTo>
                <a:lnTo>
                  <a:pt x="62052" y="413680"/>
                </a:lnTo>
                <a:cubicBezTo>
                  <a:pt x="57978" y="413680"/>
                  <a:pt x="53942" y="413282"/>
                  <a:pt x="49947" y="412488"/>
                </a:cubicBezTo>
                <a:cubicBezTo>
                  <a:pt x="45951" y="411693"/>
                  <a:pt x="42070" y="410516"/>
                  <a:pt x="38305" y="408956"/>
                </a:cubicBezTo>
                <a:cubicBezTo>
                  <a:pt x="34541" y="407397"/>
                  <a:pt x="30964" y="405486"/>
                  <a:pt x="27576" y="403222"/>
                </a:cubicBezTo>
                <a:cubicBezTo>
                  <a:pt x="24189" y="400959"/>
                  <a:pt x="21055" y="398387"/>
                  <a:pt x="18174" y="395506"/>
                </a:cubicBezTo>
                <a:cubicBezTo>
                  <a:pt x="15293" y="392624"/>
                  <a:pt x="12720" y="389490"/>
                  <a:pt x="10456" y="386101"/>
                </a:cubicBezTo>
                <a:cubicBezTo>
                  <a:pt x="8193" y="382714"/>
                  <a:pt x="6282" y="379138"/>
                  <a:pt x="4722" y="375374"/>
                </a:cubicBezTo>
                <a:cubicBezTo>
                  <a:pt x="3163" y="371609"/>
                  <a:pt x="1986" y="367729"/>
                  <a:pt x="1192" y="363734"/>
                </a:cubicBezTo>
                <a:cubicBezTo>
                  <a:pt x="398" y="359738"/>
                  <a:pt x="0" y="355702"/>
                  <a:pt x="0" y="351628"/>
                </a:cubicBezTo>
                <a:lnTo>
                  <a:pt x="0" y="62052"/>
                </a:lnTo>
                <a:cubicBezTo>
                  <a:pt x="0" y="57977"/>
                  <a:pt x="398" y="53943"/>
                  <a:pt x="1192" y="49946"/>
                </a:cubicBezTo>
                <a:cubicBezTo>
                  <a:pt x="1986" y="45950"/>
                  <a:pt x="3163" y="42070"/>
                  <a:pt x="4722" y="38305"/>
                </a:cubicBezTo>
                <a:cubicBezTo>
                  <a:pt x="6282" y="34541"/>
                  <a:pt x="8193" y="30965"/>
                  <a:pt x="10456" y="27577"/>
                </a:cubicBezTo>
                <a:cubicBezTo>
                  <a:pt x="12720" y="24190"/>
                  <a:pt x="15293" y="21056"/>
                  <a:pt x="18174" y="18175"/>
                </a:cubicBezTo>
                <a:cubicBezTo>
                  <a:pt x="21055" y="15293"/>
                  <a:pt x="24189" y="12721"/>
                  <a:pt x="27576" y="10457"/>
                </a:cubicBezTo>
                <a:cubicBezTo>
                  <a:pt x="30964" y="8194"/>
                  <a:pt x="34541" y="6282"/>
                  <a:pt x="38305" y="4722"/>
                </a:cubicBezTo>
                <a:cubicBezTo>
                  <a:pt x="42070" y="3164"/>
                  <a:pt x="45951" y="1987"/>
                  <a:pt x="49947" y="1192"/>
                </a:cubicBezTo>
                <a:cubicBezTo>
                  <a:pt x="53942" y="397"/>
                  <a:pt x="57978" y="0"/>
                  <a:pt x="62052" y="0"/>
                </a:cubicBezTo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6895">
            <a:solidFill>
              <a:srgbClr val="000000"/>
            </a:solidFill>
            <a:prstDash val="solid"/>
          </a:ln>
        </p:spPr>
      </p:sp>
      <p:sp>
        <p:nvSpPr>
          <p:cNvPr id="62" name="pdf-path-93">
            <a:extLst xmlns:a="http://schemas.openxmlformats.org/drawingml/2006/main">
              <a:ext uri="{FF2B5EF4-FFF2-40B4-BE49-F238E27FC236}">
                <a16:creationId xmlns:a16="http://schemas.microsoft.com/office/drawing/2014/main" id="{DFBD1FAB-8872-4EA4-978D-D538E311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8891" y="2213656"/>
            <a:ext cx="105855" cy="117589"/>
          </a:xfrm>
          <a:custGeom xmlns:a="http://schemas.openxmlformats.org/drawingml/2006/main">
            <a:pathLst>
              <a:path w="105855" h="117589">
                <a:moveTo>
                  <a:pt x="0" y="40461"/>
                </a:moveTo>
                <a:cubicBezTo>
                  <a:pt x="172" y="39944"/>
                  <a:pt x="344" y="39254"/>
                  <a:pt x="517" y="38391"/>
                </a:cubicBezTo>
                <a:cubicBezTo>
                  <a:pt x="689" y="37529"/>
                  <a:pt x="1121" y="35630"/>
                  <a:pt x="1812" y="32697"/>
                </a:cubicBezTo>
                <a:cubicBezTo>
                  <a:pt x="2501" y="29764"/>
                  <a:pt x="3364" y="27090"/>
                  <a:pt x="4400" y="24673"/>
                </a:cubicBezTo>
                <a:cubicBezTo>
                  <a:pt x="5435" y="22258"/>
                  <a:pt x="6729" y="19411"/>
                  <a:pt x="8282" y="16133"/>
                </a:cubicBezTo>
                <a:cubicBezTo>
                  <a:pt x="9834" y="12854"/>
                  <a:pt x="11560" y="10266"/>
                  <a:pt x="13457" y="8368"/>
                </a:cubicBezTo>
                <a:cubicBezTo>
                  <a:pt x="15356" y="6471"/>
                  <a:pt x="17599" y="4572"/>
                  <a:pt x="20187" y="2674"/>
                </a:cubicBezTo>
                <a:cubicBezTo>
                  <a:pt x="22775" y="777"/>
                  <a:pt x="25622" y="0"/>
                  <a:pt x="28728" y="345"/>
                </a:cubicBezTo>
                <a:cubicBezTo>
                  <a:pt x="33732" y="345"/>
                  <a:pt x="38131" y="1380"/>
                  <a:pt x="41928" y="3451"/>
                </a:cubicBezTo>
                <a:cubicBezTo>
                  <a:pt x="45724" y="5521"/>
                  <a:pt x="48398" y="7419"/>
                  <a:pt x="49950" y="9145"/>
                </a:cubicBezTo>
                <a:cubicBezTo>
                  <a:pt x="51504" y="10870"/>
                  <a:pt x="52453" y="12596"/>
                  <a:pt x="52798" y="14321"/>
                </a:cubicBezTo>
                <a:cubicBezTo>
                  <a:pt x="53143" y="15357"/>
                  <a:pt x="53401" y="15874"/>
                  <a:pt x="53575" y="15874"/>
                </a:cubicBezTo>
                <a:cubicBezTo>
                  <a:pt x="53747" y="15874"/>
                  <a:pt x="54437" y="15270"/>
                  <a:pt x="55645" y="14063"/>
                </a:cubicBezTo>
                <a:cubicBezTo>
                  <a:pt x="63927" y="5090"/>
                  <a:pt x="73504" y="604"/>
                  <a:pt x="84374" y="604"/>
                </a:cubicBezTo>
                <a:lnTo>
                  <a:pt x="85149" y="604"/>
                </a:lnTo>
                <a:cubicBezTo>
                  <a:pt x="93432" y="604"/>
                  <a:pt x="99644" y="4141"/>
                  <a:pt x="103784" y="11216"/>
                </a:cubicBezTo>
                <a:cubicBezTo>
                  <a:pt x="105165" y="14494"/>
                  <a:pt x="105855" y="17686"/>
                  <a:pt x="105855" y="20792"/>
                </a:cubicBezTo>
                <a:cubicBezTo>
                  <a:pt x="105855" y="25968"/>
                  <a:pt x="104733" y="30109"/>
                  <a:pt x="102490" y="33215"/>
                </a:cubicBezTo>
                <a:cubicBezTo>
                  <a:pt x="100247" y="36320"/>
                  <a:pt x="98004" y="38305"/>
                  <a:pt x="95762" y="39167"/>
                </a:cubicBezTo>
                <a:cubicBezTo>
                  <a:pt x="93519" y="40030"/>
                  <a:pt x="91362" y="40375"/>
                  <a:pt x="89291" y="40203"/>
                </a:cubicBezTo>
                <a:cubicBezTo>
                  <a:pt x="85840" y="40203"/>
                  <a:pt x="83080" y="39254"/>
                  <a:pt x="81009" y="37356"/>
                </a:cubicBezTo>
                <a:cubicBezTo>
                  <a:pt x="78938" y="35458"/>
                  <a:pt x="77903" y="32956"/>
                  <a:pt x="77903" y="29850"/>
                </a:cubicBezTo>
                <a:cubicBezTo>
                  <a:pt x="77903" y="21568"/>
                  <a:pt x="82734" y="16047"/>
                  <a:pt x="92397" y="13286"/>
                </a:cubicBezTo>
                <a:cubicBezTo>
                  <a:pt x="88600" y="11043"/>
                  <a:pt x="85495" y="9921"/>
                  <a:pt x="83080" y="9921"/>
                </a:cubicBezTo>
                <a:cubicBezTo>
                  <a:pt x="73416" y="9921"/>
                  <a:pt x="64531" y="16305"/>
                  <a:pt x="56421" y="29074"/>
                </a:cubicBezTo>
                <a:cubicBezTo>
                  <a:pt x="54695" y="31834"/>
                  <a:pt x="53401" y="34682"/>
                  <a:pt x="52539" y="37615"/>
                </a:cubicBezTo>
                <a:cubicBezTo>
                  <a:pt x="51676" y="40548"/>
                  <a:pt x="48744" y="52022"/>
                  <a:pt x="43739" y="72037"/>
                </a:cubicBezTo>
                <a:cubicBezTo>
                  <a:pt x="37873" y="96194"/>
                  <a:pt x="34508" y="109048"/>
                  <a:pt x="33646" y="110601"/>
                </a:cubicBezTo>
                <a:cubicBezTo>
                  <a:pt x="31403" y="115259"/>
                  <a:pt x="27692" y="117589"/>
                  <a:pt x="22516" y="117589"/>
                </a:cubicBezTo>
                <a:cubicBezTo>
                  <a:pt x="20273" y="117589"/>
                  <a:pt x="18462" y="117071"/>
                  <a:pt x="17082" y="116036"/>
                </a:cubicBezTo>
                <a:cubicBezTo>
                  <a:pt x="15701" y="115001"/>
                  <a:pt x="14751" y="113965"/>
                  <a:pt x="14234" y="112930"/>
                </a:cubicBezTo>
                <a:cubicBezTo>
                  <a:pt x="13717" y="111895"/>
                  <a:pt x="13545" y="111032"/>
                  <a:pt x="13717" y="110342"/>
                </a:cubicBezTo>
                <a:cubicBezTo>
                  <a:pt x="13717" y="108099"/>
                  <a:pt x="17168" y="93260"/>
                  <a:pt x="24069" y="65826"/>
                </a:cubicBezTo>
                <a:cubicBezTo>
                  <a:pt x="30971" y="38391"/>
                  <a:pt x="34422" y="23121"/>
                  <a:pt x="34422" y="20015"/>
                </a:cubicBezTo>
                <a:cubicBezTo>
                  <a:pt x="34422" y="13286"/>
                  <a:pt x="32179" y="9921"/>
                  <a:pt x="27692" y="9921"/>
                </a:cubicBezTo>
                <a:cubicBezTo>
                  <a:pt x="24069" y="9921"/>
                  <a:pt x="20964" y="12337"/>
                  <a:pt x="18376" y="17168"/>
                </a:cubicBezTo>
                <a:cubicBezTo>
                  <a:pt x="15787" y="21999"/>
                  <a:pt x="13717" y="27262"/>
                  <a:pt x="12163" y="32956"/>
                </a:cubicBezTo>
                <a:cubicBezTo>
                  <a:pt x="10611" y="38650"/>
                  <a:pt x="9662" y="41756"/>
                  <a:pt x="9317" y="42274"/>
                </a:cubicBezTo>
                <a:cubicBezTo>
                  <a:pt x="8972" y="42618"/>
                  <a:pt x="7591" y="42791"/>
                  <a:pt x="5175" y="42791"/>
                </a:cubicBezTo>
                <a:lnTo>
                  <a:pt x="1552" y="42791"/>
                </a:lnTo>
                <a:cubicBezTo>
                  <a:pt x="517" y="41756"/>
                  <a:pt x="0" y="40979"/>
                  <a:pt x="0" y="404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3" name="pdf-path-95">
            <a:extLst xmlns:a="http://schemas.openxmlformats.org/drawingml/2006/main">
              <a:ext uri="{FF2B5EF4-FFF2-40B4-BE49-F238E27FC236}">
                <a16:creationId xmlns:a16="http://schemas.microsoft.com/office/drawing/2014/main" id="{D0D61659-5E9E-4032-B3EE-EC5133A1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2383" y="2140507"/>
            <a:ext cx="62946" cy="81000"/>
          </a:xfrm>
          <a:custGeom xmlns:a="http://schemas.openxmlformats.org/drawingml/2006/main">
            <a:pathLst>
              <a:path w="62946" h="81000">
                <a:moveTo>
                  <a:pt x="2928" y="72583"/>
                </a:moveTo>
                <a:lnTo>
                  <a:pt x="5489" y="72583"/>
                </a:lnTo>
                <a:cubicBezTo>
                  <a:pt x="10247" y="72583"/>
                  <a:pt x="13113" y="71729"/>
                  <a:pt x="14089" y="70021"/>
                </a:cubicBezTo>
                <a:lnTo>
                  <a:pt x="14089" y="68557"/>
                </a:lnTo>
                <a:cubicBezTo>
                  <a:pt x="14089" y="67459"/>
                  <a:pt x="14089" y="66056"/>
                  <a:pt x="14089" y="64349"/>
                </a:cubicBezTo>
                <a:cubicBezTo>
                  <a:pt x="14089" y="62641"/>
                  <a:pt x="14150" y="60750"/>
                  <a:pt x="14272" y="58676"/>
                </a:cubicBezTo>
                <a:cubicBezTo>
                  <a:pt x="14394" y="56602"/>
                  <a:pt x="14394" y="54224"/>
                  <a:pt x="14272" y="51540"/>
                </a:cubicBezTo>
                <a:cubicBezTo>
                  <a:pt x="14150" y="48856"/>
                  <a:pt x="14150" y="46294"/>
                  <a:pt x="14272" y="43855"/>
                </a:cubicBezTo>
                <a:cubicBezTo>
                  <a:pt x="14272" y="40073"/>
                  <a:pt x="14272" y="36047"/>
                  <a:pt x="14272" y="31778"/>
                </a:cubicBezTo>
                <a:cubicBezTo>
                  <a:pt x="14272" y="27508"/>
                  <a:pt x="14272" y="23910"/>
                  <a:pt x="14272" y="20982"/>
                </a:cubicBezTo>
                <a:lnTo>
                  <a:pt x="14089" y="16773"/>
                </a:lnTo>
                <a:cubicBezTo>
                  <a:pt x="13724" y="14456"/>
                  <a:pt x="12869" y="12931"/>
                  <a:pt x="11527" y="12199"/>
                </a:cubicBezTo>
                <a:cubicBezTo>
                  <a:pt x="10185" y="11467"/>
                  <a:pt x="7440" y="10918"/>
                  <a:pt x="3293" y="10552"/>
                </a:cubicBezTo>
                <a:lnTo>
                  <a:pt x="0" y="10552"/>
                </a:lnTo>
                <a:lnTo>
                  <a:pt x="0" y="6343"/>
                </a:lnTo>
                <a:cubicBezTo>
                  <a:pt x="0" y="3538"/>
                  <a:pt x="121" y="2135"/>
                  <a:pt x="365" y="2135"/>
                </a:cubicBezTo>
                <a:lnTo>
                  <a:pt x="2195" y="1952"/>
                </a:lnTo>
                <a:cubicBezTo>
                  <a:pt x="3415" y="1830"/>
                  <a:pt x="5123" y="1707"/>
                  <a:pt x="7319" y="1585"/>
                </a:cubicBezTo>
                <a:cubicBezTo>
                  <a:pt x="9515" y="1464"/>
                  <a:pt x="11711" y="1342"/>
                  <a:pt x="13906" y="1220"/>
                </a:cubicBezTo>
                <a:cubicBezTo>
                  <a:pt x="15858" y="1098"/>
                  <a:pt x="17993" y="976"/>
                  <a:pt x="20310" y="853"/>
                </a:cubicBezTo>
                <a:cubicBezTo>
                  <a:pt x="22629" y="732"/>
                  <a:pt x="24397" y="549"/>
                  <a:pt x="25617" y="305"/>
                </a:cubicBezTo>
                <a:cubicBezTo>
                  <a:pt x="26837" y="61"/>
                  <a:pt x="27508" y="0"/>
                  <a:pt x="27630" y="122"/>
                </a:cubicBezTo>
                <a:lnTo>
                  <a:pt x="28179" y="122"/>
                </a:lnTo>
                <a:lnTo>
                  <a:pt x="28179" y="12747"/>
                </a:lnTo>
                <a:cubicBezTo>
                  <a:pt x="32936" y="4453"/>
                  <a:pt x="38852" y="305"/>
                  <a:pt x="45929" y="305"/>
                </a:cubicBezTo>
                <a:lnTo>
                  <a:pt x="47026" y="305"/>
                </a:lnTo>
                <a:cubicBezTo>
                  <a:pt x="52515" y="305"/>
                  <a:pt x="56541" y="1646"/>
                  <a:pt x="59103" y="4331"/>
                </a:cubicBezTo>
                <a:cubicBezTo>
                  <a:pt x="61665" y="7014"/>
                  <a:pt x="62946" y="9820"/>
                  <a:pt x="62946" y="12747"/>
                </a:cubicBezTo>
                <a:cubicBezTo>
                  <a:pt x="62946" y="15310"/>
                  <a:pt x="62153" y="17505"/>
                  <a:pt x="60567" y="19335"/>
                </a:cubicBezTo>
                <a:cubicBezTo>
                  <a:pt x="58981" y="21165"/>
                  <a:pt x="56663" y="22079"/>
                  <a:pt x="53613" y="22079"/>
                </a:cubicBezTo>
                <a:cubicBezTo>
                  <a:pt x="50563" y="22079"/>
                  <a:pt x="48308" y="21104"/>
                  <a:pt x="46844" y="19152"/>
                </a:cubicBezTo>
                <a:cubicBezTo>
                  <a:pt x="45380" y="17200"/>
                  <a:pt x="44587" y="15126"/>
                  <a:pt x="44465" y="12931"/>
                </a:cubicBezTo>
                <a:cubicBezTo>
                  <a:pt x="44465" y="11832"/>
                  <a:pt x="44587" y="10857"/>
                  <a:pt x="44830" y="10003"/>
                </a:cubicBezTo>
                <a:cubicBezTo>
                  <a:pt x="45074" y="9149"/>
                  <a:pt x="45380" y="8417"/>
                  <a:pt x="45745" y="7807"/>
                </a:cubicBezTo>
                <a:cubicBezTo>
                  <a:pt x="46111" y="7197"/>
                  <a:pt x="46294" y="6892"/>
                  <a:pt x="46294" y="6892"/>
                </a:cubicBezTo>
                <a:cubicBezTo>
                  <a:pt x="46051" y="6648"/>
                  <a:pt x="44647" y="6892"/>
                  <a:pt x="42086" y="7624"/>
                </a:cubicBezTo>
                <a:cubicBezTo>
                  <a:pt x="40134" y="8600"/>
                  <a:pt x="38670" y="9515"/>
                  <a:pt x="37694" y="10369"/>
                </a:cubicBezTo>
                <a:cubicBezTo>
                  <a:pt x="31961" y="15858"/>
                  <a:pt x="29094" y="26776"/>
                  <a:pt x="29094" y="43123"/>
                </a:cubicBezTo>
                <a:lnTo>
                  <a:pt x="29094" y="52821"/>
                </a:lnTo>
                <a:cubicBezTo>
                  <a:pt x="29094" y="54407"/>
                  <a:pt x="29094" y="56054"/>
                  <a:pt x="29094" y="57762"/>
                </a:cubicBezTo>
                <a:cubicBezTo>
                  <a:pt x="29094" y="59469"/>
                  <a:pt x="29094" y="61055"/>
                  <a:pt x="29094" y="62519"/>
                </a:cubicBezTo>
                <a:cubicBezTo>
                  <a:pt x="29094" y="63983"/>
                  <a:pt x="29155" y="65203"/>
                  <a:pt x="29277" y="66179"/>
                </a:cubicBezTo>
                <a:cubicBezTo>
                  <a:pt x="29398" y="67155"/>
                  <a:pt x="29398" y="68070"/>
                  <a:pt x="29277" y="68923"/>
                </a:cubicBezTo>
                <a:lnTo>
                  <a:pt x="29277" y="69838"/>
                </a:lnTo>
                <a:cubicBezTo>
                  <a:pt x="29398" y="70082"/>
                  <a:pt x="29582" y="70327"/>
                  <a:pt x="29826" y="70570"/>
                </a:cubicBezTo>
                <a:cubicBezTo>
                  <a:pt x="30069" y="70814"/>
                  <a:pt x="30375" y="70997"/>
                  <a:pt x="30741" y="71119"/>
                </a:cubicBezTo>
                <a:cubicBezTo>
                  <a:pt x="31106" y="71241"/>
                  <a:pt x="31412" y="71424"/>
                  <a:pt x="31655" y="71668"/>
                </a:cubicBezTo>
                <a:cubicBezTo>
                  <a:pt x="31899" y="71912"/>
                  <a:pt x="32326" y="72034"/>
                  <a:pt x="32936" y="72034"/>
                </a:cubicBezTo>
                <a:cubicBezTo>
                  <a:pt x="33547" y="72034"/>
                  <a:pt x="33974" y="72095"/>
                  <a:pt x="34218" y="72217"/>
                </a:cubicBezTo>
                <a:cubicBezTo>
                  <a:pt x="34461" y="72339"/>
                  <a:pt x="35011" y="72400"/>
                  <a:pt x="35864" y="72400"/>
                </a:cubicBezTo>
                <a:cubicBezTo>
                  <a:pt x="36718" y="72400"/>
                  <a:pt x="37267" y="72400"/>
                  <a:pt x="37511" y="72400"/>
                </a:cubicBezTo>
                <a:cubicBezTo>
                  <a:pt x="37755" y="72400"/>
                  <a:pt x="38365" y="72461"/>
                  <a:pt x="39341" y="72583"/>
                </a:cubicBezTo>
                <a:cubicBezTo>
                  <a:pt x="40316" y="72705"/>
                  <a:pt x="40927" y="72705"/>
                  <a:pt x="41171" y="72583"/>
                </a:cubicBezTo>
                <a:lnTo>
                  <a:pt x="46844" y="72583"/>
                </a:lnTo>
                <a:lnTo>
                  <a:pt x="46844" y="81000"/>
                </a:lnTo>
                <a:lnTo>
                  <a:pt x="45196" y="81000"/>
                </a:lnTo>
                <a:cubicBezTo>
                  <a:pt x="43001" y="80634"/>
                  <a:pt x="35254" y="80451"/>
                  <a:pt x="21958" y="80451"/>
                </a:cubicBezTo>
                <a:cubicBezTo>
                  <a:pt x="9392" y="80451"/>
                  <a:pt x="2561" y="80634"/>
                  <a:pt x="1464" y="81000"/>
                </a:cubicBezTo>
                <a:lnTo>
                  <a:pt x="0" y="81000"/>
                </a:lnTo>
                <a:lnTo>
                  <a:pt x="0" y="72583"/>
                </a:lnTo>
                <a:lnTo>
                  <a:pt x="2928" y="725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64" name="pdf-path-97">
            <a:extLst xmlns:a="http://schemas.openxmlformats.org/drawingml/2006/main">
              <a:ext uri="{FF2B5EF4-FFF2-40B4-BE49-F238E27FC236}">
                <a16:creationId xmlns:a16="http://schemas.microsoft.com/office/drawing/2014/main" id="{1EADD708-F1CB-47F3-950E-EA4B50C4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576" y="2139530"/>
            <a:ext cx="70814" cy="83989"/>
          </a:xfrm>
          <a:custGeom xmlns:a="http://schemas.openxmlformats.org/drawingml/2006/main">
            <a:pathLst>
              <a:path w="70814" h="83989">
                <a:moveTo>
                  <a:pt x="0" y="42086"/>
                </a:moveTo>
                <a:cubicBezTo>
                  <a:pt x="0" y="35377"/>
                  <a:pt x="1220" y="29277"/>
                  <a:pt x="3659" y="23788"/>
                </a:cubicBezTo>
                <a:cubicBezTo>
                  <a:pt x="6098" y="18298"/>
                  <a:pt x="9148" y="13846"/>
                  <a:pt x="12809" y="10430"/>
                </a:cubicBezTo>
                <a:cubicBezTo>
                  <a:pt x="16468" y="7014"/>
                  <a:pt x="20432" y="4453"/>
                  <a:pt x="24702" y="2745"/>
                </a:cubicBezTo>
                <a:cubicBezTo>
                  <a:pt x="28971" y="1037"/>
                  <a:pt x="32997" y="122"/>
                  <a:pt x="36779" y="0"/>
                </a:cubicBezTo>
                <a:cubicBezTo>
                  <a:pt x="43244" y="0"/>
                  <a:pt x="48795" y="1098"/>
                  <a:pt x="53430" y="3293"/>
                </a:cubicBezTo>
                <a:cubicBezTo>
                  <a:pt x="58066" y="5489"/>
                  <a:pt x="61603" y="8539"/>
                  <a:pt x="64044" y="12443"/>
                </a:cubicBezTo>
                <a:cubicBezTo>
                  <a:pt x="66483" y="16347"/>
                  <a:pt x="68191" y="20250"/>
                  <a:pt x="69167" y="24154"/>
                </a:cubicBezTo>
                <a:cubicBezTo>
                  <a:pt x="70143" y="28058"/>
                  <a:pt x="70692" y="32388"/>
                  <a:pt x="70814" y="37145"/>
                </a:cubicBezTo>
                <a:cubicBezTo>
                  <a:pt x="70814" y="37999"/>
                  <a:pt x="70386" y="38853"/>
                  <a:pt x="69533" y="39707"/>
                </a:cubicBezTo>
                <a:lnTo>
                  <a:pt x="17931" y="39707"/>
                </a:lnTo>
                <a:lnTo>
                  <a:pt x="17931" y="42452"/>
                </a:lnTo>
                <a:cubicBezTo>
                  <a:pt x="17931" y="60506"/>
                  <a:pt x="24031" y="71485"/>
                  <a:pt x="36230" y="75389"/>
                </a:cubicBezTo>
                <a:cubicBezTo>
                  <a:pt x="38670" y="76121"/>
                  <a:pt x="41353" y="76487"/>
                  <a:pt x="44281" y="76487"/>
                </a:cubicBezTo>
                <a:cubicBezTo>
                  <a:pt x="49405" y="76487"/>
                  <a:pt x="53797" y="74535"/>
                  <a:pt x="57456" y="70631"/>
                </a:cubicBezTo>
                <a:cubicBezTo>
                  <a:pt x="59530" y="68557"/>
                  <a:pt x="61176" y="65996"/>
                  <a:pt x="62396" y="62946"/>
                </a:cubicBezTo>
                <a:lnTo>
                  <a:pt x="64226" y="58555"/>
                </a:lnTo>
                <a:cubicBezTo>
                  <a:pt x="64593" y="58188"/>
                  <a:pt x="65568" y="58006"/>
                  <a:pt x="67154" y="58006"/>
                </a:cubicBezTo>
                <a:lnTo>
                  <a:pt x="67703" y="58006"/>
                </a:lnTo>
                <a:cubicBezTo>
                  <a:pt x="69777" y="58006"/>
                  <a:pt x="70814" y="58616"/>
                  <a:pt x="70814" y="59835"/>
                </a:cubicBezTo>
                <a:cubicBezTo>
                  <a:pt x="70814" y="60324"/>
                  <a:pt x="70631" y="61116"/>
                  <a:pt x="70265" y="62214"/>
                </a:cubicBezTo>
                <a:cubicBezTo>
                  <a:pt x="67947" y="68924"/>
                  <a:pt x="64104" y="74230"/>
                  <a:pt x="58737" y="78134"/>
                </a:cubicBezTo>
                <a:cubicBezTo>
                  <a:pt x="53370" y="82037"/>
                  <a:pt x="47331" y="83989"/>
                  <a:pt x="40622" y="83989"/>
                </a:cubicBezTo>
                <a:cubicBezTo>
                  <a:pt x="29033" y="83989"/>
                  <a:pt x="19395" y="79781"/>
                  <a:pt x="11711" y="71363"/>
                </a:cubicBezTo>
                <a:cubicBezTo>
                  <a:pt x="4025" y="62946"/>
                  <a:pt x="121" y="53187"/>
                  <a:pt x="0" y="42086"/>
                </a:cubicBezTo>
                <a:moveTo>
                  <a:pt x="55809" y="31656"/>
                </a:moveTo>
                <a:cubicBezTo>
                  <a:pt x="54468" y="16041"/>
                  <a:pt x="48673" y="7746"/>
                  <a:pt x="38426" y="6771"/>
                </a:cubicBezTo>
                <a:lnTo>
                  <a:pt x="38060" y="6771"/>
                </a:lnTo>
                <a:cubicBezTo>
                  <a:pt x="37084" y="6771"/>
                  <a:pt x="36108" y="6832"/>
                  <a:pt x="35133" y="6953"/>
                </a:cubicBezTo>
                <a:cubicBezTo>
                  <a:pt x="34156" y="7075"/>
                  <a:pt x="32632" y="7563"/>
                  <a:pt x="30557" y="8417"/>
                </a:cubicBezTo>
                <a:cubicBezTo>
                  <a:pt x="28484" y="9271"/>
                  <a:pt x="26715" y="10552"/>
                  <a:pt x="25251" y="12260"/>
                </a:cubicBezTo>
                <a:cubicBezTo>
                  <a:pt x="23787" y="13968"/>
                  <a:pt x="22385" y="16468"/>
                  <a:pt x="21043" y="19762"/>
                </a:cubicBezTo>
                <a:cubicBezTo>
                  <a:pt x="19701" y="23056"/>
                  <a:pt x="18724" y="27081"/>
                  <a:pt x="18115" y="31839"/>
                </a:cubicBezTo>
                <a:lnTo>
                  <a:pt x="18115" y="33120"/>
                </a:lnTo>
                <a:lnTo>
                  <a:pt x="55809" y="33120"/>
                </a:lnTo>
                <a:lnTo>
                  <a:pt x="55809" y="3165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65" name="pdf-path-99">
            <a:extLst xmlns:a="http://schemas.openxmlformats.org/drawingml/2006/main">
              <a:ext uri="{FF2B5EF4-FFF2-40B4-BE49-F238E27FC236}">
                <a16:creationId xmlns:a16="http://schemas.microsoft.com/office/drawing/2014/main" id="{0F98B16D-6614-4BB5-BE48-DC6B7A23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453" y="2094395"/>
            <a:ext cx="43367" cy="127112"/>
          </a:xfrm>
          <a:custGeom xmlns:a="http://schemas.openxmlformats.org/drawingml/2006/main">
            <a:pathLst>
              <a:path w="43367" h="127112">
                <a:moveTo>
                  <a:pt x="2928" y="118694"/>
                </a:moveTo>
                <a:lnTo>
                  <a:pt x="5489" y="118694"/>
                </a:lnTo>
                <a:cubicBezTo>
                  <a:pt x="10247" y="118694"/>
                  <a:pt x="13113" y="117841"/>
                  <a:pt x="14090" y="116133"/>
                </a:cubicBezTo>
                <a:lnTo>
                  <a:pt x="14090" y="114669"/>
                </a:lnTo>
                <a:cubicBezTo>
                  <a:pt x="14090" y="113571"/>
                  <a:pt x="14090" y="112168"/>
                  <a:pt x="14090" y="110461"/>
                </a:cubicBezTo>
                <a:cubicBezTo>
                  <a:pt x="14090" y="108753"/>
                  <a:pt x="14090" y="106740"/>
                  <a:pt x="14090" y="104422"/>
                </a:cubicBezTo>
                <a:cubicBezTo>
                  <a:pt x="14090" y="102104"/>
                  <a:pt x="14150" y="99482"/>
                  <a:pt x="14272" y="96554"/>
                </a:cubicBezTo>
                <a:cubicBezTo>
                  <a:pt x="14394" y="93626"/>
                  <a:pt x="14394" y="90576"/>
                  <a:pt x="14272" y="87405"/>
                </a:cubicBezTo>
                <a:cubicBezTo>
                  <a:pt x="14150" y="84233"/>
                  <a:pt x="14150" y="80878"/>
                  <a:pt x="14272" y="77341"/>
                </a:cubicBezTo>
                <a:cubicBezTo>
                  <a:pt x="14394" y="73803"/>
                  <a:pt x="14394" y="70327"/>
                  <a:pt x="14272" y="66910"/>
                </a:cubicBezTo>
                <a:cubicBezTo>
                  <a:pt x="14272" y="62397"/>
                  <a:pt x="14272" y="57640"/>
                  <a:pt x="14272" y="52638"/>
                </a:cubicBezTo>
                <a:cubicBezTo>
                  <a:pt x="14272" y="47637"/>
                  <a:pt x="14272" y="43062"/>
                  <a:pt x="14272" y="38914"/>
                </a:cubicBezTo>
                <a:cubicBezTo>
                  <a:pt x="14272" y="34766"/>
                  <a:pt x="14272" y="31107"/>
                  <a:pt x="14272" y="27935"/>
                </a:cubicBezTo>
                <a:cubicBezTo>
                  <a:pt x="14272" y="24764"/>
                  <a:pt x="14212" y="22079"/>
                  <a:pt x="14090" y="19884"/>
                </a:cubicBezTo>
                <a:cubicBezTo>
                  <a:pt x="13968" y="17688"/>
                  <a:pt x="13968" y="16651"/>
                  <a:pt x="14090" y="16773"/>
                </a:cubicBezTo>
                <a:cubicBezTo>
                  <a:pt x="13724" y="14456"/>
                  <a:pt x="12869" y="12931"/>
                  <a:pt x="11527" y="12199"/>
                </a:cubicBezTo>
                <a:cubicBezTo>
                  <a:pt x="10185" y="11467"/>
                  <a:pt x="7441" y="10918"/>
                  <a:pt x="3294" y="10552"/>
                </a:cubicBezTo>
                <a:lnTo>
                  <a:pt x="0" y="10552"/>
                </a:lnTo>
                <a:lnTo>
                  <a:pt x="0" y="6343"/>
                </a:lnTo>
                <a:cubicBezTo>
                  <a:pt x="0" y="3538"/>
                  <a:pt x="122" y="2135"/>
                  <a:pt x="366" y="2135"/>
                </a:cubicBezTo>
                <a:lnTo>
                  <a:pt x="2195" y="1952"/>
                </a:lnTo>
                <a:cubicBezTo>
                  <a:pt x="3415" y="1830"/>
                  <a:pt x="5185" y="1707"/>
                  <a:pt x="7502" y="1585"/>
                </a:cubicBezTo>
                <a:cubicBezTo>
                  <a:pt x="9820" y="1464"/>
                  <a:pt x="12077" y="1342"/>
                  <a:pt x="14272" y="1220"/>
                </a:cubicBezTo>
                <a:cubicBezTo>
                  <a:pt x="16347" y="1098"/>
                  <a:pt x="18604" y="976"/>
                  <a:pt x="21043" y="853"/>
                </a:cubicBezTo>
                <a:cubicBezTo>
                  <a:pt x="23482" y="732"/>
                  <a:pt x="25312" y="549"/>
                  <a:pt x="26532" y="305"/>
                </a:cubicBezTo>
                <a:cubicBezTo>
                  <a:pt x="27752" y="61"/>
                  <a:pt x="28423" y="0"/>
                  <a:pt x="28545" y="122"/>
                </a:cubicBezTo>
                <a:lnTo>
                  <a:pt x="29094" y="122"/>
                </a:lnTo>
                <a:lnTo>
                  <a:pt x="29094" y="57762"/>
                </a:lnTo>
                <a:cubicBezTo>
                  <a:pt x="29094" y="96432"/>
                  <a:pt x="29155" y="115889"/>
                  <a:pt x="29277" y="116133"/>
                </a:cubicBezTo>
                <a:cubicBezTo>
                  <a:pt x="29764" y="117109"/>
                  <a:pt x="30497" y="117780"/>
                  <a:pt x="31472" y="118146"/>
                </a:cubicBezTo>
                <a:cubicBezTo>
                  <a:pt x="34035" y="118512"/>
                  <a:pt x="37023" y="118694"/>
                  <a:pt x="40439" y="118694"/>
                </a:cubicBezTo>
                <a:lnTo>
                  <a:pt x="43367" y="118694"/>
                </a:lnTo>
                <a:lnTo>
                  <a:pt x="43367" y="127112"/>
                </a:lnTo>
                <a:lnTo>
                  <a:pt x="41903" y="127112"/>
                </a:lnTo>
                <a:lnTo>
                  <a:pt x="37694" y="126929"/>
                </a:lnTo>
                <a:cubicBezTo>
                  <a:pt x="34889" y="126807"/>
                  <a:pt x="31899" y="126746"/>
                  <a:pt x="28728" y="126746"/>
                </a:cubicBezTo>
                <a:cubicBezTo>
                  <a:pt x="25557" y="126746"/>
                  <a:pt x="23238" y="126685"/>
                  <a:pt x="21774" y="126563"/>
                </a:cubicBezTo>
                <a:cubicBezTo>
                  <a:pt x="20310" y="126441"/>
                  <a:pt x="17993" y="126441"/>
                  <a:pt x="14821" y="126563"/>
                </a:cubicBezTo>
                <a:cubicBezTo>
                  <a:pt x="11649" y="126685"/>
                  <a:pt x="8599" y="126807"/>
                  <a:pt x="5672" y="126929"/>
                </a:cubicBezTo>
                <a:lnTo>
                  <a:pt x="1464" y="127112"/>
                </a:lnTo>
                <a:lnTo>
                  <a:pt x="0" y="127112"/>
                </a:lnTo>
                <a:lnTo>
                  <a:pt x="0" y="118694"/>
                </a:lnTo>
                <a:lnTo>
                  <a:pt x="2928" y="1186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66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759D572C-C66A-41A5-8238-BACBB204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691" y="2139530"/>
            <a:ext cx="70814" cy="83989"/>
          </a:xfrm>
          <a:custGeom xmlns:a="http://schemas.openxmlformats.org/drawingml/2006/main">
            <a:pathLst>
              <a:path w="70814" h="83989">
                <a:moveTo>
                  <a:pt x="0" y="42086"/>
                </a:moveTo>
                <a:cubicBezTo>
                  <a:pt x="0" y="35377"/>
                  <a:pt x="1220" y="29277"/>
                  <a:pt x="3659" y="23788"/>
                </a:cubicBezTo>
                <a:cubicBezTo>
                  <a:pt x="6098" y="18298"/>
                  <a:pt x="9148" y="13846"/>
                  <a:pt x="12809" y="10430"/>
                </a:cubicBezTo>
                <a:cubicBezTo>
                  <a:pt x="16468" y="7014"/>
                  <a:pt x="20432" y="4453"/>
                  <a:pt x="24702" y="2745"/>
                </a:cubicBezTo>
                <a:cubicBezTo>
                  <a:pt x="28971" y="1037"/>
                  <a:pt x="32997" y="122"/>
                  <a:pt x="36779" y="0"/>
                </a:cubicBezTo>
                <a:cubicBezTo>
                  <a:pt x="43244" y="0"/>
                  <a:pt x="48795" y="1098"/>
                  <a:pt x="53430" y="3293"/>
                </a:cubicBezTo>
                <a:cubicBezTo>
                  <a:pt x="58066" y="5489"/>
                  <a:pt x="61603" y="8539"/>
                  <a:pt x="64044" y="12443"/>
                </a:cubicBezTo>
                <a:cubicBezTo>
                  <a:pt x="66483" y="16347"/>
                  <a:pt x="68191" y="20250"/>
                  <a:pt x="69167" y="24154"/>
                </a:cubicBezTo>
                <a:cubicBezTo>
                  <a:pt x="70143" y="28058"/>
                  <a:pt x="70692" y="32388"/>
                  <a:pt x="70814" y="37145"/>
                </a:cubicBezTo>
                <a:cubicBezTo>
                  <a:pt x="70814" y="37999"/>
                  <a:pt x="70386" y="38853"/>
                  <a:pt x="69533" y="39707"/>
                </a:cubicBezTo>
                <a:lnTo>
                  <a:pt x="17931" y="39707"/>
                </a:lnTo>
                <a:lnTo>
                  <a:pt x="17931" y="42452"/>
                </a:lnTo>
                <a:cubicBezTo>
                  <a:pt x="17931" y="60506"/>
                  <a:pt x="24031" y="71485"/>
                  <a:pt x="36230" y="75389"/>
                </a:cubicBezTo>
                <a:cubicBezTo>
                  <a:pt x="38670" y="76121"/>
                  <a:pt x="41353" y="76487"/>
                  <a:pt x="44281" y="76487"/>
                </a:cubicBezTo>
                <a:cubicBezTo>
                  <a:pt x="49405" y="76487"/>
                  <a:pt x="53797" y="74535"/>
                  <a:pt x="57456" y="70631"/>
                </a:cubicBezTo>
                <a:cubicBezTo>
                  <a:pt x="59530" y="68557"/>
                  <a:pt x="61176" y="65996"/>
                  <a:pt x="62396" y="62946"/>
                </a:cubicBezTo>
                <a:lnTo>
                  <a:pt x="64226" y="58555"/>
                </a:lnTo>
                <a:cubicBezTo>
                  <a:pt x="64593" y="58188"/>
                  <a:pt x="65568" y="58006"/>
                  <a:pt x="67154" y="58006"/>
                </a:cubicBezTo>
                <a:lnTo>
                  <a:pt x="67703" y="58006"/>
                </a:lnTo>
                <a:cubicBezTo>
                  <a:pt x="69777" y="58006"/>
                  <a:pt x="70814" y="58616"/>
                  <a:pt x="70814" y="59835"/>
                </a:cubicBezTo>
                <a:cubicBezTo>
                  <a:pt x="70814" y="60324"/>
                  <a:pt x="70631" y="61116"/>
                  <a:pt x="70265" y="62214"/>
                </a:cubicBezTo>
                <a:cubicBezTo>
                  <a:pt x="67947" y="68924"/>
                  <a:pt x="64104" y="74230"/>
                  <a:pt x="58737" y="78134"/>
                </a:cubicBezTo>
                <a:cubicBezTo>
                  <a:pt x="53370" y="82037"/>
                  <a:pt x="47331" y="83989"/>
                  <a:pt x="40622" y="83989"/>
                </a:cubicBezTo>
                <a:cubicBezTo>
                  <a:pt x="29033" y="83989"/>
                  <a:pt x="19395" y="79781"/>
                  <a:pt x="11711" y="71363"/>
                </a:cubicBezTo>
                <a:cubicBezTo>
                  <a:pt x="4025" y="62946"/>
                  <a:pt x="121" y="53187"/>
                  <a:pt x="0" y="42086"/>
                </a:cubicBezTo>
                <a:moveTo>
                  <a:pt x="55809" y="31656"/>
                </a:moveTo>
                <a:cubicBezTo>
                  <a:pt x="54468" y="16041"/>
                  <a:pt x="48673" y="7746"/>
                  <a:pt x="38426" y="6771"/>
                </a:cubicBezTo>
                <a:lnTo>
                  <a:pt x="38060" y="6771"/>
                </a:lnTo>
                <a:cubicBezTo>
                  <a:pt x="37084" y="6771"/>
                  <a:pt x="36108" y="6832"/>
                  <a:pt x="35133" y="6953"/>
                </a:cubicBezTo>
                <a:cubicBezTo>
                  <a:pt x="34156" y="7075"/>
                  <a:pt x="32632" y="7563"/>
                  <a:pt x="30557" y="8417"/>
                </a:cubicBezTo>
                <a:cubicBezTo>
                  <a:pt x="28484" y="9271"/>
                  <a:pt x="26715" y="10552"/>
                  <a:pt x="25251" y="12260"/>
                </a:cubicBezTo>
                <a:cubicBezTo>
                  <a:pt x="23787" y="13968"/>
                  <a:pt x="22385" y="16468"/>
                  <a:pt x="21043" y="19762"/>
                </a:cubicBezTo>
                <a:cubicBezTo>
                  <a:pt x="19701" y="23056"/>
                  <a:pt x="18724" y="27081"/>
                  <a:pt x="18115" y="31839"/>
                </a:cubicBezTo>
                <a:lnTo>
                  <a:pt x="18115" y="33120"/>
                </a:lnTo>
                <a:lnTo>
                  <a:pt x="55809" y="33120"/>
                </a:lnTo>
                <a:lnTo>
                  <a:pt x="55809" y="3165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67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A73168DE-75FB-45E8-9677-6DC0AE1F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287" y="2142641"/>
            <a:ext cx="89479" cy="80878"/>
          </a:xfrm>
          <a:custGeom xmlns:a="http://schemas.openxmlformats.org/drawingml/2006/main">
            <a:pathLst>
              <a:path w="89479" h="80878">
                <a:moveTo>
                  <a:pt x="58372" y="0"/>
                </a:moveTo>
                <a:cubicBezTo>
                  <a:pt x="59103" y="244"/>
                  <a:pt x="64227" y="366"/>
                  <a:pt x="73742" y="366"/>
                </a:cubicBezTo>
                <a:cubicBezTo>
                  <a:pt x="80696" y="366"/>
                  <a:pt x="85637" y="244"/>
                  <a:pt x="88564" y="0"/>
                </a:cubicBezTo>
                <a:lnTo>
                  <a:pt x="89479" y="0"/>
                </a:lnTo>
                <a:lnTo>
                  <a:pt x="89479" y="8417"/>
                </a:lnTo>
                <a:lnTo>
                  <a:pt x="87466" y="8417"/>
                </a:lnTo>
                <a:cubicBezTo>
                  <a:pt x="80390" y="8905"/>
                  <a:pt x="75877" y="11345"/>
                  <a:pt x="73926" y="15736"/>
                </a:cubicBezTo>
                <a:cubicBezTo>
                  <a:pt x="73682" y="16225"/>
                  <a:pt x="69595" y="26776"/>
                  <a:pt x="61666" y="47392"/>
                </a:cubicBezTo>
                <a:cubicBezTo>
                  <a:pt x="53736" y="68009"/>
                  <a:pt x="49589" y="78621"/>
                  <a:pt x="49223" y="79232"/>
                </a:cubicBezTo>
                <a:cubicBezTo>
                  <a:pt x="48612" y="80329"/>
                  <a:pt x="47088" y="80878"/>
                  <a:pt x="44648" y="80878"/>
                </a:cubicBezTo>
                <a:cubicBezTo>
                  <a:pt x="42330" y="80878"/>
                  <a:pt x="40866" y="80329"/>
                  <a:pt x="40257" y="79232"/>
                </a:cubicBezTo>
                <a:cubicBezTo>
                  <a:pt x="23178" y="35194"/>
                  <a:pt x="14578" y="12870"/>
                  <a:pt x="14456" y="12260"/>
                </a:cubicBezTo>
                <a:cubicBezTo>
                  <a:pt x="13846" y="10552"/>
                  <a:pt x="12870" y="9515"/>
                  <a:pt x="11528" y="9149"/>
                </a:cubicBezTo>
                <a:cubicBezTo>
                  <a:pt x="10187" y="8783"/>
                  <a:pt x="7808" y="8539"/>
                  <a:pt x="4392" y="8417"/>
                </a:cubicBezTo>
                <a:lnTo>
                  <a:pt x="0" y="8417"/>
                </a:lnTo>
                <a:lnTo>
                  <a:pt x="0" y="0"/>
                </a:lnTo>
                <a:lnTo>
                  <a:pt x="1098" y="0"/>
                </a:lnTo>
                <a:lnTo>
                  <a:pt x="2561" y="183"/>
                </a:lnTo>
                <a:cubicBezTo>
                  <a:pt x="3538" y="183"/>
                  <a:pt x="4758" y="183"/>
                  <a:pt x="6222" y="183"/>
                </a:cubicBezTo>
                <a:cubicBezTo>
                  <a:pt x="7686" y="183"/>
                  <a:pt x="9272" y="183"/>
                  <a:pt x="10980" y="183"/>
                </a:cubicBezTo>
                <a:cubicBezTo>
                  <a:pt x="12686" y="183"/>
                  <a:pt x="14212" y="244"/>
                  <a:pt x="15554" y="366"/>
                </a:cubicBezTo>
                <a:cubicBezTo>
                  <a:pt x="16895" y="488"/>
                  <a:pt x="17993" y="549"/>
                  <a:pt x="18848" y="549"/>
                </a:cubicBezTo>
                <a:cubicBezTo>
                  <a:pt x="30437" y="549"/>
                  <a:pt x="37145" y="366"/>
                  <a:pt x="38976" y="0"/>
                </a:cubicBezTo>
                <a:lnTo>
                  <a:pt x="40439" y="0"/>
                </a:lnTo>
                <a:lnTo>
                  <a:pt x="40439" y="8417"/>
                </a:lnTo>
                <a:lnTo>
                  <a:pt x="37878" y="8417"/>
                </a:lnTo>
                <a:cubicBezTo>
                  <a:pt x="33120" y="8539"/>
                  <a:pt x="30559" y="9454"/>
                  <a:pt x="30192" y="11162"/>
                </a:cubicBezTo>
                <a:cubicBezTo>
                  <a:pt x="30192" y="11650"/>
                  <a:pt x="33303" y="19945"/>
                  <a:pt x="39524" y="36047"/>
                </a:cubicBezTo>
                <a:lnTo>
                  <a:pt x="48856" y="60201"/>
                </a:lnTo>
                <a:lnTo>
                  <a:pt x="65508" y="16468"/>
                </a:lnTo>
                <a:lnTo>
                  <a:pt x="65508" y="15004"/>
                </a:lnTo>
                <a:cubicBezTo>
                  <a:pt x="65508" y="13297"/>
                  <a:pt x="64898" y="11893"/>
                  <a:pt x="63679" y="10796"/>
                </a:cubicBezTo>
                <a:cubicBezTo>
                  <a:pt x="62458" y="9698"/>
                  <a:pt x="61360" y="9027"/>
                  <a:pt x="60385" y="8783"/>
                </a:cubicBezTo>
                <a:cubicBezTo>
                  <a:pt x="59409" y="8539"/>
                  <a:pt x="58555" y="8417"/>
                  <a:pt x="57823" y="8417"/>
                </a:cubicBezTo>
                <a:lnTo>
                  <a:pt x="57091" y="8417"/>
                </a:lnTo>
                <a:lnTo>
                  <a:pt x="57091" y="0"/>
                </a:lnTo>
                <a:lnTo>
                  <a:pt x="5837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68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07749530-EE96-42AC-869D-3EF97B0D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648" y="2139530"/>
            <a:ext cx="83989" cy="83989"/>
          </a:xfrm>
          <a:custGeom xmlns:a="http://schemas.openxmlformats.org/drawingml/2006/main">
            <a:pathLst>
              <a:path w="83989" h="83989">
                <a:moveTo>
                  <a:pt x="18847" y="26166"/>
                </a:moveTo>
                <a:cubicBezTo>
                  <a:pt x="18847" y="26166"/>
                  <a:pt x="17505" y="26166"/>
                  <a:pt x="14821" y="26166"/>
                </a:cubicBezTo>
                <a:cubicBezTo>
                  <a:pt x="12138" y="26166"/>
                  <a:pt x="9881" y="25251"/>
                  <a:pt x="8051" y="23422"/>
                </a:cubicBezTo>
                <a:cubicBezTo>
                  <a:pt x="6222" y="21592"/>
                  <a:pt x="5307" y="19213"/>
                  <a:pt x="5307" y="16286"/>
                </a:cubicBezTo>
                <a:cubicBezTo>
                  <a:pt x="5307" y="12016"/>
                  <a:pt x="7380" y="8234"/>
                  <a:pt x="11527" y="4940"/>
                </a:cubicBezTo>
                <a:cubicBezTo>
                  <a:pt x="15676" y="1647"/>
                  <a:pt x="23056" y="0"/>
                  <a:pt x="33669" y="0"/>
                </a:cubicBezTo>
                <a:cubicBezTo>
                  <a:pt x="42574" y="0"/>
                  <a:pt x="49771" y="1952"/>
                  <a:pt x="55261" y="5855"/>
                </a:cubicBezTo>
                <a:cubicBezTo>
                  <a:pt x="60750" y="9759"/>
                  <a:pt x="64410" y="14394"/>
                  <a:pt x="66240" y="19762"/>
                </a:cubicBezTo>
                <a:cubicBezTo>
                  <a:pt x="66849" y="21470"/>
                  <a:pt x="67154" y="23361"/>
                  <a:pt x="67154" y="25434"/>
                </a:cubicBezTo>
                <a:cubicBezTo>
                  <a:pt x="67154" y="27508"/>
                  <a:pt x="67216" y="34523"/>
                  <a:pt x="67338" y="46477"/>
                </a:cubicBezTo>
                <a:lnTo>
                  <a:pt x="67338" y="59286"/>
                </a:lnTo>
                <a:cubicBezTo>
                  <a:pt x="67338" y="65142"/>
                  <a:pt x="67642" y="69167"/>
                  <a:pt x="68253" y="71363"/>
                </a:cubicBezTo>
                <a:cubicBezTo>
                  <a:pt x="68862" y="73559"/>
                  <a:pt x="70143" y="74657"/>
                  <a:pt x="72096" y="74657"/>
                </a:cubicBezTo>
                <a:cubicBezTo>
                  <a:pt x="73925" y="74657"/>
                  <a:pt x="75144" y="73681"/>
                  <a:pt x="75755" y="71729"/>
                </a:cubicBezTo>
                <a:cubicBezTo>
                  <a:pt x="76365" y="69778"/>
                  <a:pt x="76670" y="66545"/>
                  <a:pt x="76670" y="62031"/>
                </a:cubicBezTo>
                <a:lnTo>
                  <a:pt x="76670" y="55444"/>
                </a:lnTo>
                <a:lnTo>
                  <a:pt x="83989" y="55444"/>
                </a:lnTo>
                <a:lnTo>
                  <a:pt x="83989" y="62580"/>
                </a:lnTo>
                <a:cubicBezTo>
                  <a:pt x="83867" y="67460"/>
                  <a:pt x="83684" y="70327"/>
                  <a:pt x="83440" y="71181"/>
                </a:cubicBezTo>
                <a:cubicBezTo>
                  <a:pt x="82343" y="74840"/>
                  <a:pt x="80207" y="77707"/>
                  <a:pt x="77036" y="79781"/>
                </a:cubicBezTo>
                <a:cubicBezTo>
                  <a:pt x="73864" y="81854"/>
                  <a:pt x="70510" y="82952"/>
                  <a:pt x="66971" y="83075"/>
                </a:cubicBezTo>
                <a:cubicBezTo>
                  <a:pt x="63433" y="83196"/>
                  <a:pt x="60567" y="82098"/>
                  <a:pt x="58371" y="79781"/>
                </a:cubicBezTo>
                <a:cubicBezTo>
                  <a:pt x="56176" y="77463"/>
                  <a:pt x="54712" y="74901"/>
                  <a:pt x="53979" y="72095"/>
                </a:cubicBezTo>
                <a:lnTo>
                  <a:pt x="53979" y="71363"/>
                </a:lnTo>
                <a:lnTo>
                  <a:pt x="53614" y="71912"/>
                </a:lnTo>
                <a:cubicBezTo>
                  <a:pt x="53370" y="72278"/>
                  <a:pt x="53065" y="72644"/>
                  <a:pt x="52699" y="73010"/>
                </a:cubicBezTo>
                <a:cubicBezTo>
                  <a:pt x="52333" y="73376"/>
                  <a:pt x="51845" y="73925"/>
                  <a:pt x="51235" y="74657"/>
                </a:cubicBezTo>
                <a:cubicBezTo>
                  <a:pt x="50625" y="75389"/>
                  <a:pt x="49893" y="76060"/>
                  <a:pt x="49039" y="76670"/>
                </a:cubicBezTo>
                <a:cubicBezTo>
                  <a:pt x="48185" y="77280"/>
                  <a:pt x="47270" y="78012"/>
                  <a:pt x="46295" y="78866"/>
                </a:cubicBezTo>
                <a:cubicBezTo>
                  <a:pt x="45318" y="79720"/>
                  <a:pt x="44221" y="80390"/>
                  <a:pt x="43001" y="80878"/>
                </a:cubicBezTo>
                <a:cubicBezTo>
                  <a:pt x="41781" y="81367"/>
                  <a:pt x="40439" y="81854"/>
                  <a:pt x="38976" y="82343"/>
                </a:cubicBezTo>
                <a:cubicBezTo>
                  <a:pt x="37512" y="82830"/>
                  <a:pt x="35926" y="83196"/>
                  <a:pt x="34218" y="83440"/>
                </a:cubicBezTo>
                <a:cubicBezTo>
                  <a:pt x="32510" y="83684"/>
                  <a:pt x="30619" y="83867"/>
                  <a:pt x="28545" y="83989"/>
                </a:cubicBezTo>
                <a:cubicBezTo>
                  <a:pt x="21225" y="83989"/>
                  <a:pt x="14639" y="82098"/>
                  <a:pt x="8783" y="78317"/>
                </a:cubicBezTo>
                <a:cubicBezTo>
                  <a:pt x="2928" y="74535"/>
                  <a:pt x="0" y="69228"/>
                  <a:pt x="0" y="62397"/>
                </a:cubicBezTo>
                <a:cubicBezTo>
                  <a:pt x="0" y="59835"/>
                  <a:pt x="427" y="57396"/>
                  <a:pt x="1280" y="55078"/>
                </a:cubicBezTo>
                <a:cubicBezTo>
                  <a:pt x="2135" y="52760"/>
                  <a:pt x="3781" y="50259"/>
                  <a:pt x="6222" y="47576"/>
                </a:cubicBezTo>
                <a:cubicBezTo>
                  <a:pt x="8661" y="44892"/>
                  <a:pt x="11589" y="42635"/>
                  <a:pt x="15005" y="40805"/>
                </a:cubicBezTo>
                <a:cubicBezTo>
                  <a:pt x="18420" y="38976"/>
                  <a:pt x="23178" y="37267"/>
                  <a:pt x="29277" y="35682"/>
                </a:cubicBezTo>
                <a:cubicBezTo>
                  <a:pt x="35377" y="34096"/>
                  <a:pt x="42086" y="33181"/>
                  <a:pt x="49405" y="32937"/>
                </a:cubicBezTo>
                <a:lnTo>
                  <a:pt x="51967" y="32937"/>
                </a:lnTo>
                <a:lnTo>
                  <a:pt x="51967" y="28911"/>
                </a:lnTo>
                <a:cubicBezTo>
                  <a:pt x="51967" y="24764"/>
                  <a:pt x="51602" y="21714"/>
                  <a:pt x="50869" y="19762"/>
                </a:cubicBezTo>
                <a:cubicBezTo>
                  <a:pt x="48185" y="11101"/>
                  <a:pt x="42268" y="6771"/>
                  <a:pt x="33120" y="6771"/>
                </a:cubicBezTo>
                <a:cubicBezTo>
                  <a:pt x="30924" y="6771"/>
                  <a:pt x="28851" y="6832"/>
                  <a:pt x="26898" y="6953"/>
                </a:cubicBezTo>
                <a:cubicBezTo>
                  <a:pt x="24946" y="7075"/>
                  <a:pt x="23422" y="7319"/>
                  <a:pt x="22324" y="7685"/>
                </a:cubicBezTo>
                <a:cubicBezTo>
                  <a:pt x="21225" y="8051"/>
                  <a:pt x="20738" y="8234"/>
                  <a:pt x="20860" y="8234"/>
                </a:cubicBezTo>
                <a:cubicBezTo>
                  <a:pt x="23544" y="10064"/>
                  <a:pt x="24886" y="12748"/>
                  <a:pt x="24886" y="16286"/>
                </a:cubicBezTo>
                <a:cubicBezTo>
                  <a:pt x="24886" y="19335"/>
                  <a:pt x="23909" y="21714"/>
                  <a:pt x="21958" y="23422"/>
                </a:cubicBezTo>
                <a:lnTo>
                  <a:pt x="18847" y="26166"/>
                </a:lnTo>
                <a:moveTo>
                  <a:pt x="16834" y="62580"/>
                </a:moveTo>
                <a:cubicBezTo>
                  <a:pt x="16834" y="66362"/>
                  <a:pt x="18298" y="69717"/>
                  <a:pt x="21225" y="72644"/>
                </a:cubicBezTo>
                <a:cubicBezTo>
                  <a:pt x="24153" y="75572"/>
                  <a:pt x="27752" y="77097"/>
                  <a:pt x="32021" y="77219"/>
                </a:cubicBezTo>
                <a:cubicBezTo>
                  <a:pt x="36657" y="77219"/>
                  <a:pt x="40744" y="75816"/>
                  <a:pt x="44282" y="73010"/>
                </a:cubicBezTo>
                <a:cubicBezTo>
                  <a:pt x="47819" y="70204"/>
                  <a:pt x="50198" y="66545"/>
                  <a:pt x="51418" y="62031"/>
                </a:cubicBezTo>
                <a:cubicBezTo>
                  <a:pt x="51662" y="61177"/>
                  <a:pt x="51845" y="57152"/>
                  <a:pt x="51967" y="49955"/>
                </a:cubicBezTo>
                <a:cubicBezTo>
                  <a:pt x="51967" y="42879"/>
                  <a:pt x="51906" y="39341"/>
                  <a:pt x="51784" y="39341"/>
                </a:cubicBezTo>
                <a:cubicBezTo>
                  <a:pt x="50809" y="39341"/>
                  <a:pt x="49527" y="39402"/>
                  <a:pt x="47941" y="39524"/>
                </a:cubicBezTo>
                <a:cubicBezTo>
                  <a:pt x="46355" y="39646"/>
                  <a:pt x="43610" y="40195"/>
                  <a:pt x="39707" y="41171"/>
                </a:cubicBezTo>
                <a:cubicBezTo>
                  <a:pt x="35804" y="42147"/>
                  <a:pt x="32265" y="43367"/>
                  <a:pt x="29094" y="44831"/>
                </a:cubicBezTo>
                <a:cubicBezTo>
                  <a:pt x="25923" y="46295"/>
                  <a:pt x="23116" y="48552"/>
                  <a:pt x="20677" y="51601"/>
                </a:cubicBezTo>
                <a:cubicBezTo>
                  <a:pt x="18237" y="54651"/>
                  <a:pt x="16956" y="58310"/>
                  <a:pt x="16834" y="625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69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C1AEDA8F-1CA3-4900-A7C7-F9B666D2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491" y="2140507"/>
            <a:ext cx="94602" cy="81000"/>
          </a:xfrm>
          <a:custGeom xmlns:a="http://schemas.openxmlformats.org/drawingml/2006/main">
            <a:pathLst>
              <a:path w="94602" h="81000">
                <a:moveTo>
                  <a:pt x="2928" y="72583"/>
                </a:moveTo>
                <a:lnTo>
                  <a:pt x="5490" y="72583"/>
                </a:lnTo>
                <a:cubicBezTo>
                  <a:pt x="10247" y="72583"/>
                  <a:pt x="13114" y="71729"/>
                  <a:pt x="14090" y="70021"/>
                </a:cubicBezTo>
                <a:lnTo>
                  <a:pt x="14090" y="68557"/>
                </a:lnTo>
                <a:cubicBezTo>
                  <a:pt x="14090" y="67459"/>
                  <a:pt x="14090" y="66056"/>
                  <a:pt x="14090" y="64349"/>
                </a:cubicBezTo>
                <a:cubicBezTo>
                  <a:pt x="14090" y="62641"/>
                  <a:pt x="14090" y="60750"/>
                  <a:pt x="14090" y="58676"/>
                </a:cubicBezTo>
                <a:cubicBezTo>
                  <a:pt x="14090" y="56602"/>
                  <a:pt x="14151" y="54224"/>
                  <a:pt x="14274" y="51540"/>
                </a:cubicBezTo>
                <a:cubicBezTo>
                  <a:pt x="14396" y="48856"/>
                  <a:pt x="14396" y="46294"/>
                  <a:pt x="14274" y="43855"/>
                </a:cubicBezTo>
                <a:cubicBezTo>
                  <a:pt x="14274" y="40073"/>
                  <a:pt x="14274" y="36047"/>
                  <a:pt x="14274" y="31778"/>
                </a:cubicBezTo>
                <a:cubicBezTo>
                  <a:pt x="14274" y="27508"/>
                  <a:pt x="14212" y="23910"/>
                  <a:pt x="14090" y="20982"/>
                </a:cubicBezTo>
                <a:lnTo>
                  <a:pt x="14090" y="16773"/>
                </a:lnTo>
                <a:cubicBezTo>
                  <a:pt x="13725" y="14456"/>
                  <a:pt x="12870" y="12931"/>
                  <a:pt x="11528" y="12199"/>
                </a:cubicBezTo>
                <a:cubicBezTo>
                  <a:pt x="10187" y="11467"/>
                  <a:pt x="7441" y="10918"/>
                  <a:pt x="3294" y="10552"/>
                </a:cubicBezTo>
                <a:lnTo>
                  <a:pt x="0" y="10552"/>
                </a:lnTo>
                <a:lnTo>
                  <a:pt x="0" y="6343"/>
                </a:lnTo>
                <a:cubicBezTo>
                  <a:pt x="0" y="3538"/>
                  <a:pt x="122" y="2135"/>
                  <a:pt x="366" y="2135"/>
                </a:cubicBezTo>
                <a:lnTo>
                  <a:pt x="2196" y="1952"/>
                </a:lnTo>
                <a:cubicBezTo>
                  <a:pt x="3416" y="1830"/>
                  <a:pt x="5124" y="1707"/>
                  <a:pt x="7319" y="1585"/>
                </a:cubicBezTo>
                <a:cubicBezTo>
                  <a:pt x="9516" y="1464"/>
                  <a:pt x="11773" y="1342"/>
                  <a:pt x="14090" y="1220"/>
                </a:cubicBezTo>
                <a:cubicBezTo>
                  <a:pt x="16164" y="1098"/>
                  <a:pt x="18359" y="976"/>
                  <a:pt x="20678" y="853"/>
                </a:cubicBezTo>
                <a:cubicBezTo>
                  <a:pt x="22995" y="732"/>
                  <a:pt x="24764" y="549"/>
                  <a:pt x="25984" y="305"/>
                </a:cubicBezTo>
                <a:cubicBezTo>
                  <a:pt x="27204" y="61"/>
                  <a:pt x="27875" y="0"/>
                  <a:pt x="27997" y="122"/>
                </a:cubicBezTo>
                <a:lnTo>
                  <a:pt x="28546" y="122"/>
                </a:lnTo>
                <a:lnTo>
                  <a:pt x="28546" y="7441"/>
                </a:lnTo>
                <a:cubicBezTo>
                  <a:pt x="28546" y="12077"/>
                  <a:pt x="28606" y="14394"/>
                  <a:pt x="28728" y="14394"/>
                </a:cubicBezTo>
                <a:cubicBezTo>
                  <a:pt x="28851" y="14394"/>
                  <a:pt x="29155" y="14089"/>
                  <a:pt x="29644" y="13479"/>
                </a:cubicBezTo>
                <a:cubicBezTo>
                  <a:pt x="30132" y="12870"/>
                  <a:pt x="30863" y="11955"/>
                  <a:pt x="31840" y="10735"/>
                </a:cubicBezTo>
                <a:cubicBezTo>
                  <a:pt x="32815" y="9515"/>
                  <a:pt x="33975" y="8417"/>
                  <a:pt x="35316" y="7441"/>
                </a:cubicBezTo>
                <a:cubicBezTo>
                  <a:pt x="36658" y="6465"/>
                  <a:pt x="38427" y="5306"/>
                  <a:pt x="40623" y="3964"/>
                </a:cubicBezTo>
                <a:cubicBezTo>
                  <a:pt x="42818" y="2623"/>
                  <a:pt x="45137" y="1646"/>
                  <a:pt x="47576" y="1037"/>
                </a:cubicBezTo>
                <a:cubicBezTo>
                  <a:pt x="50016" y="427"/>
                  <a:pt x="53127" y="122"/>
                  <a:pt x="56908" y="122"/>
                </a:cubicBezTo>
                <a:cubicBezTo>
                  <a:pt x="70815" y="610"/>
                  <a:pt x="78561" y="7502"/>
                  <a:pt x="80147" y="20799"/>
                </a:cubicBezTo>
                <a:cubicBezTo>
                  <a:pt x="80270" y="21653"/>
                  <a:pt x="80330" y="30131"/>
                  <a:pt x="80330" y="46233"/>
                </a:cubicBezTo>
                <a:lnTo>
                  <a:pt x="80330" y="61970"/>
                </a:lnTo>
                <a:cubicBezTo>
                  <a:pt x="80330" y="66606"/>
                  <a:pt x="80452" y="69350"/>
                  <a:pt x="80696" y="70204"/>
                </a:cubicBezTo>
                <a:cubicBezTo>
                  <a:pt x="80940" y="71058"/>
                  <a:pt x="81611" y="71668"/>
                  <a:pt x="82709" y="72034"/>
                </a:cubicBezTo>
                <a:cubicBezTo>
                  <a:pt x="85270" y="72400"/>
                  <a:pt x="88260" y="72583"/>
                  <a:pt x="91675" y="72583"/>
                </a:cubicBezTo>
                <a:lnTo>
                  <a:pt x="94602" y="72583"/>
                </a:lnTo>
                <a:lnTo>
                  <a:pt x="94602" y="81000"/>
                </a:lnTo>
                <a:lnTo>
                  <a:pt x="93139" y="81000"/>
                </a:lnTo>
                <a:lnTo>
                  <a:pt x="88747" y="80817"/>
                </a:lnTo>
                <a:cubicBezTo>
                  <a:pt x="85941" y="80695"/>
                  <a:pt x="82891" y="80634"/>
                  <a:pt x="79599" y="80634"/>
                </a:cubicBezTo>
                <a:cubicBezTo>
                  <a:pt x="76305" y="80634"/>
                  <a:pt x="73986" y="80574"/>
                  <a:pt x="72644" y="80451"/>
                </a:cubicBezTo>
                <a:cubicBezTo>
                  <a:pt x="60080" y="80451"/>
                  <a:pt x="53249" y="80634"/>
                  <a:pt x="52150" y="81000"/>
                </a:cubicBezTo>
                <a:lnTo>
                  <a:pt x="50686" y="81000"/>
                </a:lnTo>
                <a:lnTo>
                  <a:pt x="50686" y="72583"/>
                </a:lnTo>
                <a:lnTo>
                  <a:pt x="53614" y="72583"/>
                </a:lnTo>
                <a:cubicBezTo>
                  <a:pt x="61056" y="72583"/>
                  <a:pt x="64776" y="71607"/>
                  <a:pt x="64776" y="69655"/>
                </a:cubicBezTo>
                <a:cubicBezTo>
                  <a:pt x="64898" y="69411"/>
                  <a:pt x="64960" y="60994"/>
                  <a:pt x="64960" y="44404"/>
                </a:cubicBezTo>
                <a:cubicBezTo>
                  <a:pt x="64838" y="27935"/>
                  <a:pt x="64716" y="19213"/>
                  <a:pt x="64594" y="18237"/>
                </a:cubicBezTo>
                <a:cubicBezTo>
                  <a:pt x="63861" y="14821"/>
                  <a:pt x="62642" y="12260"/>
                  <a:pt x="60933" y="10552"/>
                </a:cubicBezTo>
                <a:cubicBezTo>
                  <a:pt x="59225" y="8844"/>
                  <a:pt x="57762" y="7807"/>
                  <a:pt x="56542" y="7441"/>
                </a:cubicBezTo>
                <a:cubicBezTo>
                  <a:pt x="55322" y="7075"/>
                  <a:pt x="53736" y="6953"/>
                  <a:pt x="51785" y="7075"/>
                </a:cubicBezTo>
                <a:cubicBezTo>
                  <a:pt x="46295" y="7075"/>
                  <a:pt x="41477" y="9149"/>
                  <a:pt x="37329" y="13296"/>
                </a:cubicBezTo>
                <a:cubicBezTo>
                  <a:pt x="34035" y="16590"/>
                  <a:pt x="31962" y="19945"/>
                  <a:pt x="31107" y="23361"/>
                </a:cubicBezTo>
                <a:cubicBezTo>
                  <a:pt x="30254" y="26776"/>
                  <a:pt x="29766" y="31839"/>
                  <a:pt x="29644" y="38548"/>
                </a:cubicBezTo>
                <a:lnTo>
                  <a:pt x="29644" y="50259"/>
                </a:lnTo>
                <a:lnTo>
                  <a:pt x="29644" y="61238"/>
                </a:lnTo>
                <a:cubicBezTo>
                  <a:pt x="29644" y="64898"/>
                  <a:pt x="29705" y="67338"/>
                  <a:pt x="29827" y="68557"/>
                </a:cubicBezTo>
                <a:cubicBezTo>
                  <a:pt x="29948" y="69777"/>
                  <a:pt x="30132" y="70570"/>
                  <a:pt x="30376" y="70936"/>
                </a:cubicBezTo>
                <a:cubicBezTo>
                  <a:pt x="30619" y="71302"/>
                  <a:pt x="31169" y="71668"/>
                  <a:pt x="32022" y="72034"/>
                </a:cubicBezTo>
                <a:cubicBezTo>
                  <a:pt x="34584" y="72400"/>
                  <a:pt x="37573" y="72583"/>
                  <a:pt x="40988" y="72583"/>
                </a:cubicBezTo>
                <a:lnTo>
                  <a:pt x="43916" y="72583"/>
                </a:lnTo>
                <a:lnTo>
                  <a:pt x="43916" y="81000"/>
                </a:lnTo>
                <a:lnTo>
                  <a:pt x="42452" y="81000"/>
                </a:lnTo>
                <a:lnTo>
                  <a:pt x="38244" y="80817"/>
                </a:lnTo>
                <a:cubicBezTo>
                  <a:pt x="35316" y="80695"/>
                  <a:pt x="32205" y="80634"/>
                  <a:pt x="28912" y="80634"/>
                </a:cubicBezTo>
                <a:cubicBezTo>
                  <a:pt x="25618" y="80634"/>
                  <a:pt x="23300" y="80574"/>
                  <a:pt x="21958" y="80451"/>
                </a:cubicBezTo>
                <a:cubicBezTo>
                  <a:pt x="9394" y="80451"/>
                  <a:pt x="2563" y="80634"/>
                  <a:pt x="1464" y="81000"/>
                </a:cubicBezTo>
                <a:lnTo>
                  <a:pt x="0" y="81000"/>
                </a:lnTo>
                <a:lnTo>
                  <a:pt x="0" y="72583"/>
                </a:lnTo>
                <a:lnTo>
                  <a:pt x="2928" y="725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70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DADD2B86-B6E9-4104-9242-930CB118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878" y="2139530"/>
            <a:ext cx="69717" cy="84111"/>
          </a:xfrm>
          <a:custGeom xmlns:a="http://schemas.openxmlformats.org/drawingml/2006/main">
            <a:pathLst>
              <a:path w="69717" h="84111">
                <a:moveTo>
                  <a:pt x="61482" y="26166"/>
                </a:moveTo>
                <a:cubicBezTo>
                  <a:pt x="61482" y="26166"/>
                  <a:pt x="60201" y="26166"/>
                  <a:pt x="57640" y="26166"/>
                </a:cubicBezTo>
                <a:cubicBezTo>
                  <a:pt x="55078" y="26166"/>
                  <a:pt x="52882" y="25251"/>
                  <a:pt x="51052" y="23422"/>
                </a:cubicBezTo>
                <a:cubicBezTo>
                  <a:pt x="49223" y="21592"/>
                  <a:pt x="48246" y="19274"/>
                  <a:pt x="48124" y="16468"/>
                </a:cubicBezTo>
                <a:cubicBezTo>
                  <a:pt x="48124" y="13663"/>
                  <a:pt x="49039" y="11345"/>
                  <a:pt x="50869" y="9515"/>
                </a:cubicBezTo>
                <a:cubicBezTo>
                  <a:pt x="51479" y="8905"/>
                  <a:pt x="51784" y="8539"/>
                  <a:pt x="51784" y="8417"/>
                </a:cubicBezTo>
                <a:cubicBezTo>
                  <a:pt x="51784" y="8295"/>
                  <a:pt x="51174" y="8173"/>
                  <a:pt x="49954" y="8051"/>
                </a:cubicBezTo>
                <a:cubicBezTo>
                  <a:pt x="46782" y="7563"/>
                  <a:pt x="43794" y="7319"/>
                  <a:pt x="40988" y="7319"/>
                </a:cubicBezTo>
                <a:cubicBezTo>
                  <a:pt x="35011" y="7319"/>
                  <a:pt x="30131" y="9271"/>
                  <a:pt x="26350" y="13175"/>
                </a:cubicBezTo>
                <a:cubicBezTo>
                  <a:pt x="20616" y="18908"/>
                  <a:pt x="17749" y="28484"/>
                  <a:pt x="17749" y="41903"/>
                </a:cubicBezTo>
                <a:cubicBezTo>
                  <a:pt x="17749" y="51906"/>
                  <a:pt x="19639" y="59774"/>
                  <a:pt x="23422" y="65508"/>
                </a:cubicBezTo>
                <a:cubicBezTo>
                  <a:pt x="28423" y="72949"/>
                  <a:pt x="35133" y="76670"/>
                  <a:pt x="43550" y="76670"/>
                </a:cubicBezTo>
                <a:cubicBezTo>
                  <a:pt x="48552" y="76670"/>
                  <a:pt x="52577" y="75084"/>
                  <a:pt x="55627" y="71912"/>
                </a:cubicBezTo>
                <a:cubicBezTo>
                  <a:pt x="58677" y="68741"/>
                  <a:pt x="60872" y="64959"/>
                  <a:pt x="62214" y="60567"/>
                </a:cubicBezTo>
                <a:cubicBezTo>
                  <a:pt x="62458" y="59592"/>
                  <a:pt x="62762" y="58981"/>
                  <a:pt x="63129" y="58738"/>
                </a:cubicBezTo>
                <a:cubicBezTo>
                  <a:pt x="63495" y="58494"/>
                  <a:pt x="64470" y="58371"/>
                  <a:pt x="66056" y="58371"/>
                </a:cubicBezTo>
                <a:lnTo>
                  <a:pt x="68618" y="58371"/>
                </a:lnTo>
                <a:cubicBezTo>
                  <a:pt x="69350" y="59103"/>
                  <a:pt x="69717" y="59652"/>
                  <a:pt x="69717" y="60018"/>
                </a:cubicBezTo>
                <a:cubicBezTo>
                  <a:pt x="69717" y="60506"/>
                  <a:pt x="69473" y="61482"/>
                  <a:pt x="68984" y="62946"/>
                </a:cubicBezTo>
                <a:cubicBezTo>
                  <a:pt x="68496" y="64410"/>
                  <a:pt x="67520" y="66423"/>
                  <a:pt x="66056" y="68985"/>
                </a:cubicBezTo>
                <a:cubicBezTo>
                  <a:pt x="64593" y="71546"/>
                  <a:pt x="62824" y="73864"/>
                  <a:pt x="60750" y="75938"/>
                </a:cubicBezTo>
                <a:cubicBezTo>
                  <a:pt x="58677" y="78012"/>
                  <a:pt x="55749" y="79903"/>
                  <a:pt x="51967" y="81610"/>
                </a:cubicBezTo>
                <a:cubicBezTo>
                  <a:pt x="48185" y="83318"/>
                  <a:pt x="43976" y="84111"/>
                  <a:pt x="39341" y="83989"/>
                </a:cubicBezTo>
                <a:cubicBezTo>
                  <a:pt x="28851" y="83989"/>
                  <a:pt x="19701" y="80086"/>
                  <a:pt x="11893" y="72278"/>
                </a:cubicBezTo>
                <a:cubicBezTo>
                  <a:pt x="4086" y="64471"/>
                  <a:pt x="122" y="54651"/>
                  <a:pt x="0" y="42818"/>
                </a:cubicBezTo>
                <a:cubicBezTo>
                  <a:pt x="0" y="30131"/>
                  <a:pt x="3965" y="19823"/>
                  <a:pt x="11893" y="11894"/>
                </a:cubicBezTo>
                <a:cubicBezTo>
                  <a:pt x="19823" y="3965"/>
                  <a:pt x="29033" y="0"/>
                  <a:pt x="39524" y="0"/>
                </a:cubicBezTo>
                <a:cubicBezTo>
                  <a:pt x="50016" y="0"/>
                  <a:pt x="57335" y="1647"/>
                  <a:pt x="61482" y="4940"/>
                </a:cubicBezTo>
                <a:cubicBezTo>
                  <a:pt x="65630" y="8234"/>
                  <a:pt x="67704" y="12138"/>
                  <a:pt x="67704" y="16651"/>
                </a:cubicBezTo>
                <a:cubicBezTo>
                  <a:pt x="67704" y="19457"/>
                  <a:pt x="66667" y="21714"/>
                  <a:pt x="64593" y="23422"/>
                </a:cubicBezTo>
                <a:lnTo>
                  <a:pt x="61482" y="261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71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EFE1BC61-1733-43D0-BF68-36961B30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024" y="2139530"/>
            <a:ext cx="70814" cy="83989"/>
          </a:xfrm>
          <a:custGeom xmlns:a="http://schemas.openxmlformats.org/drawingml/2006/main">
            <a:pathLst>
              <a:path w="70814" h="83989">
                <a:moveTo>
                  <a:pt x="0" y="42086"/>
                </a:moveTo>
                <a:cubicBezTo>
                  <a:pt x="0" y="35377"/>
                  <a:pt x="1220" y="29277"/>
                  <a:pt x="3659" y="23788"/>
                </a:cubicBezTo>
                <a:cubicBezTo>
                  <a:pt x="6098" y="18298"/>
                  <a:pt x="9148" y="13846"/>
                  <a:pt x="12809" y="10430"/>
                </a:cubicBezTo>
                <a:cubicBezTo>
                  <a:pt x="16468" y="7014"/>
                  <a:pt x="20432" y="4453"/>
                  <a:pt x="24702" y="2745"/>
                </a:cubicBezTo>
                <a:cubicBezTo>
                  <a:pt x="28971" y="1037"/>
                  <a:pt x="32997" y="122"/>
                  <a:pt x="36779" y="0"/>
                </a:cubicBezTo>
                <a:cubicBezTo>
                  <a:pt x="43244" y="0"/>
                  <a:pt x="48795" y="1098"/>
                  <a:pt x="53430" y="3293"/>
                </a:cubicBezTo>
                <a:cubicBezTo>
                  <a:pt x="58066" y="5489"/>
                  <a:pt x="61603" y="8539"/>
                  <a:pt x="64044" y="12443"/>
                </a:cubicBezTo>
                <a:cubicBezTo>
                  <a:pt x="66483" y="16347"/>
                  <a:pt x="68191" y="20250"/>
                  <a:pt x="69167" y="24154"/>
                </a:cubicBezTo>
                <a:cubicBezTo>
                  <a:pt x="70143" y="28058"/>
                  <a:pt x="70692" y="32388"/>
                  <a:pt x="70814" y="37145"/>
                </a:cubicBezTo>
                <a:cubicBezTo>
                  <a:pt x="70814" y="37999"/>
                  <a:pt x="70386" y="38853"/>
                  <a:pt x="69533" y="39707"/>
                </a:cubicBezTo>
                <a:lnTo>
                  <a:pt x="17931" y="39707"/>
                </a:lnTo>
                <a:lnTo>
                  <a:pt x="17931" y="42452"/>
                </a:lnTo>
                <a:cubicBezTo>
                  <a:pt x="17931" y="60506"/>
                  <a:pt x="24031" y="71485"/>
                  <a:pt x="36230" y="75389"/>
                </a:cubicBezTo>
                <a:cubicBezTo>
                  <a:pt x="38670" y="76121"/>
                  <a:pt x="41353" y="76487"/>
                  <a:pt x="44281" y="76487"/>
                </a:cubicBezTo>
                <a:cubicBezTo>
                  <a:pt x="49405" y="76487"/>
                  <a:pt x="53797" y="74535"/>
                  <a:pt x="57456" y="70631"/>
                </a:cubicBezTo>
                <a:cubicBezTo>
                  <a:pt x="59530" y="68557"/>
                  <a:pt x="61176" y="65996"/>
                  <a:pt x="62396" y="62946"/>
                </a:cubicBezTo>
                <a:lnTo>
                  <a:pt x="64226" y="58555"/>
                </a:lnTo>
                <a:cubicBezTo>
                  <a:pt x="64593" y="58188"/>
                  <a:pt x="65568" y="58006"/>
                  <a:pt x="67154" y="58006"/>
                </a:cubicBezTo>
                <a:lnTo>
                  <a:pt x="67703" y="58006"/>
                </a:lnTo>
                <a:cubicBezTo>
                  <a:pt x="69777" y="58006"/>
                  <a:pt x="70814" y="58616"/>
                  <a:pt x="70814" y="59835"/>
                </a:cubicBezTo>
                <a:cubicBezTo>
                  <a:pt x="70814" y="60324"/>
                  <a:pt x="70631" y="61116"/>
                  <a:pt x="70265" y="62214"/>
                </a:cubicBezTo>
                <a:cubicBezTo>
                  <a:pt x="67947" y="68924"/>
                  <a:pt x="64104" y="74230"/>
                  <a:pt x="58737" y="78134"/>
                </a:cubicBezTo>
                <a:cubicBezTo>
                  <a:pt x="53370" y="82037"/>
                  <a:pt x="47331" y="83989"/>
                  <a:pt x="40622" y="83989"/>
                </a:cubicBezTo>
                <a:cubicBezTo>
                  <a:pt x="29033" y="83989"/>
                  <a:pt x="19395" y="79781"/>
                  <a:pt x="11711" y="71363"/>
                </a:cubicBezTo>
                <a:cubicBezTo>
                  <a:pt x="4025" y="62946"/>
                  <a:pt x="121" y="53187"/>
                  <a:pt x="0" y="42086"/>
                </a:cubicBezTo>
                <a:moveTo>
                  <a:pt x="55809" y="31656"/>
                </a:moveTo>
                <a:cubicBezTo>
                  <a:pt x="54468" y="16041"/>
                  <a:pt x="48673" y="7746"/>
                  <a:pt x="38426" y="6771"/>
                </a:cubicBezTo>
                <a:lnTo>
                  <a:pt x="38060" y="6771"/>
                </a:lnTo>
                <a:cubicBezTo>
                  <a:pt x="37084" y="6771"/>
                  <a:pt x="36108" y="6832"/>
                  <a:pt x="35133" y="6953"/>
                </a:cubicBezTo>
                <a:cubicBezTo>
                  <a:pt x="34156" y="7075"/>
                  <a:pt x="32632" y="7563"/>
                  <a:pt x="30557" y="8417"/>
                </a:cubicBezTo>
                <a:cubicBezTo>
                  <a:pt x="28484" y="9271"/>
                  <a:pt x="26715" y="10552"/>
                  <a:pt x="25251" y="12260"/>
                </a:cubicBezTo>
                <a:cubicBezTo>
                  <a:pt x="23787" y="13968"/>
                  <a:pt x="22385" y="16468"/>
                  <a:pt x="21043" y="19762"/>
                </a:cubicBezTo>
                <a:cubicBezTo>
                  <a:pt x="19701" y="23056"/>
                  <a:pt x="18724" y="27081"/>
                  <a:pt x="18115" y="31839"/>
                </a:cubicBezTo>
                <a:lnTo>
                  <a:pt x="18115" y="33120"/>
                </a:lnTo>
                <a:lnTo>
                  <a:pt x="55809" y="33120"/>
                </a:lnTo>
                <a:lnTo>
                  <a:pt x="55809" y="3165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72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E9366EB2-73C8-4277-8391-255017B8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588" y="4104277"/>
            <a:ext cx="3792069" cy="413680"/>
          </a:xfrm>
          <a:custGeom xmlns:a="http://schemas.openxmlformats.org/drawingml/2006/main">
            <a:pathLst>
              <a:path w="3792069" h="413680">
                <a:moveTo>
                  <a:pt x="62052" y="0"/>
                </a:moveTo>
                <a:lnTo>
                  <a:pt x="3730017" y="0"/>
                </a:lnTo>
                <a:cubicBezTo>
                  <a:pt x="3734090" y="0"/>
                  <a:pt x="3738124" y="397"/>
                  <a:pt x="3742120" y="1192"/>
                </a:cubicBezTo>
                <a:cubicBezTo>
                  <a:pt x="3746116" y="1987"/>
                  <a:pt x="3749996" y="3164"/>
                  <a:pt x="3753760" y="4724"/>
                </a:cubicBezTo>
                <a:cubicBezTo>
                  <a:pt x="3757525" y="6282"/>
                  <a:pt x="3761101" y="8194"/>
                  <a:pt x="3764489" y="10458"/>
                </a:cubicBezTo>
                <a:cubicBezTo>
                  <a:pt x="3767876" y="12721"/>
                  <a:pt x="3771012" y="15294"/>
                  <a:pt x="3773892" y="18174"/>
                </a:cubicBezTo>
                <a:cubicBezTo>
                  <a:pt x="3776773" y="21056"/>
                  <a:pt x="3779345" y="24190"/>
                  <a:pt x="3781608" y="27577"/>
                </a:cubicBezTo>
                <a:cubicBezTo>
                  <a:pt x="3783871" y="30966"/>
                  <a:pt x="3785784" y="34541"/>
                  <a:pt x="3787343" y="38305"/>
                </a:cubicBezTo>
                <a:cubicBezTo>
                  <a:pt x="3788902" y="42070"/>
                  <a:pt x="3790079" y="45950"/>
                  <a:pt x="3790874" y="49946"/>
                </a:cubicBezTo>
                <a:cubicBezTo>
                  <a:pt x="3791670" y="53943"/>
                  <a:pt x="3792067" y="57978"/>
                  <a:pt x="3792069" y="62052"/>
                </a:cubicBezTo>
                <a:lnTo>
                  <a:pt x="3792069" y="351628"/>
                </a:lnTo>
                <a:cubicBezTo>
                  <a:pt x="3792067" y="355703"/>
                  <a:pt x="3791670" y="359738"/>
                  <a:pt x="3790874" y="363734"/>
                </a:cubicBezTo>
                <a:cubicBezTo>
                  <a:pt x="3790079" y="367729"/>
                  <a:pt x="3788901" y="371610"/>
                  <a:pt x="3787342" y="375374"/>
                </a:cubicBezTo>
                <a:cubicBezTo>
                  <a:pt x="3785783" y="379138"/>
                  <a:pt x="3783871" y="382714"/>
                  <a:pt x="3781608" y="386101"/>
                </a:cubicBezTo>
                <a:cubicBezTo>
                  <a:pt x="3779345" y="389490"/>
                  <a:pt x="3776773" y="392624"/>
                  <a:pt x="3773892" y="395505"/>
                </a:cubicBezTo>
                <a:cubicBezTo>
                  <a:pt x="3771012" y="398386"/>
                  <a:pt x="3767876" y="400959"/>
                  <a:pt x="3764489" y="403222"/>
                </a:cubicBezTo>
                <a:cubicBezTo>
                  <a:pt x="3761101" y="405486"/>
                  <a:pt x="3757524" y="407397"/>
                  <a:pt x="3753759" y="408956"/>
                </a:cubicBezTo>
                <a:cubicBezTo>
                  <a:pt x="3749996" y="410515"/>
                  <a:pt x="3746116" y="411692"/>
                  <a:pt x="3742120" y="412487"/>
                </a:cubicBezTo>
                <a:cubicBezTo>
                  <a:pt x="3738124" y="413282"/>
                  <a:pt x="3734090" y="413680"/>
                  <a:pt x="3730017" y="413680"/>
                </a:cubicBezTo>
                <a:lnTo>
                  <a:pt x="62052" y="413680"/>
                </a:lnTo>
                <a:cubicBezTo>
                  <a:pt x="57978" y="413680"/>
                  <a:pt x="53942" y="413282"/>
                  <a:pt x="49947" y="412487"/>
                </a:cubicBezTo>
                <a:cubicBezTo>
                  <a:pt x="45951" y="411692"/>
                  <a:pt x="42070" y="410514"/>
                  <a:pt x="38305" y="408956"/>
                </a:cubicBezTo>
                <a:cubicBezTo>
                  <a:pt x="34541" y="407397"/>
                  <a:pt x="30964" y="405486"/>
                  <a:pt x="27576" y="403221"/>
                </a:cubicBezTo>
                <a:cubicBezTo>
                  <a:pt x="24189" y="400959"/>
                  <a:pt x="21055" y="398386"/>
                  <a:pt x="18174" y="395505"/>
                </a:cubicBezTo>
                <a:cubicBezTo>
                  <a:pt x="15293" y="392624"/>
                  <a:pt x="12720" y="389490"/>
                  <a:pt x="10456" y="386102"/>
                </a:cubicBezTo>
                <a:cubicBezTo>
                  <a:pt x="8193" y="382714"/>
                  <a:pt x="6282" y="379138"/>
                  <a:pt x="4722" y="375374"/>
                </a:cubicBezTo>
                <a:cubicBezTo>
                  <a:pt x="3163" y="371610"/>
                  <a:pt x="1986" y="367729"/>
                  <a:pt x="1192" y="363734"/>
                </a:cubicBezTo>
                <a:cubicBezTo>
                  <a:pt x="398" y="359738"/>
                  <a:pt x="0" y="355703"/>
                  <a:pt x="0" y="351628"/>
                </a:cubicBezTo>
                <a:lnTo>
                  <a:pt x="0" y="62052"/>
                </a:lnTo>
                <a:cubicBezTo>
                  <a:pt x="0" y="57978"/>
                  <a:pt x="398" y="53943"/>
                  <a:pt x="1192" y="49946"/>
                </a:cubicBezTo>
                <a:cubicBezTo>
                  <a:pt x="1986" y="45950"/>
                  <a:pt x="3163" y="42070"/>
                  <a:pt x="4722" y="38305"/>
                </a:cubicBezTo>
                <a:cubicBezTo>
                  <a:pt x="6282" y="34541"/>
                  <a:pt x="8193" y="30966"/>
                  <a:pt x="10456" y="27578"/>
                </a:cubicBezTo>
                <a:cubicBezTo>
                  <a:pt x="12720" y="24190"/>
                  <a:pt x="15293" y="21056"/>
                  <a:pt x="18174" y="18174"/>
                </a:cubicBezTo>
                <a:cubicBezTo>
                  <a:pt x="21055" y="15294"/>
                  <a:pt x="24189" y="12721"/>
                  <a:pt x="27576" y="10458"/>
                </a:cubicBezTo>
                <a:cubicBezTo>
                  <a:pt x="30964" y="8194"/>
                  <a:pt x="34541" y="6282"/>
                  <a:pt x="38305" y="4724"/>
                </a:cubicBezTo>
                <a:cubicBezTo>
                  <a:pt x="42070" y="3164"/>
                  <a:pt x="45951" y="1987"/>
                  <a:pt x="49947" y="1192"/>
                </a:cubicBezTo>
                <a:cubicBezTo>
                  <a:pt x="53942" y="397"/>
                  <a:pt x="57978" y="0"/>
                  <a:pt x="62052" y="0"/>
                </a:cubicBezTo>
              </a:path>
            </a:pathLst>
          </a:custGeom>
          <a:solidFill xmlns:a="http://schemas.openxmlformats.org/drawingml/2006/main">
            <a:srgbClr val="FFCCCC"/>
          </a:solidFill>
          <a:ln xmlns:a="http://schemas.openxmlformats.org/drawingml/2006/main" w="6895">
            <a:solidFill>
              <a:srgbClr val="000000"/>
            </a:solidFill>
            <a:prstDash val="solid"/>
          </a:ln>
        </p:spPr>
      </p:sp>
      <p:sp>
        <p:nvSpPr>
          <p:cNvPr id="73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39C6AA5F-AC71-449B-BC49-63C498E3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096" y="4274216"/>
            <a:ext cx="133483" cy="106496"/>
          </a:xfrm>
          <a:custGeom xmlns:a="http://schemas.openxmlformats.org/drawingml/2006/main">
            <a:pathLst>
              <a:path w="133483" h="106496">
                <a:moveTo>
                  <a:pt x="27226" y="106496"/>
                </a:moveTo>
                <a:cubicBezTo>
                  <a:pt x="21765" y="106496"/>
                  <a:pt x="19035" y="103846"/>
                  <a:pt x="19035" y="98545"/>
                </a:cubicBezTo>
                <a:lnTo>
                  <a:pt x="19035" y="95895"/>
                </a:lnTo>
                <a:lnTo>
                  <a:pt x="22167" y="89149"/>
                </a:lnTo>
                <a:cubicBezTo>
                  <a:pt x="34214" y="63769"/>
                  <a:pt x="42968" y="41843"/>
                  <a:pt x="48430" y="23371"/>
                </a:cubicBezTo>
                <a:lnTo>
                  <a:pt x="50357" y="17588"/>
                </a:lnTo>
                <a:lnTo>
                  <a:pt x="42647" y="17588"/>
                </a:lnTo>
                <a:cubicBezTo>
                  <a:pt x="36543" y="17588"/>
                  <a:pt x="32206" y="17830"/>
                  <a:pt x="29637" y="18312"/>
                </a:cubicBezTo>
                <a:cubicBezTo>
                  <a:pt x="27066" y="18794"/>
                  <a:pt x="23933" y="20320"/>
                  <a:pt x="20239" y="22889"/>
                </a:cubicBezTo>
                <a:cubicBezTo>
                  <a:pt x="18472" y="24014"/>
                  <a:pt x="16706" y="25459"/>
                  <a:pt x="14939" y="27226"/>
                </a:cubicBezTo>
                <a:cubicBezTo>
                  <a:pt x="13171" y="28994"/>
                  <a:pt x="11646" y="30680"/>
                  <a:pt x="10361" y="32286"/>
                </a:cubicBezTo>
                <a:cubicBezTo>
                  <a:pt x="9076" y="33893"/>
                  <a:pt x="8353" y="34856"/>
                  <a:pt x="8193" y="35178"/>
                </a:cubicBezTo>
                <a:cubicBezTo>
                  <a:pt x="7872" y="35338"/>
                  <a:pt x="6666" y="35418"/>
                  <a:pt x="4578" y="35418"/>
                </a:cubicBezTo>
                <a:cubicBezTo>
                  <a:pt x="1527" y="35418"/>
                  <a:pt x="0" y="34615"/>
                  <a:pt x="0" y="33009"/>
                </a:cubicBezTo>
                <a:cubicBezTo>
                  <a:pt x="0" y="32045"/>
                  <a:pt x="1527" y="29234"/>
                  <a:pt x="4578" y="24576"/>
                </a:cubicBezTo>
                <a:cubicBezTo>
                  <a:pt x="7630" y="19918"/>
                  <a:pt x="12047" y="14939"/>
                  <a:pt x="17830" y="9638"/>
                </a:cubicBezTo>
                <a:cubicBezTo>
                  <a:pt x="23613" y="4337"/>
                  <a:pt x="29314" y="1285"/>
                  <a:pt x="34937" y="482"/>
                </a:cubicBezTo>
                <a:cubicBezTo>
                  <a:pt x="36062" y="160"/>
                  <a:pt x="54132" y="0"/>
                  <a:pt x="89149" y="0"/>
                </a:cubicBezTo>
                <a:cubicBezTo>
                  <a:pt x="114849" y="0"/>
                  <a:pt x="128021" y="80"/>
                  <a:pt x="128663" y="241"/>
                </a:cubicBezTo>
                <a:cubicBezTo>
                  <a:pt x="131876" y="1365"/>
                  <a:pt x="133483" y="3614"/>
                  <a:pt x="133483" y="6987"/>
                </a:cubicBezTo>
                <a:cubicBezTo>
                  <a:pt x="133483" y="11967"/>
                  <a:pt x="130912" y="15340"/>
                  <a:pt x="125773" y="17107"/>
                </a:cubicBezTo>
                <a:cubicBezTo>
                  <a:pt x="124809" y="17428"/>
                  <a:pt x="119267" y="17588"/>
                  <a:pt x="109147" y="17588"/>
                </a:cubicBezTo>
                <a:lnTo>
                  <a:pt x="93727" y="17588"/>
                </a:lnTo>
                <a:lnTo>
                  <a:pt x="93004" y="21685"/>
                </a:lnTo>
                <a:cubicBezTo>
                  <a:pt x="91076" y="33250"/>
                  <a:pt x="90113" y="42807"/>
                  <a:pt x="90113" y="50357"/>
                </a:cubicBezTo>
                <a:cubicBezTo>
                  <a:pt x="90113" y="58710"/>
                  <a:pt x="90835" y="66179"/>
                  <a:pt x="92282" y="72765"/>
                </a:cubicBezTo>
                <a:cubicBezTo>
                  <a:pt x="93727" y="79350"/>
                  <a:pt x="95252" y="84490"/>
                  <a:pt x="96859" y="88185"/>
                </a:cubicBezTo>
                <a:cubicBezTo>
                  <a:pt x="98465" y="91879"/>
                  <a:pt x="99268" y="94128"/>
                  <a:pt x="99268" y="94931"/>
                </a:cubicBezTo>
                <a:cubicBezTo>
                  <a:pt x="99268" y="97662"/>
                  <a:pt x="98144" y="100232"/>
                  <a:pt x="95895" y="102641"/>
                </a:cubicBezTo>
                <a:cubicBezTo>
                  <a:pt x="93647" y="105051"/>
                  <a:pt x="90755" y="106255"/>
                  <a:pt x="87221" y="106255"/>
                </a:cubicBezTo>
                <a:cubicBezTo>
                  <a:pt x="85454" y="106255"/>
                  <a:pt x="84009" y="106014"/>
                  <a:pt x="82884" y="105533"/>
                </a:cubicBezTo>
                <a:cubicBezTo>
                  <a:pt x="81760" y="105051"/>
                  <a:pt x="80475" y="103123"/>
                  <a:pt x="79029" y="99750"/>
                </a:cubicBezTo>
                <a:cubicBezTo>
                  <a:pt x="77584" y="96377"/>
                  <a:pt x="76299" y="91558"/>
                  <a:pt x="75174" y="85294"/>
                </a:cubicBezTo>
                <a:cubicBezTo>
                  <a:pt x="75014" y="83848"/>
                  <a:pt x="74934" y="80314"/>
                  <a:pt x="74934" y="74692"/>
                </a:cubicBezTo>
                <a:cubicBezTo>
                  <a:pt x="74934" y="66822"/>
                  <a:pt x="75656" y="58388"/>
                  <a:pt x="77102" y="49393"/>
                </a:cubicBezTo>
                <a:cubicBezTo>
                  <a:pt x="78548" y="40398"/>
                  <a:pt x="79993" y="33009"/>
                  <a:pt x="81439" y="27226"/>
                </a:cubicBezTo>
                <a:cubicBezTo>
                  <a:pt x="82884" y="21444"/>
                  <a:pt x="83688" y="18231"/>
                  <a:pt x="83848" y="17588"/>
                </a:cubicBezTo>
                <a:lnTo>
                  <a:pt x="60236" y="17588"/>
                </a:lnTo>
                <a:lnTo>
                  <a:pt x="59995" y="18552"/>
                </a:lnTo>
                <a:cubicBezTo>
                  <a:pt x="59995" y="19034"/>
                  <a:pt x="58469" y="25379"/>
                  <a:pt x="55416" y="37587"/>
                </a:cubicBezTo>
                <a:cubicBezTo>
                  <a:pt x="52365" y="49795"/>
                  <a:pt x="48911" y="62725"/>
                  <a:pt x="45057" y="76378"/>
                </a:cubicBezTo>
                <a:cubicBezTo>
                  <a:pt x="41201" y="90032"/>
                  <a:pt x="38712" y="97823"/>
                  <a:pt x="37587" y="99750"/>
                </a:cubicBezTo>
                <a:cubicBezTo>
                  <a:pt x="35820" y="104248"/>
                  <a:pt x="32367" y="106496"/>
                  <a:pt x="27226" y="10649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74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DCEDDF08-3B5F-452E-8F98-733EB6F7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4770" y="4294109"/>
            <a:ext cx="72737" cy="121797"/>
          </a:xfrm>
          <a:custGeom xmlns:a="http://schemas.openxmlformats.org/drawingml/2006/main">
            <a:pathLst>
              <a:path w="72737" h="121797">
                <a:moveTo>
                  <a:pt x="0" y="86024"/>
                </a:moveTo>
                <a:cubicBezTo>
                  <a:pt x="0" y="74441"/>
                  <a:pt x="2214" y="62233"/>
                  <a:pt x="6643" y="49400"/>
                </a:cubicBezTo>
                <a:cubicBezTo>
                  <a:pt x="11073" y="36568"/>
                  <a:pt x="17091" y="25495"/>
                  <a:pt x="24700" y="16183"/>
                </a:cubicBezTo>
                <a:cubicBezTo>
                  <a:pt x="32308" y="6871"/>
                  <a:pt x="40201" y="1533"/>
                  <a:pt x="48378" y="170"/>
                </a:cubicBezTo>
                <a:cubicBezTo>
                  <a:pt x="48491" y="170"/>
                  <a:pt x="48946" y="170"/>
                  <a:pt x="49741" y="170"/>
                </a:cubicBezTo>
                <a:cubicBezTo>
                  <a:pt x="50535" y="170"/>
                  <a:pt x="51217" y="113"/>
                  <a:pt x="51785" y="0"/>
                </a:cubicBezTo>
                <a:cubicBezTo>
                  <a:pt x="57917" y="454"/>
                  <a:pt x="62687" y="3236"/>
                  <a:pt x="66094" y="8347"/>
                </a:cubicBezTo>
                <a:cubicBezTo>
                  <a:pt x="70522" y="15161"/>
                  <a:pt x="72737" y="24303"/>
                  <a:pt x="72737" y="35773"/>
                </a:cubicBezTo>
                <a:cubicBezTo>
                  <a:pt x="72737" y="48832"/>
                  <a:pt x="70182" y="62119"/>
                  <a:pt x="65072" y="75634"/>
                </a:cubicBezTo>
                <a:cubicBezTo>
                  <a:pt x="59961" y="89147"/>
                  <a:pt x="53432" y="100220"/>
                  <a:pt x="45482" y="108851"/>
                </a:cubicBezTo>
                <a:cubicBezTo>
                  <a:pt x="37533" y="117482"/>
                  <a:pt x="29924" y="121797"/>
                  <a:pt x="22656" y="121797"/>
                </a:cubicBezTo>
                <a:lnTo>
                  <a:pt x="21464" y="121797"/>
                </a:lnTo>
                <a:cubicBezTo>
                  <a:pt x="17375" y="121797"/>
                  <a:pt x="13855" y="120662"/>
                  <a:pt x="10902" y="118390"/>
                </a:cubicBezTo>
                <a:cubicBezTo>
                  <a:pt x="7950" y="116119"/>
                  <a:pt x="5735" y="113109"/>
                  <a:pt x="4258" y="109362"/>
                </a:cubicBezTo>
                <a:cubicBezTo>
                  <a:pt x="2782" y="105614"/>
                  <a:pt x="1703" y="101810"/>
                  <a:pt x="1022" y="97949"/>
                </a:cubicBezTo>
                <a:cubicBezTo>
                  <a:pt x="341" y="94088"/>
                  <a:pt x="0" y="90113"/>
                  <a:pt x="0" y="86024"/>
                </a:cubicBezTo>
                <a:moveTo>
                  <a:pt x="59280" y="23678"/>
                </a:moveTo>
                <a:cubicBezTo>
                  <a:pt x="59280" y="12095"/>
                  <a:pt x="56271" y="6303"/>
                  <a:pt x="50252" y="6303"/>
                </a:cubicBezTo>
                <a:cubicBezTo>
                  <a:pt x="46163" y="6303"/>
                  <a:pt x="42189" y="8858"/>
                  <a:pt x="38328" y="13968"/>
                </a:cubicBezTo>
                <a:cubicBezTo>
                  <a:pt x="34467" y="19078"/>
                  <a:pt x="31286" y="24871"/>
                  <a:pt x="28788" y="31343"/>
                </a:cubicBezTo>
                <a:cubicBezTo>
                  <a:pt x="26290" y="37817"/>
                  <a:pt x="24359" y="43495"/>
                  <a:pt x="22996" y="48378"/>
                </a:cubicBezTo>
                <a:cubicBezTo>
                  <a:pt x="21634" y="53261"/>
                  <a:pt x="20895" y="56101"/>
                  <a:pt x="20782" y="56895"/>
                </a:cubicBezTo>
                <a:cubicBezTo>
                  <a:pt x="26346" y="57009"/>
                  <a:pt x="31854" y="57066"/>
                  <a:pt x="37306" y="57066"/>
                </a:cubicBezTo>
                <a:lnTo>
                  <a:pt x="53829" y="56895"/>
                </a:lnTo>
                <a:cubicBezTo>
                  <a:pt x="53942" y="56782"/>
                  <a:pt x="54397" y="54908"/>
                  <a:pt x="55192" y="51274"/>
                </a:cubicBezTo>
                <a:cubicBezTo>
                  <a:pt x="55987" y="47640"/>
                  <a:pt x="56895" y="43097"/>
                  <a:pt x="57917" y="37647"/>
                </a:cubicBezTo>
                <a:cubicBezTo>
                  <a:pt x="58939" y="32195"/>
                  <a:pt x="59394" y="27539"/>
                  <a:pt x="59280" y="23678"/>
                </a:cubicBezTo>
                <a:moveTo>
                  <a:pt x="13286" y="97608"/>
                </a:moveTo>
                <a:cubicBezTo>
                  <a:pt x="13286" y="109646"/>
                  <a:pt x="16297" y="115665"/>
                  <a:pt x="22315" y="115665"/>
                </a:cubicBezTo>
                <a:cubicBezTo>
                  <a:pt x="24018" y="115665"/>
                  <a:pt x="25836" y="115097"/>
                  <a:pt x="27766" y="113962"/>
                </a:cubicBezTo>
                <a:cubicBezTo>
                  <a:pt x="29697" y="112826"/>
                  <a:pt x="32025" y="110668"/>
                  <a:pt x="34750" y="107488"/>
                </a:cubicBezTo>
                <a:cubicBezTo>
                  <a:pt x="37476" y="104308"/>
                  <a:pt x="40201" y="99368"/>
                  <a:pt x="42926" y="92668"/>
                </a:cubicBezTo>
                <a:cubicBezTo>
                  <a:pt x="45652" y="85968"/>
                  <a:pt x="48378" y="77678"/>
                  <a:pt x="51104" y="67798"/>
                </a:cubicBezTo>
                <a:lnTo>
                  <a:pt x="51955" y="64902"/>
                </a:lnTo>
                <a:lnTo>
                  <a:pt x="18737" y="64902"/>
                </a:lnTo>
                <a:cubicBezTo>
                  <a:pt x="18737" y="65243"/>
                  <a:pt x="18227" y="67400"/>
                  <a:pt x="17205" y="71375"/>
                </a:cubicBezTo>
                <a:cubicBezTo>
                  <a:pt x="16183" y="75349"/>
                  <a:pt x="15273" y="79779"/>
                  <a:pt x="14479" y="84662"/>
                </a:cubicBezTo>
                <a:cubicBezTo>
                  <a:pt x="13684" y="89545"/>
                  <a:pt x="13286" y="93861"/>
                  <a:pt x="13286" y="976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75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EED3A57B-E9F1-44C5-AEDD-10BE0E5E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3399" y="4197355"/>
            <a:ext cx="57585" cy="240942"/>
          </a:xfrm>
          <a:custGeom xmlns:a="http://schemas.openxmlformats.org/drawingml/2006/main">
            <a:pathLst>
              <a:path w="57585" h="240942">
                <a:moveTo>
                  <a:pt x="0" y="120471"/>
                </a:moveTo>
                <a:cubicBezTo>
                  <a:pt x="0" y="109388"/>
                  <a:pt x="803" y="98867"/>
                  <a:pt x="2409" y="88907"/>
                </a:cubicBezTo>
                <a:cubicBezTo>
                  <a:pt x="4016" y="78949"/>
                  <a:pt x="5862" y="70355"/>
                  <a:pt x="7951" y="63127"/>
                </a:cubicBezTo>
                <a:cubicBezTo>
                  <a:pt x="10039" y="55898"/>
                  <a:pt x="13011" y="48831"/>
                  <a:pt x="16866" y="41924"/>
                </a:cubicBezTo>
                <a:cubicBezTo>
                  <a:pt x="20721" y="35017"/>
                  <a:pt x="23773" y="29636"/>
                  <a:pt x="26022" y="25780"/>
                </a:cubicBezTo>
                <a:cubicBezTo>
                  <a:pt x="28270" y="21925"/>
                  <a:pt x="31643" y="17749"/>
                  <a:pt x="36141" y="13252"/>
                </a:cubicBezTo>
                <a:cubicBezTo>
                  <a:pt x="40639" y="8754"/>
                  <a:pt x="43289" y="6023"/>
                  <a:pt x="44093" y="5060"/>
                </a:cubicBezTo>
                <a:cubicBezTo>
                  <a:pt x="44895" y="4096"/>
                  <a:pt x="46903" y="2409"/>
                  <a:pt x="50116" y="0"/>
                </a:cubicBezTo>
                <a:lnTo>
                  <a:pt x="53248" y="0"/>
                </a:lnTo>
                <a:lnTo>
                  <a:pt x="54212" y="0"/>
                </a:lnTo>
                <a:cubicBezTo>
                  <a:pt x="56461" y="0"/>
                  <a:pt x="57585" y="723"/>
                  <a:pt x="57585" y="2168"/>
                </a:cubicBezTo>
                <a:cubicBezTo>
                  <a:pt x="57585" y="2650"/>
                  <a:pt x="56220" y="4337"/>
                  <a:pt x="53489" y="7228"/>
                </a:cubicBezTo>
                <a:cubicBezTo>
                  <a:pt x="50759" y="10119"/>
                  <a:pt x="47466" y="14376"/>
                  <a:pt x="43610" y="19998"/>
                </a:cubicBezTo>
                <a:cubicBezTo>
                  <a:pt x="39756" y="25620"/>
                  <a:pt x="35820" y="32527"/>
                  <a:pt x="31804" y="40719"/>
                </a:cubicBezTo>
                <a:cubicBezTo>
                  <a:pt x="27789" y="48911"/>
                  <a:pt x="24416" y="59995"/>
                  <a:pt x="21685" y="73969"/>
                </a:cubicBezTo>
                <a:cubicBezTo>
                  <a:pt x="18953" y="87943"/>
                  <a:pt x="17588" y="103444"/>
                  <a:pt x="17588" y="120471"/>
                </a:cubicBezTo>
                <a:cubicBezTo>
                  <a:pt x="17588" y="137497"/>
                  <a:pt x="18953" y="152918"/>
                  <a:pt x="21685" y="166732"/>
                </a:cubicBezTo>
                <a:cubicBezTo>
                  <a:pt x="24416" y="180546"/>
                  <a:pt x="27709" y="191709"/>
                  <a:pt x="31563" y="200223"/>
                </a:cubicBezTo>
                <a:cubicBezTo>
                  <a:pt x="35419" y="208736"/>
                  <a:pt x="39353" y="215643"/>
                  <a:pt x="43369" y="220943"/>
                </a:cubicBezTo>
                <a:cubicBezTo>
                  <a:pt x="47385" y="226244"/>
                  <a:pt x="50759" y="230501"/>
                  <a:pt x="53489" y="233714"/>
                </a:cubicBezTo>
                <a:cubicBezTo>
                  <a:pt x="56220" y="236926"/>
                  <a:pt x="57585" y="238613"/>
                  <a:pt x="57585" y="238773"/>
                </a:cubicBezTo>
                <a:cubicBezTo>
                  <a:pt x="57585" y="240219"/>
                  <a:pt x="56380" y="240942"/>
                  <a:pt x="53971" y="240942"/>
                </a:cubicBezTo>
                <a:lnTo>
                  <a:pt x="53248" y="240942"/>
                </a:lnTo>
                <a:lnTo>
                  <a:pt x="50116" y="240942"/>
                </a:lnTo>
                <a:lnTo>
                  <a:pt x="43369" y="235159"/>
                </a:lnTo>
                <a:cubicBezTo>
                  <a:pt x="28270" y="221506"/>
                  <a:pt x="17268" y="204479"/>
                  <a:pt x="10361" y="184079"/>
                </a:cubicBezTo>
                <a:cubicBezTo>
                  <a:pt x="3453" y="163680"/>
                  <a:pt x="0" y="142477"/>
                  <a:pt x="0" y="1204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76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2813C49B-AC0B-463D-A656-C58ED063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428" y="4271806"/>
            <a:ext cx="113966" cy="108665"/>
          </a:xfrm>
          <a:custGeom xmlns:a="http://schemas.openxmlformats.org/drawingml/2006/main">
            <a:pathLst>
              <a:path w="113966" h="108665">
                <a:moveTo>
                  <a:pt x="0" y="68428"/>
                </a:moveTo>
                <a:cubicBezTo>
                  <a:pt x="0" y="52204"/>
                  <a:pt x="6104" y="36784"/>
                  <a:pt x="18312" y="22167"/>
                </a:cubicBezTo>
                <a:cubicBezTo>
                  <a:pt x="30520" y="7550"/>
                  <a:pt x="44253" y="161"/>
                  <a:pt x="59513" y="0"/>
                </a:cubicBezTo>
                <a:cubicBezTo>
                  <a:pt x="67705" y="0"/>
                  <a:pt x="74934" y="3936"/>
                  <a:pt x="81197" y="11806"/>
                </a:cubicBezTo>
                <a:cubicBezTo>
                  <a:pt x="83768" y="6987"/>
                  <a:pt x="87462" y="4578"/>
                  <a:pt x="92282" y="4578"/>
                </a:cubicBezTo>
                <a:cubicBezTo>
                  <a:pt x="94370" y="4578"/>
                  <a:pt x="96216" y="5221"/>
                  <a:pt x="97823" y="6506"/>
                </a:cubicBezTo>
                <a:cubicBezTo>
                  <a:pt x="99429" y="7791"/>
                  <a:pt x="100232" y="9397"/>
                  <a:pt x="100232" y="11324"/>
                </a:cubicBezTo>
                <a:cubicBezTo>
                  <a:pt x="100232" y="13413"/>
                  <a:pt x="97260" y="26263"/>
                  <a:pt x="91318" y="49875"/>
                </a:cubicBezTo>
                <a:cubicBezTo>
                  <a:pt x="85374" y="73487"/>
                  <a:pt x="82322" y="86820"/>
                  <a:pt x="82161" y="89872"/>
                </a:cubicBezTo>
                <a:cubicBezTo>
                  <a:pt x="82161" y="93887"/>
                  <a:pt x="82724" y="96538"/>
                  <a:pt x="83848" y="97823"/>
                </a:cubicBezTo>
                <a:cubicBezTo>
                  <a:pt x="84973" y="99108"/>
                  <a:pt x="86659" y="99831"/>
                  <a:pt x="88909" y="99991"/>
                </a:cubicBezTo>
                <a:cubicBezTo>
                  <a:pt x="90354" y="99831"/>
                  <a:pt x="91960" y="99108"/>
                  <a:pt x="93727" y="97823"/>
                </a:cubicBezTo>
                <a:cubicBezTo>
                  <a:pt x="97100" y="94610"/>
                  <a:pt x="100393" y="86900"/>
                  <a:pt x="103605" y="74693"/>
                </a:cubicBezTo>
                <a:cubicBezTo>
                  <a:pt x="104569" y="71480"/>
                  <a:pt x="105373" y="69793"/>
                  <a:pt x="106014" y="69632"/>
                </a:cubicBezTo>
                <a:cubicBezTo>
                  <a:pt x="106337" y="69472"/>
                  <a:pt x="107139" y="69392"/>
                  <a:pt x="108425" y="69392"/>
                </a:cubicBezTo>
                <a:lnTo>
                  <a:pt x="109389" y="69392"/>
                </a:lnTo>
                <a:cubicBezTo>
                  <a:pt x="112440" y="69392"/>
                  <a:pt x="113966" y="70114"/>
                  <a:pt x="113966" y="71560"/>
                </a:cubicBezTo>
                <a:cubicBezTo>
                  <a:pt x="113966" y="72524"/>
                  <a:pt x="113564" y="74693"/>
                  <a:pt x="112762" y="78066"/>
                </a:cubicBezTo>
                <a:cubicBezTo>
                  <a:pt x="111958" y="81439"/>
                  <a:pt x="110351" y="85776"/>
                  <a:pt x="107942" y="91076"/>
                </a:cubicBezTo>
                <a:cubicBezTo>
                  <a:pt x="105533" y="96377"/>
                  <a:pt x="102963" y="100393"/>
                  <a:pt x="100232" y="103123"/>
                </a:cubicBezTo>
                <a:cubicBezTo>
                  <a:pt x="98144" y="105212"/>
                  <a:pt x="95574" y="106898"/>
                  <a:pt x="92522" y="108184"/>
                </a:cubicBezTo>
                <a:cubicBezTo>
                  <a:pt x="91237" y="108504"/>
                  <a:pt x="89310" y="108665"/>
                  <a:pt x="86740" y="108665"/>
                </a:cubicBezTo>
                <a:cubicBezTo>
                  <a:pt x="81279" y="108665"/>
                  <a:pt x="76700" y="107460"/>
                  <a:pt x="73006" y="105051"/>
                </a:cubicBezTo>
                <a:cubicBezTo>
                  <a:pt x="69311" y="102641"/>
                  <a:pt x="66902" y="100152"/>
                  <a:pt x="65777" y="97582"/>
                </a:cubicBezTo>
                <a:lnTo>
                  <a:pt x="64332" y="93968"/>
                </a:lnTo>
                <a:cubicBezTo>
                  <a:pt x="64172" y="93807"/>
                  <a:pt x="63850" y="93887"/>
                  <a:pt x="63368" y="94209"/>
                </a:cubicBezTo>
                <a:cubicBezTo>
                  <a:pt x="63047" y="94530"/>
                  <a:pt x="62725" y="94851"/>
                  <a:pt x="62404" y="95173"/>
                </a:cubicBezTo>
                <a:cubicBezTo>
                  <a:pt x="52927" y="104167"/>
                  <a:pt x="43289" y="108665"/>
                  <a:pt x="33491" y="108665"/>
                </a:cubicBezTo>
                <a:cubicBezTo>
                  <a:pt x="24657" y="108665"/>
                  <a:pt x="16866" y="105453"/>
                  <a:pt x="10120" y="99028"/>
                </a:cubicBezTo>
                <a:cubicBezTo>
                  <a:pt x="3373" y="92602"/>
                  <a:pt x="0" y="82403"/>
                  <a:pt x="0" y="68428"/>
                </a:cubicBezTo>
                <a:moveTo>
                  <a:pt x="76620" y="27227"/>
                </a:moveTo>
                <a:cubicBezTo>
                  <a:pt x="76620" y="26263"/>
                  <a:pt x="76219" y="24496"/>
                  <a:pt x="75415" y="21926"/>
                </a:cubicBezTo>
                <a:cubicBezTo>
                  <a:pt x="74612" y="19356"/>
                  <a:pt x="72765" y="16545"/>
                  <a:pt x="69874" y="13493"/>
                </a:cubicBezTo>
                <a:cubicBezTo>
                  <a:pt x="66982" y="10441"/>
                  <a:pt x="63288" y="8835"/>
                  <a:pt x="58791" y="8674"/>
                </a:cubicBezTo>
                <a:cubicBezTo>
                  <a:pt x="53169" y="8674"/>
                  <a:pt x="47788" y="11164"/>
                  <a:pt x="42647" y="16143"/>
                </a:cubicBezTo>
                <a:cubicBezTo>
                  <a:pt x="37507" y="21123"/>
                  <a:pt x="33491" y="27629"/>
                  <a:pt x="30600" y="35659"/>
                </a:cubicBezTo>
                <a:cubicBezTo>
                  <a:pt x="25941" y="48349"/>
                  <a:pt x="22649" y="61521"/>
                  <a:pt x="20722" y="75174"/>
                </a:cubicBezTo>
                <a:cubicBezTo>
                  <a:pt x="20722" y="75656"/>
                  <a:pt x="20722" y="76540"/>
                  <a:pt x="20722" y="77824"/>
                </a:cubicBezTo>
                <a:cubicBezTo>
                  <a:pt x="20722" y="79110"/>
                  <a:pt x="20641" y="80074"/>
                  <a:pt x="20480" y="80716"/>
                </a:cubicBezTo>
                <a:cubicBezTo>
                  <a:pt x="20480" y="87944"/>
                  <a:pt x="21927" y="92923"/>
                  <a:pt x="24817" y="95654"/>
                </a:cubicBezTo>
                <a:cubicBezTo>
                  <a:pt x="27709" y="98385"/>
                  <a:pt x="31162" y="99831"/>
                  <a:pt x="35178" y="99991"/>
                </a:cubicBezTo>
                <a:cubicBezTo>
                  <a:pt x="41282" y="99991"/>
                  <a:pt x="47305" y="97341"/>
                  <a:pt x="53249" y="92040"/>
                </a:cubicBezTo>
                <a:cubicBezTo>
                  <a:pt x="59192" y="86739"/>
                  <a:pt x="62725" y="82643"/>
                  <a:pt x="63850" y="79752"/>
                </a:cubicBezTo>
                <a:cubicBezTo>
                  <a:pt x="64172" y="79110"/>
                  <a:pt x="66340" y="70516"/>
                  <a:pt x="70355" y="53971"/>
                </a:cubicBezTo>
                <a:cubicBezTo>
                  <a:pt x="74371" y="37427"/>
                  <a:pt x="76459" y="28512"/>
                  <a:pt x="76620" y="2722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77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D4859195-5FC9-46A2-AC3C-252943C6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608" y="4197476"/>
            <a:ext cx="9637" cy="240701"/>
          </a:xfrm>
          <a:custGeom xmlns:a="http://schemas.openxmlformats.org/drawingml/2006/main">
            <a:pathLst>
              <a:path w="9637" h="240701">
                <a:moveTo>
                  <a:pt x="4818" y="240701"/>
                </a:moveTo>
                <a:lnTo>
                  <a:pt x="4337" y="240701"/>
                </a:lnTo>
                <a:cubicBezTo>
                  <a:pt x="2409" y="240701"/>
                  <a:pt x="963" y="239577"/>
                  <a:pt x="0" y="237328"/>
                </a:cubicBezTo>
                <a:lnTo>
                  <a:pt x="0" y="120230"/>
                </a:lnTo>
                <a:lnTo>
                  <a:pt x="241" y="3132"/>
                </a:lnTo>
                <a:cubicBezTo>
                  <a:pt x="1846" y="1044"/>
                  <a:pt x="3373" y="0"/>
                  <a:pt x="4818" y="0"/>
                </a:cubicBezTo>
                <a:cubicBezTo>
                  <a:pt x="6907" y="0"/>
                  <a:pt x="8512" y="1205"/>
                  <a:pt x="9637" y="3614"/>
                </a:cubicBezTo>
                <a:lnTo>
                  <a:pt x="9637" y="237328"/>
                </a:lnTo>
                <a:cubicBezTo>
                  <a:pt x="8352" y="239577"/>
                  <a:pt x="6907" y="240701"/>
                  <a:pt x="5300" y="240701"/>
                </a:cubicBezTo>
                <a:lnTo>
                  <a:pt x="4818" y="2407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78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27A7577F-C356-43EB-8D8E-5DCB3099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687" y="4271405"/>
            <a:ext cx="88184" cy="109066"/>
          </a:xfrm>
          <a:custGeom xmlns:a="http://schemas.openxmlformats.org/drawingml/2006/main">
            <a:pathLst>
              <a:path w="88184" h="109066">
                <a:moveTo>
                  <a:pt x="18793" y="37024"/>
                </a:moveTo>
                <a:cubicBezTo>
                  <a:pt x="18793" y="31885"/>
                  <a:pt x="20078" y="26664"/>
                  <a:pt x="22649" y="21363"/>
                </a:cubicBezTo>
                <a:cubicBezTo>
                  <a:pt x="25218" y="16062"/>
                  <a:pt x="29716" y="11163"/>
                  <a:pt x="36141" y="6666"/>
                </a:cubicBezTo>
                <a:cubicBezTo>
                  <a:pt x="42566" y="2168"/>
                  <a:pt x="50356" y="0"/>
                  <a:pt x="59513" y="160"/>
                </a:cubicBezTo>
                <a:cubicBezTo>
                  <a:pt x="69471" y="160"/>
                  <a:pt x="76700" y="2329"/>
                  <a:pt x="81197" y="6666"/>
                </a:cubicBezTo>
                <a:cubicBezTo>
                  <a:pt x="85695" y="11003"/>
                  <a:pt x="88024" y="15822"/>
                  <a:pt x="88184" y="21123"/>
                </a:cubicBezTo>
                <a:cubicBezTo>
                  <a:pt x="88184" y="26262"/>
                  <a:pt x="86819" y="30037"/>
                  <a:pt x="84089" y="32447"/>
                </a:cubicBezTo>
                <a:cubicBezTo>
                  <a:pt x="81358" y="34856"/>
                  <a:pt x="78306" y="36141"/>
                  <a:pt x="74933" y="36302"/>
                </a:cubicBezTo>
                <a:cubicBezTo>
                  <a:pt x="72844" y="36302"/>
                  <a:pt x="70917" y="35659"/>
                  <a:pt x="69150" y="34374"/>
                </a:cubicBezTo>
                <a:cubicBezTo>
                  <a:pt x="67383" y="33089"/>
                  <a:pt x="66419" y="31001"/>
                  <a:pt x="66259" y="28110"/>
                </a:cubicBezTo>
                <a:cubicBezTo>
                  <a:pt x="66259" y="25540"/>
                  <a:pt x="66982" y="23291"/>
                  <a:pt x="68427" y="21363"/>
                </a:cubicBezTo>
                <a:cubicBezTo>
                  <a:pt x="69872" y="19436"/>
                  <a:pt x="71239" y="17990"/>
                  <a:pt x="72523" y="17026"/>
                </a:cubicBezTo>
                <a:cubicBezTo>
                  <a:pt x="73808" y="16062"/>
                  <a:pt x="74852" y="15581"/>
                  <a:pt x="75656" y="15581"/>
                </a:cubicBezTo>
                <a:cubicBezTo>
                  <a:pt x="75816" y="15581"/>
                  <a:pt x="75897" y="15500"/>
                  <a:pt x="75897" y="15340"/>
                </a:cubicBezTo>
                <a:cubicBezTo>
                  <a:pt x="75897" y="14858"/>
                  <a:pt x="75334" y="14135"/>
                  <a:pt x="74209" y="13171"/>
                </a:cubicBezTo>
                <a:cubicBezTo>
                  <a:pt x="73085" y="12207"/>
                  <a:pt x="71078" y="11324"/>
                  <a:pt x="68187" y="10521"/>
                </a:cubicBezTo>
                <a:cubicBezTo>
                  <a:pt x="65295" y="9718"/>
                  <a:pt x="62162" y="9236"/>
                  <a:pt x="58789" y="9076"/>
                </a:cubicBezTo>
                <a:cubicBezTo>
                  <a:pt x="51079" y="9076"/>
                  <a:pt x="45458" y="11163"/>
                  <a:pt x="41924" y="15340"/>
                </a:cubicBezTo>
                <a:cubicBezTo>
                  <a:pt x="38390" y="19516"/>
                  <a:pt x="36543" y="23773"/>
                  <a:pt x="36382" y="28110"/>
                </a:cubicBezTo>
                <a:cubicBezTo>
                  <a:pt x="36382" y="32125"/>
                  <a:pt x="37908" y="34936"/>
                  <a:pt x="40960" y="36543"/>
                </a:cubicBezTo>
                <a:cubicBezTo>
                  <a:pt x="44012" y="38149"/>
                  <a:pt x="48430" y="39514"/>
                  <a:pt x="54212" y="40639"/>
                </a:cubicBezTo>
                <a:cubicBezTo>
                  <a:pt x="59994" y="41763"/>
                  <a:pt x="64171" y="42968"/>
                  <a:pt x="66741" y="44253"/>
                </a:cubicBezTo>
                <a:cubicBezTo>
                  <a:pt x="77342" y="48911"/>
                  <a:pt x="82643" y="56621"/>
                  <a:pt x="82643" y="67383"/>
                </a:cubicBezTo>
                <a:cubicBezTo>
                  <a:pt x="82643" y="71881"/>
                  <a:pt x="81759" y="76378"/>
                  <a:pt x="79993" y="80876"/>
                </a:cubicBezTo>
                <a:cubicBezTo>
                  <a:pt x="78225" y="85374"/>
                  <a:pt x="75576" y="89871"/>
                  <a:pt x="72041" y="94369"/>
                </a:cubicBezTo>
                <a:cubicBezTo>
                  <a:pt x="68507" y="98867"/>
                  <a:pt x="63447" y="102400"/>
                  <a:pt x="56862" y="104970"/>
                </a:cubicBezTo>
                <a:cubicBezTo>
                  <a:pt x="50276" y="107541"/>
                  <a:pt x="42726" y="108906"/>
                  <a:pt x="34213" y="109066"/>
                </a:cubicBezTo>
                <a:cubicBezTo>
                  <a:pt x="21845" y="109066"/>
                  <a:pt x="13091" y="106737"/>
                  <a:pt x="7951" y="102079"/>
                </a:cubicBezTo>
                <a:cubicBezTo>
                  <a:pt x="2810" y="97421"/>
                  <a:pt x="160" y="91960"/>
                  <a:pt x="0" y="85695"/>
                </a:cubicBezTo>
                <a:cubicBezTo>
                  <a:pt x="0" y="79431"/>
                  <a:pt x="1686" y="74933"/>
                  <a:pt x="5059" y="72202"/>
                </a:cubicBezTo>
                <a:cubicBezTo>
                  <a:pt x="8433" y="69471"/>
                  <a:pt x="11967" y="68106"/>
                  <a:pt x="15661" y="68106"/>
                </a:cubicBezTo>
                <a:cubicBezTo>
                  <a:pt x="18071" y="68106"/>
                  <a:pt x="20320" y="68829"/>
                  <a:pt x="22408" y="70275"/>
                </a:cubicBezTo>
                <a:cubicBezTo>
                  <a:pt x="24495" y="71720"/>
                  <a:pt x="25621" y="74210"/>
                  <a:pt x="25781" y="77744"/>
                </a:cubicBezTo>
                <a:cubicBezTo>
                  <a:pt x="25781" y="81920"/>
                  <a:pt x="24335" y="85454"/>
                  <a:pt x="21444" y="88345"/>
                </a:cubicBezTo>
                <a:cubicBezTo>
                  <a:pt x="18552" y="91236"/>
                  <a:pt x="16063" y="92682"/>
                  <a:pt x="13975" y="92682"/>
                </a:cubicBezTo>
                <a:cubicBezTo>
                  <a:pt x="13653" y="92843"/>
                  <a:pt x="13412" y="92923"/>
                  <a:pt x="13252" y="92923"/>
                </a:cubicBezTo>
                <a:cubicBezTo>
                  <a:pt x="13091" y="92923"/>
                  <a:pt x="13011" y="93084"/>
                  <a:pt x="13011" y="93405"/>
                </a:cubicBezTo>
                <a:cubicBezTo>
                  <a:pt x="13171" y="93887"/>
                  <a:pt x="13814" y="94530"/>
                  <a:pt x="14939" y="95333"/>
                </a:cubicBezTo>
                <a:cubicBezTo>
                  <a:pt x="16063" y="96136"/>
                  <a:pt x="18552" y="97180"/>
                  <a:pt x="22408" y="98465"/>
                </a:cubicBezTo>
                <a:cubicBezTo>
                  <a:pt x="26262" y="99750"/>
                  <a:pt x="30680" y="100312"/>
                  <a:pt x="35659" y="100151"/>
                </a:cubicBezTo>
                <a:cubicBezTo>
                  <a:pt x="41442" y="100151"/>
                  <a:pt x="46422" y="99268"/>
                  <a:pt x="50598" y="97501"/>
                </a:cubicBezTo>
                <a:cubicBezTo>
                  <a:pt x="54773" y="95734"/>
                  <a:pt x="57826" y="93486"/>
                  <a:pt x="59753" y="90755"/>
                </a:cubicBezTo>
                <a:cubicBezTo>
                  <a:pt x="61681" y="88024"/>
                  <a:pt x="63046" y="85534"/>
                  <a:pt x="63850" y="83286"/>
                </a:cubicBezTo>
                <a:cubicBezTo>
                  <a:pt x="64653" y="81037"/>
                  <a:pt x="65054" y="79029"/>
                  <a:pt x="65054" y="77262"/>
                </a:cubicBezTo>
                <a:cubicBezTo>
                  <a:pt x="65054" y="72764"/>
                  <a:pt x="63367" y="69391"/>
                  <a:pt x="59994" y="67142"/>
                </a:cubicBezTo>
                <a:cubicBezTo>
                  <a:pt x="56621" y="64894"/>
                  <a:pt x="52767" y="63528"/>
                  <a:pt x="48430" y="63046"/>
                </a:cubicBezTo>
                <a:cubicBezTo>
                  <a:pt x="44093" y="62564"/>
                  <a:pt x="39353" y="61360"/>
                  <a:pt x="34213" y="59432"/>
                </a:cubicBezTo>
                <a:cubicBezTo>
                  <a:pt x="29074" y="57505"/>
                  <a:pt x="25298" y="54694"/>
                  <a:pt x="22889" y="50999"/>
                </a:cubicBezTo>
                <a:cubicBezTo>
                  <a:pt x="20158" y="46984"/>
                  <a:pt x="18793" y="42325"/>
                  <a:pt x="18793" y="370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79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95CA9B9B-C8A9-4A29-AB3A-F4855D13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712" y="4348908"/>
            <a:ext cx="31805" cy="76058"/>
          </a:xfrm>
          <a:custGeom xmlns:a="http://schemas.openxmlformats.org/drawingml/2006/main">
            <a:pathLst>
              <a:path w="31805" h="76058">
                <a:moveTo>
                  <a:pt x="0" y="20721"/>
                </a:moveTo>
                <a:cubicBezTo>
                  <a:pt x="0" y="20721"/>
                  <a:pt x="0" y="18713"/>
                  <a:pt x="0" y="14697"/>
                </a:cubicBezTo>
                <a:cubicBezTo>
                  <a:pt x="0" y="10682"/>
                  <a:pt x="1286" y="7228"/>
                  <a:pt x="3856" y="4337"/>
                </a:cubicBezTo>
                <a:cubicBezTo>
                  <a:pt x="6425" y="1446"/>
                  <a:pt x="9880" y="0"/>
                  <a:pt x="14217" y="0"/>
                </a:cubicBezTo>
                <a:cubicBezTo>
                  <a:pt x="18714" y="0"/>
                  <a:pt x="22729" y="2008"/>
                  <a:pt x="26264" y="6023"/>
                </a:cubicBezTo>
                <a:cubicBezTo>
                  <a:pt x="29797" y="10040"/>
                  <a:pt x="31645" y="17107"/>
                  <a:pt x="31805" y="27226"/>
                </a:cubicBezTo>
                <a:cubicBezTo>
                  <a:pt x="31805" y="32849"/>
                  <a:pt x="31082" y="38310"/>
                  <a:pt x="29637" y="43611"/>
                </a:cubicBezTo>
                <a:cubicBezTo>
                  <a:pt x="28190" y="48912"/>
                  <a:pt x="26504" y="53489"/>
                  <a:pt x="24576" y="57344"/>
                </a:cubicBezTo>
                <a:cubicBezTo>
                  <a:pt x="22649" y="61199"/>
                  <a:pt x="20560" y="64492"/>
                  <a:pt x="18312" y="67223"/>
                </a:cubicBezTo>
                <a:cubicBezTo>
                  <a:pt x="16063" y="69953"/>
                  <a:pt x="14135" y="72122"/>
                  <a:pt x="12529" y="73728"/>
                </a:cubicBezTo>
                <a:cubicBezTo>
                  <a:pt x="10923" y="75334"/>
                  <a:pt x="9880" y="76058"/>
                  <a:pt x="9397" y="75897"/>
                </a:cubicBezTo>
                <a:cubicBezTo>
                  <a:pt x="8754" y="75897"/>
                  <a:pt x="7711" y="75174"/>
                  <a:pt x="6265" y="73728"/>
                </a:cubicBezTo>
                <a:cubicBezTo>
                  <a:pt x="4819" y="72283"/>
                  <a:pt x="4096" y="71239"/>
                  <a:pt x="4096" y="70596"/>
                </a:cubicBezTo>
                <a:cubicBezTo>
                  <a:pt x="4096" y="69953"/>
                  <a:pt x="4980" y="68668"/>
                  <a:pt x="6747" y="66741"/>
                </a:cubicBezTo>
                <a:cubicBezTo>
                  <a:pt x="8513" y="64813"/>
                  <a:pt x="10521" y="62404"/>
                  <a:pt x="12770" y="59513"/>
                </a:cubicBezTo>
                <a:cubicBezTo>
                  <a:pt x="15019" y="56622"/>
                  <a:pt x="17107" y="52606"/>
                  <a:pt x="19035" y="47466"/>
                </a:cubicBezTo>
                <a:cubicBezTo>
                  <a:pt x="20963" y="42325"/>
                  <a:pt x="22247" y="36463"/>
                  <a:pt x="22890" y="29877"/>
                </a:cubicBezTo>
                <a:lnTo>
                  <a:pt x="22890" y="26986"/>
                </a:lnTo>
                <a:lnTo>
                  <a:pt x="22649" y="27226"/>
                </a:lnTo>
                <a:cubicBezTo>
                  <a:pt x="22328" y="27387"/>
                  <a:pt x="21927" y="27548"/>
                  <a:pt x="21444" y="27708"/>
                </a:cubicBezTo>
                <a:cubicBezTo>
                  <a:pt x="20963" y="27869"/>
                  <a:pt x="20480" y="28110"/>
                  <a:pt x="19999" y="28431"/>
                </a:cubicBezTo>
                <a:cubicBezTo>
                  <a:pt x="19516" y="28752"/>
                  <a:pt x="18794" y="28913"/>
                  <a:pt x="17830" y="28913"/>
                </a:cubicBezTo>
                <a:cubicBezTo>
                  <a:pt x="16866" y="28913"/>
                  <a:pt x="15903" y="28994"/>
                  <a:pt x="14939" y="29154"/>
                </a:cubicBezTo>
                <a:cubicBezTo>
                  <a:pt x="10602" y="29154"/>
                  <a:pt x="7068" y="27788"/>
                  <a:pt x="4337" y="25058"/>
                </a:cubicBezTo>
                <a:lnTo>
                  <a:pt x="0" y="207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80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AED23780-75F1-4A11-8F89-E06D0BBF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499" y="4271565"/>
            <a:ext cx="104327" cy="109147"/>
          </a:xfrm>
          <a:custGeom xmlns:a="http://schemas.openxmlformats.org/drawingml/2006/main">
            <a:pathLst>
              <a:path w="104327" h="109147">
                <a:moveTo>
                  <a:pt x="75173" y="25058"/>
                </a:moveTo>
                <a:cubicBezTo>
                  <a:pt x="73568" y="25058"/>
                  <a:pt x="69311" y="24175"/>
                  <a:pt x="62404" y="22407"/>
                </a:cubicBezTo>
                <a:cubicBezTo>
                  <a:pt x="55497" y="20641"/>
                  <a:pt x="50436" y="19758"/>
                  <a:pt x="47224" y="19758"/>
                </a:cubicBezTo>
                <a:cubicBezTo>
                  <a:pt x="44012" y="19758"/>
                  <a:pt x="41281" y="20078"/>
                  <a:pt x="39033" y="20721"/>
                </a:cubicBezTo>
                <a:cubicBezTo>
                  <a:pt x="36784" y="21364"/>
                  <a:pt x="34936" y="22167"/>
                  <a:pt x="33491" y="23131"/>
                </a:cubicBezTo>
                <a:cubicBezTo>
                  <a:pt x="32045" y="24094"/>
                  <a:pt x="31082" y="24978"/>
                  <a:pt x="30599" y="25781"/>
                </a:cubicBezTo>
                <a:cubicBezTo>
                  <a:pt x="30118" y="26584"/>
                  <a:pt x="29555" y="27468"/>
                  <a:pt x="28913" y="28431"/>
                </a:cubicBezTo>
                <a:lnTo>
                  <a:pt x="28431" y="29395"/>
                </a:lnTo>
                <a:cubicBezTo>
                  <a:pt x="27949" y="29877"/>
                  <a:pt x="26745" y="30118"/>
                  <a:pt x="24817" y="30118"/>
                </a:cubicBezTo>
                <a:cubicBezTo>
                  <a:pt x="21444" y="30118"/>
                  <a:pt x="19757" y="29476"/>
                  <a:pt x="19757" y="28190"/>
                </a:cubicBezTo>
                <a:cubicBezTo>
                  <a:pt x="19757" y="27387"/>
                  <a:pt x="19998" y="26263"/>
                  <a:pt x="20480" y="24817"/>
                </a:cubicBezTo>
                <a:cubicBezTo>
                  <a:pt x="22568" y="18552"/>
                  <a:pt x="26022" y="13171"/>
                  <a:pt x="30840" y="8674"/>
                </a:cubicBezTo>
                <a:cubicBezTo>
                  <a:pt x="35659" y="4176"/>
                  <a:pt x="40960" y="1446"/>
                  <a:pt x="46742" y="482"/>
                </a:cubicBezTo>
                <a:cubicBezTo>
                  <a:pt x="48670" y="160"/>
                  <a:pt x="50035" y="0"/>
                  <a:pt x="50839" y="0"/>
                </a:cubicBezTo>
                <a:cubicBezTo>
                  <a:pt x="54855" y="0"/>
                  <a:pt x="58469" y="1366"/>
                  <a:pt x="61681" y="4096"/>
                </a:cubicBezTo>
                <a:cubicBezTo>
                  <a:pt x="64894" y="6827"/>
                  <a:pt x="67946" y="9477"/>
                  <a:pt x="70836" y="12047"/>
                </a:cubicBezTo>
                <a:cubicBezTo>
                  <a:pt x="73728" y="14617"/>
                  <a:pt x="76780" y="15983"/>
                  <a:pt x="79993" y="16143"/>
                </a:cubicBezTo>
                <a:cubicBezTo>
                  <a:pt x="83526" y="16143"/>
                  <a:pt x="87060" y="13493"/>
                  <a:pt x="90594" y="8192"/>
                </a:cubicBezTo>
                <a:cubicBezTo>
                  <a:pt x="94128" y="2891"/>
                  <a:pt x="95976" y="241"/>
                  <a:pt x="96136" y="241"/>
                </a:cubicBezTo>
                <a:cubicBezTo>
                  <a:pt x="96296" y="80"/>
                  <a:pt x="97501" y="0"/>
                  <a:pt x="99750" y="0"/>
                </a:cubicBezTo>
                <a:lnTo>
                  <a:pt x="102882" y="0"/>
                </a:lnTo>
                <a:cubicBezTo>
                  <a:pt x="103846" y="964"/>
                  <a:pt x="104327" y="1606"/>
                  <a:pt x="104327" y="1928"/>
                </a:cubicBezTo>
                <a:cubicBezTo>
                  <a:pt x="104327" y="2570"/>
                  <a:pt x="103926" y="3695"/>
                  <a:pt x="103123" y="5301"/>
                </a:cubicBezTo>
                <a:cubicBezTo>
                  <a:pt x="102319" y="6907"/>
                  <a:pt x="101195" y="8594"/>
                  <a:pt x="99750" y="10360"/>
                </a:cubicBezTo>
                <a:cubicBezTo>
                  <a:pt x="98304" y="12127"/>
                  <a:pt x="96938" y="13895"/>
                  <a:pt x="95653" y="15661"/>
                </a:cubicBezTo>
                <a:cubicBezTo>
                  <a:pt x="94369" y="17428"/>
                  <a:pt x="93244" y="18954"/>
                  <a:pt x="92280" y="20239"/>
                </a:cubicBezTo>
                <a:lnTo>
                  <a:pt x="90594" y="22407"/>
                </a:lnTo>
                <a:cubicBezTo>
                  <a:pt x="83687" y="30600"/>
                  <a:pt x="72764" y="41442"/>
                  <a:pt x="57826" y="54935"/>
                </a:cubicBezTo>
                <a:cubicBezTo>
                  <a:pt x="42887" y="68428"/>
                  <a:pt x="33651" y="77102"/>
                  <a:pt x="30118" y="80957"/>
                </a:cubicBezTo>
                <a:lnTo>
                  <a:pt x="27226" y="83848"/>
                </a:lnTo>
                <a:lnTo>
                  <a:pt x="30840" y="84089"/>
                </a:lnTo>
                <a:cubicBezTo>
                  <a:pt x="34375" y="84089"/>
                  <a:pt x="39514" y="84972"/>
                  <a:pt x="46261" y="86739"/>
                </a:cubicBezTo>
                <a:cubicBezTo>
                  <a:pt x="53007" y="88506"/>
                  <a:pt x="58066" y="89389"/>
                  <a:pt x="61440" y="89389"/>
                </a:cubicBezTo>
                <a:cubicBezTo>
                  <a:pt x="67544" y="89389"/>
                  <a:pt x="73165" y="87864"/>
                  <a:pt x="78306" y="84812"/>
                </a:cubicBezTo>
                <a:cubicBezTo>
                  <a:pt x="83446" y="81760"/>
                  <a:pt x="86819" y="77744"/>
                  <a:pt x="88426" y="72765"/>
                </a:cubicBezTo>
                <a:cubicBezTo>
                  <a:pt x="89068" y="71319"/>
                  <a:pt x="89631" y="70435"/>
                  <a:pt x="90112" y="70114"/>
                </a:cubicBezTo>
                <a:cubicBezTo>
                  <a:pt x="90594" y="69793"/>
                  <a:pt x="91799" y="69632"/>
                  <a:pt x="93726" y="69632"/>
                </a:cubicBezTo>
                <a:cubicBezTo>
                  <a:pt x="96778" y="69632"/>
                  <a:pt x="98304" y="70435"/>
                  <a:pt x="98304" y="72042"/>
                </a:cubicBezTo>
                <a:cubicBezTo>
                  <a:pt x="98304" y="72845"/>
                  <a:pt x="98224" y="73568"/>
                  <a:pt x="98063" y="74210"/>
                </a:cubicBezTo>
                <a:cubicBezTo>
                  <a:pt x="95333" y="84169"/>
                  <a:pt x="90032" y="92441"/>
                  <a:pt x="82161" y="99027"/>
                </a:cubicBezTo>
                <a:cubicBezTo>
                  <a:pt x="74290" y="105613"/>
                  <a:pt x="66419" y="108986"/>
                  <a:pt x="58549" y="109147"/>
                </a:cubicBezTo>
                <a:cubicBezTo>
                  <a:pt x="54372" y="109147"/>
                  <a:pt x="50678" y="107781"/>
                  <a:pt x="47466" y="105051"/>
                </a:cubicBezTo>
                <a:cubicBezTo>
                  <a:pt x="44253" y="102320"/>
                  <a:pt x="41121" y="99589"/>
                  <a:pt x="38069" y="96859"/>
                </a:cubicBezTo>
                <a:cubicBezTo>
                  <a:pt x="35016" y="94128"/>
                  <a:pt x="31964" y="92763"/>
                  <a:pt x="28913" y="92763"/>
                </a:cubicBezTo>
                <a:cubicBezTo>
                  <a:pt x="21845" y="92763"/>
                  <a:pt x="15500" y="97582"/>
                  <a:pt x="9878" y="107219"/>
                </a:cubicBezTo>
                <a:cubicBezTo>
                  <a:pt x="8915" y="108504"/>
                  <a:pt x="7550" y="109147"/>
                  <a:pt x="5782" y="109147"/>
                </a:cubicBezTo>
                <a:lnTo>
                  <a:pt x="4578" y="109147"/>
                </a:lnTo>
                <a:lnTo>
                  <a:pt x="1445" y="109147"/>
                </a:lnTo>
                <a:cubicBezTo>
                  <a:pt x="481" y="108183"/>
                  <a:pt x="0" y="107460"/>
                  <a:pt x="0" y="106978"/>
                </a:cubicBezTo>
                <a:cubicBezTo>
                  <a:pt x="0" y="104569"/>
                  <a:pt x="4658" y="97662"/>
                  <a:pt x="13975" y="86258"/>
                </a:cubicBezTo>
                <a:cubicBezTo>
                  <a:pt x="20239" y="79029"/>
                  <a:pt x="30840" y="68588"/>
                  <a:pt x="45779" y="54935"/>
                </a:cubicBezTo>
                <a:cubicBezTo>
                  <a:pt x="60717" y="41281"/>
                  <a:pt x="69953" y="32607"/>
                  <a:pt x="73487" y="28913"/>
                </a:cubicBezTo>
                <a:cubicBezTo>
                  <a:pt x="75415" y="26343"/>
                  <a:pt x="75977" y="25058"/>
                  <a:pt x="75173" y="2505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81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3AEAA9AE-07C8-4AC7-8571-346F7DF1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4355" y="4197355"/>
            <a:ext cx="57586" cy="240942"/>
          </a:xfrm>
          <a:custGeom xmlns:a="http://schemas.openxmlformats.org/drawingml/2006/main">
            <a:pathLst>
              <a:path w="57586" h="240942">
                <a:moveTo>
                  <a:pt x="1205" y="241"/>
                </a:moveTo>
                <a:lnTo>
                  <a:pt x="2168" y="0"/>
                </a:lnTo>
                <a:cubicBezTo>
                  <a:pt x="2972" y="0"/>
                  <a:pt x="3775" y="0"/>
                  <a:pt x="4578" y="0"/>
                </a:cubicBezTo>
                <a:lnTo>
                  <a:pt x="7469" y="0"/>
                </a:lnTo>
                <a:lnTo>
                  <a:pt x="14215" y="5782"/>
                </a:lnTo>
                <a:cubicBezTo>
                  <a:pt x="29314" y="19436"/>
                  <a:pt x="40318" y="36462"/>
                  <a:pt x="47225" y="56862"/>
                </a:cubicBezTo>
                <a:cubicBezTo>
                  <a:pt x="54132" y="77262"/>
                  <a:pt x="57586" y="98465"/>
                  <a:pt x="57586" y="120471"/>
                </a:cubicBezTo>
                <a:cubicBezTo>
                  <a:pt x="57586" y="131394"/>
                  <a:pt x="56783" y="141915"/>
                  <a:pt x="55176" y="152034"/>
                </a:cubicBezTo>
                <a:cubicBezTo>
                  <a:pt x="53570" y="162154"/>
                  <a:pt x="51722" y="170748"/>
                  <a:pt x="49634" y="177815"/>
                </a:cubicBezTo>
                <a:cubicBezTo>
                  <a:pt x="47546" y="184883"/>
                  <a:pt x="44574" y="191950"/>
                  <a:pt x="40720" y="199018"/>
                </a:cubicBezTo>
                <a:cubicBezTo>
                  <a:pt x="36864" y="206086"/>
                  <a:pt x="33813" y="211467"/>
                  <a:pt x="31563" y="215161"/>
                </a:cubicBezTo>
                <a:cubicBezTo>
                  <a:pt x="29314" y="218856"/>
                  <a:pt x="26022" y="222952"/>
                  <a:pt x="21685" y="227449"/>
                </a:cubicBezTo>
                <a:cubicBezTo>
                  <a:pt x="17348" y="231947"/>
                  <a:pt x="14778" y="234597"/>
                  <a:pt x="13975" y="235400"/>
                </a:cubicBezTo>
                <a:cubicBezTo>
                  <a:pt x="13171" y="236204"/>
                  <a:pt x="11325" y="237729"/>
                  <a:pt x="8433" y="239978"/>
                </a:cubicBezTo>
                <a:cubicBezTo>
                  <a:pt x="7952" y="240460"/>
                  <a:pt x="7630" y="240781"/>
                  <a:pt x="7469" y="240942"/>
                </a:cubicBezTo>
                <a:lnTo>
                  <a:pt x="4578" y="240942"/>
                </a:lnTo>
                <a:cubicBezTo>
                  <a:pt x="3293" y="240942"/>
                  <a:pt x="2409" y="240942"/>
                  <a:pt x="1928" y="240942"/>
                </a:cubicBezTo>
                <a:cubicBezTo>
                  <a:pt x="1446" y="240942"/>
                  <a:pt x="1044" y="240701"/>
                  <a:pt x="723" y="240219"/>
                </a:cubicBezTo>
                <a:cubicBezTo>
                  <a:pt x="402" y="239737"/>
                  <a:pt x="160" y="239014"/>
                  <a:pt x="0" y="238051"/>
                </a:cubicBezTo>
                <a:cubicBezTo>
                  <a:pt x="160" y="237890"/>
                  <a:pt x="1044" y="236846"/>
                  <a:pt x="2651" y="234918"/>
                </a:cubicBezTo>
                <a:cubicBezTo>
                  <a:pt x="27548" y="209057"/>
                  <a:pt x="39996" y="170908"/>
                  <a:pt x="39996" y="120471"/>
                </a:cubicBezTo>
                <a:cubicBezTo>
                  <a:pt x="39996" y="70034"/>
                  <a:pt x="27548" y="31885"/>
                  <a:pt x="2651" y="6023"/>
                </a:cubicBezTo>
                <a:cubicBezTo>
                  <a:pt x="1044" y="4096"/>
                  <a:pt x="160" y="3052"/>
                  <a:pt x="0" y="2891"/>
                </a:cubicBezTo>
                <a:cubicBezTo>
                  <a:pt x="0" y="1606"/>
                  <a:pt x="402" y="723"/>
                  <a:pt x="1205" y="2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82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A5780E6D-C226-4654-95E9-98ECBD0E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773" y="607990"/>
            <a:ext cx="1723668" cy="738419"/>
          </a:xfrm>
          <a:custGeom xmlns:a="http://schemas.openxmlformats.org/drawingml/2006/main">
            <a:pathLst>
              <a:path w="1723668" h="738419">
                <a:moveTo>
                  <a:pt x="110730" y="0"/>
                </a:moveTo>
                <a:lnTo>
                  <a:pt x="1612939" y="0"/>
                </a:lnTo>
                <a:cubicBezTo>
                  <a:pt x="1620209" y="0"/>
                  <a:pt x="1627410" y="709"/>
                  <a:pt x="1634541" y="2128"/>
                </a:cubicBezTo>
                <a:cubicBezTo>
                  <a:pt x="1641672" y="3546"/>
                  <a:pt x="1648595" y="5647"/>
                  <a:pt x="1655313" y="8429"/>
                </a:cubicBezTo>
                <a:cubicBezTo>
                  <a:pt x="1662029" y="11211"/>
                  <a:pt x="1668411" y="14622"/>
                  <a:pt x="1674456" y="18661"/>
                </a:cubicBezTo>
                <a:cubicBezTo>
                  <a:pt x="1680502" y="22700"/>
                  <a:pt x="1686095" y="27291"/>
                  <a:pt x="1691236" y="32432"/>
                </a:cubicBezTo>
                <a:cubicBezTo>
                  <a:pt x="1696377" y="37573"/>
                  <a:pt x="1700966" y="43165"/>
                  <a:pt x="1705005" y="49211"/>
                </a:cubicBezTo>
                <a:cubicBezTo>
                  <a:pt x="1709045" y="55256"/>
                  <a:pt x="1712456" y="61637"/>
                  <a:pt x="1715238" y="68355"/>
                </a:cubicBezTo>
                <a:cubicBezTo>
                  <a:pt x="1718021" y="75072"/>
                  <a:pt x="1720122" y="81996"/>
                  <a:pt x="1721539" y="89127"/>
                </a:cubicBezTo>
                <a:cubicBezTo>
                  <a:pt x="1722958" y="96257"/>
                  <a:pt x="1723667" y="103458"/>
                  <a:pt x="1723668" y="110729"/>
                </a:cubicBezTo>
                <a:lnTo>
                  <a:pt x="1723668" y="627691"/>
                </a:lnTo>
                <a:cubicBezTo>
                  <a:pt x="1723667" y="634961"/>
                  <a:pt x="1722958" y="642162"/>
                  <a:pt x="1721539" y="649292"/>
                </a:cubicBezTo>
                <a:cubicBezTo>
                  <a:pt x="1720122" y="656423"/>
                  <a:pt x="1718021" y="663347"/>
                  <a:pt x="1715238" y="670064"/>
                </a:cubicBezTo>
                <a:cubicBezTo>
                  <a:pt x="1712456" y="676781"/>
                  <a:pt x="1709045" y="683162"/>
                  <a:pt x="1705005" y="689208"/>
                </a:cubicBezTo>
                <a:cubicBezTo>
                  <a:pt x="1700966" y="695253"/>
                  <a:pt x="1696377" y="700846"/>
                  <a:pt x="1691236" y="705988"/>
                </a:cubicBezTo>
                <a:cubicBezTo>
                  <a:pt x="1686095" y="711128"/>
                  <a:pt x="1680502" y="715719"/>
                  <a:pt x="1674456" y="719758"/>
                </a:cubicBezTo>
                <a:cubicBezTo>
                  <a:pt x="1668411" y="723797"/>
                  <a:pt x="1662029" y="727208"/>
                  <a:pt x="1655313" y="729990"/>
                </a:cubicBezTo>
                <a:cubicBezTo>
                  <a:pt x="1648595" y="732772"/>
                  <a:pt x="1641672" y="734873"/>
                  <a:pt x="1634541" y="736292"/>
                </a:cubicBezTo>
                <a:cubicBezTo>
                  <a:pt x="1627410" y="737710"/>
                  <a:pt x="1620209" y="738419"/>
                  <a:pt x="1612939" y="738419"/>
                </a:cubicBezTo>
                <a:lnTo>
                  <a:pt x="110730" y="738419"/>
                </a:lnTo>
                <a:cubicBezTo>
                  <a:pt x="103459" y="738419"/>
                  <a:pt x="96259" y="737710"/>
                  <a:pt x="89127" y="736292"/>
                </a:cubicBezTo>
                <a:cubicBezTo>
                  <a:pt x="81997" y="734873"/>
                  <a:pt x="75072" y="732772"/>
                  <a:pt x="68355" y="729990"/>
                </a:cubicBezTo>
                <a:cubicBezTo>
                  <a:pt x="61638" y="727208"/>
                  <a:pt x="55257" y="723797"/>
                  <a:pt x="49211" y="719758"/>
                </a:cubicBezTo>
                <a:cubicBezTo>
                  <a:pt x="43166" y="715719"/>
                  <a:pt x="37573" y="711128"/>
                  <a:pt x="32433" y="705988"/>
                </a:cubicBezTo>
                <a:cubicBezTo>
                  <a:pt x="27291" y="700846"/>
                  <a:pt x="22701" y="695253"/>
                  <a:pt x="18662" y="689208"/>
                </a:cubicBezTo>
                <a:cubicBezTo>
                  <a:pt x="14622" y="683162"/>
                  <a:pt x="11211" y="676781"/>
                  <a:pt x="8430" y="670064"/>
                </a:cubicBezTo>
                <a:cubicBezTo>
                  <a:pt x="5646" y="663347"/>
                  <a:pt x="3546" y="656423"/>
                  <a:pt x="2129" y="649292"/>
                </a:cubicBezTo>
                <a:cubicBezTo>
                  <a:pt x="709" y="642162"/>
                  <a:pt x="0" y="634961"/>
                  <a:pt x="1" y="627691"/>
                </a:cubicBezTo>
                <a:lnTo>
                  <a:pt x="1" y="110729"/>
                </a:lnTo>
                <a:cubicBezTo>
                  <a:pt x="0" y="103458"/>
                  <a:pt x="709" y="96257"/>
                  <a:pt x="2129" y="89127"/>
                </a:cubicBezTo>
                <a:cubicBezTo>
                  <a:pt x="3546" y="81996"/>
                  <a:pt x="5646" y="75072"/>
                  <a:pt x="8430" y="68355"/>
                </a:cubicBezTo>
                <a:cubicBezTo>
                  <a:pt x="11211" y="61637"/>
                  <a:pt x="14622" y="55256"/>
                  <a:pt x="18662" y="49211"/>
                </a:cubicBezTo>
                <a:cubicBezTo>
                  <a:pt x="22701" y="43165"/>
                  <a:pt x="27291" y="37573"/>
                  <a:pt x="32433" y="32432"/>
                </a:cubicBezTo>
                <a:cubicBezTo>
                  <a:pt x="37573" y="27291"/>
                  <a:pt x="43166" y="22700"/>
                  <a:pt x="49211" y="18661"/>
                </a:cubicBezTo>
                <a:cubicBezTo>
                  <a:pt x="55257" y="14622"/>
                  <a:pt x="61638" y="11211"/>
                  <a:pt x="68355" y="8429"/>
                </a:cubicBezTo>
                <a:cubicBezTo>
                  <a:pt x="75072" y="5647"/>
                  <a:pt x="81997" y="3546"/>
                  <a:pt x="89127" y="2128"/>
                </a:cubicBezTo>
                <a:cubicBezTo>
                  <a:pt x="96259" y="709"/>
                  <a:pt x="103459" y="0"/>
                  <a:pt x="110730" y="0"/>
                </a:cubicBezTo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6895">
            <a:solidFill>
              <a:srgbClr val="000000"/>
            </a:solidFill>
            <a:prstDash val="solid"/>
          </a:ln>
        </p:spPr>
      </p:sp>
      <p:sp>
        <p:nvSpPr>
          <p:cNvPr id="83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9771C59A-B6F1-428B-B450-92419956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160" y="1399774"/>
            <a:ext cx="95" cy="438570"/>
          </a:xfrm>
          <a:custGeom xmlns:a="http://schemas.openxmlformats.org/drawingml/2006/main">
            <a:pathLst>
              <a:path w="95" h="438570">
                <a:moveTo>
                  <a:pt x="0" y="4385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84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7FF29437-E561-42C8-AAF9-E9779C3D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582" y="1358407"/>
            <a:ext cx="55157" cy="55157"/>
          </a:xfrm>
          <a:custGeom xmlns:a="http://schemas.openxmlformats.org/drawingml/2006/main">
            <a:pathLst>
              <a:path w="55157" h="55157">
                <a:moveTo>
                  <a:pt x="27579" y="0"/>
                </a:moveTo>
                <a:lnTo>
                  <a:pt x="55157" y="55157"/>
                </a:lnTo>
                <a:lnTo>
                  <a:pt x="27579" y="41367"/>
                </a:lnTo>
                <a:lnTo>
                  <a:pt x="0" y="55157"/>
                </a:lnTo>
                <a:lnTo>
                  <a:pt x="2757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5CA5886F-7BE3-4654-853F-4EB28167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582" y="1358407"/>
            <a:ext cx="55157" cy="55157"/>
          </a:xfrm>
          <a:custGeom xmlns:a="http://schemas.openxmlformats.org/drawingml/2006/main">
            <a:pathLst>
              <a:path w="55157" h="55157">
                <a:moveTo>
                  <a:pt x="27579" y="0"/>
                </a:moveTo>
                <a:lnTo>
                  <a:pt x="0" y="55157"/>
                </a:lnTo>
                <a:lnTo>
                  <a:pt x="27579" y="41367"/>
                </a:lnTo>
                <a:lnTo>
                  <a:pt x="55157" y="551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86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C9802EEC-5ADF-423F-930A-FBDD6629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272" y="1841791"/>
            <a:ext cx="1068672" cy="979733"/>
          </a:xfrm>
          <a:custGeom xmlns:a="http://schemas.openxmlformats.org/drawingml/2006/main">
            <a:pathLst>
              <a:path w="1068672" h="979733">
                <a:moveTo>
                  <a:pt x="0" y="103420"/>
                </a:moveTo>
                <a:cubicBezTo>
                  <a:pt x="0" y="46333"/>
                  <a:pt x="239244" y="0"/>
                  <a:pt x="534336" y="0"/>
                </a:cubicBezTo>
                <a:cubicBezTo>
                  <a:pt x="676022" y="0"/>
                  <a:pt x="811985" y="10894"/>
                  <a:pt x="912164" y="30268"/>
                </a:cubicBezTo>
                <a:cubicBezTo>
                  <a:pt x="1012343" y="49711"/>
                  <a:pt x="1068672" y="75979"/>
                  <a:pt x="1068672" y="103420"/>
                </a:cubicBezTo>
                <a:lnTo>
                  <a:pt x="1068672" y="876313"/>
                </a:lnTo>
                <a:cubicBezTo>
                  <a:pt x="1068672" y="933400"/>
                  <a:pt x="829428" y="979733"/>
                  <a:pt x="534336" y="979733"/>
                </a:cubicBezTo>
                <a:cubicBezTo>
                  <a:pt x="239244" y="979733"/>
                  <a:pt x="0" y="933400"/>
                  <a:pt x="0" y="876313"/>
                </a:cubicBezTo>
                <a:lnTo>
                  <a:pt x="0" y="103420"/>
                </a:lnTo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6895">
            <a:solidFill>
              <a:srgbClr val="000000"/>
            </a:solidFill>
            <a:prstDash val="solid"/>
          </a:ln>
        </p:spPr>
      </p:sp>
      <p:sp>
        <p:nvSpPr>
          <p:cNvPr id="87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C24D0748-BA89-4267-877B-369F1C31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272" y="1945211"/>
            <a:ext cx="1068672" cy="103420"/>
          </a:xfrm>
          <a:custGeom xmlns:a="http://schemas.openxmlformats.org/drawingml/2006/main">
            <a:pathLst>
              <a:path w="1068672" h="103420">
                <a:moveTo>
                  <a:pt x="1068672" y="0"/>
                </a:moveTo>
                <a:cubicBezTo>
                  <a:pt x="1068672" y="57088"/>
                  <a:pt x="829428" y="103420"/>
                  <a:pt x="534336" y="103420"/>
                </a:cubicBezTo>
                <a:cubicBezTo>
                  <a:pt x="239244" y="103420"/>
                  <a:pt x="0" y="5708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95">
            <a:solidFill>
              <a:srgbClr val="000000"/>
            </a:solidFill>
            <a:prstDash val="solid"/>
          </a:ln>
        </p:spPr>
      </p:sp>
      <p:sp>
        <p:nvSpPr>
          <p:cNvPr id="88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9638C01D-FE8C-4807-83B8-30557978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493" y="1411909"/>
            <a:ext cx="95" cy="514756"/>
          </a:xfrm>
          <a:custGeom xmlns:a="http://schemas.openxmlformats.org/drawingml/2006/main">
            <a:pathLst>
              <a:path w="95" h="514756">
                <a:moveTo>
                  <a:pt x="0" y="0"/>
                </a:moveTo>
                <a:lnTo>
                  <a:pt x="0" y="514756"/>
                </a:lnTo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89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73019B4B-2B63-41AE-B381-73BDD66C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915" y="1912876"/>
            <a:ext cx="55157" cy="55157"/>
          </a:xfrm>
          <a:custGeom xmlns:a="http://schemas.openxmlformats.org/drawingml/2006/main">
            <a:pathLst>
              <a:path w="55157" h="55157">
                <a:moveTo>
                  <a:pt x="27579" y="55157"/>
                </a:moveTo>
                <a:lnTo>
                  <a:pt x="0" y="0"/>
                </a:lnTo>
                <a:lnTo>
                  <a:pt x="27579" y="13789"/>
                </a:lnTo>
                <a:lnTo>
                  <a:pt x="55157" y="0"/>
                </a:lnTo>
                <a:lnTo>
                  <a:pt x="27579" y="551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F232A0DA-D88B-4FFF-993F-F6BE30E5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915" y="1912876"/>
            <a:ext cx="55157" cy="55157"/>
          </a:xfrm>
          <a:custGeom xmlns:a="http://schemas.openxmlformats.org/drawingml/2006/main">
            <a:pathLst>
              <a:path w="55157" h="55157">
                <a:moveTo>
                  <a:pt x="27579" y="55157"/>
                </a:moveTo>
                <a:lnTo>
                  <a:pt x="55157" y="0"/>
                </a:lnTo>
                <a:lnTo>
                  <a:pt x="27579" y="137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91" name="pdf-text-2">
            <a:extLst xmlns:a="http://schemas.openxmlformats.org/drawingml/2006/main">
              <a:ext uri="{FF2B5EF4-FFF2-40B4-BE49-F238E27FC236}">
                <a16:creationId xmlns:a16="http://schemas.microsoft.com/office/drawing/2014/main" id="{755BC42E-2B2C-40F5-A229-22F4864E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6245" y="182524"/>
            <a:ext cx="2437164" cy="20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Relevance Learning</a:t>
            </a:r>
          </a:p>
        </p:txBody>
      </p:sp>
      <p:sp>
        <p:nvSpPr>
          <p:cNvPr id="92" name="pdf-text-3">
            <a:extLst xmlns:a="http://schemas.openxmlformats.org/drawingml/2006/main">
              <a:ext uri="{FF2B5EF4-FFF2-40B4-BE49-F238E27FC236}">
                <a16:creationId xmlns:a16="http://schemas.microsoft.com/office/drawing/2014/main" id="{840475AB-475B-4A0E-9B23-2055FEF7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8721" y="182524"/>
            <a:ext cx="3713434" cy="20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Semantically Relevant Skill Discovery</a:t>
            </a:r>
          </a:p>
        </p:txBody>
      </p:sp>
      <p:sp>
        <p:nvSpPr>
          <p:cNvPr id="93" name="pdf-text-5">
            <a:extLst xmlns:a="http://schemas.openxmlformats.org/drawingml/2006/main">
              <a:ext uri="{FF2B5EF4-FFF2-40B4-BE49-F238E27FC236}">
                <a16:creationId xmlns:a16="http://schemas.microsoft.com/office/drawing/2014/main" id="{FDCE5B49-9457-42A4-A946-6F8D3783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7" y="196314"/>
            <a:ext cx="2011344" cy="20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Interactions with the</a:t>
            </a:r>
          </a:p>
        </p:txBody>
      </p:sp>
      <p:sp>
        <p:nvSpPr>
          <p:cNvPr id="94" name="pdf-text-6">
            <a:extLst xmlns:a="http://schemas.openxmlformats.org/drawingml/2006/main">
              <a:ext uri="{FF2B5EF4-FFF2-40B4-BE49-F238E27FC236}">
                <a16:creationId xmlns:a16="http://schemas.microsoft.com/office/drawing/2014/main" id="{BF756E72-D307-4560-9A77-01FE1231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41" y="444522"/>
            <a:ext cx="1137829" cy="20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Enviroment</a:t>
            </a:r>
          </a:p>
        </p:txBody>
      </p:sp>
      <p:sp>
        <p:nvSpPr>
          <p:cNvPr id="95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13C0218D-CFA9-4098-B7FC-F108AA2E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014" y="587996"/>
            <a:ext cx="1034200" cy="827360"/>
          </a:xfrm>
          <a:custGeom xmlns:a="http://schemas.openxmlformats.org/drawingml/2006/main">
            <a:pathLst>
              <a:path w="1034200" h="827360">
                <a:moveTo>
                  <a:pt x="0" y="103420"/>
                </a:moveTo>
                <a:cubicBezTo>
                  <a:pt x="0" y="46332"/>
                  <a:pt x="231523" y="0"/>
                  <a:pt x="517100" y="0"/>
                </a:cubicBezTo>
                <a:cubicBezTo>
                  <a:pt x="654235" y="0"/>
                  <a:pt x="785785" y="10893"/>
                  <a:pt x="882724" y="30267"/>
                </a:cubicBezTo>
                <a:cubicBezTo>
                  <a:pt x="979732" y="49710"/>
                  <a:pt x="1034200" y="75979"/>
                  <a:pt x="1034200" y="103420"/>
                </a:cubicBezTo>
                <a:lnTo>
                  <a:pt x="1034200" y="723940"/>
                </a:lnTo>
                <a:cubicBezTo>
                  <a:pt x="1034200" y="781028"/>
                  <a:pt x="802677" y="827360"/>
                  <a:pt x="517100" y="827360"/>
                </a:cubicBezTo>
                <a:cubicBezTo>
                  <a:pt x="231523" y="827360"/>
                  <a:pt x="0" y="781028"/>
                  <a:pt x="0" y="723940"/>
                </a:cubicBezTo>
                <a:lnTo>
                  <a:pt x="0" y="103420"/>
                </a:lnTo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6895">
            <a:solidFill>
              <a:srgbClr val="000000"/>
            </a:solidFill>
            <a:prstDash val="solid"/>
          </a:ln>
        </p:spPr>
      </p:sp>
      <p:sp>
        <p:nvSpPr>
          <p:cNvPr id="96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BDE965B9-8451-459C-8037-05399E73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014" y="691416"/>
            <a:ext cx="1034200" cy="103420"/>
          </a:xfrm>
          <a:custGeom xmlns:a="http://schemas.openxmlformats.org/drawingml/2006/main">
            <a:pathLst>
              <a:path w="1034200" h="103420">
                <a:moveTo>
                  <a:pt x="1034200" y="0"/>
                </a:moveTo>
                <a:cubicBezTo>
                  <a:pt x="1034200" y="57088"/>
                  <a:pt x="802677" y="103420"/>
                  <a:pt x="517100" y="103420"/>
                </a:cubicBezTo>
                <a:cubicBezTo>
                  <a:pt x="231523" y="103420"/>
                  <a:pt x="0" y="5708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95">
            <a:solidFill>
              <a:srgbClr val="000000"/>
            </a:solidFill>
            <a:prstDash val="solid"/>
          </a:ln>
        </p:spPr>
      </p:sp>
      <p:sp>
        <p:nvSpPr>
          <p:cNvPr id="97" name="pdf-text-7">
            <a:extLst xmlns:a="http://schemas.openxmlformats.org/drawingml/2006/main">
              <a:ext uri="{FF2B5EF4-FFF2-40B4-BE49-F238E27FC236}">
                <a16:creationId xmlns:a16="http://schemas.microsoft.com/office/drawing/2014/main" id="{2AE81634-CD4D-47EE-A890-C6E984B9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440" y="888752"/>
            <a:ext cx="962241" cy="18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Interactions</a:t>
            </a:r>
          </a:p>
        </p:txBody>
      </p:sp>
      <p:sp>
        <p:nvSpPr>
          <p:cNvPr id="98" name="pdf-text-8">
            <a:extLst xmlns:a="http://schemas.openxmlformats.org/drawingml/2006/main">
              <a:ext uri="{FF2B5EF4-FFF2-40B4-BE49-F238E27FC236}">
                <a16:creationId xmlns:a16="http://schemas.microsoft.com/office/drawing/2014/main" id="{E1F7F1AF-6872-4DD4-8294-C6903D27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626" y="1116276"/>
            <a:ext cx="775927" cy="18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Collected</a:t>
            </a:r>
          </a:p>
        </p:txBody>
      </p:sp>
      <p:sp>
        <p:nvSpPr>
          <p:cNvPr id="99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095744B2-6674-4233-B6A5-CE72C23D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823" y="1060281"/>
            <a:ext cx="101131" cy="150631"/>
          </a:xfrm>
          <a:custGeom xmlns:a="http://schemas.openxmlformats.org/drawingml/2006/main">
            <a:pathLst>
              <a:path w="101131" h="150631">
                <a:moveTo>
                  <a:pt x="0" y="67500"/>
                </a:moveTo>
                <a:cubicBezTo>
                  <a:pt x="0" y="51553"/>
                  <a:pt x="6000" y="36395"/>
                  <a:pt x="18000" y="22027"/>
                </a:cubicBezTo>
                <a:cubicBezTo>
                  <a:pt x="29999" y="7658"/>
                  <a:pt x="43500" y="395"/>
                  <a:pt x="58500" y="237"/>
                </a:cubicBezTo>
                <a:cubicBezTo>
                  <a:pt x="67973" y="237"/>
                  <a:pt x="75236" y="4342"/>
                  <a:pt x="80289" y="12553"/>
                </a:cubicBezTo>
                <a:cubicBezTo>
                  <a:pt x="80446" y="12395"/>
                  <a:pt x="80842" y="11921"/>
                  <a:pt x="81473" y="11132"/>
                </a:cubicBezTo>
                <a:cubicBezTo>
                  <a:pt x="82104" y="10342"/>
                  <a:pt x="82973" y="9474"/>
                  <a:pt x="84079" y="8526"/>
                </a:cubicBezTo>
                <a:cubicBezTo>
                  <a:pt x="85183" y="7579"/>
                  <a:pt x="86447" y="6632"/>
                  <a:pt x="87868" y="5685"/>
                </a:cubicBezTo>
                <a:cubicBezTo>
                  <a:pt x="93236" y="1895"/>
                  <a:pt x="96867" y="0"/>
                  <a:pt x="98763" y="0"/>
                </a:cubicBezTo>
                <a:cubicBezTo>
                  <a:pt x="99394" y="0"/>
                  <a:pt x="99946" y="237"/>
                  <a:pt x="100421" y="711"/>
                </a:cubicBezTo>
                <a:cubicBezTo>
                  <a:pt x="100894" y="1184"/>
                  <a:pt x="101131" y="1579"/>
                  <a:pt x="101131" y="1895"/>
                </a:cubicBezTo>
                <a:cubicBezTo>
                  <a:pt x="101131" y="3316"/>
                  <a:pt x="95684" y="25816"/>
                  <a:pt x="84789" y="69395"/>
                </a:cubicBezTo>
                <a:cubicBezTo>
                  <a:pt x="73578" y="114236"/>
                  <a:pt x="67973" y="136973"/>
                  <a:pt x="67973" y="137604"/>
                </a:cubicBezTo>
                <a:cubicBezTo>
                  <a:pt x="67973" y="138868"/>
                  <a:pt x="71526" y="139578"/>
                  <a:pt x="78631" y="139736"/>
                </a:cubicBezTo>
                <a:lnTo>
                  <a:pt x="84552" y="139736"/>
                </a:lnTo>
                <a:cubicBezTo>
                  <a:pt x="85499" y="141000"/>
                  <a:pt x="85973" y="141710"/>
                  <a:pt x="85973" y="141868"/>
                </a:cubicBezTo>
                <a:cubicBezTo>
                  <a:pt x="85973" y="142026"/>
                  <a:pt x="85737" y="143446"/>
                  <a:pt x="85262" y="146131"/>
                </a:cubicBezTo>
                <a:cubicBezTo>
                  <a:pt x="84631" y="148183"/>
                  <a:pt x="83841" y="149683"/>
                  <a:pt x="82894" y="150631"/>
                </a:cubicBezTo>
                <a:lnTo>
                  <a:pt x="79815" y="150631"/>
                </a:lnTo>
                <a:cubicBezTo>
                  <a:pt x="74921" y="150315"/>
                  <a:pt x="66395" y="150157"/>
                  <a:pt x="54236" y="150157"/>
                </a:cubicBezTo>
                <a:cubicBezTo>
                  <a:pt x="49816" y="150157"/>
                  <a:pt x="45789" y="150157"/>
                  <a:pt x="42158" y="150157"/>
                </a:cubicBezTo>
                <a:cubicBezTo>
                  <a:pt x="38526" y="150157"/>
                  <a:pt x="35605" y="150157"/>
                  <a:pt x="33394" y="150157"/>
                </a:cubicBezTo>
                <a:cubicBezTo>
                  <a:pt x="31184" y="150157"/>
                  <a:pt x="29842" y="150236"/>
                  <a:pt x="29368" y="150394"/>
                </a:cubicBezTo>
                <a:cubicBezTo>
                  <a:pt x="27158" y="150394"/>
                  <a:pt x="26052" y="149762"/>
                  <a:pt x="26052" y="148499"/>
                </a:cubicBezTo>
                <a:cubicBezTo>
                  <a:pt x="26052" y="148025"/>
                  <a:pt x="26210" y="146842"/>
                  <a:pt x="26526" y="144946"/>
                </a:cubicBezTo>
                <a:cubicBezTo>
                  <a:pt x="27158" y="142420"/>
                  <a:pt x="27710" y="140920"/>
                  <a:pt x="28184" y="140447"/>
                </a:cubicBezTo>
                <a:cubicBezTo>
                  <a:pt x="28658" y="139973"/>
                  <a:pt x="30237" y="139736"/>
                  <a:pt x="32921" y="139736"/>
                </a:cubicBezTo>
                <a:cubicBezTo>
                  <a:pt x="40500" y="139736"/>
                  <a:pt x="45079" y="139183"/>
                  <a:pt x="46658" y="138078"/>
                </a:cubicBezTo>
                <a:cubicBezTo>
                  <a:pt x="47920" y="137289"/>
                  <a:pt x="50131" y="130341"/>
                  <a:pt x="53289" y="117236"/>
                </a:cubicBezTo>
                <a:cubicBezTo>
                  <a:pt x="56447" y="104131"/>
                  <a:pt x="58105" y="97421"/>
                  <a:pt x="58263" y="97105"/>
                </a:cubicBezTo>
                <a:cubicBezTo>
                  <a:pt x="58263" y="96947"/>
                  <a:pt x="57710" y="97184"/>
                  <a:pt x="56605" y="97816"/>
                </a:cubicBezTo>
                <a:cubicBezTo>
                  <a:pt x="49026" y="103973"/>
                  <a:pt x="41131" y="107052"/>
                  <a:pt x="32921" y="107052"/>
                </a:cubicBezTo>
                <a:cubicBezTo>
                  <a:pt x="24237" y="107052"/>
                  <a:pt x="16579" y="103894"/>
                  <a:pt x="9947" y="97578"/>
                </a:cubicBezTo>
                <a:cubicBezTo>
                  <a:pt x="3316" y="91263"/>
                  <a:pt x="0" y="81236"/>
                  <a:pt x="0" y="67500"/>
                </a:cubicBezTo>
                <a:moveTo>
                  <a:pt x="75552" y="27474"/>
                </a:moveTo>
                <a:cubicBezTo>
                  <a:pt x="71920" y="15000"/>
                  <a:pt x="65999" y="8763"/>
                  <a:pt x="57789" y="8763"/>
                </a:cubicBezTo>
                <a:cubicBezTo>
                  <a:pt x="52263" y="8763"/>
                  <a:pt x="46974" y="11211"/>
                  <a:pt x="41921" y="16105"/>
                </a:cubicBezTo>
                <a:cubicBezTo>
                  <a:pt x="36869" y="21000"/>
                  <a:pt x="32921" y="27395"/>
                  <a:pt x="30078" y="35290"/>
                </a:cubicBezTo>
                <a:cubicBezTo>
                  <a:pt x="25500" y="47763"/>
                  <a:pt x="22263" y="60710"/>
                  <a:pt x="20369" y="74132"/>
                </a:cubicBezTo>
                <a:cubicBezTo>
                  <a:pt x="20369" y="74605"/>
                  <a:pt x="20369" y="75473"/>
                  <a:pt x="20369" y="76737"/>
                </a:cubicBezTo>
                <a:cubicBezTo>
                  <a:pt x="20369" y="78000"/>
                  <a:pt x="20289" y="78947"/>
                  <a:pt x="20131" y="79579"/>
                </a:cubicBezTo>
                <a:cubicBezTo>
                  <a:pt x="20131" y="86684"/>
                  <a:pt x="21552" y="91579"/>
                  <a:pt x="24395" y="94263"/>
                </a:cubicBezTo>
                <a:cubicBezTo>
                  <a:pt x="27237" y="96947"/>
                  <a:pt x="30632" y="98368"/>
                  <a:pt x="34578" y="98526"/>
                </a:cubicBezTo>
                <a:cubicBezTo>
                  <a:pt x="43104" y="98526"/>
                  <a:pt x="51868" y="92841"/>
                  <a:pt x="60868" y="81474"/>
                </a:cubicBezTo>
                <a:lnTo>
                  <a:pt x="62762" y="78868"/>
                </a:lnTo>
                <a:lnTo>
                  <a:pt x="75552" y="274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00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1E797422-474B-4035-9BD5-EDF87D67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970" y="1084283"/>
            <a:ext cx="102645" cy="150534"/>
          </a:xfrm>
          <a:custGeom xmlns:a="http://schemas.openxmlformats.org/drawingml/2006/main">
            <a:pathLst>
              <a:path w="102645" h="150534">
                <a:moveTo>
                  <a:pt x="23443" y="42364"/>
                </a:moveTo>
                <a:cubicBezTo>
                  <a:pt x="28019" y="42364"/>
                  <a:pt x="31648" y="43703"/>
                  <a:pt x="34327" y="46383"/>
                </a:cubicBezTo>
                <a:cubicBezTo>
                  <a:pt x="37006" y="49062"/>
                  <a:pt x="38345" y="52354"/>
                  <a:pt x="38345" y="56262"/>
                </a:cubicBezTo>
                <a:cubicBezTo>
                  <a:pt x="38345" y="58494"/>
                  <a:pt x="36559" y="64411"/>
                  <a:pt x="32988" y="74011"/>
                </a:cubicBezTo>
                <a:cubicBezTo>
                  <a:pt x="29414" y="83611"/>
                  <a:pt x="27684" y="90588"/>
                  <a:pt x="27796" y="94942"/>
                </a:cubicBezTo>
                <a:cubicBezTo>
                  <a:pt x="28131" y="99631"/>
                  <a:pt x="29638" y="103314"/>
                  <a:pt x="32318" y="105993"/>
                </a:cubicBezTo>
                <a:cubicBezTo>
                  <a:pt x="34662" y="108003"/>
                  <a:pt x="37062" y="109342"/>
                  <a:pt x="39517" y="110012"/>
                </a:cubicBezTo>
                <a:cubicBezTo>
                  <a:pt x="41527" y="110905"/>
                  <a:pt x="43258" y="111351"/>
                  <a:pt x="44709" y="111351"/>
                </a:cubicBezTo>
                <a:lnTo>
                  <a:pt x="44876" y="111351"/>
                </a:lnTo>
                <a:lnTo>
                  <a:pt x="58607" y="55927"/>
                </a:lnTo>
                <a:cubicBezTo>
                  <a:pt x="67983" y="18977"/>
                  <a:pt x="72728" y="446"/>
                  <a:pt x="72840" y="335"/>
                </a:cubicBezTo>
                <a:cubicBezTo>
                  <a:pt x="73175" y="112"/>
                  <a:pt x="74068" y="0"/>
                  <a:pt x="75519" y="0"/>
                </a:cubicBezTo>
                <a:cubicBezTo>
                  <a:pt x="77751" y="0"/>
                  <a:pt x="78867" y="391"/>
                  <a:pt x="78867" y="1172"/>
                </a:cubicBezTo>
                <a:cubicBezTo>
                  <a:pt x="78867" y="2177"/>
                  <a:pt x="74347" y="20652"/>
                  <a:pt x="65304" y="56597"/>
                </a:cubicBezTo>
                <a:cubicBezTo>
                  <a:pt x="56150" y="93212"/>
                  <a:pt x="51574" y="111575"/>
                  <a:pt x="51574" y="111686"/>
                </a:cubicBezTo>
                <a:cubicBezTo>
                  <a:pt x="51574" y="111798"/>
                  <a:pt x="51908" y="111854"/>
                  <a:pt x="52578" y="111854"/>
                </a:cubicBezTo>
                <a:cubicBezTo>
                  <a:pt x="62179" y="111854"/>
                  <a:pt x="71277" y="106942"/>
                  <a:pt x="79872" y="97118"/>
                </a:cubicBezTo>
                <a:cubicBezTo>
                  <a:pt x="88468" y="87295"/>
                  <a:pt x="92821" y="78141"/>
                  <a:pt x="92933" y="69657"/>
                </a:cubicBezTo>
                <a:cubicBezTo>
                  <a:pt x="92933" y="66978"/>
                  <a:pt x="92486" y="64690"/>
                  <a:pt x="91593" y="62792"/>
                </a:cubicBezTo>
                <a:cubicBezTo>
                  <a:pt x="90700" y="60895"/>
                  <a:pt x="89696" y="59555"/>
                  <a:pt x="88579" y="58773"/>
                </a:cubicBezTo>
                <a:cubicBezTo>
                  <a:pt x="87463" y="57992"/>
                  <a:pt x="86459" y="56987"/>
                  <a:pt x="85566" y="55759"/>
                </a:cubicBezTo>
                <a:cubicBezTo>
                  <a:pt x="84673" y="54532"/>
                  <a:pt x="84226" y="53248"/>
                  <a:pt x="84226" y="51908"/>
                </a:cubicBezTo>
                <a:cubicBezTo>
                  <a:pt x="84226" y="49564"/>
                  <a:pt x="85175" y="47331"/>
                  <a:pt x="87073" y="45210"/>
                </a:cubicBezTo>
                <a:cubicBezTo>
                  <a:pt x="88970" y="43089"/>
                  <a:pt x="91314" y="42029"/>
                  <a:pt x="94105" y="42029"/>
                </a:cubicBezTo>
                <a:cubicBezTo>
                  <a:pt x="96226" y="42029"/>
                  <a:pt x="98180" y="43033"/>
                  <a:pt x="99966" y="45043"/>
                </a:cubicBezTo>
                <a:cubicBezTo>
                  <a:pt x="101752" y="47052"/>
                  <a:pt x="102645" y="50345"/>
                  <a:pt x="102645" y="54922"/>
                </a:cubicBezTo>
                <a:cubicBezTo>
                  <a:pt x="102645" y="58159"/>
                  <a:pt x="102031" y="62513"/>
                  <a:pt x="100803" y="67983"/>
                </a:cubicBezTo>
                <a:cubicBezTo>
                  <a:pt x="99575" y="73453"/>
                  <a:pt x="98571" y="77248"/>
                  <a:pt x="97789" y="79369"/>
                </a:cubicBezTo>
                <a:cubicBezTo>
                  <a:pt x="94216" y="89974"/>
                  <a:pt x="87910" y="99072"/>
                  <a:pt x="78867" y="106663"/>
                </a:cubicBezTo>
                <a:cubicBezTo>
                  <a:pt x="69826" y="114254"/>
                  <a:pt x="60728" y="118049"/>
                  <a:pt x="51574" y="118049"/>
                </a:cubicBezTo>
                <a:lnTo>
                  <a:pt x="49899" y="118049"/>
                </a:lnTo>
                <a:lnTo>
                  <a:pt x="46048" y="133622"/>
                </a:lnTo>
                <a:cubicBezTo>
                  <a:pt x="43369" y="144115"/>
                  <a:pt x="42029" y="149418"/>
                  <a:pt x="42029" y="149529"/>
                </a:cubicBezTo>
                <a:cubicBezTo>
                  <a:pt x="41806" y="150199"/>
                  <a:pt x="40689" y="150534"/>
                  <a:pt x="38680" y="150534"/>
                </a:cubicBezTo>
                <a:lnTo>
                  <a:pt x="36504" y="150534"/>
                </a:lnTo>
                <a:cubicBezTo>
                  <a:pt x="35834" y="149864"/>
                  <a:pt x="35499" y="149418"/>
                  <a:pt x="35499" y="149194"/>
                </a:cubicBezTo>
                <a:cubicBezTo>
                  <a:pt x="35499" y="148636"/>
                  <a:pt x="36783" y="143334"/>
                  <a:pt x="39350" y="133287"/>
                </a:cubicBezTo>
                <a:cubicBezTo>
                  <a:pt x="41917" y="123240"/>
                  <a:pt x="43202" y="118049"/>
                  <a:pt x="43202" y="117714"/>
                </a:cubicBezTo>
                <a:cubicBezTo>
                  <a:pt x="42420" y="117603"/>
                  <a:pt x="41638" y="117547"/>
                  <a:pt x="40857" y="117547"/>
                </a:cubicBezTo>
                <a:cubicBezTo>
                  <a:pt x="23108" y="115091"/>
                  <a:pt x="14233" y="106886"/>
                  <a:pt x="14233" y="92933"/>
                </a:cubicBezTo>
                <a:cubicBezTo>
                  <a:pt x="14233" y="89025"/>
                  <a:pt x="16075" y="82048"/>
                  <a:pt x="19759" y="72001"/>
                </a:cubicBezTo>
                <a:cubicBezTo>
                  <a:pt x="23443" y="61955"/>
                  <a:pt x="25340" y="55536"/>
                  <a:pt x="25452" y="52745"/>
                </a:cubicBezTo>
                <a:cubicBezTo>
                  <a:pt x="25452" y="52633"/>
                  <a:pt x="25452" y="52522"/>
                  <a:pt x="25452" y="52410"/>
                </a:cubicBezTo>
                <a:cubicBezTo>
                  <a:pt x="25452" y="51406"/>
                  <a:pt x="25452" y="50736"/>
                  <a:pt x="25452" y="50401"/>
                </a:cubicBezTo>
                <a:cubicBezTo>
                  <a:pt x="25452" y="50066"/>
                  <a:pt x="25229" y="49675"/>
                  <a:pt x="24782" y="49229"/>
                </a:cubicBezTo>
                <a:cubicBezTo>
                  <a:pt x="24336" y="48782"/>
                  <a:pt x="23722" y="48559"/>
                  <a:pt x="22940" y="48559"/>
                </a:cubicBezTo>
                <a:lnTo>
                  <a:pt x="22271" y="48559"/>
                </a:lnTo>
                <a:cubicBezTo>
                  <a:pt x="19703" y="48559"/>
                  <a:pt x="17359" y="49620"/>
                  <a:pt x="15237" y="51740"/>
                </a:cubicBezTo>
                <a:cubicBezTo>
                  <a:pt x="13117" y="53862"/>
                  <a:pt x="11442" y="56150"/>
                  <a:pt x="10214" y="58606"/>
                </a:cubicBezTo>
                <a:cubicBezTo>
                  <a:pt x="8987" y="61062"/>
                  <a:pt x="8038" y="63406"/>
                  <a:pt x="7368" y="65638"/>
                </a:cubicBezTo>
                <a:cubicBezTo>
                  <a:pt x="6698" y="67871"/>
                  <a:pt x="6252" y="69099"/>
                  <a:pt x="6029" y="69323"/>
                </a:cubicBezTo>
                <a:cubicBezTo>
                  <a:pt x="5805" y="69546"/>
                  <a:pt x="4912" y="69657"/>
                  <a:pt x="3350" y="69657"/>
                </a:cubicBezTo>
                <a:lnTo>
                  <a:pt x="1005" y="69657"/>
                </a:lnTo>
                <a:cubicBezTo>
                  <a:pt x="335" y="68988"/>
                  <a:pt x="0" y="68485"/>
                  <a:pt x="0" y="68150"/>
                </a:cubicBezTo>
                <a:cubicBezTo>
                  <a:pt x="0" y="66811"/>
                  <a:pt x="726" y="64243"/>
                  <a:pt x="2177" y="60448"/>
                </a:cubicBezTo>
                <a:cubicBezTo>
                  <a:pt x="3629" y="56652"/>
                  <a:pt x="6308" y="52689"/>
                  <a:pt x="10214" y="48559"/>
                </a:cubicBezTo>
                <a:cubicBezTo>
                  <a:pt x="14121" y="44429"/>
                  <a:pt x="18531" y="42364"/>
                  <a:pt x="23443" y="4236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01" name="pdf-text-9">
            <a:extLst xmlns:a="http://schemas.openxmlformats.org/drawingml/2006/main">
              <a:ext uri="{FF2B5EF4-FFF2-40B4-BE49-F238E27FC236}">
                <a16:creationId xmlns:a16="http://schemas.microsoft.com/office/drawing/2014/main" id="{F34E1F25-C7ED-4E19-A476-6676F45B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028" y="757753"/>
            <a:ext cx="879428" cy="18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Relevance</a:t>
            </a:r>
          </a:p>
        </p:txBody>
      </p:sp>
      <p:sp>
        <p:nvSpPr>
          <p:cNvPr id="102" name="pdf-text-11">
            <a:extLst xmlns:a="http://schemas.openxmlformats.org/drawingml/2006/main">
              <a:ext uri="{FF2B5EF4-FFF2-40B4-BE49-F238E27FC236}">
                <a16:creationId xmlns:a16="http://schemas.microsoft.com/office/drawing/2014/main" id="{EA8D9DBF-4734-4E08-B8FC-92B4966A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454" y="757753"/>
            <a:ext cx="744810" cy="18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Predictor</a:t>
            </a:r>
          </a:p>
        </p:txBody>
      </p:sp>
      <p:sp>
        <p:nvSpPr>
          <p:cNvPr id="103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015C3DBE-A0D6-478D-8F3B-4A9DC680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286" y="2535740"/>
            <a:ext cx="58457" cy="241313"/>
          </a:xfrm>
          <a:custGeom xmlns:a="http://schemas.openxmlformats.org/drawingml/2006/main">
            <a:pathLst>
              <a:path w="58457" h="241313">
                <a:moveTo>
                  <a:pt x="0" y="120657"/>
                </a:moveTo>
                <a:cubicBezTo>
                  <a:pt x="0" y="109556"/>
                  <a:pt x="815" y="99019"/>
                  <a:pt x="2445" y="89045"/>
                </a:cubicBezTo>
                <a:cubicBezTo>
                  <a:pt x="4076" y="79070"/>
                  <a:pt x="5952" y="70463"/>
                  <a:pt x="8072" y="63224"/>
                </a:cubicBezTo>
                <a:cubicBezTo>
                  <a:pt x="10191" y="55984"/>
                  <a:pt x="13207" y="48906"/>
                  <a:pt x="17121" y="41988"/>
                </a:cubicBezTo>
                <a:cubicBezTo>
                  <a:pt x="21035" y="35071"/>
                  <a:pt x="24132" y="29681"/>
                  <a:pt x="26416" y="25821"/>
                </a:cubicBezTo>
                <a:cubicBezTo>
                  <a:pt x="28698" y="21959"/>
                  <a:pt x="32122" y="17777"/>
                  <a:pt x="36688" y="13272"/>
                </a:cubicBezTo>
                <a:cubicBezTo>
                  <a:pt x="41254" y="8767"/>
                  <a:pt x="43944" y="6033"/>
                  <a:pt x="44760" y="5068"/>
                </a:cubicBezTo>
                <a:cubicBezTo>
                  <a:pt x="45575" y="4102"/>
                  <a:pt x="47613" y="2413"/>
                  <a:pt x="50875" y="0"/>
                </a:cubicBezTo>
                <a:lnTo>
                  <a:pt x="54054" y="0"/>
                </a:lnTo>
                <a:lnTo>
                  <a:pt x="55033" y="0"/>
                </a:lnTo>
                <a:cubicBezTo>
                  <a:pt x="57315" y="0"/>
                  <a:pt x="58457" y="724"/>
                  <a:pt x="58457" y="2171"/>
                </a:cubicBezTo>
                <a:cubicBezTo>
                  <a:pt x="58457" y="2654"/>
                  <a:pt x="57071" y="4343"/>
                  <a:pt x="54299" y="7239"/>
                </a:cubicBezTo>
                <a:cubicBezTo>
                  <a:pt x="51527" y="10135"/>
                  <a:pt x="48184" y="14398"/>
                  <a:pt x="44271" y="20029"/>
                </a:cubicBezTo>
                <a:cubicBezTo>
                  <a:pt x="40357" y="25659"/>
                  <a:pt x="36362" y="32577"/>
                  <a:pt x="32285" y="40782"/>
                </a:cubicBezTo>
                <a:cubicBezTo>
                  <a:pt x="28209" y="48987"/>
                  <a:pt x="24785" y="60087"/>
                  <a:pt x="22013" y="74083"/>
                </a:cubicBezTo>
                <a:cubicBezTo>
                  <a:pt x="19241" y="88080"/>
                  <a:pt x="17855" y="103604"/>
                  <a:pt x="17855" y="120657"/>
                </a:cubicBezTo>
                <a:cubicBezTo>
                  <a:pt x="17855" y="137710"/>
                  <a:pt x="19241" y="153153"/>
                  <a:pt x="22013" y="166989"/>
                </a:cubicBezTo>
                <a:cubicBezTo>
                  <a:pt x="24785" y="180824"/>
                  <a:pt x="28127" y="192005"/>
                  <a:pt x="32041" y="200531"/>
                </a:cubicBezTo>
                <a:cubicBezTo>
                  <a:pt x="35955" y="209058"/>
                  <a:pt x="39950" y="215975"/>
                  <a:pt x="44026" y="221284"/>
                </a:cubicBezTo>
                <a:cubicBezTo>
                  <a:pt x="48103" y="226593"/>
                  <a:pt x="51527" y="230856"/>
                  <a:pt x="54299" y="234074"/>
                </a:cubicBezTo>
                <a:cubicBezTo>
                  <a:pt x="57071" y="237291"/>
                  <a:pt x="58457" y="238981"/>
                  <a:pt x="58457" y="239141"/>
                </a:cubicBezTo>
                <a:cubicBezTo>
                  <a:pt x="58457" y="240589"/>
                  <a:pt x="57234" y="241313"/>
                  <a:pt x="54787" y="241313"/>
                </a:cubicBezTo>
                <a:lnTo>
                  <a:pt x="54054" y="241313"/>
                </a:lnTo>
                <a:lnTo>
                  <a:pt x="50875" y="241313"/>
                </a:lnTo>
                <a:lnTo>
                  <a:pt x="44026" y="235522"/>
                </a:lnTo>
                <a:cubicBezTo>
                  <a:pt x="28698" y="221848"/>
                  <a:pt x="17529" y="204794"/>
                  <a:pt x="10517" y="184363"/>
                </a:cubicBezTo>
                <a:cubicBezTo>
                  <a:pt x="3506" y="163932"/>
                  <a:pt x="0" y="142697"/>
                  <a:pt x="0" y="1206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04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6AB396AA-E9C2-4797-862A-18DD105C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021" y="2612719"/>
            <a:ext cx="132486" cy="106660"/>
          </a:xfrm>
          <a:custGeom xmlns:a="http://schemas.openxmlformats.org/drawingml/2006/main">
            <a:pathLst>
              <a:path w="132486" h="106660">
                <a:moveTo>
                  <a:pt x="37422" y="106660"/>
                </a:moveTo>
                <a:cubicBezTo>
                  <a:pt x="26334" y="106660"/>
                  <a:pt x="17366" y="103041"/>
                  <a:pt x="10518" y="95801"/>
                </a:cubicBezTo>
                <a:cubicBezTo>
                  <a:pt x="3670" y="88562"/>
                  <a:pt x="163" y="79472"/>
                  <a:pt x="0" y="68533"/>
                </a:cubicBezTo>
                <a:cubicBezTo>
                  <a:pt x="0" y="52445"/>
                  <a:pt x="5952" y="37484"/>
                  <a:pt x="17855" y="23649"/>
                </a:cubicBezTo>
                <a:cubicBezTo>
                  <a:pt x="29759" y="9813"/>
                  <a:pt x="43618" y="2011"/>
                  <a:pt x="59436" y="241"/>
                </a:cubicBezTo>
                <a:cubicBezTo>
                  <a:pt x="59599" y="80"/>
                  <a:pt x="71013" y="0"/>
                  <a:pt x="93678" y="0"/>
                </a:cubicBezTo>
                <a:lnTo>
                  <a:pt x="127432" y="0"/>
                </a:lnTo>
                <a:cubicBezTo>
                  <a:pt x="127595" y="160"/>
                  <a:pt x="127839" y="321"/>
                  <a:pt x="128165" y="483"/>
                </a:cubicBezTo>
                <a:cubicBezTo>
                  <a:pt x="128491" y="644"/>
                  <a:pt x="128818" y="804"/>
                  <a:pt x="129143" y="965"/>
                </a:cubicBezTo>
                <a:cubicBezTo>
                  <a:pt x="129470" y="1126"/>
                  <a:pt x="129714" y="1287"/>
                  <a:pt x="129877" y="1448"/>
                </a:cubicBezTo>
                <a:cubicBezTo>
                  <a:pt x="130040" y="1609"/>
                  <a:pt x="130285" y="1850"/>
                  <a:pt x="130611" y="2171"/>
                </a:cubicBezTo>
                <a:cubicBezTo>
                  <a:pt x="130937" y="2493"/>
                  <a:pt x="131100" y="2654"/>
                  <a:pt x="131100" y="2654"/>
                </a:cubicBezTo>
                <a:cubicBezTo>
                  <a:pt x="131100" y="2654"/>
                  <a:pt x="131263" y="2976"/>
                  <a:pt x="131590" y="3620"/>
                </a:cubicBezTo>
                <a:cubicBezTo>
                  <a:pt x="131915" y="4263"/>
                  <a:pt x="131997" y="4585"/>
                  <a:pt x="131834" y="4585"/>
                </a:cubicBezTo>
                <a:cubicBezTo>
                  <a:pt x="131671" y="4585"/>
                  <a:pt x="131752" y="4987"/>
                  <a:pt x="132078" y="5792"/>
                </a:cubicBezTo>
                <a:cubicBezTo>
                  <a:pt x="132405" y="6596"/>
                  <a:pt x="132486" y="7078"/>
                  <a:pt x="132323" y="7239"/>
                </a:cubicBezTo>
                <a:cubicBezTo>
                  <a:pt x="132323" y="14318"/>
                  <a:pt x="127024" y="17857"/>
                  <a:pt x="116424" y="17857"/>
                </a:cubicBezTo>
                <a:cubicBezTo>
                  <a:pt x="115284" y="17857"/>
                  <a:pt x="113898" y="17857"/>
                  <a:pt x="112266" y="17857"/>
                </a:cubicBezTo>
                <a:cubicBezTo>
                  <a:pt x="110636" y="17857"/>
                  <a:pt x="109494" y="17777"/>
                  <a:pt x="108842" y="17616"/>
                </a:cubicBezTo>
                <a:lnTo>
                  <a:pt x="94168" y="17616"/>
                </a:lnTo>
                <a:lnTo>
                  <a:pt x="95391" y="20029"/>
                </a:lnTo>
                <a:cubicBezTo>
                  <a:pt x="98325" y="26142"/>
                  <a:pt x="99793" y="32979"/>
                  <a:pt x="99793" y="40541"/>
                </a:cubicBezTo>
                <a:cubicBezTo>
                  <a:pt x="99793" y="58237"/>
                  <a:pt x="93270" y="73681"/>
                  <a:pt x="80225" y="86873"/>
                </a:cubicBezTo>
                <a:cubicBezTo>
                  <a:pt x="67181" y="100064"/>
                  <a:pt x="52913" y="106660"/>
                  <a:pt x="37422" y="106660"/>
                </a:cubicBezTo>
                <a:moveTo>
                  <a:pt x="80715" y="36921"/>
                </a:moveTo>
                <a:cubicBezTo>
                  <a:pt x="80715" y="24051"/>
                  <a:pt x="73785" y="17616"/>
                  <a:pt x="59924" y="17616"/>
                </a:cubicBezTo>
                <a:cubicBezTo>
                  <a:pt x="39706" y="17616"/>
                  <a:pt x="26579" y="31612"/>
                  <a:pt x="20545" y="59604"/>
                </a:cubicBezTo>
                <a:cubicBezTo>
                  <a:pt x="20382" y="60247"/>
                  <a:pt x="20301" y="60731"/>
                  <a:pt x="20301" y="61052"/>
                </a:cubicBezTo>
                <a:cubicBezTo>
                  <a:pt x="18997" y="67005"/>
                  <a:pt x="18344" y="71911"/>
                  <a:pt x="18344" y="75772"/>
                </a:cubicBezTo>
                <a:cubicBezTo>
                  <a:pt x="18344" y="83816"/>
                  <a:pt x="20382" y="89447"/>
                  <a:pt x="24459" y="92664"/>
                </a:cubicBezTo>
                <a:cubicBezTo>
                  <a:pt x="28535" y="95881"/>
                  <a:pt x="33183" y="97571"/>
                  <a:pt x="38401" y="97732"/>
                </a:cubicBezTo>
                <a:cubicBezTo>
                  <a:pt x="47206" y="97732"/>
                  <a:pt x="55277" y="93951"/>
                  <a:pt x="62615" y="86390"/>
                </a:cubicBezTo>
                <a:cubicBezTo>
                  <a:pt x="67344" y="81564"/>
                  <a:pt x="71176" y="75129"/>
                  <a:pt x="74111" y="67085"/>
                </a:cubicBezTo>
                <a:cubicBezTo>
                  <a:pt x="77046" y="59041"/>
                  <a:pt x="78839" y="52606"/>
                  <a:pt x="79492" y="47780"/>
                </a:cubicBezTo>
                <a:cubicBezTo>
                  <a:pt x="80144" y="42954"/>
                  <a:pt x="80552" y="39334"/>
                  <a:pt x="80715" y="3692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05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F96418ED-1DE4-45A4-9EA4-9EE38273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177" y="2687526"/>
            <a:ext cx="32286" cy="76174"/>
          </a:xfrm>
          <a:custGeom xmlns:a="http://schemas.openxmlformats.org/drawingml/2006/main">
            <a:pathLst>
              <a:path w="32286" h="76174">
                <a:moveTo>
                  <a:pt x="0" y="20753"/>
                </a:moveTo>
                <a:cubicBezTo>
                  <a:pt x="0" y="20753"/>
                  <a:pt x="0" y="18742"/>
                  <a:pt x="0" y="14720"/>
                </a:cubicBezTo>
                <a:cubicBezTo>
                  <a:pt x="0" y="10698"/>
                  <a:pt x="1305" y="7239"/>
                  <a:pt x="3914" y="4343"/>
                </a:cubicBezTo>
                <a:cubicBezTo>
                  <a:pt x="6523" y="1448"/>
                  <a:pt x="10028" y="0"/>
                  <a:pt x="14431" y="0"/>
                </a:cubicBezTo>
                <a:cubicBezTo>
                  <a:pt x="18997" y="0"/>
                  <a:pt x="23073" y="2011"/>
                  <a:pt x="26660" y="6033"/>
                </a:cubicBezTo>
                <a:cubicBezTo>
                  <a:pt x="30248" y="10055"/>
                  <a:pt x="32122" y="17133"/>
                  <a:pt x="32286" y="27268"/>
                </a:cubicBezTo>
                <a:cubicBezTo>
                  <a:pt x="32286" y="32899"/>
                  <a:pt x="31552" y="38369"/>
                  <a:pt x="30084" y="43678"/>
                </a:cubicBezTo>
                <a:cubicBezTo>
                  <a:pt x="28617" y="48987"/>
                  <a:pt x="26905" y="53572"/>
                  <a:pt x="24948" y="57433"/>
                </a:cubicBezTo>
                <a:cubicBezTo>
                  <a:pt x="22992" y="61293"/>
                  <a:pt x="20872" y="64591"/>
                  <a:pt x="18588" y="67326"/>
                </a:cubicBezTo>
                <a:cubicBezTo>
                  <a:pt x="16306" y="70061"/>
                  <a:pt x="14349" y="72233"/>
                  <a:pt x="12719" y="73842"/>
                </a:cubicBezTo>
                <a:cubicBezTo>
                  <a:pt x="11088" y="75451"/>
                  <a:pt x="10028" y="76174"/>
                  <a:pt x="9539" y="76013"/>
                </a:cubicBezTo>
                <a:cubicBezTo>
                  <a:pt x="8887" y="76013"/>
                  <a:pt x="7827" y="75290"/>
                  <a:pt x="6359" y="73842"/>
                </a:cubicBezTo>
                <a:cubicBezTo>
                  <a:pt x="4892" y="72394"/>
                  <a:pt x="4158" y="71348"/>
                  <a:pt x="4158" y="70705"/>
                </a:cubicBezTo>
                <a:cubicBezTo>
                  <a:pt x="4158" y="70061"/>
                  <a:pt x="5056" y="68774"/>
                  <a:pt x="6848" y="66844"/>
                </a:cubicBezTo>
                <a:cubicBezTo>
                  <a:pt x="8642" y="64913"/>
                  <a:pt x="10681" y="62500"/>
                  <a:pt x="12963" y="59605"/>
                </a:cubicBezTo>
                <a:cubicBezTo>
                  <a:pt x="15247" y="56709"/>
                  <a:pt x="17366" y="52687"/>
                  <a:pt x="19322" y="47538"/>
                </a:cubicBezTo>
                <a:cubicBezTo>
                  <a:pt x="21279" y="42390"/>
                  <a:pt x="22584" y="36519"/>
                  <a:pt x="23236" y="29923"/>
                </a:cubicBezTo>
                <a:lnTo>
                  <a:pt x="23236" y="27027"/>
                </a:lnTo>
                <a:lnTo>
                  <a:pt x="22992" y="27268"/>
                </a:lnTo>
                <a:cubicBezTo>
                  <a:pt x="22665" y="27429"/>
                  <a:pt x="22258" y="27590"/>
                  <a:pt x="21768" y="27751"/>
                </a:cubicBezTo>
                <a:cubicBezTo>
                  <a:pt x="21279" y="27912"/>
                  <a:pt x="20791" y="28153"/>
                  <a:pt x="20301" y="28475"/>
                </a:cubicBezTo>
                <a:cubicBezTo>
                  <a:pt x="19812" y="28796"/>
                  <a:pt x="19078" y="28958"/>
                  <a:pt x="18100" y="28958"/>
                </a:cubicBezTo>
                <a:cubicBezTo>
                  <a:pt x="17121" y="28958"/>
                  <a:pt x="16143" y="29038"/>
                  <a:pt x="15164" y="29199"/>
                </a:cubicBezTo>
                <a:cubicBezTo>
                  <a:pt x="10762" y="29199"/>
                  <a:pt x="7175" y="27831"/>
                  <a:pt x="4403" y="25097"/>
                </a:cubicBezTo>
                <a:lnTo>
                  <a:pt x="0" y="207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06" name="pdf-path-167">
            <a:extLst xmlns:a="http://schemas.openxmlformats.org/drawingml/2006/main">
              <a:ext uri="{FF2B5EF4-FFF2-40B4-BE49-F238E27FC236}">
                <a16:creationId xmlns:a16="http://schemas.microsoft.com/office/drawing/2014/main" id="{A1773375-6742-4B81-B6CC-4A494B94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1185" y="2610065"/>
            <a:ext cx="96777" cy="109636"/>
          </a:xfrm>
          <a:custGeom xmlns:a="http://schemas.openxmlformats.org/drawingml/2006/main">
            <a:pathLst>
              <a:path w="96777" h="109636">
                <a:moveTo>
                  <a:pt x="0" y="68292"/>
                </a:moveTo>
                <a:cubicBezTo>
                  <a:pt x="0" y="50756"/>
                  <a:pt x="7012" y="34990"/>
                  <a:pt x="21035" y="20994"/>
                </a:cubicBezTo>
                <a:cubicBezTo>
                  <a:pt x="35058" y="6998"/>
                  <a:pt x="50223" y="0"/>
                  <a:pt x="66528" y="0"/>
                </a:cubicBezTo>
                <a:cubicBezTo>
                  <a:pt x="75660" y="0"/>
                  <a:pt x="82834" y="1930"/>
                  <a:pt x="88053" y="5792"/>
                </a:cubicBezTo>
                <a:cubicBezTo>
                  <a:pt x="93270" y="9652"/>
                  <a:pt x="95960" y="14720"/>
                  <a:pt x="96124" y="20994"/>
                </a:cubicBezTo>
                <a:cubicBezTo>
                  <a:pt x="96124" y="25659"/>
                  <a:pt x="94574" y="29601"/>
                  <a:pt x="91477" y="32818"/>
                </a:cubicBezTo>
                <a:cubicBezTo>
                  <a:pt x="88378" y="36036"/>
                  <a:pt x="84466" y="37725"/>
                  <a:pt x="79737" y="37886"/>
                </a:cubicBezTo>
                <a:cubicBezTo>
                  <a:pt x="76638" y="37886"/>
                  <a:pt x="74192" y="37081"/>
                  <a:pt x="72399" y="35473"/>
                </a:cubicBezTo>
                <a:cubicBezTo>
                  <a:pt x="70605" y="33864"/>
                  <a:pt x="69709" y="31451"/>
                  <a:pt x="69709" y="28234"/>
                </a:cubicBezTo>
                <a:cubicBezTo>
                  <a:pt x="69709" y="25016"/>
                  <a:pt x="70605" y="22281"/>
                  <a:pt x="72399" y="20029"/>
                </a:cubicBezTo>
                <a:cubicBezTo>
                  <a:pt x="74192" y="17777"/>
                  <a:pt x="75986" y="16087"/>
                  <a:pt x="77780" y="14961"/>
                </a:cubicBezTo>
                <a:cubicBezTo>
                  <a:pt x="79573" y="13835"/>
                  <a:pt x="80715" y="13353"/>
                  <a:pt x="81204" y="13513"/>
                </a:cubicBezTo>
                <a:lnTo>
                  <a:pt x="81449" y="13513"/>
                </a:lnTo>
                <a:cubicBezTo>
                  <a:pt x="81449" y="13192"/>
                  <a:pt x="80959" y="12709"/>
                  <a:pt x="79981" y="12066"/>
                </a:cubicBezTo>
                <a:cubicBezTo>
                  <a:pt x="79002" y="11422"/>
                  <a:pt x="77291" y="10778"/>
                  <a:pt x="74844" y="10135"/>
                </a:cubicBezTo>
                <a:cubicBezTo>
                  <a:pt x="72399" y="9491"/>
                  <a:pt x="69627" y="9170"/>
                  <a:pt x="66528" y="9170"/>
                </a:cubicBezTo>
                <a:cubicBezTo>
                  <a:pt x="61637" y="9170"/>
                  <a:pt x="56990" y="10296"/>
                  <a:pt x="52587" y="12548"/>
                </a:cubicBezTo>
                <a:cubicBezTo>
                  <a:pt x="49163" y="13996"/>
                  <a:pt x="45657" y="16490"/>
                  <a:pt x="42070" y="20029"/>
                </a:cubicBezTo>
                <a:cubicBezTo>
                  <a:pt x="34896" y="27108"/>
                  <a:pt x="29677" y="37081"/>
                  <a:pt x="26416" y="49952"/>
                </a:cubicBezTo>
                <a:cubicBezTo>
                  <a:pt x="23154" y="62822"/>
                  <a:pt x="21443" y="72153"/>
                  <a:pt x="21280" y="77944"/>
                </a:cubicBezTo>
                <a:cubicBezTo>
                  <a:pt x="21280" y="85344"/>
                  <a:pt x="23400" y="90894"/>
                  <a:pt x="27639" y="94595"/>
                </a:cubicBezTo>
                <a:cubicBezTo>
                  <a:pt x="31226" y="98456"/>
                  <a:pt x="35955" y="100386"/>
                  <a:pt x="41825" y="100386"/>
                </a:cubicBezTo>
                <a:lnTo>
                  <a:pt x="42803" y="100386"/>
                </a:lnTo>
                <a:cubicBezTo>
                  <a:pt x="61066" y="100386"/>
                  <a:pt x="76149" y="93549"/>
                  <a:pt x="88053" y="79875"/>
                </a:cubicBezTo>
                <a:cubicBezTo>
                  <a:pt x="89520" y="78266"/>
                  <a:pt x="90498" y="77462"/>
                  <a:pt x="90987" y="77462"/>
                </a:cubicBezTo>
                <a:cubicBezTo>
                  <a:pt x="91640" y="77462"/>
                  <a:pt x="92700" y="78185"/>
                  <a:pt x="94168" y="79634"/>
                </a:cubicBezTo>
                <a:cubicBezTo>
                  <a:pt x="95635" y="81081"/>
                  <a:pt x="96450" y="82207"/>
                  <a:pt x="96613" y="83012"/>
                </a:cubicBezTo>
                <a:cubicBezTo>
                  <a:pt x="96777" y="83816"/>
                  <a:pt x="96043" y="85023"/>
                  <a:pt x="94412" y="86631"/>
                </a:cubicBezTo>
                <a:cubicBezTo>
                  <a:pt x="92782" y="88240"/>
                  <a:pt x="90417" y="90492"/>
                  <a:pt x="87319" y="93388"/>
                </a:cubicBezTo>
                <a:cubicBezTo>
                  <a:pt x="84220" y="96284"/>
                  <a:pt x="80552" y="98697"/>
                  <a:pt x="76313" y="100628"/>
                </a:cubicBezTo>
                <a:cubicBezTo>
                  <a:pt x="72072" y="102558"/>
                  <a:pt x="66855" y="104569"/>
                  <a:pt x="60658" y="106660"/>
                </a:cubicBezTo>
                <a:cubicBezTo>
                  <a:pt x="54462" y="108752"/>
                  <a:pt x="47940" y="109636"/>
                  <a:pt x="41092" y="109315"/>
                </a:cubicBezTo>
                <a:cubicBezTo>
                  <a:pt x="28862" y="109315"/>
                  <a:pt x="18997" y="105454"/>
                  <a:pt x="11496" y="97732"/>
                </a:cubicBezTo>
                <a:cubicBezTo>
                  <a:pt x="3995" y="90010"/>
                  <a:pt x="163" y="80196"/>
                  <a:pt x="0" y="6829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07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87B108C8-C299-4C30-90C0-92E5FBB5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230" y="2535740"/>
            <a:ext cx="58457" cy="241313"/>
          </a:xfrm>
          <a:custGeom xmlns:a="http://schemas.openxmlformats.org/drawingml/2006/main">
            <a:pathLst>
              <a:path w="58457" h="241313">
                <a:moveTo>
                  <a:pt x="1223" y="241"/>
                </a:moveTo>
                <a:lnTo>
                  <a:pt x="2201" y="0"/>
                </a:lnTo>
                <a:cubicBezTo>
                  <a:pt x="3016" y="0"/>
                  <a:pt x="3831" y="0"/>
                  <a:pt x="4647" y="0"/>
                </a:cubicBezTo>
                <a:lnTo>
                  <a:pt x="7582" y="0"/>
                </a:lnTo>
                <a:lnTo>
                  <a:pt x="14431" y="5792"/>
                </a:lnTo>
                <a:cubicBezTo>
                  <a:pt x="29759" y="19466"/>
                  <a:pt x="40928" y="36519"/>
                  <a:pt x="47939" y="56950"/>
                </a:cubicBezTo>
                <a:cubicBezTo>
                  <a:pt x="54951" y="77381"/>
                  <a:pt x="58457" y="98617"/>
                  <a:pt x="58457" y="120657"/>
                </a:cubicBezTo>
                <a:cubicBezTo>
                  <a:pt x="58457" y="131596"/>
                  <a:pt x="57642" y="142133"/>
                  <a:pt x="56011" y="152269"/>
                </a:cubicBezTo>
                <a:cubicBezTo>
                  <a:pt x="54380" y="162404"/>
                  <a:pt x="52505" y="171010"/>
                  <a:pt x="50385" y="178089"/>
                </a:cubicBezTo>
                <a:cubicBezTo>
                  <a:pt x="48266" y="185168"/>
                  <a:pt x="45248" y="192246"/>
                  <a:pt x="41336" y="199324"/>
                </a:cubicBezTo>
                <a:cubicBezTo>
                  <a:pt x="37422" y="206403"/>
                  <a:pt x="34323" y="211792"/>
                  <a:pt x="32041" y="215493"/>
                </a:cubicBezTo>
                <a:cubicBezTo>
                  <a:pt x="29759" y="219193"/>
                  <a:pt x="26416" y="223295"/>
                  <a:pt x="22013" y="227799"/>
                </a:cubicBezTo>
                <a:cubicBezTo>
                  <a:pt x="17611" y="232304"/>
                  <a:pt x="15001" y="234959"/>
                  <a:pt x="14186" y="235763"/>
                </a:cubicBezTo>
                <a:cubicBezTo>
                  <a:pt x="13370" y="236568"/>
                  <a:pt x="11496" y="238096"/>
                  <a:pt x="8560" y="240348"/>
                </a:cubicBezTo>
                <a:cubicBezTo>
                  <a:pt x="8072" y="240831"/>
                  <a:pt x="7745" y="241152"/>
                  <a:pt x="7582" y="241313"/>
                </a:cubicBezTo>
                <a:lnTo>
                  <a:pt x="4647" y="241313"/>
                </a:lnTo>
                <a:cubicBezTo>
                  <a:pt x="3343" y="241313"/>
                  <a:pt x="2445" y="241313"/>
                  <a:pt x="1957" y="241313"/>
                </a:cubicBezTo>
                <a:cubicBezTo>
                  <a:pt x="1467" y="241313"/>
                  <a:pt x="1059" y="241072"/>
                  <a:pt x="734" y="240589"/>
                </a:cubicBezTo>
                <a:cubicBezTo>
                  <a:pt x="407" y="240107"/>
                  <a:pt x="163" y="239382"/>
                  <a:pt x="0" y="238417"/>
                </a:cubicBezTo>
                <a:cubicBezTo>
                  <a:pt x="163" y="238256"/>
                  <a:pt x="1059" y="237211"/>
                  <a:pt x="2691" y="235280"/>
                </a:cubicBezTo>
                <a:cubicBezTo>
                  <a:pt x="27965" y="209380"/>
                  <a:pt x="40602" y="171172"/>
                  <a:pt x="40602" y="120657"/>
                </a:cubicBezTo>
                <a:cubicBezTo>
                  <a:pt x="40602" y="70142"/>
                  <a:pt x="27965" y="31934"/>
                  <a:pt x="2691" y="6033"/>
                </a:cubicBezTo>
                <a:cubicBezTo>
                  <a:pt x="1059" y="4102"/>
                  <a:pt x="163" y="3056"/>
                  <a:pt x="0" y="2896"/>
                </a:cubicBezTo>
                <a:cubicBezTo>
                  <a:pt x="0" y="1609"/>
                  <a:pt x="407" y="724"/>
                  <a:pt x="1223" y="2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08" name="pdf-text-12">
            <a:extLst xmlns:a="http://schemas.openxmlformats.org/drawingml/2006/main">
              <a:ext uri="{FF2B5EF4-FFF2-40B4-BE49-F238E27FC236}">
                <a16:creationId xmlns:a16="http://schemas.microsoft.com/office/drawing/2014/main" id="{DD68576D-FF68-48AF-BD4B-FF2530D2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134" y="2081529"/>
            <a:ext cx="600009" cy="18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109" name="pdf-text-13">
            <a:extLst xmlns:a="http://schemas.openxmlformats.org/drawingml/2006/main">
              <a:ext uri="{FF2B5EF4-FFF2-40B4-BE49-F238E27FC236}">
                <a16:creationId xmlns:a16="http://schemas.microsoft.com/office/drawing/2014/main" id="{D5AEF7DE-CDB0-40EC-891B-3FD0AB9B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882" y="2309054"/>
            <a:ext cx="548415" cy="18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Labels</a:t>
            </a:r>
          </a:p>
        </p:txBody>
      </p:sp>
      <p:pic>
        <p:nvPic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79B610D-EA8E-43D1-800E-7F14AD95F9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eadf21c884ace"/>
          <a:srcRect xmlns:a="http://schemas.openxmlformats.org/drawingml/2006/main" l="0" t="351" r="0" b="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2247900"/>
            <a:ext cx="723900" cy="1078230"/>
          </a:xfrm>
          <a:prstGeom xmlns:a="http://schemas.openxmlformats.org/drawingml/2006/main" prst="rect">
            <a:avLst/>
          </a:prstGeom>
        </p:spPr>
      </p:pic>
      <p:sp>
        <p:nvSpPr>
          <p:cNvPr id="111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95DE062A-79E6-49FE-81B4-83A08AE4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723900" cy="1078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pdf-path-174">
            <a:extLst xmlns:a="http://schemas.openxmlformats.org/drawingml/2006/main">
              <a:ext uri="{FF2B5EF4-FFF2-40B4-BE49-F238E27FC236}">
                <a16:creationId xmlns:a16="http://schemas.microsoft.com/office/drawing/2014/main" id="{38616157-41EF-4F48-B864-DAD8600F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530" y="1113370"/>
            <a:ext cx="599216" cy="1704296"/>
          </a:xfrm>
          <a:custGeom xmlns:a="http://schemas.openxmlformats.org/drawingml/2006/main">
            <a:pathLst>
              <a:path w="599216" h="1704296">
                <a:moveTo>
                  <a:pt x="0" y="0"/>
                </a:moveTo>
                <a:cubicBezTo>
                  <a:pt x="22256" y="0"/>
                  <a:pt x="43896" y="891"/>
                  <a:pt x="64920" y="2671"/>
                </a:cubicBezTo>
                <a:lnTo>
                  <a:pt x="63174" y="23282"/>
                </a:lnTo>
                <a:cubicBezTo>
                  <a:pt x="42730" y="21550"/>
                  <a:pt x="21672" y="20684"/>
                  <a:pt x="0" y="20684"/>
                </a:cubicBezTo>
                <a:lnTo>
                  <a:pt x="0" y="0"/>
                </a:lnTo>
                <a:moveTo>
                  <a:pt x="126242" y="10703"/>
                </a:moveTo>
                <a:cubicBezTo>
                  <a:pt x="147627" y="14556"/>
                  <a:pt x="168296" y="19447"/>
                  <a:pt x="188248" y="25378"/>
                </a:cubicBezTo>
                <a:lnTo>
                  <a:pt x="182354" y="45204"/>
                </a:lnTo>
                <a:cubicBezTo>
                  <a:pt x="163137" y="39491"/>
                  <a:pt x="143210" y="34776"/>
                  <a:pt x="122575" y="31060"/>
                </a:cubicBezTo>
                <a:lnTo>
                  <a:pt x="126242" y="10703"/>
                </a:lnTo>
                <a:moveTo>
                  <a:pt x="247243" y="46853"/>
                </a:moveTo>
                <a:cubicBezTo>
                  <a:pt x="266780" y="55372"/>
                  <a:pt x="285510" y="65052"/>
                  <a:pt x="303436" y="75894"/>
                </a:cubicBezTo>
                <a:lnTo>
                  <a:pt x="292732" y="93593"/>
                </a:lnTo>
                <a:cubicBezTo>
                  <a:pt x="275592" y="83227"/>
                  <a:pt x="257674" y="73967"/>
                  <a:pt x="238975" y="65813"/>
                </a:cubicBezTo>
                <a:lnTo>
                  <a:pt x="247243" y="46853"/>
                </a:lnTo>
                <a:moveTo>
                  <a:pt x="355343" y="112346"/>
                </a:moveTo>
                <a:cubicBezTo>
                  <a:pt x="371480" y="125409"/>
                  <a:pt x="386818" y="139608"/>
                  <a:pt x="401358" y="154941"/>
                </a:cubicBezTo>
                <a:lnTo>
                  <a:pt x="386350" y="169173"/>
                </a:lnTo>
                <a:cubicBezTo>
                  <a:pt x="372434" y="154499"/>
                  <a:pt x="357761" y="140915"/>
                  <a:pt x="342329" y="128422"/>
                </a:cubicBezTo>
                <a:lnTo>
                  <a:pt x="355343" y="112346"/>
                </a:lnTo>
                <a:moveTo>
                  <a:pt x="442323" y="203996"/>
                </a:moveTo>
                <a:cubicBezTo>
                  <a:pt x="454340" y="220315"/>
                  <a:pt x="465667" y="237608"/>
                  <a:pt x="476302" y="255876"/>
                </a:cubicBezTo>
                <a:lnTo>
                  <a:pt x="458428" y="266283"/>
                </a:lnTo>
                <a:cubicBezTo>
                  <a:pt x="448165" y="248656"/>
                  <a:pt x="437245" y="231983"/>
                  <a:pt x="425668" y="216261"/>
                </a:cubicBezTo>
                <a:lnTo>
                  <a:pt x="442323" y="203996"/>
                </a:lnTo>
                <a:moveTo>
                  <a:pt x="505601" y="312431"/>
                </a:moveTo>
                <a:cubicBezTo>
                  <a:pt x="514054" y="330808"/>
                  <a:pt x="521932" y="349992"/>
                  <a:pt x="529239" y="369983"/>
                </a:cubicBezTo>
                <a:lnTo>
                  <a:pt x="509811" y="377083"/>
                </a:lnTo>
                <a:cubicBezTo>
                  <a:pt x="502695" y="357614"/>
                  <a:pt x="495028" y="338944"/>
                  <a:pt x="486809" y="321074"/>
                </a:cubicBezTo>
                <a:lnTo>
                  <a:pt x="505601" y="312431"/>
                </a:lnTo>
                <a:moveTo>
                  <a:pt x="548572" y="429359"/>
                </a:moveTo>
                <a:cubicBezTo>
                  <a:pt x="554362" y="449421"/>
                  <a:pt x="559654" y="470181"/>
                  <a:pt x="564449" y="491640"/>
                </a:cubicBezTo>
                <a:lnTo>
                  <a:pt x="544263" y="496151"/>
                </a:lnTo>
                <a:cubicBezTo>
                  <a:pt x="539558" y="475096"/>
                  <a:pt x="534370" y="454744"/>
                  <a:pt x="528699" y="435095"/>
                </a:cubicBezTo>
                <a:lnTo>
                  <a:pt x="548572" y="429359"/>
                </a:lnTo>
                <a:moveTo>
                  <a:pt x="576137" y="550973"/>
                </a:moveTo>
                <a:cubicBezTo>
                  <a:pt x="579632" y="571298"/>
                  <a:pt x="582730" y="592188"/>
                  <a:pt x="585431" y="613640"/>
                </a:cubicBezTo>
                <a:lnTo>
                  <a:pt x="564910" y="616223"/>
                </a:lnTo>
                <a:cubicBezTo>
                  <a:pt x="562247" y="595079"/>
                  <a:pt x="559195" y="574498"/>
                  <a:pt x="555752" y="554478"/>
                </a:cubicBezTo>
                <a:lnTo>
                  <a:pt x="576137" y="550973"/>
                </a:lnTo>
                <a:moveTo>
                  <a:pt x="592067" y="676442"/>
                </a:moveTo>
                <a:cubicBezTo>
                  <a:pt x="593771" y="696170"/>
                  <a:pt x="595169" y="716332"/>
                  <a:pt x="596265" y="736933"/>
                </a:cubicBezTo>
                <a:lnTo>
                  <a:pt x="575610" y="738031"/>
                </a:lnTo>
                <a:cubicBezTo>
                  <a:pt x="574528" y="717666"/>
                  <a:pt x="573144" y="697729"/>
                  <a:pt x="571459" y="678222"/>
                </a:cubicBezTo>
                <a:lnTo>
                  <a:pt x="592067" y="676442"/>
                </a:lnTo>
                <a:moveTo>
                  <a:pt x="598634" y="799994"/>
                </a:moveTo>
                <a:cubicBezTo>
                  <a:pt x="599022" y="817110"/>
                  <a:pt x="599216" y="834505"/>
                  <a:pt x="599216" y="852181"/>
                </a:cubicBezTo>
                <a:lnTo>
                  <a:pt x="599182" y="865494"/>
                </a:lnTo>
                <a:lnTo>
                  <a:pt x="578498" y="865441"/>
                </a:lnTo>
                <a:lnTo>
                  <a:pt x="578532" y="852181"/>
                </a:lnTo>
                <a:cubicBezTo>
                  <a:pt x="578532" y="834669"/>
                  <a:pt x="578340" y="817430"/>
                  <a:pt x="577955" y="800462"/>
                </a:cubicBezTo>
                <a:lnTo>
                  <a:pt x="598634" y="799994"/>
                </a:lnTo>
                <a:moveTo>
                  <a:pt x="598018" y="930100"/>
                </a:moveTo>
                <a:cubicBezTo>
                  <a:pt x="597354" y="951203"/>
                  <a:pt x="596413" y="971871"/>
                  <a:pt x="595196" y="992105"/>
                </a:cubicBezTo>
                <a:lnTo>
                  <a:pt x="574549" y="990863"/>
                </a:lnTo>
                <a:cubicBezTo>
                  <a:pt x="575754" y="970822"/>
                  <a:pt x="576687" y="950351"/>
                  <a:pt x="577345" y="929449"/>
                </a:cubicBezTo>
                <a:lnTo>
                  <a:pt x="598018" y="930100"/>
                </a:lnTo>
                <a:moveTo>
                  <a:pt x="590697" y="1051697"/>
                </a:moveTo>
                <a:cubicBezTo>
                  <a:pt x="588669" y="1073844"/>
                  <a:pt x="586280" y="1095430"/>
                  <a:pt x="583528" y="1116453"/>
                </a:cubicBezTo>
                <a:lnTo>
                  <a:pt x="563020" y="1113770"/>
                </a:lnTo>
                <a:cubicBezTo>
                  <a:pt x="565735" y="1093019"/>
                  <a:pt x="568094" y="1071700"/>
                  <a:pt x="570098" y="1049812"/>
                </a:cubicBezTo>
                <a:lnTo>
                  <a:pt x="590697" y="1051697"/>
                </a:lnTo>
                <a:moveTo>
                  <a:pt x="574183" y="1177857"/>
                </a:moveTo>
                <a:cubicBezTo>
                  <a:pt x="570582" y="1198464"/>
                  <a:pt x="566593" y="1218463"/>
                  <a:pt x="562216" y="1237855"/>
                </a:cubicBezTo>
                <a:lnTo>
                  <a:pt x="542040" y="1233301"/>
                </a:lnTo>
                <a:cubicBezTo>
                  <a:pt x="546343" y="1214236"/>
                  <a:pt x="550266" y="1194567"/>
                  <a:pt x="553808" y="1174297"/>
                </a:cubicBezTo>
                <a:lnTo>
                  <a:pt x="574183" y="1177857"/>
                </a:lnTo>
                <a:moveTo>
                  <a:pt x="546197" y="1300218"/>
                </a:moveTo>
                <a:cubicBezTo>
                  <a:pt x="540369" y="1320286"/>
                  <a:pt x="534063" y="1339605"/>
                  <a:pt x="527277" y="1358172"/>
                </a:cubicBezTo>
                <a:lnTo>
                  <a:pt x="507850" y="1351073"/>
                </a:lnTo>
                <a:cubicBezTo>
                  <a:pt x="514476" y="1332942"/>
                  <a:pt x="520637" y="1314068"/>
                  <a:pt x="526333" y="1294449"/>
                </a:cubicBezTo>
                <a:lnTo>
                  <a:pt x="546197" y="1300218"/>
                </a:lnTo>
                <a:moveTo>
                  <a:pt x="502780" y="1417511"/>
                </a:moveTo>
                <a:cubicBezTo>
                  <a:pt x="493787" y="1436856"/>
                  <a:pt x="484165" y="1455225"/>
                  <a:pt x="473913" y="1472617"/>
                </a:cubicBezTo>
                <a:lnTo>
                  <a:pt x="456094" y="1462113"/>
                </a:lnTo>
                <a:cubicBezTo>
                  <a:pt x="466005" y="1445300"/>
                  <a:pt x="475315" y="1427525"/>
                  <a:pt x="484023" y="1408791"/>
                </a:cubicBezTo>
                <a:lnTo>
                  <a:pt x="502780" y="1417511"/>
                </a:lnTo>
                <a:moveTo>
                  <a:pt x="438592" y="1525422"/>
                </a:moveTo>
                <a:cubicBezTo>
                  <a:pt x="425651" y="1542468"/>
                  <a:pt x="411927" y="1558300"/>
                  <a:pt x="397422" y="1572917"/>
                </a:cubicBezTo>
                <a:lnTo>
                  <a:pt x="382740" y="1558347"/>
                </a:lnTo>
                <a:cubicBezTo>
                  <a:pt x="396603" y="1544378"/>
                  <a:pt x="409728" y="1529233"/>
                  <a:pt x="422118" y="1512915"/>
                </a:cubicBezTo>
                <a:lnTo>
                  <a:pt x="438592" y="1525422"/>
                </a:lnTo>
                <a:moveTo>
                  <a:pt x="349594" y="1614610"/>
                </a:moveTo>
                <a:cubicBezTo>
                  <a:pt x="332599" y="1627345"/>
                  <a:pt x="314744" y="1638727"/>
                  <a:pt x="296027" y="1648755"/>
                </a:cubicBezTo>
                <a:lnTo>
                  <a:pt x="286259" y="1630522"/>
                </a:lnTo>
                <a:cubicBezTo>
                  <a:pt x="304054" y="1620989"/>
                  <a:pt x="321030" y="1610167"/>
                  <a:pt x="337190" y="1598058"/>
                </a:cubicBezTo>
                <a:lnTo>
                  <a:pt x="349594" y="1614610"/>
                </a:lnTo>
                <a:moveTo>
                  <a:pt x="238623" y="1674293"/>
                </a:moveTo>
                <a:cubicBezTo>
                  <a:pt x="218852" y="1681440"/>
                  <a:pt x="198279" y="1687312"/>
                  <a:pt x="176904" y="1691905"/>
                </a:cubicBezTo>
                <a:lnTo>
                  <a:pt x="172558" y="1671683"/>
                </a:lnTo>
                <a:cubicBezTo>
                  <a:pt x="193018" y="1667286"/>
                  <a:pt x="212696" y="1661672"/>
                  <a:pt x="231591" y="1654841"/>
                </a:cubicBezTo>
                <a:lnTo>
                  <a:pt x="238623" y="1674293"/>
                </a:lnTo>
                <a:moveTo>
                  <a:pt x="115803" y="1701347"/>
                </a:moveTo>
                <a:cubicBezTo>
                  <a:pt x="95745" y="1703314"/>
                  <a:pt x="75070" y="1704296"/>
                  <a:pt x="53777" y="1704293"/>
                </a:cubicBezTo>
                <a:lnTo>
                  <a:pt x="53780" y="1683609"/>
                </a:lnTo>
                <a:cubicBezTo>
                  <a:pt x="74395" y="1683612"/>
                  <a:pt x="94397" y="1682663"/>
                  <a:pt x="113785" y="1680761"/>
                </a:cubicBezTo>
                <a:lnTo>
                  <a:pt x="115803" y="170134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path-175">
            <a:extLst xmlns:a="http://schemas.openxmlformats.org/drawingml/2006/main">
              <a:ext uri="{FF2B5EF4-FFF2-40B4-BE49-F238E27FC236}">
                <a16:creationId xmlns:a16="http://schemas.microsoft.com/office/drawing/2014/main" id="{643D628F-355D-49E2-B8B4-EB36D07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770" y="2776294"/>
            <a:ext cx="62052" cy="62052"/>
          </a:xfrm>
          <a:custGeom xmlns:a="http://schemas.openxmlformats.org/drawingml/2006/main">
            <a:pathLst>
              <a:path w="62052" h="62052">
                <a:moveTo>
                  <a:pt x="0" y="31026"/>
                </a:moveTo>
                <a:lnTo>
                  <a:pt x="62052" y="0"/>
                </a:lnTo>
                <a:lnTo>
                  <a:pt x="46539" y="31026"/>
                </a:lnTo>
                <a:lnTo>
                  <a:pt x="62052" y="62052"/>
                </a:lnTo>
                <a:lnTo>
                  <a:pt x="0" y="310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176">
            <a:extLst xmlns:a="http://schemas.openxmlformats.org/drawingml/2006/main">
              <a:ext uri="{FF2B5EF4-FFF2-40B4-BE49-F238E27FC236}">
                <a16:creationId xmlns:a16="http://schemas.microsoft.com/office/drawing/2014/main" id="{84560488-DBCC-4EDF-988D-51E24DE4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770" y="2776294"/>
            <a:ext cx="62052" cy="62052"/>
          </a:xfrm>
          <a:custGeom xmlns:a="http://schemas.openxmlformats.org/drawingml/2006/main">
            <a:pathLst>
              <a:path w="62052" h="62052">
                <a:moveTo>
                  <a:pt x="0" y="31026"/>
                </a:moveTo>
                <a:lnTo>
                  <a:pt x="62052" y="62052"/>
                </a:lnTo>
                <a:lnTo>
                  <a:pt x="46539" y="31026"/>
                </a:lnTo>
                <a:lnTo>
                  <a:pt x="620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84">
            <a:solidFill>
              <a:srgbClr val="000000"/>
            </a:solidFill>
            <a:prstDash val="solid"/>
          </a:ln>
        </p:spPr>
      </p:sp>
      <p:sp>
        <p:nvSpPr>
          <p:cNvPr id="115" name="pdf-path-177">
            <a:extLst xmlns:a="http://schemas.openxmlformats.org/drawingml/2006/main">
              <a:ext uri="{FF2B5EF4-FFF2-40B4-BE49-F238E27FC236}">
                <a16:creationId xmlns:a16="http://schemas.microsoft.com/office/drawing/2014/main" id="{3EB0F921-1B6A-4543-962C-229309D4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34" y="1113370"/>
            <a:ext cx="630830" cy="1704294"/>
          </a:xfrm>
          <a:custGeom xmlns:a="http://schemas.openxmlformats.org/drawingml/2006/main">
            <a:pathLst>
              <a:path w="630830" h="1704294">
                <a:moveTo>
                  <a:pt x="630830" y="20684"/>
                </a:moveTo>
                <a:cubicBezTo>
                  <a:pt x="609118" y="20684"/>
                  <a:pt x="587990" y="21466"/>
                  <a:pt x="567446" y="23029"/>
                </a:cubicBezTo>
                <a:lnTo>
                  <a:pt x="565877" y="2405"/>
                </a:lnTo>
                <a:cubicBezTo>
                  <a:pt x="586944" y="802"/>
                  <a:pt x="608595" y="0"/>
                  <a:pt x="630830" y="0"/>
                </a:cubicBezTo>
                <a:lnTo>
                  <a:pt x="630830" y="20684"/>
                </a:lnTo>
                <a:moveTo>
                  <a:pt x="507640" y="30052"/>
                </a:moveTo>
                <a:cubicBezTo>
                  <a:pt x="486995" y="33382"/>
                  <a:pt x="467012" y="37598"/>
                  <a:pt x="447691" y="42701"/>
                </a:cubicBezTo>
                <a:lnTo>
                  <a:pt x="442408" y="22704"/>
                </a:lnTo>
                <a:cubicBezTo>
                  <a:pt x="462385" y="17427"/>
                  <a:pt x="483031" y="13070"/>
                  <a:pt x="504347" y="9633"/>
                </a:cubicBezTo>
                <a:lnTo>
                  <a:pt x="507640" y="30052"/>
                </a:lnTo>
                <a:moveTo>
                  <a:pt x="389913" y="61368"/>
                </a:moveTo>
                <a:cubicBezTo>
                  <a:pt x="370865" y="68729"/>
                  <a:pt x="352559" y="77091"/>
                  <a:pt x="334998" y="86452"/>
                </a:cubicBezTo>
                <a:lnTo>
                  <a:pt x="325268" y="68199"/>
                </a:lnTo>
                <a:cubicBezTo>
                  <a:pt x="343567" y="58445"/>
                  <a:pt x="362630" y="49737"/>
                  <a:pt x="382457" y="42075"/>
                </a:cubicBezTo>
                <a:lnTo>
                  <a:pt x="389913" y="61368"/>
                </a:lnTo>
                <a:moveTo>
                  <a:pt x="283351" y="118379"/>
                </a:moveTo>
                <a:cubicBezTo>
                  <a:pt x="267016" y="130000"/>
                  <a:pt x="251445" y="142660"/>
                  <a:pt x="236640" y="156361"/>
                </a:cubicBezTo>
                <a:lnTo>
                  <a:pt x="222591" y="141180"/>
                </a:lnTo>
                <a:cubicBezTo>
                  <a:pt x="238048" y="126877"/>
                  <a:pt x="254304" y="113658"/>
                  <a:pt x="271362" y="101524"/>
                </a:cubicBezTo>
                <a:lnTo>
                  <a:pt x="283351" y="118379"/>
                </a:lnTo>
                <a:moveTo>
                  <a:pt x="194733" y="200327"/>
                </a:moveTo>
                <a:cubicBezTo>
                  <a:pt x="181927" y="215528"/>
                  <a:pt x="169827" y="231699"/>
                  <a:pt x="158434" y="248841"/>
                </a:cubicBezTo>
                <a:lnTo>
                  <a:pt x="141208" y="237392"/>
                </a:lnTo>
                <a:cubicBezTo>
                  <a:pt x="153034" y="219599"/>
                  <a:pt x="165603" y="202802"/>
                  <a:pt x="178915" y="187000"/>
                </a:cubicBezTo>
                <a:lnTo>
                  <a:pt x="194733" y="200327"/>
                </a:lnTo>
                <a:moveTo>
                  <a:pt x="127523" y="300989"/>
                </a:moveTo>
                <a:cubicBezTo>
                  <a:pt x="118119" y="318802"/>
                  <a:pt x="109336" y="337467"/>
                  <a:pt x="101172" y="356983"/>
                </a:cubicBezTo>
                <a:lnTo>
                  <a:pt x="82091" y="349002"/>
                </a:lnTo>
                <a:cubicBezTo>
                  <a:pt x="90493" y="328914"/>
                  <a:pt x="99540" y="309690"/>
                  <a:pt x="109231" y="291332"/>
                </a:cubicBezTo>
                <a:lnTo>
                  <a:pt x="127523" y="300989"/>
                </a:lnTo>
                <a:moveTo>
                  <a:pt x="80210" y="413035"/>
                </a:moveTo>
                <a:cubicBezTo>
                  <a:pt x="73741" y="432463"/>
                  <a:pt x="67798" y="452615"/>
                  <a:pt x="62382" y="473490"/>
                </a:cubicBezTo>
                <a:lnTo>
                  <a:pt x="42361" y="468296"/>
                </a:lnTo>
                <a:cubicBezTo>
                  <a:pt x="47894" y="446972"/>
                  <a:pt x="53968" y="426373"/>
                  <a:pt x="60586" y="406500"/>
                </a:cubicBezTo>
                <a:lnTo>
                  <a:pt x="80210" y="413035"/>
                </a:lnTo>
                <a:moveTo>
                  <a:pt x="48970" y="531950"/>
                </a:moveTo>
                <a:cubicBezTo>
                  <a:pt x="45037" y="551500"/>
                  <a:pt x="41514" y="571611"/>
                  <a:pt x="38401" y="592282"/>
                </a:cubicBezTo>
                <a:lnTo>
                  <a:pt x="17947" y="589202"/>
                </a:lnTo>
                <a:cubicBezTo>
                  <a:pt x="21111" y="568196"/>
                  <a:pt x="24693" y="547753"/>
                  <a:pt x="28692" y="527871"/>
                </a:cubicBezTo>
                <a:lnTo>
                  <a:pt x="48970" y="531950"/>
                </a:lnTo>
                <a:moveTo>
                  <a:pt x="30285" y="656015"/>
                </a:moveTo>
                <a:cubicBezTo>
                  <a:pt x="28268" y="675176"/>
                  <a:pt x="26568" y="694767"/>
                  <a:pt x="25185" y="714792"/>
                </a:cubicBezTo>
                <a:lnTo>
                  <a:pt x="4550" y="713366"/>
                </a:lnTo>
                <a:cubicBezTo>
                  <a:pt x="5950" y="693094"/>
                  <a:pt x="7672" y="673256"/>
                  <a:pt x="9715" y="653850"/>
                </a:cubicBezTo>
                <a:lnTo>
                  <a:pt x="30285" y="656015"/>
                </a:lnTo>
                <a:moveTo>
                  <a:pt x="21983" y="776192"/>
                </a:moveTo>
                <a:cubicBezTo>
                  <a:pt x="21233" y="797099"/>
                  <a:pt x="20800" y="818439"/>
                  <a:pt x="20684" y="840213"/>
                </a:cubicBezTo>
                <a:lnTo>
                  <a:pt x="0" y="840103"/>
                </a:lnTo>
                <a:cubicBezTo>
                  <a:pt x="117" y="818119"/>
                  <a:pt x="555" y="796568"/>
                  <a:pt x="1312" y="775450"/>
                </a:cubicBezTo>
                <a:lnTo>
                  <a:pt x="21983" y="776192"/>
                </a:lnTo>
                <a:moveTo>
                  <a:pt x="21103" y="905209"/>
                </a:moveTo>
                <a:cubicBezTo>
                  <a:pt x="21471" y="926472"/>
                  <a:pt x="22064" y="947302"/>
                  <a:pt x="22882" y="967700"/>
                </a:cubicBezTo>
                <a:lnTo>
                  <a:pt x="2214" y="968528"/>
                </a:lnTo>
                <a:cubicBezTo>
                  <a:pt x="1390" y="947974"/>
                  <a:pt x="793" y="926987"/>
                  <a:pt x="423" y="905567"/>
                </a:cubicBezTo>
                <a:lnTo>
                  <a:pt x="21103" y="905209"/>
                </a:lnTo>
                <a:moveTo>
                  <a:pt x="26008" y="1027570"/>
                </a:moveTo>
                <a:cubicBezTo>
                  <a:pt x="27392" y="1048902"/>
                  <a:pt x="29044" y="1069715"/>
                  <a:pt x="30965" y="1090011"/>
                </a:cubicBezTo>
                <a:lnTo>
                  <a:pt x="10373" y="1091960"/>
                </a:lnTo>
                <a:cubicBezTo>
                  <a:pt x="8433" y="1071461"/>
                  <a:pt x="6764" y="1050443"/>
                  <a:pt x="5367" y="1028909"/>
                </a:cubicBezTo>
                <a:lnTo>
                  <a:pt x="26008" y="1027570"/>
                </a:lnTo>
                <a:moveTo>
                  <a:pt x="37889" y="1152128"/>
                </a:moveTo>
                <a:cubicBezTo>
                  <a:pt x="40489" y="1172250"/>
                  <a:pt x="43385" y="1191805"/>
                  <a:pt x="46574" y="1210793"/>
                </a:cubicBezTo>
                <a:lnTo>
                  <a:pt x="26176" y="1214219"/>
                </a:lnTo>
                <a:cubicBezTo>
                  <a:pt x="22943" y="1194977"/>
                  <a:pt x="20010" y="1175164"/>
                  <a:pt x="17375" y="1154779"/>
                </a:cubicBezTo>
                <a:lnTo>
                  <a:pt x="37889" y="1152128"/>
                </a:lnTo>
                <a:moveTo>
                  <a:pt x="58574" y="1273253"/>
                </a:moveTo>
                <a:cubicBezTo>
                  <a:pt x="63034" y="1293710"/>
                  <a:pt x="67887" y="1313403"/>
                  <a:pt x="73131" y="1332332"/>
                </a:cubicBezTo>
                <a:lnTo>
                  <a:pt x="53198" y="1337855"/>
                </a:lnTo>
                <a:cubicBezTo>
                  <a:pt x="47851" y="1318553"/>
                  <a:pt x="42906" y="1298488"/>
                  <a:pt x="38365" y="1277659"/>
                </a:cubicBezTo>
                <a:lnTo>
                  <a:pt x="58574" y="1273253"/>
                </a:lnTo>
                <a:moveTo>
                  <a:pt x="91401" y="1390716"/>
                </a:moveTo>
                <a:cubicBezTo>
                  <a:pt x="98467" y="1410777"/>
                  <a:pt x="106059" y="1429809"/>
                  <a:pt x="114180" y="1447809"/>
                </a:cubicBezTo>
                <a:lnTo>
                  <a:pt x="95326" y="1456314"/>
                </a:lnTo>
                <a:cubicBezTo>
                  <a:pt x="86963" y="1437777"/>
                  <a:pt x="79152" y="1418202"/>
                  <a:pt x="71892" y="1397587"/>
                </a:cubicBezTo>
                <a:lnTo>
                  <a:pt x="91401" y="1390716"/>
                </a:lnTo>
                <a:moveTo>
                  <a:pt x="141760" y="1501539"/>
                </a:moveTo>
                <a:cubicBezTo>
                  <a:pt x="152348" y="1519667"/>
                  <a:pt x="163629" y="1536438"/>
                  <a:pt x="175600" y="1551851"/>
                </a:cubicBezTo>
                <a:lnTo>
                  <a:pt x="159265" y="1564539"/>
                </a:lnTo>
                <a:cubicBezTo>
                  <a:pt x="146736" y="1548407"/>
                  <a:pt x="134947" y="1530885"/>
                  <a:pt x="123899" y="1511971"/>
                </a:cubicBezTo>
                <a:lnTo>
                  <a:pt x="141760" y="1501539"/>
                </a:lnTo>
                <a:moveTo>
                  <a:pt x="216132" y="1596411"/>
                </a:moveTo>
                <a:cubicBezTo>
                  <a:pt x="230934" y="1610205"/>
                  <a:pt x="246581" y="1622357"/>
                  <a:pt x="263073" y="1632871"/>
                </a:cubicBezTo>
                <a:lnTo>
                  <a:pt x="251955" y="1650313"/>
                </a:lnTo>
                <a:cubicBezTo>
                  <a:pt x="234400" y="1639123"/>
                  <a:pt x="217759" y="1626199"/>
                  <a:pt x="202031" y="1611542"/>
                </a:cubicBezTo>
                <a:lnTo>
                  <a:pt x="216132" y="1596411"/>
                </a:lnTo>
                <a:moveTo>
                  <a:pt x="316488" y="1660047"/>
                </a:moveTo>
                <a:cubicBezTo>
                  <a:pt x="334724" y="1667203"/>
                  <a:pt x="353823" y="1672730"/>
                  <a:pt x="373786" y="1676626"/>
                </a:cubicBezTo>
                <a:lnTo>
                  <a:pt x="369825" y="1696927"/>
                </a:lnTo>
                <a:cubicBezTo>
                  <a:pt x="348633" y="1692791"/>
                  <a:pt x="328335" y="1686916"/>
                  <a:pt x="308931" y="1679301"/>
                </a:cubicBezTo>
                <a:lnTo>
                  <a:pt x="316488" y="1660047"/>
                </a:lnTo>
                <a:moveTo>
                  <a:pt x="434204" y="1683357"/>
                </a:moveTo>
                <a:cubicBezTo>
                  <a:pt x="439145" y="1683526"/>
                  <a:pt x="444129" y="1683609"/>
                  <a:pt x="449154" y="1683609"/>
                </a:cubicBezTo>
                <a:lnTo>
                  <a:pt x="449157" y="1704293"/>
                </a:lnTo>
                <a:cubicBezTo>
                  <a:pt x="443889" y="1704294"/>
                  <a:pt x="438668" y="1704206"/>
                  <a:pt x="433496" y="1704029"/>
                </a:cubicBezTo>
                <a:lnTo>
                  <a:pt x="434204" y="16833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path-178">
            <a:extLst xmlns:a="http://schemas.openxmlformats.org/drawingml/2006/main">
              <a:ext uri="{FF2B5EF4-FFF2-40B4-BE49-F238E27FC236}">
                <a16:creationId xmlns:a16="http://schemas.microsoft.com/office/drawing/2014/main" id="{9FDEE327-A1A1-418F-AEE1-2CC31071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176" y="2776294"/>
            <a:ext cx="62052" cy="62052"/>
          </a:xfrm>
          <a:custGeom xmlns:a="http://schemas.openxmlformats.org/drawingml/2006/main">
            <a:pathLst>
              <a:path w="62052" h="62052">
                <a:moveTo>
                  <a:pt x="62052" y="31026"/>
                </a:moveTo>
                <a:lnTo>
                  <a:pt x="0" y="62052"/>
                </a:lnTo>
                <a:lnTo>
                  <a:pt x="15513" y="31026"/>
                </a:lnTo>
                <a:lnTo>
                  <a:pt x="0" y="0"/>
                </a:lnTo>
                <a:lnTo>
                  <a:pt x="62052" y="310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df-path-179">
            <a:extLst xmlns:a="http://schemas.openxmlformats.org/drawingml/2006/main">
              <a:ext uri="{FF2B5EF4-FFF2-40B4-BE49-F238E27FC236}">
                <a16:creationId xmlns:a16="http://schemas.microsoft.com/office/drawing/2014/main" id="{62D54823-11B3-48BE-AC7E-205EDA88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176" y="2776294"/>
            <a:ext cx="62052" cy="62052"/>
          </a:xfrm>
          <a:custGeom xmlns:a="http://schemas.openxmlformats.org/drawingml/2006/main">
            <a:pathLst>
              <a:path w="62052" h="62052">
                <a:moveTo>
                  <a:pt x="62052" y="31026"/>
                </a:moveTo>
                <a:lnTo>
                  <a:pt x="0" y="0"/>
                </a:lnTo>
                <a:lnTo>
                  <a:pt x="15513" y="31026"/>
                </a:lnTo>
                <a:lnTo>
                  <a:pt x="0" y="6205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84">
            <a:solidFill>
              <a:srgbClr val="000000"/>
            </a:solidFill>
            <a:prstDash val="solid"/>
          </a:ln>
        </p:spPr>
      </p:sp>
      <p:pic>
        <p:nvPic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81094C4-1CAB-496F-96A7-84C546D653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83486cef844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0610" y="788670"/>
            <a:ext cx="674370" cy="674370"/>
          </a:xfrm>
          <a:prstGeom xmlns:a="http://schemas.openxmlformats.org/drawingml/2006/main" prst="rect">
            <a:avLst/>
          </a:prstGeom>
        </p:spPr>
      </p:pic>
      <p:sp>
        <p:nvSpPr>
          <p:cNvPr id="119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1FCCA3B5-75AF-4AA8-B2A3-052AB738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788670"/>
            <a:ext cx="674370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0" name="pdf-path-181">
            <a:extLst xmlns:a="http://schemas.openxmlformats.org/drawingml/2006/main">
              <a:ext uri="{FF2B5EF4-FFF2-40B4-BE49-F238E27FC236}">
                <a16:creationId xmlns:a16="http://schemas.microsoft.com/office/drawing/2014/main" id="{B3E0FD28-CCB3-40C7-9521-790FE1C6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15" y="3467540"/>
            <a:ext cx="133482" cy="106496"/>
          </a:xfrm>
          <a:custGeom xmlns:a="http://schemas.openxmlformats.org/drawingml/2006/main">
            <a:pathLst>
              <a:path w="133482" h="106496">
                <a:moveTo>
                  <a:pt x="27227" y="106496"/>
                </a:moveTo>
                <a:cubicBezTo>
                  <a:pt x="21766" y="106496"/>
                  <a:pt x="19035" y="103846"/>
                  <a:pt x="19035" y="98545"/>
                </a:cubicBezTo>
                <a:lnTo>
                  <a:pt x="19035" y="95895"/>
                </a:lnTo>
                <a:lnTo>
                  <a:pt x="22167" y="89149"/>
                </a:lnTo>
                <a:cubicBezTo>
                  <a:pt x="34214" y="63769"/>
                  <a:pt x="42968" y="41843"/>
                  <a:pt x="48430" y="23371"/>
                </a:cubicBezTo>
                <a:lnTo>
                  <a:pt x="50357" y="17588"/>
                </a:lnTo>
                <a:lnTo>
                  <a:pt x="42647" y="17588"/>
                </a:lnTo>
                <a:cubicBezTo>
                  <a:pt x="36543" y="17588"/>
                  <a:pt x="32206" y="17830"/>
                  <a:pt x="29636" y="18312"/>
                </a:cubicBezTo>
                <a:cubicBezTo>
                  <a:pt x="27066" y="18794"/>
                  <a:pt x="23934" y="20320"/>
                  <a:pt x="20239" y="22889"/>
                </a:cubicBezTo>
                <a:cubicBezTo>
                  <a:pt x="18473" y="24014"/>
                  <a:pt x="16705" y="25459"/>
                  <a:pt x="14939" y="27226"/>
                </a:cubicBezTo>
                <a:cubicBezTo>
                  <a:pt x="13172" y="28994"/>
                  <a:pt x="11646" y="30680"/>
                  <a:pt x="10361" y="32286"/>
                </a:cubicBezTo>
                <a:cubicBezTo>
                  <a:pt x="9076" y="33893"/>
                  <a:pt x="8353" y="34856"/>
                  <a:pt x="8193" y="35178"/>
                </a:cubicBezTo>
                <a:cubicBezTo>
                  <a:pt x="7871" y="35338"/>
                  <a:pt x="6666" y="35418"/>
                  <a:pt x="4578" y="35418"/>
                </a:cubicBezTo>
                <a:cubicBezTo>
                  <a:pt x="1526" y="35418"/>
                  <a:pt x="0" y="34615"/>
                  <a:pt x="0" y="33009"/>
                </a:cubicBezTo>
                <a:cubicBezTo>
                  <a:pt x="0" y="32045"/>
                  <a:pt x="1526" y="29234"/>
                  <a:pt x="4578" y="24576"/>
                </a:cubicBezTo>
                <a:cubicBezTo>
                  <a:pt x="7630" y="19918"/>
                  <a:pt x="12048" y="14939"/>
                  <a:pt x="17830" y="9638"/>
                </a:cubicBezTo>
                <a:cubicBezTo>
                  <a:pt x="23613" y="4337"/>
                  <a:pt x="29315" y="1285"/>
                  <a:pt x="34937" y="482"/>
                </a:cubicBezTo>
                <a:cubicBezTo>
                  <a:pt x="36061" y="160"/>
                  <a:pt x="54132" y="0"/>
                  <a:pt x="89149" y="0"/>
                </a:cubicBezTo>
                <a:cubicBezTo>
                  <a:pt x="114849" y="0"/>
                  <a:pt x="128021" y="80"/>
                  <a:pt x="128663" y="241"/>
                </a:cubicBezTo>
                <a:cubicBezTo>
                  <a:pt x="131876" y="1365"/>
                  <a:pt x="133482" y="3614"/>
                  <a:pt x="133482" y="6987"/>
                </a:cubicBezTo>
                <a:cubicBezTo>
                  <a:pt x="133482" y="11967"/>
                  <a:pt x="130912" y="15340"/>
                  <a:pt x="125772" y="17107"/>
                </a:cubicBezTo>
                <a:cubicBezTo>
                  <a:pt x="124808" y="17428"/>
                  <a:pt x="119267" y="17588"/>
                  <a:pt x="109147" y="17588"/>
                </a:cubicBezTo>
                <a:lnTo>
                  <a:pt x="93727" y="17588"/>
                </a:lnTo>
                <a:lnTo>
                  <a:pt x="93004" y="21685"/>
                </a:lnTo>
                <a:cubicBezTo>
                  <a:pt x="91076" y="33250"/>
                  <a:pt x="90113" y="42807"/>
                  <a:pt x="90113" y="50357"/>
                </a:cubicBezTo>
                <a:cubicBezTo>
                  <a:pt x="90113" y="58710"/>
                  <a:pt x="90835" y="66179"/>
                  <a:pt x="92281" y="72765"/>
                </a:cubicBezTo>
                <a:cubicBezTo>
                  <a:pt x="93727" y="79350"/>
                  <a:pt x="95253" y="84490"/>
                  <a:pt x="96859" y="88185"/>
                </a:cubicBezTo>
                <a:cubicBezTo>
                  <a:pt x="98466" y="91879"/>
                  <a:pt x="99268" y="94128"/>
                  <a:pt x="99268" y="94931"/>
                </a:cubicBezTo>
                <a:cubicBezTo>
                  <a:pt x="99268" y="97662"/>
                  <a:pt x="98144" y="100232"/>
                  <a:pt x="95895" y="102641"/>
                </a:cubicBezTo>
                <a:cubicBezTo>
                  <a:pt x="93647" y="105051"/>
                  <a:pt x="90755" y="106255"/>
                  <a:pt x="87221" y="106255"/>
                </a:cubicBezTo>
                <a:cubicBezTo>
                  <a:pt x="85455" y="106255"/>
                  <a:pt x="84009" y="106014"/>
                  <a:pt x="82884" y="105533"/>
                </a:cubicBezTo>
                <a:cubicBezTo>
                  <a:pt x="81760" y="105051"/>
                  <a:pt x="80475" y="103123"/>
                  <a:pt x="79029" y="99750"/>
                </a:cubicBezTo>
                <a:cubicBezTo>
                  <a:pt x="77584" y="96377"/>
                  <a:pt x="76299" y="91558"/>
                  <a:pt x="75174" y="85294"/>
                </a:cubicBezTo>
                <a:cubicBezTo>
                  <a:pt x="75013" y="83848"/>
                  <a:pt x="74933" y="80314"/>
                  <a:pt x="74933" y="74692"/>
                </a:cubicBezTo>
                <a:cubicBezTo>
                  <a:pt x="74933" y="66822"/>
                  <a:pt x="75656" y="58388"/>
                  <a:pt x="77102" y="49393"/>
                </a:cubicBezTo>
                <a:cubicBezTo>
                  <a:pt x="78548" y="40398"/>
                  <a:pt x="79993" y="33009"/>
                  <a:pt x="81439" y="27226"/>
                </a:cubicBezTo>
                <a:cubicBezTo>
                  <a:pt x="82884" y="21444"/>
                  <a:pt x="83687" y="18231"/>
                  <a:pt x="83848" y="17588"/>
                </a:cubicBezTo>
                <a:lnTo>
                  <a:pt x="60236" y="17588"/>
                </a:lnTo>
                <a:lnTo>
                  <a:pt x="59995" y="18552"/>
                </a:lnTo>
                <a:cubicBezTo>
                  <a:pt x="59995" y="19034"/>
                  <a:pt x="58469" y="25379"/>
                  <a:pt x="55417" y="37587"/>
                </a:cubicBezTo>
                <a:cubicBezTo>
                  <a:pt x="52365" y="49795"/>
                  <a:pt x="48912" y="62725"/>
                  <a:pt x="45057" y="76378"/>
                </a:cubicBezTo>
                <a:cubicBezTo>
                  <a:pt x="41202" y="90032"/>
                  <a:pt x="38712" y="97823"/>
                  <a:pt x="37587" y="99750"/>
                </a:cubicBezTo>
                <a:cubicBezTo>
                  <a:pt x="35820" y="104248"/>
                  <a:pt x="32367" y="106496"/>
                  <a:pt x="27227" y="10649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21" name="pdf-path-183">
            <a:extLst xmlns:a="http://schemas.openxmlformats.org/drawingml/2006/main">
              <a:ext uri="{FF2B5EF4-FFF2-40B4-BE49-F238E27FC236}">
                <a16:creationId xmlns:a16="http://schemas.microsoft.com/office/drawing/2014/main" id="{9C7826F2-964E-4E5E-9B23-D3EDE336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87" y="3487432"/>
            <a:ext cx="72738" cy="121797"/>
          </a:xfrm>
          <a:custGeom xmlns:a="http://schemas.openxmlformats.org/drawingml/2006/main">
            <a:pathLst>
              <a:path w="72738" h="121797">
                <a:moveTo>
                  <a:pt x="0" y="86024"/>
                </a:moveTo>
                <a:cubicBezTo>
                  <a:pt x="0" y="74441"/>
                  <a:pt x="2215" y="62233"/>
                  <a:pt x="6644" y="49400"/>
                </a:cubicBezTo>
                <a:cubicBezTo>
                  <a:pt x="11073" y="36568"/>
                  <a:pt x="17091" y="25495"/>
                  <a:pt x="24700" y="16183"/>
                </a:cubicBezTo>
                <a:cubicBezTo>
                  <a:pt x="32309" y="6871"/>
                  <a:pt x="40202" y="1533"/>
                  <a:pt x="48378" y="170"/>
                </a:cubicBezTo>
                <a:cubicBezTo>
                  <a:pt x="48492" y="170"/>
                  <a:pt x="48946" y="170"/>
                  <a:pt x="49741" y="170"/>
                </a:cubicBezTo>
                <a:cubicBezTo>
                  <a:pt x="50536" y="170"/>
                  <a:pt x="51218" y="113"/>
                  <a:pt x="51785" y="0"/>
                </a:cubicBezTo>
                <a:cubicBezTo>
                  <a:pt x="57918" y="454"/>
                  <a:pt x="62687" y="3236"/>
                  <a:pt x="66095" y="8347"/>
                </a:cubicBezTo>
                <a:cubicBezTo>
                  <a:pt x="70524" y="15161"/>
                  <a:pt x="72738" y="24303"/>
                  <a:pt x="72738" y="35773"/>
                </a:cubicBezTo>
                <a:cubicBezTo>
                  <a:pt x="72738" y="48832"/>
                  <a:pt x="70183" y="62119"/>
                  <a:pt x="65072" y="75634"/>
                </a:cubicBezTo>
                <a:cubicBezTo>
                  <a:pt x="59962" y="89147"/>
                  <a:pt x="53432" y="100220"/>
                  <a:pt x="45483" y="108851"/>
                </a:cubicBezTo>
                <a:cubicBezTo>
                  <a:pt x="37533" y="117482"/>
                  <a:pt x="29924" y="121797"/>
                  <a:pt x="22656" y="121797"/>
                </a:cubicBezTo>
                <a:lnTo>
                  <a:pt x="21464" y="121797"/>
                </a:lnTo>
                <a:cubicBezTo>
                  <a:pt x="17376" y="121797"/>
                  <a:pt x="13855" y="120662"/>
                  <a:pt x="10902" y="118390"/>
                </a:cubicBezTo>
                <a:cubicBezTo>
                  <a:pt x="7950" y="116119"/>
                  <a:pt x="5735" y="113109"/>
                  <a:pt x="4259" y="109362"/>
                </a:cubicBezTo>
                <a:cubicBezTo>
                  <a:pt x="2782" y="105614"/>
                  <a:pt x="1704" y="101810"/>
                  <a:pt x="1023" y="97949"/>
                </a:cubicBezTo>
                <a:cubicBezTo>
                  <a:pt x="341" y="94088"/>
                  <a:pt x="0" y="90113"/>
                  <a:pt x="0" y="86024"/>
                </a:cubicBezTo>
                <a:moveTo>
                  <a:pt x="59281" y="23678"/>
                </a:moveTo>
                <a:cubicBezTo>
                  <a:pt x="59281" y="12095"/>
                  <a:pt x="56271" y="6303"/>
                  <a:pt x="50252" y="6303"/>
                </a:cubicBezTo>
                <a:cubicBezTo>
                  <a:pt x="46164" y="6303"/>
                  <a:pt x="42189" y="8858"/>
                  <a:pt x="38328" y="13968"/>
                </a:cubicBezTo>
                <a:cubicBezTo>
                  <a:pt x="34467" y="19078"/>
                  <a:pt x="31287" y="24871"/>
                  <a:pt x="28789" y="31343"/>
                </a:cubicBezTo>
                <a:cubicBezTo>
                  <a:pt x="26290" y="37817"/>
                  <a:pt x="24360" y="43495"/>
                  <a:pt x="22997" y="48378"/>
                </a:cubicBezTo>
                <a:cubicBezTo>
                  <a:pt x="21634" y="53261"/>
                  <a:pt x="20896" y="56101"/>
                  <a:pt x="20782" y="56895"/>
                </a:cubicBezTo>
                <a:cubicBezTo>
                  <a:pt x="26347" y="57009"/>
                  <a:pt x="31855" y="57066"/>
                  <a:pt x="37306" y="57066"/>
                </a:cubicBezTo>
                <a:lnTo>
                  <a:pt x="53830" y="56895"/>
                </a:lnTo>
                <a:cubicBezTo>
                  <a:pt x="53943" y="56782"/>
                  <a:pt x="54397" y="54908"/>
                  <a:pt x="55193" y="51274"/>
                </a:cubicBezTo>
                <a:cubicBezTo>
                  <a:pt x="55987" y="47640"/>
                  <a:pt x="56896" y="43097"/>
                  <a:pt x="57918" y="37647"/>
                </a:cubicBezTo>
                <a:cubicBezTo>
                  <a:pt x="58940" y="32195"/>
                  <a:pt x="59394" y="27539"/>
                  <a:pt x="59281" y="23678"/>
                </a:cubicBezTo>
                <a:moveTo>
                  <a:pt x="13287" y="97608"/>
                </a:moveTo>
                <a:cubicBezTo>
                  <a:pt x="13287" y="109646"/>
                  <a:pt x="16297" y="115665"/>
                  <a:pt x="22315" y="115665"/>
                </a:cubicBezTo>
                <a:cubicBezTo>
                  <a:pt x="24019" y="115665"/>
                  <a:pt x="25836" y="115097"/>
                  <a:pt x="27767" y="113962"/>
                </a:cubicBezTo>
                <a:cubicBezTo>
                  <a:pt x="29697" y="112826"/>
                  <a:pt x="32025" y="110668"/>
                  <a:pt x="34751" y="107488"/>
                </a:cubicBezTo>
                <a:cubicBezTo>
                  <a:pt x="37476" y="104308"/>
                  <a:pt x="40202" y="99368"/>
                  <a:pt x="42928" y="92668"/>
                </a:cubicBezTo>
                <a:cubicBezTo>
                  <a:pt x="45653" y="85968"/>
                  <a:pt x="48378" y="77678"/>
                  <a:pt x="51104" y="67798"/>
                </a:cubicBezTo>
                <a:lnTo>
                  <a:pt x="51956" y="64902"/>
                </a:lnTo>
                <a:lnTo>
                  <a:pt x="18738" y="64902"/>
                </a:lnTo>
                <a:cubicBezTo>
                  <a:pt x="18738" y="65243"/>
                  <a:pt x="18227" y="67400"/>
                  <a:pt x="17205" y="71375"/>
                </a:cubicBezTo>
                <a:cubicBezTo>
                  <a:pt x="16183" y="75349"/>
                  <a:pt x="15275" y="79779"/>
                  <a:pt x="14480" y="84662"/>
                </a:cubicBezTo>
                <a:cubicBezTo>
                  <a:pt x="13685" y="89545"/>
                  <a:pt x="13287" y="93861"/>
                  <a:pt x="13287" y="976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22" name="pdf-path-185">
            <a:extLst xmlns:a="http://schemas.openxmlformats.org/drawingml/2006/main">
              <a:ext uri="{FF2B5EF4-FFF2-40B4-BE49-F238E27FC236}">
                <a16:creationId xmlns:a16="http://schemas.microsoft.com/office/drawing/2014/main" id="{5D377F43-9B9C-47AA-96A6-4090622B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17" y="3390679"/>
            <a:ext cx="57585" cy="240942"/>
          </a:xfrm>
          <a:custGeom xmlns:a="http://schemas.openxmlformats.org/drawingml/2006/main">
            <a:pathLst>
              <a:path w="57585" h="240942">
                <a:moveTo>
                  <a:pt x="0" y="120471"/>
                </a:moveTo>
                <a:cubicBezTo>
                  <a:pt x="0" y="109388"/>
                  <a:pt x="803" y="98867"/>
                  <a:pt x="2409" y="88907"/>
                </a:cubicBezTo>
                <a:cubicBezTo>
                  <a:pt x="4015" y="78949"/>
                  <a:pt x="5863" y="70355"/>
                  <a:pt x="7951" y="63127"/>
                </a:cubicBezTo>
                <a:cubicBezTo>
                  <a:pt x="10039" y="55898"/>
                  <a:pt x="13011" y="48831"/>
                  <a:pt x="16866" y="41924"/>
                </a:cubicBezTo>
                <a:cubicBezTo>
                  <a:pt x="20721" y="35017"/>
                  <a:pt x="23773" y="29636"/>
                  <a:pt x="26022" y="25780"/>
                </a:cubicBezTo>
                <a:cubicBezTo>
                  <a:pt x="28270" y="21925"/>
                  <a:pt x="31643" y="17749"/>
                  <a:pt x="36141" y="13252"/>
                </a:cubicBezTo>
                <a:cubicBezTo>
                  <a:pt x="40639" y="8754"/>
                  <a:pt x="43289" y="6023"/>
                  <a:pt x="44092" y="5060"/>
                </a:cubicBezTo>
                <a:cubicBezTo>
                  <a:pt x="44896" y="4096"/>
                  <a:pt x="46904" y="2409"/>
                  <a:pt x="50116" y="0"/>
                </a:cubicBezTo>
                <a:lnTo>
                  <a:pt x="53248" y="0"/>
                </a:lnTo>
                <a:lnTo>
                  <a:pt x="54212" y="0"/>
                </a:lnTo>
                <a:cubicBezTo>
                  <a:pt x="56461" y="0"/>
                  <a:pt x="57585" y="723"/>
                  <a:pt x="57585" y="2168"/>
                </a:cubicBezTo>
                <a:cubicBezTo>
                  <a:pt x="57585" y="2650"/>
                  <a:pt x="56220" y="4337"/>
                  <a:pt x="53489" y="7228"/>
                </a:cubicBezTo>
                <a:cubicBezTo>
                  <a:pt x="50759" y="10119"/>
                  <a:pt x="47466" y="14376"/>
                  <a:pt x="43611" y="19998"/>
                </a:cubicBezTo>
                <a:cubicBezTo>
                  <a:pt x="39755" y="25620"/>
                  <a:pt x="35820" y="32527"/>
                  <a:pt x="31804" y="40719"/>
                </a:cubicBezTo>
                <a:cubicBezTo>
                  <a:pt x="27788" y="48911"/>
                  <a:pt x="24415" y="59995"/>
                  <a:pt x="21685" y="73969"/>
                </a:cubicBezTo>
                <a:cubicBezTo>
                  <a:pt x="18954" y="87943"/>
                  <a:pt x="17588" y="103444"/>
                  <a:pt x="17588" y="120471"/>
                </a:cubicBezTo>
                <a:cubicBezTo>
                  <a:pt x="17588" y="137497"/>
                  <a:pt x="18954" y="152918"/>
                  <a:pt x="21685" y="166732"/>
                </a:cubicBezTo>
                <a:cubicBezTo>
                  <a:pt x="24415" y="180546"/>
                  <a:pt x="27708" y="191709"/>
                  <a:pt x="31563" y="200223"/>
                </a:cubicBezTo>
                <a:cubicBezTo>
                  <a:pt x="35418" y="208736"/>
                  <a:pt x="39354" y="215643"/>
                  <a:pt x="43369" y="220943"/>
                </a:cubicBezTo>
                <a:cubicBezTo>
                  <a:pt x="47385" y="226244"/>
                  <a:pt x="50759" y="230501"/>
                  <a:pt x="53489" y="233714"/>
                </a:cubicBezTo>
                <a:cubicBezTo>
                  <a:pt x="56220" y="236926"/>
                  <a:pt x="57585" y="238613"/>
                  <a:pt x="57585" y="238773"/>
                </a:cubicBezTo>
                <a:cubicBezTo>
                  <a:pt x="57585" y="240219"/>
                  <a:pt x="56380" y="240942"/>
                  <a:pt x="53971" y="240942"/>
                </a:cubicBezTo>
                <a:lnTo>
                  <a:pt x="53248" y="240942"/>
                </a:lnTo>
                <a:lnTo>
                  <a:pt x="50116" y="240942"/>
                </a:lnTo>
                <a:lnTo>
                  <a:pt x="43369" y="235159"/>
                </a:lnTo>
                <a:cubicBezTo>
                  <a:pt x="28270" y="221506"/>
                  <a:pt x="17268" y="204479"/>
                  <a:pt x="10360" y="184079"/>
                </a:cubicBezTo>
                <a:cubicBezTo>
                  <a:pt x="3453" y="163680"/>
                  <a:pt x="0" y="142477"/>
                  <a:pt x="0" y="1204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23" name="pdf-path-187">
            <a:extLst xmlns:a="http://schemas.openxmlformats.org/drawingml/2006/main">
              <a:ext uri="{FF2B5EF4-FFF2-40B4-BE49-F238E27FC236}">
                <a16:creationId xmlns:a16="http://schemas.microsoft.com/office/drawing/2014/main" id="{AA3E26DE-A075-438A-A28A-A44C257F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046" y="3465130"/>
            <a:ext cx="113965" cy="108665"/>
          </a:xfrm>
          <a:custGeom xmlns:a="http://schemas.openxmlformats.org/drawingml/2006/main">
            <a:pathLst>
              <a:path w="113965" h="108665">
                <a:moveTo>
                  <a:pt x="0" y="68428"/>
                </a:moveTo>
                <a:cubicBezTo>
                  <a:pt x="0" y="52204"/>
                  <a:pt x="6104" y="36784"/>
                  <a:pt x="18312" y="22167"/>
                </a:cubicBezTo>
                <a:cubicBezTo>
                  <a:pt x="30519" y="7550"/>
                  <a:pt x="44253" y="161"/>
                  <a:pt x="59513" y="0"/>
                </a:cubicBezTo>
                <a:cubicBezTo>
                  <a:pt x="67705" y="0"/>
                  <a:pt x="74933" y="3936"/>
                  <a:pt x="81197" y="11806"/>
                </a:cubicBezTo>
                <a:cubicBezTo>
                  <a:pt x="83768" y="6987"/>
                  <a:pt x="87462" y="4578"/>
                  <a:pt x="92280" y="4578"/>
                </a:cubicBezTo>
                <a:cubicBezTo>
                  <a:pt x="94369" y="4578"/>
                  <a:pt x="96216" y="5221"/>
                  <a:pt x="97823" y="6506"/>
                </a:cubicBezTo>
                <a:cubicBezTo>
                  <a:pt x="99429" y="7791"/>
                  <a:pt x="100232" y="9397"/>
                  <a:pt x="100232" y="11324"/>
                </a:cubicBezTo>
                <a:cubicBezTo>
                  <a:pt x="100232" y="13413"/>
                  <a:pt x="97260" y="26263"/>
                  <a:pt x="91317" y="49875"/>
                </a:cubicBezTo>
                <a:cubicBezTo>
                  <a:pt x="85374" y="73487"/>
                  <a:pt x="82322" y="86820"/>
                  <a:pt x="82161" y="89872"/>
                </a:cubicBezTo>
                <a:cubicBezTo>
                  <a:pt x="82161" y="93887"/>
                  <a:pt x="82723" y="96538"/>
                  <a:pt x="83848" y="97823"/>
                </a:cubicBezTo>
                <a:cubicBezTo>
                  <a:pt x="84972" y="99108"/>
                  <a:pt x="86659" y="99831"/>
                  <a:pt x="88907" y="99991"/>
                </a:cubicBezTo>
                <a:cubicBezTo>
                  <a:pt x="90353" y="99831"/>
                  <a:pt x="91960" y="99108"/>
                  <a:pt x="93726" y="97823"/>
                </a:cubicBezTo>
                <a:cubicBezTo>
                  <a:pt x="97099" y="94610"/>
                  <a:pt x="100392" y="86900"/>
                  <a:pt x="103605" y="74693"/>
                </a:cubicBezTo>
                <a:cubicBezTo>
                  <a:pt x="104569" y="71480"/>
                  <a:pt x="105372" y="69793"/>
                  <a:pt x="106014" y="69632"/>
                </a:cubicBezTo>
                <a:cubicBezTo>
                  <a:pt x="106335" y="69472"/>
                  <a:pt x="107139" y="69392"/>
                  <a:pt x="108424" y="69392"/>
                </a:cubicBezTo>
                <a:lnTo>
                  <a:pt x="109388" y="69392"/>
                </a:lnTo>
                <a:cubicBezTo>
                  <a:pt x="112440" y="69392"/>
                  <a:pt x="113965" y="70114"/>
                  <a:pt x="113965" y="71560"/>
                </a:cubicBezTo>
                <a:cubicBezTo>
                  <a:pt x="113965" y="72524"/>
                  <a:pt x="113564" y="74693"/>
                  <a:pt x="112761" y="78066"/>
                </a:cubicBezTo>
                <a:cubicBezTo>
                  <a:pt x="111958" y="81439"/>
                  <a:pt x="110351" y="85776"/>
                  <a:pt x="107942" y="91076"/>
                </a:cubicBezTo>
                <a:cubicBezTo>
                  <a:pt x="105533" y="96377"/>
                  <a:pt x="102962" y="100393"/>
                  <a:pt x="100232" y="103123"/>
                </a:cubicBezTo>
                <a:cubicBezTo>
                  <a:pt x="98143" y="105212"/>
                  <a:pt x="95573" y="106898"/>
                  <a:pt x="92522" y="108184"/>
                </a:cubicBezTo>
                <a:cubicBezTo>
                  <a:pt x="91236" y="108504"/>
                  <a:pt x="89309" y="108665"/>
                  <a:pt x="86739" y="108665"/>
                </a:cubicBezTo>
                <a:cubicBezTo>
                  <a:pt x="81278" y="108665"/>
                  <a:pt x="76700" y="107460"/>
                  <a:pt x="73005" y="105051"/>
                </a:cubicBezTo>
                <a:cubicBezTo>
                  <a:pt x="69311" y="102641"/>
                  <a:pt x="66901" y="100152"/>
                  <a:pt x="65777" y="97582"/>
                </a:cubicBezTo>
                <a:lnTo>
                  <a:pt x="64332" y="93968"/>
                </a:lnTo>
                <a:cubicBezTo>
                  <a:pt x="64171" y="93807"/>
                  <a:pt x="63850" y="93887"/>
                  <a:pt x="63368" y="94209"/>
                </a:cubicBezTo>
                <a:cubicBezTo>
                  <a:pt x="63046" y="94530"/>
                  <a:pt x="62725" y="94851"/>
                  <a:pt x="62404" y="95173"/>
                </a:cubicBezTo>
                <a:cubicBezTo>
                  <a:pt x="52927" y="104167"/>
                  <a:pt x="43289" y="108665"/>
                  <a:pt x="33491" y="108665"/>
                </a:cubicBezTo>
                <a:cubicBezTo>
                  <a:pt x="24656" y="108665"/>
                  <a:pt x="16866" y="105453"/>
                  <a:pt x="10119" y="99028"/>
                </a:cubicBezTo>
                <a:cubicBezTo>
                  <a:pt x="3373" y="92602"/>
                  <a:pt x="0" y="82403"/>
                  <a:pt x="0" y="68428"/>
                </a:cubicBezTo>
                <a:moveTo>
                  <a:pt x="76619" y="27227"/>
                </a:moveTo>
                <a:cubicBezTo>
                  <a:pt x="76619" y="26263"/>
                  <a:pt x="76218" y="24496"/>
                  <a:pt x="75415" y="21926"/>
                </a:cubicBezTo>
                <a:cubicBezTo>
                  <a:pt x="74612" y="19356"/>
                  <a:pt x="72764" y="16545"/>
                  <a:pt x="69873" y="13493"/>
                </a:cubicBezTo>
                <a:cubicBezTo>
                  <a:pt x="66982" y="10441"/>
                  <a:pt x="63287" y="8835"/>
                  <a:pt x="58789" y="8674"/>
                </a:cubicBezTo>
                <a:cubicBezTo>
                  <a:pt x="53168" y="8674"/>
                  <a:pt x="47787" y="11164"/>
                  <a:pt x="42647" y="16143"/>
                </a:cubicBezTo>
                <a:cubicBezTo>
                  <a:pt x="37506" y="21123"/>
                  <a:pt x="33491" y="27629"/>
                  <a:pt x="30599" y="35659"/>
                </a:cubicBezTo>
                <a:cubicBezTo>
                  <a:pt x="25941" y="48349"/>
                  <a:pt x="22649" y="61521"/>
                  <a:pt x="20721" y="75174"/>
                </a:cubicBezTo>
                <a:cubicBezTo>
                  <a:pt x="20721" y="75656"/>
                  <a:pt x="20721" y="76540"/>
                  <a:pt x="20721" y="77824"/>
                </a:cubicBezTo>
                <a:cubicBezTo>
                  <a:pt x="20721" y="79110"/>
                  <a:pt x="20641" y="80074"/>
                  <a:pt x="20480" y="80716"/>
                </a:cubicBezTo>
                <a:cubicBezTo>
                  <a:pt x="20480" y="87944"/>
                  <a:pt x="21925" y="92923"/>
                  <a:pt x="24817" y="95654"/>
                </a:cubicBezTo>
                <a:cubicBezTo>
                  <a:pt x="27708" y="98385"/>
                  <a:pt x="31161" y="99831"/>
                  <a:pt x="35178" y="99991"/>
                </a:cubicBezTo>
                <a:cubicBezTo>
                  <a:pt x="41281" y="99991"/>
                  <a:pt x="47305" y="97341"/>
                  <a:pt x="53248" y="92040"/>
                </a:cubicBezTo>
                <a:cubicBezTo>
                  <a:pt x="59191" y="86739"/>
                  <a:pt x="62725" y="82643"/>
                  <a:pt x="63850" y="79752"/>
                </a:cubicBezTo>
                <a:cubicBezTo>
                  <a:pt x="64171" y="79110"/>
                  <a:pt x="66339" y="70516"/>
                  <a:pt x="70355" y="53971"/>
                </a:cubicBezTo>
                <a:cubicBezTo>
                  <a:pt x="74370" y="37427"/>
                  <a:pt x="76459" y="28512"/>
                  <a:pt x="76619" y="2722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24" name="pdf-path-189">
            <a:extLst xmlns:a="http://schemas.openxmlformats.org/drawingml/2006/main">
              <a:ext uri="{FF2B5EF4-FFF2-40B4-BE49-F238E27FC236}">
                <a16:creationId xmlns:a16="http://schemas.microsoft.com/office/drawing/2014/main" id="{BD14EE9F-AED7-4B44-8C69-ACA54694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225" y="3390799"/>
            <a:ext cx="9638" cy="240701"/>
          </a:xfrm>
          <a:custGeom xmlns:a="http://schemas.openxmlformats.org/drawingml/2006/main">
            <a:pathLst>
              <a:path w="9638" h="240701">
                <a:moveTo>
                  <a:pt x="4819" y="240701"/>
                </a:moveTo>
                <a:lnTo>
                  <a:pt x="4337" y="240701"/>
                </a:lnTo>
                <a:cubicBezTo>
                  <a:pt x="2409" y="240701"/>
                  <a:pt x="964" y="239577"/>
                  <a:pt x="0" y="237328"/>
                </a:cubicBezTo>
                <a:lnTo>
                  <a:pt x="0" y="120230"/>
                </a:lnTo>
                <a:lnTo>
                  <a:pt x="241" y="3132"/>
                </a:lnTo>
                <a:cubicBezTo>
                  <a:pt x="1847" y="1044"/>
                  <a:pt x="3373" y="0"/>
                  <a:pt x="4819" y="0"/>
                </a:cubicBezTo>
                <a:cubicBezTo>
                  <a:pt x="6907" y="0"/>
                  <a:pt x="8513" y="1205"/>
                  <a:pt x="9638" y="3614"/>
                </a:cubicBezTo>
                <a:lnTo>
                  <a:pt x="9638" y="237328"/>
                </a:lnTo>
                <a:cubicBezTo>
                  <a:pt x="8352" y="239577"/>
                  <a:pt x="6907" y="240701"/>
                  <a:pt x="5301" y="240701"/>
                </a:cubicBezTo>
                <a:lnTo>
                  <a:pt x="4819" y="2407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25" name="pdf-path-191">
            <a:extLst xmlns:a="http://schemas.openxmlformats.org/drawingml/2006/main">
              <a:ext uri="{FF2B5EF4-FFF2-40B4-BE49-F238E27FC236}">
                <a16:creationId xmlns:a16="http://schemas.microsoft.com/office/drawing/2014/main" id="{DCEAFF83-1115-48CC-A45B-99E60289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305" y="3464729"/>
            <a:ext cx="88185" cy="109066"/>
          </a:xfrm>
          <a:custGeom xmlns:a="http://schemas.openxmlformats.org/drawingml/2006/main">
            <a:pathLst>
              <a:path w="88185" h="109066">
                <a:moveTo>
                  <a:pt x="18793" y="37024"/>
                </a:moveTo>
                <a:cubicBezTo>
                  <a:pt x="18793" y="31885"/>
                  <a:pt x="20078" y="26664"/>
                  <a:pt x="22649" y="21363"/>
                </a:cubicBezTo>
                <a:cubicBezTo>
                  <a:pt x="25218" y="16062"/>
                  <a:pt x="29716" y="11163"/>
                  <a:pt x="36141" y="6666"/>
                </a:cubicBezTo>
                <a:cubicBezTo>
                  <a:pt x="42566" y="2168"/>
                  <a:pt x="50357" y="0"/>
                  <a:pt x="59513" y="160"/>
                </a:cubicBezTo>
                <a:cubicBezTo>
                  <a:pt x="69471" y="160"/>
                  <a:pt x="76699" y="2329"/>
                  <a:pt x="81197" y="6666"/>
                </a:cubicBezTo>
                <a:cubicBezTo>
                  <a:pt x="85695" y="11003"/>
                  <a:pt x="88024" y="15822"/>
                  <a:pt x="88185" y="21123"/>
                </a:cubicBezTo>
                <a:cubicBezTo>
                  <a:pt x="88185" y="26262"/>
                  <a:pt x="86819" y="30037"/>
                  <a:pt x="84088" y="32447"/>
                </a:cubicBezTo>
                <a:cubicBezTo>
                  <a:pt x="81358" y="34856"/>
                  <a:pt x="78306" y="36141"/>
                  <a:pt x="74933" y="36302"/>
                </a:cubicBezTo>
                <a:cubicBezTo>
                  <a:pt x="72844" y="36302"/>
                  <a:pt x="70917" y="35659"/>
                  <a:pt x="69150" y="34374"/>
                </a:cubicBezTo>
                <a:cubicBezTo>
                  <a:pt x="67383" y="33089"/>
                  <a:pt x="66419" y="31001"/>
                  <a:pt x="66259" y="28110"/>
                </a:cubicBezTo>
                <a:cubicBezTo>
                  <a:pt x="66259" y="25540"/>
                  <a:pt x="66981" y="23291"/>
                  <a:pt x="68427" y="21363"/>
                </a:cubicBezTo>
                <a:cubicBezTo>
                  <a:pt x="69873" y="19436"/>
                  <a:pt x="71238" y="17990"/>
                  <a:pt x="72523" y="17026"/>
                </a:cubicBezTo>
                <a:cubicBezTo>
                  <a:pt x="73808" y="16062"/>
                  <a:pt x="74852" y="15581"/>
                  <a:pt x="75656" y="15581"/>
                </a:cubicBezTo>
                <a:cubicBezTo>
                  <a:pt x="75816" y="15581"/>
                  <a:pt x="75897" y="15500"/>
                  <a:pt x="75897" y="15340"/>
                </a:cubicBezTo>
                <a:cubicBezTo>
                  <a:pt x="75897" y="14858"/>
                  <a:pt x="75334" y="14135"/>
                  <a:pt x="74210" y="13171"/>
                </a:cubicBezTo>
                <a:cubicBezTo>
                  <a:pt x="73086" y="12207"/>
                  <a:pt x="71078" y="11324"/>
                  <a:pt x="68187" y="10521"/>
                </a:cubicBezTo>
                <a:cubicBezTo>
                  <a:pt x="65295" y="9718"/>
                  <a:pt x="62163" y="9236"/>
                  <a:pt x="58789" y="9076"/>
                </a:cubicBezTo>
                <a:cubicBezTo>
                  <a:pt x="51079" y="9076"/>
                  <a:pt x="45458" y="11163"/>
                  <a:pt x="41924" y="15340"/>
                </a:cubicBezTo>
                <a:cubicBezTo>
                  <a:pt x="38390" y="19516"/>
                  <a:pt x="36543" y="23773"/>
                  <a:pt x="36382" y="28110"/>
                </a:cubicBezTo>
                <a:cubicBezTo>
                  <a:pt x="36382" y="32125"/>
                  <a:pt x="37908" y="34936"/>
                  <a:pt x="40960" y="36543"/>
                </a:cubicBezTo>
                <a:cubicBezTo>
                  <a:pt x="44012" y="38149"/>
                  <a:pt x="48429" y="39514"/>
                  <a:pt x="54212" y="40639"/>
                </a:cubicBezTo>
                <a:cubicBezTo>
                  <a:pt x="59995" y="41763"/>
                  <a:pt x="64171" y="42968"/>
                  <a:pt x="66741" y="44253"/>
                </a:cubicBezTo>
                <a:cubicBezTo>
                  <a:pt x="77342" y="48911"/>
                  <a:pt x="82643" y="56621"/>
                  <a:pt x="82643" y="67383"/>
                </a:cubicBezTo>
                <a:cubicBezTo>
                  <a:pt x="82643" y="71881"/>
                  <a:pt x="81760" y="76378"/>
                  <a:pt x="79993" y="80876"/>
                </a:cubicBezTo>
                <a:cubicBezTo>
                  <a:pt x="78225" y="85374"/>
                  <a:pt x="75575" y="89871"/>
                  <a:pt x="72042" y="94369"/>
                </a:cubicBezTo>
                <a:cubicBezTo>
                  <a:pt x="68507" y="98867"/>
                  <a:pt x="63448" y="102400"/>
                  <a:pt x="56862" y="104970"/>
                </a:cubicBezTo>
                <a:cubicBezTo>
                  <a:pt x="50277" y="107541"/>
                  <a:pt x="42727" y="108906"/>
                  <a:pt x="34214" y="109066"/>
                </a:cubicBezTo>
                <a:cubicBezTo>
                  <a:pt x="21845" y="109066"/>
                  <a:pt x="13091" y="106737"/>
                  <a:pt x="7951" y="102079"/>
                </a:cubicBezTo>
                <a:cubicBezTo>
                  <a:pt x="2811" y="97421"/>
                  <a:pt x="160" y="91960"/>
                  <a:pt x="0" y="85695"/>
                </a:cubicBezTo>
                <a:cubicBezTo>
                  <a:pt x="0" y="79431"/>
                  <a:pt x="1687" y="74933"/>
                  <a:pt x="5060" y="72202"/>
                </a:cubicBezTo>
                <a:cubicBezTo>
                  <a:pt x="8433" y="69471"/>
                  <a:pt x="11967" y="68106"/>
                  <a:pt x="15661" y="68106"/>
                </a:cubicBezTo>
                <a:cubicBezTo>
                  <a:pt x="18070" y="68106"/>
                  <a:pt x="20319" y="68829"/>
                  <a:pt x="22407" y="70275"/>
                </a:cubicBezTo>
                <a:cubicBezTo>
                  <a:pt x="24496" y="71720"/>
                  <a:pt x="25620" y="74210"/>
                  <a:pt x="25780" y="77744"/>
                </a:cubicBezTo>
                <a:cubicBezTo>
                  <a:pt x="25780" y="81920"/>
                  <a:pt x="24335" y="85454"/>
                  <a:pt x="21443" y="88345"/>
                </a:cubicBezTo>
                <a:cubicBezTo>
                  <a:pt x="18552" y="91236"/>
                  <a:pt x="16062" y="92682"/>
                  <a:pt x="13974" y="92682"/>
                </a:cubicBezTo>
                <a:cubicBezTo>
                  <a:pt x="13653" y="92843"/>
                  <a:pt x="13412" y="92923"/>
                  <a:pt x="13252" y="92923"/>
                </a:cubicBezTo>
                <a:cubicBezTo>
                  <a:pt x="13091" y="92923"/>
                  <a:pt x="13011" y="93084"/>
                  <a:pt x="13011" y="93405"/>
                </a:cubicBezTo>
                <a:cubicBezTo>
                  <a:pt x="13171" y="93887"/>
                  <a:pt x="13814" y="94530"/>
                  <a:pt x="14938" y="95333"/>
                </a:cubicBezTo>
                <a:cubicBezTo>
                  <a:pt x="16062" y="96136"/>
                  <a:pt x="18552" y="97180"/>
                  <a:pt x="22407" y="98465"/>
                </a:cubicBezTo>
                <a:cubicBezTo>
                  <a:pt x="26262" y="99750"/>
                  <a:pt x="30680" y="100312"/>
                  <a:pt x="35659" y="100151"/>
                </a:cubicBezTo>
                <a:cubicBezTo>
                  <a:pt x="41442" y="100151"/>
                  <a:pt x="46421" y="99268"/>
                  <a:pt x="50597" y="97501"/>
                </a:cubicBezTo>
                <a:cubicBezTo>
                  <a:pt x="54774" y="95734"/>
                  <a:pt x="57826" y="93486"/>
                  <a:pt x="59753" y="90755"/>
                </a:cubicBezTo>
                <a:cubicBezTo>
                  <a:pt x="61681" y="88024"/>
                  <a:pt x="63046" y="85534"/>
                  <a:pt x="63850" y="83286"/>
                </a:cubicBezTo>
                <a:cubicBezTo>
                  <a:pt x="64652" y="81037"/>
                  <a:pt x="65054" y="79029"/>
                  <a:pt x="65054" y="77262"/>
                </a:cubicBezTo>
                <a:cubicBezTo>
                  <a:pt x="65054" y="72764"/>
                  <a:pt x="63368" y="69391"/>
                  <a:pt x="59995" y="67142"/>
                </a:cubicBezTo>
                <a:cubicBezTo>
                  <a:pt x="56621" y="64894"/>
                  <a:pt x="52766" y="63528"/>
                  <a:pt x="48429" y="63046"/>
                </a:cubicBezTo>
                <a:cubicBezTo>
                  <a:pt x="44092" y="62564"/>
                  <a:pt x="39353" y="61360"/>
                  <a:pt x="34214" y="59432"/>
                </a:cubicBezTo>
                <a:cubicBezTo>
                  <a:pt x="29073" y="57505"/>
                  <a:pt x="25298" y="54694"/>
                  <a:pt x="22889" y="50999"/>
                </a:cubicBezTo>
                <a:cubicBezTo>
                  <a:pt x="20159" y="46984"/>
                  <a:pt x="18793" y="42325"/>
                  <a:pt x="18793" y="370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26" name="pdf-path-193">
            <a:extLst xmlns:a="http://schemas.openxmlformats.org/drawingml/2006/main">
              <a:ext uri="{FF2B5EF4-FFF2-40B4-BE49-F238E27FC236}">
                <a16:creationId xmlns:a16="http://schemas.microsoft.com/office/drawing/2014/main" id="{0537CEB9-D16B-4AE0-90AD-8116AA30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30" y="3542231"/>
            <a:ext cx="31804" cy="76058"/>
          </a:xfrm>
          <a:custGeom xmlns:a="http://schemas.openxmlformats.org/drawingml/2006/main">
            <a:pathLst>
              <a:path w="31804" h="76058">
                <a:moveTo>
                  <a:pt x="0" y="20721"/>
                </a:moveTo>
                <a:cubicBezTo>
                  <a:pt x="0" y="20721"/>
                  <a:pt x="0" y="18713"/>
                  <a:pt x="0" y="14697"/>
                </a:cubicBezTo>
                <a:cubicBezTo>
                  <a:pt x="0" y="10682"/>
                  <a:pt x="1285" y="7228"/>
                  <a:pt x="3855" y="4337"/>
                </a:cubicBezTo>
                <a:cubicBezTo>
                  <a:pt x="6425" y="1446"/>
                  <a:pt x="9878" y="0"/>
                  <a:pt x="14215" y="0"/>
                </a:cubicBezTo>
                <a:cubicBezTo>
                  <a:pt x="18713" y="0"/>
                  <a:pt x="22729" y="2008"/>
                  <a:pt x="26262" y="6023"/>
                </a:cubicBezTo>
                <a:cubicBezTo>
                  <a:pt x="29796" y="10040"/>
                  <a:pt x="31643" y="17107"/>
                  <a:pt x="31804" y="27226"/>
                </a:cubicBezTo>
                <a:cubicBezTo>
                  <a:pt x="31804" y="32849"/>
                  <a:pt x="31081" y="38310"/>
                  <a:pt x="29636" y="43611"/>
                </a:cubicBezTo>
                <a:cubicBezTo>
                  <a:pt x="28190" y="48912"/>
                  <a:pt x="26504" y="53489"/>
                  <a:pt x="24576" y="57344"/>
                </a:cubicBezTo>
                <a:cubicBezTo>
                  <a:pt x="22649" y="61199"/>
                  <a:pt x="20560" y="64492"/>
                  <a:pt x="18312" y="67223"/>
                </a:cubicBezTo>
                <a:cubicBezTo>
                  <a:pt x="16062" y="69953"/>
                  <a:pt x="14135" y="72122"/>
                  <a:pt x="12529" y="73728"/>
                </a:cubicBezTo>
                <a:cubicBezTo>
                  <a:pt x="10923" y="75334"/>
                  <a:pt x="9878" y="76058"/>
                  <a:pt x="9397" y="75897"/>
                </a:cubicBezTo>
                <a:cubicBezTo>
                  <a:pt x="8754" y="75897"/>
                  <a:pt x="7710" y="75174"/>
                  <a:pt x="6264" y="73728"/>
                </a:cubicBezTo>
                <a:cubicBezTo>
                  <a:pt x="4819" y="72283"/>
                  <a:pt x="4096" y="71239"/>
                  <a:pt x="4096" y="70596"/>
                </a:cubicBezTo>
                <a:cubicBezTo>
                  <a:pt x="4096" y="69953"/>
                  <a:pt x="4979" y="68668"/>
                  <a:pt x="6746" y="66741"/>
                </a:cubicBezTo>
                <a:cubicBezTo>
                  <a:pt x="8513" y="64813"/>
                  <a:pt x="10521" y="62404"/>
                  <a:pt x="12770" y="59513"/>
                </a:cubicBezTo>
                <a:cubicBezTo>
                  <a:pt x="15019" y="56622"/>
                  <a:pt x="17107" y="52606"/>
                  <a:pt x="19034" y="47466"/>
                </a:cubicBezTo>
                <a:cubicBezTo>
                  <a:pt x="20962" y="42325"/>
                  <a:pt x="22247" y="36463"/>
                  <a:pt x="22889" y="29877"/>
                </a:cubicBezTo>
                <a:lnTo>
                  <a:pt x="22889" y="26986"/>
                </a:lnTo>
                <a:lnTo>
                  <a:pt x="22649" y="27226"/>
                </a:lnTo>
                <a:cubicBezTo>
                  <a:pt x="22327" y="27387"/>
                  <a:pt x="21925" y="27548"/>
                  <a:pt x="21443" y="27708"/>
                </a:cubicBezTo>
                <a:cubicBezTo>
                  <a:pt x="20962" y="27869"/>
                  <a:pt x="20480" y="28110"/>
                  <a:pt x="19998" y="28431"/>
                </a:cubicBezTo>
                <a:cubicBezTo>
                  <a:pt x="19516" y="28752"/>
                  <a:pt x="18794" y="28913"/>
                  <a:pt x="17830" y="28913"/>
                </a:cubicBezTo>
                <a:cubicBezTo>
                  <a:pt x="16866" y="28913"/>
                  <a:pt x="15902" y="28994"/>
                  <a:pt x="14938" y="29154"/>
                </a:cubicBezTo>
                <a:cubicBezTo>
                  <a:pt x="10601" y="29154"/>
                  <a:pt x="7068" y="27788"/>
                  <a:pt x="4337" y="25058"/>
                </a:cubicBezTo>
                <a:lnTo>
                  <a:pt x="0" y="207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27" name="pdf-path-195">
            <a:extLst xmlns:a="http://schemas.openxmlformats.org/drawingml/2006/main">
              <a:ext uri="{FF2B5EF4-FFF2-40B4-BE49-F238E27FC236}">
                <a16:creationId xmlns:a16="http://schemas.microsoft.com/office/drawing/2014/main" id="{E20A5A5F-8837-4015-88D6-3A790039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117" y="3464889"/>
            <a:ext cx="104328" cy="109147"/>
          </a:xfrm>
          <a:custGeom xmlns:a="http://schemas.openxmlformats.org/drawingml/2006/main">
            <a:pathLst>
              <a:path w="104328" h="109147">
                <a:moveTo>
                  <a:pt x="75174" y="25058"/>
                </a:moveTo>
                <a:cubicBezTo>
                  <a:pt x="73568" y="25058"/>
                  <a:pt x="69311" y="24175"/>
                  <a:pt x="62404" y="22407"/>
                </a:cubicBezTo>
                <a:cubicBezTo>
                  <a:pt x="55497" y="20641"/>
                  <a:pt x="50437" y="19758"/>
                  <a:pt x="47224" y="19758"/>
                </a:cubicBezTo>
                <a:cubicBezTo>
                  <a:pt x="44012" y="19758"/>
                  <a:pt x="41281" y="20078"/>
                  <a:pt x="39033" y="20721"/>
                </a:cubicBezTo>
                <a:cubicBezTo>
                  <a:pt x="36784" y="21364"/>
                  <a:pt x="34936" y="22167"/>
                  <a:pt x="33491" y="23131"/>
                </a:cubicBezTo>
                <a:cubicBezTo>
                  <a:pt x="32045" y="24094"/>
                  <a:pt x="31081" y="24978"/>
                  <a:pt x="30599" y="25781"/>
                </a:cubicBezTo>
                <a:cubicBezTo>
                  <a:pt x="30117" y="26584"/>
                  <a:pt x="29555" y="27468"/>
                  <a:pt x="28913" y="28431"/>
                </a:cubicBezTo>
                <a:lnTo>
                  <a:pt x="28431" y="29395"/>
                </a:lnTo>
                <a:cubicBezTo>
                  <a:pt x="27949" y="29877"/>
                  <a:pt x="26744" y="30118"/>
                  <a:pt x="24817" y="30118"/>
                </a:cubicBezTo>
                <a:cubicBezTo>
                  <a:pt x="21443" y="30118"/>
                  <a:pt x="19757" y="29476"/>
                  <a:pt x="19757" y="28190"/>
                </a:cubicBezTo>
                <a:cubicBezTo>
                  <a:pt x="19757" y="27387"/>
                  <a:pt x="19998" y="26263"/>
                  <a:pt x="20480" y="24817"/>
                </a:cubicBezTo>
                <a:cubicBezTo>
                  <a:pt x="22568" y="18552"/>
                  <a:pt x="26022" y="13171"/>
                  <a:pt x="30841" y="8674"/>
                </a:cubicBezTo>
                <a:cubicBezTo>
                  <a:pt x="35659" y="4176"/>
                  <a:pt x="40960" y="1446"/>
                  <a:pt x="46742" y="482"/>
                </a:cubicBezTo>
                <a:cubicBezTo>
                  <a:pt x="48670" y="160"/>
                  <a:pt x="50035" y="0"/>
                  <a:pt x="50839" y="0"/>
                </a:cubicBezTo>
                <a:cubicBezTo>
                  <a:pt x="54854" y="0"/>
                  <a:pt x="58469" y="1366"/>
                  <a:pt x="61681" y="4096"/>
                </a:cubicBezTo>
                <a:cubicBezTo>
                  <a:pt x="64894" y="6827"/>
                  <a:pt x="67945" y="9477"/>
                  <a:pt x="70837" y="12047"/>
                </a:cubicBezTo>
                <a:cubicBezTo>
                  <a:pt x="73728" y="14617"/>
                  <a:pt x="76780" y="15983"/>
                  <a:pt x="79993" y="16143"/>
                </a:cubicBezTo>
                <a:cubicBezTo>
                  <a:pt x="83526" y="16143"/>
                  <a:pt x="87060" y="13493"/>
                  <a:pt x="90594" y="8192"/>
                </a:cubicBezTo>
                <a:cubicBezTo>
                  <a:pt x="94128" y="2891"/>
                  <a:pt x="95975" y="241"/>
                  <a:pt x="96135" y="241"/>
                </a:cubicBezTo>
                <a:cubicBezTo>
                  <a:pt x="96296" y="80"/>
                  <a:pt x="97501" y="0"/>
                  <a:pt x="99750" y="0"/>
                </a:cubicBezTo>
                <a:lnTo>
                  <a:pt x="102882" y="0"/>
                </a:lnTo>
                <a:cubicBezTo>
                  <a:pt x="103846" y="964"/>
                  <a:pt x="104328" y="1606"/>
                  <a:pt x="104328" y="1928"/>
                </a:cubicBezTo>
                <a:cubicBezTo>
                  <a:pt x="104328" y="2570"/>
                  <a:pt x="103926" y="3695"/>
                  <a:pt x="103123" y="5301"/>
                </a:cubicBezTo>
                <a:cubicBezTo>
                  <a:pt x="102320" y="6907"/>
                  <a:pt x="101196" y="8594"/>
                  <a:pt x="99750" y="10360"/>
                </a:cubicBezTo>
                <a:cubicBezTo>
                  <a:pt x="98304" y="12127"/>
                  <a:pt x="96939" y="13895"/>
                  <a:pt x="95653" y="15661"/>
                </a:cubicBezTo>
                <a:cubicBezTo>
                  <a:pt x="94369" y="17428"/>
                  <a:pt x="93244" y="18954"/>
                  <a:pt x="92280" y="20239"/>
                </a:cubicBezTo>
                <a:lnTo>
                  <a:pt x="90594" y="22407"/>
                </a:lnTo>
                <a:cubicBezTo>
                  <a:pt x="83687" y="30600"/>
                  <a:pt x="72764" y="41442"/>
                  <a:pt x="57826" y="54935"/>
                </a:cubicBezTo>
                <a:cubicBezTo>
                  <a:pt x="42887" y="68428"/>
                  <a:pt x="33651" y="77102"/>
                  <a:pt x="30117" y="80957"/>
                </a:cubicBezTo>
                <a:lnTo>
                  <a:pt x="27226" y="83848"/>
                </a:lnTo>
                <a:lnTo>
                  <a:pt x="30841" y="84089"/>
                </a:lnTo>
                <a:cubicBezTo>
                  <a:pt x="34374" y="84089"/>
                  <a:pt x="39514" y="84972"/>
                  <a:pt x="46261" y="86739"/>
                </a:cubicBezTo>
                <a:cubicBezTo>
                  <a:pt x="53007" y="88506"/>
                  <a:pt x="58067" y="89389"/>
                  <a:pt x="61440" y="89389"/>
                </a:cubicBezTo>
                <a:cubicBezTo>
                  <a:pt x="67544" y="89389"/>
                  <a:pt x="73166" y="87864"/>
                  <a:pt x="78306" y="84812"/>
                </a:cubicBezTo>
                <a:cubicBezTo>
                  <a:pt x="83446" y="81760"/>
                  <a:pt x="86819" y="77744"/>
                  <a:pt x="88425" y="72765"/>
                </a:cubicBezTo>
                <a:cubicBezTo>
                  <a:pt x="89068" y="71319"/>
                  <a:pt x="89630" y="70435"/>
                  <a:pt x="90112" y="70114"/>
                </a:cubicBezTo>
                <a:cubicBezTo>
                  <a:pt x="90594" y="69793"/>
                  <a:pt x="91798" y="69632"/>
                  <a:pt x="93726" y="69632"/>
                </a:cubicBezTo>
                <a:cubicBezTo>
                  <a:pt x="96778" y="69632"/>
                  <a:pt x="98304" y="70435"/>
                  <a:pt x="98304" y="72042"/>
                </a:cubicBezTo>
                <a:cubicBezTo>
                  <a:pt x="98304" y="72845"/>
                  <a:pt x="98224" y="73568"/>
                  <a:pt x="98063" y="74210"/>
                </a:cubicBezTo>
                <a:cubicBezTo>
                  <a:pt x="95333" y="84169"/>
                  <a:pt x="90032" y="92441"/>
                  <a:pt x="82161" y="99027"/>
                </a:cubicBezTo>
                <a:cubicBezTo>
                  <a:pt x="74290" y="105613"/>
                  <a:pt x="66419" y="108986"/>
                  <a:pt x="58549" y="109147"/>
                </a:cubicBezTo>
                <a:cubicBezTo>
                  <a:pt x="54372" y="109147"/>
                  <a:pt x="50678" y="107781"/>
                  <a:pt x="47465" y="105051"/>
                </a:cubicBezTo>
                <a:cubicBezTo>
                  <a:pt x="44253" y="102320"/>
                  <a:pt x="41121" y="99589"/>
                  <a:pt x="38069" y="96859"/>
                </a:cubicBezTo>
                <a:cubicBezTo>
                  <a:pt x="35016" y="94128"/>
                  <a:pt x="31965" y="92763"/>
                  <a:pt x="28913" y="92763"/>
                </a:cubicBezTo>
                <a:cubicBezTo>
                  <a:pt x="21845" y="92763"/>
                  <a:pt x="15500" y="97582"/>
                  <a:pt x="9878" y="107219"/>
                </a:cubicBezTo>
                <a:cubicBezTo>
                  <a:pt x="8915" y="108504"/>
                  <a:pt x="7550" y="109147"/>
                  <a:pt x="5782" y="109147"/>
                </a:cubicBezTo>
                <a:lnTo>
                  <a:pt x="4578" y="109147"/>
                </a:lnTo>
                <a:lnTo>
                  <a:pt x="1445" y="109147"/>
                </a:lnTo>
                <a:cubicBezTo>
                  <a:pt x="481" y="108183"/>
                  <a:pt x="0" y="107460"/>
                  <a:pt x="0" y="106978"/>
                </a:cubicBezTo>
                <a:cubicBezTo>
                  <a:pt x="0" y="104569"/>
                  <a:pt x="4658" y="97662"/>
                  <a:pt x="13974" y="86258"/>
                </a:cubicBezTo>
                <a:cubicBezTo>
                  <a:pt x="20239" y="79029"/>
                  <a:pt x="30841" y="68588"/>
                  <a:pt x="45779" y="54935"/>
                </a:cubicBezTo>
                <a:cubicBezTo>
                  <a:pt x="60717" y="41281"/>
                  <a:pt x="69953" y="32607"/>
                  <a:pt x="73487" y="28913"/>
                </a:cubicBezTo>
                <a:cubicBezTo>
                  <a:pt x="75415" y="26343"/>
                  <a:pt x="75977" y="25058"/>
                  <a:pt x="75174" y="2505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28" name="pdf-path-197">
            <a:extLst xmlns:a="http://schemas.openxmlformats.org/drawingml/2006/main">
              <a:ext uri="{FF2B5EF4-FFF2-40B4-BE49-F238E27FC236}">
                <a16:creationId xmlns:a16="http://schemas.microsoft.com/office/drawing/2014/main" id="{0DA8D571-48A7-4DF7-99A4-0919B12A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974" y="3390679"/>
            <a:ext cx="57585" cy="240942"/>
          </a:xfrm>
          <a:custGeom xmlns:a="http://schemas.openxmlformats.org/drawingml/2006/main">
            <a:pathLst>
              <a:path w="57585" h="240942">
                <a:moveTo>
                  <a:pt x="1205" y="241"/>
                </a:moveTo>
                <a:lnTo>
                  <a:pt x="2168" y="0"/>
                </a:lnTo>
                <a:cubicBezTo>
                  <a:pt x="2971" y="0"/>
                  <a:pt x="3774" y="0"/>
                  <a:pt x="4578" y="0"/>
                </a:cubicBezTo>
                <a:lnTo>
                  <a:pt x="7469" y="0"/>
                </a:lnTo>
                <a:lnTo>
                  <a:pt x="14215" y="5782"/>
                </a:lnTo>
                <a:cubicBezTo>
                  <a:pt x="29314" y="19436"/>
                  <a:pt x="40317" y="36462"/>
                  <a:pt x="47224" y="56862"/>
                </a:cubicBezTo>
                <a:cubicBezTo>
                  <a:pt x="54132" y="77262"/>
                  <a:pt x="57585" y="98465"/>
                  <a:pt x="57585" y="120471"/>
                </a:cubicBezTo>
                <a:cubicBezTo>
                  <a:pt x="57585" y="131394"/>
                  <a:pt x="56782" y="141915"/>
                  <a:pt x="55176" y="152034"/>
                </a:cubicBezTo>
                <a:cubicBezTo>
                  <a:pt x="53569" y="162154"/>
                  <a:pt x="51722" y="170748"/>
                  <a:pt x="49634" y="177815"/>
                </a:cubicBezTo>
                <a:cubicBezTo>
                  <a:pt x="47545" y="184883"/>
                  <a:pt x="44574" y="191950"/>
                  <a:pt x="40719" y="199018"/>
                </a:cubicBezTo>
                <a:cubicBezTo>
                  <a:pt x="36864" y="206086"/>
                  <a:pt x="33812" y="211467"/>
                  <a:pt x="31563" y="215161"/>
                </a:cubicBezTo>
                <a:cubicBezTo>
                  <a:pt x="29314" y="218856"/>
                  <a:pt x="26022" y="222952"/>
                  <a:pt x="21685" y="227449"/>
                </a:cubicBezTo>
                <a:cubicBezTo>
                  <a:pt x="17348" y="231947"/>
                  <a:pt x="14778" y="234597"/>
                  <a:pt x="13974" y="235400"/>
                </a:cubicBezTo>
                <a:cubicBezTo>
                  <a:pt x="13171" y="236204"/>
                  <a:pt x="11324" y="237729"/>
                  <a:pt x="8433" y="239978"/>
                </a:cubicBezTo>
                <a:cubicBezTo>
                  <a:pt x="7951" y="240460"/>
                  <a:pt x="7630" y="240781"/>
                  <a:pt x="7469" y="240942"/>
                </a:cubicBezTo>
                <a:lnTo>
                  <a:pt x="4578" y="240942"/>
                </a:lnTo>
                <a:cubicBezTo>
                  <a:pt x="3293" y="240942"/>
                  <a:pt x="2409" y="240942"/>
                  <a:pt x="1927" y="240942"/>
                </a:cubicBezTo>
                <a:cubicBezTo>
                  <a:pt x="1445" y="240942"/>
                  <a:pt x="1044" y="240701"/>
                  <a:pt x="723" y="240219"/>
                </a:cubicBezTo>
                <a:cubicBezTo>
                  <a:pt x="401" y="239737"/>
                  <a:pt x="160" y="239014"/>
                  <a:pt x="0" y="238051"/>
                </a:cubicBezTo>
                <a:cubicBezTo>
                  <a:pt x="160" y="237890"/>
                  <a:pt x="1044" y="236846"/>
                  <a:pt x="2650" y="234918"/>
                </a:cubicBezTo>
                <a:cubicBezTo>
                  <a:pt x="27547" y="209057"/>
                  <a:pt x="39996" y="170908"/>
                  <a:pt x="39996" y="120471"/>
                </a:cubicBezTo>
                <a:cubicBezTo>
                  <a:pt x="39996" y="70034"/>
                  <a:pt x="27547" y="31885"/>
                  <a:pt x="2650" y="6023"/>
                </a:cubicBezTo>
                <a:cubicBezTo>
                  <a:pt x="1044" y="4096"/>
                  <a:pt x="160" y="3052"/>
                  <a:pt x="0" y="2891"/>
                </a:cubicBezTo>
                <a:cubicBezTo>
                  <a:pt x="0" y="1606"/>
                  <a:pt x="401" y="723"/>
                  <a:pt x="1205" y="2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29" name="pdf-path-199">
            <a:extLst xmlns:a="http://schemas.openxmlformats.org/drawingml/2006/main">
              <a:ext uri="{FF2B5EF4-FFF2-40B4-BE49-F238E27FC236}">
                <a16:creationId xmlns:a16="http://schemas.microsoft.com/office/drawing/2014/main" id="{B68AE9F6-035D-40F7-97FF-989F8E14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644" y="1412116"/>
            <a:ext cx="1039578" cy="3171"/>
          </a:xfrm>
          <a:custGeom xmlns:a="http://schemas.openxmlformats.org/drawingml/2006/main">
            <a:pathLst>
              <a:path w="1039578" h="3171">
                <a:moveTo>
                  <a:pt x="0" y="3171"/>
                </a:moveTo>
                <a:lnTo>
                  <a:pt x="10395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130" name="pdf-path-200">
            <a:extLst xmlns:a="http://schemas.openxmlformats.org/drawingml/2006/main">
              <a:ext uri="{FF2B5EF4-FFF2-40B4-BE49-F238E27FC236}">
                <a16:creationId xmlns:a16="http://schemas.microsoft.com/office/drawing/2014/main" id="{94012E44-1E74-448B-863F-F6531757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364" y="1384537"/>
            <a:ext cx="55226" cy="55158"/>
          </a:xfrm>
          <a:custGeom xmlns:a="http://schemas.openxmlformats.org/drawingml/2006/main">
            <a:pathLst>
              <a:path w="55226" h="55158">
                <a:moveTo>
                  <a:pt x="55226" y="27441"/>
                </a:moveTo>
                <a:lnTo>
                  <a:pt x="207" y="55158"/>
                </a:lnTo>
                <a:lnTo>
                  <a:pt x="13858" y="27579"/>
                </a:lnTo>
                <a:lnTo>
                  <a:pt x="0" y="0"/>
                </a:lnTo>
                <a:lnTo>
                  <a:pt x="55226" y="274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df-path-201">
            <a:extLst xmlns:a="http://schemas.openxmlformats.org/drawingml/2006/main">
              <a:ext uri="{FF2B5EF4-FFF2-40B4-BE49-F238E27FC236}">
                <a16:creationId xmlns:a16="http://schemas.microsoft.com/office/drawing/2014/main" id="{DC095F99-DC5B-4801-B1F0-B5770B06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364" y="1384537"/>
            <a:ext cx="55226" cy="55158"/>
          </a:xfrm>
          <a:custGeom xmlns:a="http://schemas.openxmlformats.org/drawingml/2006/main">
            <a:pathLst>
              <a:path w="55226" h="55158">
                <a:moveTo>
                  <a:pt x="55226" y="27441"/>
                </a:moveTo>
                <a:lnTo>
                  <a:pt x="0" y="0"/>
                </a:lnTo>
                <a:lnTo>
                  <a:pt x="13858" y="27579"/>
                </a:lnTo>
                <a:lnTo>
                  <a:pt x="207" y="551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132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C3B5C61C-2144-40D1-9163-BA1712EA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193" y="1549802"/>
            <a:ext cx="4907349" cy="1861561"/>
          </a:xfrm>
          <a:custGeom xmlns:a="http://schemas.openxmlformats.org/drawingml/2006/main">
            <a:pathLst>
              <a:path w="4907349" h="1861561">
                <a:moveTo>
                  <a:pt x="0" y="0"/>
                </a:moveTo>
                <a:lnTo>
                  <a:pt x="8688" y="551574"/>
                </a:lnTo>
                <a:lnTo>
                  <a:pt x="0" y="1861561"/>
                </a:lnTo>
                <a:lnTo>
                  <a:pt x="4907349" y="1860045"/>
                </a:lnTo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133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776B53EE-3800-49CF-B70F-08623A5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3" y="3382268"/>
            <a:ext cx="55157" cy="55157"/>
          </a:xfrm>
          <a:custGeom xmlns:a="http://schemas.openxmlformats.org/drawingml/2006/main">
            <a:pathLst>
              <a:path w="55157" h="55157">
                <a:moveTo>
                  <a:pt x="55157" y="27579"/>
                </a:moveTo>
                <a:lnTo>
                  <a:pt x="69" y="55157"/>
                </a:lnTo>
                <a:lnTo>
                  <a:pt x="13789" y="27579"/>
                </a:lnTo>
                <a:lnTo>
                  <a:pt x="0" y="0"/>
                </a:lnTo>
                <a:lnTo>
                  <a:pt x="55157" y="275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4536AD5E-5FDD-402B-B01F-A472022F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3" y="3382268"/>
            <a:ext cx="55157" cy="55157"/>
          </a:xfrm>
          <a:custGeom xmlns:a="http://schemas.openxmlformats.org/drawingml/2006/main">
            <a:pathLst>
              <a:path w="55157" h="55157">
                <a:moveTo>
                  <a:pt x="55157" y="27579"/>
                </a:moveTo>
                <a:lnTo>
                  <a:pt x="0" y="0"/>
                </a:lnTo>
                <a:lnTo>
                  <a:pt x="13789" y="27579"/>
                </a:lnTo>
                <a:lnTo>
                  <a:pt x="69" y="551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135" name="pdf-path-205">
            <a:extLst xmlns:a="http://schemas.openxmlformats.org/drawingml/2006/main">
              <a:ext uri="{FF2B5EF4-FFF2-40B4-BE49-F238E27FC236}">
                <a16:creationId xmlns:a16="http://schemas.microsoft.com/office/drawing/2014/main" id="{86C3ACD7-B4CA-42F6-A141-BEBE61C4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846" y="3743961"/>
            <a:ext cx="7377294" cy="592666"/>
          </a:xfrm>
          <a:custGeom xmlns:a="http://schemas.openxmlformats.org/drawingml/2006/main">
            <a:pathLst>
              <a:path w="7377294" h="592666">
                <a:moveTo>
                  <a:pt x="7377294" y="592666"/>
                </a:moveTo>
                <a:lnTo>
                  <a:pt x="0" y="59128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136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43D62022-6680-4899-A5CF-09F798F8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267" y="3702594"/>
            <a:ext cx="55158" cy="55157"/>
          </a:xfrm>
          <a:custGeom xmlns:a="http://schemas.openxmlformats.org/drawingml/2006/main">
            <a:pathLst>
              <a:path w="55158" h="55157">
                <a:moveTo>
                  <a:pt x="27579" y="0"/>
                </a:moveTo>
                <a:lnTo>
                  <a:pt x="55158" y="55157"/>
                </a:lnTo>
                <a:lnTo>
                  <a:pt x="27579" y="41367"/>
                </a:lnTo>
                <a:lnTo>
                  <a:pt x="0" y="55157"/>
                </a:lnTo>
                <a:lnTo>
                  <a:pt x="2757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df-path-207">
            <a:extLst xmlns:a="http://schemas.openxmlformats.org/drawingml/2006/main">
              <a:ext uri="{FF2B5EF4-FFF2-40B4-BE49-F238E27FC236}">
                <a16:creationId xmlns:a16="http://schemas.microsoft.com/office/drawing/2014/main" id="{1DA30311-FD58-48F1-B356-EE6A13A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267" y="3702594"/>
            <a:ext cx="55158" cy="55157"/>
          </a:xfrm>
          <a:custGeom xmlns:a="http://schemas.openxmlformats.org/drawingml/2006/main">
            <a:pathLst>
              <a:path w="55158" h="55157">
                <a:moveTo>
                  <a:pt x="27579" y="0"/>
                </a:moveTo>
                <a:lnTo>
                  <a:pt x="0" y="55157"/>
                </a:lnTo>
                <a:lnTo>
                  <a:pt x="27579" y="41367"/>
                </a:lnTo>
                <a:lnTo>
                  <a:pt x="55158" y="551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89">
            <a:solidFill>
              <a:srgbClr val="000000"/>
            </a:solidFill>
            <a:prstDash val="solid"/>
          </a:ln>
        </p:spPr>
      </p:sp>
      <p:sp>
        <p:nvSpPr>
          <p:cNvPr id="138" name="pdf-path-208">
            <a:extLst xmlns:a="http://schemas.openxmlformats.org/drawingml/2006/main">
              <a:ext uri="{FF2B5EF4-FFF2-40B4-BE49-F238E27FC236}">
                <a16:creationId xmlns:a16="http://schemas.microsoft.com/office/drawing/2014/main" id="{EA47FDB0-E579-41BA-9016-2F30CB72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840" y="519049"/>
            <a:ext cx="1034200" cy="965253"/>
          </a:xfrm>
          <a:custGeom xmlns:a="http://schemas.openxmlformats.org/drawingml/2006/main">
            <a:pathLst>
              <a:path w="1034200" h="965253">
                <a:moveTo>
                  <a:pt x="0" y="103420"/>
                </a:moveTo>
                <a:cubicBezTo>
                  <a:pt x="0" y="46332"/>
                  <a:pt x="231524" y="0"/>
                  <a:pt x="517100" y="0"/>
                </a:cubicBezTo>
                <a:cubicBezTo>
                  <a:pt x="654235" y="0"/>
                  <a:pt x="785785" y="10894"/>
                  <a:pt x="882725" y="30268"/>
                </a:cubicBezTo>
                <a:cubicBezTo>
                  <a:pt x="979731" y="49710"/>
                  <a:pt x="1034200" y="75979"/>
                  <a:pt x="1034200" y="103420"/>
                </a:cubicBezTo>
                <a:lnTo>
                  <a:pt x="1034200" y="861834"/>
                </a:lnTo>
                <a:cubicBezTo>
                  <a:pt x="1034200" y="918921"/>
                  <a:pt x="802677" y="965253"/>
                  <a:pt x="517100" y="965253"/>
                </a:cubicBezTo>
                <a:cubicBezTo>
                  <a:pt x="231524" y="965253"/>
                  <a:pt x="0" y="918921"/>
                  <a:pt x="0" y="861834"/>
                </a:cubicBezTo>
                <a:lnTo>
                  <a:pt x="0" y="103420"/>
                </a:lnTo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6895">
            <a:solidFill>
              <a:srgbClr val="000000"/>
            </a:solidFill>
            <a:prstDash val="solid"/>
          </a:ln>
        </p:spPr>
      </p:sp>
      <p:sp>
        <p:nvSpPr>
          <p:cNvPr id="139" name="pdf-path-210">
            <a:extLst xmlns:a="http://schemas.openxmlformats.org/drawingml/2006/main">
              <a:ext uri="{FF2B5EF4-FFF2-40B4-BE49-F238E27FC236}">
                <a16:creationId xmlns:a16="http://schemas.microsoft.com/office/drawing/2014/main" id="{87D165EC-337B-4318-B5F3-5EF4CA23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840" y="622469"/>
            <a:ext cx="1034200" cy="103420"/>
          </a:xfrm>
          <a:custGeom xmlns:a="http://schemas.openxmlformats.org/drawingml/2006/main">
            <a:pathLst>
              <a:path w="1034200" h="103420">
                <a:moveTo>
                  <a:pt x="1034200" y="0"/>
                </a:moveTo>
                <a:cubicBezTo>
                  <a:pt x="1034200" y="57088"/>
                  <a:pt x="802677" y="103420"/>
                  <a:pt x="517100" y="103420"/>
                </a:cubicBezTo>
                <a:cubicBezTo>
                  <a:pt x="231524" y="103420"/>
                  <a:pt x="0" y="5708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95">
            <a:solidFill>
              <a:srgbClr val="000000"/>
            </a:solidFill>
            <a:prstDash val="solid"/>
          </a:ln>
        </p:spPr>
      </p:sp>
      <p:sp>
        <p:nvSpPr>
          <p:cNvPr id="140" name="pdf-path-211">
            <a:extLst xmlns:a="http://schemas.openxmlformats.org/drawingml/2006/main">
              <a:ext uri="{FF2B5EF4-FFF2-40B4-BE49-F238E27FC236}">
                <a16:creationId xmlns:a16="http://schemas.microsoft.com/office/drawing/2014/main" id="{13E1788D-2283-4CA1-9743-0972BDAE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049" y="519049"/>
            <a:ext cx="1034200" cy="1062124"/>
          </a:xfrm>
          <a:custGeom xmlns:a="http://schemas.openxmlformats.org/drawingml/2006/main">
            <a:pathLst>
              <a:path w="1034200" h="1062124">
                <a:moveTo>
                  <a:pt x="0" y="103420"/>
                </a:moveTo>
                <a:cubicBezTo>
                  <a:pt x="0" y="46332"/>
                  <a:pt x="231523" y="0"/>
                  <a:pt x="517100" y="0"/>
                </a:cubicBezTo>
                <a:cubicBezTo>
                  <a:pt x="654236" y="0"/>
                  <a:pt x="785785" y="10894"/>
                  <a:pt x="882724" y="30268"/>
                </a:cubicBezTo>
                <a:cubicBezTo>
                  <a:pt x="979732" y="49710"/>
                  <a:pt x="1034200" y="75979"/>
                  <a:pt x="1034200" y="103420"/>
                </a:cubicBezTo>
                <a:lnTo>
                  <a:pt x="1034200" y="958704"/>
                </a:lnTo>
                <a:cubicBezTo>
                  <a:pt x="1034200" y="1015791"/>
                  <a:pt x="802678" y="1062124"/>
                  <a:pt x="517100" y="1062124"/>
                </a:cubicBezTo>
                <a:cubicBezTo>
                  <a:pt x="231523" y="1062124"/>
                  <a:pt x="0" y="1015791"/>
                  <a:pt x="0" y="958704"/>
                </a:cubicBezTo>
                <a:lnTo>
                  <a:pt x="0" y="103420"/>
                </a:lnTo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6895">
            <a:solidFill>
              <a:srgbClr val="000000"/>
            </a:solidFill>
            <a:prstDash val="solid"/>
          </a:ln>
        </p:spPr>
      </p:sp>
      <p:sp>
        <p:nvSpPr>
          <p:cNvPr id="141" name="pdf-path-213">
            <a:extLst xmlns:a="http://schemas.openxmlformats.org/drawingml/2006/main">
              <a:ext uri="{FF2B5EF4-FFF2-40B4-BE49-F238E27FC236}">
                <a16:creationId xmlns:a16="http://schemas.microsoft.com/office/drawing/2014/main" id="{C2BDBB32-FAB8-4906-A86B-05B45C2D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049" y="622469"/>
            <a:ext cx="1034200" cy="103420"/>
          </a:xfrm>
          <a:custGeom xmlns:a="http://schemas.openxmlformats.org/drawingml/2006/main">
            <a:pathLst>
              <a:path w="1034200" h="103420">
                <a:moveTo>
                  <a:pt x="1034200" y="0"/>
                </a:moveTo>
                <a:cubicBezTo>
                  <a:pt x="1034200" y="57088"/>
                  <a:pt x="802678" y="103420"/>
                  <a:pt x="517100" y="103420"/>
                </a:cubicBezTo>
                <a:cubicBezTo>
                  <a:pt x="231523" y="103420"/>
                  <a:pt x="0" y="5708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95">
            <a:solidFill>
              <a:srgbClr val="000000"/>
            </a:solidFill>
            <a:prstDash val="solid"/>
          </a:ln>
        </p:spPr>
      </p:sp>
      <p:sp>
        <p:nvSpPr>
          <p:cNvPr id="142" name="pdf-text-14">
            <a:extLst xmlns:a="http://schemas.openxmlformats.org/drawingml/2006/main">
              <a:ext uri="{FF2B5EF4-FFF2-40B4-BE49-F238E27FC236}">
                <a16:creationId xmlns:a16="http://schemas.microsoft.com/office/drawing/2014/main" id="{CE9CAFF0-D8B5-4F87-9776-CBC4AA52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967" y="819805"/>
            <a:ext cx="962241" cy="18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Interactions</a:t>
            </a:r>
          </a:p>
        </p:txBody>
      </p:sp>
      <p:sp>
        <p:nvSpPr>
          <p:cNvPr id="143" name="pdf-text-16">
            <a:extLst xmlns:a="http://schemas.openxmlformats.org/drawingml/2006/main">
              <a:ext uri="{FF2B5EF4-FFF2-40B4-BE49-F238E27FC236}">
                <a16:creationId xmlns:a16="http://schemas.microsoft.com/office/drawing/2014/main" id="{164215F2-E1C0-4C38-8C54-3E31E11F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9901" y="1047330"/>
            <a:ext cx="775927" cy="18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Collected</a:t>
            </a:r>
          </a:p>
        </p:txBody>
      </p:sp>
      <p:sp>
        <p:nvSpPr>
          <p:cNvPr id="144" name="pdf-path-217">
            <a:extLst xmlns:a="http://schemas.openxmlformats.org/drawingml/2006/main">
              <a:ext uri="{FF2B5EF4-FFF2-40B4-BE49-F238E27FC236}">
                <a16:creationId xmlns:a16="http://schemas.microsoft.com/office/drawing/2014/main" id="{2447BECB-A216-428B-AE79-0D24CB36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097" y="1274016"/>
            <a:ext cx="131361" cy="107191"/>
          </a:xfrm>
          <a:custGeom xmlns:a="http://schemas.openxmlformats.org/drawingml/2006/main">
            <a:pathLst>
              <a:path w="131361" h="107191">
                <a:moveTo>
                  <a:pt x="37105" y="107191"/>
                </a:moveTo>
                <a:cubicBezTo>
                  <a:pt x="26110" y="107191"/>
                  <a:pt x="17219" y="103552"/>
                  <a:pt x="10427" y="96277"/>
                </a:cubicBezTo>
                <a:cubicBezTo>
                  <a:pt x="3637" y="89002"/>
                  <a:pt x="162" y="79867"/>
                  <a:pt x="0" y="68873"/>
                </a:cubicBezTo>
                <a:cubicBezTo>
                  <a:pt x="0" y="52706"/>
                  <a:pt x="5901" y="37670"/>
                  <a:pt x="17704" y="23766"/>
                </a:cubicBezTo>
                <a:cubicBezTo>
                  <a:pt x="29505" y="9862"/>
                  <a:pt x="43247" y="2021"/>
                  <a:pt x="58930" y="242"/>
                </a:cubicBezTo>
                <a:cubicBezTo>
                  <a:pt x="59092" y="81"/>
                  <a:pt x="70410" y="0"/>
                  <a:pt x="92882" y="0"/>
                </a:cubicBezTo>
                <a:lnTo>
                  <a:pt x="126349" y="0"/>
                </a:lnTo>
                <a:cubicBezTo>
                  <a:pt x="126511" y="162"/>
                  <a:pt x="126753" y="323"/>
                  <a:pt x="127076" y="485"/>
                </a:cubicBezTo>
                <a:cubicBezTo>
                  <a:pt x="127399" y="646"/>
                  <a:pt x="127724" y="808"/>
                  <a:pt x="128047" y="970"/>
                </a:cubicBezTo>
                <a:cubicBezTo>
                  <a:pt x="128370" y="1131"/>
                  <a:pt x="128612" y="1293"/>
                  <a:pt x="128774" y="1455"/>
                </a:cubicBezTo>
                <a:cubicBezTo>
                  <a:pt x="128935" y="1617"/>
                  <a:pt x="129178" y="1859"/>
                  <a:pt x="129501" y="2182"/>
                </a:cubicBezTo>
                <a:cubicBezTo>
                  <a:pt x="129825" y="2506"/>
                  <a:pt x="129986" y="2667"/>
                  <a:pt x="129986" y="2667"/>
                </a:cubicBezTo>
                <a:cubicBezTo>
                  <a:pt x="129986" y="2667"/>
                  <a:pt x="130148" y="2991"/>
                  <a:pt x="130471" y="3638"/>
                </a:cubicBezTo>
                <a:cubicBezTo>
                  <a:pt x="130794" y="4284"/>
                  <a:pt x="130876" y="4607"/>
                  <a:pt x="130714" y="4607"/>
                </a:cubicBezTo>
                <a:cubicBezTo>
                  <a:pt x="130552" y="4607"/>
                  <a:pt x="130633" y="5012"/>
                  <a:pt x="130956" y="5820"/>
                </a:cubicBezTo>
                <a:cubicBezTo>
                  <a:pt x="131280" y="6629"/>
                  <a:pt x="131361" y="7114"/>
                  <a:pt x="131199" y="7275"/>
                </a:cubicBezTo>
                <a:cubicBezTo>
                  <a:pt x="131199" y="14389"/>
                  <a:pt x="125945" y="17945"/>
                  <a:pt x="115436" y="17945"/>
                </a:cubicBezTo>
                <a:cubicBezTo>
                  <a:pt x="114303" y="17945"/>
                  <a:pt x="112930" y="17945"/>
                  <a:pt x="111313" y="17945"/>
                </a:cubicBezTo>
                <a:cubicBezTo>
                  <a:pt x="109697" y="17945"/>
                  <a:pt x="108564" y="17865"/>
                  <a:pt x="107918" y="17703"/>
                </a:cubicBezTo>
                <a:lnTo>
                  <a:pt x="93368" y="17703"/>
                </a:lnTo>
                <a:lnTo>
                  <a:pt x="94579" y="20128"/>
                </a:lnTo>
                <a:cubicBezTo>
                  <a:pt x="97489" y="26272"/>
                  <a:pt x="98945" y="33143"/>
                  <a:pt x="98945" y="40742"/>
                </a:cubicBezTo>
                <a:cubicBezTo>
                  <a:pt x="98945" y="58526"/>
                  <a:pt x="92478" y="74047"/>
                  <a:pt x="79544" y="87305"/>
                </a:cubicBezTo>
                <a:cubicBezTo>
                  <a:pt x="66610" y="100562"/>
                  <a:pt x="52463" y="107191"/>
                  <a:pt x="37105" y="107191"/>
                </a:cubicBezTo>
                <a:moveTo>
                  <a:pt x="80029" y="37104"/>
                </a:moveTo>
                <a:cubicBezTo>
                  <a:pt x="80029" y="24170"/>
                  <a:pt x="73157" y="17703"/>
                  <a:pt x="59415" y="17703"/>
                </a:cubicBezTo>
                <a:cubicBezTo>
                  <a:pt x="39367" y="17703"/>
                  <a:pt x="26353" y="31769"/>
                  <a:pt x="20371" y="59900"/>
                </a:cubicBezTo>
                <a:cubicBezTo>
                  <a:pt x="20209" y="60547"/>
                  <a:pt x="20128" y="61032"/>
                  <a:pt x="20128" y="61356"/>
                </a:cubicBezTo>
                <a:cubicBezTo>
                  <a:pt x="18835" y="67337"/>
                  <a:pt x="18188" y="72268"/>
                  <a:pt x="18188" y="76149"/>
                </a:cubicBezTo>
                <a:cubicBezTo>
                  <a:pt x="18188" y="84233"/>
                  <a:pt x="20209" y="89891"/>
                  <a:pt x="24251" y="93125"/>
                </a:cubicBezTo>
                <a:cubicBezTo>
                  <a:pt x="28292" y="96358"/>
                  <a:pt x="32900" y="98056"/>
                  <a:pt x="38074" y="98217"/>
                </a:cubicBezTo>
                <a:cubicBezTo>
                  <a:pt x="46804" y="98217"/>
                  <a:pt x="54807" y="94418"/>
                  <a:pt x="62083" y="86819"/>
                </a:cubicBezTo>
                <a:cubicBezTo>
                  <a:pt x="66772" y="81969"/>
                  <a:pt x="70571" y="75502"/>
                  <a:pt x="73482" y="67418"/>
                </a:cubicBezTo>
                <a:cubicBezTo>
                  <a:pt x="76391" y="59335"/>
                  <a:pt x="78170" y="52868"/>
                  <a:pt x="78816" y="48017"/>
                </a:cubicBezTo>
                <a:cubicBezTo>
                  <a:pt x="79463" y="43167"/>
                  <a:pt x="79867" y="39530"/>
                  <a:pt x="80029" y="371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45" name="pdf-text-17">
            <a:extLst xmlns:a="http://schemas.openxmlformats.org/drawingml/2006/main">
              <a:ext uri="{FF2B5EF4-FFF2-40B4-BE49-F238E27FC236}">
                <a16:creationId xmlns:a16="http://schemas.microsoft.com/office/drawing/2014/main" id="{D403917C-F992-47E5-92A3-C644829D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175" y="799122"/>
            <a:ext cx="962239" cy="18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Interactions</a:t>
            </a:r>
          </a:p>
        </p:txBody>
      </p:sp>
      <p:sp>
        <p:nvSpPr>
          <p:cNvPr id="146" name="pdf-text-19">
            <a:extLst xmlns:a="http://schemas.openxmlformats.org/drawingml/2006/main">
              <a:ext uri="{FF2B5EF4-FFF2-40B4-BE49-F238E27FC236}">
                <a16:creationId xmlns:a16="http://schemas.microsoft.com/office/drawing/2014/main" id="{784E6BCD-6716-46B7-BF0B-CABAC4DC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108" y="1026645"/>
            <a:ext cx="775926" cy="18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Collected</a:t>
            </a:r>
          </a:p>
        </p:txBody>
      </p:sp>
      <p:sp>
        <p:nvSpPr>
          <p:cNvPr id="147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971B0470-701C-44C8-93F0-BA22D532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4068" y="1267544"/>
            <a:ext cx="58431" cy="240890"/>
          </a:xfrm>
          <a:custGeom xmlns:a="http://schemas.openxmlformats.org/drawingml/2006/main">
            <a:pathLst>
              <a:path w="58431" h="240890">
                <a:moveTo>
                  <a:pt x="0" y="120445"/>
                </a:moveTo>
                <a:cubicBezTo>
                  <a:pt x="0" y="109364"/>
                  <a:pt x="815" y="98845"/>
                  <a:pt x="2445" y="88888"/>
                </a:cubicBezTo>
                <a:cubicBezTo>
                  <a:pt x="4075" y="78931"/>
                  <a:pt x="5950" y="70340"/>
                  <a:pt x="8068" y="63113"/>
                </a:cubicBezTo>
                <a:cubicBezTo>
                  <a:pt x="10187" y="55886"/>
                  <a:pt x="13203" y="48820"/>
                  <a:pt x="17114" y="41915"/>
                </a:cubicBezTo>
                <a:cubicBezTo>
                  <a:pt x="21025" y="35009"/>
                  <a:pt x="24123" y="29629"/>
                  <a:pt x="26404" y="25775"/>
                </a:cubicBezTo>
                <a:cubicBezTo>
                  <a:pt x="28687" y="21921"/>
                  <a:pt x="32109" y="17745"/>
                  <a:pt x="36672" y="13249"/>
                </a:cubicBezTo>
                <a:cubicBezTo>
                  <a:pt x="41236" y="8752"/>
                  <a:pt x="43925" y="6022"/>
                  <a:pt x="44740" y="5058"/>
                </a:cubicBezTo>
                <a:cubicBezTo>
                  <a:pt x="45555" y="4095"/>
                  <a:pt x="47592" y="2409"/>
                  <a:pt x="50853" y="0"/>
                </a:cubicBezTo>
                <a:lnTo>
                  <a:pt x="54030" y="0"/>
                </a:lnTo>
                <a:lnTo>
                  <a:pt x="55008" y="0"/>
                </a:lnTo>
                <a:cubicBezTo>
                  <a:pt x="57291" y="0"/>
                  <a:pt x="58431" y="723"/>
                  <a:pt x="58431" y="2168"/>
                </a:cubicBezTo>
                <a:cubicBezTo>
                  <a:pt x="58431" y="2650"/>
                  <a:pt x="57047" y="4336"/>
                  <a:pt x="54276" y="7226"/>
                </a:cubicBezTo>
                <a:cubicBezTo>
                  <a:pt x="51505" y="10117"/>
                  <a:pt x="48163" y="14373"/>
                  <a:pt x="44252" y="19994"/>
                </a:cubicBezTo>
                <a:cubicBezTo>
                  <a:pt x="40339" y="25615"/>
                  <a:pt x="36347" y="32520"/>
                  <a:pt x="32271" y="40710"/>
                </a:cubicBezTo>
                <a:cubicBezTo>
                  <a:pt x="28197" y="48901"/>
                  <a:pt x="24774" y="59981"/>
                  <a:pt x="22003" y="73953"/>
                </a:cubicBezTo>
                <a:cubicBezTo>
                  <a:pt x="19233" y="87925"/>
                  <a:pt x="17848" y="103422"/>
                  <a:pt x="17848" y="120445"/>
                </a:cubicBezTo>
                <a:cubicBezTo>
                  <a:pt x="17848" y="137468"/>
                  <a:pt x="19233" y="152885"/>
                  <a:pt x="22003" y="166696"/>
                </a:cubicBezTo>
                <a:cubicBezTo>
                  <a:pt x="24774" y="180507"/>
                  <a:pt x="28116" y="191668"/>
                  <a:pt x="32027" y="200180"/>
                </a:cubicBezTo>
                <a:cubicBezTo>
                  <a:pt x="35939" y="208691"/>
                  <a:pt x="39932" y="215597"/>
                  <a:pt x="44007" y="220896"/>
                </a:cubicBezTo>
                <a:cubicBezTo>
                  <a:pt x="48082" y="226195"/>
                  <a:pt x="51505" y="230452"/>
                  <a:pt x="54276" y="233663"/>
                </a:cubicBezTo>
                <a:cubicBezTo>
                  <a:pt x="57047" y="236875"/>
                  <a:pt x="58431" y="238562"/>
                  <a:pt x="58431" y="238722"/>
                </a:cubicBezTo>
                <a:cubicBezTo>
                  <a:pt x="58431" y="240167"/>
                  <a:pt x="57209" y="240890"/>
                  <a:pt x="54764" y="240890"/>
                </a:cubicBezTo>
                <a:lnTo>
                  <a:pt x="54030" y="240890"/>
                </a:lnTo>
                <a:lnTo>
                  <a:pt x="50853" y="240890"/>
                </a:lnTo>
                <a:lnTo>
                  <a:pt x="44007" y="235109"/>
                </a:lnTo>
                <a:cubicBezTo>
                  <a:pt x="28687" y="221458"/>
                  <a:pt x="17521" y="204435"/>
                  <a:pt x="10513" y="184040"/>
                </a:cubicBezTo>
                <a:cubicBezTo>
                  <a:pt x="3504" y="163645"/>
                  <a:pt x="0" y="142446"/>
                  <a:pt x="0" y="12044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48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5756A376-34B6-4D62-A4F4-9AE1FA67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148" y="1341577"/>
            <a:ext cx="89481" cy="109043"/>
          </a:xfrm>
          <a:custGeom xmlns:a="http://schemas.openxmlformats.org/drawingml/2006/main">
            <a:pathLst>
              <a:path w="89481" h="109043">
                <a:moveTo>
                  <a:pt x="19070" y="37017"/>
                </a:moveTo>
                <a:cubicBezTo>
                  <a:pt x="19070" y="31878"/>
                  <a:pt x="20373" y="26659"/>
                  <a:pt x="22981" y="21359"/>
                </a:cubicBezTo>
                <a:cubicBezTo>
                  <a:pt x="25589" y="16059"/>
                  <a:pt x="30153" y="11162"/>
                  <a:pt x="36672" y="6665"/>
                </a:cubicBezTo>
                <a:cubicBezTo>
                  <a:pt x="43192" y="2168"/>
                  <a:pt x="51097" y="0"/>
                  <a:pt x="60387" y="160"/>
                </a:cubicBezTo>
                <a:cubicBezTo>
                  <a:pt x="70492" y="160"/>
                  <a:pt x="77827" y="2329"/>
                  <a:pt x="82390" y="6665"/>
                </a:cubicBezTo>
                <a:cubicBezTo>
                  <a:pt x="86954" y="11000"/>
                  <a:pt x="89318" y="15819"/>
                  <a:pt x="89481" y="21118"/>
                </a:cubicBezTo>
                <a:cubicBezTo>
                  <a:pt x="89481" y="26257"/>
                  <a:pt x="88096" y="30031"/>
                  <a:pt x="85325" y="32440"/>
                </a:cubicBezTo>
                <a:cubicBezTo>
                  <a:pt x="82554" y="34849"/>
                  <a:pt x="79457" y="36134"/>
                  <a:pt x="76034" y="36294"/>
                </a:cubicBezTo>
                <a:cubicBezTo>
                  <a:pt x="73915" y="36294"/>
                  <a:pt x="71960" y="35652"/>
                  <a:pt x="70167" y="34367"/>
                </a:cubicBezTo>
                <a:cubicBezTo>
                  <a:pt x="68374" y="33082"/>
                  <a:pt x="67396" y="30995"/>
                  <a:pt x="67233" y="28104"/>
                </a:cubicBezTo>
                <a:cubicBezTo>
                  <a:pt x="67233" y="25534"/>
                  <a:pt x="67967" y="23286"/>
                  <a:pt x="69433" y="21359"/>
                </a:cubicBezTo>
                <a:cubicBezTo>
                  <a:pt x="70900" y="19432"/>
                  <a:pt x="72285" y="17987"/>
                  <a:pt x="73590" y="17023"/>
                </a:cubicBezTo>
                <a:cubicBezTo>
                  <a:pt x="74893" y="16059"/>
                  <a:pt x="75952" y="15578"/>
                  <a:pt x="76767" y="15578"/>
                </a:cubicBezTo>
                <a:cubicBezTo>
                  <a:pt x="76930" y="15578"/>
                  <a:pt x="77012" y="15497"/>
                  <a:pt x="77012" y="15337"/>
                </a:cubicBezTo>
                <a:cubicBezTo>
                  <a:pt x="77012" y="14855"/>
                  <a:pt x="76442" y="14132"/>
                  <a:pt x="75301" y="13169"/>
                </a:cubicBezTo>
                <a:cubicBezTo>
                  <a:pt x="74159" y="12205"/>
                  <a:pt x="72122" y="11322"/>
                  <a:pt x="69189" y="10519"/>
                </a:cubicBezTo>
                <a:cubicBezTo>
                  <a:pt x="66255" y="9716"/>
                  <a:pt x="63076" y="9234"/>
                  <a:pt x="59653" y="9074"/>
                </a:cubicBezTo>
                <a:cubicBezTo>
                  <a:pt x="51831" y="9074"/>
                  <a:pt x="46126" y="11162"/>
                  <a:pt x="42540" y="15337"/>
                </a:cubicBezTo>
                <a:cubicBezTo>
                  <a:pt x="38955" y="19512"/>
                  <a:pt x="37080" y="23768"/>
                  <a:pt x="36918" y="28104"/>
                </a:cubicBezTo>
                <a:cubicBezTo>
                  <a:pt x="36918" y="32119"/>
                  <a:pt x="38465" y="34929"/>
                  <a:pt x="41563" y="36535"/>
                </a:cubicBezTo>
                <a:cubicBezTo>
                  <a:pt x="44659" y="38141"/>
                  <a:pt x="49141" y="39506"/>
                  <a:pt x="55008" y="40630"/>
                </a:cubicBezTo>
                <a:cubicBezTo>
                  <a:pt x="60877" y="41754"/>
                  <a:pt x="65113" y="42959"/>
                  <a:pt x="67721" y="44244"/>
                </a:cubicBezTo>
                <a:cubicBezTo>
                  <a:pt x="78479" y="48901"/>
                  <a:pt x="83858" y="56609"/>
                  <a:pt x="83858" y="67369"/>
                </a:cubicBezTo>
                <a:cubicBezTo>
                  <a:pt x="83858" y="71866"/>
                  <a:pt x="82961" y="76362"/>
                  <a:pt x="81168" y="80859"/>
                </a:cubicBezTo>
                <a:cubicBezTo>
                  <a:pt x="79375" y="85356"/>
                  <a:pt x="76686" y="89852"/>
                  <a:pt x="73100" y="94349"/>
                </a:cubicBezTo>
                <a:cubicBezTo>
                  <a:pt x="69514" y="98845"/>
                  <a:pt x="64381" y="102379"/>
                  <a:pt x="57698" y="104948"/>
                </a:cubicBezTo>
                <a:cubicBezTo>
                  <a:pt x="51015" y="107517"/>
                  <a:pt x="43355" y="108882"/>
                  <a:pt x="34716" y="109043"/>
                </a:cubicBezTo>
                <a:cubicBezTo>
                  <a:pt x="22166" y="109043"/>
                  <a:pt x="13284" y="106714"/>
                  <a:pt x="8068" y="102057"/>
                </a:cubicBezTo>
                <a:cubicBezTo>
                  <a:pt x="2852" y="97400"/>
                  <a:pt x="163" y="91940"/>
                  <a:pt x="0" y="85677"/>
                </a:cubicBezTo>
                <a:cubicBezTo>
                  <a:pt x="0" y="79414"/>
                  <a:pt x="1712" y="74917"/>
                  <a:pt x="5135" y="72187"/>
                </a:cubicBezTo>
                <a:cubicBezTo>
                  <a:pt x="8558" y="69457"/>
                  <a:pt x="12142" y="68092"/>
                  <a:pt x="15892" y="68092"/>
                </a:cubicBezTo>
                <a:cubicBezTo>
                  <a:pt x="18336" y="68092"/>
                  <a:pt x="20619" y="68814"/>
                  <a:pt x="22737" y="70260"/>
                </a:cubicBezTo>
                <a:cubicBezTo>
                  <a:pt x="24855" y="71705"/>
                  <a:pt x="25997" y="74194"/>
                  <a:pt x="26160" y="77727"/>
                </a:cubicBezTo>
                <a:cubicBezTo>
                  <a:pt x="26160" y="81903"/>
                  <a:pt x="24693" y="85436"/>
                  <a:pt x="21759" y="88327"/>
                </a:cubicBezTo>
                <a:cubicBezTo>
                  <a:pt x="18826" y="91217"/>
                  <a:pt x="16299" y="92662"/>
                  <a:pt x="14181" y="92662"/>
                </a:cubicBezTo>
                <a:cubicBezTo>
                  <a:pt x="13854" y="92823"/>
                  <a:pt x="13610" y="92904"/>
                  <a:pt x="13447" y="92904"/>
                </a:cubicBezTo>
                <a:cubicBezTo>
                  <a:pt x="13284" y="92904"/>
                  <a:pt x="13203" y="93064"/>
                  <a:pt x="13203" y="93385"/>
                </a:cubicBezTo>
                <a:cubicBezTo>
                  <a:pt x="13365" y="93867"/>
                  <a:pt x="14018" y="94509"/>
                  <a:pt x="15158" y="95312"/>
                </a:cubicBezTo>
                <a:cubicBezTo>
                  <a:pt x="16299" y="96115"/>
                  <a:pt x="18826" y="97159"/>
                  <a:pt x="22737" y="98444"/>
                </a:cubicBezTo>
                <a:cubicBezTo>
                  <a:pt x="26648" y="99729"/>
                  <a:pt x="31131" y="100291"/>
                  <a:pt x="36184" y="100130"/>
                </a:cubicBezTo>
                <a:cubicBezTo>
                  <a:pt x="42051" y="100130"/>
                  <a:pt x="47104" y="99247"/>
                  <a:pt x="51341" y="97480"/>
                </a:cubicBezTo>
                <a:cubicBezTo>
                  <a:pt x="55579" y="95714"/>
                  <a:pt x="58675" y="93466"/>
                  <a:pt x="60632" y="90735"/>
                </a:cubicBezTo>
                <a:cubicBezTo>
                  <a:pt x="62588" y="88005"/>
                  <a:pt x="63973" y="85516"/>
                  <a:pt x="64788" y="83268"/>
                </a:cubicBezTo>
                <a:cubicBezTo>
                  <a:pt x="65603" y="81019"/>
                  <a:pt x="66010" y="79012"/>
                  <a:pt x="66010" y="77246"/>
                </a:cubicBezTo>
                <a:cubicBezTo>
                  <a:pt x="66010" y="72749"/>
                  <a:pt x="64300" y="69377"/>
                  <a:pt x="60877" y="67128"/>
                </a:cubicBezTo>
                <a:cubicBezTo>
                  <a:pt x="57453" y="64880"/>
                  <a:pt x="53542" y="63515"/>
                  <a:pt x="49141" y="63033"/>
                </a:cubicBezTo>
                <a:cubicBezTo>
                  <a:pt x="44740" y="62551"/>
                  <a:pt x="39932" y="61347"/>
                  <a:pt x="34716" y="59420"/>
                </a:cubicBezTo>
                <a:cubicBezTo>
                  <a:pt x="29501" y="57492"/>
                  <a:pt x="25671" y="54682"/>
                  <a:pt x="23226" y="50989"/>
                </a:cubicBezTo>
                <a:cubicBezTo>
                  <a:pt x="20456" y="46974"/>
                  <a:pt x="19070" y="42317"/>
                  <a:pt x="19070" y="370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49" name="pdf-path-226">
            <a:extLst xmlns:a="http://schemas.openxmlformats.org/drawingml/2006/main">
              <a:ext uri="{FF2B5EF4-FFF2-40B4-BE49-F238E27FC236}">
                <a16:creationId xmlns:a16="http://schemas.microsoft.com/office/drawing/2014/main" id="{DACC5E59-AA52-40A1-AB65-51F9E2F2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9923" y="1419064"/>
            <a:ext cx="32271" cy="76041"/>
          </a:xfrm>
          <a:custGeom xmlns:a="http://schemas.openxmlformats.org/drawingml/2006/main">
            <a:pathLst>
              <a:path w="32271" h="76041">
                <a:moveTo>
                  <a:pt x="0" y="20717"/>
                </a:moveTo>
                <a:cubicBezTo>
                  <a:pt x="0" y="20717"/>
                  <a:pt x="0" y="18709"/>
                  <a:pt x="0" y="14694"/>
                </a:cubicBezTo>
                <a:cubicBezTo>
                  <a:pt x="0" y="10680"/>
                  <a:pt x="1303" y="7227"/>
                  <a:pt x="3911" y="4336"/>
                </a:cubicBezTo>
                <a:cubicBezTo>
                  <a:pt x="6519" y="1445"/>
                  <a:pt x="10024" y="0"/>
                  <a:pt x="14425" y="0"/>
                </a:cubicBezTo>
                <a:cubicBezTo>
                  <a:pt x="18988" y="0"/>
                  <a:pt x="23063" y="2007"/>
                  <a:pt x="26648" y="6022"/>
                </a:cubicBezTo>
                <a:cubicBezTo>
                  <a:pt x="30234" y="10037"/>
                  <a:pt x="32109" y="17103"/>
                  <a:pt x="32271" y="27220"/>
                </a:cubicBezTo>
                <a:cubicBezTo>
                  <a:pt x="32271" y="32841"/>
                  <a:pt x="31538" y="38302"/>
                  <a:pt x="30071" y="43601"/>
                </a:cubicBezTo>
                <a:cubicBezTo>
                  <a:pt x="28604" y="48901"/>
                  <a:pt x="26893" y="53478"/>
                  <a:pt x="24937" y="57332"/>
                </a:cubicBezTo>
                <a:cubicBezTo>
                  <a:pt x="22981" y="61186"/>
                  <a:pt x="20863" y="64478"/>
                  <a:pt x="18580" y="67208"/>
                </a:cubicBezTo>
                <a:cubicBezTo>
                  <a:pt x="16299" y="69938"/>
                  <a:pt x="14343" y="72107"/>
                  <a:pt x="12713" y="73712"/>
                </a:cubicBezTo>
                <a:cubicBezTo>
                  <a:pt x="11083" y="75318"/>
                  <a:pt x="10024" y="76041"/>
                  <a:pt x="9534" y="75880"/>
                </a:cubicBezTo>
                <a:cubicBezTo>
                  <a:pt x="8883" y="75880"/>
                  <a:pt x="7823" y="75158"/>
                  <a:pt x="6357" y="73712"/>
                </a:cubicBezTo>
                <a:cubicBezTo>
                  <a:pt x="4889" y="72267"/>
                  <a:pt x="4156" y="71223"/>
                  <a:pt x="4156" y="70581"/>
                </a:cubicBezTo>
                <a:cubicBezTo>
                  <a:pt x="4156" y="69938"/>
                  <a:pt x="5052" y="68653"/>
                  <a:pt x="6845" y="66727"/>
                </a:cubicBezTo>
                <a:cubicBezTo>
                  <a:pt x="8638" y="64800"/>
                  <a:pt x="10676" y="62390"/>
                  <a:pt x="12957" y="59500"/>
                </a:cubicBezTo>
                <a:cubicBezTo>
                  <a:pt x="15240" y="56609"/>
                  <a:pt x="17358" y="52594"/>
                  <a:pt x="19314" y="47455"/>
                </a:cubicBezTo>
                <a:cubicBezTo>
                  <a:pt x="21270" y="42316"/>
                  <a:pt x="22574" y="36455"/>
                  <a:pt x="23225" y="29870"/>
                </a:cubicBezTo>
                <a:lnTo>
                  <a:pt x="23225" y="26980"/>
                </a:lnTo>
                <a:lnTo>
                  <a:pt x="22981" y="27220"/>
                </a:lnTo>
                <a:cubicBezTo>
                  <a:pt x="22656" y="27381"/>
                  <a:pt x="22247" y="27542"/>
                  <a:pt x="21759" y="27702"/>
                </a:cubicBezTo>
                <a:cubicBezTo>
                  <a:pt x="21270" y="27863"/>
                  <a:pt x="20781" y="28104"/>
                  <a:pt x="20292" y="28425"/>
                </a:cubicBezTo>
                <a:cubicBezTo>
                  <a:pt x="19803" y="28746"/>
                  <a:pt x="19070" y="28907"/>
                  <a:pt x="18092" y="28907"/>
                </a:cubicBezTo>
                <a:cubicBezTo>
                  <a:pt x="17114" y="28907"/>
                  <a:pt x="16136" y="28987"/>
                  <a:pt x="15157" y="29148"/>
                </a:cubicBezTo>
                <a:cubicBezTo>
                  <a:pt x="10757" y="29148"/>
                  <a:pt x="7172" y="27783"/>
                  <a:pt x="4401" y="25053"/>
                </a:cubicBezTo>
                <a:lnTo>
                  <a:pt x="0" y="207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50" name="pdf-path-228">
            <a:extLst xmlns:a="http://schemas.openxmlformats.org/drawingml/2006/main">
              <a:ext uri="{FF2B5EF4-FFF2-40B4-BE49-F238E27FC236}">
                <a16:creationId xmlns:a16="http://schemas.microsoft.com/office/drawing/2014/main" id="{5B90F49A-37BE-44EC-BBFE-C282967E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642" y="1341979"/>
            <a:ext cx="115639" cy="108642"/>
          </a:xfrm>
          <a:custGeom xmlns:a="http://schemas.openxmlformats.org/drawingml/2006/main">
            <a:pathLst>
              <a:path w="115639" h="108642">
                <a:moveTo>
                  <a:pt x="0" y="68413"/>
                </a:moveTo>
                <a:cubicBezTo>
                  <a:pt x="0" y="52193"/>
                  <a:pt x="6194" y="36776"/>
                  <a:pt x="18580" y="22162"/>
                </a:cubicBezTo>
                <a:cubicBezTo>
                  <a:pt x="30968" y="7548"/>
                  <a:pt x="44903" y="160"/>
                  <a:pt x="60387" y="0"/>
                </a:cubicBezTo>
                <a:cubicBezTo>
                  <a:pt x="68699" y="0"/>
                  <a:pt x="76034" y="3935"/>
                  <a:pt x="82390" y="11803"/>
                </a:cubicBezTo>
                <a:cubicBezTo>
                  <a:pt x="84998" y="6986"/>
                  <a:pt x="88747" y="4577"/>
                  <a:pt x="93636" y="4577"/>
                </a:cubicBezTo>
                <a:cubicBezTo>
                  <a:pt x="95756" y="4577"/>
                  <a:pt x="97630" y="5219"/>
                  <a:pt x="99259" y="6504"/>
                </a:cubicBezTo>
                <a:cubicBezTo>
                  <a:pt x="100889" y="7788"/>
                  <a:pt x="101704" y="9395"/>
                  <a:pt x="101704" y="11322"/>
                </a:cubicBezTo>
                <a:cubicBezTo>
                  <a:pt x="101704" y="13410"/>
                  <a:pt x="98689" y="26257"/>
                  <a:pt x="92658" y="49864"/>
                </a:cubicBezTo>
                <a:cubicBezTo>
                  <a:pt x="86628" y="73472"/>
                  <a:pt x="83531" y="86801"/>
                  <a:pt x="83368" y="89852"/>
                </a:cubicBezTo>
                <a:cubicBezTo>
                  <a:pt x="83368" y="93867"/>
                  <a:pt x="83939" y="96517"/>
                  <a:pt x="85080" y="97802"/>
                </a:cubicBezTo>
                <a:cubicBezTo>
                  <a:pt x="86220" y="99086"/>
                  <a:pt x="87932" y="99808"/>
                  <a:pt x="90214" y="99969"/>
                </a:cubicBezTo>
                <a:cubicBezTo>
                  <a:pt x="91680" y="99808"/>
                  <a:pt x="93311" y="99086"/>
                  <a:pt x="95103" y="97802"/>
                </a:cubicBezTo>
                <a:cubicBezTo>
                  <a:pt x="98527" y="94590"/>
                  <a:pt x="101867" y="86881"/>
                  <a:pt x="105127" y="74676"/>
                </a:cubicBezTo>
                <a:cubicBezTo>
                  <a:pt x="106105" y="71464"/>
                  <a:pt x="106920" y="69778"/>
                  <a:pt x="107573" y="69617"/>
                </a:cubicBezTo>
                <a:cubicBezTo>
                  <a:pt x="107898" y="69457"/>
                  <a:pt x="108713" y="69376"/>
                  <a:pt x="110017" y="69376"/>
                </a:cubicBezTo>
                <a:lnTo>
                  <a:pt x="110994" y="69376"/>
                </a:lnTo>
                <a:cubicBezTo>
                  <a:pt x="114092" y="69376"/>
                  <a:pt x="115639" y="70099"/>
                  <a:pt x="115639" y="71544"/>
                </a:cubicBezTo>
                <a:cubicBezTo>
                  <a:pt x="115639" y="72508"/>
                  <a:pt x="115233" y="74676"/>
                  <a:pt x="114417" y="78048"/>
                </a:cubicBezTo>
                <a:cubicBezTo>
                  <a:pt x="113602" y="81421"/>
                  <a:pt x="111972" y="85757"/>
                  <a:pt x="109528" y="91057"/>
                </a:cubicBezTo>
                <a:cubicBezTo>
                  <a:pt x="107083" y="96356"/>
                  <a:pt x="104475" y="100371"/>
                  <a:pt x="101704" y="103101"/>
                </a:cubicBezTo>
                <a:cubicBezTo>
                  <a:pt x="99586" y="105188"/>
                  <a:pt x="96978" y="106875"/>
                  <a:pt x="93881" y="108160"/>
                </a:cubicBezTo>
                <a:cubicBezTo>
                  <a:pt x="92577" y="108481"/>
                  <a:pt x="90621" y="108642"/>
                  <a:pt x="88013" y="108642"/>
                </a:cubicBezTo>
                <a:cubicBezTo>
                  <a:pt x="82472" y="108642"/>
                  <a:pt x="77827" y="107437"/>
                  <a:pt x="74078" y="105028"/>
                </a:cubicBezTo>
                <a:cubicBezTo>
                  <a:pt x="70329" y="102619"/>
                  <a:pt x="67884" y="100130"/>
                  <a:pt x="66744" y="97560"/>
                </a:cubicBezTo>
                <a:lnTo>
                  <a:pt x="65276" y="93947"/>
                </a:lnTo>
                <a:cubicBezTo>
                  <a:pt x="65113" y="93787"/>
                  <a:pt x="64788" y="93867"/>
                  <a:pt x="64298" y="94188"/>
                </a:cubicBezTo>
                <a:cubicBezTo>
                  <a:pt x="63973" y="94509"/>
                  <a:pt x="63646" y="94830"/>
                  <a:pt x="63321" y="95152"/>
                </a:cubicBezTo>
                <a:cubicBezTo>
                  <a:pt x="53705" y="104145"/>
                  <a:pt x="43925" y="108642"/>
                  <a:pt x="33983" y="108642"/>
                </a:cubicBezTo>
                <a:cubicBezTo>
                  <a:pt x="25018" y="108642"/>
                  <a:pt x="17114" y="105430"/>
                  <a:pt x="10268" y="99006"/>
                </a:cubicBezTo>
                <a:cubicBezTo>
                  <a:pt x="3423" y="92582"/>
                  <a:pt x="0" y="82385"/>
                  <a:pt x="0" y="68413"/>
                </a:cubicBezTo>
                <a:moveTo>
                  <a:pt x="77745" y="27220"/>
                </a:moveTo>
                <a:cubicBezTo>
                  <a:pt x="77745" y="26257"/>
                  <a:pt x="77337" y="24490"/>
                  <a:pt x="76523" y="21921"/>
                </a:cubicBezTo>
                <a:cubicBezTo>
                  <a:pt x="75708" y="19351"/>
                  <a:pt x="73834" y="16541"/>
                  <a:pt x="70899" y="13490"/>
                </a:cubicBezTo>
                <a:cubicBezTo>
                  <a:pt x="67966" y="10438"/>
                  <a:pt x="64217" y="8833"/>
                  <a:pt x="59653" y="8672"/>
                </a:cubicBezTo>
                <a:cubicBezTo>
                  <a:pt x="53949" y="8672"/>
                  <a:pt x="48489" y="11161"/>
                  <a:pt x="43273" y="16140"/>
                </a:cubicBezTo>
                <a:cubicBezTo>
                  <a:pt x="38057" y="21118"/>
                  <a:pt x="33983" y="27622"/>
                  <a:pt x="31049" y="35652"/>
                </a:cubicBezTo>
                <a:cubicBezTo>
                  <a:pt x="26323" y="48338"/>
                  <a:pt x="22981" y="61507"/>
                  <a:pt x="21025" y="75158"/>
                </a:cubicBezTo>
                <a:cubicBezTo>
                  <a:pt x="21025" y="75640"/>
                  <a:pt x="21025" y="76523"/>
                  <a:pt x="21025" y="77807"/>
                </a:cubicBezTo>
                <a:cubicBezTo>
                  <a:pt x="21025" y="79092"/>
                  <a:pt x="20944" y="80056"/>
                  <a:pt x="20781" y="80698"/>
                </a:cubicBezTo>
                <a:cubicBezTo>
                  <a:pt x="20781" y="87925"/>
                  <a:pt x="22247" y="92903"/>
                  <a:pt x="25181" y="95633"/>
                </a:cubicBezTo>
                <a:cubicBezTo>
                  <a:pt x="28116" y="98363"/>
                  <a:pt x="31619" y="99808"/>
                  <a:pt x="35694" y="99969"/>
                </a:cubicBezTo>
                <a:cubicBezTo>
                  <a:pt x="41888" y="99969"/>
                  <a:pt x="47999" y="97320"/>
                  <a:pt x="54030" y="92020"/>
                </a:cubicBezTo>
                <a:cubicBezTo>
                  <a:pt x="60061" y="86720"/>
                  <a:pt x="63646" y="82625"/>
                  <a:pt x="64788" y="79735"/>
                </a:cubicBezTo>
                <a:cubicBezTo>
                  <a:pt x="65113" y="79092"/>
                  <a:pt x="67313" y="70500"/>
                  <a:pt x="71389" y="53959"/>
                </a:cubicBezTo>
                <a:cubicBezTo>
                  <a:pt x="75463" y="37418"/>
                  <a:pt x="77582" y="28505"/>
                  <a:pt x="77745" y="2722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51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886D6E72-27B6-4229-A607-4152153A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7976" y="1419064"/>
            <a:ext cx="32271" cy="76041"/>
          </a:xfrm>
          <a:custGeom xmlns:a="http://schemas.openxmlformats.org/drawingml/2006/main">
            <a:pathLst>
              <a:path w="32271" h="76041">
                <a:moveTo>
                  <a:pt x="0" y="20717"/>
                </a:moveTo>
                <a:cubicBezTo>
                  <a:pt x="0" y="20717"/>
                  <a:pt x="0" y="18709"/>
                  <a:pt x="0" y="14694"/>
                </a:cubicBezTo>
                <a:cubicBezTo>
                  <a:pt x="0" y="10680"/>
                  <a:pt x="1303" y="7227"/>
                  <a:pt x="3911" y="4336"/>
                </a:cubicBezTo>
                <a:cubicBezTo>
                  <a:pt x="6519" y="1445"/>
                  <a:pt x="10024" y="0"/>
                  <a:pt x="14425" y="0"/>
                </a:cubicBezTo>
                <a:cubicBezTo>
                  <a:pt x="18988" y="0"/>
                  <a:pt x="23063" y="2007"/>
                  <a:pt x="26648" y="6022"/>
                </a:cubicBezTo>
                <a:cubicBezTo>
                  <a:pt x="30234" y="10037"/>
                  <a:pt x="32109" y="17103"/>
                  <a:pt x="32271" y="27220"/>
                </a:cubicBezTo>
                <a:cubicBezTo>
                  <a:pt x="32271" y="32841"/>
                  <a:pt x="31538" y="38302"/>
                  <a:pt x="30071" y="43601"/>
                </a:cubicBezTo>
                <a:cubicBezTo>
                  <a:pt x="28604" y="48901"/>
                  <a:pt x="26893" y="53478"/>
                  <a:pt x="24937" y="57332"/>
                </a:cubicBezTo>
                <a:cubicBezTo>
                  <a:pt x="22981" y="61186"/>
                  <a:pt x="20863" y="64478"/>
                  <a:pt x="18580" y="67208"/>
                </a:cubicBezTo>
                <a:cubicBezTo>
                  <a:pt x="16299" y="69938"/>
                  <a:pt x="14343" y="72107"/>
                  <a:pt x="12713" y="73712"/>
                </a:cubicBezTo>
                <a:cubicBezTo>
                  <a:pt x="11083" y="75318"/>
                  <a:pt x="10024" y="76041"/>
                  <a:pt x="9534" y="75880"/>
                </a:cubicBezTo>
                <a:cubicBezTo>
                  <a:pt x="8883" y="75880"/>
                  <a:pt x="7823" y="75158"/>
                  <a:pt x="6357" y="73712"/>
                </a:cubicBezTo>
                <a:cubicBezTo>
                  <a:pt x="4889" y="72267"/>
                  <a:pt x="4156" y="71223"/>
                  <a:pt x="4156" y="70581"/>
                </a:cubicBezTo>
                <a:cubicBezTo>
                  <a:pt x="4156" y="69938"/>
                  <a:pt x="5052" y="68653"/>
                  <a:pt x="6845" y="66727"/>
                </a:cubicBezTo>
                <a:cubicBezTo>
                  <a:pt x="8638" y="64800"/>
                  <a:pt x="10676" y="62390"/>
                  <a:pt x="12957" y="59500"/>
                </a:cubicBezTo>
                <a:cubicBezTo>
                  <a:pt x="15240" y="56609"/>
                  <a:pt x="17358" y="52594"/>
                  <a:pt x="19314" y="47455"/>
                </a:cubicBezTo>
                <a:cubicBezTo>
                  <a:pt x="21270" y="42316"/>
                  <a:pt x="22574" y="36455"/>
                  <a:pt x="23225" y="29870"/>
                </a:cubicBezTo>
                <a:lnTo>
                  <a:pt x="23225" y="26980"/>
                </a:lnTo>
                <a:lnTo>
                  <a:pt x="22981" y="27220"/>
                </a:lnTo>
                <a:cubicBezTo>
                  <a:pt x="22656" y="27381"/>
                  <a:pt x="22247" y="27542"/>
                  <a:pt x="21759" y="27702"/>
                </a:cubicBezTo>
                <a:cubicBezTo>
                  <a:pt x="21270" y="27863"/>
                  <a:pt x="20781" y="28104"/>
                  <a:pt x="20292" y="28425"/>
                </a:cubicBezTo>
                <a:cubicBezTo>
                  <a:pt x="19803" y="28746"/>
                  <a:pt x="19070" y="28907"/>
                  <a:pt x="18092" y="28907"/>
                </a:cubicBezTo>
                <a:cubicBezTo>
                  <a:pt x="17114" y="28907"/>
                  <a:pt x="16136" y="28987"/>
                  <a:pt x="15157" y="29148"/>
                </a:cubicBezTo>
                <a:cubicBezTo>
                  <a:pt x="10757" y="29148"/>
                  <a:pt x="7172" y="27783"/>
                  <a:pt x="4401" y="25053"/>
                </a:cubicBezTo>
                <a:lnTo>
                  <a:pt x="0" y="207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52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8DEE5D36-A187-4181-A558-2A0DF6DF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0559" y="1341577"/>
            <a:ext cx="89481" cy="109043"/>
          </a:xfrm>
          <a:custGeom xmlns:a="http://schemas.openxmlformats.org/drawingml/2006/main">
            <a:pathLst>
              <a:path w="89481" h="109043">
                <a:moveTo>
                  <a:pt x="19070" y="37017"/>
                </a:moveTo>
                <a:cubicBezTo>
                  <a:pt x="19070" y="31878"/>
                  <a:pt x="20373" y="26659"/>
                  <a:pt x="22981" y="21359"/>
                </a:cubicBezTo>
                <a:cubicBezTo>
                  <a:pt x="25589" y="16059"/>
                  <a:pt x="30153" y="11162"/>
                  <a:pt x="36672" y="6665"/>
                </a:cubicBezTo>
                <a:cubicBezTo>
                  <a:pt x="43192" y="2168"/>
                  <a:pt x="51097" y="0"/>
                  <a:pt x="60387" y="160"/>
                </a:cubicBezTo>
                <a:cubicBezTo>
                  <a:pt x="70492" y="160"/>
                  <a:pt x="77827" y="2329"/>
                  <a:pt x="82390" y="6665"/>
                </a:cubicBezTo>
                <a:cubicBezTo>
                  <a:pt x="86954" y="11000"/>
                  <a:pt x="89318" y="15819"/>
                  <a:pt x="89481" y="21118"/>
                </a:cubicBezTo>
                <a:cubicBezTo>
                  <a:pt x="89481" y="26257"/>
                  <a:pt x="88096" y="30031"/>
                  <a:pt x="85325" y="32440"/>
                </a:cubicBezTo>
                <a:cubicBezTo>
                  <a:pt x="82554" y="34849"/>
                  <a:pt x="79457" y="36134"/>
                  <a:pt x="76034" y="36294"/>
                </a:cubicBezTo>
                <a:cubicBezTo>
                  <a:pt x="73915" y="36294"/>
                  <a:pt x="71960" y="35652"/>
                  <a:pt x="70167" y="34367"/>
                </a:cubicBezTo>
                <a:cubicBezTo>
                  <a:pt x="68374" y="33082"/>
                  <a:pt x="67396" y="30995"/>
                  <a:pt x="67233" y="28104"/>
                </a:cubicBezTo>
                <a:cubicBezTo>
                  <a:pt x="67233" y="25534"/>
                  <a:pt x="67967" y="23286"/>
                  <a:pt x="69433" y="21359"/>
                </a:cubicBezTo>
                <a:cubicBezTo>
                  <a:pt x="70900" y="19432"/>
                  <a:pt x="72285" y="17987"/>
                  <a:pt x="73590" y="17023"/>
                </a:cubicBezTo>
                <a:cubicBezTo>
                  <a:pt x="74893" y="16059"/>
                  <a:pt x="75952" y="15578"/>
                  <a:pt x="76767" y="15578"/>
                </a:cubicBezTo>
                <a:cubicBezTo>
                  <a:pt x="76930" y="15578"/>
                  <a:pt x="77012" y="15497"/>
                  <a:pt x="77012" y="15337"/>
                </a:cubicBezTo>
                <a:cubicBezTo>
                  <a:pt x="77012" y="14855"/>
                  <a:pt x="76442" y="14132"/>
                  <a:pt x="75301" y="13169"/>
                </a:cubicBezTo>
                <a:cubicBezTo>
                  <a:pt x="74159" y="12205"/>
                  <a:pt x="72122" y="11322"/>
                  <a:pt x="69189" y="10519"/>
                </a:cubicBezTo>
                <a:cubicBezTo>
                  <a:pt x="66255" y="9716"/>
                  <a:pt x="63076" y="9234"/>
                  <a:pt x="59653" y="9074"/>
                </a:cubicBezTo>
                <a:cubicBezTo>
                  <a:pt x="51831" y="9074"/>
                  <a:pt x="46126" y="11162"/>
                  <a:pt x="42540" y="15337"/>
                </a:cubicBezTo>
                <a:cubicBezTo>
                  <a:pt x="38955" y="19512"/>
                  <a:pt x="37080" y="23768"/>
                  <a:pt x="36918" y="28104"/>
                </a:cubicBezTo>
                <a:cubicBezTo>
                  <a:pt x="36918" y="32119"/>
                  <a:pt x="38465" y="34929"/>
                  <a:pt x="41563" y="36535"/>
                </a:cubicBezTo>
                <a:cubicBezTo>
                  <a:pt x="44659" y="38141"/>
                  <a:pt x="49141" y="39506"/>
                  <a:pt x="55008" y="40630"/>
                </a:cubicBezTo>
                <a:cubicBezTo>
                  <a:pt x="60877" y="41754"/>
                  <a:pt x="65113" y="42959"/>
                  <a:pt x="67721" y="44244"/>
                </a:cubicBezTo>
                <a:cubicBezTo>
                  <a:pt x="78479" y="48901"/>
                  <a:pt x="83858" y="56609"/>
                  <a:pt x="83858" y="67369"/>
                </a:cubicBezTo>
                <a:cubicBezTo>
                  <a:pt x="83858" y="71866"/>
                  <a:pt x="82961" y="76362"/>
                  <a:pt x="81168" y="80859"/>
                </a:cubicBezTo>
                <a:cubicBezTo>
                  <a:pt x="79375" y="85356"/>
                  <a:pt x="76686" y="89852"/>
                  <a:pt x="73100" y="94349"/>
                </a:cubicBezTo>
                <a:cubicBezTo>
                  <a:pt x="69514" y="98845"/>
                  <a:pt x="64381" y="102379"/>
                  <a:pt x="57698" y="104948"/>
                </a:cubicBezTo>
                <a:cubicBezTo>
                  <a:pt x="51015" y="107517"/>
                  <a:pt x="43355" y="108882"/>
                  <a:pt x="34716" y="109043"/>
                </a:cubicBezTo>
                <a:cubicBezTo>
                  <a:pt x="22166" y="109043"/>
                  <a:pt x="13284" y="106714"/>
                  <a:pt x="8068" y="102057"/>
                </a:cubicBezTo>
                <a:cubicBezTo>
                  <a:pt x="2852" y="97400"/>
                  <a:pt x="163" y="91940"/>
                  <a:pt x="0" y="85677"/>
                </a:cubicBezTo>
                <a:cubicBezTo>
                  <a:pt x="0" y="79414"/>
                  <a:pt x="1712" y="74917"/>
                  <a:pt x="5135" y="72187"/>
                </a:cubicBezTo>
                <a:cubicBezTo>
                  <a:pt x="8558" y="69457"/>
                  <a:pt x="12142" y="68092"/>
                  <a:pt x="15892" y="68092"/>
                </a:cubicBezTo>
                <a:cubicBezTo>
                  <a:pt x="18336" y="68092"/>
                  <a:pt x="20619" y="68814"/>
                  <a:pt x="22737" y="70260"/>
                </a:cubicBezTo>
                <a:cubicBezTo>
                  <a:pt x="24855" y="71705"/>
                  <a:pt x="25997" y="74194"/>
                  <a:pt x="26160" y="77727"/>
                </a:cubicBezTo>
                <a:cubicBezTo>
                  <a:pt x="26160" y="81903"/>
                  <a:pt x="24693" y="85436"/>
                  <a:pt x="21759" y="88327"/>
                </a:cubicBezTo>
                <a:cubicBezTo>
                  <a:pt x="18826" y="91217"/>
                  <a:pt x="16299" y="92662"/>
                  <a:pt x="14181" y="92662"/>
                </a:cubicBezTo>
                <a:cubicBezTo>
                  <a:pt x="13854" y="92823"/>
                  <a:pt x="13610" y="92904"/>
                  <a:pt x="13447" y="92904"/>
                </a:cubicBezTo>
                <a:cubicBezTo>
                  <a:pt x="13284" y="92904"/>
                  <a:pt x="13203" y="93064"/>
                  <a:pt x="13203" y="93385"/>
                </a:cubicBezTo>
                <a:cubicBezTo>
                  <a:pt x="13365" y="93867"/>
                  <a:pt x="14018" y="94509"/>
                  <a:pt x="15158" y="95312"/>
                </a:cubicBezTo>
                <a:cubicBezTo>
                  <a:pt x="16299" y="96115"/>
                  <a:pt x="18826" y="97159"/>
                  <a:pt x="22737" y="98444"/>
                </a:cubicBezTo>
                <a:cubicBezTo>
                  <a:pt x="26648" y="99729"/>
                  <a:pt x="31131" y="100291"/>
                  <a:pt x="36184" y="100130"/>
                </a:cubicBezTo>
                <a:cubicBezTo>
                  <a:pt x="42051" y="100130"/>
                  <a:pt x="47104" y="99247"/>
                  <a:pt x="51341" y="97480"/>
                </a:cubicBezTo>
                <a:cubicBezTo>
                  <a:pt x="55579" y="95714"/>
                  <a:pt x="58675" y="93466"/>
                  <a:pt x="60632" y="90735"/>
                </a:cubicBezTo>
                <a:cubicBezTo>
                  <a:pt x="62588" y="88005"/>
                  <a:pt x="63973" y="85516"/>
                  <a:pt x="64788" y="83268"/>
                </a:cubicBezTo>
                <a:cubicBezTo>
                  <a:pt x="65603" y="81019"/>
                  <a:pt x="66010" y="79012"/>
                  <a:pt x="66010" y="77246"/>
                </a:cubicBezTo>
                <a:cubicBezTo>
                  <a:pt x="66010" y="72749"/>
                  <a:pt x="64300" y="69377"/>
                  <a:pt x="60877" y="67128"/>
                </a:cubicBezTo>
                <a:cubicBezTo>
                  <a:pt x="57453" y="64880"/>
                  <a:pt x="53542" y="63515"/>
                  <a:pt x="49141" y="63033"/>
                </a:cubicBezTo>
                <a:cubicBezTo>
                  <a:pt x="44740" y="62551"/>
                  <a:pt x="39932" y="61347"/>
                  <a:pt x="34716" y="59420"/>
                </a:cubicBezTo>
                <a:cubicBezTo>
                  <a:pt x="29501" y="57492"/>
                  <a:pt x="25671" y="54682"/>
                  <a:pt x="23226" y="50989"/>
                </a:cubicBezTo>
                <a:cubicBezTo>
                  <a:pt x="20456" y="46974"/>
                  <a:pt x="19070" y="42317"/>
                  <a:pt x="19070" y="370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53" name="pdf-path-234">
            <a:extLst xmlns:a="http://schemas.openxmlformats.org/drawingml/2006/main">
              <a:ext uri="{FF2B5EF4-FFF2-40B4-BE49-F238E27FC236}">
                <a16:creationId xmlns:a16="http://schemas.microsoft.com/office/drawing/2014/main" id="{6D2A4C2C-B0FF-4341-BE0A-D83B4368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5517" y="1253351"/>
            <a:ext cx="40101" cy="88050"/>
          </a:xfrm>
          <a:custGeom xmlns:a="http://schemas.openxmlformats.org/drawingml/2006/main">
            <a:pathLst>
              <a:path w="40101" h="88050">
                <a:moveTo>
                  <a:pt x="8469" y="88050"/>
                </a:moveTo>
                <a:cubicBezTo>
                  <a:pt x="7777" y="88050"/>
                  <a:pt x="6223" y="87709"/>
                  <a:pt x="3802" y="87028"/>
                </a:cubicBezTo>
                <a:cubicBezTo>
                  <a:pt x="1382" y="86347"/>
                  <a:pt x="115" y="85666"/>
                  <a:pt x="0" y="84984"/>
                </a:cubicBezTo>
                <a:cubicBezTo>
                  <a:pt x="0" y="84190"/>
                  <a:pt x="3168" y="71019"/>
                  <a:pt x="9506" y="45473"/>
                </a:cubicBezTo>
                <a:cubicBezTo>
                  <a:pt x="15844" y="19926"/>
                  <a:pt x="19359" y="6585"/>
                  <a:pt x="20050" y="5450"/>
                </a:cubicBezTo>
                <a:cubicBezTo>
                  <a:pt x="21779" y="1817"/>
                  <a:pt x="24775" y="0"/>
                  <a:pt x="29039" y="0"/>
                </a:cubicBezTo>
                <a:cubicBezTo>
                  <a:pt x="31343" y="0"/>
                  <a:pt x="33763" y="852"/>
                  <a:pt x="36298" y="2554"/>
                </a:cubicBezTo>
                <a:cubicBezTo>
                  <a:pt x="38834" y="4258"/>
                  <a:pt x="40101" y="6755"/>
                  <a:pt x="40101" y="10048"/>
                </a:cubicBezTo>
                <a:cubicBezTo>
                  <a:pt x="40101" y="10616"/>
                  <a:pt x="39986" y="11467"/>
                  <a:pt x="39755" y="12603"/>
                </a:cubicBezTo>
                <a:cubicBezTo>
                  <a:pt x="39639" y="13397"/>
                  <a:pt x="34627" y="26057"/>
                  <a:pt x="24717" y="50582"/>
                </a:cubicBezTo>
                <a:cubicBezTo>
                  <a:pt x="14807" y="75106"/>
                  <a:pt x="9680" y="87482"/>
                  <a:pt x="9333" y="87709"/>
                </a:cubicBezTo>
                <a:cubicBezTo>
                  <a:pt x="8988" y="87936"/>
                  <a:pt x="8699" y="88050"/>
                  <a:pt x="8469" y="880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54" name="pdf-path-236">
            <a:extLst xmlns:a="http://schemas.openxmlformats.org/drawingml/2006/main">
              <a:ext uri="{FF2B5EF4-FFF2-40B4-BE49-F238E27FC236}">
                <a16:creationId xmlns:a16="http://schemas.microsoft.com/office/drawing/2014/main" id="{366827BD-70D7-4E9C-B1B4-69A30E8D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3554" y="1267544"/>
            <a:ext cx="58431" cy="240890"/>
          </a:xfrm>
          <a:custGeom xmlns:a="http://schemas.openxmlformats.org/drawingml/2006/main">
            <a:pathLst>
              <a:path w="58431" h="240890">
                <a:moveTo>
                  <a:pt x="1222" y="241"/>
                </a:moveTo>
                <a:lnTo>
                  <a:pt x="2200" y="0"/>
                </a:lnTo>
                <a:cubicBezTo>
                  <a:pt x="3015" y="0"/>
                  <a:pt x="3830" y="0"/>
                  <a:pt x="4645" y="0"/>
                </a:cubicBezTo>
                <a:lnTo>
                  <a:pt x="7579" y="0"/>
                </a:lnTo>
                <a:lnTo>
                  <a:pt x="14425" y="5781"/>
                </a:lnTo>
                <a:cubicBezTo>
                  <a:pt x="29745" y="19431"/>
                  <a:pt x="40909" y="36455"/>
                  <a:pt x="47918" y="56850"/>
                </a:cubicBezTo>
                <a:cubicBezTo>
                  <a:pt x="54927" y="77245"/>
                  <a:pt x="58431" y="98443"/>
                  <a:pt x="58431" y="120445"/>
                </a:cubicBezTo>
                <a:cubicBezTo>
                  <a:pt x="58431" y="131365"/>
                  <a:pt x="57616" y="141884"/>
                  <a:pt x="55986" y="152002"/>
                </a:cubicBezTo>
                <a:cubicBezTo>
                  <a:pt x="54356" y="162119"/>
                  <a:pt x="52482" y="170711"/>
                  <a:pt x="50363" y="177777"/>
                </a:cubicBezTo>
                <a:cubicBezTo>
                  <a:pt x="48245" y="184843"/>
                  <a:pt x="45229" y="191909"/>
                  <a:pt x="41317" y="198975"/>
                </a:cubicBezTo>
                <a:cubicBezTo>
                  <a:pt x="37406" y="206041"/>
                  <a:pt x="34308" y="211421"/>
                  <a:pt x="32027" y="215115"/>
                </a:cubicBezTo>
                <a:cubicBezTo>
                  <a:pt x="29745" y="218808"/>
                  <a:pt x="26404" y="222903"/>
                  <a:pt x="22003" y="227400"/>
                </a:cubicBezTo>
                <a:cubicBezTo>
                  <a:pt x="17602" y="231897"/>
                  <a:pt x="14994" y="234547"/>
                  <a:pt x="14179" y="235350"/>
                </a:cubicBezTo>
                <a:cubicBezTo>
                  <a:pt x="13364" y="236152"/>
                  <a:pt x="11490" y="237678"/>
                  <a:pt x="8556" y="239927"/>
                </a:cubicBezTo>
                <a:cubicBezTo>
                  <a:pt x="8068" y="240408"/>
                  <a:pt x="7741" y="240729"/>
                  <a:pt x="7579" y="240890"/>
                </a:cubicBezTo>
                <a:lnTo>
                  <a:pt x="4645" y="240890"/>
                </a:lnTo>
                <a:cubicBezTo>
                  <a:pt x="3340" y="240890"/>
                  <a:pt x="2444" y="240890"/>
                  <a:pt x="1956" y="240890"/>
                </a:cubicBezTo>
                <a:cubicBezTo>
                  <a:pt x="1466" y="240890"/>
                  <a:pt x="1059" y="240649"/>
                  <a:pt x="734" y="240167"/>
                </a:cubicBezTo>
                <a:cubicBezTo>
                  <a:pt x="407" y="239685"/>
                  <a:pt x="163" y="238963"/>
                  <a:pt x="0" y="237999"/>
                </a:cubicBezTo>
                <a:cubicBezTo>
                  <a:pt x="163" y="237839"/>
                  <a:pt x="1059" y="236795"/>
                  <a:pt x="2689" y="234868"/>
                </a:cubicBezTo>
                <a:cubicBezTo>
                  <a:pt x="27952" y="209012"/>
                  <a:pt x="40584" y="170872"/>
                  <a:pt x="40584" y="120445"/>
                </a:cubicBezTo>
                <a:cubicBezTo>
                  <a:pt x="40584" y="70018"/>
                  <a:pt x="27952" y="31878"/>
                  <a:pt x="2689" y="6022"/>
                </a:cubicBezTo>
                <a:cubicBezTo>
                  <a:pt x="1059" y="4095"/>
                  <a:pt x="163" y="3051"/>
                  <a:pt x="0" y="2891"/>
                </a:cubicBezTo>
                <a:cubicBezTo>
                  <a:pt x="0" y="1606"/>
                  <a:pt x="407" y="723"/>
                  <a:pt x="1222" y="2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155" name="pdf-text-20">
            <a:extLst xmlns:a="http://schemas.openxmlformats.org/drawingml/2006/main">
              <a:ext uri="{FF2B5EF4-FFF2-40B4-BE49-F238E27FC236}">
                <a16:creationId xmlns:a16="http://schemas.microsoft.com/office/drawing/2014/main" id="{1300BA72-37B9-4332-AB98-23A26C23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16" y="182524"/>
            <a:ext cx="252761" cy="20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(a)</a:t>
            </a:r>
          </a:p>
        </p:txBody>
      </p:sp>
      <p:sp>
        <p:nvSpPr>
          <p:cNvPr id="156" name="pdf-text-21">
            <a:extLst xmlns:a="http://schemas.openxmlformats.org/drawingml/2006/main">
              <a:ext uri="{FF2B5EF4-FFF2-40B4-BE49-F238E27FC236}">
                <a16:creationId xmlns:a16="http://schemas.microsoft.com/office/drawing/2014/main" id="{71C112BC-1FED-40F0-8C33-33105417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7711" y="182524"/>
            <a:ext cx="264137" cy="20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(b)</a:t>
            </a:r>
          </a:p>
        </p:txBody>
      </p:sp>
      <p:sp>
        <p:nvSpPr>
          <p:cNvPr id="157" name="pdf-text-22">
            <a:extLst xmlns:a="http://schemas.openxmlformats.org/drawingml/2006/main">
              <a:ext uri="{FF2B5EF4-FFF2-40B4-BE49-F238E27FC236}">
                <a16:creationId xmlns:a16="http://schemas.microsoft.com/office/drawing/2014/main" id="{CA79DF7D-A55B-45E3-9412-4DAB465D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275" y="182524"/>
            <a:ext cx="252760" cy="20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1941186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2026-10-09T20:00:23.4970000Z</dcterms:created>
  <dcterms:modified xsi:type="dcterms:W3CDTF">2026-10-09T20:00:23.4970000Z</dcterms:modified>
</coreProperties>
</file>