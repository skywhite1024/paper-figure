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853de038149e6" /><Relationship Type="http://schemas.openxmlformats.org/officeDocument/2006/relationships/extended-properties" Target="/docProps/app.xml" Id="Rbe34530e19c4410d" /><Relationship Type="http://schemas.openxmlformats.org/officeDocument/2006/relationships/officeDocument" Target="/ppt/presentation.xml" Id="R1eb1fc1c38f541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f93b5600564e26"/>
  </p:sldMasterIdLst>
  <p:notesMasterIdLst>
    <p:notesMasterId xmlns:r="http://schemas.openxmlformats.org/officeDocument/2006/relationships" r:id="Rba16281de1bd48ff"/>
  </p:notesMasterIdLst>
  <p:sldIdLst>
    <p:sldId xmlns:r="http://schemas.openxmlformats.org/officeDocument/2006/relationships" id="256" r:id="Rcf51597618e94d9a"/>
  </p:sldIdLst>
  <p:sldSz cx="14658975" cy="6172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826d922a3d4e61" /><Relationship Type="http://schemas.openxmlformats.org/officeDocument/2006/relationships/slideMaster" Target="/ppt/slideMasters/slideMaster1.xml" Id="R2ff93b5600564e26" /><Relationship Type="http://schemas.openxmlformats.org/officeDocument/2006/relationships/notesMaster" Target="/ppt/notesMasters/notesMaster1.xml" Id="Rba16281de1bd48ff" /><Relationship Type="http://schemas.openxmlformats.org/officeDocument/2006/relationships/presProps" Target="/ppt/presProps.xml" Id="R8d3959be25f1460a" /><Relationship Type="http://schemas.openxmlformats.org/officeDocument/2006/relationships/tableStyles" Target="/ppt/tableStyles.xml" Id="Rffb2ad4dcb8f4adc" /><Relationship Type="http://schemas.openxmlformats.org/officeDocument/2006/relationships/slide" Target="/ppt/slides/slide1.xml" Id="Rcf51597618e94d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ab165cfa7b41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9ae887e8cb4972" /><Relationship Type="http://schemas.openxmlformats.org/officeDocument/2006/relationships/notesMaster" Target="/ppt/notesMasters/notesMaster1.xml" Id="R599562798a53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"DemoGen: Synthetic Demonstration Generation for Data-Efficient Visuomotor Policy Learning",</a:t>
            </a:r>
          </a:p>
          <a:p xmlns:a="http://schemas.openxmlformats.org/drawingml/2006/main">
            <a:r>
              <a:t>  "paper_url": "https://arxiv.org/pdf/2502.16932v1",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"310448233ee36cd4d5637725228450194b6d6443e1518007dbc051115b557e83",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49,</a:t>
            </a:r>
          </a:p>
          <a:p xmlns:a="http://schemas.openxmlformats.org/drawingml/2006/main">
            <a:r>
              <a:t>    181,</a:t>
            </a:r>
          </a:p>
          <a:p xmlns:a="http://schemas.openxmlformats.org/drawingml/2006/main">
            <a:r>
              <a:t>    562,</a:t>
            </a:r>
          </a:p>
          <a:p xmlns:a="http://schemas.openxmlformats.org/drawingml/2006/main">
            <a:r>
              <a:t>    397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"21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5: [54.36238479614258, 216.16439819335938, 180.966796875, 325.66961669921875]; requires reviewed raster region",</a:t>
            </a:r>
          </a:p>
          <a:p xmlns:a="http://schemas.openxmlformats.org/drawingml/2006/main">
            <a:r>
              <a:t>    "unhandled image/shading at seq 6: [341.0804443359375, 201.2905731201172, 417.28326416015625, 273.08050537109375]; requires reviewed raster region",</a:t>
            </a:r>
          </a:p>
          <a:p xmlns:a="http://schemas.openxmlformats.org/drawingml/2006/main">
            <a:r>
              <a:t>    "unhandled image/shading at seq 7: [419.8420104980469, 201.0966796875, 485.7850036621094, 273.1496276855469]; requires reviewed raster region",</a:t>
            </a:r>
          </a:p>
          <a:p xmlns:a="http://schemas.openxmlformats.org/drawingml/2006/main">
            <a:r>
              <a:t>    "unhandled image/shading at seq 8: [341.1630859375, 312.98492431640625, 449.82965087890625, 383.1336364746094]; requires reviewed raster region",</a:t>
            </a:r>
          </a:p>
          <a:p xmlns:a="http://schemas.openxmlformats.org/drawingml/2006/main">
            <a:r>
              <a:t>    "unhandled image/shading at seq 9: [452.8039855957031, 312.9899597167969, 557.3878173828125, 383.14068603515625]; requires reviewed raster region",</a:t>
            </a:r>
          </a:p>
          <a:p xmlns:a="http://schemas.openxmlformats.org/drawingml/2006/main">
            <a:r>
              <a:t>    "unhandled image/shading at seq 11: [197.7828826904297, 216.1676483154297, 281.6719970703125, 279.6007385253906]; requires reviewed raster region",</a:t>
            </a:r>
          </a:p>
          <a:p xmlns:a="http://schemas.openxmlformats.org/drawingml/2006/main">
            <a:r>
              <a:t>    "unhandled image/shading at seq 13: [54.32200622558594, 330.8839111328125, 181.01434326171875, 382.8766174316406]; requires reviewed raster region",</a:t>
            </a:r>
          </a:p>
          <a:p xmlns:a="http://schemas.openxmlformats.org/drawingml/2006/main">
            <a:r>
              <a:t>    "unhandled image/shading at seq 14: [197.75506591796875, 331.16278076171875, 324.3875427246094, 382.9390563964844]; requires reviewed raster region",</a:t>
            </a:r>
          </a:p>
          <a:p xmlns:a="http://schemas.openxmlformats.org/drawingml/2006/main">
            <a:r>
              <a:t>    "unhandled image/shading at seq 15: [229.696044921875, 250.09803771972656, 313.58514404296875, 313.5311279296875]; requires reviewed raster region",</a:t>
            </a:r>
          </a:p>
          <a:p xmlns:a="http://schemas.openxmlformats.org/drawingml/2006/main">
            <a:r>
              <a:t>    "unhandled image/shading at seq 17: [233.27880859375, 253.95533752441406, 317.16790771484375, 317.388427734375]; requires reviewed raster region",</a:t>
            </a:r>
          </a:p>
          <a:p xmlns:a="http://schemas.openxmlformats.org/drawingml/2006/main">
            <a:r>
              <a:t>    "unhandled image/shading at seq 21: [236.86431884765625, 258.0924377441406, 320.75341796875, 321.5255126953125]; requires reviewed raster region",</a:t>
            </a:r>
          </a:p>
          <a:p xmlns:a="http://schemas.openxmlformats.org/drawingml/2006/main">
            <a:r>
              <a:t>    "unhandled image/shading at seq 24: [240.4558563232422, 262.2347717285156, 324.344970703125, 325.6678466796875]; requires reviewed raster region",</a:t>
            </a:r>
          </a:p>
          <a:p xmlns:a="http://schemas.openxmlformats.org/drawingml/2006/main">
            <a:r>
              <a:t>    "unhandled image/shading at seq 55: [488.72174072265625, 201.0841522216797, 557.3883056640625, 273.15313720703125];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"Raster warnings resolved by independently isolated source SVG image instances with original masks/clips and source paint order. Native source clipping and preview compared against original pixels. Rotated ordinary labels restored as native rotated text. Full-figure crop-crossing white backgrounds intentionally omitted. PDF dash lengths approximate nearest native PowerPoint preset."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c5485ef5d4e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04eaa3e654f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12601a4074e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8dceb906d4c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7523ce3fa4a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64bc1c94d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240344-C983-49F8-B7A4-A0C31C208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5898" y="2331720"/>
            <a:ext cx="1172718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5A8632-83C2-46E4-B144-DC7DD95189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8846" y="3394710"/>
            <a:ext cx="1026128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0C03FF-BD9D-497F-A539-782C53250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5898" y="2571750"/>
            <a:ext cx="1172718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5C4A-3438-4471-BB3B-7BAD85726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480060"/>
            <a:ext cx="1300984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4F2791-907B-425B-8D3F-1ACAD449E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714500"/>
            <a:ext cx="1300984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1A434D-78B4-4AB4-9756-E72C1F748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480060"/>
            <a:ext cx="1300984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94F2BD-AA36-475B-9F20-857AF1594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714500"/>
            <a:ext cx="6046827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E34AE9-A55C-4AEA-B70F-841D416A1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87580" y="1714500"/>
            <a:ext cx="6046827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FAD49E-520B-42B6-8954-95E60068D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480060"/>
            <a:ext cx="1300984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4B490E-905A-439E-BD57-BA4E9EF3B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714500"/>
            <a:ext cx="6046827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8e1713210408b" /><Relationship Type="http://schemas.openxmlformats.org/officeDocument/2006/relationships/slideLayout" Target="/ppt/slideLayouts/slideLayout1.xml" Id="R2496d09ea5154023" /><Relationship Type="http://schemas.openxmlformats.org/officeDocument/2006/relationships/slideLayout" Target="/ppt/slideLayouts/slideLayout2.xml" Id="Rd52bd22d9a074d65" /><Relationship Type="http://schemas.openxmlformats.org/officeDocument/2006/relationships/slideLayout" Target="/ppt/slideLayouts/slideLayout3.xml" Id="Re9ccb0d2ff7f4b36" /><Relationship Type="http://schemas.openxmlformats.org/officeDocument/2006/relationships/slideLayout" Target="/ppt/slideLayouts/slideLayout4.xml" Id="R498b03a5c0c14b32" /><Relationship Type="http://schemas.openxmlformats.org/officeDocument/2006/relationships/slideLayout" Target="/ppt/slideLayouts/slideLayout5.xml" Id="R8ed3df48dd5d48c7" /><Relationship Type="http://schemas.openxmlformats.org/officeDocument/2006/relationships/slideLayout" Target="/ppt/slideLayouts/slideLayout6.xml" Id="R34583a8b8c5f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6d09ea5154023"/>
    <p:sldLayoutId xmlns:r="http://schemas.openxmlformats.org/officeDocument/2006/relationships" id="2147483650" r:id="Rd52bd22d9a074d65"/>
    <p:sldLayoutId xmlns:r="http://schemas.openxmlformats.org/officeDocument/2006/relationships" id="2147483651" r:id="Re9ccb0d2ff7f4b36"/>
    <p:sldLayoutId xmlns:r="http://schemas.openxmlformats.org/officeDocument/2006/relationships" id="2147483652" r:id="R498b03a5c0c14b32"/>
    <p:sldLayoutId xmlns:r="http://schemas.openxmlformats.org/officeDocument/2006/relationships" id="2147483653" r:id="R8ed3df48dd5d48c7"/>
    <p:sldLayoutId xmlns:r="http://schemas.openxmlformats.org/officeDocument/2006/relationships" id="2147483654" r:id="R34583a8b8c5f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bed67e4a84088" /><Relationship Type="http://schemas.openxmlformats.org/officeDocument/2006/relationships/image" Target="/ppt/media/image.png" Id="R5a96518ac41148a3" /><Relationship Type="http://schemas.openxmlformats.org/officeDocument/2006/relationships/image" Target="/ppt/media/image2.png" Id="R8cbc5dbc8c324616" /><Relationship Type="http://schemas.openxmlformats.org/officeDocument/2006/relationships/image" Target="/ppt/media/image3.png" Id="Ra3788dc873f640c2" /><Relationship Type="http://schemas.openxmlformats.org/officeDocument/2006/relationships/image" Target="/ppt/media/image4.png" Id="Rbd498812f914489b" /><Relationship Type="http://schemas.openxmlformats.org/officeDocument/2006/relationships/image" Target="/ppt/media/image5.png" Id="R511e13272c6c4e73" /><Relationship Type="http://schemas.openxmlformats.org/officeDocument/2006/relationships/image" Target="/ppt/media/image6.png" Id="R18990f31b0334b2b" /><Relationship Type="http://schemas.openxmlformats.org/officeDocument/2006/relationships/image" Target="/ppt/media/image7.png" Id="R8afb92e9cba448a5" /><Relationship Type="http://schemas.openxmlformats.org/officeDocument/2006/relationships/image" Target="/ppt/media/image8.png" Id="Rfba213481a6d4d7d" /><Relationship Type="http://schemas.openxmlformats.org/officeDocument/2006/relationships/image" Target="/ppt/media/image9.png" Id="R5b84e24ee6aa4f65" /><Relationship Type="http://schemas.openxmlformats.org/officeDocument/2006/relationships/image" Target="/ppt/media/image10.png" Id="R58fb62758c434d59" /><Relationship Type="http://schemas.openxmlformats.org/officeDocument/2006/relationships/image" Target="/ppt/media/image11.png" Id="R4c8d7ce07d94449b" /><Relationship Type="http://schemas.openxmlformats.org/officeDocument/2006/relationships/image" Target="/ppt/media/image12.png" Id="R0c3d56a448454cc3" /><Relationship Type="http://schemas.openxmlformats.org/officeDocument/2006/relationships/image" Target="/ppt/media/image13.png" Id="Rba55d629ca1d4c56" /><Relationship Type="http://schemas.openxmlformats.org/officeDocument/2006/relationships/notesSlide" Target="/ppt/notesSlides/notesSlide1.xml" Id="R554521edaca741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df-path-2">
            <a:extLst xmlns:a="http://schemas.openxmlformats.org/drawingml/2006/main">
              <a:ext uri="{FF2B5EF4-FFF2-40B4-BE49-F238E27FC236}">
                <a16:creationId xmlns:a16="http://schemas.microsoft.com/office/drawing/2014/main" id="{0D39BF98-52DA-4ED9-BADB-ACCF0A8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2935" y="244555"/>
            <a:ext cx="6427504" cy="2766750"/>
          </a:xfrm>
          <a:custGeom xmlns:a="http://schemas.openxmlformats.org/drawingml/2006/main">
            <a:pathLst>
              <a:path w="6427504" h="2766750">
                <a:moveTo>
                  <a:pt x="100932" y="0"/>
                </a:moveTo>
                <a:cubicBezTo>
                  <a:pt x="45187" y="0"/>
                  <a:pt x="0" y="45187"/>
                  <a:pt x="0" y="100932"/>
                </a:cubicBezTo>
                <a:lnTo>
                  <a:pt x="0" y="2665818"/>
                </a:lnTo>
                <a:cubicBezTo>
                  <a:pt x="0" y="2721556"/>
                  <a:pt x="45187" y="2766750"/>
                  <a:pt x="100932" y="2766750"/>
                </a:cubicBezTo>
                <a:lnTo>
                  <a:pt x="6326573" y="2766750"/>
                </a:lnTo>
                <a:cubicBezTo>
                  <a:pt x="6382310" y="2766750"/>
                  <a:pt x="6427504" y="2721556"/>
                  <a:pt x="6427504" y="2665818"/>
                </a:cubicBezTo>
                <a:lnTo>
                  <a:pt x="6427504" y="100932"/>
                </a:lnTo>
                <a:cubicBezTo>
                  <a:pt x="6427504" y="45187"/>
                  <a:pt x="6382310" y="0"/>
                  <a:pt x="6326573" y="0"/>
                </a:cubicBezTo>
                <a:lnTo>
                  <a:pt x="1009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0A760A36-5063-4E9B-AF11-8EC4C285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63" y="263366"/>
            <a:ext cx="7966227" cy="5888096"/>
          </a:xfrm>
          <a:custGeom xmlns:a="http://schemas.openxmlformats.org/drawingml/2006/main">
            <a:pathLst>
              <a:path w="7966227" h="5888096">
                <a:moveTo>
                  <a:pt x="100931" y="0"/>
                </a:moveTo>
                <a:cubicBezTo>
                  <a:pt x="45187" y="0"/>
                  <a:pt x="0" y="45187"/>
                  <a:pt x="0" y="100932"/>
                </a:cubicBezTo>
                <a:lnTo>
                  <a:pt x="0" y="5787164"/>
                </a:lnTo>
                <a:cubicBezTo>
                  <a:pt x="0" y="5842901"/>
                  <a:pt x="45187" y="5888096"/>
                  <a:pt x="100931" y="5888096"/>
                </a:cubicBezTo>
                <a:lnTo>
                  <a:pt x="7865302" y="5888096"/>
                </a:lnTo>
                <a:cubicBezTo>
                  <a:pt x="7921062" y="5888096"/>
                  <a:pt x="7966227" y="5842901"/>
                  <a:pt x="7966227" y="5787164"/>
                </a:cubicBezTo>
                <a:lnTo>
                  <a:pt x="7966227" y="100932"/>
                </a:lnTo>
                <a:cubicBezTo>
                  <a:pt x="7966227" y="45187"/>
                  <a:pt x="7921062" y="0"/>
                  <a:pt x="7865302" y="0"/>
                </a:cubicBezTo>
                <a:lnTo>
                  <a:pt x="100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BDBFFAD4-FC1B-48E2-9A4A-1C0DA81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7373" y="3444228"/>
            <a:ext cx="6423067" cy="2707234"/>
          </a:xfrm>
          <a:custGeom xmlns:a="http://schemas.openxmlformats.org/drawingml/2006/main">
            <a:pathLst>
              <a:path w="6423067" h="2707234">
                <a:moveTo>
                  <a:pt x="100932" y="0"/>
                </a:moveTo>
                <a:cubicBezTo>
                  <a:pt x="45187" y="0"/>
                  <a:pt x="0" y="45186"/>
                  <a:pt x="0" y="100932"/>
                </a:cubicBezTo>
                <a:lnTo>
                  <a:pt x="0" y="2606302"/>
                </a:lnTo>
                <a:cubicBezTo>
                  <a:pt x="0" y="2662047"/>
                  <a:pt x="45187" y="2707234"/>
                  <a:pt x="100932" y="2707234"/>
                </a:cubicBezTo>
                <a:lnTo>
                  <a:pt x="6322135" y="2707234"/>
                </a:lnTo>
                <a:cubicBezTo>
                  <a:pt x="6377879" y="2707234"/>
                  <a:pt x="6423067" y="2662047"/>
                  <a:pt x="6423067" y="2606302"/>
                </a:cubicBezTo>
                <a:lnTo>
                  <a:pt x="6423067" y="100932"/>
                </a:lnTo>
                <a:cubicBezTo>
                  <a:pt x="6423067" y="45186"/>
                  <a:pt x="6377879" y="0"/>
                  <a:pt x="6322135" y="0"/>
                </a:cubicBezTo>
                <a:lnTo>
                  <a:pt x="1009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2541B-69FC-4B87-940A-2411C3823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6518ac41148a3"/>
          <a:srcRect xmlns:a="http://schemas.openxmlformats.org/drawingml/2006/main" l="0" t="49" r="0" b="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230" y="1004823"/>
            <a:ext cx="3617721" cy="3129112"/>
          </a:xfrm>
          <a:prstGeom xmlns:a="http://schemas.openxmlformats.org/drawingml/2006/main" prst="rect">
            <a:avLst/>
          </a:prstGeom>
        </p:spPr>
      </p:pic>
      <p:sp>
        <p:nvSpPr>
          <p:cNvPr id="5" name="demogen-source-component-0">
            <a:extLst xmlns:a="http://schemas.openxmlformats.org/drawingml/2006/main">
              <a:ext uri="{FF2B5EF4-FFF2-40B4-BE49-F238E27FC236}">
                <a16:creationId xmlns:a16="http://schemas.microsoft.com/office/drawing/2014/main" id="{3367EB12-A454-4121-9338-9512898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30" y="1004823"/>
            <a:ext cx="3617721" cy="3129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6FD57-3B16-4F90-91A6-300B2A88A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c5dbc8c324616"/>
          <a:srcRect xmlns:a="http://schemas.openxmlformats.org/drawingml/2006/main" l="171" t="0" r="1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199" y="579803"/>
            <a:ext cx="2177496" cy="2051397"/>
          </a:xfrm>
          <a:prstGeom xmlns:a="http://schemas.openxmlformats.org/drawingml/2006/main" prst="rect">
            <a:avLst/>
          </a:prstGeom>
        </p:spPr>
      </p:pic>
      <p:sp>
        <p:nvSpPr>
          <p:cNvPr id="7" name="demogen-source-component-1">
            <a:extLst xmlns:a="http://schemas.openxmlformats.org/drawingml/2006/main">
              <a:ext uri="{FF2B5EF4-FFF2-40B4-BE49-F238E27FC236}">
                <a16:creationId xmlns:a16="http://schemas.microsoft.com/office/drawing/2014/main" id="{6F7CEE3B-8E3D-4BD5-B329-6D986DB2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6199" y="579803"/>
            <a:ext cx="2177496" cy="2051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893D-4CAF-4A22-8EB5-8A3D48784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88dc873f640c2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6810" y="574263"/>
            <a:ext cx="1884321" cy="2058913"/>
          </a:xfrm>
          <a:prstGeom xmlns:a="http://schemas.openxmlformats.org/drawingml/2006/main" prst="rect">
            <a:avLst/>
          </a:prstGeom>
        </p:spPr>
      </p:pic>
      <p:sp>
        <p:nvSpPr>
          <p:cNvPr id="9" name="demogen-source-component-2">
            <a:extLst xmlns:a="http://schemas.openxmlformats.org/drawingml/2006/main">
              <a:ext uri="{FF2B5EF4-FFF2-40B4-BE49-F238E27FC236}">
                <a16:creationId xmlns:a16="http://schemas.microsoft.com/office/drawing/2014/main" id="{B6001E1F-8249-4BE9-A325-FCE74AE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810" y="574263"/>
            <a:ext cx="1884321" cy="2058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16E25-410A-4AB9-B739-8542AAFCA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98812f914489b"/>
          <a:srcRect xmlns:a="http://schemas.openxmlformats.org/drawingml/2006/main" l="106" t="0" r="1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560" y="3771469"/>
            <a:ext cx="3105147" cy="2004499"/>
          </a:xfrm>
          <a:prstGeom xmlns:a="http://schemas.openxmlformats.org/drawingml/2006/main" prst="rect">
            <a:avLst/>
          </a:prstGeom>
        </p:spPr>
      </p:pic>
      <p:sp>
        <p:nvSpPr>
          <p:cNvPr id="11" name="demogen-source-component-3">
            <a:extLst xmlns:a="http://schemas.openxmlformats.org/drawingml/2006/main">
              <a:ext uri="{FF2B5EF4-FFF2-40B4-BE49-F238E27FC236}">
                <a16:creationId xmlns:a16="http://schemas.microsoft.com/office/drawing/2014/main" id="{976898AD-FC23-4BEA-80E8-C10250F2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8560" y="3771469"/>
            <a:ext cx="3105147" cy="2004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DDF37-1B02-4667-ABCD-6F0141A20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e13272c6c4e73"/>
          <a:srcRect xmlns:a="http://schemas.openxmlformats.org/drawingml/2006/main" l="147" t="0" r="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38699" y="3771613"/>
            <a:ext cx="2988483" cy="2004557"/>
          </a:xfrm>
          <a:prstGeom xmlns:a="http://schemas.openxmlformats.org/drawingml/2006/main" prst="rect">
            <a:avLst/>
          </a:prstGeom>
        </p:spPr>
      </p:pic>
      <p:sp>
        <p:nvSpPr>
          <p:cNvPr id="13" name="demogen-source-component-4">
            <a:extLst xmlns:a="http://schemas.openxmlformats.org/drawingml/2006/main">
              <a:ext uri="{FF2B5EF4-FFF2-40B4-BE49-F238E27FC236}">
                <a16:creationId xmlns:a16="http://schemas.microsoft.com/office/drawing/2014/main" id="{9B29470E-B1F2-4A59-8311-6E0AC69E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8699" y="3771613"/>
            <a:ext cx="2988483" cy="2004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df-path-10">
            <a:extLst xmlns:a="http://schemas.openxmlformats.org/drawingml/2006/main">
              <a:ext uri="{FF2B5EF4-FFF2-40B4-BE49-F238E27FC236}">
                <a16:creationId xmlns:a16="http://schemas.microsoft.com/office/drawing/2014/main" id="{17353EEF-D84A-42F1-B8A0-D5B44E09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1663" y="1025093"/>
            <a:ext cx="2356804" cy="1772280"/>
          </a:xfrm>
          <a:custGeom xmlns:a="http://schemas.openxmlformats.org/drawingml/2006/main">
            <a:pathLst>
              <a:path w="2356804" h="1772280">
                <a:moveTo>
                  <a:pt x="37578" y="0"/>
                </a:moveTo>
                <a:cubicBezTo>
                  <a:pt x="16857" y="0"/>
                  <a:pt x="0" y="16857"/>
                  <a:pt x="0" y="37578"/>
                </a:cubicBezTo>
                <a:lnTo>
                  <a:pt x="0" y="1734710"/>
                </a:lnTo>
                <a:cubicBezTo>
                  <a:pt x="0" y="1755425"/>
                  <a:pt x="16857" y="1772280"/>
                  <a:pt x="37578" y="1772280"/>
                </a:cubicBezTo>
                <a:lnTo>
                  <a:pt x="2319226" y="1772280"/>
                </a:lnTo>
                <a:cubicBezTo>
                  <a:pt x="2339948" y="1772280"/>
                  <a:pt x="2356804" y="1755425"/>
                  <a:pt x="2356804" y="1734710"/>
                </a:cubicBezTo>
                <a:lnTo>
                  <a:pt x="2356804" y="37578"/>
                </a:lnTo>
                <a:cubicBezTo>
                  <a:pt x="2356804" y="16857"/>
                  <a:pt x="2339948" y="0"/>
                  <a:pt x="2319226" y="0"/>
                </a:cubicBezTo>
                <a:lnTo>
                  <a:pt x="37578" y="0"/>
                </a:lnTo>
              </a:path>
            </a:pathLst>
          </a:custGeom>
          <a:solidFill xmlns:a="http://schemas.openxmlformats.org/drawingml/2006/main">
            <a:srgbClr val="9000FF"/>
          </a:solidFill>
          <a:ln xmlns:a="http://schemas.openxmlformats.org/drawingml/2006/main" w="25775">
            <a:solidFill>
              <a:srgbClr val="9FA0A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23D98-08C8-4C2B-B9B3-FD88F692E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90f31b0334b2b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1471" y="1004916"/>
            <a:ext cx="2397131" cy="1812601"/>
          </a:xfrm>
          <a:prstGeom xmlns:a="http://schemas.openxmlformats.org/drawingml/2006/main" prst="rect">
            <a:avLst/>
          </a:prstGeom>
        </p:spPr>
      </p:pic>
      <p:sp>
        <p:nvSpPr>
          <p:cNvPr id="16" name="demogen-source-component-5">
            <a:extLst xmlns:a="http://schemas.openxmlformats.org/drawingml/2006/main">
              <a:ext uri="{FF2B5EF4-FFF2-40B4-BE49-F238E27FC236}">
                <a16:creationId xmlns:a16="http://schemas.microsoft.com/office/drawing/2014/main" id="{DCF31E9C-4985-4266-B0B3-1A7F84F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1471" y="1004916"/>
            <a:ext cx="2397131" cy="1812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1E014-3408-440F-BA9C-180EC42734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b92e9cba448a5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076" y="4282933"/>
            <a:ext cx="3620234" cy="1485692"/>
          </a:xfrm>
          <a:prstGeom xmlns:a="http://schemas.openxmlformats.org/drawingml/2006/main" prst="rect">
            <a:avLst/>
          </a:prstGeom>
        </p:spPr>
      </p:pic>
      <p:sp>
        <p:nvSpPr>
          <p:cNvPr id="18" name="demogen-source-component-6">
            <a:extLst xmlns:a="http://schemas.openxmlformats.org/drawingml/2006/main">
              <a:ext uri="{FF2B5EF4-FFF2-40B4-BE49-F238E27FC236}">
                <a16:creationId xmlns:a16="http://schemas.microsoft.com/office/drawing/2014/main" id="{0F3C7781-FBF3-4862-B15C-CAD92E1F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076" y="4282933"/>
            <a:ext cx="3620234" cy="1485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0131B-0C17-44AD-BE3F-67C946E58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213481a6d4d7d"/>
          <a:srcRect xmlns:a="http://schemas.openxmlformats.org/drawingml/2006/main" l="119" t="0" r="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50676" y="4290901"/>
            <a:ext cx="3618523" cy="1479507"/>
          </a:xfrm>
          <a:prstGeom xmlns:a="http://schemas.openxmlformats.org/drawingml/2006/main" prst="rect">
            <a:avLst/>
          </a:prstGeom>
        </p:spPr>
      </p:pic>
      <p:sp>
        <p:nvSpPr>
          <p:cNvPr id="20" name="demogen-source-component-7">
            <a:extLst xmlns:a="http://schemas.openxmlformats.org/drawingml/2006/main">
              <a:ext uri="{FF2B5EF4-FFF2-40B4-BE49-F238E27FC236}">
                <a16:creationId xmlns:a16="http://schemas.microsoft.com/office/drawing/2014/main" id="{A90B88A2-629A-482A-BD09-94BE4F5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0676" y="4290901"/>
            <a:ext cx="3618523" cy="1479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746A1-470B-4885-8494-AF2AAAA32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4e24ee6aa4f65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3389" y="1974476"/>
            <a:ext cx="2397131" cy="1812601"/>
          </a:xfrm>
          <a:prstGeom xmlns:a="http://schemas.openxmlformats.org/drawingml/2006/main" prst="rect">
            <a:avLst/>
          </a:prstGeom>
        </p:spPr>
      </p:pic>
      <p:sp>
        <p:nvSpPr>
          <p:cNvPr id="22" name="demogen-source-component-8">
            <a:extLst xmlns:a="http://schemas.openxmlformats.org/drawingml/2006/main">
              <a:ext uri="{FF2B5EF4-FFF2-40B4-BE49-F238E27FC236}">
                <a16:creationId xmlns:a16="http://schemas.microsoft.com/office/drawing/2014/main" id="{90C16E5F-1AD0-4C9D-8559-22F606A6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389" y="1974476"/>
            <a:ext cx="2397131" cy="1812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5471E74B-C9D9-4362-88E4-42E23062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3460" y="1994532"/>
            <a:ext cx="2356805" cy="1772281"/>
          </a:xfrm>
          <a:custGeom xmlns:a="http://schemas.openxmlformats.org/drawingml/2006/main">
            <a:pathLst>
              <a:path w="2356805" h="1772281">
                <a:moveTo>
                  <a:pt x="37578" y="0"/>
                </a:moveTo>
                <a:cubicBezTo>
                  <a:pt x="16857" y="0"/>
                  <a:pt x="0" y="16857"/>
                  <a:pt x="0" y="37578"/>
                </a:cubicBezTo>
                <a:lnTo>
                  <a:pt x="0" y="1734710"/>
                </a:lnTo>
                <a:cubicBezTo>
                  <a:pt x="0" y="1755424"/>
                  <a:pt x="16857" y="1772281"/>
                  <a:pt x="37578" y="1772281"/>
                </a:cubicBezTo>
                <a:lnTo>
                  <a:pt x="2319226" y="1772281"/>
                </a:lnTo>
                <a:cubicBezTo>
                  <a:pt x="2339948" y="1772281"/>
                  <a:pt x="2356805" y="1755424"/>
                  <a:pt x="2356805" y="1734710"/>
                </a:cubicBezTo>
                <a:lnTo>
                  <a:pt x="2356805" y="37578"/>
                </a:lnTo>
                <a:cubicBezTo>
                  <a:pt x="2356805" y="16857"/>
                  <a:pt x="2339948" y="0"/>
                  <a:pt x="2319226" y="0"/>
                </a:cubicBezTo>
                <a:lnTo>
                  <a:pt x="37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9FA0A0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324E9-58DC-4A71-8071-825D110B3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b62758c434d59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65767" y="2084699"/>
            <a:ext cx="2397131" cy="1812601"/>
          </a:xfrm>
          <a:prstGeom xmlns:a="http://schemas.openxmlformats.org/drawingml/2006/main" prst="rect">
            <a:avLst/>
          </a:prstGeom>
        </p:spPr>
      </p:pic>
      <p:sp>
        <p:nvSpPr>
          <p:cNvPr id="25" name="demogen-source-component-9">
            <a:extLst xmlns:a="http://schemas.openxmlformats.org/drawingml/2006/main">
              <a:ext uri="{FF2B5EF4-FFF2-40B4-BE49-F238E27FC236}">
                <a16:creationId xmlns:a16="http://schemas.microsoft.com/office/drawing/2014/main" id="{0AA311F5-2441-4A4F-8F23-EF8B556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5767" y="2084699"/>
            <a:ext cx="2397131" cy="1812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df-path-18">
            <a:extLst xmlns:a="http://schemas.openxmlformats.org/drawingml/2006/main">
              <a:ext uri="{FF2B5EF4-FFF2-40B4-BE49-F238E27FC236}">
                <a16:creationId xmlns:a16="http://schemas.microsoft.com/office/drawing/2014/main" id="{7EEF3D86-BCAB-4A89-8BF8-DF1ACF2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5973" y="2104848"/>
            <a:ext cx="2356805" cy="1772280"/>
          </a:xfrm>
          <a:custGeom xmlns:a="http://schemas.openxmlformats.org/drawingml/2006/main">
            <a:pathLst>
              <a:path w="2356805" h="1772280">
                <a:moveTo>
                  <a:pt x="37578" y="0"/>
                </a:moveTo>
                <a:cubicBezTo>
                  <a:pt x="16857" y="0"/>
                  <a:pt x="0" y="16857"/>
                  <a:pt x="0" y="37578"/>
                </a:cubicBezTo>
                <a:lnTo>
                  <a:pt x="0" y="1734710"/>
                </a:lnTo>
                <a:cubicBezTo>
                  <a:pt x="0" y="1755425"/>
                  <a:pt x="16857" y="1772280"/>
                  <a:pt x="37578" y="1772280"/>
                </a:cubicBezTo>
                <a:lnTo>
                  <a:pt x="2319226" y="1772280"/>
                </a:lnTo>
                <a:cubicBezTo>
                  <a:pt x="2339948" y="1772280"/>
                  <a:pt x="2356805" y="1755425"/>
                  <a:pt x="2356805" y="1734710"/>
                </a:cubicBezTo>
                <a:lnTo>
                  <a:pt x="2356805" y="37578"/>
                </a:lnTo>
                <a:cubicBezTo>
                  <a:pt x="2356805" y="16857"/>
                  <a:pt x="2339948" y="0"/>
                  <a:pt x="2319226" y="0"/>
                </a:cubicBezTo>
                <a:lnTo>
                  <a:pt x="37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9FA0A0"/>
            </a:solidFill>
            <a:prstDash val="solid"/>
          </a:ln>
        </p:spPr>
      </p:sp>
      <p:sp>
        <p:nvSpPr>
          <p:cNvPr id="27" name="pdf-path-19">
            <a:extLst xmlns:a="http://schemas.openxmlformats.org/drawingml/2006/main">
              <a:ext uri="{FF2B5EF4-FFF2-40B4-BE49-F238E27FC236}">
                <a16:creationId xmlns:a16="http://schemas.microsoft.com/office/drawing/2014/main" id="{831FC84A-0023-4B5D-9704-2004419B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59" y="3271511"/>
            <a:ext cx="163433" cy="1152269"/>
          </a:xfrm>
          <a:custGeom xmlns:a="http://schemas.openxmlformats.org/drawingml/2006/main">
            <a:pathLst>
              <a:path w="163433" h="1152269">
                <a:moveTo>
                  <a:pt x="0" y="0"/>
                </a:moveTo>
                <a:lnTo>
                  <a:pt x="163433" y="1152269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FF00DD"/>
            </a:solidFill>
            <a:prstDash val="dot"/>
          </a:ln>
        </p:spPr>
      </p:sp>
      <p:sp>
        <p:nvSpPr>
          <p:cNvPr id="28" name="pdf-path-20">
            <a:extLst xmlns:a="http://schemas.openxmlformats.org/drawingml/2006/main">
              <a:ext uri="{FF2B5EF4-FFF2-40B4-BE49-F238E27FC236}">
                <a16:creationId xmlns:a16="http://schemas.microsoft.com/office/drawing/2014/main" id="{EFD7BB4D-D20F-48B6-B97A-E9908F8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294" y="3220297"/>
            <a:ext cx="174334" cy="1229086"/>
          </a:xfrm>
          <a:custGeom xmlns:a="http://schemas.openxmlformats.org/drawingml/2006/main">
            <a:pathLst>
              <a:path w="174334" h="1229086">
                <a:moveTo>
                  <a:pt x="0" y="0"/>
                </a:moveTo>
                <a:lnTo>
                  <a:pt x="0" y="0"/>
                </a:lnTo>
                <a:moveTo>
                  <a:pt x="174334" y="1229086"/>
                </a:moveTo>
                <a:lnTo>
                  <a:pt x="174334" y="1229086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FF00DD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729334-7E32-4C11-8686-F0E3704D8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d7ce07d94449b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8223" y="2202916"/>
            <a:ext cx="2397131" cy="1812600"/>
          </a:xfrm>
          <a:prstGeom xmlns:a="http://schemas.openxmlformats.org/drawingml/2006/main" prst="rect">
            <a:avLst/>
          </a:prstGeom>
        </p:spPr>
      </p:pic>
      <p:sp>
        <p:nvSpPr>
          <p:cNvPr id="30" name="demogen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C28FD0B4-B5EB-427F-8C7B-DDD383D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8223" y="2202916"/>
            <a:ext cx="2397131" cy="181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df-path-22">
            <a:extLst xmlns:a="http://schemas.openxmlformats.org/drawingml/2006/main">
              <a:ext uri="{FF2B5EF4-FFF2-40B4-BE49-F238E27FC236}">
                <a16:creationId xmlns:a16="http://schemas.microsoft.com/office/drawing/2014/main" id="{23CA02EC-9C88-4559-9649-C335EDB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486" y="2223022"/>
            <a:ext cx="2356804" cy="1772288"/>
          </a:xfrm>
          <a:custGeom xmlns:a="http://schemas.openxmlformats.org/drawingml/2006/main">
            <a:pathLst>
              <a:path w="2356804" h="1772288">
                <a:moveTo>
                  <a:pt x="37578" y="0"/>
                </a:moveTo>
                <a:cubicBezTo>
                  <a:pt x="16857" y="0"/>
                  <a:pt x="0" y="16857"/>
                  <a:pt x="0" y="37578"/>
                </a:cubicBezTo>
                <a:lnTo>
                  <a:pt x="0" y="1734710"/>
                </a:lnTo>
                <a:cubicBezTo>
                  <a:pt x="0" y="1755424"/>
                  <a:pt x="16857" y="1772288"/>
                  <a:pt x="37578" y="1772288"/>
                </a:cubicBezTo>
                <a:lnTo>
                  <a:pt x="2319226" y="1772288"/>
                </a:lnTo>
                <a:cubicBezTo>
                  <a:pt x="2339948" y="1772288"/>
                  <a:pt x="2356804" y="1755424"/>
                  <a:pt x="2356804" y="1734710"/>
                </a:cubicBezTo>
                <a:lnTo>
                  <a:pt x="2356804" y="37578"/>
                </a:lnTo>
                <a:cubicBezTo>
                  <a:pt x="2356804" y="16857"/>
                  <a:pt x="2339948" y="0"/>
                  <a:pt x="2319226" y="0"/>
                </a:cubicBezTo>
                <a:lnTo>
                  <a:pt x="37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9FA0A0"/>
            </a:solidFill>
            <a:prstDash val="solid"/>
          </a:ln>
        </p:spPr>
      </p:sp>
      <p:sp>
        <p:nvSpPr>
          <p:cNvPr id="32" name="pdf-path-23">
            <a:extLst xmlns:a="http://schemas.openxmlformats.org/drawingml/2006/main">
              <a:ext uri="{FF2B5EF4-FFF2-40B4-BE49-F238E27FC236}">
                <a16:creationId xmlns:a16="http://schemas.microsoft.com/office/drawing/2014/main" id="{D4429450-FE02-4C74-9F9A-32A530D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1000" y="2341540"/>
            <a:ext cx="2356804" cy="1772280"/>
          </a:xfrm>
          <a:custGeom xmlns:a="http://schemas.openxmlformats.org/drawingml/2006/main">
            <a:pathLst>
              <a:path w="2356804" h="1772280">
                <a:moveTo>
                  <a:pt x="37578" y="0"/>
                </a:moveTo>
                <a:cubicBezTo>
                  <a:pt x="16857" y="0"/>
                  <a:pt x="0" y="16857"/>
                  <a:pt x="0" y="37578"/>
                </a:cubicBezTo>
                <a:lnTo>
                  <a:pt x="0" y="1734710"/>
                </a:lnTo>
                <a:cubicBezTo>
                  <a:pt x="0" y="1755425"/>
                  <a:pt x="16857" y="1772280"/>
                  <a:pt x="37578" y="1772280"/>
                </a:cubicBezTo>
                <a:lnTo>
                  <a:pt x="2319226" y="1772280"/>
                </a:lnTo>
                <a:cubicBezTo>
                  <a:pt x="2339948" y="1772280"/>
                  <a:pt x="2356804" y="1755425"/>
                  <a:pt x="2356804" y="1734710"/>
                </a:cubicBezTo>
                <a:lnTo>
                  <a:pt x="2356804" y="37578"/>
                </a:lnTo>
                <a:cubicBezTo>
                  <a:pt x="2356804" y="16857"/>
                  <a:pt x="2339948" y="0"/>
                  <a:pt x="2319226" y="0"/>
                </a:cubicBezTo>
                <a:lnTo>
                  <a:pt x="37578" y="0"/>
                </a:lnTo>
              </a:path>
            </a:pathLst>
          </a:custGeom>
          <a:solidFill xmlns:a="http://schemas.openxmlformats.org/drawingml/2006/main">
            <a:srgbClr val="9000FF"/>
          </a:solidFill>
          <a:ln xmlns:a="http://schemas.openxmlformats.org/drawingml/2006/main" w="25775">
            <a:solidFill>
              <a:srgbClr val="9FA0A0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889E9-685A-4D4D-B00E-E6BDB4896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d56a448454cc3"/>
          <a:srcRect xmlns:a="http://schemas.openxmlformats.org/drawingml/2006/main" l="145" t="0" r="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0851" y="2321284"/>
            <a:ext cx="2397131" cy="1812600"/>
          </a:xfrm>
          <a:prstGeom xmlns:a="http://schemas.openxmlformats.org/drawingml/2006/main" prst="rect">
            <a:avLst/>
          </a:prstGeom>
        </p:spPr>
      </p:pic>
      <p:sp>
        <p:nvSpPr>
          <p:cNvPr id="34" name="demogen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D35E61A4-4DA5-4FC8-AB7F-1CE889E5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851" y="2321284"/>
            <a:ext cx="2397131" cy="181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df-path-26">
            <a:extLst xmlns:a="http://schemas.openxmlformats.org/drawingml/2006/main">
              <a:ext uri="{FF2B5EF4-FFF2-40B4-BE49-F238E27FC236}">
                <a16:creationId xmlns:a16="http://schemas.microsoft.com/office/drawing/2014/main" id="{45800EDC-1C3A-4E87-A6B1-85C8409C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082" y="3542497"/>
            <a:ext cx="417326" cy="1654915"/>
          </a:xfrm>
          <a:custGeom xmlns:a="http://schemas.openxmlformats.org/drawingml/2006/main">
            <a:pathLst>
              <a:path w="417326" h="1654915">
                <a:moveTo>
                  <a:pt x="417326" y="0"/>
                </a:moveTo>
                <a:lnTo>
                  <a:pt x="0" y="1654915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00FFFB"/>
            </a:solidFill>
            <a:prstDash val="dot"/>
          </a:ln>
        </p:spPr>
      </p:sp>
      <p:sp>
        <p:nvSpPr>
          <p:cNvPr id="3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FFE68CE8-6207-4389-85D9-3CF545AE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7847" y="3493093"/>
            <a:ext cx="436015" cy="1729019"/>
          </a:xfrm>
          <a:custGeom xmlns:a="http://schemas.openxmlformats.org/drawingml/2006/main">
            <a:pathLst>
              <a:path w="436015" h="1729019">
                <a:moveTo>
                  <a:pt x="436015" y="0"/>
                </a:moveTo>
                <a:lnTo>
                  <a:pt x="436015" y="0"/>
                </a:lnTo>
                <a:moveTo>
                  <a:pt x="0" y="1729019"/>
                </a:moveTo>
                <a:lnTo>
                  <a:pt x="0" y="1729019"/>
                </a:lnTo>
              </a:path>
            </a:pathLst>
          </a:custGeom>
          <a:noFill xmlns:a="http://schemas.openxmlformats.org/drawingml/2006/main"/>
          <a:ln xmlns:a="http://schemas.openxmlformats.org/drawingml/2006/main" w="25775">
            <a:solidFill>
              <a:srgbClr val="00FFFB"/>
            </a:solidFill>
            <a:prstDash val="solid"/>
          </a:ln>
        </p:spPr>
      </p:sp>
      <p:sp>
        <p:nvSpPr>
          <p:cNvPr id="37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E96D0152-152F-4F53-9B79-29096365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3713" y="5842660"/>
            <a:ext cx="2618801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Disturbance Resistance</a:t>
            </a:r>
          </a:p>
        </p:txBody>
      </p:sp>
      <p:sp>
        <p:nvSpPr>
          <p:cNvPr id="38" name="pdf-text-24-1">
            <a:extLst xmlns:a="http://schemas.openxmlformats.org/drawingml/2006/main">
              <a:ext uri="{FF2B5EF4-FFF2-40B4-BE49-F238E27FC236}">
                <a16:creationId xmlns:a16="http://schemas.microsoft.com/office/drawing/2014/main" id="{FE54725C-71AD-40A4-95EC-7FBCD806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0873" y="5839933"/>
            <a:ext cx="2260216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Obstacle Avoidance</a:t>
            </a:r>
          </a:p>
        </p:txBody>
      </p:sp>
      <p:sp>
        <p:nvSpPr>
          <p:cNvPr id="39" name="pdf-text-24-2">
            <a:extLst xmlns:a="http://schemas.openxmlformats.org/drawingml/2006/main">
              <a:ext uri="{FF2B5EF4-FFF2-40B4-BE49-F238E27FC236}">
                <a16:creationId xmlns:a16="http://schemas.microsoft.com/office/drawing/2014/main" id="{09A6B6E0-0908-4530-A6FC-F92522F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303" y="2706286"/>
            <a:ext cx="1950033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Dexterous Hands</a:t>
            </a:r>
          </a:p>
        </p:txBody>
      </p:sp>
      <p:sp>
        <p:nvSpPr>
          <p:cNvPr id="40" name="pdf-text-24-3">
            <a:extLst xmlns:a="http://schemas.openxmlformats.org/drawingml/2006/main">
              <a:ext uri="{FF2B5EF4-FFF2-40B4-BE49-F238E27FC236}">
                <a16:creationId xmlns:a16="http://schemas.microsoft.com/office/drawing/2014/main" id="{38114227-9FE1-4838-9B17-C7CFEF3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5312" y="2703781"/>
            <a:ext cx="1349326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>
        <p:nvSpPr>
          <p:cNvPr id="41" name="pdf-text-24-4">
            <a:extLst xmlns:a="http://schemas.openxmlformats.org/drawingml/2006/main">
              <a:ext uri="{FF2B5EF4-FFF2-40B4-BE49-F238E27FC236}">
                <a16:creationId xmlns:a16="http://schemas.microsoft.com/office/drawing/2014/main" id="{4B617D63-B99D-4E10-9CBE-F7B0DDD5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619" y="2710264"/>
            <a:ext cx="1031444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Bimanual</a:t>
            </a:r>
          </a:p>
        </p:txBody>
      </p:sp>
      <p:sp>
        <p:nvSpPr>
          <p:cNvPr id="42" name="pdf-text-24-5">
            <a:extLst xmlns:a="http://schemas.openxmlformats.org/drawingml/2006/main">
              <a:ext uri="{FF2B5EF4-FFF2-40B4-BE49-F238E27FC236}">
                <a16:creationId xmlns:a16="http://schemas.microsoft.com/office/drawing/2014/main" id="{A7CCC071-F28B-4545-9F8E-E4D6A2E9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4" y="5838776"/>
            <a:ext cx="2255595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Poor Generalization</a:t>
            </a:r>
          </a:p>
        </p:txBody>
      </p:sp>
      <p:sp>
        <p:nvSpPr>
          <p:cNvPr id="43" name="pdf-text-24-6">
            <a:extLst xmlns:a="http://schemas.openxmlformats.org/drawingml/2006/main">
              <a:ext uri="{FF2B5EF4-FFF2-40B4-BE49-F238E27FC236}">
                <a16:creationId xmlns:a16="http://schemas.microsoft.com/office/drawing/2014/main" id="{AD934CD5-E821-4FD1-B9C9-734171F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740" y="5838810"/>
            <a:ext cx="2480283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Generalization</a:t>
            </a:r>
          </a:p>
        </p:txBody>
      </p:sp>
      <p:sp>
        <p:nvSpPr>
          <p:cNvPr id="44" name="pdf-text-24-7">
            <a:extLst xmlns:a="http://schemas.openxmlformats.org/drawingml/2006/main">
              <a:ext uri="{FF2B5EF4-FFF2-40B4-BE49-F238E27FC236}">
                <a16:creationId xmlns:a16="http://schemas.microsoft.com/office/drawing/2014/main" id="{E7668C55-994E-4FD9-BFE3-BC54503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73" y="640040"/>
            <a:ext cx="3259462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0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Human-Collected Demo</a:t>
            </a:r>
          </a:p>
        </p:txBody>
      </p:sp>
      <p:sp>
        <p:nvSpPr>
          <p:cNvPr id="45" name="pdf-path-29">
            <a:extLst xmlns:a="http://schemas.openxmlformats.org/drawingml/2006/main">
              <a:ext uri="{FF2B5EF4-FFF2-40B4-BE49-F238E27FC236}">
                <a16:creationId xmlns:a16="http://schemas.microsoft.com/office/drawing/2014/main" id="{EDFC2CCB-1C87-4604-94A3-970BA446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4604" y="1157462"/>
            <a:ext cx="699441" cy="738043"/>
          </a:xfrm>
          <a:custGeom xmlns:a="http://schemas.openxmlformats.org/drawingml/2006/main">
            <a:pathLst>
              <a:path w="699441" h="738043">
                <a:moveTo>
                  <a:pt x="0" y="0"/>
                </a:moveTo>
                <a:lnTo>
                  <a:pt x="699441" y="738043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dot"/>
          </a:ln>
        </p:spPr>
      </p:sp>
      <p:sp>
        <p:nvSpPr>
          <p:cNvPr id="46" name="pdf-path-30">
            <a:extLst xmlns:a="http://schemas.openxmlformats.org/drawingml/2006/main">
              <a:ext uri="{FF2B5EF4-FFF2-40B4-BE49-F238E27FC236}">
                <a16:creationId xmlns:a16="http://schemas.microsoft.com/office/drawing/2014/main" id="{9F5DD561-F251-41F9-858A-961B2668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979" y="1079772"/>
            <a:ext cx="809878" cy="854579"/>
          </a:xfrm>
          <a:custGeom xmlns:a="http://schemas.openxmlformats.org/drawingml/2006/main">
            <a:pathLst>
              <a:path w="809878" h="854579">
                <a:moveTo>
                  <a:pt x="0" y="0"/>
                </a:moveTo>
                <a:lnTo>
                  <a:pt x="0" y="0"/>
                </a:lnTo>
                <a:moveTo>
                  <a:pt x="809878" y="854579"/>
                </a:moveTo>
                <a:lnTo>
                  <a:pt x="809878" y="854579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solid"/>
          </a:ln>
        </p:spPr>
      </p:sp>
      <p:sp>
        <p:nvSpPr>
          <p:cNvPr id="47" name="pdf-path-31">
            <a:extLst xmlns:a="http://schemas.openxmlformats.org/drawingml/2006/main">
              <a:ext uri="{FF2B5EF4-FFF2-40B4-BE49-F238E27FC236}">
                <a16:creationId xmlns:a16="http://schemas.microsoft.com/office/drawing/2014/main" id="{66BAB497-AEE1-4463-BE91-7420D412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7371" y="1181627"/>
            <a:ext cx="672435" cy="715081"/>
          </a:xfrm>
          <a:custGeom xmlns:a="http://schemas.openxmlformats.org/drawingml/2006/main">
            <a:pathLst>
              <a:path w="672435" h="715081">
                <a:moveTo>
                  <a:pt x="0" y="0"/>
                </a:moveTo>
                <a:lnTo>
                  <a:pt x="672435" y="715081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dot"/>
          </a:ln>
        </p:spPr>
      </p:sp>
      <p:sp>
        <p:nvSpPr>
          <p:cNvPr id="48" name="pdf-path-32">
            <a:extLst xmlns:a="http://schemas.openxmlformats.org/drawingml/2006/main">
              <a:ext uri="{FF2B5EF4-FFF2-40B4-BE49-F238E27FC236}">
                <a16:creationId xmlns:a16="http://schemas.microsoft.com/office/drawing/2014/main" id="{5A4A6CFB-59DF-425C-A3C2-5706050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87" y="1106356"/>
            <a:ext cx="778606" cy="827994"/>
          </a:xfrm>
          <a:custGeom xmlns:a="http://schemas.openxmlformats.org/drawingml/2006/main">
            <a:pathLst>
              <a:path w="778606" h="827994">
                <a:moveTo>
                  <a:pt x="0" y="0"/>
                </a:moveTo>
                <a:lnTo>
                  <a:pt x="0" y="0"/>
                </a:lnTo>
                <a:moveTo>
                  <a:pt x="778606" y="827994"/>
                </a:moveTo>
                <a:lnTo>
                  <a:pt x="778606" y="827994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solid"/>
          </a:ln>
        </p:spPr>
      </p:sp>
      <p:sp>
        <p:nvSpPr>
          <p:cNvPr id="49" name="pdf-path-33">
            <a:extLst xmlns:a="http://schemas.openxmlformats.org/drawingml/2006/main">
              <a:ext uri="{FF2B5EF4-FFF2-40B4-BE49-F238E27FC236}">
                <a16:creationId xmlns:a16="http://schemas.microsoft.com/office/drawing/2014/main" id="{9C7241D1-F3AF-488E-A31F-7193A7E1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3437" y="2933708"/>
            <a:ext cx="688368" cy="738043"/>
          </a:xfrm>
          <a:custGeom xmlns:a="http://schemas.openxmlformats.org/drawingml/2006/main">
            <a:pathLst>
              <a:path w="688368" h="738043">
                <a:moveTo>
                  <a:pt x="0" y="0"/>
                </a:moveTo>
                <a:lnTo>
                  <a:pt x="688368" y="738043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dot"/>
          </a:ln>
        </p:spPr>
      </p:sp>
      <p:sp>
        <p:nvSpPr>
          <p:cNvPr id="50" name="pdf-path-34">
            <a:extLst xmlns:a="http://schemas.openxmlformats.org/drawingml/2006/main">
              <a:ext uri="{FF2B5EF4-FFF2-40B4-BE49-F238E27FC236}">
                <a16:creationId xmlns:a16="http://schemas.microsoft.com/office/drawing/2014/main" id="{15557D20-1C8A-438C-9646-EE742DBF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979" y="2856018"/>
            <a:ext cx="797051" cy="854578"/>
          </a:xfrm>
          <a:custGeom xmlns:a="http://schemas.openxmlformats.org/drawingml/2006/main">
            <a:pathLst>
              <a:path w="797051" h="854578">
                <a:moveTo>
                  <a:pt x="0" y="0"/>
                </a:moveTo>
                <a:lnTo>
                  <a:pt x="0" y="0"/>
                </a:lnTo>
                <a:moveTo>
                  <a:pt x="797051" y="854578"/>
                </a:moveTo>
                <a:lnTo>
                  <a:pt x="797051" y="854578"/>
                </a:lnTo>
              </a:path>
            </a:pathLst>
          </a:custGeom>
          <a:noFill xmlns:a="http://schemas.openxmlformats.org/drawingml/2006/main"/>
          <a:ln xmlns:a="http://schemas.openxmlformats.org/drawingml/2006/main" w="34372">
            <a:solidFill>
              <a:srgbClr val="9FA0A0"/>
            </a:solidFill>
            <a:prstDash val="solid"/>
          </a:ln>
        </p:spPr>
      </p:sp>
      <p:sp>
        <p:nvSpPr>
          <p:cNvPr id="51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1F19A8AE-BF3C-44FE-8AF9-BB9FDC0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405" y="624900"/>
            <a:ext cx="1219089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9" b="1" i="1">
                <a:solidFill>
                  <a:srgbClr val="9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99" b="1" i="1">
                <a:solidFill>
                  <a:srgbClr val="9000FF"/>
                </a:solidFill>
                <a:latin typeface="Arial"/>
                <a:ea typeface="Arial"/>
                <a:cs typeface="Arial"/>
              </a:defRPr>
            </a:pPr>
            <a:r>
              <a:rPr sz="1899" b="1" i="1">
                <a:solidFill>
                  <a:srgbClr val="9000FF"/>
                </a:solidFill>
                <a:latin typeface="Arial"/>
                <a:ea typeface="Arial"/>
                <a:cs typeface="Arial"/>
              </a:rPr>
              <a:t>DemoGen:</a:t>
            </a:r>
          </a:p>
        </p:txBody>
      </p:sp>
      <p:sp>
        <p:nvSpPr>
          <p:cNvPr id="52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9459A400-BD7E-41F1-9188-71003744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162" y="640937"/>
            <a:ext cx="2542023" cy="242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8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100x Synthetic Demos</a:t>
            </a:r>
          </a:p>
        </p:txBody>
      </p:sp>
      <p:sp>
        <p:nvSpPr>
          <p:cNvPr id="5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F2E63612-D784-4546-A925-337EB7F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639" y="17197"/>
            <a:ext cx="4798614" cy="471259"/>
          </a:xfrm>
          <a:custGeom xmlns:a="http://schemas.openxmlformats.org/drawingml/2006/main">
            <a:pathLst>
              <a:path w="4798614" h="471259">
                <a:moveTo>
                  <a:pt x="0" y="471259"/>
                </a:moveTo>
                <a:lnTo>
                  <a:pt x="4798614" y="471259"/>
                </a:lnTo>
                <a:lnTo>
                  <a:pt x="479861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E9F1"/>
          </a:solidFill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sp>
        <p:nvSpPr>
          <p:cNvPr id="5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E9062A77-A45F-4466-AC7D-FCC1D0A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1042" y="101692"/>
            <a:ext cx="3005655" cy="3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67" b="1" i="0">
                <a:solidFill>
                  <a:srgbClr val="2558A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67" b="1" i="0">
                <a:solidFill>
                  <a:srgbClr val="2558A4"/>
                </a:solidFill>
                <a:latin typeface="Arial"/>
                <a:ea typeface="Arial"/>
                <a:cs typeface="Arial"/>
              </a:defRPr>
            </a:pPr>
            <a:r>
              <a:rPr sz="2367" b="1" i="0">
                <a:solidFill>
                  <a:srgbClr val="2558A4"/>
                </a:solidFill>
                <a:latin typeface="Arial"/>
                <a:ea typeface="Arial"/>
                <a:cs typeface="Arial"/>
              </a:rPr>
              <a:t>"One-Shot" Imitation</a:t>
            </a:r>
          </a:p>
        </p:txBody>
      </p:sp>
      <p:sp>
        <p:nvSpPr>
          <p:cNvPr id="55" name="pdf-path-41">
            <a:extLst xmlns:a="http://schemas.openxmlformats.org/drawingml/2006/main">
              <a:ext uri="{FF2B5EF4-FFF2-40B4-BE49-F238E27FC236}">
                <a16:creationId xmlns:a16="http://schemas.microsoft.com/office/drawing/2014/main" id="{B502F963-416C-4777-97BD-C6BEDE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6062" y="3201473"/>
            <a:ext cx="4792009" cy="471259"/>
          </a:xfrm>
          <a:custGeom xmlns:a="http://schemas.openxmlformats.org/drawingml/2006/main">
            <a:pathLst>
              <a:path w="4792009" h="471259">
                <a:moveTo>
                  <a:pt x="0" y="471259"/>
                </a:moveTo>
                <a:lnTo>
                  <a:pt x="4792009" y="471259"/>
                </a:lnTo>
                <a:lnTo>
                  <a:pt x="47920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E6C5"/>
          </a:solidFill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sp>
        <p:nvSpPr>
          <p:cNvPr id="56" name="pdf-path-43">
            <a:extLst xmlns:a="http://schemas.openxmlformats.org/drawingml/2006/main">
              <a:ext uri="{FF2B5EF4-FFF2-40B4-BE49-F238E27FC236}">
                <a16:creationId xmlns:a16="http://schemas.microsoft.com/office/drawing/2014/main" id="{7E2241DB-5D8F-4578-96FB-24FC1049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2770" y="17197"/>
            <a:ext cx="4798615" cy="471259"/>
          </a:xfrm>
          <a:custGeom xmlns:a="http://schemas.openxmlformats.org/drawingml/2006/main">
            <a:pathLst>
              <a:path w="4798615" h="471259">
                <a:moveTo>
                  <a:pt x="0" y="471259"/>
                </a:moveTo>
                <a:lnTo>
                  <a:pt x="4798615" y="471259"/>
                </a:lnTo>
                <a:lnTo>
                  <a:pt x="479861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E6C1"/>
          </a:solidFill>
          <a:ln xmlns:a="http://schemas.openxmlformats.org/drawingml/2006/main" w="14244">
            <a:solidFill>
              <a:srgbClr val="B5B6B6"/>
            </a:solidFill>
            <a:prstDash val="solid"/>
          </a:ln>
        </p:spPr>
      </p:sp>
      <p:sp>
        <p:nvSpPr>
          <p:cNvPr id="57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5BD7C334-5CDE-4277-93B3-67D79A66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3598" y="104329"/>
            <a:ext cx="3824801" cy="3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26" b="1" i="0">
                <a:solidFill>
                  <a:srgbClr val="EB56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6" b="1" i="0">
                <a:solidFill>
                  <a:srgbClr val="EB563F"/>
                </a:solidFill>
                <a:latin typeface="Arial"/>
                <a:ea typeface="Arial"/>
                <a:cs typeface="Arial"/>
              </a:defRPr>
            </a:pPr>
            <a:r>
              <a:rPr sz="2326" b="1" i="0">
                <a:solidFill>
                  <a:srgbClr val="EB563F"/>
                </a:solidFill>
                <a:latin typeface="Arial"/>
                <a:ea typeface="Arial"/>
                <a:cs typeface="Arial"/>
              </a:rPr>
              <a:t>Versatile Skills &amp; Platforms</a:t>
            </a:r>
          </a:p>
        </p:txBody>
      </p:sp>
      <p:sp>
        <p:nvSpPr>
          <p:cNvPr id="58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47F9D27B-6415-49D5-AA34-B22C3CC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504" y="3285918"/>
            <a:ext cx="4203048" cy="300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67" b="1" i="0">
                <a:solidFill>
                  <a:srgbClr val="00690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67" b="1" i="0">
                <a:solidFill>
                  <a:srgbClr val="00690C"/>
                </a:solidFill>
                <a:latin typeface="Arial"/>
                <a:ea typeface="Arial"/>
                <a:cs typeface="Arial"/>
              </a:defRPr>
            </a:pPr>
            <a:r>
              <a:rPr sz="2367" b="1" i="0">
                <a:solidFill>
                  <a:srgbClr val="00690C"/>
                </a:solidFill>
                <a:latin typeface="Arial"/>
                <a:ea typeface="Arial"/>
                <a:cs typeface="Arial"/>
              </a:rPr>
              <a:t>Extended O.O.D. Capabilities</a:t>
            </a:r>
          </a:p>
        </p:txBody>
      </p:sp>
      <p:sp>
        <p:nvSpPr>
          <p:cNvPr id="59" name="pdf-path-47">
            <a:extLst xmlns:a="http://schemas.openxmlformats.org/drawingml/2006/main">
              <a:ext uri="{FF2B5EF4-FFF2-40B4-BE49-F238E27FC236}">
                <a16:creationId xmlns:a16="http://schemas.microsoft.com/office/drawing/2014/main" id="{4CF7CF1B-0DC6-4820-B1C5-0924F33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745" y="2244102"/>
            <a:ext cx="237659" cy="227645"/>
          </a:xfrm>
          <a:custGeom xmlns:a="http://schemas.openxmlformats.org/drawingml/2006/main">
            <a:pathLst>
              <a:path w="237659" h="227645">
                <a:moveTo>
                  <a:pt x="0" y="0"/>
                </a:moveTo>
                <a:lnTo>
                  <a:pt x="0" y="58035"/>
                </a:lnTo>
                <a:lnTo>
                  <a:pt x="177069" y="227645"/>
                </a:lnTo>
                <a:lnTo>
                  <a:pt x="237659" y="2276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0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48">
            <a:extLst xmlns:a="http://schemas.openxmlformats.org/drawingml/2006/main">
              <a:ext uri="{FF2B5EF4-FFF2-40B4-BE49-F238E27FC236}">
                <a16:creationId xmlns:a16="http://schemas.microsoft.com/office/drawing/2014/main" id="{7FCC96D9-CA05-4E44-82CB-F408128A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753" y="2471747"/>
            <a:ext cx="241295" cy="234609"/>
          </a:xfrm>
          <a:custGeom xmlns:a="http://schemas.openxmlformats.org/drawingml/2006/main">
            <a:pathLst>
              <a:path w="241295" h="234609">
                <a:moveTo>
                  <a:pt x="177069" y="0"/>
                </a:moveTo>
                <a:lnTo>
                  <a:pt x="180726" y="3493"/>
                </a:lnTo>
                <a:lnTo>
                  <a:pt x="0" y="176567"/>
                </a:lnTo>
                <a:lnTo>
                  <a:pt x="0" y="234609"/>
                </a:lnTo>
                <a:lnTo>
                  <a:pt x="241295" y="3493"/>
                </a:lnTo>
                <a:lnTo>
                  <a:pt x="237652" y="0"/>
                </a:lnTo>
                <a:lnTo>
                  <a:pt x="177069" y="0"/>
                </a:lnTo>
              </a:path>
            </a:pathLst>
          </a:custGeom>
          <a:solidFill xmlns:a="http://schemas.openxmlformats.org/drawingml/2006/main">
            <a:srgbClr val="9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49">
            <a:extLst xmlns:a="http://schemas.openxmlformats.org/drawingml/2006/main">
              <a:ext uri="{FF2B5EF4-FFF2-40B4-BE49-F238E27FC236}">
                <a16:creationId xmlns:a16="http://schemas.microsoft.com/office/drawing/2014/main" id="{657F9A22-D694-46A0-892F-528B904A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2648" y="2471747"/>
            <a:ext cx="241317" cy="234609"/>
          </a:xfrm>
          <a:custGeom xmlns:a="http://schemas.openxmlformats.org/drawingml/2006/main">
            <a:pathLst>
              <a:path w="241317" h="234609">
                <a:moveTo>
                  <a:pt x="177069" y="0"/>
                </a:moveTo>
                <a:lnTo>
                  <a:pt x="180719" y="3493"/>
                </a:lnTo>
                <a:lnTo>
                  <a:pt x="0" y="176567"/>
                </a:lnTo>
                <a:lnTo>
                  <a:pt x="0" y="234609"/>
                </a:lnTo>
                <a:lnTo>
                  <a:pt x="241317" y="3493"/>
                </a:lnTo>
                <a:lnTo>
                  <a:pt x="237652" y="0"/>
                </a:lnTo>
                <a:lnTo>
                  <a:pt x="177069" y="0"/>
                </a:lnTo>
              </a:path>
            </a:pathLst>
          </a:custGeom>
          <a:solidFill xmlns:a="http://schemas.openxmlformats.org/drawingml/2006/main">
            <a:srgbClr val="9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50">
            <a:extLst xmlns:a="http://schemas.openxmlformats.org/drawingml/2006/main">
              <a:ext uri="{FF2B5EF4-FFF2-40B4-BE49-F238E27FC236}">
                <a16:creationId xmlns:a16="http://schemas.microsoft.com/office/drawing/2014/main" id="{8A06B299-CAA0-4EBD-B885-B3A02D1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2649" y="2244102"/>
            <a:ext cx="237652" cy="227645"/>
          </a:xfrm>
          <a:custGeom xmlns:a="http://schemas.openxmlformats.org/drawingml/2006/main">
            <a:pathLst>
              <a:path w="237652" h="227645">
                <a:moveTo>
                  <a:pt x="0" y="0"/>
                </a:moveTo>
                <a:lnTo>
                  <a:pt x="0" y="58035"/>
                </a:lnTo>
                <a:lnTo>
                  <a:pt x="177069" y="227645"/>
                </a:lnTo>
                <a:lnTo>
                  <a:pt x="237652" y="2276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09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51">
            <a:extLst xmlns:a="http://schemas.openxmlformats.org/drawingml/2006/main">
              <a:ext uri="{FF2B5EF4-FFF2-40B4-BE49-F238E27FC236}">
                <a16:creationId xmlns:a16="http://schemas.microsoft.com/office/drawing/2014/main" id="{496854E0-D02C-4386-95B6-488A790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903" y="4231100"/>
            <a:ext cx="218111" cy="251967"/>
          </a:xfrm>
          <a:custGeom xmlns:a="http://schemas.openxmlformats.org/drawingml/2006/main">
            <a:pathLst>
              <a:path w="218111" h="251967">
                <a:moveTo>
                  <a:pt x="0" y="0"/>
                </a:moveTo>
                <a:lnTo>
                  <a:pt x="218111" y="187290"/>
                </a:lnTo>
                <a:lnTo>
                  <a:pt x="218111" y="251967"/>
                </a:lnTo>
                <a:lnTo>
                  <a:pt x="0" y="647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1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52">
            <a:extLst xmlns:a="http://schemas.openxmlformats.org/drawingml/2006/main">
              <a:ext uri="{FF2B5EF4-FFF2-40B4-BE49-F238E27FC236}">
                <a16:creationId xmlns:a16="http://schemas.microsoft.com/office/drawing/2014/main" id="{6855EE63-BFBE-4BEB-836F-E4A4CC2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006" y="4233205"/>
            <a:ext cx="218111" cy="250908"/>
          </a:xfrm>
          <a:custGeom xmlns:a="http://schemas.openxmlformats.org/drawingml/2006/main">
            <a:pathLst>
              <a:path w="218111" h="250908">
                <a:moveTo>
                  <a:pt x="1210" y="186216"/>
                </a:moveTo>
                <a:lnTo>
                  <a:pt x="218111" y="0"/>
                </a:lnTo>
                <a:lnTo>
                  <a:pt x="218111" y="64699"/>
                </a:lnTo>
                <a:lnTo>
                  <a:pt x="1210" y="250908"/>
                </a:lnTo>
                <a:lnTo>
                  <a:pt x="0" y="249863"/>
                </a:lnTo>
                <a:lnTo>
                  <a:pt x="0" y="185185"/>
                </a:lnTo>
                <a:lnTo>
                  <a:pt x="1210" y="186216"/>
                </a:lnTo>
              </a:path>
            </a:pathLst>
          </a:custGeom>
          <a:solidFill xmlns:a="http://schemas.openxmlformats.org/drawingml/2006/main">
            <a:srgbClr val="6EB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53">
            <a:extLst xmlns:a="http://schemas.openxmlformats.org/drawingml/2006/main">
              <a:ext uri="{FF2B5EF4-FFF2-40B4-BE49-F238E27FC236}">
                <a16:creationId xmlns:a16="http://schemas.microsoft.com/office/drawing/2014/main" id="{00A5F68F-D3AA-40A4-8425-C796193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1630" y="4231100"/>
            <a:ext cx="218111" cy="251967"/>
          </a:xfrm>
          <a:custGeom xmlns:a="http://schemas.openxmlformats.org/drawingml/2006/main">
            <a:pathLst>
              <a:path w="218111" h="251967">
                <a:moveTo>
                  <a:pt x="0" y="0"/>
                </a:moveTo>
                <a:lnTo>
                  <a:pt x="218111" y="187290"/>
                </a:lnTo>
                <a:lnTo>
                  <a:pt x="218111" y="251967"/>
                </a:lnTo>
                <a:lnTo>
                  <a:pt x="0" y="647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1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6BCF121-924C-432B-A2BE-42F3FAE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733" y="4233205"/>
            <a:ext cx="218111" cy="250908"/>
          </a:xfrm>
          <a:custGeom xmlns:a="http://schemas.openxmlformats.org/drawingml/2006/main">
            <a:pathLst>
              <a:path w="218111" h="250908">
                <a:moveTo>
                  <a:pt x="1210" y="186216"/>
                </a:moveTo>
                <a:lnTo>
                  <a:pt x="218111" y="0"/>
                </a:lnTo>
                <a:lnTo>
                  <a:pt x="218111" y="64699"/>
                </a:lnTo>
                <a:lnTo>
                  <a:pt x="1210" y="250908"/>
                </a:lnTo>
                <a:lnTo>
                  <a:pt x="0" y="249863"/>
                </a:lnTo>
                <a:lnTo>
                  <a:pt x="0" y="185185"/>
                </a:lnTo>
                <a:lnTo>
                  <a:pt x="1210" y="186216"/>
                </a:lnTo>
              </a:path>
            </a:pathLst>
          </a:custGeom>
          <a:solidFill xmlns:a="http://schemas.openxmlformats.org/drawingml/2006/main">
            <a:srgbClr val="6EB9F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1FFCE5-DC42-4303-A884-2CEC6134D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5d629ca1d4c56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65049" y="573905"/>
            <a:ext cx="1962147" cy="2059371"/>
          </a:xfrm>
          <a:prstGeom xmlns:a="http://schemas.openxmlformats.org/drawingml/2006/main" prst="rect">
            <a:avLst/>
          </a:prstGeom>
        </p:spPr>
      </p:pic>
      <p:sp>
        <p:nvSpPr>
          <p:cNvPr id="68" name="demogen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50C2CB2E-6807-43B8-A8A1-46B7C5A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5049" y="573905"/>
            <a:ext cx="1962147" cy="2059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1382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2026-10-09T21:35:08.3130000Z</dcterms:created>
  <dcterms:modified xsi:type="dcterms:W3CDTF">2026-10-09T21:35:08.3130000Z</dcterms:modified>
</coreProperties>
</file>