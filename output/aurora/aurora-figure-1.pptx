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befc85dc314574" /><Relationship Type="http://schemas.openxmlformats.org/officeDocument/2006/relationships/extended-properties" Target="/docProps/app.xml" Id="R476ebbc1d4874c91" /><Relationship Type="http://schemas.openxmlformats.org/officeDocument/2006/relationships/officeDocument" Target="/ppt/presentation.xml" Id="R52a1c55756bf4c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aa50121eee42b0"/>
  </p:sldMasterIdLst>
  <p:notesMasterIdLst>
    <p:notesMasterId xmlns:r="http://schemas.openxmlformats.org/officeDocument/2006/relationships" r:id="Rf7d17142ad3f47b8"/>
  </p:notesMasterIdLst>
  <p:sldIdLst>
    <p:sldId xmlns:r="http://schemas.openxmlformats.org/officeDocument/2006/relationships" id="256" r:id="R182f4cab032f42d3"/>
  </p:sldIdLst>
  <p:sldSz cx="5286375" cy="4286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518f79a34d435f" /><Relationship Type="http://schemas.openxmlformats.org/officeDocument/2006/relationships/slideMaster" Target="/ppt/slideMasters/slideMaster1.xml" Id="Re0aa50121eee42b0" /><Relationship Type="http://schemas.openxmlformats.org/officeDocument/2006/relationships/notesMaster" Target="/ppt/notesMasters/notesMaster1.xml" Id="Rf7d17142ad3f47b8" /><Relationship Type="http://schemas.openxmlformats.org/officeDocument/2006/relationships/presProps" Target="/ppt/presProps.xml" Id="R3fc6c5df6f1f4fe6" /><Relationship Type="http://schemas.openxmlformats.org/officeDocument/2006/relationships/tableStyles" Target="/ppt/tableStyles.xml" Id="R4e4774f8b806456e" /><Relationship Type="http://schemas.openxmlformats.org/officeDocument/2006/relationships/slide" Target="/ppt/slides/slide1.xml" Id="R182f4cab032f42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2ed27d7fb44c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29aa2a4ad747cb" /><Relationship Type="http://schemas.openxmlformats.org/officeDocument/2006/relationships/notesMaster" Target="/ppt/notesMasters/notesMaster1.xml" Id="Re5470a0b9d2841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"Autonomous Skill Discovery with Quality-Diversity and Unsupervised Descriptors",</a:t>
            </a:r>
          </a:p>
          <a:p xmlns:a="http://schemas.openxmlformats.org/drawingml/2006/main">
            <a:r>
              <a:t>  "paper_url": "https://arxiv.org/abs/1905.11874v1",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"http://creativecommons.org/licenses/by-nc-sa/4.0/",</a:t>
            </a:r>
          </a:p>
          <a:p xmlns:a="http://schemas.openxmlformats.org/drawingml/2006/main">
            <a:r>
              <a:t>  "notes": "Original vector geometry and editable text; source photo/plot/formula assets preserved separately with their transparency. Internal pixels of raster subassets are not editable. Freeform arrows lack semantic endpoint attachment. Independent cross-format QA pending.",</a:t>
            </a:r>
          </a:p>
          <a:p xmlns:a="http://schemas.openxmlformats.org/drawingml/2006/main">
            <a:r>
              <a:t>  "page": 1,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"c20db8b8c02d74e1a128c3901177147ea81711239136a4ba32c64de3361192ac",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344,</a:t>
            </a:r>
          </a:p>
          <a:p xmlns:a="http://schemas.openxmlformats.org/drawingml/2006/main">
            <a:r>
              <a:t>    170,</a:t>
            </a:r>
          </a:p>
          <a:p xmlns:a="http://schemas.openxmlformats.org/drawingml/2006/main">
            <a:r>
              <a:t>    529,</a:t>
            </a:r>
          </a:p>
          <a:p xmlns:a="http://schemas.openxmlformats.org/drawingml/2006/main">
            <a:r>
              <a:t>    320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"5 source clipping groups intersect crop; extracted paths require explicit clipping review",</a:t>
            </a:r>
          </a:p>
          <a:p xmlns:a="http://schemas.openxmlformats.org/drawingml/2006/main">
            <a:r>
              <a:t>    "path partially intersects raster inset: 5",</a:t>
            </a:r>
          </a:p>
          <a:p xmlns:a="http://schemas.openxmlformats.org/drawingml/2006/main">
            <a:r>
              <a:t>    "path partially intersects raster inset: 392",</a:t>
            </a:r>
          </a:p>
          <a:p xmlns:a="http://schemas.openxmlformats.org/drawingml/2006/main">
            <a:r>
              <a:t>    "unhandled image/shading at seq 18: [415.5436096191406, 179.95028686523438, 477.4068603515625, 230.288330078125]; requires reviewed raster region"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68ac0d1be4a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fae8e551ab42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2b08e908f48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9e1e0e187a4eb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d2b777a734c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15dd10d0145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F8A0087-259C-433C-9BA9-A21F443AEE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638" y="1619250"/>
            <a:ext cx="42291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08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74639D-3898-4916-9085-38F2F83F0E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92956" y="2357438"/>
            <a:ext cx="3700463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1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30ECB89-9448-49EC-92EB-995F391FAF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8638" y="1785938"/>
            <a:ext cx="4229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2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F2F7EE-D199-4709-9595-8D064DD33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7359" y="333375"/>
            <a:ext cx="469165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96A84B0-683A-4227-A9F9-FF90D082A5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7359" y="1190625"/>
            <a:ext cx="4691658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9120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1pPr>
            <a:lvl2pPr marL="231279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2pPr>
            <a:lvl3pPr marL="363438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3pPr>
            <a:lvl4pPr marL="495598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4pPr>
            <a:lvl5pPr marL="627757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5pPr>
            <a:lvl6pPr marL="759916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6pPr>
            <a:lvl7pPr marL="892076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7pPr>
            <a:lvl8pPr marL="1024235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8pPr>
            <a:lvl9pPr marL="1156395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0273FD-43DB-4F1D-BF08-F793693219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7359" y="333375"/>
            <a:ext cx="469165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10D65A-28FF-4C8E-B6FD-27F3D86897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7359" y="1190625"/>
            <a:ext cx="218063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1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9120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1pPr>
            <a:lvl2pPr marL="231279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2pPr>
            <a:lvl3pPr marL="363438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3pPr>
            <a:lvl4pPr marL="495598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4pPr>
            <a:lvl5pPr marL="627757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5pPr>
            <a:lvl6pPr marL="759916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6pPr>
            <a:lvl7pPr marL="892076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7pPr>
            <a:lvl8pPr marL="1024235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8pPr>
            <a:lvl9pPr marL="1156395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BE6EDB-DD6E-4D89-950D-D1ECDDA8359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808387" y="1190625"/>
            <a:ext cx="218063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1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9120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1pPr>
            <a:lvl2pPr marL="231279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2pPr>
            <a:lvl3pPr marL="363438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3pPr>
            <a:lvl4pPr marL="495598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4pPr>
            <a:lvl5pPr marL="627757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5pPr>
            <a:lvl6pPr marL="759916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6pPr>
            <a:lvl7pPr marL="892076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7pPr>
            <a:lvl8pPr marL="1024235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8pPr>
            <a:lvl9pPr marL="1156395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C29DD9E-A75E-4DAE-93ED-834F0631E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7359" y="333375"/>
            <a:ext cx="4691658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4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F1AB68-A9A4-4471-9597-5360637A59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97359" y="1190625"/>
            <a:ext cx="218063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7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99120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1pPr>
            <a:lvl2pPr marL="231279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2pPr>
            <a:lvl3pPr marL="363438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3pPr>
            <a:lvl4pPr marL="495598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4pPr>
            <a:lvl5pPr marL="627757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5pPr>
            <a:lvl6pPr marL="759916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6pPr>
            <a:lvl7pPr marL="892076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7pPr>
            <a:lvl8pPr marL="1024235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8pPr>
            <a:lvl9pPr marL="1156395" indent="-99120">
              <a:lnSpc>
                <a:spcPct val="110000"/>
              </a:lnSpc>
              <a:spcBef>
                <a:spcPts val="0"/>
              </a:spcBef>
              <a:spcAft>
                <a:spcPts val="52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42a40c113c45e2" /><Relationship Type="http://schemas.openxmlformats.org/officeDocument/2006/relationships/slideLayout" Target="/ppt/slideLayouts/slideLayout1.xml" Id="Rc0c88120ce96440c" /><Relationship Type="http://schemas.openxmlformats.org/officeDocument/2006/relationships/slideLayout" Target="/ppt/slideLayouts/slideLayout2.xml" Id="R0a8177fe3def4121" /><Relationship Type="http://schemas.openxmlformats.org/officeDocument/2006/relationships/slideLayout" Target="/ppt/slideLayouts/slideLayout3.xml" Id="Re8a9f94f836a4bbd" /><Relationship Type="http://schemas.openxmlformats.org/officeDocument/2006/relationships/slideLayout" Target="/ppt/slideLayouts/slideLayout4.xml" Id="Rb27f6b9f7135406b" /><Relationship Type="http://schemas.openxmlformats.org/officeDocument/2006/relationships/slideLayout" Target="/ppt/slideLayouts/slideLayout5.xml" Id="R6e1c9a691a8744ba" /><Relationship Type="http://schemas.openxmlformats.org/officeDocument/2006/relationships/slideLayout" Target="/ppt/slideLayouts/slideLayout6.xml" Id="Rbcdb6fe499a247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c88120ce96440c"/>
    <p:sldLayoutId xmlns:r="http://schemas.openxmlformats.org/officeDocument/2006/relationships" id="2147483650" r:id="R0a8177fe3def4121"/>
    <p:sldLayoutId xmlns:r="http://schemas.openxmlformats.org/officeDocument/2006/relationships" id="2147483651" r:id="Re8a9f94f836a4bbd"/>
    <p:sldLayoutId xmlns:r="http://schemas.openxmlformats.org/officeDocument/2006/relationships" id="2147483652" r:id="Rb27f6b9f7135406b"/>
    <p:sldLayoutId xmlns:r="http://schemas.openxmlformats.org/officeDocument/2006/relationships" id="2147483653" r:id="R6e1c9a691a8744ba"/>
    <p:sldLayoutId xmlns:r="http://schemas.openxmlformats.org/officeDocument/2006/relationships" id="2147483654" r:id="Rbcdb6fe499a247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cf5f57d8e34dfd" /><Relationship Type="http://schemas.openxmlformats.org/officeDocument/2006/relationships/image" Target="/ppt/media/image.png" Id="R3ba5c2a6a42d4dda" /><Relationship Type="http://schemas.openxmlformats.org/officeDocument/2006/relationships/image" Target="/ppt/media/image2.png" Id="R95a2c8cf7ac54556" /><Relationship Type="http://schemas.openxmlformats.org/officeDocument/2006/relationships/notesSlide" Target="/ppt/notesSlides/notesSlide1.xml" Id="Rce86ee887602496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pdf-text-46-0">
            <a:extLst xmlns:a="http://schemas.openxmlformats.org/drawingml/2006/main">
              <a:ext uri="{FF2B5EF4-FFF2-40B4-BE49-F238E27FC236}">
                <a16:creationId xmlns:a16="http://schemas.microsoft.com/office/drawing/2014/main" id="{3868B43D-D806-42E4-ABF7-A1A65A86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7967" y="3998290"/>
            <a:ext cx="737287" cy="19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2" name="pdf-path-5">
            <a:extLst xmlns:a="http://schemas.openxmlformats.org/drawingml/2006/main">
              <a:ext uri="{FF2B5EF4-FFF2-40B4-BE49-F238E27FC236}">
                <a16:creationId xmlns:a16="http://schemas.microsoft.com/office/drawing/2014/main" id="{DFAFB227-6475-417F-ADC1-1C67CA9B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91" y="889421"/>
            <a:ext cx="1077737" cy="1096729"/>
          </a:xfrm>
          <a:custGeom xmlns:a="http://schemas.openxmlformats.org/drawingml/2006/main">
            <a:pathLst>
              <a:path w="1077737" h="1096729">
                <a:moveTo>
                  <a:pt x="1077737" y="0"/>
                </a:moveTo>
                <a:cubicBezTo>
                  <a:pt x="821829" y="0"/>
                  <a:pt x="9447" y="141072"/>
                  <a:pt x="0" y="10967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84">
            <a:solidFill>
              <a:srgbClr val="B3B3B3"/>
            </a:solidFill>
            <a:prstDash val="solid"/>
          </a:ln>
        </p:spPr>
      </p:sp>
      <p:sp>
        <p:nvSpPr>
          <p:cNvPr id="3" name="pdf-path-6">
            <a:extLst xmlns:a="http://schemas.openxmlformats.org/drawingml/2006/main">
              <a:ext uri="{FF2B5EF4-FFF2-40B4-BE49-F238E27FC236}">
                <a16:creationId xmlns:a16="http://schemas.microsoft.com/office/drawing/2014/main" id="{69FB4F86-CD62-47D2-B787-189433AE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378" y="1827473"/>
            <a:ext cx="130700" cy="178281"/>
          </a:xfrm>
          <a:custGeom xmlns:a="http://schemas.openxmlformats.org/drawingml/2006/main">
            <a:pathLst>
              <a:path w="130700" h="178281">
                <a:moveTo>
                  <a:pt x="130700" y="1306"/>
                </a:moveTo>
                <a:lnTo>
                  <a:pt x="63592" y="178281"/>
                </a:lnTo>
                <a:lnTo>
                  <a:pt x="0" y="0"/>
                </a:lnTo>
                <a:cubicBezTo>
                  <a:pt x="38295" y="28759"/>
                  <a:pt x="91099" y="29141"/>
                  <a:pt x="130700" y="1306"/>
                </a:cubicBezTo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100">
            <a:solidFill>
              <a:srgbClr val="B3B3B3"/>
            </a:solidFill>
            <a:prstDash val="solid"/>
          </a:ln>
        </p:spPr>
      </p:sp>
      <p:sp>
        <p:nvSpPr>
          <p:cNvPr id="4" name="pdf-path-8">
            <a:extLst xmlns:a="http://schemas.openxmlformats.org/drawingml/2006/main">
              <a:ext uri="{FF2B5EF4-FFF2-40B4-BE49-F238E27FC236}">
                <a16:creationId xmlns:a16="http://schemas.microsoft.com/office/drawing/2014/main" id="{8173BF83-8B81-4E64-AA33-6002213E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487" y="3315684"/>
            <a:ext cx="1001947" cy="399912"/>
          </a:xfrm>
          <a:custGeom xmlns:a="http://schemas.openxmlformats.org/drawingml/2006/main">
            <a:pathLst>
              <a:path w="1001947" h="399912">
                <a:moveTo>
                  <a:pt x="0" y="0"/>
                </a:moveTo>
                <a:cubicBezTo>
                  <a:pt x="0" y="382239"/>
                  <a:pt x="567809" y="399912"/>
                  <a:pt x="1001947" y="399912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61">
            <a:solidFill>
              <a:srgbClr val="B3B3B3"/>
            </a:solidFill>
            <a:prstDash val="solid"/>
          </a:ln>
        </p:spPr>
      </p:sp>
      <p:sp>
        <p:nvSpPr>
          <p:cNvPr id="5" name="pdf-path-9">
            <a:extLst xmlns:a="http://schemas.openxmlformats.org/drawingml/2006/main">
              <a:ext uri="{FF2B5EF4-FFF2-40B4-BE49-F238E27FC236}">
                <a16:creationId xmlns:a16="http://schemas.microsoft.com/office/drawing/2014/main" id="{80541CA4-7568-473F-BACA-369FEE25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673" y="3650099"/>
            <a:ext cx="177362" cy="130463"/>
          </a:xfrm>
          <a:custGeom xmlns:a="http://schemas.openxmlformats.org/drawingml/2006/main">
            <a:pathLst>
              <a:path w="177362" h="130463">
                <a:moveTo>
                  <a:pt x="0" y="0"/>
                </a:moveTo>
                <a:lnTo>
                  <a:pt x="177362" y="65202"/>
                </a:lnTo>
                <a:lnTo>
                  <a:pt x="0" y="130463"/>
                </a:lnTo>
                <a:cubicBezTo>
                  <a:pt x="28301" y="91948"/>
                  <a:pt x="28143" y="39204"/>
                  <a:pt x="0" y="0"/>
                </a:cubicBezTo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10148">
            <a:solidFill>
              <a:srgbClr val="B3B3B3"/>
            </a:solidFill>
            <a:prstDash val="solid"/>
          </a:ln>
        </p:spPr>
      </p:sp>
      <p:sp>
        <p:nvSpPr>
          <p:cNvPr id="6" name="pdf-path-11">
            <a:extLst xmlns:a="http://schemas.openxmlformats.org/drawingml/2006/main">
              <a:ext uri="{FF2B5EF4-FFF2-40B4-BE49-F238E27FC236}">
                <a16:creationId xmlns:a16="http://schemas.microsoft.com/office/drawing/2014/main" id="{1BEDAA59-D01C-4F7A-AF26-6F5DB599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636" y="889421"/>
            <a:ext cx="946211" cy="1096729"/>
          </a:xfrm>
          <a:custGeom xmlns:a="http://schemas.openxmlformats.org/drawingml/2006/main">
            <a:pathLst>
              <a:path w="946211" h="1096729">
                <a:moveTo>
                  <a:pt x="0" y="0"/>
                </a:moveTo>
                <a:cubicBezTo>
                  <a:pt x="825430" y="0"/>
                  <a:pt x="946211" y="707424"/>
                  <a:pt x="946211" y="10967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61">
            <a:solidFill>
              <a:srgbClr val="B3B3B3"/>
            </a:solidFill>
            <a:prstDash val="solid"/>
          </a:ln>
        </p:spPr>
      </p:sp>
      <p:sp>
        <p:nvSpPr>
          <p:cNvPr id="7" name="pdf-path-12">
            <a:extLst xmlns:a="http://schemas.openxmlformats.org/drawingml/2006/main">
              <a:ext uri="{FF2B5EF4-FFF2-40B4-BE49-F238E27FC236}">
                <a16:creationId xmlns:a16="http://schemas.microsoft.com/office/drawing/2014/main" id="{7F112720-1835-423C-8827-2A0DF6C6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9881" y="1828331"/>
            <a:ext cx="130464" cy="177422"/>
          </a:xfrm>
          <a:custGeom xmlns:a="http://schemas.openxmlformats.org/drawingml/2006/main">
            <a:pathLst>
              <a:path w="130464" h="177422">
                <a:moveTo>
                  <a:pt x="130464" y="0"/>
                </a:moveTo>
                <a:lnTo>
                  <a:pt x="65182" y="177422"/>
                </a:lnTo>
                <a:lnTo>
                  <a:pt x="0" y="0"/>
                </a:lnTo>
                <a:cubicBezTo>
                  <a:pt x="38515" y="28360"/>
                  <a:pt x="91180" y="28202"/>
                  <a:pt x="130464" y="0"/>
                </a:cubicBezTo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10148">
            <a:solidFill>
              <a:srgbClr val="B3B3B3"/>
            </a:solidFill>
            <a:prstDash val="solid"/>
          </a:ln>
        </p:spPr>
      </p:sp>
      <p:sp>
        <p:nvSpPr>
          <p:cNvPr id="8" name="pdf-path-14">
            <a:extLst xmlns:a="http://schemas.openxmlformats.org/drawingml/2006/main">
              <a:ext uri="{FF2B5EF4-FFF2-40B4-BE49-F238E27FC236}">
                <a16:creationId xmlns:a16="http://schemas.microsoft.com/office/drawing/2014/main" id="{D1FE9AF5-EE7B-4623-A4FF-82A2B04EA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1481" y="2693201"/>
            <a:ext cx="1363895" cy="1201451"/>
          </a:xfrm>
          <a:custGeom xmlns:a="http://schemas.openxmlformats.org/drawingml/2006/main">
            <a:pathLst>
              <a:path w="1363895" h="1201451">
                <a:moveTo>
                  <a:pt x="1363895" y="628407"/>
                </a:moveTo>
                <a:cubicBezTo>
                  <a:pt x="341186" y="1201451"/>
                  <a:pt x="745330" y="610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61">
            <a:solidFill>
              <a:srgbClr val="B3B3B3"/>
            </a:solidFill>
            <a:prstDash val="solid"/>
          </a:ln>
        </p:spPr>
      </p:sp>
      <p:sp>
        <p:nvSpPr>
          <p:cNvPr id="9" name="pdf-path-15">
            <a:extLst xmlns:a="http://schemas.openxmlformats.org/drawingml/2006/main">
              <a:ext uri="{FF2B5EF4-FFF2-40B4-BE49-F238E27FC236}">
                <a16:creationId xmlns:a16="http://schemas.microsoft.com/office/drawing/2014/main" id="{96E68B35-F230-4561-9DF2-3E418BFB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882" y="2628399"/>
            <a:ext cx="177435" cy="130463"/>
          </a:xfrm>
          <a:custGeom xmlns:a="http://schemas.openxmlformats.org/drawingml/2006/main">
            <a:pathLst>
              <a:path w="177435" h="130463">
                <a:moveTo>
                  <a:pt x="177349" y="130463"/>
                </a:moveTo>
                <a:lnTo>
                  <a:pt x="0" y="65040"/>
                </a:lnTo>
                <a:lnTo>
                  <a:pt x="177435" y="0"/>
                </a:lnTo>
                <a:cubicBezTo>
                  <a:pt x="149063" y="38433"/>
                  <a:pt x="149139" y="91178"/>
                  <a:pt x="177349" y="130463"/>
                </a:cubicBezTo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10148">
            <a:solidFill>
              <a:srgbClr val="B3B3B3"/>
            </a:solidFill>
            <a:prstDash val="solid"/>
          </a:ln>
        </p:spPr>
      </p:sp>
      <p:sp>
        <p:nvSpPr>
          <p:cNvPr id="10" name="pdf-text-47-0">
            <a:extLst xmlns:a="http://schemas.openxmlformats.org/drawingml/2006/main">
              <a:ext uri="{FF2B5EF4-FFF2-40B4-BE49-F238E27FC236}">
                <a16:creationId xmlns:a16="http://schemas.microsoft.com/office/drawing/2014/main" id="{4820C676-842C-4546-A22A-8B8F6BB4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4142" y="3529064"/>
            <a:ext cx="776557" cy="19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1" name="pdf-text-48-0">
            <a:extLst xmlns:a="http://schemas.openxmlformats.org/drawingml/2006/main">
              <a:ext uri="{FF2B5EF4-FFF2-40B4-BE49-F238E27FC236}">
                <a16:creationId xmlns:a16="http://schemas.microsoft.com/office/drawing/2014/main" id="{647DEE26-8136-4A00-A626-18A72640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637" y="138646"/>
            <a:ext cx="1026003" cy="19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Repertoire</a:t>
            </a:r>
          </a:p>
        </p:txBody>
      </p:sp>
      <p:sp>
        <p:nvSpPr>
          <p:cNvPr id="12" name="pdf-text-49-0">
            <a:extLst xmlns:a="http://schemas.openxmlformats.org/drawingml/2006/main">
              <a:ext uri="{FF2B5EF4-FFF2-40B4-BE49-F238E27FC236}">
                <a16:creationId xmlns:a16="http://schemas.microsoft.com/office/drawing/2014/main" id="{8307349C-BACB-4096-9CC0-6ABAB2C2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463" y="1761457"/>
            <a:ext cx="1021457" cy="19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Descriptor</a:t>
            </a:r>
          </a:p>
        </p:txBody>
      </p:sp>
      <p:sp>
        <p:nvSpPr>
          <p:cNvPr id="13" name="pdf-path-21">
            <a:extLst xmlns:a="http://schemas.openxmlformats.org/drawingml/2006/main">
              <a:ext uri="{FF2B5EF4-FFF2-40B4-BE49-F238E27FC236}">
                <a16:creationId xmlns:a16="http://schemas.microsoft.com/office/drawing/2014/main" id="{F622CCFF-674A-4D72-BDF1-FE88AD7E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078" y="3140249"/>
            <a:ext cx="121155" cy="121076"/>
          </a:xfrm>
          <a:custGeom xmlns:a="http://schemas.openxmlformats.org/drawingml/2006/main">
            <a:pathLst>
              <a:path w="121155" h="121076">
                <a:moveTo>
                  <a:pt x="60578" y="0"/>
                </a:moveTo>
                <a:cubicBezTo>
                  <a:pt x="94015" y="0"/>
                  <a:pt x="121155" y="27060"/>
                  <a:pt x="121155" y="60577"/>
                </a:cubicBezTo>
                <a:cubicBezTo>
                  <a:pt x="121155" y="94015"/>
                  <a:pt x="94015" y="121076"/>
                  <a:pt x="60578" y="121076"/>
                </a:cubicBezTo>
                <a:cubicBezTo>
                  <a:pt x="27140" y="121076"/>
                  <a:pt x="0" y="94015"/>
                  <a:pt x="0" y="60577"/>
                </a:cubicBezTo>
                <a:cubicBezTo>
                  <a:pt x="0" y="27060"/>
                  <a:pt x="27140" y="0"/>
                  <a:pt x="60578" y="0"/>
                </a:cubicBez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14" name="pdf-path-23">
            <a:extLst xmlns:a="http://schemas.openxmlformats.org/drawingml/2006/main">
              <a:ext uri="{FF2B5EF4-FFF2-40B4-BE49-F238E27FC236}">
                <a16:creationId xmlns:a16="http://schemas.microsoft.com/office/drawing/2014/main" id="{D0F8DB80-AC00-4352-8A92-28F3F0BE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899" y="3140249"/>
            <a:ext cx="121155" cy="121076"/>
          </a:xfrm>
          <a:custGeom xmlns:a="http://schemas.openxmlformats.org/drawingml/2006/main">
            <a:pathLst>
              <a:path w="121155" h="121076">
                <a:moveTo>
                  <a:pt x="60577" y="0"/>
                </a:moveTo>
                <a:cubicBezTo>
                  <a:pt x="94015" y="0"/>
                  <a:pt x="121155" y="27060"/>
                  <a:pt x="121155" y="60577"/>
                </a:cubicBezTo>
                <a:cubicBezTo>
                  <a:pt x="121155" y="94015"/>
                  <a:pt x="94015" y="121076"/>
                  <a:pt x="60577" y="121076"/>
                </a:cubicBezTo>
                <a:cubicBezTo>
                  <a:pt x="27140" y="121076"/>
                  <a:pt x="0" y="94015"/>
                  <a:pt x="0" y="60577"/>
                </a:cubicBezTo>
                <a:cubicBezTo>
                  <a:pt x="0" y="27060"/>
                  <a:pt x="27140" y="0"/>
                  <a:pt x="60577" y="0"/>
                </a:cubicBez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15" name="pdf-path-25">
            <a:extLst xmlns:a="http://schemas.openxmlformats.org/drawingml/2006/main">
              <a:ext uri="{FF2B5EF4-FFF2-40B4-BE49-F238E27FC236}">
                <a16:creationId xmlns:a16="http://schemas.microsoft.com/office/drawing/2014/main" id="{1E37CA41-B281-4A15-A6BC-195E92CC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720" y="3140249"/>
            <a:ext cx="121155" cy="121076"/>
          </a:xfrm>
          <a:custGeom xmlns:a="http://schemas.openxmlformats.org/drawingml/2006/main">
            <a:pathLst>
              <a:path w="121155" h="121076">
                <a:moveTo>
                  <a:pt x="60577" y="0"/>
                </a:moveTo>
                <a:cubicBezTo>
                  <a:pt x="94015" y="0"/>
                  <a:pt x="121155" y="27060"/>
                  <a:pt x="121155" y="60577"/>
                </a:cubicBezTo>
                <a:cubicBezTo>
                  <a:pt x="121155" y="94015"/>
                  <a:pt x="94015" y="121076"/>
                  <a:pt x="60577" y="121076"/>
                </a:cubicBezTo>
                <a:cubicBezTo>
                  <a:pt x="27140" y="121076"/>
                  <a:pt x="0" y="94015"/>
                  <a:pt x="0" y="60577"/>
                </a:cubicBezTo>
                <a:cubicBezTo>
                  <a:pt x="0" y="27060"/>
                  <a:pt x="27140" y="0"/>
                  <a:pt x="60577" y="0"/>
                </a:cubicBez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16" name="pdf-path-27">
            <a:extLst xmlns:a="http://schemas.openxmlformats.org/drawingml/2006/main">
              <a:ext uri="{FF2B5EF4-FFF2-40B4-BE49-F238E27FC236}">
                <a16:creationId xmlns:a16="http://schemas.microsoft.com/office/drawing/2014/main" id="{904B9095-FC3E-48EF-B110-1BA2AD93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19" y="3140249"/>
            <a:ext cx="121076" cy="121076"/>
          </a:xfrm>
          <a:custGeom xmlns:a="http://schemas.openxmlformats.org/drawingml/2006/main">
            <a:pathLst>
              <a:path w="121076" h="121076">
                <a:moveTo>
                  <a:pt x="60499" y="0"/>
                </a:moveTo>
                <a:cubicBezTo>
                  <a:pt x="93936" y="0"/>
                  <a:pt x="121076" y="27060"/>
                  <a:pt x="121076" y="60577"/>
                </a:cubicBezTo>
                <a:cubicBezTo>
                  <a:pt x="121076" y="94015"/>
                  <a:pt x="93936" y="121076"/>
                  <a:pt x="60499" y="121076"/>
                </a:cubicBezTo>
                <a:cubicBezTo>
                  <a:pt x="27060" y="121076"/>
                  <a:pt x="0" y="94015"/>
                  <a:pt x="0" y="60577"/>
                </a:cubicBezTo>
                <a:cubicBezTo>
                  <a:pt x="0" y="27060"/>
                  <a:pt x="27060" y="0"/>
                  <a:pt x="60499" y="0"/>
                </a:cubicBez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17" name="pdf-path-29">
            <a:extLst xmlns:a="http://schemas.openxmlformats.org/drawingml/2006/main">
              <a:ext uri="{FF2B5EF4-FFF2-40B4-BE49-F238E27FC236}">
                <a16:creationId xmlns:a16="http://schemas.microsoft.com/office/drawing/2014/main" id="{25E8E9FC-14F9-45B1-B851-946EAF44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439" y="3140249"/>
            <a:ext cx="121076" cy="121076"/>
          </a:xfrm>
          <a:custGeom xmlns:a="http://schemas.openxmlformats.org/drawingml/2006/main">
            <a:pathLst>
              <a:path w="121076" h="121076">
                <a:moveTo>
                  <a:pt x="60499" y="0"/>
                </a:moveTo>
                <a:cubicBezTo>
                  <a:pt x="93936" y="0"/>
                  <a:pt x="121076" y="27060"/>
                  <a:pt x="121076" y="60577"/>
                </a:cubicBezTo>
                <a:cubicBezTo>
                  <a:pt x="121076" y="94015"/>
                  <a:pt x="93936" y="121076"/>
                  <a:pt x="60499" y="121076"/>
                </a:cubicBezTo>
                <a:cubicBezTo>
                  <a:pt x="27061" y="121076"/>
                  <a:pt x="0" y="94015"/>
                  <a:pt x="0" y="60577"/>
                </a:cubicBezTo>
                <a:cubicBezTo>
                  <a:pt x="0" y="27060"/>
                  <a:pt x="27061" y="0"/>
                  <a:pt x="60499" y="0"/>
                </a:cubicBez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18" name="pdf-path-31">
            <a:extLst xmlns:a="http://schemas.openxmlformats.org/drawingml/2006/main">
              <a:ext uri="{FF2B5EF4-FFF2-40B4-BE49-F238E27FC236}">
                <a16:creationId xmlns:a16="http://schemas.microsoft.com/office/drawing/2014/main" id="{EFA568A4-214F-4711-A5DE-07036495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2259" y="3140249"/>
            <a:ext cx="121076" cy="121076"/>
          </a:xfrm>
          <a:custGeom xmlns:a="http://schemas.openxmlformats.org/drawingml/2006/main">
            <a:pathLst>
              <a:path w="121076" h="121076">
                <a:moveTo>
                  <a:pt x="60499" y="0"/>
                </a:moveTo>
                <a:cubicBezTo>
                  <a:pt x="93936" y="0"/>
                  <a:pt x="121076" y="27060"/>
                  <a:pt x="121076" y="60577"/>
                </a:cubicBezTo>
                <a:cubicBezTo>
                  <a:pt x="121076" y="94015"/>
                  <a:pt x="93936" y="121076"/>
                  <a:pt x="60499" y="121076"/>
                </a:cubicBezTo>
                <a:cubicBezTo>
                  <a:pt x="27061" y="121076"/>
                  <a:pt x="0" y="94015"/>
                  <a:pt x="0" y="60577"/>
                </a:cubicBezTo>
                <a:cubicBezTo>
                  <a:pt x="0" y="27060"/>
                  <a:pt x="27061" y="0"/>
                  <a:pt x="60499" y="0"/>
                </a:cubicBez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19" name="pdf-path-33">
            <a:extLst xmlns:a="http://schemas.openxmlformats.org/drawingml/2006/main">
              <a:ext uri="{FF2B5EF4-FFF2-40B4-BE49-F238E27FC236}">
                <a16:creationId xmlns:a16="http://schemas.microsoft.com/office/drawing/2014/main" id="{C2252D36-7C27-4485-9B04-6394D6F3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899" y="2785071"/>
            <a:ext cx="121155" cy="121154"/>
          </a:xfrm>
          <a:custGeom xmlns:a="http://schemas.openxmlformats.org/drawingml/2006/main">
            <a:pathLst>
              <a:path w="121155" h="121154">
                <a:moveTo>
                  <a:pt x="60577" y="0"/>
                </a:moveTo>
                <a:cubicBezTo>
                  <a:pt x="94015" y="0"/>
                  <a:pt x="121155" y="27140"/>
                  <a:pt x="121155" y="60577"/>
                </a:cubicBezTo>
                <a:cubicBezTo>
                  <a:pt x="121155" y="94015"/>
                  <a:pt x="94015" y="121154"/>
                  <a:pt x="60577" y="121154"/>
                </a:cubicBezTo>
                <a:cubicBezTo>
                  <a:pt x="27140" y="121154"/>
                  <a:pt x="0" y="94015"/>
                  <a:pt x="0" y="60577"/>
                </a:cubicBezTo>
                <a:cubicBezTo>
                  <a:pt x="0" y="27140"/>
                  <a:pt x="27140" y="0"/>
                  <a:pt x="60577" y="0"/>
                </a:cubicBezTo>
              </a:path>
            </a:pathLst>
          </a:custGeom>
          <a:solidFill xmlns:a="http://schemas.openxmlformats.org/drawingml/2006/main">
            <a:srgbClr val="D1D4A9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20" name="pdf-path-35">
            <a:extLst xmlns:a="http://schemas.openxmlformats.org/drawingml/2006/main">
              <a:ext uri="{FF2B5EF4-FFF2-40B4-BE49-F238E27FC236}">
                <a16:creationId xmlns:a16="http://schemas.microsoft.com/office/drawing/2014/main" id="{72CE3C23-EDDC-4206-AD36-C5545F41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720" y="2785071"/>
            <a:ext cx="121155" cy="121154"/>
          </a:xfrm>
          <a:custGeom xmlns:a="http://schemas.openxmlformats.org/drawingml/2006/main">
            <a:pathLst>
              <a:path w="121155" h="121154">
                <a:moveTo>
                  <a:pt x="60577" y="0"/>
                </a:moveTo>
                <a:cubicBezTo>
                  <a:pt x="94015" y="0"/>
                  <a:pt x="121155" y="27140"/>
                  <a:pt x="121155" y="60577"/>
                </a:cubicBezTo>
                <a:cubicBezTo>
                  <a:pt x="121155" y="94015"/>
                  <a:pt x="94015" y="121154"/>
                  <a:pt x="60577" y="121154"/>
                </a:cubicBezTo>
                <a:cubicBezTo>
                  <a:pt x="27140" y="121154"/>
                  <a:pt x="0" y="94015"/>
                  <a:pt x="0" y="60577"/>
                </a:cubicBezTo>
                <a:cubicBezTo>
                  <a:pt x="0" y="27140"/>
                  <a:pt x="27140" y="0"/>
                  <a:pt x="60577" y="0"/>
                </a:cubicBezTo>
              </a:path>
            </a:pathLst>
          </a:custGeom>
          <a:solidFill xmlns:a="http://schemas.openxmlformats.org/drawingml/2006/main">
            <a:srgbClr val="D1D4A9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21" name="pdf-path-37">
            <a:extLst xmlns:a="http://schemas.openxmlformats.org/drawingml/2006/main">
              <a:ext uri="{FF2B5EF4-FFF2-40B4-BE49-F238E27FC236}">
                <a16:creationId xmlns:a16="http://schemas.microsoft.com/office/drawing/2014/main" id="{A50BC041-E193-49BE-A624-CF0EF644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19" y="2785071"/>
            <a:ext cx="121076" cy="121154"/>
          </a:xfrm>
          <a:custGeom xmlns:a="http://schemas.openxmlformats.org/drawingml/2006/main">
            <a:pathLst>
              <a:path w="121076" h="121154">
                <a:moveTo>
                  <a:pt x="60499" y="0"/>
                </a:moveTo>
                <a:cubicBezTo>
                  <a:pt x="93936" y="0"/>
                  <a:pt x="121076" y="27140"/>
                  <a:pt x="121076" y="60577"/>
                </a:cubicBezTo>
                <a:cubicBezTo>
                  <a:pt x="121076" y="94015"/>
                  <a:pt x="93936" y="121154"/>
                  <a:pt x="60499" y="121154"/>
                </a:cubicBezTo>
                <a:cubicBezTo>
                  <a:pt x="27060" y="121154"/>
                  <a:pt x="0" y="94015"/>
                  <a:pt x="0" y="60577"/>
                </a:cubicBezTo>
                <a:cubicBezTo>
                  <a:pt x="0" y="27140"/>
                  <a:pt x="27060" y="0"/>
                  <a:pt x="60499" y="0"/>
                </a:cubicBezTo>
              </a:path>
            </a:pathLst>
          </a:custGeom>
          <a:solidFill xmlns:a="http://schemas.openxmlformats.org/drawingml/2006/main">
            <a:srgbClr val="D1D4A9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22" name="pdf-path-39">
            <a:extLst xmlns:a="http://schemas.openxmlformats.org/drawingml/2006/main">
              <a:ext uri="{FF2B5EF4-FFF2-40B4-BE49-F238E27FC236}">
                <a16:creationId xmlns:a16="http://schemas.microsoft.com/office/drawing/2014/main" id="{7559D8F5-D0A6-4B00-88DF-07A8E5CF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439" y="2785071"/>
            <a:ext cx="121076" cy="121154"/>
          </a:xfrm>
          <a:custGeom xmlns:a="http://schemas.openxmlformats.org/drawingml/2006/main">
            <a:pathLst>
              <a:path w="121076" h="121154">
                <a:moveTo>
                  <a:pt x="60499" y="0"/>
                </a:moveTo>
                <a:cubicBezTo>
                  <a:pt x="93936" y="0"/>
                  <a:pt x="121076" y="27140"/>
                  <a:pt x="121076" y="60577"/>
                </a:cubicBezTo>
                <a:cubicBezTo>
                  <a:pt x="121076" y="94015"/>
                  <a:pt x="93936" y="121154"/>
                  <a:pt x="60499" y="121154"/>
                </a:cubicBezTo>
                <a:cubicBezTo>
                  <a:pt x="27061" y="121154"/>
                  <a:pt x="0" y="94015"/>
                  <a:pt x="0" y="60577"/>
                </a:cubicBezTo>
                <a:cubicBezTo>
                  <a:pt x="0" y="27140"/>
                  <a:pt x="27061" y="0"/>
                  <a:pt x="60499" y="0"/>
                </a:cubicBezTo>
              </a:path>
            </a:pathLst>
          </a:custGeom>
          <a:solidFill xmlns:a="http://schemas.openxmlformats.org/drawingml/2006/main">
            <a:srgbClr val="D1D4A9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23" name="pdf-path-41">
            <a:extLst xmlns:a="http://schemas.openxmlformats.org/drawingml/2006/main">
              <a:ext uri="{FF2B5EF4-FFF2-40B4-BE49-F238E27FC236}">
                <a16:creationId xmlns:a16="http://schemas.microsoft.com/office/drawing/2014/main" id="{FC024D12-0EE2-440F-A938-24245640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0720" y="2429971"/>
            <a:ext cx="121155" cy="121154"/>
          </a:xfrm>
          <a:custGeom xmlns:a="http://schemas.openxmlformats.org/drawingml/2006/main">
            <a:pathLst>
              <a:path w="121155" h="121154">
                <a:moveTo>
                  <a:pt x="60577" y="0"/>
                </a:moveTo>
                <a:cubicBezTo>
                  <a:pt x="94015" y="0"/>
                  <a:pt x="121155" y="27140"/>
                  <a:pt x="121155" y="60577"/>
                </a:cubicBezTo>
                <a:cubicBezTo>
                  <a:pt x="121155" y="94015"/>
                  <a:pt x="94015" y="121154"/>
                  <a:pt x="60577" y="121154"/>
                </a:cubicBezTo>
                <a:cubicBezTo>
                  <a:pt x="27140" y="121154"/>
                  <a:pt x="0" y="94015"/>
                  <a:pt x="0" y="60577"/>
                </a:cubicBezTo>
                <a:cubicBezTo>
                  <a:pt x="0" y="27140"/>
                  <a:pt x="27140" y="0"/>
                  <a:pt x="60577" y="0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24" name="pdf-path-43">
            <a:extLst xmlns:a="http://schemas.openxmlformats.org/drawingml/2006/main">
              <a:ext uri="{FF2B5EF4-FFF2-40B4-BE49-F238E27FC236}">
                <a16:creationId xmlns:a16="http://schemas.microsoft.com/office/drawing/2014/main" id="{DAB9DD17-E4AF-4E99-A1F6-16C0CF6A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19" y="2429971"/>
            <a:ext cx="121076" cy="121154"/>
          </a:xfrm>
          <a:custGeom xmlns:a="http://schemas.openxmlformats.org/drawingml/2006/main">
            <a:pathLst>
              <a:path w="121076" h="121154">
                <a:moveTo>
                  <a:pt x="60499" y="0"/>
                </a:moveTo>
                <a:cubicBezTo>
                  <a:pt x="93936" y="0"/>
                  <a:pt x="121076" y="27140"/>
                  <a:pt x="121076" y="60577"/>
                </a:cubicBezTo>
                <a:cubicBezTo>
                  <a:pt x="121076" y="94015"/>
                  <a:pt x="93936" y="121154"/>
                  <a:pt x="60499" y="121154"/>
                </a:cubicBezTo>
                <a:cubicBezTo>
                  <a:pt x="27060" y="121154"/>
                  <a:pt x="0" y="94015"/>
                  <a:pt x="0" y="60577"/>
                </a:cubicBezTo>
                <a:cubicBezTo>
                  <a:pt x="0" y="27140"/>
                  <a:pt x="27060" y="0"/>
                  <a:pt x="60499" y="0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5450">
            <a:solidFill>
              <a:srgbClr val="000000"/>
            </a:solidFill>
            <a:prstDash val="solid"/>
          </a:ln>
        </p:spPr>
      </p:sp>
      <p:sp>
        <p:nvSpPr>
          <p:cNvPr id="25" name="pdf-path-45">
            <a:extLst xmlns:a="http://schemas.openxmlformats.org/drawingml/2006/main">
              <a:ext uri="{FF2B5EF4-FFF2-40B4-BE49-F238E27FC236}">
                <a16:creationId xmlns:a16="http://schemas.microsoft.com/office/drawing/2014/main" id="{039ED073-9AAE-4769-8CF6-50405BD9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263" y="2931377"/>
            <a:ext cx="167916" cy="184034"/>
          </a:xfrm>
          <a:custGeom xmlns:a="http://schemas.openxmlformats.org/drawingml/2006/main">
            <a:pathLst>
              <a:path w="167916" h="184034">
                <a:moveTo>
                  <a:pt x="0" y="184034"/>
                </a:moveTo>
                <a:lnTo>
                  <a:pt x="167916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26" name="pdf-path-47">
            <a:extLst xmlns:a="http://schemas.openxmlformats.org/drawingml/2006/main">
              <a:ext uri="{FF2B5EF4-FFF2-40B4-BE49-F238E27FC236}">
                <a16:creationId xmlns:a16="http://schemas.microsoft.com/office/drawing/2014/main" id="{926A1403-3E23-4066-A15C-1CD19C1C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79" y="2931377"/>
            <a:ext cx="95" cy="184034"/>
          </a:xfrm>
          <a:custGeom xmlns:a="http://schemas.openxmlformats.org/drawingml/2006/main">
            <a:pathLst>
              <a:path w="95" h="184034">
                <a:moveTo>
                  <a:pt x="0" y="1840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27" name="pdf-path-48">
            <a:extLst xmlns:a="http://schemas.openxmlformats.org/drawingml/2006/main">
              <a:ext uri="{FF2B5EF4-FFF2-40B4-BE49-F238E27FC236}">
                <a16:creationId xmlns:a16="http://schemas.microsoft.com/office/drawing/2014/main" id="{08F1EB69-61DB-49A6-8601-00634275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79" y="2931377"/>
            <a:ext cx="178957" cy="184034"/>
          </a:xfrm>
          <a:custGeom xmlns:a="http://schemas.openxmlformats.org/drawingml/2006/main">
            <a:pathLst>
              <a:path w="178957" h="184034">
                <a:moveTo>
                  <a:pt x="178957" y="18403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28" name="pdf-path-50">
            <a:extLst xmlns:a="http://schemas.openxmlformats.org/drawingml/2006/main">
              <a:ext uri="{FF2B5EF4-FFF2-40B4-BE49-F238E27FC236}">
                <a16:creationId xmlns:a16="http://schemas.microsoft.com/office/drawing/2014/main" id="{CBAFD4E5-23CE-4E21-ACA0-8139603E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79" y="2931377"/>
            <a:ext cx="355178" cy="184034"/>
          </a:xfrm>
          <a:custGeom xmlns:a="http://schemas.openxmlformats.org/drawingml/2006/main">
            <a:pathLst>
              <a:path w="355178" h="184034">
                <a:moveTo>
                  <a:pt x="355178" y="18403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29" name="pdf-path-52">
            <a:extLst xmlns:a="http://schemas.openxmlformats.org/drawingml/2006/main">
              <a:ext uri="{FF2B5EF4-FFF2-40B4-BE49-F238E27FC236}">
                <a16:creationId xmlns:a16="http://schemas.microsoft.com/office/drawing/2014/main" id="{D3D83132-8CC8-4540-8F8F-9039B605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79" y="2931377"/>
            <a:ext cx="523075" cy="184034"/>
          </a:xfrm>
          <a:custGeom xmlns:a="http://schemas.openxmlformats.org/drawingml/2006/main">
            <a:pathLst>
              <a:path w="523075" h="184034">
                <a:moveTo>
                  <a:pt x="523075" y="18403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30" name="pdf-path-54">
            <a:extLst xmlns:a="http://schemas.openxmlformats.org/drawingml/2006/main">
              <a:ext uri="{FF2B5EF4-FFF2-40B4-BE49-F238E27FC236}">
                <a16:creationId xmlns:a16="http://schemas.microsoft.com/office/drawing/2014/main" id="{776DAA70-D659-4519-AA63-F09D6ECF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79" y="2931377"/>
            <a:ext cx="699277" cy="184034"/>
          </a:xfrm>
          <a:custGeom xmlns:a="http://schemas.openxmlformats.org/drawingml/2006/main">
            <a:pathLst>
              <a:path w="699277" h="184034">
                <a:moveTo>
                  <a:pt x="699277" y="18403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31" name="pdf-path-56">
            <a:extLst xmlns:a="http://schemas.openxmlformats.org/drawingml/2006/main">
              <a:ext uri="{FF2B5EF4-FFF2-40B4-BE49-F238E27FC236}">
                <a16:creationId xmlns:a16="http://schemas.microsoft.com/office/drawing/2014/main" id="{74168DB1-9D33-49FF-8442-823842DE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263" y="2931377"/>
            <a:ext cx="346873" cy="184034"/>
          </a:xfrm>
          <a:custGeom xmlns:a="http://schemas.openxmlformats.org/drawingml/2006/main">
            <a:pathLst>
              <a:path w="346873" h="184034">
                <a:moveTo>
                  <a:pt x="0" y="184034"/>
                </a:moveTo>
                <a:lnTo>
                  <a:pt x="346873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32" name="pdf-path-58">
            <a:extLst xmlns:a="http://schemas.openxmlformats.org/drawingml/2006/main">
              <a:ext uri="{FF2B5EF4-FFF2-40B4-BE49-F238E27FC236}">
                <a16:creationId xmlns:a16="http://schemas.microsoft.com/office/drawing/2014/main" id="{3EA48277-8905-47C1-84E4-E35A1B09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79" y="2931377"/>
            <a:ext cx="178957" cy="184034"/>
          </a:xfrm>
          <a:custGeom xmlns:a="http://schemas.openxmlformats.org/drawingml/2006/main">
            <a:pathLst>
              <a:path w="178957" h="184034">
                <a:moveTo>
                  <a:pt x="0" y="184034"/>
                </a:moveTo>
                <a:lnTo>
                  <a:pt x="178957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33" name="pdf-path-60">
            <a:extLst xmlns:a="http://schemas.openxmlformats.org/drawingml/2006/main">
              <a:ext uri="{FF2B5EF4-FFF2-40B4-BE49-F238E27FC236}">
                <a16:creationId xmlns:a16="http://schemas.microsoft.com/office/drawing/2014/main" id="{0393439D-8942-47AB-84B9-A37225C8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36" y="2931377"/>
            <a:ext cx="95" cy="184034"/>
          </a:xfrm>
          <a:custGeom xmlns:a="http://schemas.openxmlformats.org/drawingml/2006/main">
            <a:pathLst>
              <a:path w="95" h="184034">
                <a:moveTo>
                  <a:pt x="0" y="1840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34" name="pdf-path-61">
            <a:extLst xmlns:a="http://schemas.openxmlformats.org/drawingml/2006/main">
              <a:ext uri="{FF2B5EF4-FFF2-40B4-BE49-F238E27FC236}">
                <a16:creationId xmlns:a16="http://schemas.microsoft.com/office/drawing/2014/main" id="{9BEB4FFA-469F-44DF-ABE4-7A0A5221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36" y="2931377"/>
            <a:ext cx="176221" cy="184034"/>
          </a:xfrm>
          <a:custGeom xmlns:a="http://schemas.openxmlformats.org/drawingml/2006/main">
            <a:pathLst>
              <a:path w="176221" h="184034">
                <a:moveTo>
                  <a:pt x="176221" y="18403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35" name="pdf-path-63">
            <a:extLst xmlns:a="http://schemas.openxmlformats.org/drawingml/2006/main">
              <a:ext uri="{FF2B5EF4-FFF2-40B4-BE49-F238E27FC236}">
                <a16:creationId xmlns:a16="http://schemas.microsoft.com/office/drawing/2014/main" id="{ECB4018F-5705-4DB4-8A2F-F74DDA7A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36" y="2931377"/>
            <a:ext cx="344117" cy="184034"/>
          </a:xfrm>
          <a:custGeom xmlns:a="http://schemas.openxmlformats.org/drawingml/2006/main">
            <a:pathLst>
              <a:path w="344117" h="184034">
                <a:moveTo>
                  <a:pt x="344117" y="18403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36" name="pdf-path-65">
            <a:extLst xmlns:a="http://schemas.openxmlformats.org/drawingml/2006/main">
              <a:ext uri="{FF2B5EF4-FFF2-40B4-BE49-F238E27FC236}">
                <a16:creationId xmlns:a16="http://schemas.microsoft.com/office/drawing/2014/main" id="{FC842B4D-5F44-4C51-BBEA-CC8D7C9F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36" y="2931377"/>
            <a:ext cx="520319" cy="184034"/>
          </a:xfrm>
          <a:custGeom xmlns:a="http://schemas.openxmlformats.org/drawingml/2006/main">
            <a:pathLst>
              <a:path w="520319" h="184034">
                <a:moveTo>
                  <a:pt x="520319" y="18403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37" name="pdf-path-67">
            <a:extLst xmlns:a="http://schemas.openxmlformats.org/drawingml/2006/main">
              <a:ext uri="{FF2B5EF4-FFF2-40B4-BE49-F238E27FC236}">
                <a16:creationId xmlns:a16="http://schemas.microsoft.com/office/drawing/2014/main" id="{DD3A66A4-5382-4BD9-8810-8F88DDCF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263" y="2931377"/>
            <a:ext cx="523094" cy="184034"/>
          </a:xfrm>
          <a:custGeom xmlns:a="http://schemas.openxmlformats.org/drawingml/2006/main">
            <a:pathLst>
              <a:path w="523094" h="184034">
                <a:moveTo>
                  <a:pt x="0" y="184034"/>
                </a:moveTo>
                <a:lnTo>
                  <a:pt x="523094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38" name="pdf-path-69">
            <a:extLst xmlns:a="http://schemas.openxmlformats.org/drawingml/2006/main">
              <a:ext uri="{FF2B5EF4-FFF2-40B4-BE49-F238E27FC236}">
                <a16:creationId xmlns:a16="http://schemas.microsoft.com/office/drawing/2014/main" id="{33C40CFF-A761-4778-AE8F-16365661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79" y="2931377"/>
            <a:ext cx="355178" cy="184034"/>
          </a:xfrm>
          <a:custGeom xmlns:a="http://schemas.openxmlformats.org/drawingml/2006/main">
            <a:pathLst>
              <a:path w="355178" h="184034">
                <a:moveTo>
                  <a:pt x="0" y="184034"/>
                </a:moveTo>
                <a:lnTo>
                  <a:pt x="355178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39" name="pdf-path-71">
            <a:extLst xmlns:a="http://schemas.openxmlformats.org/drawingml/2006/main">
              <a:ext uri="{FF2B5EF4-FFF2-40B4-BE49-F238E27FC236}">
                <a16:creationId xmlns:a16="http://schemas.microsoft.com/office/drawing/2014/main" id="{43748831-03C7-4D34-9563-C8AF9D9F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36" y="2931377"/>
            <a:ext cx="176221" cy="184034"/>
          </a:xfrm>
          <a:custGeom xmlns:a="http://schemas.openxmlformats.org/drawingml/2006/main">
            <a:pathLst>
              <a:path w="176221" h="184034">
                <a:moveTo>
                  <a:pt x="0" y="184034"/>
                </a:moveTo>
                <a:lnTo>
                  <a:pt x="176221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40" name="pdf-path-73">
            <a:extLst xmlns:a="http://schemas.openxmlformats.org/drawingml/2006/main">
              <a:ext uri="{FF2B5EF4-FFF2-40B4-BE49-F238E27FC236}">
                <a16:creationId xmlns:a16="http://schemas.microsoft.com/office/drawing/2014/main" id="{2AC68EF2-60C4-497E-8CC0-64A408447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357" y="2931377"/>
            <a:ext cx="95" cy="184034"/>
          </a:xfrm>
          <a:custGeom xmlns:a="http://schemas.openxmlformats.org/drawingml/2006/main">
            <a:pathLst>
              <a:path w="95" h="184034">
                <a:moveTo>
                  <a:pt x="0" y="1840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41" name="pdf-path-74">
            <a:extLst xmlns:a="http://schemas.openxmlformats.org/drawingml/2006/main">
              <a:ext uri="{FF2B5EF4-FFF2-40B4-BE49-F238E27FC236}">
                <a16:creationId xmlns:a16="http://schemas.microsoft.com/office/drawing/2014/main" id="{B3A8640A-1475-4302-B7CB-CC45B042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357" y="2931377"/>
            <a:ext cx="167896" cy="184034"/>
          </a:xfrm>
          <a:custGeom xmlns:a="http://schemas.openxmlformats.org/drawingml/2006/main">
            <a:pathLst>
              <a:path w="167896" h="184034">
                <a:moveTo>
                  <a:pt x="167896" y="18403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42" name="pdf-path-76">
            <a:extLst xmlns:a="http://schemas.openxmlformats.org/drawingml/2006/main">
              <a:ext uri="{FF2B5EF4-FFF2-40B4-BE49-F238E27FC236}">
                <a16:creationId xmlns:a16="http://schemas.microsoft.com/office/drawing/2014/main" id="{552ED845-0DA5-4C9D-BAB7-76B258C3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357" y="2931377"/>
            <a:ext cx="344098" cy="184034"/>
          </a:xfrm>
          <a:custGeom xmlns:a="http://schemas.openxmlformats.org/drawingml/2006/main">
            <a:pathLst>
              <a:path w="344098" h="184034">
                <a:moveTo>
                  <a:pt x="344098" y="18403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43" name="pdf-path-78">
            <a:extLst xmlns:a="http://schemas.openxmlformats.org/drawingml/2006/main">
              <a:ext uri="{FF2B5EF4-FFF2-40B4-BE49-F238E27FC236}">
                <a16:creationId xmlns:a16="http://schemas.microsoft.com/office/drawing/2014/main" id="{A24ED8D9-E162-4093-B276-B14E6386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253" y="2931377"/>
            <a:ext cx="176202" cy="184034"/>
          </a:xfrm>
          <a:custGeom xmlns:a="http://schemas.openxmlformats.org/drawingml/2006/main">
            <a:pathLst>
              <a:path w="176202" h="184034">
                <a:moveTo>
                  <a:pt x="176202" y="18403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44" name="pdf-path-80">
            <a:extLst xmlns:a="http://schemas.openxmlformats.org/drawingml/2006/main">
              <a:ext uri="{FF2B5EF4-FFF2-40B4-BE49-F238E27FC236}">
                <a16:creationId xmlns:a16="http://schemas.microsoft.com/office/drawing/2014/main" id="{D2C2E6F4-9900-4DC2-A2BF-13E5E7F3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4096" y="2931377"/>
            <a:ext cx="95" cy="184034"/>
          </a:xfrm>
          <a:custGeom xmlns:a="http://schemas.openxmlformats.org/drawingml/2006/main">
            <a:pathLst>
              <a:path w="95" h="184034">
                <a:moveTo>
                  <a:pt x="0" y="18403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45" name="pdf-path-81">
            <a:extLst xmlns:a="http://schemas.openxmlformats.org/drawingml/2006/main">
              <a:ext uri="{FF2B5EF4-FFF2-40B4-BE49-F238E27FC236}">
                <a16:creationId xmlns:a16="http://schemas.microsoft.com/office/drawing/2014/main" id="{A668688A-A35A-4FF4-BD46-9B39378D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357" y="2931377"/>
            <a:ext cx="167739" cy="184034"/>
          </a:xfrm>
          <a:custGeom xmlns:a="http://schemas.openxmlformats.org/drawingml/2006/main">
            <a:pathLst>
              <a:path w="167739" h="184034">
                <a:moveTo>
                  <a:pt x="0" y="184034"/>
                </a:moveTo>
                <a:lnTo>
                  <a:pt x="167739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46" name="pdf-path-83">
            <a:extLst xmlns:a="http://schemas.openxmlformats.org/drawingml/2006/main">
              <a:ext uri="{FF2B5EF4-FFF2-40B4-BE49-F238E27FC236}">
                <a16:creationId xmlns:a16="http://schemas.microsoft.com/office/drawing/2014/main" id="{6EA8FCA3-6D1B-460B-AE5F-951212BF5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36" y="2931377"/>
            <a:ext cx="343960" cy="184034"/>
          </a:xfrm>
          <a:custGeom xmlns:a="http://schemas.openxmlformats.org/drawingml/2006/main">
            <a:pathLst>
              <a:path w="343960" h="184034">
                <a:moveTo>
                  <a:pt x="0" y="184034"/>
                </a:moveTo>
                <a:lnTo>
                  <a:pt x="34396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47" name="pdf-path-85">
            <a:extLst xmlns:a="http://schemas.openxmlformats.org/drawingml/2006/main">
              <a:ext uri="{FF2B5EF4-FFF2-40B4-BE49-F238E27FC236}">
                <a16:creationId xmlns:a16="http://schemas.microsoft.com/office/drawing/2014/main" id="{1F35B5D7-D635-4B4A-8971-A00B1A00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79" y="2931377"/>
            <a:ext cx="522918" cy="184034"/>
          </a:xfrm>
          <a:custGeom xmlns:a="http://schemas.openxmlformats.org/drawingml/2006/main">
            <a:pathLst>
              <a:path w="522918" h="184034">
                <a:moveTo>
                  <a:pt x="0" y="184034"/>
                </a:moveTo>
                <a:lnTo>
                  <a:pt x="522918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48" name="pdf-path-87">
            <a:extLst xmlns:a="http://schemas.openxmlformats.org/drawingml/2006/main">
              <a:ext uri="{FF2B5EF4-FFF2-40B4-BE49-F238E27FC236}">
                <a16:creationId xmlns:a16="http://schemas.microsoft.com/office/drawing/2014/main" id="{E7BFA8B2-D1BC-491E-B0FC-14AB865A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3263" y="2931377"/>
            <a:ext cx="690990" cy="184034"/>
          </a:xfrm>
          <a:custGeom xmlns:a="http://schemas.openxmlformats.org/drawingml/2006/main">
            <a:pathLst>
              <a:path w="690990" h="184034">
                <a:moveTo>
                  <a:pt x="0" y="184034"/>
                </a:moveTo>
                <a:lnTo>
                  <a:pt x="690990" y="0"/>
                </a:lnTo>
              </a:path>
            </a:pathLst>
          </a:custGeom>
          <a:solidFill xmlns:a="http://schemas.openxmlformats.org/drawingml/2006/main">
            <a:srgbClr val="F2D19F"/>
          </a:solidFill>
          <a:ln xmlns:a="http://schemas.openxmlformats.org/drawingml/2006/main" w="5450">
            <a:solidFill>
              <a:srgbClr val="F2D19F"/>
            </a:solidFill>
            <a:prstDash val="solid"/>
          </a:ln>
        </p:spPr>
      </p:sp>
      <p:sp>
        <p:nvSpPr>
          <p:cNvPr id="49" name="pdf-path-89">
            <a:extLst xmlns:a="http://schemas.openxmlformats.org/drawingml/2006/main">
              <a:ext uri="{FF2B5EF4-FFF2-40B4-BE49-F238E27FC236}">
                <a16:creationId xmlns:a16="http://schemas.microsoft.com/office/drawing/2014/main" id="{2EBFE76E-AAC3-4FCC-8638-C59BD3595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79" y="2576199"/>
            <a:ext cx="178957" cy="184114"/>
          </a:xfrm>
          <a:custGeom xmlns:a="http://schemas.openxmlformats.org/drawingml/2006/main">
            <a:pathLst>
              <a:path w="178957" h="184114">
                <a:moveTo>
                  <a:pt x="0" y="184114"/>
                </a:moveTo>
                <a:lnTo>
                  <a:pt x="178957" y="0"/>
                </a:lnTo>
              </a:path>
            </a:pathLst>
          </a:custGeom>
          <a:solidFill xmlns:a="http://schemas.openxmlformats.org/drawingml/2006/main">
            <a:srgbClr val="D1D4A9"/>
          </a:solidFill>
          <a:ln xmlns:a="http://schemas.openxmlformats.org/drawingml/2006/main" w="5450">
            <a:solidFill>
              <a:srgbClr val="D9E0B8"/>
            </a:solidFill>
            <a:prstDash val="solid"/>
          </a:ln>
        </p:spPr>
      </p:sp>
      <p:sp>
        <p:nvSpPr>
          <p:cNvPr id="50" name="pdf-path-91">
            <a:extLst xmlns:a="http://schemas.openxmlformats.org/drawingml/2006/main">
              <a:ext uri="{FF2B5EF4-FFF2-40B4-BE49-F238E27FC236}">
                <a16:creationId xmlns:a16="http://schemas.microsoft.com/office/drawing/2014/main" id="{C1F75E21-D9E1-418B-BDEE-20F712F9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36" y="2576199"/>
            <a:ext cx="95" cy="184114"/>
          </a:xfrm>
          <a:custGeom xmlns:a="http://schemas.openxmlformats.org/drawingml/2006/main">
            <a:pathLst>
              <a:path w="95" h="184114">
                <a:moveTo>
                  <a:pt x="0" y="1841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50">
            <a:solidFill>
              <a:srgbClr val="D9E0B8"/>
            </a:solidFill>
            <a:prstDash val="solid"/>
          </a:ln>
        </p:spPr>
      </p:sp>
      <p:sp>
        <p:nvSpPr>
          <p:cNvPr id="51" name="pdf-path-92">
            <a:extLst xmlns:a="http://schemas.openxmlformats.org/drawingml/2006/main">
              <a:ext uri="{FF2B5EF4-FFF2-40B4-BE49-F238E27FC236}">
                <a16:creationId xmlns:a16="http://schemas.microsoft.com/office/drawing/2014/main" id="{80755D77-B27D-4169-8192-AE7F80E0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36" y="2576199"/>
            <a:ext cx="176221" cy="184114"/>
          </a:xfrm>
          <a:custGeom xmlns:a="http://schemas.openxmlformats.org/drawingml/2006/main">
            <a:pathLst>
              <a:path w="176221" h="184114">
                <a:moveTo>
                  <a:pt x="176221" y="18411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1D4A9"/>
          </a:solidFill>
          <a:ln xmlns:a="http://schemas.openxmlformats.org/drawingml/2006/main" w="5450">
            <a:solidFill>
              <a:srgbClr val="D9E0B8"/>
            </a:solidFill>
            <a:prstDash val="solid"/>
          </a:ln>
        </p:spPr>
      </p:sp>
      <p:sp>
        <p:nvSpPr>
          <p:cNvPr id="52" name="pdf-path-94">
            <a:extLst xmlns:a="http://schemas.openxmlformats.org/drawingml/2006/main">
              <a:ext uri="{FF2B5EF4-FFF2-40B4-BE49-F238E27FC236}">
                <a16:creationId xmlns:a16="http://schemas.microsoft.com/office/drawing/2014/main" id="{1DDFC09B-9C6E-43B4-B112-AE3194DA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36" y="2576199"/>
            <a:ext cx="343960" cy="184114"/>
          </a:xfrm>
          <a:custGeom xmlns:a="http://schemas.openxmlformats.org/drawingml/2006/main">
            <a:pathLst>
              <a:path w="343960" h="184114">
                <a:moveTo>
                  <a:pt x="343960" y="18411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1D4A9"/>
          </a:solidFill>
          <a:ln xmlns:a="http://schemas.openxmlformats.org/drawingml/2006/main" w="5450">
            <a:solidFill>
              <a:srgbClr val="D9E0B8"/>
            </a:solidFill>
            <a:prstDash val="solid"/>
          </a:ln>
        </p:spPr>
      </p:sp>
      <p:sp>
        <p:nvSpPr>
          <p:cNvPr id="53" name="pdf-path-96">
            <a:extLst xmlns:a="http://schemas.openxmlformats.org/drawingml/2006/main">
              <a:ext uri="{FF2B5EF4-FFF2-40B4-BE49-F238E27FC236}">
                <a16:creationId xmlns:a16="http://schemas.microsoft.com/office/drawing/2014/main" id="{6B353FEB-CA46-48F3-80E5-304946A9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179" y="2576199"/>
            <a:ext cx="355178" cy="184114"/>
          </a:xfrm>
          <a:custGeom xmlns:a="http://schemas.openxmlformats.org/drawingml/2006/main">
            <a:pathLst>
              <a:path w="355178" h="184114">
                <a:moveTo>
                  <a:pt x="0" y="184114"/>
                </a:moveTo>
                <a:lnTo>
                  <a:pt x="355178" y="0"/>
                </a:lnTo>
              </a:path>
            </a:pathLst>
          </a:custGeom>
          <a:solidFill xmlns:a="http://schemas.openxmlformats.org/drawingml/2006/main">
            <a:srgbClr val="D1D4A9"/>
          </a:solidFill>
          <a:ln xmlns:a="http://schemas.openxmlformats.org/drawingml/2006/main" w="5450">
            <a:solidFill>
              <a:srgbClr val="D9E0B8"/>
            </a:solidFill>
            <a:prstDash val="solid"/>
          </a:ln>
        </p:spPr>
      </p:sp>
      <p:sp>
        <p:nvSpPr>
          <p:cNvPr id="54" name="pdf-path-98">
            <a:extLst xmlns:a="http://schemas.openxmlformats.org/drawingml/2006/main">
              <a:ext uri="{FF2B5EF4-FFF2-40B4-BE49-F238E27FC236}">
                <a16:creationId xmlns:a16="http://schemas.microsoft.com/office/drawing/2014/main" id="{E3FB1FDA-FB87-466A-8645-367D577F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136" y="2576199"/>
            <a:ext cx="176221" cy="184114"/>
          </a:xfrm>
          <a:custGeom xmlns:a="http://schemas.openxmlformats.org/drawingml/2006/main">
            <a:pathLst>
              <a:path w="176221" h="184114">
                <a:moveTo>
                  <a:pt x="0" y="184114"/>
                </a:moveTo>
                <a:lnTo>
                  <a:pt x="176221" y="0"/>
                </a:lnTo>
              </a:path>
            </a:pathLst>
          </a:custGeom>
          <a:solidFill xmlns:a="http://schemas.openxmlformats.org/drawingml/2006/main">
            <a:srgbClr val="D1D4A9"/>
          </a:solidFill>
          <a:ln xmlns:a="http://schemas.openxmlformats.org/drawingml/2006/main" w="5450">
            <a:solidFill>
              <a:srgbClr val="D9E0B8"/>
            </a:solidFill>
            <a:prstDash val="solid"/>
          </a:ln>
        </p:spPr>
      </p:sp>
      <p:sp>
        <p:nvSpPr>
          <p:cNvPr id="55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ACFC2E7B-D2D3-419C-ABF0-3B534839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357" y="2576199"/>
            <a:ext cx="95" cy="184114"/>
          </a:xfrm>
          <a:custGeom xmlns:a="http://schemas.openxmlformats.org/drawingml/2006/main">
            <a:pathLst>
              <a:path w="95" h="184114">
                <a:moveTo>
                  <a:pt x="0" y="18411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50">
            <a:solidFill>
              <a:srgbClr val="D9E0B8"/>
            </a:solidFill>
            <a:prstDash val="solid"/>
          </a:ln>
        </p:spPr>
      </p:sp>
      <p:sp>
        <p:nvSpPr>
          <p:cNvPr id="56" name="pdf-path-101">
            <a:extLst xmlns:a="http://schemas.openxmlformats.org/drawingml/2006/main">
              <a:ext uri="{FF2B5EF4-FFF2-40B4-BE49-F238E27FC236}">
                <a16:creationId xmlns:a16="http://schemas.microsoft.com/office/drawing/2014/main" id="{3D116DE0-54CE-484B-BDB5-9F4F38395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6357" y="2576199"/>
            <a:ext cx="167739" cy="184114"/>
          </a:xfrm>
          <a:custGeom xmlns:a="http://schemas.openxmlformats.org/drawingml/2006/main">
            <a:pathLst>
              <a:path w="167739" h="184114">
                <a:moveTo>
                  <a:pt x="167739" y="184114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D1D4A9"/>
          </a:solidFill>
          <a:ln xmlns:a="http://schemas.openxmlformats.org/drawingml/2006/main" w="5450">
            <a:solidFill>
              <a:srgbClr val="D9E0B8"/>
            </a:solidFill>
            <a:prstDash val="solid"/>
          </a:ln>
        </p:spPr>
      </p:sp>
      <p:sp>
        <p:nvSpPr>
          <p:cNvPr id="57" name="pdf-text-50-0">
            <a:extLst xmlns:a="http://schemas.openxmlformats.org/drawingml/2006/main">
              <a:ext uri="{FF2B5EF4-FFF2-40B4-BE49-F238E27FC236}">
                <a16:creationId xmlns:a16="http://schemas.microsoft.com/office/drawing/2014/main" id="{1197510D-582B-4E34-80C1-71694FFAB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65" y="2020918"/>
            <a:ext cx="570563" cy="19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Robot</a:t>
            </a:r>
          </a:p>
        </p:txBody>
      </p:sp>
      <p:sp>
        <p:nvSpPr>
          <p:cNvPr id="58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9380E167-7643-4255-BDCE-8EEBD112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1668" y="3580370"/>
            <a:ext cx="1407547" cy="390151"/>
          </a:xfrm>
          <a:custGeom xmlns:a="http://schemas.openxmlformats.org/drawingml/2006/main">
            <a:pathLst>
              <a:path w="1407547" h="390151">
                <a:moveTo>
                  <a:pt x="0" y="0"/>
                </a:moveTo>
                <a:lnTo>
                  <a:pt x="0" y="390151"/>
                </a:lnTo>
                <a:lnTo>
                  <a:pt x="1407547" y="390151"/>
                </a:lnTo>
              </a:path>
            </a:pathLst>
          </a:custGeom>
          <a:noFill xmlns:a="http://schemas.openxmlformats.org/drawingml/2006/main"/>
          <a:ln xmlns:a="http://schemas.openxmlformats.org/drawingml/2006/main" w="14761">
            <a:solidFill>
              <a:srgbClr val="000000"/>
            </a:solidFill>
            <a:prstDash val="solid"/>
          </a:ln>
        </p:spPr>
      </p:sp>
      <p:sp>
        <p:nvSpPr>
          <p:cNvPr id="59" name="pdf-path-105">
            <a:extLst xmlns:a="http://schemas.openxmlformats.org/drawingml/2006/main">
              <a:ext uri="{FF2B5EF4-FFF2-40B4-BE49-F238E27FC236}">
                <a16:creationId xmlns:a16="http://schemas.microsoft.com/office/drawing/2014/main" id="{326BC377-8B01-439F-B1FC-F27BBA55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2148" y="3546322"/>
            <a:ext cx="59042" cy="51110"/>
          </a:xfrm>
          <a:custGeom xmlns:a="http://schemas.openxmlformats.org/drawingml/2006/main">
            <a:pathLst>
              <a:path w="59042" h="51110">
                <a:moveTo>
                  <a:pt x="29520" y="0"/>
                </a:moveTo>
                <a:lnTo>
                  <a:pt x="59042" y="51110"/>
                </a:lnTo>
                <a:lnTo>
                  <a:pt x="0" y="51110"/>
                </a:lnTo>
                <a:lnTo>
                  <a:pt x="2952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7872">
            <a:solidFill>
              <a:srgbClr val="000000"/>
            </a:solidFill>
            <a:prstDash val="solid"/>
          </a:ln>
        </p:spPr>
      </p:sp>
      <p:sp>
        <p:nvSpPr>
          <p:cNvPr id="60" name="pdf-path-107">
            <a:extLst xmlns:a="http://schemas.openxmlformats.org/drawingml/2006/main">
              <a:ext uri="{FF2B5EF4-FFF2-40B4-BE49-F238E27FC236}">
                <a16:creationId xmlns:a16="http://schemas.microsoft.com/office/drawing/2014/main" id="{41099577-C5A1-425D-A504-B6A76AE9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231" y="3941000"/>
            <a:ext cx="51052" cy="59042"/>
          </a:xfrm>
          <a:custGeom xmlns:a="http://schemas.openxmlformats.org/drawingml/2006/main">
            <a:pathLst>
              <a:path w="51052" h="59042">
                <a:moveTo>
                  <a:pt x="51052" y="29521"/>
                </a:moveTo>
                <a:lnTo>
                  <a:pt x="0" y="59042"/>
                </a:lnTo>
                <a:lnTo>
                  <a:pt x="0" y="0"/>
                </a:lnTo>
                <a:lnTo>
                  <a:pt x="51052" y="29521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7872">
            <a:solidFill>
              <a:srgbClr val="000000"/>
            </a:solidFill>
            <a:prstDash val="solid"/>
          </a:ln>
        </p:spPr>
      </p:sp>
      <p:sp>
        <p:nvSpPr>
          <p:cNvPr id="61" name="pdf-path-109">
            <a:extLst xmlns:a="http://schemas.openxmlformats.org/drawingml/2006/main">
              <a:ext uri="{FF2B5EF4-FFF2-40B4-BE49-F238E27FC236}">
                <a16:creationId xmlns:a16="http://schemas.microsoft.com/office/drawing/2014/main" id="{C9E71435-9D0C-4467-ABA5-E6972539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62" y="3601507"/>
            <a:ext cx="1365352" cy="316289"/>
          </a:xfrm>
          <a:custGeom xmlns:a="http://schemas.openxmlformats.org/drawingml/2006/main">
            <a:pathLst>
              <a:path w="1365352" h="316289">
                <a:moveTo>
                  <a:pt x="0" y="258310"/>
                </a:moveTo>
                <a:cubicBezTo>
                  <a:pt x="31607" y="136997"/>
                  <a:pt x="20685" y="0"/>
                  <a:pt x="105017" y="110704"/>
                </a:cubicBezTo>
                <a:cubicBezTo>
                  <a:pt x="189349" y="221408"/>
                  <a:pt x="157289" y="316289"/>
                  <a:pt x="210033" y="258310"/>
                </a:cubicBezTo>
                <a:cubicBezTo>
                  <a:pt x="262778" y="200271"/>
                  <a:pt x="283462" y="216114"/>
                  <a:pt x="315050" y="231937"/>
                </a:cubicBezTo>
                <a:cubicBezTo>
                  <a:pt x="346716" y="247702"/>
                  <a:pt x="367401" y="305741"/>
                  <a:pt x="420066" y="205585"/>
                </a:cubicBezTo>
                <a:cubicBezTo>
                  <a:pt x="472810" y="105410"/>
                  <a:pt x="488181" y="131783"/>
                  <a:pt x="525082" y="84331"/>
                </a:cubicBezTo>
                <a:cubicBezTo>
                  <a:pt x="561984" y="36901"/>
                  <a:pt x="614335" y="68508"/>
                  <a:pt x="630178" y="100096"/>
                </a:cubicBezTo>
                <a:cubicBezTo>
                  <a:pt x="645942" y="131783"/>
                  <a:pt x="708822" y="189742"/>
                  <a:pt x="735195" y="200271"/>
                </a:cubicBezTo>
                <a:cubicBezTo>
                  <a:pt x="761546" y="210800"/>
                  <a:pt x="824368" y="205585"/>
                  <a:pt x="840211" y="142312"/>
                </a:cubicBezTo>
                <a:cubicBezTo>
                  <a:pt x="856034" y="79038"/>
                  <a:pt x="929384" y="47430"/>
                  <a:pt x="945227" y="110704"/>
                </a:cubicBezTo>
                <a:cubicBezTo>
                  <a:pt x="961051" y="173899"/>
                  <a:pt x="1018637" y="189742"/>
                  <a:pt x="1050224" y="221408"/>
                </a:cubicBezTo>
                <a:cubicBezTo>
                  <a:pt x="1081910" y="253015"/>
                  <a:pt x="1123653" y="289917"/>
                  <a:pt x="1155241" y="237172"/>
                </a:cubicBezTo>
                <a:cubicBezTo>
                  <a:pt x="1186926" y="184507"/>
                  <a:pt x="1223434" y="158135"/>
                  <a:pt x="1260336" y="158135"/>
                </a:cubicBezTo>
                <a:cubicBezTo>
                  <a:pt x="1297237" y="158135"/>
                  <a:pt x="1344215" y="152841"/>
                  <a:pt x="1365352" y="179213"/>
                </a:cubicBezTo>
              </a:path>
            </a:pathLst>
          </a:custGeom>
          <a:noFill xmlns:a="http://schemas.openxmlformats.org/drawingml/2006/main"/>
          <a:ln xmlns:a="http://schemas.openxmlformats.org/drawingml/2006/main" w="14761">
            <a:solidFill>
              <a:srgbClr val="AFD5A3"/>
            </a:solidFill>
            <a:prstDash val="solid"/>
          </a:ln>
        </p:spPr>
      </p:sp>
      <p:sp>
        <p:nvSpPr>
          <p:cNvPr id="62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3F8E1B72-8A88-4712-9697-C2A6A9E4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222" y="3678392"/>
            <a:ext cx="66731" cy="66653"/>
          </a:xfrm>
          <a:custGeom xmlns:a="http://schemas.openxmlformats.org/drawingml/2006/main">
            <a:pathLst>
              <a:path w="66731" h="66653">
                <a:moveTo>
                  <a:pt x="51289" y="56810"/>
                </a:moveTo>
                <a:cubicBezTo>
                  <a:pt x="38290" y="66653"/>
                  <a:pt x="19768" y="64185"/>
                  <a:pt x="9940" y="51204"/>
                </a:cubicBezTo>
                <a:cubicBezTo>
                  <a:pt x="0" y="38280"/>
                  <a:pt x="2556" y="19753"/>
                  <a:pt x="15461" y="9827"/>
                </a:cubicBezTo>
                <a:cubicBezTo>
                  <a:pt x="28442" y="0"/>
                  <a:pt x="46983" y="2452"/>
                  <a:pt x="56894" y="15462"/>
                </a:cubicBezTo>
                <a:cubicBezTo>
                  <a:pt x="66731" y="28372"/>
                  <a:pt x="64289" y="46968"/>
                  <a:pt x="51289" y="56810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4771">
            <a:solidFill>
              <a:srgbClr val="AFD5A3"/>
            </a:solidFill>
            <a:prstDash val="solid"/>
          </a:ln>
        </p:spPr>
      </p:sp>
      <p:sp>
        <p:nvSpPr>
          <p:cNvPr id="63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FB0FA26C-AE35-4FAB-A7D5-31D0332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788" y="3827444"/>
            <a:ext cx="65645" cy="65590"/>
          </a:xfrm>
          <a:custGeom xmlns:a="http://schemas.openxmlformats.org/drawingml/2006/main">
            <a:pathLst>
              <a:path w="65645" h="65590">
                <a:moveTo>
                  <a:pt x="52652" y="10930"/>
                </a:moveTo>
                <a:cubicBezTo>
                  <a:pt x="64737" y="21916"/>
                  <a:pt x="65645" y="40607"/>
                  <a:pt x="54659" y="52691"/>
                </a:cubicBezTo>
                <a:cubicBezTo>
                  <a:pt x="43669" y="64663"/>
                  <a:pt x="24998" y="65590"/>
                  <a:pt x="12989" y="54600"/>
                </a:cubicBezTo>
                <a:cubicBezTo>
                  <a:pt x="926" y="43670"/>
                  <a:pt x="0" y="24999"/>
                  <a:pt x="11004" y="12932"/>
                </a:cubicBezTo>
                <a:cubicBezTo>
                  <a:pt x="21914" y="852"/>
                  <a:pt x="40590" y="0"/>
                  <a:pt x="52652" y="10930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5295">
            <a:solidFill>
              <a:srgbClr val="AFD5A3"/>
            </a:solidFill>
            <a:prstDash val="solid"/>
          </a:ln>
        </p:spPr>
      </p:sp>
      <p:sp>
        <p:nvSpPr>
          <p:cNvPr id="64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D07D6090-3FCD-4413-A063-CF43D0CA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809" y="3799486"/>
            <a:ext cx="67417" cy="67407"/>
          </a:xfrm>
          <a:custGeom xmlns:a="http://schemas.openxmlformats.org/drawingml/2006/main">
            <a:pathLst>
              <a:path w="67417" h="67407">
                <a:moveTo>
                  <a:pt x="60115" y="46880"/>
                </a:moveTo>
                <a:cubicBezTo>
                  <a:pt x="52812" y="61483"/>
                  <a:pt x="35041" y="67407"/>
                  <a:pt x="20517" y="60096"/>
                </a:cubicBezTo>
                <a:cubicBezTo>
                  <a:pt x="5914" y="52793"/>
                  <a:pt x="0" y="35052"/>
                  <a:pt x="7292" y="20517"/>
                </a:cubicBezTo>
                <a:cubicBezTo>
                  <a:pt x="14593" y="5914"/>
                  <a:pt x="32286" y="0"/>
                  <a:pt x="46890" y="7302"/>
                </a:cubicBezTo>
                <a:cubicBezTo>
                  <a:pt x="61493" y="14603"/>
                  <a:pt x="67417" y="32277"/>
                  <a:pt x="60115" y="46880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7041">
            <a:solidFill>
              <a:srgbClr val="AFD5A3"/>
            </a:solidFill>
            <a:prstDash val="solid"/>
          </a:ln>
        </p:spPr>
      </p:sp>
      <p:sp>
        <p:nvSpPr>
          <p:cNvPr id="65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5C546F4C-A19D-4E9D-8A9A-804DECC9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45" y="3773874"/>
            <a:ext cx="67417" cy="67417"/>
          </a:xfrm>
          <a:custGeom xmlns:a="http://schemas.openxmlformats.org/drawingml/2006/main">
            <a:pathLst>
              <a:path w="67417" h="67417">
                <a:moveTo>
                  <a:pt x="47513" y="7603"/>
                </a:moveTo>
                <a:cubicBezTo>
                  <a:pt x="61899" y="15225"/>
                  <a:pt x="67417" y="33057"/>
                  <a:pt x="59883" y="47515"/>
                </a:cubicBezTo>
                <a:cubicBezTo>
                  <a:pt x="52272" y="61881"/>
                  <a:pt x="34379" y="67417"/>
                  <a:pt x="19992" y="59895"/>
                </a:cubicBezTo>
                <a:cubicBezTo>
                  <a:pt x="5526" y="52281"/>
                  <a:pt x="0" y="34369"/>
                  <a:pt x="7622" y="19984"/>
                </a:cubicBezTo>
                <a:cubicBezTo>
                  <a:pt x="15224" y="5537"/>
                  <a:pt x="33068" y="0"/>
                  <a:pt x="47513" y="7603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3666">
            <a:solidFill>
              <a:srgbClr val="AFD5A3"/>
            </a:solidFill>
            <a:prstDash val="solid"/>
          </a:ln>
        </p:spPr>
      </p:sp>
      <p:sp>
        <p:nvSpPr>
          <p:cNvPr id="66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07C34F3F-AE9D-4E96-8BD1-022DEB62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455" y="3653032"/>
            <a:ext cx="66575" cy="66576"/>
          </a:xfrm>
          <a:custGeom xmlns:a="http://schemas.openxmlformats.org/drawingml/2006/main">
            <a:pathLst>
              <a:path w="66575" h="66576">
                <a:moveTo>
                  <a:pt x="51425" y="9987"/>
                </a:moveTo>
                <a:cubicBezTo>
                  <a:pt x="64257" y="19968"/>
                  <a:pt x="66575" y="38511"/>
                  <a:pt x="56568" y="51417"/>
                </a:cubicBezTo>
                <a:cubicBezTo>
                  <a:pt x="46588" y="64249"/>
                  <a:pt x="27975" y="66576"/>
                  <a:pt x="15139" y="56561"/>
                </a:cubicBezTo>
                <a:cubicBezTo>
                  <a:pt x="2307" y="46581"/>
                  <a:pt x="0" y="27982"/>
                  <a:pt x="9995" y="15131"/>
                </a:cubicBezTo>
                <a:cubicBezTo>
                  <a:pt x="19975" y="2299"/>
                  <a:pt x="38504" y="0"/>
                  <a:pt x="51425" y="9987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4833">
            <a:solidFill>
              <a:srgbClr val="AFD5A3"/>
            </a:solidFill>
            <a:prstDash val="solid"/>
          </a:ln>
        </p:spPr>
      </p:sp>
      <p:sp>
        <p:nvSpPr>
          <p:cNvPr id="67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D25EC5F3-DB81-41FE-A508-D5C5276F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156" y="3667391"/>
            <a:ext cx="67348" cy="67436"/>
          </a:xfrm>
          <a:custGeom xmlns:a="http://schemas.openxmlformats.org/drawingml/2006/main">
            <a:pathLst>
              <a:path w="67348" h="67436">
                <a:moveTo>
                  <a:pt x="46898" y="60134"/>
                </a:moveTo>
                <a:cubicBezTo>
                  <a:pt x="32295" y="67436"/>
                  <a:pt x="14603" y="61522"/>
                  <a:pt x="7291" y="46899"/>
                </a:cubicBezTo>
                <a:cubicBezTo>
                  <a:pt x="0" y="32365"/>
                  <a:pt x="5914" y="14622"/>
                  <a:pt x="20458" y="7301"/>
                </a:cubicBezTo>
                <a:cubicBezTo>
                  <a:pt x="35061" y="0"/>
                  <a:pt x="52813" y="5933"/>
                  <a:pt x="60115" y="20537"/>
                </a:cubicBezTo>
                <a:cubicBezTo>
                  <a:pt x="67348" y="35051"/>
                  <a:pt x="61501" y="52833"/>
                  <a:pt x="46898" y="60134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3521">
            <a:solidFill>
              <a:srgbClr val="AFD5A3"/>
            </a:solidFill>
            <a:prstDash val="solid"/>
          </a:ln>
        </p:spPr>
      </p:sp>
      <p:sp>
        <p:nvSpPr>
          <p:cNvPr id="68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88DA2A46-27DA-412B-87B4-7492DCB0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083" y="3768098"/>
            <a:ext cx="66981" cy="66981"/>
          </a:xfrm>
          <a:custGeom xmlns:a="http://schemas.openxmlformats.org/drawingml/2006/main">
            <a:pathLst>
              <a:path w="66981" h="66981">
                <a:moveTo>
                  <a:pt x="60900" y="44443"/>
                </a:moveTo>
                <a:cubicBezTo>
                  <a:pt x="54818" y="59589"/>
                  <a:pt x="37684" y="66981"/>
                  <a:pt x="22539" y="60900"/>
                </a:cubicBezTo>
                <a:cubicBezTo>
                  <a:pt x="7391" y="54818"/>
                  <a:pt x="0" y="37684"/>
                  <a:pt x="6081" y="22539"/>
                </a:cubicBezTo>
                <a:cubicBezTo>
                  <a:pt x="12162" y="7392"/>
                  <a:pt x="29295" y="0"/>
                  <a:pt x="44443" y="6082"/>
                </a:cubicBezTo>
                <a:cubicBezTo>
                  <a:pt x="59588" y="12162"/>
                  <a:pt x="66981" y="29297"/>
                  <a:pt x="60900" y="44443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7309">
            <a:solidFill>
              <a:srgbClr val="AFD5A3"/>
            </a:solidFill>
            <a:prstDash val="solid"/>
          </a:ln>
        </p:spPr>
      </p:sp>
      <p:sp>
        <p:nvSpPr>
          <p:cNvPr id="69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B609C77A-8DB7-4FEE-BB55-89A13169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405" y="3711839"/>
            <a:ext cx="65198" cy="65114"/>
          </a:xfrm>
          <a:custGeom xmlns:a="http://schemas.openxmlformats.org/drawingml/2006/main">
            <a:pathLst>
              <a:path w="65198" h="65114">
                <a:moveTo>
                  <a:pt x="39746" y="3917"/>
                </a:moveTo>
                <a:cubicBezTo>
                  <a:pt x="55599" y="7838"/>
                  <a:pt x="65198" y="23893"/>
                  <a:pt x="61276" y="39746"/>
                </a:cubicBezTo>
                <a:cubicBezTo>
                  <a:pt x="57276" y="55495"/>
                  <a:pt x="41301" y="65114"/>
                  <a:pt x="25447" y="61193"/>
                </a:cubicBezTo>
                <a:cubicBezTo>
                  <a:pt x="9614" y="57276"/>
                  <a:pt x="0" y="41197"/>
                  <a:pt x="4000" y="25364"/>
                </a:cubicBezTo>
                <a:cubicBezTo>
                  <a:pt x="7922" y="9595"/>
                  <a:pt x="23996" y="0"/>
                  <a:pt x="39746" y="3917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1909">
            <a:solidFill>
              <a:srgbClr val="AFD5A3"/>
            </a:solidFill>
            <a:prstDash val="solid"/>
          </a:ln>
        </p:spPr>
      </p:sp>
      <p:sp>
        <p:nvSpPr>
          <p:cNvPr id="70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07BEE18E-42E4-4803-90A7-0D74D4084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9433" y="3679003"/>
            <a:ext cx="65193" cy="65197"/>
          </a:xfrm>
          <a:custGeom xmlns:a="http://schemas.openxmlformats.org/drawingml/2006/main">
            <a:pathLst>
              <a:path w="65193" h="65197">
                <a:moveTo>
                  <a:pt x="39745" y="61276"/>
                </a:moveTo>
                <a:cubicBezTo>
                  <a:pt x="23977" y="65197"/>
                  <a:pt x="7916" y="55579"/>
                  <a:pt x="4000" y="39745"/>
                </a:cubicBezTo>
                <a:cubicBezTo>
                  <a:pt x="0" y="23996"/>
                  <a:pt x="9614" y="7916"/>
                  <a:pt x="25447" y="4000"/>
                </a:cubicBezTo>
                <a:cubicBezTo>
                  <a:pt x="41280" y="0"/>
                  <a:pt x="57276" y="9614"/>
                  <a:pt x="61276" y="25448"/>
                </a:cubicBezTo>
                <a:cubicBezTo>
                  <a:pt x="65193" y="41281"/>
                  <a:pt x="55579" y="57276"/>
                  <a:pt x="39745" y="61276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1909">
            <a:solidFill>
              <a:srgbClr val="AFD5A3"/>
            </a:solidFill>
            <a:prstDash val="solid"/>
          </a:ln>
        </p:spPr>
      </p:sp>
      <p:sp>
        <p:nvSpPr>
          <p:cNvPr id="71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39769ED2-E98F-4878-8DEA-583F16C0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361" y="3790096"/>
            <a:ext cx="64827" cy="64809"/>
          </a:xfrm>
          <a:custGeom xmlns:a="http://schemas.openxmlformats.org/drawingml/2006/main">
            <a:pathLst>
              <a:path w="64827" h="64809">
                <a:moveTo>
                  <a:pt x="53276" y="53276"/>
                </a:moveTo>
                <a:cubicBezTo>
                  <a:pt x="41743" y="64808"/>
                  <a:pt x="23086" y="64809"/>
                  <a:pt x="11553" y="53276"/>
                </a:cubicBezTo>
                <a:cubicBezTo>
                  <a:pt x="19" y="41743"/>
                  <a:pt x="0" y="23066"/>
                  <a:pt x="11533" y="11534"/>
                </a:cubicBezTo>
                <a:cubicBezTo>
                  <a:pt x="23065" y="1"/>
                  <a:pt x="41762" y="0"/>
                  <a:pt x="53296" y="11534"/>
                </a:cubicBezTo>
                <a:cubicBezTo>
                  <a:pt x="64827" y="23066"/>
                  <a:pt x="64808" y="41743"/>
                  <a:pt x="53276" y="53276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5567">
            <a:solidFill>
              <a:srgbClr val="AFD5A3"/>
            </a:solidFill>
            <a:prstDash val="solid"/>
          </a:ln>
        </p:spPr>
      </p:sp>
      <p:sp>
        <p:nvSpPr>
          <p:cNvPr id="72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B51D6A1E-98D0-4329-8E28-468D3503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236" y="3805537"/>
            <a:ext cx="67426" cy="67359"/>
          </a:xfrm>
          <a:custGeom xmlns:a="http://schemas.openxmlformats.org/drawingml/2006/main">
            <a:pathLst>
              <a:path w="67426" h="67359">
                <a:moveTo>
                  <a:pt x="48887" y="8396"/>
                </a:moveTo>
                <a:cubicBezTo>
                  <a:pt x="62892" y="16772"/>
                  <a:pt x="67426" y="34910"/>
                  <a:pt x="59047" y="48832"/>
                </a:cubicBezTo>
                <a:cubicBezTo>
                  <a:pt x="50651" y="62824"/>
                  <a:pt x="32512" y="67359"/>
                  <a:pt x="18520" y="58963"/>
                </a:cubicBezTo>
                <a:cubicBezTo>
                  <a:pt x="4535" y="50599"/>
                  <a:pt x="0" y="32462"/>
                  <a:pt x="8376" y="18457"/>
                </a:cubicBezTo>
                <a:cubicBezTo>
                  <a:pt x="16756" y="4535"/>
                  <a:pt x="34895" y="0"/>
                  <a:pt x="48887" y="8396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4050">
            <a:solidFill>
              <a:srgbClr val="AFD5A3"/>
            </a:solidFill>
            <a:prstDash val="solid"/>
          </a:ln>
        </p:spPr>
      </p:sp>
      <p:sp>
        <p:nvSpPr>
          <p:cNvPr id="73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3693C22A-5C61-4A2A-9647-39E938C1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167" y="3730121"/>
            <a:ext cx="59042" cy="59042"/>
          </a:xfrm>
          <a:custGeom xmlns:a="http://schemas.openxmlformats.org/drawingml/2006/main">
            <a:pathLst>
              <a:path w="59042" h="59042">
                <a:moveTo>
                  <a:pt x="59042" y="29521"/>
                </a:moveTo>
                <a:cubicBezTo>
                  <a:pt x="59042" y="45836"/>
                  <a:pt x="45816" y="59042"/>
                  <a:pt x="29520" y="59042"/>
                </a:cubicBezTo>
                <a:cubicBezTo>
                  <a:pt x="13225" y="59042"/>
                  <a:pt x="0" y="45836"/>
                  <a:pt x="0" y="29521"/>
                </a:cubicBezTo>
                <a:cubicBezTo>
                  <a:pt x="0" y="13225"/>
                  <a:pt x="13225" y="0"/>
                  <a:pt x="29520" y="0"/>
                </a:cubicBezTo>
                <a:cubicBezTo>
                  <a:pt x="45816" y="0"/>
                  <a:pt x="59042" y="13225"/>
                  <a:pt x="59042" y="29521"/>
                </a:cubicBezTo>
              </a:path>
            </a:pathLst>
          </a:custGeom>
          <a:solidFill xmlns:a="http://schemas.openxmlformats.org/drawingml/2006/main">
            <a:srgbClr val="AFD5A3"/>
          </a:solidFill>
          <a:ln xmlns:a="http://schemas.openxmlformats.org/drawingml/2006/main" w="7872">
            <a:solidFill>
              <a:srgbClr val="AFD5A3"/>
            </a:solidFill>
            <a:prstDash val="solid"/>
          </a:ln>
        </p:spPr>
      </p:sp>
      <p:sp>
        <p:nvSpPr>
          <p:cNvPr id="74" name="pdf-text-51-0">
            <a:extLst xmlns:a="http://schemas.openxmlformats.org/drawingml/2006/main">
              <a:ext uri="{FF2B5EF4-FFF2-40B4-BE49-F238E27FC236}">
                <a16:creationId xmlns:a16="http://schemas.microsoft.com/office/drawing/2014/main" id="{01592F19-E5E5-4327-833D-99A93EE8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405" y="2014864"/>
            <a:ext cx="770125" cy="19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75" name="pdf-path-135">
            <a:extLst xmlns:a="http://schemas.openxmlformats.org/drawingml/2006/main">
              <a:ext uri="{FF2B5EF4-FFF2-40B4-BE49-F238E27FC236}">
                <a16:creationId xmlns:a16="http://schemas.microsoft.com/office/drawing/2014/main" id="{729E79F5-1434-4467-88C4-88C2E2AC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670" y="2321963"/>
            <a:ext cx="1066381" cy="914604"/>
          </a:xfrm>
          <a:custGeom xmlns:a="http://schemas.openxmlformats.org/drawingml/2006/main">
            <a:pathLst>
              <a:path w="1066381" h="914604">
                <a:moveTo>
                  <a:pt x="0" y="0"/>
                </a:moveTo>
                <a:lnTo>
                  <a:pt x="0" y="914604"/>
                </a:lnTo>
                <a:lnTo>
                  <a:pt x="1066381" y="914604"/>
                </a:lnTo>
              </a:path>
            </a:pathLst>
          </a:custGeom>
          <a:noFill xmlns:a="http://schemas.openxmlformats.org/drawingml/2006/main"/>
          <a:ln xmlns:a="http://schemas.openxmlformats.org/drawingml/2006/main" w="11183">
            <a:solidFill>
              <a:srgbClr val="000000"/>
            </a:solidFill>
            <a:prstDash val="solid"/>
          </a:ln>
        </p:spPr>
      </p:sp>
      <p:sp>
        <p:nvSpPr>
          <p:cNvPr id="76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43D8E6EF-B64F-4C8C-BB9C-A866A3FA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2313" y="2296122"/>
            <a:ext cx="44734" cy="38751"/>
          </a:xfrm>
          <a:custGeom xmlns:a="http://schemas.openxmlformats.org/drawingml/2006/main">
            <a:pathLst>
              <a:path w="44734" h="38751">
                <a:moveTo>
                  <a:pt x="22357" y="0"/>
                </a:moveTo>
                <a:lnTo>
                  <a:pt x="44734" y="38751"/>
                </a:lnTo>
                <a:lnTo>
                  <a:pt x="0" y="38751"/>
                </a:lnTo>
                <a:lnTo>
                  <a:pt x="22357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5964">
            <a:solidFill>
              <a:srgbClr val="000000"/>
            </a:solidFill>
            <a:prstDash val="solid"/>
          </a:ln>
        </p:spPr>
      </p:sp>
      <p:sp>
        <p:nvSpPr>
          <p:cNvPr id="77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9FBCCABA-7A76-4653-AAA9-4FF15D22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140" y="3214210"/>
            <a:ext cx="38733" cy="44734"/>
          </a:xfrm>
          <a:custGeom xmlns:a="http://schemas.openxmlformats.org/drawingml/2006/main">
            <a:pathLst>
              <a:path w="38733" h="44734">
                <a:moveTo>
                  <a:pt x="38733" y="22357"/>
                </a:moveTo>
                <a:lnTo>
                  <a:pt x="0" y="44734"/>
                </a:lnTo>
                <a:lnTo>
                  <a:pt x="0" y="0"/>
                </a:lnTo>
                <a:lnTo>
                  <a:pt x="38733" y="223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5964">
            <a:solidFill>
              <a:srgbClr val="000000"/>
            </a:solidFill>
            <a:prstDash val="solid"/>
          </a:ln>
        </p:spPr>
      </p:sp>
      <p:sp>
        <p:nvSpPr>
          <p:cNvPr id="78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34491AAC-F8E5-423A-9917-29BE99BE3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807" y="2312044"/>
            <a:ext cx="1037096" cy="127925"/>
          </a:xfrm>
          <a:custGeom xmlns:a="http://schemas.openxmlformats.org/drawingml/2006/main">
            <a:pathLst>
              <a:path w="1037096" h="127925">
                <a:moveTo>
                  <a:pt x="0" y="104465"/>
                </a:moveTo>
                <a:cubicBezTo>
                  <a:pt x="24070" y="55421"/>
                  <a:pt x="15765" y="0"/>
                  <a:pt x="79806" y="44813"/>
                </a:cubicBezTo>
                <a:cubicBezTo>
                  <a:pt x="143846" y="89567"/>
                  <a:pt x="119560" y="127925"/>
                  <a:pt x="159611" y="104465"/>
                </a:cubicBezTo>
                <a:cubicBezTo>
                  <a:pt x="199582" y="81026"/>
                  <a:pt x="215347" y="87402"/>
                  <a:pt x="239338" y="93778"/>
                </a:cubicBezTo>
                <a:cubicBezTo>
                  <a:pt x="263387" y="100253"/>
                  <a:pt x="279074" y="123693"/>
                  <a:pt x="319123" y="83171"/>
                </a:cubicBezTo>
                <a:cubicBezTo>
                  <a:pt x="359174" y="42668"/>
                  <a:pt x="370865" y="53354"/>
                  <a:pt x="398850" y="34126"/>
                </a:cubicBezTo>
                <a:cubicBezTo>
                  <a:pt x="426914" y="14976"/>
                  <a:pt x="466649" y="27749"/>
                  <a:pt x="478656" y="40503"/>
                </a:cubicBezTo>
                <a:cubicBezTo>
                  <a:pt x="490641" y="53354"/>
                  <a:pt x="538387" y="76794"/>
                  <a:pt x="558441" y="81026"/>
                </a:cubicBezTo>
                <a:cubicBezTo>
                  <a:pt x="578436" y="85335"/>
                  <a:pt x="626182" y="83171"/>
                  <a:pt x="638167" y="57585"/>
                </a:cubicBezTo>
                <a:cubicBezTo>
                  <a:pt x="650252" y="31981"/>
                  <a:pt x="705988" y="19208"/>
                  <a:pt x="717973" y="44813"/>
                </a:cubicBezTo>
                <a:cubicBezTo>
                  <a:pt x="729958" y="70339"/>
                  <a:pt x="773709" y="76794"/>
                  <a:pt x="797779" y="89567"/>
                </a:cubicBezTo>
                <a:cubicBezTo>
                  <a:pt x="821749" y="102320"/>
                  <a:pt x="853514" y="117238"/>
                  <a:pt x="877487" y="95944"/>
                </a:cubicBezTo>
                <a:cubicBezTo>
                  <a:pt x="901555" y="74649"/>
                  <a:pt x="929226" y="63962"/>
                  <a:pt x="957292" y="63962"/>
                </a:cubicBezTo>
                <a:cubicBezTo>
                  <a:pt x="985278" y="63962"/>
                  <a:pt x="1021017" y="61876"/>
                  <a:pt x="1037096" y="72484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80">
            <a:solidFill>
              <a:srgbClr val="A4D497"/>
            </a:solidFill>
            <a:prstDash val="solid"/>
          </a:ln>
        </p:spPr>
      </p:sp>
      <p:sp>
        <p:nvSpPr>
          <p:cNvPr id="79" name="pdf-path-141">
            <a:extLst xmlns:a="http://schemas.openxmlformats.org/drawingml/2006/main">
              <a:ext uri="{FF2B5EF4-FFF2-40B4-BE49-F238E27FC236}">
                <a16:creationId xmlns:a16="http://schemas.microsoft.com/office/drawing/2014/main" id="{AFBC4DFD-E7E9-435D-A244-0979353C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783" y="2338113"/>
            <a:ext cx="37126" cy="37127"/>
          </a:xfrm>
          <a:custGeom xmlns:a="http://schemas.openxmlformats.org/drawingml/2006/main">
            <a:pathLst>
              <a:path w="37126" h="37127">
                <a:moveTo>
                  <a:pt x="31990" y="27899"/>
                </a:moveTo>
                <a:cubicBezTo>
                  <a:pt x="26833" y="35279"/>
                  <a:pt x="16609" y="37127"/>
                  <a:pt x="9228" y="31970"/>
                </a:cubicBezTo>
                <a:cubicBezTo>
                  <a:pt x="1749" y="26745"/>
                  <a:pt x="0" y="16589"/>
                  <a:pt x="5145" y="9142"/>
                </a:cubicBezTo>
                <a:cubicBezTo>
                  <a:pt x="10302" y="1762"/>
                  <a:pt x="20524" y="0"/>
                  <a:pt x="27919" y="5137"/>
                </a:cubicBezTo>
                <a:cubicBezTo>
                  <a:pt x="35366" y="10283"/>
                  <a:pt x="37126" y="20505"/>
                  <a:pt x="31990" y="27899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3576">
            <a:solidFill>
              <a:srgbClr val="A4D497"/>
            </a:solidFill>
            <a:prstDash val="solid"/>
          </a:ln>
        </p:spPr>
      </p:sp>
      <p:sp>
        <p:nvSpPr>
          <p:cNvPr id="80" name="pdf-path-143">
            <a:extLst xmlns:a="http://schemas.openxmlformats.org/drawingml/2006/main">
              <a:ext uri="{FF2B5EF4-FFF2-40B4-BE49-F238E27FC236}">
                <a16:creationId xmlns:a16="http://schemas.microsoft.com/office/drawing/2014/main" id="{4A5680DA-BAAF-4D80-BB2D-EB76455A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428" y="2397990"/>
            <a:ext cx="37362" cy="37362"/>
          </a:xfrm>
          <a:custGeom xmlns:a="http://schemas.openxmlformats.org/drawingml/2006/main">
            <a:pathLst>
              <a:path w="37362" h="37362">
                <a:moveTo>
                  <a:pt x="32809" y="10451"/>
                </a:moveTo>
                <a:cubicBezTo>
                  <a:pt x="37362" y="18225"/>
                  <a:pt x="34752" y="28210"/>
                  <a:pt x="26910" y="32829"/>
                </a:cubicBezTo>
                <a:cubicBezTo>
                  <a:pt x="19126" y="37362"/>
                  <a:pt x="9139" y="34752"/>
                  <a:pt x="4536" y="26981"/>
                </a:cubicBezTo>
                <a:cubicBezTo>
                  <a:pt x="0" y="19145"/>
                  <a:pt x="2609" y="9159"/>
                  <a:pt x="10363" y="4618"/>
                </a:cubicBezTo>
                <a:cubicBezTo>
                  <a:pt x="18205" y="0"/>
                  <a:pt x="28222" y="2618"/>
                  <a:pt x="32809" y="10451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3765">
            <a:solidFill>
              <a:srgbClr val="A4D497"/>
            </a:solidFill>
            <a:prstDash val="solid"/>
          </a:ln>
        </p:spPr>
      </p:sp>
      <p:sp>
        <p:nvSpPr>
          <p:cNvPr id="81" name="pdf-path-145">
            <a:extLst xmlns:a="http://schemas.openxmlformats.org/drawingml/2006/main">
              <a:ext uri="{FF2B5EF4-FFF2-40B4-BE49-F238E27FC236}">
                <a16:creationId xmlns:a16="http://schemas.microsoft.com/office/drawing/2014/main" id="{6560F227-9721-49B1-AE01-8639A27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679" y="2387615"/>
            <a:ext cx="36282" cy="36279"/>
          </a:xfrm>
          <a:custGeom xmlns:a="http://schemas.openxmlformats.org/drawingml/2006/main">
            <a:pathLst>
              <a:path w="36282" h="36279">
                <a:moveTo>
                  <a:pt x="33991" y="22367"/>
                </a:moveTo>
                <a:cubicBezTo>
                  <a:pt x="31680" y="31130"/>
                  <a:pt x="22680" y="36279"/>
                  <a:pt x="13917" y="33967"/>
                </a:cubicBezTo>
                <a:cubicBezTo>
                  <a:pt x="5232" y="31677"/>
                  <a:pt x="0" y="22676"/>
                  <a:pt x="2309" y="13997"/>
                </a:cubicBezTo>
                <a:cubicBezTo>
                  <a:pt x="4685" y="5229"/>
                  <a:pt x="13622" y="0"/>
                  <a:pt x="22390" y="2376"/>
                </a:cubicBezTo>
                <a:cubicBezTo>
                  <a:pt x="31069" y="4686"/>
                  <a:pt x="36282" y="13682"/>
                  <a:pt x="33991" y="22367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4216">
            <a:solidFill>
              <a:srgbClr val="A4D497"/>
            </a:solidFill>
            <a:prstDash val="solid"/>
          </a:ln>
        </p:spPr>
      </p:sp>
      <p:sp>
        <p:nvSpPr>
          <p:cNvPr id="82" name="pdf-path-147">
            <a:extLst xmlns:a="http://schemas.openxmlformats.org/drawingml/2006/main">
              <a:ext uri="{FF2B5EF4-FFF2-40B4-BE49-F238E27FC236}">
                <a16:creationId xmlns:a16="http://schemas.microsoft.com/office/drawing/2014/main" id="{CB6B4DE4-373D-475D-AC4E-A66B547C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708" y="2377472"/>
            <a:ext cx="35987" cy="35968"/>
          </a:xfrm>
          <a:custGeom xmlns:a="http://schemas.openxmlformats.org/drawingml/2006/main">
            <a:pathLst>
              <a:path w="35987" h="35968">
                <a:moveTo>
                  <a:pt x="29453" y="6304"/>
                </a:moveTo>
                <a:cubicBezTo>
                  <a:pt x="35909" y="12686"/>
                  <a:pt x="35987" y="23038"/>
                  <a:pt x="29606" y="29454"/>
                </a:cubicBezTo>
                <a:cubicBezTo>
                  <a:pt x="23302" y="35909"/>
                  <a:pt x="12931" y="35968"/>
                  <a:pt x="6475" y="29586"/>
                </a:cubicBezTo>
                <a:cubicBezTo>
                  <a:pt x="99" y="23283"/>
                  <a:pt x="0" y="12911"/>
                  <a:pt x="6382" y="6456"/>
                </a:cubicBezTo>
                <a:cubicBezTo>
                  <a:pt x="12686" y="79"/>
                  <a:pt x="23077" y="0"/>
                  <a:pt x="29453" y="6304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3067">
            <a:solidFill>
              <a:srgbClr val="A4D497"/>
            </a:solidFill>
            <a:prstDash val="solid"/>
          </a:ln>
        </p:spPr>
      </p:sp>
      <p:sp>
        <p:nvSpPr>
          <p:cNvPr id="83" name="pdf-path-149">
            <a:extLst xmlns:a="http://schemas.openxmlformats.org/drawingml/2006/main">
              <a:ext uri="{FF2B5EF4-FFF2-40B4-BE49-F238E27FC236}">
                <a16:creationId xmlns:a16="http://schemas.microsoft.com/office/drawing/2014/main" id="{34FBC5F9-78BC-40DF-978A-24747B96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824" y="2327722"/>
            <a:ext cx="37219" cy="37207"/>
          </a:xfrm>
          <a:custGeom xmlns:a="http://schemas.openxmlformats.org/drawingml/2006/main">
            <a:pathLst>
              <a:path w="37219" h="37207">
                <a:moveTo>
                  <a:pt x="32147" y="9385"/>
                </a:moveTo>
                <a:cubicBezTo>
                  <a:pt x="37219" y="16838"/>
                  <a:pt x="35287" y="27062"/>
                  <a:pt x="27834" y="32135"/>
                </a:cubicBezTo>
                <a:cubicBezTo>
                  <a:pt x="20381" y="37207"/>
                  <a:pt x="10224" y="35373"/>
                  <a:pt x="5086" y="27908"/>
                </a:cubicBezTo>
                <a:cubicBezTo>
                  <a:pt x="0" y="20436"/>
                  <a:pt x="1912" y="10225"/>
                  <a:pt x="9385" y="5139"/>
                </a:cubicBezTo>
                <a:cubicBezTo>
                  <a:pt x="16850" y="0"/>
                  <a:pt x="26975" y="1914"/>
                  <a:pt x="32147" y="9385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3600">
            <a:solidFill>
              <a:srgbClr val="A4D497"/>
            </a:solidFill>
            <a:prstDash val="solid"/>
          </a:ln>
        </p:spPr>
      </p:sp>
      <p:sp>
        <p:nvSpPr>
          <p:cNvPr id="84" name="pdf-path-151">
            <a:extLst xmlns:a="http://schemas.openxmlformats.org/drawingml/2006/main">
              <a:ext uri="{FF2B5EF4-FFF2-40B4-BE49-F238E27FC236}">
                <a16:creationId xmlns:a16="http://schemas.microsoft.com/office/drawing/2014/main" id="{0BF2B2EA-F78D-46CF-9CAC-908D7646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167" y="2334264"/>
            <a:ext cx="36198" cy="36199"/>
          </a:xfrm>
          <a:custGeom xmlns:a="http://schemas.openxmlformats.org/drawingml/2006/main">
            <a:pathLst>
              <a:path w="36198" h="36199">
                <a:moveTo>
                  <a:pt x="29281" y="29988"/>
                </a:moveTo>
                <a:cubicBezTo>
                  <a:pt x="22668" y="36199"/>
                  <a:pt x="12385" y="35819"/>
                  <a:pt x="6134" y="29281"/>
                </a:cubicBezTo>
                <a:cubicBezTo>
                  <a:pt x="0" y="22671"/>
                  <a:pt x="288" y="12289"/>
                  <a:pt x="6917" y="6137"/>
                </a:cubicBezTo>
                <a:cubicBezTo>
                  <a:pt x="13451" y="0"/>
                  <a:pt x="23833" y="287"/>
                  <a:pt x="29988" y="6842"/>
                </a:cubicBezTo>
                <a:cubicBezTo>
                  <a:pt x="36198" y="13454"/>
                  <a:pt x="35893" y="23816"/>
                  <a:pt x="29281" y="29988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2987">
            <a:solidFill>
              <a:srgbClr val="A4D497"/>
            </a:solidFill>
            <a:prstDash val="solid"/>
          </a:ln>
        </p:spPr>
      </p:sp>
      <p:sp>
        <p:nvSpPr>
          <p:cNvPr id="85" name="pdf-path-153">
            <a:extLst xmlns:a="http://schemas.openxmlformats.org/drawingml/2006/main">
              <a:ext uri="{FF2B5EF4-FFF2-40B4-BE49-F238E27FC236}">
                <a16:creationId xmlns:a16="http://schemas.microsoft.com/office/drawing/2014/main" id="{8938C5FD-9D05-4C33-95B5-EB3A7009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044" y="2375162"/>
            <a:ext cx="35740" cy="35741"/>
          </a:xfrm>
          <a:custGeom xmlns:a="http://schemas.openxmlformats.org/drawingml/2006/main">
            <a:pathLst>
              <a:path w="35740" h="35741">
                <a:moveTo>
                  <a:pt x="33895" y="21211"/>
                </a:moveTo>
                <a:cubicBezTo>
                  <a:pt x="31971" y="30059"/>
                  <a:pt x="23292" y="35741"/>
                  <a:pt x="14444" y="33816"/>
                </a:cubicBezTo>
                <a:cubicBezTo>
                  <a:pt x="5598" y="31973"/>
                  <a:pt x="0" y="23292"/>
                  <a:pt x="1842" y="14447"/>
                </a:cubicBezTo>
                <a:cubicBezTo>
                  <a:pt x="3764" y="5619"/>
                  <a:pt x="12448" y="0"/>
                  <a:pt x="21293" y="1843"/>
                </a:cubicBezTo>
                <a:cubicBezTo>
                  <a:pt x="30139" y="3685"/>
                  <a:pt x="35740" y="12449"/>
                  <a:pt x="33895" y="21211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4267">
            <a:solidFill>
              <a:srgbClr val="A4D497"/>
            </a:solidFill>
            <a:prstDash val="solid"/>
          </a:ln>
        </p:spPr>
      </p:sp>
      <p:sp>
        <p:nvSpPr>
          <p:cNvPr id="86" name="pdf-path-155">
            <a:extLst xmlns:a="http://schemas.openxmlformats.org/drawingml/2006/main">
              <a:ext uri="{FF2B5EF4-FFF2-40B4-BE49-F238E27FC236}">
                <a16:creationId xmlns:a16="http://schemas.microsoft.com/office/drawing/2014/main" id="{5E088950-A3CA-461E-8BA2-66514130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224" y="2351246"/>
            <a:ext cx="37280" cy="37292"/>
          </a:xfrm>
          <a:custGeom xmlns:a="http://schemas.openxmlformats.org/drawingml/2006/main">
            <a:pathLst>
              <a:path w="37280" h="37292">
                <a:moveTo>
                  <a:pt x="25605" y="3856"/>
                </a:moveTo>
                <a:cubicBezTo>
                  <a:pt x="33751" y="7682"/>
                  <a:pt x="37280" y="17458"/>
                  <a:pt x="33434" y="25596"/>
                </a:cubicBezTo>
                <a:cubicBezTo>
                  <a:pt x="29592" y="33832"/>
                  <a:pt x="19823" y="37292"/>
                  <a:pt x="11677" y="33514"/>
                </a:cubicBezTo>
                <a:cubicBezTo>
                  <a:pt x="3537" y="29668"/>
                  <a:pt x="0" y="19912"/>
                  <a:pt x="3835" y="11696"/>
                </a:cubicBezTo>
                <a:cubicBezTo>
                  <a:pt x="7690" y="3537"/>
                  <a:pt x="17446" y="0"/>
                  <a:pt x="25605" y="3856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1854">
            <a:solidFill>
              <a:srgbClr val="A4D497"/>
            </a:solidFill>
            <a:prstDash val="solid"/>
          </a:ln>
        </p:spPr>
      </p:sp>
      <p:sp>
        <p:nvSpPr>
          <p:cNvPr id="87" name="pdf-path-157">
            <a:extLst xmlns:a="http://schemas.openxmlformats.org/drawingml/2006/main">
              <a:ext uri="{FF2B5EF4-FFF2-40B4-BE49-F238E27FC236}">
                <a16:creationId xmlns:a16="http://schemas.microsoft.com/office/drawing/2014/main" id="{9916011D-E91B-44F8-80F2-5C6E1B27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031" y="2337876"/>
            <a:ext cx="37280" cy="37280"/>
          </a:xfrm>
          <a:custGeom xmlns:a="http://schemas.openxmlformats.org/drawingml/2006/main">
            <a:pathLst>
              <a:path w="37280" h="37280">
                <a:moveTo>
                  <a:pt x="25596" y="33436"/>
                </a:moveTo>
                <a:cubicBezTo>
                  <a:pt x="17359" y="37280"/>
                  <a:pt x="7669" y="33832"/>
                  <a:pt x="3827" y="25596"/>
                </a:cubicBezTo>
                <a:cubicBezTo>
                  <a:pt x="0" y="17448"/>
                  <a:pt x="3439" y="7690"/>
                  <a:pt x="11675" y="3846"/>
                </a:cubicBezTo>
                <a:cubicBezTo>
                  <a:pt x="19814" y="0"/>
                  <a:pt x="29590" y="3528"/>
                  <a:pt x="33417" y="11676"/>
                </a:cubicBezTo>
                <a:cubicBezTo>
                  <a:pt x="37280" y="19903"/>
                  <a:pt x="33741" y="29659"/>
                  <a:pt x="25596" y="33436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1854">
            <a:solidFill>
              <a:srgbClr val="A4D497"/>
            </a:solidFill>
            <a:prstDash val="solid"/>
          </a:ln>
        </p:spPr>
      </p:sp>
      <p:sp>
        <p:nvSpPr>
          <p:cNvPr id="88" name="pdf-path-159">
            <a:extLst xmlns:a="http://schemas.openxmlformats.org/drawingml/2006/main">
              <a:ext uri="{FF2B5EF4-FFF2-40B4-BE49-F238E27FC236}">
                <a16:creationId xmlns:a16="http://schemas.microsoft.com/office/drawing/2014/main" id="{EF5170A3-6793-47D7-9CD1-80B0D226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580" y="2382773"/>
            <a:ext cx="37379" cy="37359"/>
          </a:xfrm>
          <a:custGeom xmlns:a="http://schemas.openxmlformats.org/drawingml/2006/main">
            <a:pathLst>
              <a:path w="37379" h="37359">
                <a:moveTo>
                  <a:pt x="33144" y="26370"/>
                </a:moveTo>
                <a:cubicBezTo>
                  <a:pt x="28922" y="34352"/>
                  <a:pt x="19009" y="37359"/>
                  <a:pt x="11009" y="33126"/>
                </a:cubicBezTo>
                <a:cubicBezTo>
                  <a:pt x="3009" y="28891"/>
                  <a:pt x="0" y="18980"/>
                  <a:pt x="4233" y="10979"/>
                </a:cubicBezTo>
                <a:cubicBezTo>
                  <a:pt x="8457" y="2998"/>
                  <a:pt x="18388" y="0"/>
                  <a:pt x="26370" y="4224"/>
                </a:cubicBezTo>
                <a:cubicBezTo>
                  <a:pt x="34371" y="8458"/>
                  <a:pt x="37379" y="18370"/>
                  <a:pt x="33144" y="26370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3851">
            <a:solidFill>
              <a:srgbClr val="A4D497"/>
            </a:solidFill>
            <a:prstDash val="solid"/>
          </a:ln>
        </p:spPr>
      </p:sp>
      <p:sp>
        <p:nvSpPr>
          <p:cNvPr id="89" name="pdf-path-161">
            <a:extLst xmlns:a="http://schemas.openxmlformats.org/drawingml/2006/main">
              <a:ext uri="{FF2B5EF4-FFF2-40B4-BE49-F238E27FC236}">
                <a16:creationId xmlns:a16="http://schemas.microsoft.com/office/drawing/2014/main" id="{872EDDBE-669D-4FF2-8221-9B809EDD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843" y="2389979"/>
            <a:ext cx="36458" cy="36457"/>
          </a:xfrm>
          <a:custGeom xmlns:a="http://schemas.openxmlformats.org/drawingml/2006/main">
            <a:pathLst>
              <a:path w="36458" h="36457">
                <a:moveTo>
                  <a:pt x="30450" y="7384"/>
                </a:moveTo>
                <a:cubicBezTo>
                  <a:pt x="36458" y="14155"/>
                  <a:pt x="35823" y="24461"/>
                  <a:pt x="29074" y="30450"/>
                </a:cubicBezTo>
                <a:cubicBezTo>
                  <a:pt x="22303" y="36457"/>
                  <a:pt x="12015" y="35843"/>
                  <a:pt x="6008" y="29073"/>
                </a:cubicBezTo>
                <a:cubicBezTo>
                  <a:pt x="0" y="22303"/>
                  <a:pt x="616" y="12014"/>
                  <a:pt x="7384" y="6007"/>
                </a:cubicBezTo>
                <a:cubicBezTo>
                  <a:pt x="14155" y="0"/>
                  <a:pt x="24461" y="634"/>
                  <a:pt x="30450" y="7384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3263">
            <a:solidFill>
              <a:srgbClr val="A4D497"/>
            </a:solidFill>
            <a:prstDash val="solid"/>
          </a:ln>
        </p:spPr>
      </p:sp>
      <p:sp>
        <p:nvSpPr>
          <p:cNvPr id="90" name="pdf-path-163">
            <a:extLst xmlns:a="http://schemas.openxmlformats.org/drawingml/2006/main">
              <a:ext uri="{FF2B5EF4-FFF2-40B4-BE49-F238E27FC236}">
                <a16:creationId xmlns:a16="http://schemas.microsoft.com/office/drawing/2014/main" id="{F174A999-F5D5-4EDA-A2DB-B50B2431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408" y="2359632"/>
            <a:ext cx="32691" cy="32749"/>
          </a:xfrm>
          <a:custGeom xmlns:a="http://schemas.openxmlformats.org/drawingml/2006/main">
            <a:pathLst>
              <a:path w="32691" h="32749">
                <a:moveTo>
                  <a:pt x="32691" y="16375"/>
                </a:moveTo>
                <a:cubicBezTo>
                  <a:pt x="32691" y="25447"/>
                  <a:pt x="25369" y="32749"/>
                  <a:pt x="16375" y="32749"/>
                </a:cubicBezTo>
                <a:cubicBezTo>
                  <a:pt x="7302" y="32749"/>
                  <a:pt x="0" y="25447"/>
                  <a:pt x="0" y="16375"/>
                </a:cubicBezTo>
                <a:cubicBezTo>
                  <a:pt x="0" y="7381"/>
                  <a:pt x="7302" y="0"/>
                  <a:pt x="16375" y="0"/>
                </a:cubicBezTo>
                <a:cubicBezTo>
                  <a:pt x="25369" y="0"/>
                  <a:pt x="32691" y="7381"/>
                  <a:pt x="32691" y="16375"/>
                </a:cubicBezTo>
              </a:path>
            </a:pathLst>
          </a:custGeom>
          <a:solidFill xmlns:a="http://schemas.openxmlformats.org/drawingml/2006/main">
            <a:srgbClr val="A4D497"/>
          </a:solidFill>
          <a:ln xmlns:a="http://schemas.openxmlformats.org/drawingml/2006/main" w="4363">
            <a:solidFill>
              <a:srgbClr val="A4D497"/>
            </a:solidFill>
            <a:prstDash val="solid"/>
          </a:ln>
        </p:spPr>
      </p:sp>
      <p:sp>
        <p:nvSpPr>
          <p:cNvPr id="91" name="pdf-path-165">
            <a:extLst xmlns:a="http://schemas.openxmlformats.org/drawingml/2006/main">
              <a:ext uri="{FF2B5EF4-FFF2-40B4-BE49-F238E27FC236}">
                <a16:creationId xmlns:a16="http://schemas.microsoft.com/office/drawing/2014/main" id="{429A0E1E-3021-4788-B9E9-C186DDE3A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810" y="2424204"/>
            <a:ext cx="1035011" cy="99093"/>
          </a:xfrm>
          <a:custGeom xmlns:a="http://schemas.openxmlformats.org/drawingml/2006/main">
            <a:pathLst>
              <a:path w="1035011" h="99093">
                <a:moveTo>
                  <a:pt x="1035011" y="89567"/>
                </a:moveTo>
                <a:cubicBezTo>
                  <a:pt x="1010941" y="40523"/>
                  <a:pt x="955205" y="25605"/>
                  <a:pt x="955205" y="25605"/>
                </a:cubicBezTo>
                <a:cubicBezTo>
                  <a:pt x="897168" y="37295"/>
                  <a:pt x="925310" y="91634"/>
                  <a:pt x="875499" y="89567"/>
                </a:cubicBezTo>
                <a:cubicBezTo>
                  <a:pt x="816141" y="87107"/>
                  <a:pt x="819762" y="72504"/>
                  <a:pt x="795694" y="78881"/>
                </a:cubicBezTo>
                <a:cubicBezTo>
                  <a:pt x="771702" y="85258"/>
                  <a:pt x="755937" y="83112"/>
                  <a:pt x="715888" y="42668"/>
                </a:cubicBezTo>
                <a:cubicBezTo>
                  <a:pt x="675915" y="2145"/>
                  <a:pt x="664146" y="38358"/>
                  <a:pt x="636161" y="19228"/>
                </a:cubicBezTo>
                <a:cubicBezTo>
                  <a:pt x="608116" y="0"/>
                  <a:pt x="568360" y="35209"/>
                  <a:pt x="556374" y="47982"/>
                </a:cubicBezTo>
                <a:cubicBezTo>
                  <a:pt x="544369" y="60735"/>
                  <a:pt x="496643" y="34126"/>
                  <a:pt x="476647" y="38358"/>
                </a:cubicBezTo>
                <a:cubicBezTo>
                  <a:pt x="456573" y="42668"/>
                  <a:pt x="408848" y="99093"/>
                  <a:pt x="396843" y="73567"/>
                </a:cubicBezTo>
                <a:cubicBezTo>
                  <a:pt x="384856" y="47982"/>
                  <a:pt x="329121" y="29836"/>
                  <a:pt x="317057" y="55422"/>
                </a:cubicBezTo>
                <a:cubicBezTo>
                  <a:pt x="305052" y="81026"/>
                  <a:pt x="261322" y="70339"/>
                  <a:pt x="237330" y="83112"/>
                </a:cubicBezTo>
                <a:cubicBezTo>
                  <a:pt x="213261" y="95944"/>
                  <a:pt x="181516" y="57586"/>
                  <a:pt x="157524" y="36212"/>
                </a:cubicBezTo>
                <a:cubicBezTo>
                  <a:pt x="133455" y="14918"/>
                  <a:pt x="105785" y="49044"/>
                  <a:pt x="77719" y="49044"/>
                </a:cubicBezTo>
                <a:cubicBezTo>
                  <a:pt x="49752" y="49044"/>
                  <a:pt x="16000" y="71422"/>
                  <a:pt x="0" y="82108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80">
            <a:solidFill>
              <a:srgbClr val="BCEBA7"/>
            </a:solidFill>
            <a:prstDash val="solid"/>
          </a:ln>
        </p:spPr>
      </p:sp>
      <p:sp>
        <p:nvSpPr>
          <p:cNvPr id="92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71BDB11B-A87E-4B8D-899F-2D1E20A7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724" y="2433190"/>
            <a:ext cx="33291" cy="33210"/>
          </a:xfrm>
          <a:custGeom xmlns:a="http://schemas.openxmlformats.org/drawingml/2006/main">
            <a:pathLst>
              <a:path w="33291" h="33210">
                <a:moveTo>
                  <a:pt x="302" y="16067"/>
                </a:moveTo>
                <a:cubicBezTo>
                  <a:pt x="542" y="7072"/>
                  <a:pt x="8150" y="0"/>
                  <a:pt x="17144" y="240"/>
                </a:cubicBezTo>
                <a:cubicBezTo>
                  <a:pt x="26217" y="543"/>
                  <a:pt x="33291" y="8071"/>
                  <a:pt x="32989" y="17143"/>
                </a:cubicBezTo>
                <a:cubicBezTo>
                  <a:pt x="32749" y="26139"/>
                  <a:pt x="25143" y="33210"/>
                  <a:pt x="16145" y="32990"/>
                </a:cubicBezTo>
                <a:cubicBezTo>
                  <a:pt x="7074" y="32688"/>
                  <a:pt x="0" y="25140"/>
                  <a:pt x="302" y="16067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4361">
            <a:solidFill>
              <a:srgbClr val="BCEBA7"/>
            </a:solidFill>
            <a:prstDash val="solid"/>
          </a:ln>
        </p:spPr>
      </p:sp>
      <p:sp>
        <p:nvSpPr>
          <p:cNvPr id="93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ACD57645-8D1C-43CA-A60F-C7EE893F8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852" y="2497004"/>
            <a:ext cx="33439" cy="33439"/>
          </a:xfrm>
          <a:custGeom xmlns:a="http://schemas.openxmlformats.org/drawingml/2006/main">
            <a:pathLst>
              <a:path w="33439" h="33439">
                <a:moveTo>
                  <a:pt x="373" y="16070"/>
                </a:moveTo>
                <a:cubicBezTo>
                  <a:pt x="767" y="7076"/>
                  <a:pt x="8375" y="0"/>
                  <a:pt x="17448" y="397"/>
                </a:cubicBezTo>
                <a:cubicBezTo>
                  <a:pt x="26440" y="771"/>
                  <a:pt x="33439" y="8376"/>
                  <a:pt x="33141" y="17451"/>
                </a:cubicBezTo>
                <a:cubicBezTo>
                  <a:pt x="32747" y="26445"/>
                  <a:pt x="25062" y="33439"/>
                  <a:pt x="16068" y="33066"/>
                </a:cubicBezTo>
                <a:cubicBezTo>
                  <a:pt x="7072" y="32750"/>
                  <a:pt x="0" y="25063"/>
                  <a:pt x="373" y="16070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4359">
            <a:solidFill>
              <a:srgbClr val="BCEBA7"/>
            </a:solidFill>
            <a:prstDash val="solid"/>
          </a:ln>
        </p:spPr>
      </p:sp>
      <p:sp>
        <p:nvSpPr>
          <p:cNvPr id="94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ACBD1DDC-0588-44D3-9997-3D983ABD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664" y="2484870"/>
            <a:ext cx="36279" cy="36285"/>
          </a:xfrm>
          <a:custGeom xmlns:a="http://schemas.openxmlformats.org/drawingml/2006/main">
            <a:pathLst>
              <a:path w="36279" h="36285">
                <a:moveTo>
                  <a:pt x="2311" y="22367"/>
                </a:moveTo>
                <a:cubicBezTo>
                  <a:pt x="0" y="13604"/>
                  <a:pt x="5234" y="4603"/>
                  <a:pt x="13913" y="2293"/>
                </a:cubicBezTo>
                <a:cubicBezTo>
                  <a:pt x="22682" y="0"/>
                  <a:pt x="31678" y="5214"/>
                  <a:pt x="33992" y="13913"/>
                </a:cubicBezTo>
                <a:cubicBezTo>
                  <a:pt x="36279" y="22662"/>
                  <a:pt x="31071" y="31593"/>
                  <a:pt x="22368" y="33973"/>
                </a:cubicBezTo>
                <a:cubicBezTo>
                  <a:pt x="13604" y="36285"/>
                  <a:pt x="4686" y="31051"/>
                  <a:pt x="2311" y="22367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4216">
            <a:solidFill>
              <a:srgbClr val="BCEBA7"/>
            </a:solidFill>
            <a:prstDash val="solid"/>
          </a:ln>
        </p:spPr>
      </p:sp>
      <p:sp>
        <p:nvSpPr>
          <p:cNvPr id="95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2A9801C8-1047-4EC5-88F6-949E3716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938" y="2449111"/>
            <a:ext cx="35986" cy="35987"/>
          </a:xfrm>
          <a:custGeom xmlns:a="http://schemas.openxmlformats.org/drawingml/2006/main">
            <a:pathLst>
              <a:path w="35986" h="35987">
                <a:moveTo>
                  <a:pt x="6553" y="6304"/>
                </a:moveTo>
                <a:cubicBezTo>
                  <a:pt x="12929" y="0"/>
                  <a:pt x="23282" y="79"/>
                  <a:pt x="29682" y="6475"/>
                </a:cubicBezTo>
                <a:cubicBezTo>
                  <a:pt x="35986" y="12930"/>
                  <a:pt x="35986" y="23204"/>
                  <a:pt x="29532" y="29586"/>
                </a:cubicBezTo>
                <a:cubicBezTo>
                  <a:pt x="23057" y="35987"/>
                  <a:pt x="12763" y="35889"/>
                  <a:pt x="6382" y="29434"/>
                </a:cubicBezTo>
                <a:cubicBezTo>
                  <a:pt x="0" y="23058"/>
                  <a:pt x="98" y="12686"/>
                  <a:pt x="6553" y="6304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3067">
            <a:solidFill>
              <a:srgbClr val="BCEBA7"/>
            </a:solidFill>
            <a:prstDash val="solid"/>
          </a:ln>
        </p:spPr>
      </p:sp>
      <p:sp>
        <p:nvSpPr>
          <p:cNvPr id="96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392F5A5B-2ADC-431D-8864-E619BFF94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597" y="2424978"/>
            <a:ext cx="37208" cy="37206"/>
          </a:xfrm>
          <a:custGeom xmlns:a="http://schemas.openxmlformats.org/drawingml/2006/main">
            <a:pathLst>
              <a:path w="37208" h="37206">
                <a:moveTo>
                  <a:pt x="5159" y="9385"/>
                </a:moveTo>
                <a:cubicBezTo>
                  <a:pt x="10231" y="1932"/>
                  <a:pt x="20456" y="0"/>
                  <a:pt x="27842" y="5085"/>
                </a:cubicBezTo>
                <a:cubicBezTo>
                  <a:pt x="35307" y="10223"/>
                  <a:pt x="37208" y="20368"/>
                  <a:pt x="32135" y="27821"/>
                </a:cubicBezTo>
                <a:cubicBezTo>
                  <a:pt x="27082" y="35287"/>
                  <a:pt x="16837" y="37206"/>
                  <a:pt x="9385" y="32133"/>
                </a:cubicBezTo>
                <a:cubicBezTo>
                  <a:pt x="1934" y="26975"/>
                  <a:pt x="0" y="16836"/>
                  <a:pt x="5159" y="9385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3600">
            <a:solidFill>
              <a:srgbClr val="BCEBA7"/>
            </a:solidFill>
            <a:prstDash val="solid"/>
          </a:ln>
        </p:spPr>
      </p:sp>
      <p:sp>
        <p:nvSpPr>
          <p:cNvPr id="97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B9A48B73-9CFC-4D87-A26D-6E5BF185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50" y="2453799"/>
            <a:ext cx="36199" cy="36199"/>
          </a:xfrm>
          <a:custGeom xmlns:a="http://schemas.openxmlformats.org/drawingml/2006/main">
            <a:pathLst>
              <a:path w="36199" h="36199">
                <a:moveTo>
                  <a:pt x="6842" y="30065"/>
                </a:moveTo>
                <a:cubicBezTo>
                  <a:pt x="288" y="23910"/>
                  <a:pt x="0" y="13528"/>
                  <a:pt x="6134" y="6917"/>
                </a:cubicBezTo>
                <a:cubicBezTo>
                  <a:pt x="12310" y="382"/>
                  <a:pt x="22670" y="0"/>
                  <a:pt x="29301" y="6229"/>
                </a:cubicBezTo>
                <a:cubicBezTo>
                  <a:pt x="35817" y="12385"/>
                  <a:pt x="36199" y="22745"/>
                  <a:pt x="29970" y="29378"/>
                </a:cubicBezTo>
                <a:cubicBezTo>
                  <a:pt x="23834" y="35911"/>
                  <a:pt x="13452" y="36199"/>
                  <a:pt x="6842" y="30065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2987">
            <a:solidFill>
              <a:srgbClr val="BCEBA7"/>
            </a:solidFill>
            <a:prstDash val="solid"/>
          </a:ln>
        </p:spPr>
      </p:sp>
      <p:sp>
        <p:nvSpPr>
          <p:cNvPr id="98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64C273E2-35AA-4CC3-AABC-9EC5D8D1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851" y="2444656"/>
            <a:ext cx="35741" cy="35741"/>
          </a:xfrm>
          <a:custGeom xmlns:a="http://schemas.openxmlformats.org/drawingml/2006/main">
            <a:pathLst>
              <a:path w="35741" h="35741">
                <a:moveTo>
                  <a:pt x="1925" y="21297"/>
                </a:moveTo>
                <a:cubicBezTo>
                  <a:pt x="0" y="12449"/>
                  <a:pt x="5619" y="3764"/>
                  <a:pt x="14446" y="1843"/>
                </a:cubicBezTo>
                <a:cubicBezTo>
                  <a:pt x="23292" y="0"/>
                  <a:pt x="31978" y="5619"/>
                  <a:pt x="33898" y="14447"/>
                </a:cubicBezTo>
                <a:cubicBezTo>
                  <a:pt x="35741" y="23292"/>
                  <a:pt x="30142" y="31972"/>
                  <a:pt x="21297" y="33815"/>
                </a:cubicBezTo>
                <a:cubicBezTo>
                  <a:pt x="12449" y="35741"/>
                  <a:pt x="3768" y="30142"/>
                  <a:pt x="1925" y="21297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4267">
            <a:solidFill>
              <a:srgbClr val="BCEBA7"/>
            </a:solidFill>
            <a:prstDash val="solid"/>
          </a:ln>
        </p:spPr>
      </p:sp>
      <p:sp>
        <p:nvSpPr>
          <p:cNvPr id="99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C6E3217D-5605-46F6-9719-EC8242B1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136" y="2479403"/>
            <a:ext cx="37272" cy="37288"/>
          </a:xfrm>
          <a:custGeom xmlns:a="http://schemas.openxmlformats.org/drawingml/2006/main">
            <a:pathLst>
              <a:path w="37272" h="37288">
                <a:moveTo>
                  <a:pt x="11676" y="3843"/>
                </a:moveTo>
                <a:cubicBezTo>
                  <a:pt x="19912" y="0"/>
                  <a:pt x="29591" y="3526"/>
                  <a:pt x="33445" y="11684"/>
                </a:cubicBezTo>
                <a:cubicBezTo>
                  <a:pt x="37272" y="19832"/>
                  <a:pt x="33744" y="29607"/>
                  <a:pt x="25595" y="33434"/>
                </a:cubicBezTo>
                <a:cubicBezTo>
                  <a:pt x="17437" y="37288"/>
                  <a:pt x="7681" y="33751"/>
                  <a:pt x="3835" y="25612"/>
                </a:cubicBezTo>
                <a:cubicBezTo>
                  <a:pt x="0" y="17445"/>
                  <a:pt x="3538" y="7689"/>
                  <a:pt x="11676" y="3843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1854">
            <a:solidFill>
              <a:srgbClr val="BCEBA7"/>
            </a:solidFill>
            <a:prstDash val="solid"/>
          </a:ln>
        </p:spPr>
      </p:sp>
      <p:sp>
        <p:nvSpPr>
          <p:cNvPr id="100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C65C137D-1187-47D6-9F17-A636EBC5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412" y="2460726"/>
            <a:ext cx="37280" cy="37281"/>
          </a:xfrm>
          <a:custGeom xmlns:a="http://schemas.openxmlformats.org/drawingml/2006/main">
            <a:pathLst>
              <a:path w="37280" h="37281">
                <a:moveTo>
                  <a:pt x="11677" y="33425"/>
                </a:moveTo>
                <a:cubicBezTo>
                  <a:pt x="3460" y="29591"/>
                  <a:pt x="0" y="19822"/>
                  <a:pt x="3758" y="11667"/>
                </a:cubicBezTo>
                <a:cubicBezTo>
                  <a:pt x="7612" y="3460"/>
                  <a:pt x="17380" y="0"/>
                  <a:pt x="25596" y="3834"/>
                </a:cubicBezTo>
                <a:cubicBezTo>
                  <a:pt x="33743" y="7612"/>
                  <a:pt x="37280" y="17368"/>
                  <a:pt x="33437" y="25604"/>
                </a:cubicBezTo>
                <a:cubicBezTo>
                  <a:pt x="29591" y="33743"/>
                  <a:pt x="19835" y="37281"/>
                  <a:pt x="11677" y="33425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1854">
            <a:solidFill>
              <a:srgbClr val="BCEBA7"/>
            </a:solidFill>
            <a:prstDash val="solid"/>
          </a:ln>
        </p:spPr>
      </p:sp>
      <p:sp>
        <p:nvSpPr>
          <p:cNvPr id="101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AFEB6008-4BFE-4FC2-8AD5-9F0AB62F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683" y="2488481"/>
            <a:ext cx="37367" cy="37437"/>
          </a:xfrm>
          <a:custGeom xmlns:a="http://schemas.openxmlformats.org/drawingml/2006/main">
            <a:pathLst>
              <a:path w="37367" h="37437">
                <a:moveTo>
                  <a:pt x="4311" y="26358"/>
                </a:moveTo>
                <a:cubicBezTo>
                  <a:pt x="0" y="18449"/>
                  <a:pt x="3077" y="8526"/>
                  <a:pt x="11009" y="4304"/>
                </a:cubicBezTo>
                <a:cubicBezTo>
                  <a:pt x="18997" y="0"/>
                  <a:pt x="28911" y="3057"/>
                  <a:pt x="33133" y="10989"/>
                </a:cubicBezTo>
                <a:cubicBezTo>
                  <a:pt x="37367" y="18990"/>
                  <a:pt x="34359" y="28901"/>
                  <a:pt x="26377" y="33125"/>
                </a:cubicBezTo>
                <a:cubicBezTo>
                  <a:pt x="18469" y="37437"/>
                  <a:pt x="8546" y="34359"/>
                  <a:pt x="4311" y="26358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3851">
            <a:solidFill>
              <a:srgbClr val="BCEBA7"/>
            </a:solidFill>
            <a:prstDash val="solid"/>
          </a:ln>
        </p:spPr>
      </p:sp>
      <p:sp>
        <p:nvSpPr>
          <p:cNvPr id="102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19EF35AF-778C-42D9-8775-348EF05D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360" y="2442429"/>
            <a:ext cx="36425" cy="36426"/>
          </a:xfrm>
          <a:custGeom xmlns:a="http://schemas.openxmlformats.org/drawingml/2006/main">
            <a:pathLst>
              <a:path w="36425" h="36426">
                <a:moveTo>
                  <a:pt x="5989" y="7389"/>
                </a:moveTo>
                <a:cubicBezTo>
                  <a:pt x="11977" y="602"/>
                  <a:pt x="22359" y="0"/>
                  <a:pt x="29035" y="5994"/>
                </a:cubicBezTo>
                <a:cubicBezTo>
                  <a:pt x="35823" y="11982"/>
                  <a:pt x="36425" y="22364"/>
                  <a:pt x="30418" y="29134"/>
                </a:cubicBezTo>
                <a:cubicBezTo>
                  <a:pt x="24443" y="35828"/>
                  <a:pt x="14136" y="36426"/>
                  <a:pt x="7367" y="30456"/>
                </a:cubicBezTo>
                <a:cubicBezTo>
                  <a:pt x="596" y="24448"/>
                  <a:pt x="0" y="14140"/>
                  <a:pt x="5989" y="7389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3263">
            <a:solidFill>
              <a:srgbClr val="BCEBA7"/>
            </a:solidFill>
            <a:prstDash val="solid"/>
          </a:ln>
        </p:spPr>
      </p:sp>
      <p:sp>
        <p:nvSpPr>
          <p:cNvPr id="103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4B4439C5-4B0C-4242-AFF8-14E636B9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549" y="2456874"/>
            <a:ext cx="32670" cy="32749"/>
          </a:xfrm>
          <a:custGeom xmlns:a="http://schemas.openxmlformats.org/drawingml/2006/main">
            <a:pathLst>
              <a:path w="32670" h="32749">
                <a:moveTo>
                  <a:pt x="0" y="16374"/>
                </a:moveTo>
                <a:cubicBezTo>
                  <a:pt x="0" y="7302"/>
                  <a:pt x="7302" y="0"/>
                  <a:pt x="16374" y="0"/>
                </a:cubicBezTo>
                <a:cubicBezTo>
                  <a:pt x="25369" y="0"/>
                  <a:pt x="32670" y="7302"/>
                  <a:pt x="32670" y="16374"/>
                </a:cubicBezTo>
                <a:cubicBezTo>
                  <a:pt x="32670" y="25369"/>
                  <a:pt x="25369" y="32749"/>
                  <a:pt x="16374" y="32749"/>
                </a:cubicBezTo>
                <a:cubicBezTo>
                  <a:pt x="7302" y="32749"/>
                  <a:pt x="0" y="25369"/>
                  <a:pt x="0" y="16374"/>
                </a:cubicBezTo>
              </a:path>
            </a:pathLst>
          </a:custGeom>
          <a:solidFill xmlns:a="http://schemas.openxmlformats.org/drawingml/2006/main">
            <a:srgbClr val="BCEBA7"/>
          </a:solidFill>
          <a:ln xmlns:a="http://schemas.openxmlformats.org/drawingml/2006/main" w="4363">
            <a:solidFill>
              <a:srgbClr val="BCEBA7"/>
            </a:solidFill>
            <a:prstDash val="solid"/>
          </a:ln>
        </p:spPr>
      </p:sp>
      <p:sp>
        <p:nvSpPr>
          <p:cNvPr id="104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EA7F6A87-BD91-40C3-B9EB-62681C4C1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810" y="2508379"/>
            <a:ext cx="1035011" cy="92716"/>
          </a:xfrm>
          <a:custGeom xmlns:a="http://schemas.openxmlformats.org/drawingml/2006/main">
            <a:pathLst>
              <a:path w="1035011" h="92716">
                <a:moveTo>
                  <a:pt x="1035011" y="61817"/>
                </a:moveTo>
                <a:cubicBezTo>
                  <a:pt x="1010941" y="12852"/>
                  <a:pt x="955205" y="29836"/>
                  <a:pt x="955205" y="29836"/>
                </a:cubicBezTo>
                <a:cubicBezTo>
                  <a:pt x="897168" y="41605"/>
                  <a:pt x="925310" y="75653"/>
                  <a:pt x="875499" y="73586"/>
                </a:cubicBezTo>
                <a:cubicBezTo>
                  <a:pt x="816141" y="71126"/>
                  <a:pt x="851035" y="65498"/>
                  <a:pt x="795694" y="57586"/>
                </a:cubicBezTo>
                <a:cubicBezTo>
                  <a:pt x="769773" y="53906"/>
                  <a:pt x="755937" y="81046"/>
                  <a:pt x="715888" y="40523"/>
                </a:cubicBezTo>
                <a:cubicBezTo>
                  <a:pt x="675915" y="0"/>
                  <a:pt x="664146" y="57586"/>
                  <a:pt x="636161" y="38378"/>
                </a:cubicBezTo>
                <a:cubicBezTo>
                  <a:pt x="608116" y="19228"/>
                  <a:pt x="568360" y="17083"/>
                  <a:pt x="556374" y="29914"/>
                </a:cubicBezTo>
                <a:cubicBezTo>
                  <a:pt x="544369" y="42668"/>
                  <a:pt x="496643" y="83191"/>
                  <a:pt x="476647" y="87422"/>
                </a:cubicBezTo>
                <a:cubicBezTo>
                  <a:pt x="456573" y="91732"/>
                  <a:pt x="458896" y="62900"/>
                  <a:pt x="396843" y="68273"/>
                </a:cubicBezTo>
                <a:cubicBezTo>
                  <a:pt x="347955" y="72426"/>
                  <a:pt x="360099" y="50678"/>
                  <a:pt x="317057" y="41605"/>
                </a:cubicBezTo>
                <a:cubicBezTo>
                  <a:pt x="271004" y="31903"/>
                  <a:pt x="261322" y="66128"/>
                  <a:pt x="237330" y="78881"/>
                </a:cubicBezTo>
                <a:cubicBezTo>
                  <a:pt x="213261" y="91732"/>
                  <a:pt x="181516" y="92716"/>
                  <a:pt x="157524" y="71422"/>
                </a:cubicBezTo>
                <a:cubicBezTo>
                  <a:pt x="133455" y="50127"/>
                  <a:pt x="105785" y="39441"/>
                  <a:pt x="77719" y="39441"/>
                </a:cubicBezTo>
                <a:cubicBezTo>
                  <a:pt x="49752" y="39441"/>
                  <a:pt x="16000" y="75731"/>
                  <a:pt x="0" y="8634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80">
            <a:solidFill>
              <a:srgbClr val="D4F3BC"/>
            </a:solidFill>
            <a:prstDash val="solid"/>
          </a:ln>
        </p:spPr>
      </p:sp>
      <p:sp>
        <p:nvSpPr>
          <p:cNvPr id="105" name="pdf-path-191">
            <a:extLst xmlns:a="http://schemas.openxmlformats.org/drawingml/2006/main">
              <a:ext uri="{FF2B5EF4-FFF2-40B4-BE49-F238E27FC236}">
                <a16:creationId xmlns:a16="http://schemas.microsoft.com/office/drawing/2014/main" id="{43840685-7CCB-452B-93E6-B755B034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61" y="2520076"/>
            <a:ext cx="36202" cy="36201"/>
          </a:xfrm>
          <a:custGeom xmlns:a="http://schemas.openxmlformats.org/drawingml/2006/main">
            <a:pathLst>
              <a:path w="36202" h="36201">
                <a:moveTo>
                  <a:pt x="2224" y="22144"/>
                </a:moveTo>
                <a:cubicBezTo>
                  <a:pt x="0" y="13366"/>
                  <a:pt x="5305" y="4461"/>
                  <a:pt x="14078" y="2218"/>
                </a:cubicBezTo>
                <a:cubicBezTo>
                  <a:pt x="22835" y="0"/>
                  <a:pt x="31761" y="5300"/>
                  <a:pt x="33978" y="14058"/>
                </a:cubicBezTo>
                <a:cubicBezTo>
                  <a:pt x="36202" y="22836"/>
                  <a:pt x="30902" y="31760"/>
                  <a:pt x="22145" y="33978"/>
                </a:cubicBezTo>
                <a:cubicBezTo>
                  <a:pt x="13367" y="36201"/>
                  <a:pt x="4461" y="30896"/>
                  <a:pt x="2224" y="22144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4229">
            <a:solidFill>
              <a:srgbClr val="D4F3BC"/>
            </a:solidFill>
            <a:prstDash val="solid"/>
          </a:ln>
        </p:spPr>
      </p:sp>
      <p:sp>
        <p:nvSpPr>
          <p:cNvPr id="106" name="pdf-path-193">
            <a:extLst xmlns:a="http://schemas.openxmlformats.org/drawingml/2006/main">
              <a:ext uri="{FF2B5EF4-FFF2-40B4-BE49-F238E27FC236}">
                <a16:creationId xmlns:a16="http://schemas.microsoft.com/office/drawing/2014/main" id="{62477E09-5EFF-49B4-A59D-25D3BBA76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852" y="2565276"/>
            <a:ext cx="33439" cy="33440"/>
          </a:xfrm>
          <a:custGeom xmlns:a="http://schemas.openxmlformats.org/drawingml/2006/main">
            <a:pathLst>
              <a:path w="33439" h="33440">
                <a:moveTo>
                  <a:pt x="377" y="15991"/>
                </a:moveTo>
                <a:cubicBezTo>
                  <a:pt x="771" y="6997"/>
                  <a:pt x="8375" y="0"/>
                  <a:pt x="17451" y="298"/>
                </a:cubicBezTo>
                <a:cubicBezTo>
                  <a:pt x="26444" y="692"/>
                  <a:pt x="33439" y="8376"/>
                  <a:pt x="33124" y="17373"/>
                </a:cubicBezTo>
                <a:cubicBezTo>
                  <a:pt x="32750" y="26366"/>
                  <a:pt x="25062" y="33440"/>
                  <a:pt x="16070" y="33066"/>
                </a:cubicBezTo>
                <a:cubicBezTo>
                  <a:pt x="7076" y="32672"/>
                  <a:pt x="0" y="25064"/>
                  <a:pt x="377" y="15991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4359">
            <a:solidFill>
              <a:srgbClr val="D4F3BC"/>
            </a:solidFill>
            <a:prstDash val="solid"/>
          </a:ln>
        </p:spPr>
      </p:sp>
      <p:sp>
        <p:nvSpPr>
          <p:cNvPr id="107" name="pdf-path-195">
            <a:extLst xmlns:a="http://schemas.openxmlformats.org/drawingml/2006/main">
              <a:ext uri="{FF2B5EF4-FFF2-40B4-BE49-F238E27FC236}">
                <a16:creationId xmlns:a16="http://schemas.microsoft.com/office/drawing/2014/main" id="{B71B3BA7-2F93-4A1C-BD80-C3E4138B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353" y="2548506"/>
            <a:ext cx="34913" cy="34981"/>
          </a:xfrm>
          <a:custGeom xmlns:a="http://schemas.openxmlformats.org/drawingml/2006/main">
            <a:pathLst>
              <a:path w="34913" h="34981">
                <a:moveTo>
                  <a:pt x="1305" y="15147"/>
                </a:moveTo>
                <a:cubicBezTo>
                  <a:pt x="2536" y="6246"/>
                  <a:pt x="10836" y="0"/>
                  <a:pt x="19766" y="1314"/>
                </a:cubicBezTo>
                <a:cubicBezTo>
                  <a:pt x="28746" y="2556"/>
                  <a:pt x="34913" y="10846"/>
                  <a:pt x="33669" y="19845"/>
                </a:cubicBezTo>
                <a:cubicBezTo>
                  <a:pt x="32377" y="28757"/>
                  <a:pt x="24060" y="34981"/>
                  <a:pt x="15147" y="33690"/>
                </a:cubicBezTo>
                <a:cubicBezTo>
                  <a:pt x="6226" y="32456"/>
                  <a:pt x="0" y="24158"/>
                  <a:pt x="1305" y="15147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4319">
            <a:solidFill>
              <a:srgbClr val="D4F3BC"/>
            </a:solidFill>
            <a:prstDash val="solid"/>
          </a:ln>
        </p:spPr>
      </p:sp>
      <p:sp>
        <p:nvSpPr>
          <p:cNvPr id="108" name="pdf-path-197">
            <a:extLst xmlns:a="http://schemas.openxmlformats.org/drawingml/2006/main">
              <a:ext uri="{FF2B5EF4-FFF2-40B4-BE49-F238E27FC236}">
                <a16:creationId xmlns:a16="http://schemas.microsoft.com/office/drawing/2014/main" id="{DDACD97B-58CC-4F91-AC15-80FD515F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937" y="2531145"/>
            <a:ext cx="35987" cy="35968"/>
          </a:xfrm>
          <a:custGeom xmlns:a="http://schemas.openxmlformats.org/drawingml/2006/main">
            <a:pathLst>
              <a:path w="35987" h="35968">
                <a:moveTo>
                  <a:pt x="6554" y="6382"/>
                </a:moveTo>
                <a:cubicBezTo>
                  <a:pt x="12931" y="0"/>
                  <a:pt x="23303" y="60"/>
                  <a:pt x="29684" y="6515"/>
                </a:cubicBezTo>
                <a:cubicBezTo>
                  <a:pt x="35970" y="12911"/>
                  <a:pt x="35987" y="23283"/>
                  <a:pt x="29532" y="29586"/>
                </a:cubicBezTo>
                <a:cubicBezTo>
                  <a:pt x="23078" y="35968"/>
                  <a:pt x="12765" y="35890"/>
                  <a:pt x="6383" y="29512"/>
                </a:cubicBezTo>
                <a:cubicBezTo>
                  <a:pt x="0" y="23058"/>
                  <a:pt x="80" y="12666"/>
                  <a:pt x="6554" y="6382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3067">
            <a:solidFill>
              <a:srgbClr val="D4F3BC"/>
            </a:solidFill>
            <a:prstDash val="solid"/>
          </a:ln>
        </p:spPr>
      </p:sp>
      <p:sp>
        <p:nvSpPr>
          <p:cNvPr id="109" name="pdf-path-199">
            <a:extLst xmlns:a="http://schemas.openxmlformats.org/drawingml/2006/main">
              <a:ext uri="{FF2B5EF4-FFF2-40B4-BE49-F238E27FC236}">
                <a16:creationId xmlns:a16="http://schemas.microsoft.com/office/drawing/2014/main" id="{A5857D43-95EE-4DBB-B685-00C82844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604" y="2528385"/>
            <a:ext cx="37206" cy="37206"/>
          </a:xfrm>
          <a:custGeom xmlns:a="http://schemas.openxmlformats.org/drawingml/2006/main">
            <a:pathLst>
              <a:path w="37206" h="37206">
                <a:moveTo>
                  <a:pt x="5152" y="9352"/>
                </a:moveTo>
                <a:cubicBezTo>
                  <a:pt x="10224" y="1899"/>
                  <a:pt x="20455" y="0"/>
                  <a:pt x="27834" y="5051"/>
                </a:cubicBezTo>
                <a:cubicBezTo>
                  <a:pt x="35286" y="10210"/>
                  <a:pt x="37206" y="20367"/>
                  <a:pt x="32133" y="27820"/>
                </a:cubicBezTo>
                <a:cubicBezTo>
                  <a:pt x="27061" y="35272"/>
                  <a:pt x="16837" y="37206"/>
                  <a:pt x="9387" y="32047"/>
                </a:cubicBezTo>
                <a:cubicBezTo>
                  <a:pt x="1932" y="26975"/>
                  <a:pt x="0" y="16837"/>
                  <a:pt x="5152" y="9352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3600">
            <a:solidFill>
              <a:srgbClr val="D4F3BC"/>
            </a:solidFill>
            <a:prstDash val="solid"/>
          </a:ln>
        </p:spPr>
      </p:sp>
      <p:sp>
        <p:nvSpPr>
          <p:cNvPr id="110" name="pdf-path-201">
            <a:extLst xmlns:a="http://schemas.openxmlformats.org/drawingml/2006/main">
              <a:ext uri="{FF2B5EF4-FFF2-40B4-BE49-F238E27FC236}">
                <a16:creationId xmlns:a16="http://schemas.microsoft.com/office/drawing/2014/main" id="{24CA5641-5A98-45AE-8804-503855B9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39" y="2519926"/>
            <a:ext cx="36218" cy="36199"/>
          </a:xfrm>
          <a:custGeom xmlns:a="http://schemas.openxmlformats.org/drawingml/2006/main">
            <a:pathLst>
              <a:path w="36218" h="36199">
                <a:moveTo>
                  <a:pt x="6844" y="30046"/>
                </a:moveTo>
                <a:cubicBezTo>
                  <a:pt x="307" y="23834"/>
                  <a:pt x="0" y="13433"/>
                  <a:pt x="6157" y="6917"/>
                </a:cubicBezTo>
                <a:cubicBezTo>
                  <a:pt x="12309" y="288"/>
                  <a:pt x="22690" y="0"/>
                  <a:pt x="29301" y="6134"/>
                </a:cubicBezTo>
                <a:cubicBezTo>
                  <a:pt x="35819" y="12367"/>
                  <a:pt x="36218" y="22670"/>
                  <a:pt x="29970" y="29283"/>
                </a:cubicBezTo>
                <a:cubicBezTo>
                  <a:pt x="23836" y="35893"/>
                  <a:pt x="13473" y="36199"/>
                  <a:pt x="6844" y="30046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2987">
            <a:solidFill>
              <a:srgbClr val="D4F3BC"/>
            </a:solidFill>
            <a:prstDash val="solid"/>
          </a:ln>
        </p:spPr>
      </p:sp>
      <p:sp>
        <p:nvSpPr>
          <p:cNvPr id="111" name="pdf-path-203">
            <a:extLst xmlns:a="http://schemas.openxmlformats.org/drawingml/2006/main">
              <a:ext uri="{FF2B5EF4-FFF2-40B4-BE49-F238E27FC236}">
                <a16:creationId xmlns:a16="http://schemas.microsoft.com/office/drawing/2014/main" id="{73FC5169-4E9C-487E-A46E-1D8EFDC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853" y="2577888"/>
            <a:ext cx="35741" cy="35741"/>
          </a:xfrm>
          <a:custGeom xmlns:a="http://schemas.openxmlformats.org/drawingml/2006/main">
            <a:pathLst>
              <a:path w="35741" h="35741">
                <a:moveTo>
                  <a:pt x="1925" y="21297"/>
                </a:moveTo>
                <a:cubicBezTo>
                  <a:pt x="0" y="12449"/>
                  <a:pt x="5619" y="3764"/>
                  <a:pt x="14447" y="1843"/>
                </a:cubicBezTo>
                <a:cubicBezTo>
                  <a:pt x="23292" y="0"/>
                  <a:pt x="31977" y="5619"/>
                  <a:pt x="33898" y="14447"/>
                </a:cubicBezTo>
                <a:cubicBezTo>
                  <a:pt x="35741" y="23291"/>
                  <a:pt x="30142" y="31973"/>
                  <a:pt x="21297" y="33815"/>
                </a:cubicBezTo>
                <a:cubicBezTo>
                  <a:pt x="12449" y="35741"/>
                  <a:pt x="3771" y="30058"/>
                  <a:pt x="1925" y="21297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4267">
            <a:solidFill>
              <a:srgbClr val="D4F3BC"/>
            </a:solidFill>
            <a:prstDash val="solid"/>
          </a:ln>
        </p:spPr>
      </p:sp>
      <p:sp>
        <p:nvSpPr>
          <p:cNvPr id="112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00724B84-29E8-4B86-916C-E2B91F61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900" y="2559503"/>
            <a:ext cx="34139" cy="34139"/>
          </a:xfrm>
          <a:custGeom xmlns:a="http://schemas.openxmlformats.org/drawingml/2006/main">
            <a:pathLst>
              <a:path w="34139" h="34139">
                <a:moveTo>
                  <a:pt x="772" y="18449"/>
                </a:moveTo>
                <a:cubicBezTo>
                  <a:pt x="0" y="9455"/>
                  <a:pt x="6696" y="1544"/>
                  <a:pt x="15690" y="773"/>
                </a:cubicBezTo>
                <a:cubicBezTo>
                  <a:pt x="24684" y="0"/>
                  <a:pt x="32594" y="6696"/>
                  <a:pt x="33366" y="15691"/>
                </a:cubicBezTo>
                <a:cubicBezTo>
                  <a:pt x="34139" y="24684"/>
                  <a:pt x="27443" y="32595"/>
                  <a:pt x="18449" y="33367"/>
                </a:cubicBezTo>
                <a:cubicBezTo>
                  <a:pt x="9455" y="34139"/>
                  <a:pt x="1544" y="27443"/>
                  <a:pt x="772" y="18449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4347">
            <a:solidFill>
              <a:srgbClr val="D4F3BC"/>
            </a:solidFill>
            <a:prstDash val="solid"/>
          </a:ln>
        </p:spPr>
      </p:sp>
      <p:sp>
        <p:nvSpPr>
          <p:cNvPr id="113" name="pdf-path-207">
            <a:extLst xmlns:a="http://schemas.openxmlformats.org/drawingml/2006/main">
              <a:ext uri="{FF2B5EF4-FFF2-40B4-BE49-F238E27FC236}">
                <a16:creationId xmlns:a16="http://schemas.microsoft.com/office/drawing/2014/main" id="{568CE12B-302E-4401-A6AF-4EF7E7FB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325" y="2532130"/>
            <a:ext cx="35760" cy="35765"/>
          </a:xfrm>
          <a:custGeom xmlns:a="http://schemas.openxmlformats.org/drawingml/2006/main">
            <a:pathLst>
              <a:path w="35760" h="35765">
                <a:moveTo>
                  <a:pt x="1862" y="14535"/>
                </a:moveTo>
                <a:cubicBezTo>
                  <a:pt x="3704" y="5694"/>
                  <a:pt x="12386" y="0"/>
                  <a:pt x="21230" y="1925"/>
                </a:cubicBezTo>
                <a:cubicBezTo>
                  <a:pt x="30071" y="3768"/>
                  <a:pt x="35760" y="12469"/>
                  <a:pt x="33917" y="21310"/>
                </a:cubicBezTo>
                <a:cubicBezTo>
                  <a:pt x="31993" y="30153"/>
                  <a:pt x="23307" y="35765"/>
                  <a:pt x="14530" y="33915"/>
                </a:cubicBezTo>
                <a:cubicBezTo>
                  <a:pt x="5689" y="32073"/>
                  <a:pt x="0" y="23372"/>
                  <a:pt x="1862" y="14535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4269">
            <a:solidFill>
              <a:srgbClr val="D4F3BC"/>
            </a:solidFill>
            <a:prstDash val="solid"/>
          </a:ln>
        </p:spPr>
      </p:sp>
      <p:sp>
        <p:nvSpPr>
          <p:cNvPr id="114" name="pdf-path-209">
            <a:extLst xmlns:a="http://schemas.openxmlformats.org/drawingml/2006/main">
              <a:ext uri="{FF2B5EF4-FFF2-40B4-BE49-F238E27FC236}">
                <a16:creationId xmlns:a16="http://schemas.microsoft.com/office/drawing/2014/main" id="{3F30F487-F6FC-420D-8EB8-CF9BE051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688" y="2568425"/>
            <a:ext cx="37368" cy="37368"/>
          </a:xfrm>
          <a:custGeom xmlns:a="http://schemas.openxmlformats.org/drawingml/2006/main">
            <a:pathLst>
              <a:path w="37368" h="37368">
                <a:moveTo>
                  <a:pt x="4292" y="26369"/>
                </a:moveTo>
                <a:cubicBezTo>
                  <a:pt x="0" y="18449"/>
                  <a:pt x="3077" y="8526"/>
                  <a:pt x="10997" y="4234"/>
                </a:cubicBezTo>
                <a:cubicBezTo>
                  <a:pt x="18998" y="0"/>
                  <a:pt x="28902" y="3088"/>
                  <a:pt x="33133" y="10989"/>
                </a:cubicBezTo>
                <a:cubicBezTo>
                  <a:pt x="37368" y="18990"/>
                  <a:pt x="34359" y="28902"/>
                  <a:pt x="26358" y="33137"/>
                </a:cubicBezTo>
                <a:cubicBezTo>
                  <a:pt x="18458" y="37368"/>
                  <a:pt x="8526" y="34370"/>
                  <a:pt x="4292" y="26369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3851">
            <a:solidFill>
              <a:srgbClr val="D4F3BC"/>
            </a:solidFill>
            <a:prstDash val="solid"/>
          </a:ln>
        </p:spPr>
      </p:sp>
      <p:sp>
        <p:nvSpPr>
          <p:cNvPr id="115" name="pdf-path-211">
            <a:extLst xmlns:a="http://schemas.openxmlformats.org/drawingml/2006/main">
              <a:ext uri="{FF2B5EF4-FFF2-40B4-BE49-F238E27FC236}">
                <a16:creationId xmlns:a16="http://schemas.microsoft.com/office/drawing/2014/main" id="{9A3F7503-9EC0-46DC-9F83-CAB3D887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338" y="2561817"/>
            <a:ext cx="36458" cy="36444"/>
          </a:xfrm>
          <a:custGeom xmlns:a="http://schemas.openxmlformats.org/drawingml/2006/main">
            <a:pathLst>
              <a:path w="36458" h="36444">
                <a:moveTo>
                  <a:pt x="6007" y="7371"/>
                </a:moveTo>
                <a:cubicBezTo>
                  <a:pt x="11998" y="621"/>
                  <a:pt x="22397" y="0"/>
                  <a:pt x="29074" y="5994"/>
                </a:cubicBezTo>
                <a:cubicBezTo>
                  <a:pt x="35843" y="12001"/>
                  <a:pt x="36458" y="22290"/>
                  <a:pt x="30452" y="29060"/>
                </a:cubicBezTo>
                <a:cubicBezTo>
                  <a:pt x="24461" y="35811"/>
                  <a:pt x="14155" y="36444"/>
                  <a:pt x="7384" y="30438"/>
                </a:cubicBezTo>
                <a:cubicBezTo>
                  <a:pt x="635" y="24449"/>
                  <a:pt x="0" y="14142"/>
                  <a:pt x="6007" y="7371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3263">
            <a:solidFill>
              <a:srgbClr val="D4F3BC"/>
            </a:solidFill>
            <a:prstDash val="solid"/>
          </a:ln>
        </p:spPr>
      </p:sp>
      <p:sp>
        <p:nvSpPr>
          <p:cNvPr id="116" name="pdf-path-213">
            <a:extLst xmlns:a="http://schemas.openxmlformats.org/drawingml/2006/main">
              <a:ext uri="{FF2B5EF4-FFF2-40B4-BE49-F238E27FC236}">
                <a16:creationId xmlns:a16="http://schemas.microsoft.com/office/drawing/2014/main" id="{C07D10F4-FE6A-4A3F-ACA9-8339845F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549" y="2531445"/>
            <a:ext cx="32670" cy="32749"/>
          </a:xfrm>
          <a:custGeom xmlns:a="http://schemas.openxmlformats.org/drawingml/2006/main">
            <a:pathLst>
              <a:path w="32670" h="32749">
                <a:moveTo>
                  <a:pt x="0" y="16374"/>
                </a:moveTo>
                <a:cubicBezTo>
                  <a:pt x="0" y="7380"/>
                  <a:pt x="7302" y="0"/>
                  <a:pt x="16374" y="0"/>
                </a:cubicBezTo>
                <a:cubicBezTo>
                  <a:pt x="25369" y="0"/>
                  <a:pt x="32670" y="7380"/>
                  <a:pt x="32670" y="16374"/>
                </a:cubicBezTo>
                <a:cubicBezTo>
                  <a:pt x="32670" y="25447"/>
                  <a:pt x="25369" y="32749"/>
                  <a:pt x="16374" y="32749"/>
                </a:cubicBezTo>
                <a:cubicBezTo>
                  <a:pt x="7302" y="32749"/>
                  <a:pt x="0" y="25447"/>
                  <a:pt x="0" y="16374"/>
                </a:cubicBezTo>
              </a:path>
            </a:pathLst>
          </a:custGeom>
          <a:solidFill xmlns:a="http://schemas.openxmlformats.org/drawingml/2006/main">
            <a:srgbClr val="D4F3BC"/>
          </a:solidFill>
          <a:ln xmlns:a="http://schemas.openxmlformats.org/drawingml/2006/main" w="4363">
            <a:solidFill>
              <a:srgbClr val="D4F3BC"/>
            </a:solidFill>
            <a:prstDash val="solid"/>
          </a:ln>
        </p:spPr>
      </p:sp>
      <p:sp>
        <p:nvSpPr>
          <p:cNvPr id="117" name="pdf-path-215">
            <a:extLst xmlns:a="http://schemas.openxmlformats.org/drawingml/2006/main">
              <a:ext uri="{FF2B5EF4-FFF2-40B4-BE49-F238E27FC236}">
                <a16:creationId xmlns:a16="http://schemas.microsoft.com/office/drawing/2014/main" id="{80B18812-C15E-4DE1-B907-1D44DD9D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814" y="2603260"/>
            <a:ext cx="1035089" cy="80946"/>
          </a:xfrm>
          <a:custGeom xmlns:a="http://schemas.openxmlformats.org/drawingml/2006/main">
            <a:pathLst>
              <a:path w="1035089" h="80946">
                <a:moveTo>
                  <a:pt x="0" y="31981"/>
                </a:moveTo>
                <a:cubicBezTo>
                  <a:pt x="24070" y="80946"/>
                  <a:pt x="79806" y="43652"/>
                  <a:pt x="79806" y="43652"/>
                </a:cubicBezTo>
                <a:cubicBezTo>
                  <a:pt x="137843" y="31981"/>
                  <a:pt x="109701" y="18145"/>
                  <a:pt x="159591" y="20212"/>
                </a:cubicBezTo>
                <a:cubicBezTo>
                  <a:pt x="218948" y="22672"/>
                  <a:pt x="183976" y="28281"/>
                  <a:pt x="239317" y="36212"/>
                </a:cubicBezTo>
                <a:cubicBezTo>
                  <a:pt x="265296" y="39892"/>
                  <a:pt x="244632" y="30367"/>
                  <a:pt x="319123" y="53276"/>
                </a:cubicBezTo>
                <a:cubicBezTo>
                  <a:pt x="388459" y="74570"/>
                  <a:pt x="370864" y="3149"/>
                  <a:pt x="398929" y="22357"/>
                </a:cubicBezTo>
                <a:cubicBezTo>
                  <a:pt x="426895" y="41506"/>
                  <a:pt x="452736" y="67642"/>
                  <a:pt x="478636" y="63883"/>
                </a:cubicBezTo>
                <a:cubicBezTo>
                  <a:pt x="519001" y="58117"/>
                  <a:pt x="538367" y="42589"/>
                  <a:pt x="558441" y="38358"/>
                </a:cubicBezTo>
                <a:cubicBezTo>
                  <a:pt x="578437" y="34048"/>
                  <a:pt x="626163" y="0"/>
                  <a:pt x="638167" y="25525"/>
                </a:cubicBezTo>
                <a:cubicBezTo>
                  <a:pt x="650231" y="51110"/>
                  <a:pt x="682982" y="70791"/>
                  <a:pt x="717954" y="52193"/>
                </a:cubicBezTo>
                <a:cubicBezTo>
                  <a:pt x="752021" y="34048"/>
                  <a:pt x="773689" y="50048"/>
                  <a:pt x="797759" y="37274"/>
                </a:cubicBezTo>
                <a:cubicBezTo>
                  <a:pt x="821749" y="24443"/>
                  <a:pt x="853495" y="984"/>
                  <a:pt x="877485" y="22357"/>
                </a:cubicBezTo>
                <a:cubicBezTo>
                  <a:pt x="901555" y="43652"/>
                  <a:pt x="929226" y="20212"/>
                  <a:pt x="957290" y="20212"/>
                </a:cubicBezTo>
                <a:cubicBezTo>
                  <a:pt x="985337" y="20212"/>
                  <a:pt x="1019010" y="18067"/>
                  <a:pt x="1035089" y="7459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80">
            <a:solidFill>
              <a:srgbClr val="D1F5A3"/>
            </a:solidFill>
            <a:prstDash val="solid"/>
          </a:ln>
        </p:spPr>
      </p:sp>
      <p:sp>
        <p:nvSpPr>
          <p:cNvPr id="118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EA743F7F-A4B7-4D98-BB54-A1970AA3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700" y="2628467"/>
            <a:ext cx="37209" cy="37135"/>
          </a:xfrm>
          <a:custGeom xmlns:a="http://schemas.openxmlformats.org/drawingml/2006/main">
            <a:pathLst>
              <a:path w="37209" h="37135">
                <a:moveTo>
                  <a:pt x="33751" y="12296"/>
                </a:moveTo>
                <a:cubicBezTo>
                  <a:pt x="37209" y="20601"/>
                  <a:pt x="33219" y="30207"/>
                  <a:pt x="24912" y="33664"/>
                </a:cubicBezTo>
                <a:cubicBezTo>
                  <a:pt x="16521" y="37135"/>
                  <a:pt x="6988" y="33207"/>
                  <a:pt x="3544" y="24826"/>
                </a:cubicBezTo>
                <a:cubicBezTo>
                  <a:pt x="0" y="16534"/>
                  <a:pt x="3990" y="6929"/>
                  <a:pt x="12296" y="3471"/>
                </a:cubicBezTo>
                <a:cubicBezTo>
                  <a:pt x="20688" y="0"/>
                  <a:pt x="30221" y="3929"/>
                  <a:pt x="33751" y="12296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4028">
            <a:solidFill>
              <a:srgbClr val="D1F5A3"/>
            </a:solidFill>
            <a:prstDash val="solid"/>
          </a:ln>
        </p:spPr>
      </p:sp>
      <p:sp>
        <p:nvSpPr>
          <p:cNvPr id="119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3B1B1033-99D4-465A-9DD7-C19C9D39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43" y="2606717"/>
            <a:ext cx="33440" cy="33439"/>
          </a:xfrm>
          <a:custGeom xmlns:a="http://schemas.openxmlformats.org/drawingml/2006/main">
            <a:pathLst>
              <a:path w="33440" h="33439">
                <a:moveTo>
                  <a:pt x="33063" y="17448"/>
                </a:moveTo>
                <a:cubicBezTo>
                  <a:pt x="32669" y="26441"/>
                  <a:pt x="25065" y="33439"/>
                  <a:pt x="16071" y="33046"/>
                </a:cubicBezTo>
                <a:cubicBezTo>
                  <a:pt x="6995" y="32748"/>
                  <a:pt x="0" y="25064"/>
                  <a:pt x="393" y="16071"/>
                </a:cubicBezTo>
                <a:cubicBezTo>
                  <a:pt x="767" y="7077"/>
                  <a:pt x="8376" y="0"/>
                  <a:pt x="17370" y="373"/>
                </a:cubicBezTo>
                <a:cubicBezTo>
                  <a:pt x="26442" y="770"/>
                  <a:pt x="33440" y="8375"/>
                  <a:pt x="33063" y="17448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4359">
            <a:solidFill>
              <a:srgbClr val="D1F5A3"/>
            </a:solidFill>
            <a:prstDash val="solid"/>
          </a:ln>
        </p:spPr>
      </p:sp>
      <p:sp>
        <p:nvSpPr>
          <p:cNvPr id="120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0BBE9BF0-8FEC-4AD1-B53C-5E07FC03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373" y="2621932"/>
            <a:ext cx="34910" cy="34981"/>
          </a:xfrm>
          <a:custGeom xmlns:a="http://schemas.openxmlformats.org/drawingml/2006/main">
            <a:pathLst>
              <a:path w="34910" h="34981">
                <a:moveTo>
                  <a:pt x="33678" y="19767"/>
                </a:moveTo>
                <a:cubicBezTo>
                  <a:pt x="32374" y="28758"/>
                  <a:pt x="24056" y="34981"/>
                  <a:pt x="15146" y="33669"/>
                </a:cubicBezTo>
                <a:cubicBezTo>
                  <a:pt x="6237" y="32358"/>
                  <a:pt x="0" y="24138"/>
                  <a:pt x="1244" y="15139"/>
                </a:cubicBezTo>
                <a:cubicBezTo>
                  <a:pt x="2536" y="6226"/>
                  <a:pt x="10833" y="0"/>
                  <a:pt x="19763" y="1314"/>
                </a:cubicBezTo>
                <a:cubicBezTo>
                  <a:pt x="28684" y="2547"/>
                  <a:pt x="34910" y="10846"/>
                  <a:pt x="33678" y="19767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4319">
            <a:solidFill>
              <a:srgbClr val="D1F5A3"/>
            </a:solidFill>
            <a:prstDash val="solid"/>
          </a:ln>
        </p:spPr>
      </p:sp>
      <p:sp>
        <p:nvSpPr>
          <p:cNvPr id="121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C2556332-FFC4-40B2-B8B1-6E516F3D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332" y="2638164"/>
            <a:ext cx="36586" cy="36505"/>
          </a:xfrm>
          <a:custGeom xmlns:a="http://schemas.openxmlformats.org/drawingml/2006/main">
            <a:pathLst>
              <a:path w="36586" h="36505">
                <a:moveTo>
                  <a:pt x="33897" y="23059"/>
                </a:moveTo>
                <a:cubicBezTo>
                  <a:pt x="31293" y="31672"/>
                  <a:pt x="22138" y="36505"/>
                  <a:pt x="13442" y="33897"/>
                </a:cubicBezTo>
                <a:cubicBezTo>
                  <a:pt x="4834" y="31208"/>
                  <a:pt x="0" y="22054"/>
                  <a:pt x="2605" y="13442"/>
                </a:cubicBezTo>
                <a:cubicBezTo>
                  <a:pt x="5293" y="4834"/>
                  <a:pt x="14447" y="0"/>
                  <a:pt x="23060" y="2605"/>
                </a:cubicBezTo>
                <a:cubicBezTo>
                  <a:pt x="31753" y="5298"/>
                  <a:pt x="36586" y="14451"/>
                  <a:pt x="33897" y="23059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4170">
            <a:solidFill>
              <a:srgbClr val="D1F5A3"/>
            </a:solidFill>
            <a:prstDash val="solid"/>
          </a:ln>
        </p:spPr>
      </p:sp>
      <p:sp>
        <p:nvSpPr>
          <p:cNvPr id="122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4689A16F-7A1A-49EA-9D95-719A9ACD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835" y="2606785"/>
            <a:ext cx="37206" cy="37227"/>
          </a:xfrm>
          <a:custGeom xmlns:a="http://schemas.openxmlformats.org/drawingml/2006/main">
            <a:pathLst>
              <a:path w="37206" h="37227">
                <a:moveTo>
                  <a:pt x="32133" y="27908"/>
                </a:moveTo>
                <a:cubicBezTo>
                  <a:pt x="26963" y="35293"/>
                  <a:pt x="16824" y="37227"/>
                  <a:pt x="9352" y="32141"/>
                </a:cubicBezTo>
                <a:cubicBezTo>
                  <a:pt x="1899" y="27068"/>
                  <a:pt x="0" y="16838"/>
                  <a:pt x="5072" y="9385"/>
                </a:cubicBezTo>
                <a:cubicBezTo>
                  <a:pt x="10212" y="1920"/>
                  <a:pt x="20369" y="0"/>
                  <a:pt x="27821" y="5159"/>
                </a:cubicBezTo>
                <a:cubicBezTo>
                  <a:pt x="35274" y="10231"/>
                  <a:pt x="37206" y="20455"/>
                  <a:pt x="32133" y="27908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3600">
            <a:solidFill>
              <a:srgbClr val="D1F5A3"/>
            </a:solidFill>
            <a:prstDash val="solid"/>
          </a:ln>
        </p:spPr>
      </p:sp>
      <p:sp>
        <p:nvSpPr>
          <p:cNvPr id="123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467C2118-B0FD-46A6-8453-2F2A8D7A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692" y="2649762"/>
            <a:ext cx="34903" cy="34898"/>
          </a:xfrm>
          <a:custGeom xmlns:a="http://schemas.openxmlformats.org/drawingml/2006/main">
            <a:pathLst>
              <a:path w="34903" h="34898">
                <a:moveTo>
                  <a:pt x="33669" y="15155"/>
                </a:moveTo>
                <a:cubicBezTo>
                  <a:pt x="34903" y="24076"/>
                  <a:pt x="28676" y="32374"/>
                  <a:pt x="19766" y="33686"/>
                </a:cubicBezTo>
                <a:cubicBezTo>
                  <a:pt x="10842" y="34898"/>
                  <a:pt x="2544" y="28672"/>
                  <a:pt x="1233" y="19762"/>
                </a:cubicBezTo>
                <a:cubicBezTo>
                  <a:pt x="0" y="10841"/>
                  <a:pt x="6226" y="2544"/>
                  <a:pt x="15156" y="1230"/>
                </a:cubicBezTo>
                <a:cubicBezTo>
                  <a:pt x="24058" y="0"/>
                  <a:pt x="32375" y="6223"/>
                  <a:pt x="33669" y="15155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4319">
            <a:solidFill>
              <a:srgbClr val="D1F5A3"/>
            </a:solidFill>
            <a:prstDash val="solid"/>
          </a:ln>
        </p:spPr>
      </p:sp>
      <p:sp>
        <p:nvSpPr>
          <p:cNvPr id="124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C8974DF3-F84B-456A-9EFD-1FBB009E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045" y="2623783"/>
            <a:ext cx="35740" cy="35741"/>
          </a:xfrm>
          <a:custGeom xmlns:a="http://schemas.openxmlformats.org/drawingml/2006/main">
            <a:pathLst>
              <a:path w="35740" h="35741">
                <a:moveTo>
                  <a:pt x="33898" y="14448"/>
                </a:moveTo>
                <a:cubicBezTo>
                  <a:pt x="35740" y="23292"/>
                  <a:pt x="30122" y="31978"/>
                  <a:pt x="21293" y="33899"/>
                </a:cubicBezTo>
                <a:cubicBezTo>
                  <a:pt x="12447" y="35741"/>
                  <a:pt x="3763" y="30122"/>
                  <a:pt x="1842" y="21293"/>
                </a:cubicBezTo>
                <a:cubicBezTo>
                  <a:pt x="0" y="12449"/>
                  <a:pt x="5598" y="3768"/>
                  <a:pt x="14446" y="1843"/>
                </a:cubicBezTo>
                <a:cubicBezTo>
                  <a:pt x="23291" y="0"/>
                  <a:pt x="31972" y="5599"/>
                  <a:pt x="33898" y="14448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4267">
            <a:solidFill>
              <a:srgbClr val="D1F5A3"/>
            </a:solidFill>
            <a:prstDash val="solid"/>
          </a:ln>
        </p:spPr>
      </p:sp>
      <p:sp>
        <p:nvSpPr>
          <p:cNvPr id="125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082696A3-ADE1-4051-90C4-3F82564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217" y="2609869"/>
            <a:ext cx="37301" cy="37273"/>
          </a:xfrm>
          <a:custGeom xmlns:a="http://schemas.openxmlformats.org/drawingml/2006/main">
            <a:pathLst>
              <a:path w="37301" h="37273">
                <a:moveTo>
                  <a:pt x="25605" y="33446"/>
                </a:moveTo>
                <a:cubicBezTo>
                  <a:pt x="17456" y="37273"/>
                  <a:pt x="7681" y="33744"/>
                  <a:pt x="3854" y="25596"/>
                </a:cubicBezTo>
                <a:cubicBezTo>
                  <a:pt x="0" y="17438"/>
                  <a:pt x="3537" y="7682"/>
                  <a:pt x="11675" y="3835"/>
                </a:cubicBezTo>
                <a:cubicBezTo>
                  <a:pt x="19844" y="0"/>
                  <a:pt x="29601" y="3539"/>
                  <a:pt x="33444" y="11677"/>
                </a:cubicBezTo>
                <a:cubicBezTo>
                  <a:pt x="37301" y="19835"/>
                  <a:pt x="33743" y="29601"/>
                  <a:pt x="25605" y="33446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1854">
            <a:solidFill>
              <a:srgbClr val="D1F5A3"/>
            </a:solidFill>
            <a:prstDash val="solid"/>
          </a:ln>
        </p:spPr>
      </p:sp>
      <p:sp>
        <p:nvSpPr>
          <p:cNvPr id="126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5E9172EF-B34E-451C-BBB4-EECC8D96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784" y="2636928"/>
            <a:ext cx="37360" cy="37368"/>
          </a:xfrm>
          <a:custGeom xmlns:a="http://schemas.openxmlformats.org/drawingml/2006/main">
            <a:pathLst>
              <a:path w="37360" h="37368">
                <a:moveTo>
                  <a:pt x="33146" y="10979"/>
                </a:moveTo>
                <a:cubicBezTo>
                  <a:pt x="37360" y="18990"/>
                  <a:pt x="34371" y="28891"/>
                  <a:pt x="26370" y="33125"/>
                </a:cubicBezTo>
                <a:cubicBezTo>
                  <a:pt x="18449" y="37368"/>
                  <a:pt x="8537" y="34359"/>
                  <a:pt x="4235" y="26370"/>
                </a:cubicBezTo>
                <a:cubicBezTo>
                  <a:pt x="0" y="18370"/>
                  <a:pt x="3078" y="8446"/>
                  <a:pt x="11009" y="4223"/>
                </a:cubicBezTo>
                <a:cubicBezTo>
                  <a:pt x="18991" y="0"/>
                  <a:pt x="28922" y="2998"/>
                  <a:pt x="33146" y="10979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3851">
            <a:solidFill>
              <a:srgbClr val="D1F5A3"/>
            </a:solidFill>
            <a:prstDash val="solid"/>
          </a:ln>
        </p:spPr>
      </p:sp>
      <p:sp>
        <p:nvSpPr>
          <p:cNvPr id="127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56F3AE85-D990-4B99-B3FD-D63B4F4E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584" y="2622005"/>
            <a:ext cx="37362" cy="37360"/>
          </a:xfrm>
          <a:custGeom xmlns:a="http://schemas.openxmlformats.org/drawingml/2006/main">
            <a:pathLst>
              <a:path w="37362" h="37360">
                <a:moveTo>
                  <a:pt x="33138" y="11010"/>
                </a:moveTo>
                <a:cubicBezTo>
                  <a:pt x="37362" y="18990"/>
                  <a:pt x="34372" y="28841"/>
                  <a:pt x="26383" y="33145"/>
                </a:cubicBezTo>
                <a:cubicBezTo>
                  <a:pt x="18372" y="37360"/>
                  <a:pt x="8469" y="34372"/>
                  <a:pt x="4235" y="26371"/>
                </a:cubicBezTo>
                <a:cubicBezTo>
                  <a:pt x="0" y="18370"/>
                  <a:pt x="3009" y="8459"/>
                  <a:pt x="10989" y="4235"/>
                </a:cubicBezTo>
                <a:cubicBezTo>
                  <a:pt x="18990" y="0"/>
                  <a:pt x="28903" y="3008"/>
                  <a:pt x="33138" y="11010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3851">
            <a:solidFill>
              <a:srgbClr val="D1F5A3"/>
            </a:solidFill>
            <a:prstDash val="solid"/>
          </a:ln>
        </p:spPr>
      </p:sp>
      <p:sp>
        <p:nvSpPr>
          <p:cNvPr id="128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AE3F16FB-563E-4E1C-BC8E-A19C50DD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861" y="2607179"/>
            <a:ext cx="36422" cy="36421"/>
          </a:xfrm>
          <a:custGeom xmlns:a="http://schemas.openxmlformats.org/drawingml/2006/main">
            <a:pathLst>
              <a:path w="36422" h="36421">
                <a:moveTo>
                  <a:pt x="30413" y="29056"/>
                </a:moveTo>
                <a:cubicBezTo>
                  <a:pt x="24445" y="35824"/>
                  <a:pt x="14136" y="36421"/>
                  <a:pt x="7367" y="30451"/>
                </a:cubicBezTo>
                <a:cubicBezTo>
                  <a:pt x="598" y="24444"/>
                  <a:pt x="0" y="14136"/>
                  <a:pt x="5989" y="7385"/>
                </a:cubicBezTo>
                <a:cubicBezTo>
                  <a:pt x="11978" y="597"/>
                  <a:pt x="22286" y="0"/>
                  <a:pt x="29037" y="5990"/>
                </a:cubicBezTo>
                <a:cubicBezTo>
                  <a:pt x="35806" y="11998"/>
                  <a:pt x="36422" y="22286"/>
                  <a:pt x="30413" y="29056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3263">
            <a:solidFill>
              <a:srgbClr val="D1F5A3"/>
            </a:solidFill>
            <a:prstDash val="solid"/>
          </a:ln>
        </p:spPr>
      </p:sp>
      <p:sp>
        <p:nvSpPr>
          <p:cNvPr id="129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77166126-546B-46C2-AC96-1363EB7C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415" y="2607097"/>
            <a:ext cx="32670" cy="32749"/>
          </a:xfrm>
          <a:custGeom xmlns:a="http://schemas.openxmlformats.org/drawingml/2006/main">
            <a:pathLst>
              <a:path w="32670" h="32749">
                <a:moveTo>
                  <a:pt x="32670" y="16375"/>
                </a:moveTo>
                <a:cubicBezTo>
                  <a:pt x="32670" y="25448"/>
                  <a:pt x="25369" y="32749"/>
                  <a:pt x="16375" y="32749"/>
                </a:cubicBezTo>
                <a:cubicBezTo>
                  <a:pt x="7302" y="32749"/>
                  <a:pt x="0" y="25448"/>
                  <a:pt x="0" y="16375"/>
                </a:cubicBezTo>
                <a:cubicBezTo>
                  <a:pt x="0" y="7381"/>
                  <a:pt x="7302" y="0"/>
                  <a:pt x="16375" y="0"/>
                </a:cubicBezTo>
                <a:cubicBezTo>
                  <a:pt x="25369" y="0"/>
                  <a:pt x="32670" y="7381"/>
                  <a:pt x="32670" y="16375"/>
                </a:cubicBezTo>
              </a:path>
            </a:pathLst>
          </a:custGeom>
          <a:solidFill xmlns:a="http://schemas.openxmlformats.org/drawingml/2006/main">
            <a:srgbClr val="D1F5A3"/>
          </a:solidFill>
          <a:ln xmlns:a="http://schemas.openxmlformats.org/drawingml/2006/main" w="4363">
            <a:solidFill>
              <a:srgbClr val="D1F5A3"/>
            </a:solidFill>
            <a:prstDash val="solid"/>
          </a:ln>
        </p:spPr>
      </p:sp>
      <p:sp>
        <p:nvSpPr>
          <p:cNvPr id="130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24F36814-0CF9-41F5-AB8C-CE70A2A3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810" y="2693811"/>
            <a:ext cx="1035011" cy="70339"/>
          </a:xfrm>
          <a:custGeom xmlns:a="http://schemas.openxmlformats.org/drawingml/2006/main">
            <a:pathLst>
              <a:path w="1035011" h="70339">
                <a:moveTo>
                  <a:pt x="1035011" y="24523"/>
                </a:moveTo>
                <a:cubicBezTo>
                  <a:pt x="1035011" y="24523"/>
                  <a:pt x="990807" y="35602"/>
                  <a:pt x="955205" y="34146"/>
                </a:cubicBezTo>
                <a:cubicBezTo>
                  <a:pt x="919623" y="32670"/>
                  <a:pt x="925310" y="10687"/>
                  <a:pt x="875499" y="12773"/>
                </a:cubicBezTo>
                <a:cubicBezTo>
                  <a:pt x="816141" y="15233"/>
                  <a:pt x="851035" y="20920"/>
                  <a:pt x="795694" y="28754"/>
                </a:cubicBezTo>
                <a:cubicBezTo>
                  <a:pt x="769773" y="32454"/>
                  <a:pt x="755800" y="40130"/>
                  <a:pt x="715888" y="45817"/>
                </a:cubicBezTo>
                <a:cubicBezTo>
                  <a:pt x="715888" y="45817"/>
                  <a:pt x="687606" y="36212"/>
                  <a:pt x="636161" y="36212"/>
                </a:cubicBezTo>
                <a:cubicBezTo>
                  <a:pt x="590501" y="36212"/>
                  <a:pt x="568360" y="25605"/>
                  <a:pt x="556374" y="12773"/>
                </a:cubicBezTo>
                <a:cubicBezTo>
                  <a:pt x="544369" y="0"/>
                  <a:pt x="526302" y="29443"/>
                  <a:pt x="476647" y="22377"/>
                </a:cubicBezTo>
                <a:cubicBezTo>
                  <a:pt x="455806" y="19385"/>
                  <a:pt x="408848" y="1082"/>
                  <a:pt x="396843" y="26687"/>
                </a:cubicBezTo>
                <a:cubicBezTo>
                  <a:pt x="384856" y="52213"/>
                  <a:pt x="329121" y="70339"/>
                  <a:pt x="317057" y="44754"/>
                </a:cubicBezTo>
                <a:cubicBezTo>
                  <a:pt x="305052" y="19228"/>
                  <a:pt x="261322" y="37295"/>
                  <a:pt x="237330" y="24523"/>
                </a:cubicBezTo>
                <a:cubicBezTo>
                  <a:pt x="213261" y="11769"/>
                  <a:pt x="181516" y="25605"/>
                  <a:pt x="157524" y="46899"/>
                </a:cubicBezTo>
                <a:cubicBezTo>
                  <a:pt x="133455" y="68194"/>
                  <a:pt x="105785" y="20231"/>
                  <a:pt x="77719" y="20231"/>
                </a:cubicBezTo>
                <a:cubicBezTo>
                  <a:pt x="49752" y="20231"/>
                  <a:pt x="16000" y="10687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80">
            <a:solidFill>
              <a:srgbClr val="DDEF9D"/>
            </a:solidFill>
            <a:prstDash val="solid"/>
          </a:ln>
        </p:spPr>
      </p:sp>
      <p:sp>
        <p:nvSpPr>
          <p:cNvPr id="131" name="pdf-path-241">
            <a:extLst xmlns:a="http://schemas.openxmlformats.org/drawingml/2006/main">
              <a:ext uri="{FF2B5EF4-FFF2-40B4-BE49-F238E27FC236}">
                <a16:creationId xmlns:a16="http://schemas.microsoft.com/office/drawing/2014/main" id="{D6C7B7BC-0F0F-4E7B-A756-A7A2D048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656" y="2711182"/>
            <a:ext cx="33431" cy="33451"/>
          </a:xfrm>
          <a:custGeom xmlns:a="http://schemas.openxmlformats.org/drawingml/2006/main">
            <a:pathLst>
              <a:path w="33431" h="33451">
                <a:moveTo>
                  <a:pt x="370" y="16073"/>
                </a:moveTo>
                <a:cubicBezTo>
                  <a:pt x="759" y="7079"/>
                  <a:pt x="8365" y="0"/>
                  <a:pt x="17359" y="390"/>
                </a:cubicBezTo>
                <a:cubicBezTo>
                  <a:pt x="26430" y="783"/>
                  <a:pt x="33431" y="8386"/>
                  <a:pt x="33057" y="17458"/>
                </a:cubicBezTo>
                <a:cubicBezTo>
                  <a:pt x="32668" y="26452"/>
                  <a:pt x="25047" y="33451"/>
                  <a:pt x="16053" y="33062"/>
                </a:cubicBezTo>
                <a:cubicBezTo>
                  <a:pt x="6996" y="32768"/>
                  <a:pt x="0" y="25067"/>
                  <a:pt x="370" y="16073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4359">
            <a:solidFill>
              <a:srgbClr val="DDEF9D"/>
            </a:solidFill>
            <a:prstDash val="solid"/>
          </a:ln>
        </p:spPr>
      </p:sp>
      <p:sp>
        <p:nvSpPr>
          <p:cNvPr id="132" name="pdf-path-243">
            <a:extLst xmlns:a="http://schemas.openxmlformats.org/drawingml/2006/main">
              <a:ext uri="{FF2B5EF4-FFF2-40B4-BE49-F238E27FC236}">
                <a16:creationId xmlns:a16="http://schemas.microsoft.com/office/drawing/2014/main" id="{ADD220AA-8EF8-4102-B1C3-F578C1D0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849" y="2689894"/>
            <a:ext cx="33441" cy="33441"/>
          </a:xfrm>
          <a:custGeom xmlns:a="http://schemas.openxmlformats.org/drawingml/2006/main">
            <a:pathLst>
              <a:path w="33441" h="33441">
                <a:moveTo>
                  <a:pt x="375" y="17371"/>
                </a:moveTo>
                <a:cubicBezTo>
                  <a:pt x="0" y="8377"/>
                  <a:pt x="7074" y="689"/>
                  <a:pt x="16072" y="394"/>
                </a:cubicBezTo>
                <a:cubicBezTo>
                  <a:pt x="25066" y="0"/>
                  <a:pt x="32749" y="6996"/>
                  <a:pt x="33143" y="15989"/>
                </a:cubicBezTo>
                <a:cubicBezTo>
                  <a:pt x="33441" y="25064"/>
                  <a:pt x="26442" y="32670"/>
                  <a:pt x="17450" y="33063"/>
                </a:cubicBezTo>
                <a:cubicBezTo>
                  <a:pt x="8377" y="33441"/>
                  <a:pt x="767" y="26364"/>
                  <a:pt x="375" y="17371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4359">
            <a:solidFill>
              <a:srgbClr val="DDEF9D"/>
            </a:solidFill>
            <a:prstDash val="solid"/>
          </a:ln>
        </p:spPr>
      </p:sp>
      <p:sp>
        <p:nvSpPr>
          <p:cNvPr id="133" name="pdf-path-245">
            <a:extLst xmlns:a="http://schemas.openxmlformats.org/drawingml/2006/main">
              <a:ext uri="{FF2B5EF4-FFF2-40B4-BE49-F238E27FC236}">
                <a16:creationId xmlns:a16="http://schemas.microsoft.com/office/drawing/2014/main" id="{ED078646-3520-4716-A2D9-3D60C088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360" y="2705040"/>
            <a:ext cx="34890" cy="34981"/>
          </a:xfrm>
          <a:custGeom xmlns:a="http://schemas.openxmlformats.org/drawingml/2006/main">
            <a:pathLst>
              <a:path w="34890" h="34981">
                <a:moveTo>
                  <a:pt x="1303" y="19834"/>
                </a:moveTo>
                <a:cubicBezTo>
                  <a:pt x="0" y="10842"/>
                  <a:pt x="6214" y="2606"/>
                  <a:pt x="15146" y="1312"/>
                </a:cubicBezTo>
                <a:cubicBezTo>
                  <a:pt x="24056" y="0"/>
                  <a:pt x="32354" y="6226"/>
                  <a:pt x="33678" y="15214"/>
                </a:cubicBezTo>
                <a:cubicBezTo>
                  <a:pt x="34890" y="24138"/>
                  <a:pt x="28746" y="32445"/>
                  <a:pt x="19764" y="33667"/>
                </a:cubicBezTo>
                <a:cubicBezTo>
                  <a:pt x="10834" y="34981"/>
                  <a:pt x="2534" y="28755"/>
                  <a:pt x="1303" y="19834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4319">
            <a:solidFill>
              <a:srgbClr val="DDEF9D"/>
            </a:solidFill>
            <a:prstDash val="solid"/>
          </a:ln>
        </p:spPr>
      </p:sp>
      <p:sp>
        <p:nvSpPr>
          <p:cNvPr id="134" name="pdf-path-247">
            <a:extLst xmlns:a="http://schemas.openxmlformats.org/drawingml/2006/main">
              <a:ext uri="{FF2B5EF4-FFF2-40B4-BE49-F238E27FC236}">
                <a16:creationId xmlns:a16="http://schemas.microsoft.com/office/drawing/2014/main" id="{E0133650-9427-4218-8C15-59A4A2E9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941" y="2722575"/>
            <a:ext cx="34221" cy="34201"/>
          </a:xfrm>
          <a:custGeom xmlns:a="http://schemas.openxmlformats.org/drawingml/2006/main">
            <a:pathLst>
              <a:path w="34221" h="34201">
                <a:moveTo>
                  <a:pt x="853" y="15605"/>
                </a:moveTo>
                <a:cubicBezTo>
                  <a:pt x="1687" y="6611"/>
                  <a:pt x="9603" y="0"/>
                  <a:pt x="18597" y="833"/>
                </a:cubicBezTo>
                <a:cubicBezTo>
                  <a:pt x="27597" y="1607"/>
                  <a:pt x="34221" y="9605"/>
                  <a:pt x="33446" y="18604"/>
                </a:cubicBezTo>
                <a:cubicBezTo>
                  <a:pt x="32593" y="27596"/>
                  <a:pt x="24598" y="34201"/>
                  <a:pt x="15606" y="33348"/>
                </a:cubicBezTo>
                <a:cubicBezTo>
                  <a:pt x="6605" y="32593"/>
                  <a:pt x="0" y="24598"/>
                  <a:pt x="853" y="15605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4344">
            <a:solidFill>
              <a:srgbClr val="DDEF9D"/>
            </a:solidFill>
            <a:prstDash val="solid"/>
          </a:ln>
        </p:spPr>
      </p:sp>
      <p:sp>
        <p:nvSpPr>
          <p:cNvPr id="135" name="pdf-path-249">
            <a:extLst xmlns:a="http://schemas.openxmlformats.org/drawingml/2006/main">
              <a:ext uri="{FF2B5EF4-FFF2-40B4-BE49-F238E27FC236}">
                <a16:creationId xmlns:a16="http://schemas.microsoft.com/office/drawing/2014/main" id="{C5C614C8-5EB4-40A3-AEB3-9F54409D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12" y="2713728"/>
            <a:ext cx="32749" cy="32671"/>
          </a:xfrm>
          <a:custGeom xmlns:a="http://schemas.openxmlformats.org/drawingml/2006/main">
            <a:pathLst>
              <a:path w="32749" h="32671">
                <a:moveTo>
                  <a:pt x="0" y="16296"/>
                </a:moveTo>
                <a:cubicBezTo>
                  <a:pt x="0" y="7302"/>
                  <a:pt x="7379" y="0"/>
                  <a:pt x="16373" y="0"/>
                </a:cubicBezTo>
                <a:cubicBezTo>
                  <a:pt x="25368" y="0"/>
                  <a:pt x="32749" y="7302"/>
                  <a:pt x="32749" y="16296"/>
                </a:cubicBezTo>
                <a:cubicBezTo>
                  <a:pt x="32749" y="25369"/>
                  <a:pt x="25368" y="32671"/>
                  <a:pt x="16373" y="32671"/>
                </a:cubicBezTo>
                <a:cubicBezTo>
                  <a:pt x="7379" y="32671"/>
                  <a:pt x="0" y="25369"/>
                  <a:pt x="0" y="16296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4363">
            <a:solidFill>
              <a:srgbClr val="DDEF9D"/>
            </a:solidFill>
            <a:prstDash val="solid"/>
          </a:ln>
        </p:spPr>
      </p:sp>
      <p:sp>
        <p:nvSpPr>
          <p:cNvPr id="136" name="pdf-path-251">
            <a:extLst xmlns:a="http://schemas.openxmlformats.org/drawingml/2006/main">
              <a:ext uri="{FF2B5EF4-FFF2-40B4-BE49-F238E27FC236}">
                <a16:creationId xmlns:a16="http://schemas.microsoft.com/office/drawing/2014/main" id="{A5F28FBC-69C1-4721-BDAE-8D211AC6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33" y="2688738"/>
            <a:ext cx="36221" cy="36199"/>
          </a:xfrm>
          <a:custGeom xmlns:a="http://schemas.openxmlformats.org/drawingml/2006/main">
            <a:pathLst>
              <a:path w="36221" h="36199">
                <a:moveTo>
                  <a:pt x="6844" y="6153"/>
                </a:moveTo>
                <a:cubicBezTo>
                  <a:pt x="13474" y="0"/>
                  <a:pt x="23836" y="307"/>
                  <a:pt x="29989" y="6936"/>
                </a:cubicBezTo>
                <a:cubicBezTo>
                  <a:pt x="36221" y="13454"/>
                  <a:pt x="35837" y="23852"/>
                  <a:pt x="29301" y="30064"/>
                </a:cubicBezTo>
                <a:cubicBezTo>
                  <a:pt x="22691" y="36199"/>
                  <a:pt x="12310" y="35911"/>
                  <a:pt x="6157" y="29282"/>
                </a:cubicBezTo>
                <a:cubicBezTo>
                  <a:pt x="0" y="22766"/>
                  <a:pt x="326" y="12386"/>
                  <a:pt x="6844" y="6153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2987">
            <a:solidFill>
              <a:srgbClr val="DDEF9D"/>
            </a:solidFill>
            <a:prstDash val="solid"/>
          </a:ln>
        </p:spPr>
      </p:sp>
      <p:sp>
        <p:nvSpPr>
          <p:cNvPr id="137" name="pdf-path-253">
            <a:extLst xmlns:a="http://schemas.openxmlformats.org/drawingml/2006/main">
              <a:ext uri="{FF2B5EF4-FFF2-40B4-BE49-F238E27FC236}">
                <a16:creationId xmlns:a16="http://schemas.microsoft.com/office/drawing/2014/main" id="{38C27882-41EB-4E42-BDBB-2D74B377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240" y="2698746"/>
            <a:ext cx="34981" cy="34972"/>
          </a:xfrm>
          <a:custGeom xmlns:a="http://schemas.openxmlformats.org/drawingml/2006/main">
            <a:pathLst>
              <a:path w="34981" h="34972">
                <a:moveTo>
                  <a:pt x="1294" y="15207"/>
                </a:moveTo>
                <a:cubicBezTo>
                  <a:pt x="2617" y="6219"/>
                  <a:pt x="10834" y="0"/>
                  <a:pt x="19825" y="1303"/>
                </a:cubicBezTo>
                <a:cubicBezTo>
                  <a:pt x="28757" y="2598"/>
                  <a:pt x="34981" y="10915"/>
                  <a:pt x="33669" y="19825"/>
                </a:cubicBezTo>
                <a:cubicBezTo>
                  <a:pt x="32437" y="28746"/>
                  <a:pt x="24139" y="34972"/>
                  <a:pt x="15209" y="33658"/>
                </a:cubicBezTo>
                <a:cubicBezTo>
                  <a:pt x="6226" y="32437"/>
                  <a:pt x="0" y="24139"/>
                  <a:pt x="1294" y="15207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4319">
            <a:solidFill>
              <a:srgbClr val="DDEF9D"/>
            </a:solidFill>
            <a:prstDash val="solid"/>
          </a:ln>
        </p:spPr>
      </p:sp>
      <p:sp>
        <p:nvSpPr>
          <p:cNvPr id="138" name="pdf-path-255">
            <a:extLst xmlns:a="http://schemas.openxmlformats.org/drawingml/2006/main">
              <a:ext uri="{FF2B5EF4-FFF2-40B4-BE49-F238E27FC236}">
                <a16:creationId xmlns:a16="http://schemas.microsoft.com/office/drawing/2014/main" id="{229E2001-91EB-45B6-AC49-00765153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128" y="2701504"/>
            <a:ext cx="37280" cy="37288"/>
          </a:xfrm>
          <a:custGeom xmlns:a="http://schemas.openxmlformats.org/drawingml/2006/main">
            <a:pathLst>
              <a:path w="37280" h="37288">
                <a:moveTo>
                  <a:pt x="11684" y="33445"/>
                </a:moveTo>
                <a:cubicBezTo>
                  <a:pt x="3546" y="29600"/>
                  <a:pt x="0" y="19912"/>
                  <a:pt x="3844" y="11677"/>
                </a:cubicBezTo>
                <a:cubicBezTo>
                  <a:pt x="7690" y="3538"/>
                  <a:pt x="17445" y="0"/>
                  <a:pt x="25604" y="3855"/>
                </a:cubicBezTo>
                <a:cubicBezTo>
                  <a:pt x="33751" y="7681"/>
                  <a:pt x="37280" y="17456"/>
                  <a:pt x="33454" y="25605"/>
                </a:cubicBezTo>
                <a:cubicBezTo>
                  <a:pt x="29591" y="33832"/>
                  <a:pt x="19921" y="37288"/>
                  <a:pt x="11684" y="33445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1854">
            <a:solidFill>
              <a:srgbClr val="DDEF9D"/>
            </a:solidFill>
            <a:prstDash val="solid"/>
          </a:ln>
        </p:spPr>
      </p:sp>
      <p:sp>
        <p:nvSpPr>
          <p:cNvPr id="139" name="pdf-path-257">
            <a:extLst xmlns:a="http://schemas.openxmlformats.org/drawingml/2006/main">
              <a:ext uri="{FF2B5EF4-FFF2-40B4-BE49-F238E27FC236}">
                <a16:creationId xmlns:a16="http://schemas.microsoft.com/office/drawing/2014/main" id="{426EBBE7-CA70-4D6B-A6EC-0DF5C7AD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396" y="2720264"/>
            <a:ext cx="37309" cy="37289"/>
          </a:xfrm>
          <a:custGeom xmlns:a="http://schemas.openxmlformats.org/drawingml/2006/main">
            <a:pathLst>
              <a:path w="37309" h="37289">
                <a:moveTo>
                  <a:pt x="11694" y="3855"/>
                </a:moveTo>
                <a:cubicBezTo>
                  <a:pt x="19852" y="0"/>
                  <a:pt x="29620" y="3460"/>
                  <a:pt x="33454" y="11677"/>
                </a:cubicBezTo>
                <a:cubicBezTo>
                  <a:pt x="37309" y="19835"/>
                  <a:pt x="33752" y="29601"/>
                  <a:pt x="25614" y="33446"/>
                </a:cubicBezTo>
                <a:cubicBezTo>
                  <a:pt x="17378" y="37289"/>
                  <a:pt x="7622" y="33751"/>
                  <a:pt x="3766" y="25594"/>
                </a:cubicBezTo>
                <a:cubicBezTo>
                  <a:pt x="0" y="17369"/>
                  <a:pt x="3470" y="7622"/>
                  <a:pt x="11694" y="3855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1854">
            <a:solidFill>
              <a:srgbClr val="DDEF9D"/>
            </a:solidFill>
            <a:prstDash val="solid"/>
          </a:ln>
        </p:spPr>
      </p:sp>
      <p:sp>
        <p:nvSpPr>
          <p:cNvPr id="140" name="pdf-path-259">
            <a:extLst xmlns:a="http://schemas.openxmlformats.org/drawingml/2006/main">
              <a:ext uri="{FF2B5EF4-FFF2-40B4-BE49-F238E27FC236}">
                <a16:creationId xmlns:a16="http://schemas.microsoft.com/office/drawing/2014/main" id="{FE05AE8C-1B7B-440D-955D-4118B04D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682" y="2699800"/>
            <a:ext cx="37361" cy="37367"/>
          </a:xfrm>
          <a:custGeom xmlns:a="http://schemas.openxmlformats.org/drawingml/2006/main">
            <a:pathLst>
              <a:path w="37361" h="37367">
                <a:moveTo>
                  <a:pt x="4304" y="11009"/>
                </a:moveTo>
                <a:cubicBezTo>
                  <a:pt x="8538" y="3008"/>
                  <a:pt x="18450" y="0"/>
                  <a:pt x="26370" y="4242"/>
                </a:cubicBezTo>
                <a:cubicBezTo>
                  <a:pt x="34371" y="8476"/>
                  <a:pt x="37361" y="18377"/>
                  <a:pt x="33145" y="26389"/>
                </a:cubicBezTo>
                <a:cubicBezTo>
                  <a:pt x="28911" y="34390"/>
                  <a:pt x="18990" y="37367"/>
                  <a:pt x="11010" y="33144"/>
                </a:cubicBezTo>
                <a:cubicBezTo>
                  <a:pt x="3077" y="28921"/>
                  <a:pt x="0" y="18998"/>
                  <a:pt x="4304" y="11009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3851">
            <a:solidFill>
              <a:srgbClr val="DDEF9D"/>
            </a:solidFill>
            <a:prstDash val="solid"/>
          </a:ln>
        </p:spPr>
      </p:sp>
      <p:sp>
        <p:nvSpPr>
          <p:cNvPr id="141" name="pdf-path-261">
            <a:extLst xmlns:a="http://schemas.openxmlformats.org/drawingml/2006/main">
              <a:ext uri="{FF2B5EF4-FFF2-40B4-BE49-F238E27FC236}">
                <a16:creationId xmlns:a16="http://schemas.microsoft.com/office/drawing/2014/main" id="{E4FB78AD-441A-425F-A507-2BA39B0A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352" y="2722272"/>
            <a:ext cx="36425" cy="36425"/>
          </a:xfrm>
          <a:custGeom xmlns:a="http://schemas.openxmlformats.org/drawingml/2006/main">
            <a:pathLst>
              <a:path w="36425" h="36425">
                <a:moveTo>
                  <a:pt x="5994" y="29036"/>
                </a:moveTo>
                <a:cubicBezTo>
                  <a:pt x="0" y="22360"/>
                  <a:pt x="601" y="11977"/>
                  <a:pt x="7388" y="5990"/>
                </a:cubicBezTo>
                <a:cubicBezTo>
                  <a:pt x="14139" y="0"/>
                  <a:pt x="24448" y="596"/>
                  <a:pt x="30435" y="7384"/>
                </a:cubicBezTo>
                <a:cubicBezTo>
                  <a:pt x="36425" y="14135"/>
                  <a:pt x="35829" y="24443"/>
                  <a:pt x="29041" y="30431"/>
                </a:cubicBezTo>
                <a:cubicBezTo>
                  <a:pt x="22364" y="36425"/>
                  <a:pt x="11982" y="35824"/>
                  <a:pt x="5994" y="29036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3263">
            <a:solidFill>
              <a:srgbClr val="DDEF9D"/>
            </a:solidFill>
            <a:prstDash val="solid"/>
          </a:ln>
        </p:spPr>
      </p:sp>
      <p:sp>
        <p:nvSpPr>
          <p:cNvPr id="142" name="pdf-path-263">
            <a:extLst xmlns:a="http://schemas.openxmlformats.org/drawingml/2006/main">
              <a:ext uri="{FF2B5EF4-FFF2-40B4-BE49-F238E27FC236}">
                <a16:creationId xmlns:a16="http://schemas.microsoft.com/office/drawing/2014/main" id="{E3A08FEF-E2C8-4B0C-A0BC-BBD935BF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549" y="2697727"/>
            <a:ext cx="32670" cy="32690"/>
          </a:xfrm>
          <a:custGeom xmlns:a="http://schemas.openxmlformats.org/drawingml/2006/main">
            <a:pathLst>
              <a:path w="32670" h="32690">
                <a:moveTo>
                  <a:pt x="0" y="16315"/>
                </a:moveTo>
                <a:cubicBezTo>
                  <a:pt x="0" y="7322"/>
                  <a:pt x="7302" y="0"/>
                  <a:pt x="16374" y="0"/>
                </a:cubicBezTo>
                <a:cubicBezTo>
                  <a:pt x="25369" y="0"/>
                  <a:pt x="32670" y="7322"/>
                  <a:pt x="32670" y="16315"/>
                </a:cubicBezTo>
                <a:cubicBezTo>
                  <a:pt x="32670" y="25389"/>
                  <a:pt x="25369" y="32690"/>
                  <a:pt x="16374" y="32690"/>
                </a:cubicBezTo>
                <a:cubicBezTo>
                  <a:pt x="7302" y="32690"/>
                  <a:pt x="0" y="25389"/>
                  <a:pt x="0" y="16315"/>
                </a:cubicBezTo>
              </a:path>
            </a:pathLst>
          </a:custGeom>
          <a:solidFill xmlns:a="http://schemas.openxmlformats.org/drawingml/2006/main">
            <a:srgbClr val="DDEF9D"/>
          </a:solidFill>
          <a:ln xmlns:a="http://schemas.openxmlformats.org/drawingml/2006/main" w="4363">
            <a:solidFill>
              <a:srgbClr val="DDEF9D"/>
            </a:solidFill>
            <a:prstDash val="solid"/>
          </a:ln>
        </p:spPr>
      </p:sp>
      <p:sp>
        <p:nvSpPr>
          <p:cNvPr id="143" name="pdf-path-265">
            <a:extLst xmlns:a="http://schemas.openxmlformats.org/drawingml/2006/main">
              <a:ext uri="{FF2B5EF4-FFF2-40B4-BE49-F238E27FC236}">
                <a16:creationId xmlns:a16="http://schemas.microsoft.com/office/drawing/2014/main" id="{3B4CF9AB-951A-44B5-A87E-3D958393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807" y="2749783"/>
            <a:ext cx="1037096" cy="127925"/>
          </a:xfrm>
          <a:custGeom xmlns:a="http://schemas.openxmlformats.org/drawingml/2006/main">
            <a:pathLst>
              <a:path w="1037096" h="127925">
                <a:moveTo>
                  <a:pt x="0" y="104485"/>
                </a:moveTo>
                <a:cubicBezTo>
                  <a:pt x="24070" y="55421"/>
                  <a:pt x="15765" y="0"/>
                  <a:pt x="79806" y="44735"/>
                </a:cubicBezTo>
                <a:cubicBezTo>
                  <a:pt x="143846" y="89567"/>
                  <a:pt x="119560" y="127925"/>
                  <a:pt x="159611" y="104485"/>
                </a:cubicBezTo>
                <a:cubicBezTo>
                  <a:pt x="199582" y="81026"/>
                  <a:pt x="215347" y="87402"/>
                  <a:pt x="239338" y="93798"/>
                </a:cubicBezTo>
                <a:cubicBezTo>
                  <a:pt x="263387" y="100176"/>
                  <a:pt x="279074" y="123615"/>
                  <a:pt x="319123" y="83191"/>
                </a:cubicBezTo>
                <a:cubicBezTo>
                  <a:pt x="359174" y="42668"/>
                  <a:pt x="370865" y="53276"/>
                  <a:pt x="398850" y="34126"/>
                </a:cubicBezTo>
                <a:cubicBezTo>
                  <a:pt x="426914" y="14918"/>
                  <a:pt x="466649" y="27750"/>
                  <a:pt x="478656" y="40523"/>
                </a:cubicBezTo>
                <a:cubicBezTo>
                  <a:pt x="490641" y="53276"/>
                  <a:pt x="538387" y="76716"/>
                  <a:pt x="558441" y="81026"/>
                </a:cubicBezTo>
                <a:cubicBezTo>
                  <a:pt x="578436" y="85257"/>
                  <a:pt x="626182" y="83191"/>
                  <a:pt x="638167" y="57586"/>
                </a:cubicBezTo>
                <a:cubicBezTo>
                  <a:pt x="650252" y="31981"/>
                  <a:pt x="705988" y="19228"/>
                  <a:pt x="717973" y="44735"/>
                </a:cubicBezTo>
                <a:cubicBezTo>
                  <a:pt x="729958" y="70340"/>
                  <a:pt x="773709" y="76716"/>
                  <a:pt x="797779" y="89567"/>
                </a:cubicBezTo>
                <a:cubicBezTo>
                  <a:pt x="821749" y="102321"/>
                  <a:pt x="853514" y="117238"/>
                  <a:pt x="877487" y="95944"/>
                </a:cubicBezTo>
                <a:cubicBezTo>
                  <a:pt x="901555" y="74649"/>
                  <a:pt x="929226" y="63962"/>
                  <a:pt x="957292" y="63962"/>
                </a:cubicBezTo>
                <a:cubicBezTo>
                  <a:pt x="985278" y="63962"/>
                  <a:pt x="1021017" y="61817"/>
                  <a:pt x="1037096" y="72504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80">
            <a:solidFill>
              <a:srgbClr val="ECE6A2"/>
            </a:solidFill>
            <a:prstDash val="solid"/>
          </a:ln>
        </p:spPr>
      </p:sp>
      <p:sp>
        <p:nvSpPr>
          <p:cNvPr id="144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520A3F5A-F887-4676-B7FE-B0417129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6776" y="2775765"/>
            <a:ext cx="37125" cy="37213"/>
          </a:xfrm>
          <a:custGeom xmlns:a="http://schemas.openxmlformats.org/drawingml/2006/main">
            <a:pathLst>
              <a:path w="37125" h="37213">
                <a:moveTo>
                  <a:pt x="31982" y="27972"/>
                </a:moveTo>
                <a:cubicBezTo>
                  <a:pt x="26845" y="35366"/>
                  <a:pt x="16620" y="37213"/>
                  <a:pt x="9228" y="31990"/>
                </a:cubicBezTo>
                <a:cubicBezTo>
                  <a:pt x="1762" y="26831"/>
                  <a:pt x="0" y="16609"/>
                  <a:pt x="5157" y="9228"/>
                </a:cubicBezTo>
                <a:cubicBezTo>
                  <a:pt x="10314" y="1848"/>
                  <a:pt x="20538" y="0"/>
                  <a:pt x="27897" y="5230"/>
                </a:cubicBezTo>
                <a:cubicBezTo>
                  <a:pt x="35364" y="10389"/>
                  <a:pt x="37125" y="20612"/>
                  <a:pt x="31982" y="27972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3576">
            <a:solidFill>
              <a:srgbClr val="ECE6A2"/>
            </a:solidFill>
            <a:prstDash val="solid"/>
          </a:ln>
        </p:spPr>
      </p:sp>
      <p:sp>
        <p:nvSpPr>
          <p:cNvPr id="145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73360560-2591-4E60-A98F-F6BF7937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427" y="2835727"/>
            <a:ext cx="37362" cy="37382"/>
          </a:xfrm>
          <a:custGeom xmlns:a="http://schemas.openxmlformats.org/drawingml/2006/main">
            <a:pathLst>
              <a:path w="37362" h="37382">
                <a:moveTo>
                  <a:pt x="32825" y="10388"/>
                </a:moveTo>
                <a:cubicBezTo>
                  <a:pt x="37362" y="18224"/>
                  <a:pt x="34752" y="28210"/>
                  <a:pt x="26910" y="32829"/>
                </a:cubicBezTo>
                <a:cubicBezTo>
                  <a:pt x="19137" y="37382"/>
                  <a:pt x="9140" y="34752"/>
                  <a:pt x="4535" y="26981"/>
                </a:cubicBezTo>
                <a:cubicBezTo>
                  <a:pt x="0" y="19145"/>
                  <a:pt x="2610" y="9159"/>
                  <a:pt x="10369" y="4536"/>
                </a:cubicBezTo>
                <a:cubicBezTo>
                  <a:pt x="18205" y="0"/>
                  <a:pt x="28203" y="2629"/>
                  <a:pt x="32825" y="10388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3765">
            <a:solidFill>
              <a:srgbClr val="ECE6A2"/>
            </a:solidFill>
            <a:prstDash val="solid"/>
          </a:ln>
        </p:spPr>
      </p:sp>
      <p:sp>
        <p:nvSpPr>
          <p:cNvPr id="146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699A99D3-9795-4092-A908-C835D1D8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684" y="2825344"/>
            <a:ext cx="36279" cy="36303"/>
          </a:xfrm>
          <a:custGeom xmlns:a="http://schemas.openxmlformats.org/drawingml/2006/main">
            <a:pathLst>
              <a:path w="36279" h="36303">
                <a:moveTo>
                  <a:pt x="33988" y="22390"/>
                </a:moveTo>
                <a:cubicBezTo>
                  <a:pt x="31678" y="31070"/>
                  <a:pt x="22677" y="36303"/>
                  <a:pt x="13913" y="33992"/>
                </a:cubicBezTo>
                <a:cubicBezTo>
                  <a:pt x="5234" y="31681"/>
                  <a:pt x="0" y="22680"/>
                  <a:pt x="2313" y="13918"/>
                </a:cubicBezTo>
                <a:cubicBezTo>
                  <a:pt x="4686" y="5234"/>
                  <a:pt x="13604" y="0"/>
                  <a:pt x="22367" y="2311"/>
                </a:cubicBezTo>
                <a:cubicBezTo>
                  <a:pt x="31065" y="4711"/>
                  <a:pt x="36279" y="13623"/>
                  <a:pt x="33988" y="22390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4216">
            <a:solidFill>
              <a:srgbClr val="ECE6A2"/>
            </a:solidFill>
            <a:prstDash val="solid"/>
          </a:ln>
        </p:spPr>
      </p:sp>
      <p:sp>
        <p:nvSpPr>
          <p:cNvPr id="147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5B593542-4776-4B15-B6F5-4B5C13F5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708" y="2815200"/>
            <a:ext cx="35987" cy="35988"/>
          </a:xfrm>
          <a:custGeom xmlns:a="http://schemas.openxmlformats.org/drawingml/2006/main">
            <a:pathLst>
              <a:path w="35987" h="35988">
                <a:moveTo>
                  <a:pt x="29454" y="6304"/>
                </a:moveTo>
                <a:cubicBezTo>
                  <a:pt x="35909" y="12686"/>
                  <a:pt x="35987" y="23077"/>
                  <a:pt x="29606" y="29454"/>
                </a:cubicBezTo>
                <a:cubicBezTo>
                  <a:pt x="23302" y="35909"/>
                  <a:pt x="12911" y="35988"/>
                  <a:pt x="6456" y="29607"/>
                </a:cubicBezTo>
                <a:cubicBezTo>
                  <a:pt x="78" y="23224"/>
                  <a:pt x="0" y="12911"/>
                  <a:pt x="6382" y="6456"/>
                </a:cubicBezTo>
                <a:cubicBezTo>
                  <a:pt x="12686" y="1"/>
                  <a:pt x="23077" y="0"/>
                  <a:pt x="29454" y="6304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3067">
            <a:solidFill>
              <a:srgbClr val="ECE6A2"/>
            </a:solidFill>
            <a:prstDash val="solid"/>
          </a:ln>
        </p:spPr>
      </p:sp>
      <p:sp>
        <p:nvSpPr>
          <p:cNvPr id="148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7368A00D-C3C7-42EF-B504-4CF91660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809" y="2765476"/>
            <a:ext cx="37239" cy="37206"/>
          </a:xfrm>
          <a:custGeom xmlns:a="http://schemas.openxmlformats.org/drawingml/2006/main">
            <a:pathLst>
              <a:path w="37239" h="37206">
                <a:moveTo>
                  <a:pt x="32166" y="9371"/>
                </a:moveTo>
                <a:cubicBezTo>
                  <a:pt x="37239" y="16824"/>
                  <a:pt x="35305" y="26963"/>
                  <a:pt x="27854" y="32121"/>
                </a:cubicBezTo>
                <a:cubicBezTo>
                  <a:pt x="20381" y="37206"/>
                  <a:pt x="10243" y="35273"/>
                  <a:pt x="5084" y="27821"/>
                </a:cubicBezTo>
                <a:cubicBezTo>
                  <a:pt x="0" y="20435"/>
                  <a:pt x="1932" y="10211"/>
                  <a:pt x="9385" y="5139"/>
                </a:cubicBezTo>
                <a:cubicBezTo>
                  <a:pt x="16850" y="0"/>
                  <a:pt x="27008" y="1919"/>
                  <a:pt x="32166" y="9371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3600">
            <a:solidFill>
              <a:srgbClr val="ECE6A2"/>
            </a:solidFill>
            <a:prstDash val="solid"/>
          </a:ln>
        </p:spPr>
      </p:sp>
      <p:sp>
        <p:nvSpPr>
          <p:cNvPr id="149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B965AC28-1839-4992-A988-F10D1701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167" y="2771922"/>
            <a:ext cx="36198" cy="36199"/>
          </a:xfrm>
          <a:custGeom xmlns:a="http://schemas.openxmlformats.org/drawingml/2006/main">
            <a:pathLst>
              <a:path w="36198" h="36199">
                <a:moveTo>
                  <a:pt x="29281" y="30065"/>
                </a:moveTo>
                <a:cubicBezTo>
                  <a:pt x="22671" y="36199"/>
                  <a:pt x="12366" y="35913"/>
                  <a:pt x="6153" y="29377"/>
                </a:cubicBezTo>
                <a:cubicBezTo>
                  <a:pt x="0" y="22747"/>
                  <a:pt x="306" y="12386"/>
                  <a:pt x="6917" y="6213"/>
                </a:cubicBezTo>
                <a:cubicBezTo>
                  <a:pt x="13454" y="0"/>
                  <a:pt x="23814" y="383"/>
                  <a:pt x="29988" y="6918"/>
                </a:cubicBezTo>
                <a:cubicBezTo>
                  <a:pt x="36198" y="13531"/>
                  <a:pt x="35911" y="23912"/>
                  <a:pt x="29281" y="30065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2987">
            <a:solidFill>
              <a:srgbClr val="ECE6A2"/>
            </a:solidFill>
            <a:prstDash val="solid"/>
          </a:ln>
        </p:spPr>
      </p:sp>
      <p:sp>
        <p:nvSpPr>
          <p:cNvPr id="150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2800307F-0D9E-41A0-A768-9CAF3CDD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028" y="2812815"/>
            <a:ext cx="35753" cy="35843"/>
          </a:xfrm>
          <a:custGeom xmlns:a="http://schemas.openxmlformats.org/drawingml/2006/main">
            <a:pathLst>
              <a:path w="35753" h="35843">
                <a:moveTo>
                  <a:pt x="33910" y="21314"/>
                </a:moveTo>
                <a:cubicBezTo>
                  <a:pt x="31989" y="30141"/>
                  <a:pt x="23308" y="35843"/>
                  <a:pt x="14459" y="33918"/>
                </a:cubicBezTo>
                <a:cubicBezTo>
                  <a:pt x="5614" y="32075"/>
                  <a:pt x="0" y="23371"/>
                  <a:pt x="1857" y="14549"/>
                </a:cubicBezTo>
                <a:cubicBezTo>
                  <a:pt x="3783" y="5701"/>
                  <a:pt x="12465" y="0"/>
                  <a:pt x="21313" y="1925"/>
                </a:cubicBezTo>
                <a:cubicBezTo>
                  <a:pt x="30134" y="3783"/>
                  <a:pt x="35753" y="12468"/>
                  <a:pt x="33910" y="21314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4267">
            <a:solidFill>
              <a:srgbClr val="ECE6A2"/>
            </a:solidFill>
            <a:prstDash val="solid"/>
          </a:ln>
        </p:spPr>
      </p:sp>
      <p:sp>
        <p:nvSpPr>
          <p:cNvPr id="151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347EBB37-DAC1-4D93-9199-4AD86649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222" y="2788984"/>
            <a:ext cx="37290" cy="37292"/>
          </a:xfrm>
          <a:custGeom xmlns:a="http://schemas.openxmlformats.org/drawingml/2006/main">
            <a:pathLst>
              <a:path w="37290" h="37292">
                <a:moveTo>
                  <a:pt x="25594" y="3846"/>
                </a:moveTo>
                <a:cubicBezTo>
                  <a:pt x="33751" y="7701"/>
                  <a:pt x="37290" y="17456"/>
                  <a:pt x="33434" y="25615"/>
                </a:cubicBezTo>
                <a:cubicBezTo>
                  <a:pt x="29588" y="33754"/>
                  <a:pt x="19832" y="37292"/>
                  <a:pt x="11694" y="33445"/>
                </a:cubicBezTo>
                <a:cubicBezTo>
                  <a:pt x="3527" y="29610"/>
                  <a:pt x="0" y="19931"/>
                  <a:pt x="3844" y="11696"/>
                </a:cubicBezTo>
                <a:cubicBezTo>
                  <a:pt x="7690" y="3557"/>
                  <a:pt x="17455" y="0"/>
                  <a:pt x="25594" y="3846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1854">
            <a:solidFill>
              <a:srgbClr val="ECE6A2"/>
            </a:solidFill>
            <a:prstDash val="solid"/>
          </a:ln>
        </p:spPr>
      </p:sp>
      <p:sp>
        <p:nvSpPr>
          <p:cNvPr id="152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0A93126D-4578-4C20-8D0E-1F4AA283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020" y="2775602"/>
            <a:ext cx="37273" cy="37309"/>
          </a:xfrm>
          <a:custGeom xmlns:a="http://schemas.openxmlformats.org/drawingml/2006/main">
            <a:pathLst>
              <a:path w="37273" h="37309">
                <a:moveTo>
                  <a:pt x="25596" y="33446"/>
                </a:moveTo>
                <a:cubicBezTo>
                  <a:pt x="17371" y="37309"/>
                  <a:pt x="7681" y="33764"/>
                  <a:pt x="3856" y="25616"/>
                </a:cubicBezTo>
                <a:cubicBezTo>
                  <a:pt x="0" y="17457"/>
                  <a:pt x="3460" y="7690"/>
                  <a:pt x="11677" y="3855"/>
                </a:cubicBezTo>
                <a:cubicBezTo>
                  <a:pt x="19835" y="0"/>
                  <a:pt x="29601" y="3557"/>
                  <a:pt x="33446" y="11697"/>
                </a:cubicBezTo>
                <a:cubicBezTo>
                  <a:pt x="37273" y="19844"/>
                  <a:pt x="33744" y="29620"/>
                  <a:pt x="25596" y="33446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1854">
            <a:solidFill>
              <a:srgbClr val="ECE6A2"/>
            </a:solidFill>
            <a:prstDash val="solid"/>
          </a:ln>
        </p:spPr>
      </p:sp>
      <p:sp>
        <p:nvSpPr>
          <p:cNvPr id="153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6BD5582E-C467-46A5-BFA1-010BEE53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592" y="2820505"/>
            <a:ext cx="37356" cy="37380"/>
          </a:xfrm>
          <a:custGeom xmlns:a="http://schemas.openxmlformats.org/drawingml/2006/main">
            <a:pathLst>
              <a:path w="37356" h="37380">
                <a:moveTo>
                  <a:pt x="33132" y="26370"/>
                </a:moveTo>
                <a:cubicBezTo>
                  <a:pt x="28910" y="34302"/>
                  <a:pt x="18986" y="37380"/>
                  <a:pt x="10986" y="33145"/>
                </a:cubicBezTo>
                <a:cubicBezTo>
                  <a:pt x="2996" y="28842"/>
                  <a:pt x="0" y="18910"/>
                  <a:pt x="4231" y="11010"/>
                </a:cubicBezTo>
                <a:cubicBezTo>
                  <a:pt x="8445" y="2998"/>
                  <a:pt x="18376" y="0"/>
                  <a:pt x="26377" y="4235"/>
                </a:cubicBezTo>
                <a:cubicBezTo>
                  <a:pt x="34358" y="8458"/>
                  <a:pt x="37356" y="18390"/>
                  <a:pt x="33132" y="26370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3851">
            <a:solidFill>
              <a:srgbClr val="ECE6A2"/>
            </a:solidFill>
            <a:prstDash val="solid"/>
          </a:ln>
        </p:spPr>
      </p:sp>
      <p:sp>
        <p:nvSpPr>
          <p:cNvPr id="154" name="pdf-path-286">
            <a:extLst xmlns:a="http://schemas.openxmlformats.org/drawingml/2006/main">
              <a:ext uri="{FF2B5EF4-FFF2-40B4-BE49-F238E27FC236}">
                <a16:creationId xmlns:a16="http://schemas.microsoft.com/office/drawing/2014/main" id="{FBBA66B6-8C7F-4702-A856-96C04C2D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850" y="2827727"/>
            <a:ext cx="36425" cy="36458"/>
          </a:xfrm>
          <a:custGeom xmlns:a="http://schemas.openxmlformats.org/drawingml/2006/main">
            <a:pathLst>
              <a:path w="36425" h="36458">
                <a:moveTo>
                  <a:pt x="30450" y="7384"/>
                </a:moveTo>
                <a:cubicBezTo>
                  <a:pt x="36425" y="14078"/>
                  <a:pt x="35823" y="24461"/>
                  <a:pt x="29072" y="30451"/>
                </a:cubicBezTo>
                <a:cubicBezTo>
                  <a:pt x="22302" y="36458"/>
                  <a:pt x="11996" y="35823"/>
                  <a:pt x="6007" y="29073"/>
                </a:cubicBezTo>
                <a:cubicBezTo>
                  <a:pt x="0" y="22303"/>
                  <a:pt x="614" y="12015"/>
                  <a:pt x="7384" y="6007"/>
                </a:cubicBezTo>
                <a:cubicBezTo>
                  <a:pt x="14155" y="0"/>
                  <a:pt x="24443" y="615"/>
                  <a:pt x="30450" y="7384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3263">
            <a:solidFill>
              <a:srgbClr val="ECE6A2"/>
            </a:solidFill>
            <a:prstDash val="solid"/>
          </a:ln>
        </p:spPr>
      </p:sp>
      <p:sp>
        <p:nvSpPr>
          <p:cNvPr id="155" name="pdf-path-288">
            <a:extLst xmlns:a="http://schemas.openxmlformats.org/drawingml/2006/main">
              <a:ext uri="{FF2B5EF4-FFF2-40B4-BE49-F238E27FC236}">
                <a16:creationId xmlns:a16="http://schemas.microsoft.com/office/drawing/2014/main" id="{D4803C52-5D73-4F9D-838C-2E23DC6D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408" y="2797371"/>
            <a:ext cx="32691" cy="32749"/>
          </a:xfrm>
          <a:custGeom xmlns:a="http://schemas.openxmlformats.org/drawingml/2006/main">
            <a:pathLst>
              <a:path w="32691" h="32749">
                <a:moveTo>
                  <a:pt x="32691" y="16374"/>
                </a:moveTo>
                <a:cubicBezTo>
                  <a:pt x="32691" y="25369"/>
                  <a:pt x="25369" y="32749"/>
                  <a:pt x="16375" y="32749"/>
                </a:cubicBezTo>
                <a:cubicBezTo>
                  <a:pt x="7302" y="32749"/>
                  <a:pt x="0" y="25369"/>
                  <a:pt x="0" y="16374"/>
                </a:cubicBezTo>
                <a:cubicBezTo>
                  <a:pt x="0" y="7380"/>
                  <a:pt x="7302" y="0"/>
                  <a:pt x="16375" y="0"/>
                </a:cubicBezTo>
                <a:cubicBezTo>
                  <a:pt x="25369" y="0"/>
                  <a:pt x="32691" y="7380"/>
                  <a:pt x="32691" y="16374"/>
                </a:cubicBezTo>
              </a:path>
            </a:pathLst>
          </a:custGeom>
          <a:solidFill xmlns:a="http://schemas.openxmlformats.org/drawingml/2006/main">
            <a:srgbClr val="ECE6A2"/>
          </a:solidFill>
          <a:ln xmlns:a="http://schemas.openxmlformats.org/drawingml/2006/main" w="4363">
            <a:solidFill>
              <a:srgbClr val="ECE6A2"/>
            </a:solidFill>
            <a:prstDash val="solid"/>
          </a:ln>
        </p:spPr>
      </p:sp>
      <p:sp>
        <p:nvSpPr>
          <p:cNvPr id="156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DB693334-6E8A-4CFC-93DB-842A305B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810" y="2861944"/>
            <a:ext cx="1035011" cy="99092"/>
          </a:xfrm>
          <a:custGeom xmlns:a="http://schemas.openxmlformats.org/drawingml/2006/main">
            <a:pathLst>
              <a:path w="1035011" h="99092">
                <a:moveTo>
                  <a:pt x="1035011" y="89489"/>
                </a:moveTo>
                <a:cubicBezTo>
                  <a:pt x="1010941" y="40522"/>
                  <a:pt x="955205" y="25605"/>
                  <a:pt x="955205" y="25605"/>
                </a:cubicBezTo>
                <a:cubicBezTo>
                  <a:pt x="897168" y="37295"/>
                  <a:pt x="925310" y="91575"/>
                  <a:pt x="875499" y="89489"/>
                </a:cubicBezTo>
                <a:cubicBezTo>
                  <a:pt x="816141" y="87028"/>
                  <a:pt x="819762" y="72503"/>
                  <a:pt x="795694" y="78880"/>
                </a:cubicBezTo>
                <a:cubicBezTo>
                  <a:pt x="771702" y="85257"/>
                  <a:pt x="755937" y="83111"/>
                  <a:pt x="715888" y="42589"/>
                </a:cubicBezTo>
                <a:cubicBezTo>
                  <a:pt x="675915" y="2164"/>
                  <a:pt x="664146" y="38358"/>
                  <a:pt x="636161" y="19149"/>
                </a:cubicBezTo>
                <a:cubicBezTo>
                  <a:pt x="608116" y="0"/>
                  <a:pt x="568360" y="35130"/>
                  <a:pt x="556374" y="47981"/>
                </a:cubicBezTo>
                <a:cubicBezTo>
                  <a:pt x="544369" y="60735"/>
                  <a:pt x="496643" y="34146"/>
                  <a:pt x="476647" y="38358"/>
                </a:cubicBezTo>
                <a:cubicBezTo>
                  <a:pt x="456573" y="42589"/>
                  <a:pt x="408848" y="99092"/>
                  <a:pt x="396843" y="73508"/>
                </a:cubicBezTo>
                <a:cubicBezTo>
                  <a:pt x="384856" y="47981"/>
                  <a:pt x="329121" y="29836"/>
                  <a:pt x="317057" y="55441"/>
                </a:cubicBezTo>
                <a:cubicBezTo>
                  <a:pt x="305052" y="81026"/>
                  <a:pt x="261322" y="70339"/>
                  <a:pt x="237330" y="83111"/>
                </a:cubicBezTo>
                <a:cubicBezTo>
                  <a:pt x="213261" y="95944"/>
                  <a:pt x="181516" y="57586"/>
                  <a:pt x="157524" y="36212"/>
                </a:cubicBezTo>
                <a:cubicBezTo>
                  <a:pt x="133455" y="14918"/>
                  <a:pt x="105785" y="49044"/>
                  <a:pt x="77719" y="49044"/>
                </a:cubicBezTo>
                <a:cubicBezTo>
                  <a:pt x="49752" y="49044"/>
                  <a:pt x="16000" y="71422"/>
                  <a:pt x="0" y="82029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80">
            <a:solidFill>
              <a:srgbClr val="EFD396"/>
            </a:solidFill>
            <a:prstDash val="solid"/>
          </a:ln>
        </p:spPr>
      </p:sp>
      <p:sp>
        <p:nvSpPr>
          <p:cNvPr id="157" name="pdf-path-291">
            <a:extLst xmlns:a="http://schemas.openxmlformats.org/drawingml/2006/main">
              <a:ext uri="{FF2B5EF4-FFF2-40B4-BE49-F238E27FC236}">
                <a16:creationId xmlns:a16="http://schemas.microsoft.com/office/drawing/2014/main" id="{E25FBF68-9883-49AE-A51C-D2C78438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714" y="2870861"/>
            <a:ext cx="33293" cy="33289"/>
          </a:xfrm>
          <a:custGeom xmlns:a="http://schemas.openxmlformats.org/drawingml/2006/main">
            <a:pathLst>
              <a:path w="33293" h="33289">
                <a:moveTo>
                  <a:pt x="323" y="16147"/>
                </a:moveTo>
                <a:cubicBezTo>
                  <a:pt x="544" y="7151"/>
                  <a:pt x="8154" y="0"/>
                  <a:pt x="17148" y="319"/>
                </a:cubicBezTo>
                <a:cubicBezTo>
                  <a:pt x="26219" y="621"/>
                  <a:pt x="33293" y="8150"/>
                  <a:pt x="32994" y="17143"/>
                </a:cubicBezTo>
                <a:cubicBezTo>
                  <a:pt x="32770" y="26218"/>
                  <a:pt x="25143" y="33289"/>
                  <a:pt x="16150" y="32990"/>
                </a:cubicBezTo>
                <a:cubicBezTo>
                  <a:pt x="7076" y="32747"/>
                  <a:pt x="0" y="25219"/>
                  <a:pt x="323" y="16147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4361">
            <a:solidFill>
              <a:srgbClr val="EFD396"/>
            </a:solidFill>
            <a:prstDash val="solid"/>
          </a:ln>
        </p:spPr>
      </p:sp>
      <p:sp>
        <p:nvSpPr>
          <p:cNvPr id="158" name="pdf-path-293">
            <a:extLst xmlns:a="http://schemas.openxmlformats.org/drawingml/2006/main">
              <a:ext uri="{FF2B5EF4-FFF2-40B4-BE49-F238E27FC236}">
                <a16:creationId xmlns:a16="http://schemas.microsoft.com/office/drawing/2014/main" id="{D1D7240C-EF4F-4F5F-ADDA-4176A078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849" y="2934751"/>
            <a:ext cx="33439" cy="33439"/>
          </a:xfrm>
          <a:custGeom xmlns:a="http://schemas.openxmlformats.org/drawingml/2006/main">
            <a:pathLst>
              <a:path w="33439" h="33439">
                <a:moveTo>
                  <a:pt x="392" y="16070"/>
                </a:moveTo>
                <a:cubicBezTo>
                  <a:pt x="769" y="6997"/>
                  <a:pt x="8375" y="0"/>
                  <a:pt x="17448" y="377"/>
                </a:cubicBezTo>
                <a:cubicBezTo>
                  <a:pt x="26440" y="771"/>
                  <a:pt x="33439" y="8375"/>
                  <a:pt x="33144" y="17373"/>
                </a:cubicBezTo>
                <a:cubicBezTo>
                  <a:pt x="32747" y="26445"/>
                  <a:pt x="25062" y="33439"/>
                  <a:pt x="16068" y="33066"/>
                </a:cubicBezTo>
                <a:cubicBezTo>
                  <a:pt x="7076" y="32672"/>
                  <a:pt x="0" y="25064"/>
                  <a:pt x="392" y="16070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4359">
            <a:solidFill>
              <a:srgbClr val="EFD396"/>
            </a:solidFill>
            <a:prstDash val="solid"/>
          </a:ln>
        </p:spPr>
      </p:sp>
      <p:sp>
        <p:nvSpPr>
          <p:cNvPr id="159" name="pdf-path-295">
            <a:extLst xmlns:a="http://schemas.openxmlformats.org/drawingml/2006/main">
              <a:ext uri="{FF2B5EF4-FFF2-40B4-BE49-F238E27FC236}">
                <a16:creationId xmlns:a16="http://schemas.microsoft.com/office/drawing/2014/main" id="{04023BBF-A92C-4ED7-BD1A-E6BBDD56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662" y="2922605"/>
            <a:ext cx="36282" cy="36285"/>
          </a:xfrm>
          <a:custGeom xmlns:a="http://schemas.openxmlformats.org/drawingml/2006/main">
            <a:pathLst>
              <a:path w="36282" h="36285">
                <a:moveTo>
                  <a:pt x="2309" y="22282"/>
                </a:moveTo>
                <a:cubicBezTo>
                  <a:pt x="0" y="13604"/>
                  <a:pt x="5232" y="4603"/>
                  <a:pt x="13918" y="2312"/>
                </a:cubicBezTo>
                <a:cubicBezTo>
                  <a:pt x="22680" y="0"/>
                  <a:pt x="31679" y="5149"/>
                  <a:pt x="33992" y="13913"/>
                </a:cubicBezTo>
                <a:cubicBezTo>
                  <a:pt x="36282" y="22596"/>
                  <a:pt x="31069" y="31593"/>
                  <a:pt x="22370" y="33908"/>
                </a:cubicBezTo>
                <a:cubicBezTo>
                  <a:pt x="13604" y="36285"/>
                  <a:pt x="4686" y="31050"/>
                  <a:pt x="2309" y="22282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4216">
            <a:solidFill>
              <a:srgbClr val="EFD396"/>
            </a:solidFill>
            <a:prstDash val="solid"/>
          </a:ln>
        </p:spPr>
      </p:sp>
      <p:sp>
        <p:nvSpPr>
          <p:cNvPr id="160" name="pdf-path-297">
            <a:extLst xmlns:a="http://schemas.openxmlformats.org/drawingml/2006/main">
              <a:ext uri="{FF2B5EF4-FFF2-40B4-BE49-F238E27FC236}">
                <a16:creationId xmlns:a16="http://schemas.microsoft.com/office/drawing/2014/main" id="{F885200F-118E-4244-AC04-F640B1C5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956" y="2886857"/>
            <a:ext cx="35968" cy="35910"/>
          </a:xfrm>
          <a:custGeom xmlns:a="http://schemas.openxmlformats.org/drawingml/2006/main">
            <a:pathLst>
              <a:path w="35968" h="35910">
                <a:moveTo>
                  <a:pt x="6514" y="6304"/>
                </a:moveTo>
                <a:cubicBezTo>
                  <a:pt x="12890" y="0"/>
                  <a:pt x="23282" y="1"/>
                  <a:pt x="29665" y="6456"/>
                </a:cubicBezTo>
                <a:cubicBezTo>
                  <a:pt x="35968" y="12833"/>
                  <a:pt x="35968" y="23224"/>
                  <a:pt x="29512" y="29606"/>
                </a:cubicBezTo>
                <a:cubicBezTo>
                  <a:pt x="23058" y="35910"/>
                  <a:pt x="12744" y="35910"/>
                  <a:pt x="6362" y="29454"/>
                </a:cubicBezTo>
                <a:cubicBezTo>
                  <a:pt x="0" y="23058"/>
                  <a:pt x="59" y="12686"/>
                  <a:pt x="6514" y="6304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3067">
            <a:solidFill>
              <a:srgbClr val="EFD396"/>
            </a:solidFill>
            <a:prstDash val="solid"/>
          </a:ln>
        </p:spPr>
      </p:sp>
      <p:sp>
        <p:nvSpPr>
          <p:cNvPr id="161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481A3A06-DC04-4583-A333-63BCAAD5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594" y="2862717"/>
            <a:ext cx="37226" cy="37206"/>
          </a:xfrm>
          <a:custGeom xmlns:a="http://schemas.openxmlformats.org/drawingml/2006/main">
            <a:pathLst>
              <a:path w="37226" h="37206">
                <a:moveTo>
                  <a:pt x="5159" y="9386"/>
                </a:moveTo>
                <a:cubicBezTo>
                  <a:pt x="10231" y="1932"/>
                  <a:pt x="20455" y="0"/>
                  <a:pt x="27842" y="5085"/>
                </a:cubicBezTo>
                <a:cubicBezTo>
                  <a:pt x="35307" y="10224"/>
                  <a:pt x="37226" y="20382"/>
                  <a:pt x="32154" y="27835"/>
                </a:cubicBezTo>
                <a:cubicBezTo>
                  <a:pt x="27082" y="35287"/>
                  <a:pt x="16837" y="37206"/>
                  <a:pt x="9387" y="32048"/>
                </a:cubicBezTo>
                <a:cubicBezTo>
                  <a:pt x="1932" y="26976"/>
                  <a:pt x="0" y="16837"/>
                  <a:pt x="5159" y="9386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3600">
            <a:solidFill>
              <a:srgbClr val="EFD396"/>
            </a:solidFill>
            <a:prstDash val="solid"/>
          </a:ln>
        </p:spPr>
      </p:sp>
      <p:sp>
        <p:nvSpPr>
          <p:cNvPr id="162" name="pdf-path-301">
            <a:extLst xmlns:a="http://schemas.openxmlformats.org/drawingml/2006/main">
              <a:ext uri="{FF2B5EF4-FFF2-40B4-BE49-F238E27FC236}">
                <a16:creationId xmlns:a16="http://schemas.microsoft.com/office/drawing/2014/main" id="{8DF3232D-7CCF-4EFD-82D7-31AAFC7E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46" y="2891537"/>
            <a:ext cx="36218" cy="36198"/>
          </a:xfrm>
          <a:custGeom xmlns:a="http://schemas.openxmlformats.org/drawingml/2006/main">
            <a:pathLst>
              <a:path w="36218" h="36198">
                <a:moveTo>
                  <a:pt x="6840" y="30064"/>
                </a:moveTo>
                <a:cubicBezTo>
                  <a:pt x="305" y="23852"/>
                  <a:pt x="0" y="13527"/>
                  <a:pt x="6154" y="6936"/>
                </a:cubicBezTo>
                <a:cubicBezTo>
                  <a:pt x="12306" y="306"/>
                  <a:pt x="22669" y="0"/>
                  <a:pt x="29301" y="6228"/>
                </a:cubicBezTo>
                <a:cubicBezTo>
                  <a:pt x="35816" y="12385"/>
                  <a:pt x="36218" y="22764"/>
                  <a:pt x="29967" y="29301"/>
                </a:cubicBezTo>
                <a:cubicBezTo>
                  <a:pt x="23833" y="35911"/>
                  <a:pt x="13451" y="36198"/>
                  <a:pt x="6840" y="30064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2987">
            <a:solidFill>
              <a:srgbClr val="EFD396"/>
            </a:solidFill>
            <a:prstDash val="solid"/>
          </a:ln>
        </p:spPr>
      </p:sp>
      <p:sp>
        <p:nvSpPr>
          <p:cNvPr id="163" name="pdf-path-303">
            <a:extLst xmlns:a="http://schemas.openxmlformats.org/drawingml/2006/main">
              <a:ext uri="{FF2B5EF4-FFF2-40B4-BE49-F238E27FC236}">
                <a16:creationId xmlns:a16="http://schemas.microsoft.com/office/drawing/2014/main" id="{97AE366E-4565-4F4F-91E9-903B45DD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851" y="2882310"/>
            <a:ext cx="35741" cy="35843"/>
          </a:xfrm>
          <a:custGeom xmlns:a="http://schemas.openxmlformats.org/drawingml/2006/main">
            <a:pathLst>
              <a:path w="35741" h="35843">
                <a:moveTo>
                  <a:pt x="1929" y="21297"/>
                </a:moveTo>
                <a:cubicBezTo>
                  <a:pt x="0" y="12532"/>
                  <a:pt x="5606" y="3787"/>
                  <a:pt x="14447" y="1925"/>
                </a:cubicBezTo>
                <a:cubicBezTo>
                  <a:pt x="23296" y="0"/>
                  <a:pt x="31978" y="5701"/>
                  <a:pt x="33903" y="14550"/>
                </a:cubicBezTo>
                <a:cubicBezTo>
                  <a:pt x="35741" y="23375"/>
                  <a:pt x="30146" y="32075"/>
                  <a:pt x="21301" y="33918"/>
                </a:cubicBezTo>
                <a:cubicBezTo>
                  <a:pt x="12454" y="35843"/>
                  <a:pt x="3771" y="30142"/>
                  <a:pt x="1929" y="21297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4267">
            <a:solidFill>
              <a:srgbClr val="EFD396"/>
            </a:solidFill>
            <a:prstDash val="solid"/>
          </a:ln>
        </p:spPr>
      </p:sp>
      <p:sp>
        <p:nvSpPr>
          <p:cNvPr id="164" name="pdf-path-305">
            <a:extLst xmlns:a="http://schemas.openxmlformats.org/drawingml/2006/main">
              <a:ext uri="{FF2B5EF4-FFF2-40B4-BE49-F238E27FC236}">
                <a16:creationId xmlns:a16="http://schemas.microsoft.com/office/drawing/2014/main" id="{2A54645C-B5A3-4C7A-896A-627369D6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141" y="2917154"/>
            <a:ext cx="37280" cy="37280"/>
          </a:xfrm>
          <a:custGeom xmlns:a="http://schemas.openxmlformats.org/drawingml/2006/main">
            <a:pathLst>
              <a:path w="37280" h="37280">
                <a:moveTo>
                  <a:pt x="11684" y="3834"/>
                </a:moveTo>
                <a:cubicBezTo>
                  <a:pt x="19901" y="0"/>
                  <a:pt x="29580" y="3527"/>
                  <a:pt x="33434" y="11684"/>
                </a:cubicBezTo>
                <a:cubicBezTo>
                  <a:pt x="37280" y="19823"/>
                  <a:pt x="33743" y="29580"/>
                  <a:pt x="25584" y="33434"/>
                </a:cubicBezTo>
                <a:cubicBezTo>
                  <a:pt x="17445" y="37280"/>
                  <a:pt x="7690" y="33743"/>
                  <a:pt x="3834" y="25584"/>
                </a:cubicBezTo>
                <a:cubicBezTo>
                  <a:pt x="0" y="17368"/>
                  <a:pt x="3527" y="7690"/>
                  <a:pt x="11684" y="3834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1854">
            <a:solidFill>
              <a:srgbClr val="EFD396"/>
            </a:solidFill>
            <a:prstDash val="solid"/>
          </a:ln>
        </p:spPr>
      </p:sp>
      <p:sp>
        <p:nvSpPr>
          <p:cNvPr id="165" name="pdf-path-307">
            <a:extLst xmlns:a="http://schemas.openxmlformats.org/drawingml/2006/main">
              <a:ext uri="{FF2B5EF4-FFF2-40B4-BE49-F238E27FC236}">
                <a16:creationId xmlns:a16="http://schemas.microsoft.com/office/drawing/2014/main" id="{80D383EC-15DC-4EF1-BFE6-556B93AC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412" y="2898385"/>
            <a:ext cx="37289" cy="37281"/>
          </a:xfrm>
          <a:custGeom xmlns:a="http://schemas.openxmlformats.org/drawingml/2006/main">
            <a:pathLst>
              <a:path w="37289" h="37281">
                <a:moveTo>
                  <a:pt x="11677" y="33522"/>
                </a:moveTo>
                <a:cubicBezTo>
                  <a:pt x="3460" y="29689"/>
                  <a:pt x="0" y="19921"/>
                  <a:pt x="3766" y="11696"/>
                </a:cubicBezTo>
                <a:cubicBezTo>
                  <a:pt x="7602" y="3528"/>
                  <a:pt x="17378" y="0"/>
                  <a:pt x="25594" y="3835"/>
                </a:cubicBezTo>
                <a:cubicBezTo>
                  <a:pt x="33752" y="7690"/>
                  <a:pt x="37289" y="17446"/>
                  <a:pt x="33434" y="25605"/>
                </a:cubicBezTo>
                <a:cubicBezTo>
                  <a:pt x="29601" y="33820"/>
                  <a:pt x="19832" y="37281"/>
                  <a:pt x="11677" y="33522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1854">
            <a:solidFill>
              <a:srgbClr val="EFD396"/>
            </a:solidFill>
            <a:prstDash val="solid"/>
          </a:ln>
        </p:spPr>
      </p:sp>
      <p:sp>
        <p:nvSpPr>
          <p:cNvPr id="166" name="pdf-path-309">
            <a:extLst xmlns:a="http://schemas.openxmlformats.org/drawingml/2006/main">
              <a:ext uri="{FF2B5EF4-FFF2-40B4-BE49-F238E27FC236}">
                <a16:creationId xmlns:a16="http://schemas.microsoft.com/office/drawing/2014/main" id="{72F26300-1D71-4B58-BD09-89F77869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685" y="2926213"/>
            <a:ext cx="37367" cy="37368"/>
          </a:xfrm>
          <a:custGeom xmlns:a="http://schemas.openxmlformats.org/drawingml/2006/main">
            <a:pathLst>
              <a:path w="37367" h="37368">
                <a:moveTo>
                  <a:pt x="4311" y="26359"/>
                </a:moveTo>
                <a:cubicBezTo>
                  <a:pt x="0" y="18450"/>
                  <a:pt x="3077" y="8527"/>
                  <a:pt x="10996" y="4235"/>
                </a:cubicBezTo>
                <a:cubicBezTo>
                  <a:pt x="18997" y="0"/>
                  <a:pt x="28920" y="3078"/>
                  <a:pt x="33133" y="10989"/>
                </a:cubicBezTo>
                <a:cubicBezTo>
                  <a:pt x="37367" y="18990"/>
                  <a:pt x="34358" y="28902"/>
                  <a:pt x="26377" y="33126"/>
                </a:cubicBezTo>
                <a:cubicBezTo>
                  <a:pt x="18457" y="37368"/>
                  <a:pt x="8525" y="34371"/>
                  <a:pt x="4311" y="26359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3851">
            <a:solidFill>
              <a:srgbClr val="EFD396"/>
            </a:solidFill>
            <a:prstDash val="solid"/>
          </a:ln>
        </p:spPr>
      </p:sp>
      <p:sp>
        <p:nvSpPr>
          <p:cNvPr id="167" name="pdf-path-311">
            <a:extLst xmlns:a="http://schemas.openxmlformats.org/drawingml/2006/main">
              <a:ext uri="{FF2B5EF4-FFF2-40B4-BE49-F238E27FC236}">
                <a16:creationId xmlns:a16="http://schemas.microsoft.com/office/drawing/2014/main" id="{EAC1EB8D-5D12-4EF4-8F3D-62AF6AD5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353" y="2880177"/>
            <a:ext cx="36422" cy="36424"/>
          </a:xfrm>
          <a:custGeom xmlns:a="http://schemas.openxmlformats.org/drawingml/2006/main">
            <a:pathLst>
              <a:path w="36422" h="36424">
                <a:moveTo>
                  <a:pt x="6007" y="7369"/>
                </a:moveTo>
                <a:cubicBezTo>
                  <a:pt x="11977" y="601"/>
                  <a:pt x="22360" y="0"/>
                  <a:pt x="29054" y="5974"/>
                </a:cubicBezTo>
                <a:cubicBezTo>
                  <a:pt x="35823" y="11981"/>
                  <a:pt x="36422" y="22290"/>
                  <a:pt x="30432" y="29040"/>
                </a:cubicBezTo>
                <a:cubicBezTo>
                  <a:pt x="24443" y="35828"/>
                  <a:pt x="14136" y="36424"/>
                  <a:pt x="7384" y="30435"/>
                </a:cubicBezTo>
                <a:cubicBezTo>
                  <a:pt x="615" y="24428"/>
                  <a:pt x="0" y="14139"/>
                  <a:pt x="6007" y="7369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3263">
            <a:solidFill>
              <a:srgbClr val="EFD396"/>
            </a:solidFill>
            <a:prstDash val="solid"/>
          </a:ln>
        </p:spPr>
      </p:sp>
      <p:sp>
        <p:nvSpPr>
          <p:cNvPr id="168" name="pdf-path-313">
            <a:extLst xmlns:a="http://schemas.openxmlformats.org/drawingml/2006/main">
              <a:ext uri="{FF2B5EF4-FFF2-40B4-BE49-F238E27FC236}">
                <a16:creationId xmlns:a16="http://schemas.microsoft.com/office/drawing/2014/main" id="{14F5D632-F28B-4E90-B66F-F105D5F5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549" y="2894614"/>
            <a:ext cx="32670" cy="32689"/>
          </a:xfrm>
          <a:custGeom xmlns:a="http://schemas.openxmlformats.org/drawingml/2006/main">
            <a:pathLst>
              <a:path w="32670" h="32689">
                <a:moveTo>
                  <a:pt x="0" y="16374"/>
                </a:moveTo>
                <a:cubicBezTo>
                  <a:pt x="0" y="7301"/>
                  <a:pt x="7302" y="0"/>
                  <a:pt x="16374" y="0"/>
                </a:cubicBezTo>
                <a:cubicBezTo>
                  <a:pt x="25369" y="0"/>
                  <a:pt x="32670" y="7301"/>
                  <a:pt x="32670" y="16374"/>
                </a:cubicBezTo>
                <a:cubicBezTo>
                  <a:pt x="32670" y="25368"/>
                  <a:pt x="25369" y="32689"/>
                  <a:pt x="16374" y="32689"/>
                </a:cubicBezTo>
                <a:cubicBezTo>
                  <a:pt x="7302" y="32689"/>
                  <a:pt x="0" y="25368"/>
                  <a:pt x="0" y="16374"/>
                </a:cubicBezTo>
              </a:path>
            </a:pathLst>
          </a:custGeom>
          <a:solidFill xmlns:a="http://schemas.openxmlformats.org/drawingml/2006/main">
            <a:srgbClr val="EFD396"/>
          </a:solidFill>
          <a:ln xmlns:a="http://schemas.openxmlformats.org/drawingml/2006/main" w="4363">
            <a:solidFill>
              <a:srgbClr val="EFD396"/>
            </a:solidFill>
            <a:prstDash val="solid"/>
          </a:ln>
        </p:spPr>
      </p:sp>
      <p:sp>
        <p:nvSpPr>
          <p:cNvPr id="169" name="pdf-path-315">
            <a:extLst xmlns:a="http://schemas.openxmlformats.org/drawingml/2006/main">
              <a:ext uri="{FF2B5EF4-FFF2-40B4-BE49-F238E27FC236}">
                <a16:creationId xmlns:a16="http://schemas.microsoft.com/office/drawing/2014/main" id="{E1E7DEA5-6713-47EA-A8D1-3B4CF3EE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810" y="2946138"/>
            <a:ext cx="1035011" cy="92696"/>
          </a:xfrm>
          <a:custGeom xmlns:a="http://schemas.openxmlformats.org/drawingml/2006/main">
            <a:pathLst>
              <a:path w="1035011" h="92696">
                <a:moveTo>
                  <a:pt x="1035011" y="61798"/>
                </a:moveTo>
                <a:cubicBezTo>
                  <a:pt x="1010941" y="12754"/>
                  <a:pt x="955205" y="29817"/>
                  <a:pt x="955205" y="29817"/>
                </a:cubicBezTo>
                <a:cubicBezTo>
                  <a:pt x="897168" y="41586"/>
                  <a:pt x="925310" y="75634"/>
                  <a:pt x="875499" y="73567"/>
                </a:cubicBezTo>
                <a:cubicBezTo>
                  <a:pt x="816141" y="71107"/>
                  <a:pt x="851035" y="65419"/>
                  <a:pt x="795694" y="57567"/>
                </a:cubicBezTo>
                <a:cubicBezTo>
                  <a:pt x="769773" y="53886"/>
                  <a:pt x="755937" y="81026"/>
                  <a:pt x="715888" y="40504"/>
                </a:cubicBezTo>
                <a:cubicBezTo>
                  <a:pt x="675915" y="0"/>
                  <a:pt x="664146" y="57567"/>
                  <a:pt x="636161" y="38358"/>
                </a:cubicBezTo>
                <a:cubicBezTo>
                  <a:pt x="608116" y="19209"/>
                  <a:pt x="568360" y="17063"/>
                  <a:pt x="556374" y="29817"/>
                </a:cubicBezTo>
                <a:cubicBezTo>
                  <a:pt x="544369" y="42668"/>
                  <a:pt x="496643" y="83092"/>
                  <a:pt x="476647" y="87403"/>
                </a:cubicBezTo>
                <a:cubicBezTo>
                  <a:pt x="456573" y="91634"/>
                  <a:pt x="458896" y="62880"/>
                  <a:pt x="396843" y="68174"/>
                </a:cubicBezTo>
                <a:cubicBezTo>
                  <a:pt x="347955" y="72405"/>
                  <a:pt x="360099" y="50659"/>
                  <a:pt x="317057" y="41586"/>
                </a:cubicBezTo>
                <a:cubicBezTo>
                  <a:pt x="271004" y="31903"/>
                  <a:pt x="261322" y="66108"/>
                  <a:pt x="237330" y="78861"/>
                </a:cubicBezTo>
                <a:cubicBezTo>
                  <a:pt x="213261" y="91634"/>
                  <a:pt x="181516" y="92696"/>
                  <a:pt x="157524" y="71402"/>
                </a:cubicBezTo>
                <a:cubicBezTo>
                  <a:pt x="133455" y="50107"/>
                  <a:pt x="105785" y="39421"/>
                  <a:pt x="77719" y="39421"/>
                </a:cubicBezTo>
                <a:cubicBezTo>
                  <a:pt x="49752" y="39421"/>
                  <a:pt x="16000" y="75634"/>
                  <a:pt x="0" y="8632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80">
            <a:solidFill>
              <a:srgbClr val="F2C8A5"/>
            </a:solidFill>
            <a:prstDash val="solid"/>
          </a:ln>
        </p:spPr>
      </p:sp>
      <p:sp>
        <p:nvSpPr>
          <p:cNvPr id="170" name="pdf-path-316">
            <a:extLst xmlns:a="http://schemas.openxmlformats.org/drawingml/2006/main">
              <a:ext uri="{FF2B5EF4-FFF2-40B4-BE49-F238E27FC236}">
                <a16:creationId xmlns:a16="http://schemas.microsoft.com/office/drawing/2014/main" id="{1EC6809E-4259-4DF5-9F11-777EAAAD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272" y="2957814"/>
            <a:ext cx="36197" cy="36137"/>
          </a:xfrm>
          <a:custGeom xmlns:a="http://schemas.openxmlformats.org/drawingml/2006/main">
            <a:pathLst>
              <a:path w="36197" h="36137">
                <a:moveTo>
                  <a:pt x="2218" y="22060"/>
                </a:moveTo>
                <a:cubicBezTo>
                  <a:pt x="0" y="13386"/>
                  <a:pt x="5300" y="4461"/>
                  <a:pt x="14054" y="2223"/>
                </a:cubicBezTo>
                <a:cubicBezTo>
                  <a:pt x="22832" y="0"/>
                  <a:pt x="31735" y="5305"/>
                  <a:pt x="33978" y="14078"/>
                </a:cubicBezTo>
                <a:cubicBezTo>
                  <a:pt x="36197" y="22836"/>
                  <a:pt x="30896" y="31760"/>
                  <a:pt x="22139" y="33978"/>
                </a:cubicBezTo>
                <a:cubicBezTo>
                  <a:pt x="13367" y="36137"/>
                  <a:pt x="4442" y="30837"/>
                  <a:pt x="2218" y="22060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4229">
            <a:solidFill>
              <a:srgbClr val="F2C8A5"/>
            </a:solidFill>
            <a:prstDash val="solid"/>
          </a:ln>
        </p:spPr>
      </p:sp>
      <p:sp>
        <p:nvSpPr>
          <p:cNvPr id="171" name="pdf-path-318">
            <a:extLst xmlns:a="http://schemas.openxmlformats.org/drawingml/2006/main">
              <a:ext uri="{FF2B5EF4-FFF2-40B4-BE49-F238E27FC236}">
                <a16:creationId xmlns:a16="http://schemas.microsoft.com/office/drawing/2014/main" id="{77A935F9-9D9C-49E1-BF5C-EF05BCB4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852" y="3002944"/>
            <a:ext cx="33439" cy="33439"/>
          </a:xfrm>
          <a:custGeom xmlns:a="http://schemas.openxmlformats.org/drawingml/2006/main">
            <a:pathLst>
              <a:path w="33439" h="33439">
                <a:moveTo>
                  <a:pt x="373" y="16070"/>
                </a:moveTo>
                <a:cubicBezTo>
                  <a:pt x="766" y="7077"/>
                  <a:pt x="8375" y="0"/>
                  <a:pt x="17448" y="377"/>
                </a:cubicBezTo>
                <a:cubicBezTo>
                  <a:pt x="26440" y="771"/>
                  <a:pt x="33439" y="8375"/>
                  <a:pt x="33120" y="17451"/>
                </a:cubicBezTo>
                <a:cubicBezTo>
                  <a:pt x="32747" y="26445"/>
                  <a:pt x="25062" y="33439"/>
                  <a:pt x="16070" y="33046"/>
                </a:cubicBezTo>
                <a:cubicBezTo>
                  <a:pt x="7072" y="32751"/>
                  <a:pt x="0" y="25064"/>
                  <a:pt x="373" y="16070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4359">
            <a:solidFill>
              <a:srgbClr val="F2C8A5"/>
            </a:solidFill>
            <a:prstDash val="solid"/>
          </a:ln>
        </p:spPr>
      </p:sp>
      <p:sp>
        <p:nvSpPr>
          <p:cNvPr id="172" name="pdf-path-320">
            <a:extLst xmlns:a="http://schemas.openxmlformats.org/drawingml/2006/main">
              <a:ext uri="{FF2B5EF4-FFF2-40B4-BE49-F238E27FC236}">
                <a16:creationId xmlns:a16="http://schemas.microsoft.com/office/drawing/2014/main" id="{872FB761-B918-4CA3-BF69-E4852F27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349" y="2986263"/>
            <a:ext cx="34909" cy="34980"/>
          </a:xfrm>
          <a:custGeom xmlns:a="http://schemas.openxmlformats.org/drawingml/2006/main">
            <a:pathLst>
              <a:path w="34909" h="34980">
                <a:moveTo>
                  <a:pt x="1322" y="15146"/>
                </a:moveTo>
                <a:cubicBezTo>
                  <a:pt x="2536" y="6223"/>
                  <a:pt x="10853" y="0"/>
                  <a:pt x="19764" y="1311"/>
                </a:cubicBezTo>
                <a:cubicBezTo>
                  <a:pt x="28765" y="2535"/>
                  <a:pt x="34909" y="10842"/>
                  <a:pt x="33678" y="19763"/>
                </a:cubicBezTo>
                <a:cubicBezTo>
                  <a:pt x="32374" y="28755"/>
                  <a:pt x="24075" y="34980"/>
                  <a:pt x="15146" y="33666"/>
                </a:cubicBezTo>
                <a:cubicBezTo>
                  <a:pt x="6237" y="32355"/>
                  <a:pt x="0" y="24135"/>
                  <a:pt x="1322" y="15146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4319">
            <a:solidFill>
              <a:srgbClr val="F2C8A5"/>
            </a:solidFill>
            <a:prstDash val="solid"/>
          </a:ln>
        </p:spPr>
      </p:sp>
      <p:sp>
        <p:nvSpPr>
          <p:cNvPr id="173" name="pdf-path-322">
            <a:extLst xmlns:a="http://schemas.openxmlformats.org/drawingml/2006/main">
              <a:ext uri="{FF2B5EF4-FFF2-40B4-BE49-F238E27FC236}">
                <a16:creationId xmlns:a16="http://schemas.microsoft.com/office/drawing/2014/main" id="{A2CB3634-C87C-419A-ACA5-A061E76D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956" y="2968873"/>
            <a:ext cx="35968" cy="35986"/>
          </a:xfrm>
          <a:custGeom xmlns:a="http://schemas.openxmlformats.org/drawingml/2006/main">
            <a:pathLst>
              <a:path w="35968" h="35986">
                <a:moveTo>
                  <a:pt x="6514" y="6401"/>
                </a:moveTo>
                <a:cubicBezTo>
                  <a:pt x="12911" y="0"/>
                  <a:pt x="23282" y="98"/>
                  <a:pt x="29665" y="6475"/>
                </a:cubicBezTo>
                <a:cubicBezTo>
                  <a:pt x="35968" y="12930"/>
                  <a:pt x="35968" y="23321"/>
                  <a:pt x="29512" y="29625"/>
                </a:cubicBezTo>
                <a:cubicBezTo>
                  <a:pt x="23038" y="35986"/>
                  <a:pt x="12765" y="35908"/>
                  <a:pt x="6382" y="29531"/>
                </a:cubicBezTo>
                <a:cubicBezTo>
                  <a:pt x="0" y="23076"/>
                  <a:pt x="59" y="12705"/>
                  <a:pt x="6514" y="6401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3067">
            <a:solidFill>
              <a:srgbClr val="F2C8A5"/>
            </a:solidFill>
            <a:prstDash val="solid"/>
          </a:ln>
        </p:spPr>
      </p:sp>
      <p:sp>
        <p:nvSpPr>
          <p:cNvPr id="174" name="pdf-path-324">
            <a:extLst xmlns:a="http://schemas.openxmlformats.org/drawingml/2006/main">
              <a:ext uri="{FF2B5EF4-FFF2-40B4-BE49-F238E27FC236}">
                <a16:creationId xmlns:a16="http://schemas.microsoft.com/office/drawing/2014/main" id="{4007D9B9-ADE1-4820-A471-908FE920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610" y="2966119"/>
            <a:ext cx="37206" cy="37206"/>
          </a:xfrm>
          <a:custGeom xmlns:a="http://schemas.openxmlformats.org/drawingml/2006/main">
            <a:pathLst>
              <a:path w="37206" h="37206">
                <a:moveTo>
                  <a:pt x="5159" y="9299"/>
                </a:moveTo>
                <a:cubicBezTo>
                  <a:pt x="10231" y="1846"/>
                  <a:pt x="20455" y="0"/>
                  <a:pt x="27822" y="5071"/>
                </a:cubicBezTo>
                <a:cubicBezTo>
                  <a:pt x="35274" y="10144"/>
                  <a:pt x="37206" y="20367"/>
                  <a:pt x="32135" y="27821"/>
                </a:cubicBezTo>
                <a:cubicBezTo>
                  <a:pt x="27061" y="35273"/>
                  <a:pt x="16837" y="37206"/>
                  <a:pt x="9373" y="32068"/>
                </a:cubicBezTo>
                <a:cubicBezTo>
                  <a:pt x="1920" y="26995"/>
                  <a:pt x="0" y="16751"/>
                  <a:pt x="5159" y="9299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3600">
            <a:solidFill>
              <a:srgbClr val="F2C8A5"/>
            </a:solidFill>
            <a:prstDash val="solid"/>
          </a:ln>
        </p:spPr>
      </p:sp>
      <p:sp>
        <p:nvSpPr>
          <p:cNvPr id="175" name="pdf-path-326">
            <a:extLst xmlns:a="http://schemas.openxmlformats.org/drawingml/2006/main">
              <a:ext uri="{FF2B5EF4-FFF2-40B4-BE49-F238E27FC236}">
                <a16:creationId xmlns:a16="http://schemas.microsoft.com/office/drawing/2014/main" id="{DF315799-2202-440F-B2ED-F5E74CCE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55" y="2957664"/>
            <a:ext cx="36199" cy="36199"/>
          </a:xfrm>
          <a:custGeom xmlns:a="http://schemas.openxmlformats.org/drawingml/2006/main">
            <a:pathLst>
              <a:path w="36199" h="36199">
                <a:moveTo>
                  <a:pt x="6821" y="29970"/>
                </a:moveTo>
                <a:cubicBezTo>
                  <a:pt x="287" y="23834"/>
                  <a:pt x="0" y="13452"/>
                  <a:pt x="6137" y="6917"/>
                </a:cubicBezTo>
                <a:cubicBezTo>
                  <a:pt x="12289" y="288"/>
                  <a:pt x="22671" y="0"/>
                  <a:pt x="29281" y="6134"/>
                </a:cubicBezTo>
                <a:cubicBezTo>
                  <a:pt x="35820" y="12386"/>
                  <a:pt x="36199" y="22669"/>
                  <a:pt x="29970" y="29301"/>
                </a:cubicBezTo>
                <a:cubicBezTo>
                  <a:pt x="23816" y="35893"/>
                  <a:pt x="13454" y="36199"/>
                  <a:pt x="6821" y="29970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2987">
            <a:solidFill>
              <a:srgbClr val="F2C8A5"/>
            </a:solidFill>
            <a:prstDash val="solid"/>
          </a:ln>
        </p:spPr>
      </p:sp>
      <p:sp>
        <p:nvSpPr>
          <p:cNvPr id="176" name="pdf-path-328">
            <a:extLst xmlns:a="http://schemas.openxmlformats.org/drawingml/2006/main">
              <a:ext uri="{FF2B5EF4-FFF2-40B4-BE49-F238E27FC236}">
                <a16:creationId xmlns:a16="http://schemas.microsoft.com/office/drawing/2014/main" id="{1588430A-17CD-4636-8640-55CE7318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861" y="3015542"/>
            <a:ext cx="35734" cy="35823"/>
          </a:xfrm>
          <a:custGeom xmlns:a="http://schemas.openxmlformats.org/drawingml/2006/main">
            <a:pathLst>
              <a:path w="35734" h="35823">
                <a:moveTo>
                  <a:pt x="1921" y="21296"/>
                </a:moveTo>
                <a:cubicBezTo>
                  <a:pt x="0" y="12468"/>
                  <a:pt x="5594" y="3768"/>
                  <a:pt x="14440" y="1925"/>
                </a:cubicBezTo>
                <a:cubicBezTo>
                  <a:pt x="23288" y="0"/>
                  <a:pt x="31970" y="5702"/>
                  <a:pt x="33891" y="14530"/>
                </a:cubicBezTo>
                <a:cubicBezTo>
                  <a:pt x="35734" y="23375"/>
                  <a:pt x="30134" y="32055"/>
                  <a:pt x="21293" y="33918"/>
                </a:cubicBezTo>
                <a:cubicBezTo>
                  <a:pt x="12441" y="35823"/>
                  <a:pt x="3764" y="30142"/>
                  <a:pt x="1921" y="21296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4267">
            <a:solidFill>
              <a:srgbClr val="F2C8A5"/>
            </a:solidFill>
            <a:prstDash val="solid"/>
          </a:ln>
        </p:spPr>
      </p:sp>
      <p:sp>
        <p:nvSpPr>
          <p:cNvPr id="177" name="pdf-path-330">
            <a:extLst xmlns:a="http://schemas.openxmlformats.org/drawingml/2006/main">
              <a:ext uri="{FF2B5EF4-FFF2-40B4-BE49-F238E27FC236}">
                <a16:creationId xmlns:a16="http://schemas.microsoft.com/office/drawing/2014/main" id="{2A34BB34-FADB-4DB4-A126-3255052B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892" y="2997257"/>
            <a:ext cx="34138" cy="34139"/>
          </a:xfrm>
          <a:custGeom xmlns:a="http://schemas.openxmlformats.org/drawingml/2006/main">
            <a:pathLst>
              <a:path w="34138" h="34139">
                <a:moveTo>
                  <a:pt x="773" y="18449"/>
                </a:moveTo>
                <a:cubicBezTo>
                  <a:pt x="0" y="9455"/>
                  <a:pt x="6695" y="1525"/>
                  <a:pt x="15690" y="773"/>
                </a:cubicBezTo>
                <a:cubicBezTo>
                  <a:pt x="24684" y="0"/>
                  <a:pt x="32613" y="6675"/>
                  <a:pt x="33366" y="15671"/>
                </a:cubicBezTo>
                <a:cubicBezTo>
                  <a:pt x="34138" y="24665"/>
                  <a:pt x="27462" y="32593"/>
                  <a:pt x="18468" y="33365"/>
                </a:cubicBezTo>
                <a:cubicBezTo>
                  <a:pt x="9455" y="34139"/>
                  <a:pt x="1544" y="27443"/>
                  <a:pt x="773" y="18449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4347">
            <a:solidFill>
              <a:srgbClr val="F2C8A5"/>
            </a:solidFill>
            <a:prstDash val="solid"/>
          </a:ln>
        </p:spPr>
      </p:sp>
      <p:sp>
        <p:nvSpPr>
          <p:cNvPr id="178" name="pdf-path-332">
            <a:extLst xmlns:a="http://schemas.openxmlformats.org/drawingml/2006/main">
              <a:ext uri="{FF2B5EF4-FFF2-40B4-BE49-F238E27FC236}">
                <a16:creationId xmlns:a16="http://schemas.microsoft.com/office/drawing/2014/main" id="{6D8D36DA-152F-4040-8C85-3491657C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331" y="2969883"/>
            <a:ext cx="35745" cy="35741"/>
          </a:xfrm>
          <a:custGeom xmlns:a="http://schemas.openxmlformats.org/drawingml/2006/main">
            <a:pathLst>
              <a:path w="35745" h="35741">
                <a:moveTo>
                  <a:pt x="1842" y="14530"/>
                </a:moveTo>
                <a:cubicBezTo>
                  <a:pt x="3685" y="5689"/>
                  <a:pt x="12386" y="0"/>
                  <a:pt x="21226" y="1843"/>
                </a:cubicBezTo>
                <a:cubicBezTo>
                  <a:pt x="30050" y="3764"/>
                  <a:pt x="35745" y="12445"/>
                  <a:pt x="33901" y="21286"/>
                </a:cubicBezTo>
                <a:cubicBezTo>
                  <a:pt x="31977" y="30130"/>
                  <a:pt x="23292" y="35741"/>
                  <a:pt x="14534" y="33894"/>
                </a:cubicBezTo>
                <a:cubicBezTo>
                  <a:pt x="5694" y="32053"/>
                  <a:pt x="0" y="23371"/>
                  <a:pt x="1842" y="14530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4269">
            <a:solidFill>
              <a:srgbClr val="F2C8A5"/>
            </a:solidFill>
            <a:prstDash val="solid"/>
          </a:ln>
        </p:spPr>
      </p:sp>
      <p:sp>
        <p:nvSpPr>
          <p:cNvPr id="179" name="pdf-path-334">
            <a:extLst xmlns:a="http://schemas.openxmlformats.org/drawingml/2006/main">
              <a:ext uri="{FF2B5EF4-FFF2-40B4-BE49-F238E27FC236}">
                <a16:creationId xmlns:a16="http://schemas.microsoft.com/office/drawing/2014/main" id="{3C154B01-6B38-43EC-AF20-3E98470E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685" y="3006167"/>
            <a:ext cx="37369" cy="37357"/>
          </a:xfrm>
          <a:custGeom xmlns:a="http://schemas.openxmlformats.org/drawingml/2006/main">
            <a:pathLst>
              <a:path w="37369" h="37357">
                <a:moveTo>
                  <a:pt x="4304" y="26377"/>
                </a:moveTo>
                <a:cubicBezTo>
                  <a:pt x="0" y="18389"/>
                  <a:pt x="3077" y="8466"/>
                  <a:pt x="10998" y="4223"/>
                </a:cubicBezTo>
                <a:cubicBezTo>
                  <a:pt x="18980" y="0"/>
                  <a:pt x="28911" y="2998"/>
                  <a:pt x="33145" y="10998"/>
                </a:cubicBezTo>
                <a:cubicBezTo>
                  <a:pt x="37369" y="18980"/>
                  <a:pt x="34371" y="28911"/>
                  <a:pt x="26370" y="33145"/>
                </a:cubicBezTo>
                <a:cubicBezTo>
                  <a:pt x="18458" y="37357"/>
                  <a:pt x="8527" y="34358"/>
                  <a:pt x="4304" y="26377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3851">
            <a:solidFill>
              <a:srgbClr val="F2C8A5"/>
            </a:solidFill>
            <a:prstDash val="solid"/>
          </a:ln>
        </p:spPr>
      </p:sp>
      <p:sp>
        <p:nvSpPr>
          <p:cNvPr id="180" name="pdf-path-336">
            <a:extLst xmlns:a="http://schemas.openxmlformats.org/drawingml/2006/main">
              <a:ext uri="{FF2B5EF4-FFF2-40B4-BE49-F238E27FC236}">
                <a16:creationId xmlns:a16="http://schemas.microsoft.com/office/drawing/2014/main" id="{E63F82F7-9105-4F6E-BDB4-19EDDE4B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362" y="2999567"/>
            <a:ext cx="36425" cy="36425"/>
          </a:xfrm>
          <a:custGeom xmlns:a="http://schemas.openxmlformats.org/drawingml/2006/main">
            <a:pathLst>
              <a:path w="36425" h="36425">
                <a:moveTo>
                  <a:pt x="5974" y="7372"/>
                </a:moveTo>
                <a:cubicBezTo>
                  <a:pt x="11982" y="602"/>
                  <a:pt x="22364" y="0"/>
                  <a:pt x="29041" y="5994"/>
                </a:cubicBezTo>
                <a:cubicBezTo>
                  <a:pt x="35811" y="12001"/>
                  <a:pt x="36425" y="22290"/>
                  <a:pt x="30435" y="29041"/>
                </a:cubicBezTo>
                <a:cubicBezTo>
                  <a:pt x="24428" y="35811"/>
                  <a:pt x="14139" y="36425"/>
                  <a:pt x="7352" y="30438"/>
                </a:cubicBezTo>
                <a:cubicBezTo>
                  <a:pt x="602" y="24449"/>
                  <a:pt x="0" y="14065"/>
                  <a:pt x="5974" y="7372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3263">
            <a:solidFill>
              <a:srgbClr val="F2C8A5"/>
            </a:solidFill>
            <a:prstDash val="solid"/>
          </a:ln>
        </p:spPr>
      </p:sp>
      <p:sp>
        <p:nvSpPr>
          <p:cNvPr id="181" name="pdf-path-338">
            <a:extLst xmlns:a="http://schemas.openxmlformats.org/drawingml/2006/main">
              <a:ext uri="{FF2B5EF4-FFF2-40B4-BE49-F238E27FC236}">
                <a16:creationId xmlns:a16="http://schemas.microsoft.com/office/drawing/2014/main" id="{B60C8186-15CB-4484-AFE8-0A6105DC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549" y="2969184"/>
            <a:ext cx="32670" cy="32749"/>
          </a:xfrm>
          <a:custGeom xmlns:a="http://schemas.openxmlformats.org/drawingml/2006/main">
            <a:pathLst>
              <a:path w="32670" h="32749">
                <a:moveTo>
                  <a:pt x="0" y="16374"/>
                </a:moveTo>
                <a:cubicBezTo>
                  <a:pt x="0" y="7380"/>
                  <a:pt x="7302" y="0"/>
                  <a:pt x="16374" y="0"/>
                </a:cubicBezTo>
                <a:cubicBezTo>
                  <a:pt x="25369" y="0"/>
                  <a:pt x="32670" y="7380"/>
                  <a:pt x="32670" y="16374"/>
                </a:cubicBezTo>
                <a:cubicBezTo>
                  <a:pt x="32670" y="25447"/>
                  <a:pt x="25369" y="32749"/>
                  <a:pt x="16374" y="32749"/>
                </a:cubicBezTo>
                <a:cubicBezTo>
                  <a:pt x="7302" y="32749"/>
                  <a:pt x="0" y="25447"/>
                  <a:pt x="0" y="16374"/>
                </a:cubicBezTo>
              </a:path>
            </a:pathLst>
          </a:custGeom>
          <a:solidFill xmlns:a="http://schemas.openxmlformats.org/drawingml/2006/main">
            <a:srgbClr val="F2C8A5"/>
          </a:solidFill>
          <a:ln xmlns:a="http://schemas.openxmlformats.org/drawingml/2006/main" w="4363">
            <a:solidFill>
              <a:srgbClr val="F2C8A5"/>
            </a:solidFill>
            <a:prstDash val="solid"/>
          </a:ln>
        </p:spPr>
      </p:sp>
      <p:sp>
        <p:nvSpPr>
          <p:cNvPr id="182" name="pdf-path-340">
            <a:extLst xmlns:a="http://schemas.openxmlformats.org/drawingml/2006/main">
              <a:ext uri="{FF2B5EF4-FFF2-40B4-BE49-F238E27FC236}">
                <a16:creationId xmlns:a16="http://schemas.microsoft.com/office/drawing/2014/main" id="{C15AD31A-3CFD-4C6D-B917-DBC6A81F2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7814" y="3040920"/>
            <a:ext cx="1035089" cy="81026"/>
          </a:xfrm>
          <a:custGeom xmlns:a="http://schemas.openxmlformats.org/drawingml/2006/main">
            <a:pathLst>
              <a:path w="1035089" h="81026">
                <a:moveTo>
                  <a:pt x="0" y="31981"/>
                </a:moveTo>
                <a:cubicBezTo>
                  <a:pt x="24070" y="81026"/>
                  <a:pt x="79806" y="43750"/>
                  <a:pt x="79806" y="43750"/>
                </a:cubicBezTo>
                <a:cubicBezTo>
                  <a:pt x="137843" y="31981"/>
                  <a:pt x="109701" y="18224"/>
                  <a:pt x="159591" y="20291"/>
                </a:cubicBezTo>
                <a:cubicBezTo>
                  <a:pt x="218948" y="22751"/>
                  <a:pt x="183976" y="28360"/>
                  <a:pt x="239317" y="36291"/>
                </a:cubicBezTo>
                <a:cubicBezTo>
                  <a:pt x="265296" y="39972"/>
                  <a:pt x="244632" y="30446"/>
                  <a:pt x="319123" y="53354"/>
                </a:cubicBezTo>
                <a:cubicBezTo>
                  <a:pt x="388459" y="74649"/>
                  <a:pt x="370864" y="3227"/>
                  <a:pt x="398929" y="22456"/>
                </a:cubicBezTo>
                <a:cubicBezTo>
                  <a:pt x="426895" y="41585"/>
                  <a:pt x="452736" y="67642"/>
                  <a:pt x="478636" y="63962"/>
                </a:cubicBezTo>
                <a:cubicBezTo>
                  <a:pt x="519001" y="58196"/>
                  <a:pt x="538367" y="42668"/>
                  <a:pt x="558441" y="38358"/>
                </a:cubicBezTo>
                <a:cubicBezTo>
                  <a:pt x="578437" y="34126"/>
                  <a:pt x="626163" y="0"/>
                  <a:pt x="638167" y="25604"/>
                </a:cubicBezTo>
                <a:cubicBezTo>
                  <a:pt x="650231" y="51209"/>
                  <a:pt x="682982" y="70890"/>
                  <a:pt x="717954" y="52272"/>
                </a:cubicBezTo>
                <a:cubicBezTo>
                  <a:pt x="752021" y="34126"/>
                  <a:pt x="773689" y="50127"/>
                  <a:pt x="797759" y="37354"/>
                </a:cubicBezTo>
                <a:cubicBezTo>
                  <a:pt x="821749" y="24523"/>
                  <a:pt x="853495" y="1082"/>
                  <a:pt x="877485" y="22456"/>
                </a:cubicBezTo>
                <a:cubicBezTo>
                  <a:pt x="901555" y="43750"/>
                  <a:pt x="929226" y="20291"/>
                  <a:pt x="957290" y="20291"/>
                </a:cubicBezTo>
                <a:cubicBezTo>
                  <a:pt x="985337" y="20291"/>
                  <a:pt x="1019010" y="18145"/>
                  <a:pt x="1035089" y="7459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80">
            <a:solidFill>
              <a:srgbClr val="E9B696"/>
            </a:solidFill>
            <a:prstDash val="solid"/>
          </a:ln>
        </p:spPr>
      </p:sp>
      <p:sp>
        <p:nvSpPr>
          <p:cNvPr id="183" name="pdf-path-341">
            <a:extLst xmlns:a="http://schemas.openxmlformats.org/drawingml/2006/main">
              <a:ext uri="{FF2B5EF4-FFF2-40B4-BE49-F238E27FC236}">
                <a16:creationId xmlns:a16="http://schemas.microsoft.com/office/drawing/2014/main" id="{1CC6E19A-B914-4114-9D77-3D0B5B29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703" y="3066211"/>
            <a:ext cx="37209" cy="37127"/>
          </a:xfrm>
          <a:custGeom xmlns:a="http://schemas.openxmlformats.org/drawingml/2006/main">
            <a:pathLst>
              <a:path w="37209" h="37127">
                <a:moveTo>
                  <a:pt x="33759" y="12307"/>
                </a:moveTo>
                <a:cubicBezTo>
                  <a:pt x="37209" y="20592"/>
                  <a:pt x="33207" y="30227"/>
                  <a:pt x="24901" y="33684"/>
                </a:cubicBezTo>
                <a:cubicBezTo>
                  <a:pt x="16521" y="37127"/>
                  <a:pt x="6996" y="33218"/>
                  <a:pt x="3525" y="24826"/>
                </a:cubicBezTo>
                <a:cubicBezTo>
                  <a:pt x="0" y="16525"/>
                  <a:pt x="3990" y="6921"/>
                  <a:pt x="12296" y="3462"/>
                </a:cubicBezTo>
                <a:cubicBezTo>
                  <a:pt x="20668" y="0"/>
                  <a:pt x="30201" y="3928"/>
                  <a:pt x="33759" y="12307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4028">
            <a:solidFill>
              <a:srgbClr val="E9B696"/>
            </a:solidFill>
            <a:prstDash val="solid"/>
          </a:ln>
        </p:spPr>
      </p:sp>
      <p:sp>
        <p:nvSpPr>
          <p:cNvPr id="184" name="pdf-path-343">
            <a:extLst xmlns:a="http://schemas.openxmlformats.org/drawingml/2006/main">
              <a:ext uri="{FF2B5EF4-FFF2-40B4-BE49-F238E27FC236}">
                <a16:creationId xmlns:a16="http://schemas.microsoft.com/office/drawing/2014/main" id="{87F8CAB0-A4BE-445B-87E3-4EAC60223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353" y="3044463"/>
            <a:ext cx="33439" cy="33438"/>
          </a:xfrm>
          <a:custGeom xmlns:a="http://schemas.openxmlformats.org/drawingml/2006/main">
            <a:pathLst>
              <a:path w="33439" h="33438">
                <a:moveTo>
                  <a:pt x="33046" y="17368"/>
                </a:moveTo>
                <a:cubicBezTo>
                  <a:pt x="32669" y="26441"/>
                  <a:pt x="25044" y="33438"/>
                  <a:pt x="16052" y="33045"/>
                </a:cubicBezTo>
                <a:cubicBezTo>
                  <a:pt x="6979" y="32668"/>
                  <a:pt x="0" y="25064"/>
                  <a:pt x="374" y="16051"/>
                </a:cubicBezTo>
                <a:cubicBezTo>
                  <a:pt x="770" y="6998"/>
                  <a:pt x="8375" y="0"/>
                  <a:pt x="17369" y="374"/>
                </a:cubicBezTo>
                <a:cubicBezTo>
                  <a:pt x="26441" y="770"/>
                  <a:pt x="33439" y="8375"/>
                  <a:pt x="33046" y="17368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4359">
            <a:solidFill>
              <a:srgbClr val="E9B696"/>
            </a:solidFill>
            <a:prstDash val="solid"/>
          </a:ln>
        </p:spPr>
      </p:sp>
      <p:sp>
        <p:nvSpPr>
          <p:cNvPr id="185" name="pdf-path-345">
            <a:extLst xmlns:a="http://schemas.openxmlformats.org/drawingml/2006/main">
              <a:ext uri="{FF2B5EF4-FFF2-40B4-BE49-F238E27FC236}">
                <a16:creationId xmlns:a16="http://schemas.microsoft.com/office/drawing/2014/main" id="{F9B82311-5006-4F4D-AA35-37727E1D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380" y="3059669"/>
            <a:ext cx="34902" cy="34899"/>
          </a:xfrm>
          <a:custGeom xmlns:a="http://schemas.openxmlformats.org/drawingml/2006/main">
            <a:pathLst>
              <a:path w="34902" h="34899">
                <a:moveTo>
                  <a:pt x="33669" y="19763"/>
                </a:moveTo>
                <a:cubicBezTo>
                  <a:pt x="32366" y="28755"/>
                  <a:pt x="24060" y="34899"/>
                  <a:pt x="15135" y="33686"/>
                </a:cubicBezTo>
                <a:cubicBezTo>
                  <a:pt x="6225" y="32374"/>
                  <a:pt x="0" y="24076"/>
                  <a:pt x="1232" y="15155"/>
                </a:cubicBezTo>
                <a:cubicBezTo>
                  <a:pt x="2527" y="6223"/>
                  <a:pt x="10845" y="0"/>
                  <a:pt x="19746" y="1230"/>
                </a:cubicBezTo>
                <a:cubicBezTo>
                  <a:pt x="28676" y="2544"/>
                  <a:pt x="34902" y="10842"/>
                  <a:pt x="33669" y="19763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4319">
            <a:solidFill>
              <a:srgbClr val="E9B696"/>
            </a:solidFill>
            <a:prstDash val="solid"/>
          </a:ln>
        </p:spPr>
      </p:sp>
      <p:sp>
        <p:nvSpPr>
          <p:cNvPr id="186" name="pdf-path-347">
            <a:extLst xmlns:a="http://schemas.openxmlformats.org/drawingml/2006/main">
              <a:ext uri="{FF2B5EF4-FFF2-40B4-BE49-F238E27FC236}">
                <a16:creationId xmlns:a16="http://schemas.microsoft.com/office/drawing/2014/main" id="{631CE015-62FD-4A36-BEFB-CC6F6A97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8328" y="3075814"/>
            <a:ext cx="36605" cy="36590"/>
          </a:xfrm>
          <a:custGeom xmlns:a="http://schemas.openxmlformats.org/drawingml/2006/main">
            <a:pathLst>
              <a:path w="36605" h="36590">
                <a:moveTo>
                  <a:pt x="33896" y="23145"/>
                </a:moveTo>
                <a:cubicBezTo>
                  <a:pt x="31292" y="31757"/>
                  <a:pt x="22139" y="36590"/>
                  <a:pt x="13461" y="33988"/>
                </a:cubicBezTo>
                <a:cubicBezTo>
                  <a:pt x="4853" y="31298"/>
                  <a:pt x="0" y="22138"/>
                  <a:pt x="2624" y="13532"/>
                </a:cubicBezTo>
                <a:cubicBezTo>
                  <a:pt x="5312" y="4924"/>
                  <a:pt x="14451" y="0"/>
                  <a:pt x="23059" y="2688"/>
                </a:cubicBezTo>
                <a:cubicBezTo>
                  <a:pt x="31751" y="5317"/>
                  <a:pt x="36605" y="14542"/>
                  <a:pt x="33896" y="23145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4170">
            <a:solidFill>
              <a:srgbClr val="E9B696"/>
            </a:solidFill>
            <a:prstDash val="solid"/>
          </a:ln>
        </p:spPr>
      </p:sp>
      <p:sp>
        <p:nvSpPr>
          <p:cNvPr id="187" name="pdf-path-349">
            <a:extLst xmlns:a="http://schemas.openxmlformats.org/drawingml/2006/main">
              <a:ext uri="{FF2B5EF4-FFF2-40B4-BE49-F238E27FC236}">
                <a16:creationId xmlns:a16="http://schemas.microsoft.com/office/drawing/2014/main" id="{6EFE0B0D-ADAE-4F4C-A1E0-3867E400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7829" y="3044526"/>
            <a:ext cx="37207" cy="37207"/>
          </a:xfrm>
          <a:custGeom xmlns:a="http://schemas.openxmlformats.org/drawingml/2006/main">
            <a:pathLst>
              <a:path w="37207" h="37207">
                <a:moveTo>
                  <a:pt x="32122" y="27842"/>
                </a:moveTo>
                <a:cubicBezTo>
                  <a:pt x="26963" y="35294"/>
                  <a:pt x="16838" y="37207"/>
                  <a:pt x="9372" y="32155"/>
                </a:cubicBezTo>
                <a:cubicBezTo>
                  <a:pt x="1920" y="26997"/>
                  <a:pt x="0" y="16838"/>
                  <a:pt x="5073" y="9385"/>
                </a:cubicBezTo>
                <a:cubicBezTo>
                  <a:pt x="10211" y="1920"/>
                  <a:pt x="20369" y="0"/>
                  <a:pt x="27821" y="5159"/>
                </a:cubicBezTo>
                <a:cubicBezTo>
                  <a:pt x="35274" y="10232"/>
                  <a:pt x="37207" y="20370"/>
                  <a:pt x="32122" y="27842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3600">
            <a:solidFill>
              <a:srgbClr val="E9B696"/>
            </a:solidFill>
            <a:prstDash val="solid"/>
          </a:ln>
        </p:spPr>
      </p:sp>
      <p:sp>
        <p:nvSpPr>
          <p:cNvPr id="188" name="pdf-path-351">
            <a:extLst xmlns:a="http://schemas.openxmlformats.org/drawingml/2006/main">
              <a:ext uri="{FF2B5EF4-FFF2-40B4-BE49-F238E27FC236}">
                <a16:creationId xmlns:a16="http://schemas.microsoft.com/office/drawing/2014/main" id="{171041A6-A24E-4CDA-BBC2-662A5F6CE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706" y="3087511"/>
            <a:ext cx="34899" cy="34901"/>
          </a:xfrm>
          <a:custGeom xmlns:a="http://schemas.openxmlformats.org/drawingml/2006/main">
            <a:pathLst>
              <a:path w="34899" h="34901">
                <a:moveTo>
                  <a:pt x="33667" y="15135"/>
                </a:moveTo>
                <a:cubicBezTo>
                  <a:pt x="34899" y="24056"/>
                  <a:pt x="28673" y="32354"/>
                  <a:pt x="19752" y="33587"/>
                </a:cubicBezTo>
                <a:cubicBezTo>
                  <a:pt x="10822" y="34901"/>
                  <a:pt x="2525" y="28675"/>
                  <a:pt x="1214" y="19766"/>
                </a:cubicBezTo>
                <a:cubicBezTo>
                  <a:pt x="0" y="10841"/>
                  <a:pt x="6224" y="2524"/>
                  <a:pt x="15137" y="1232"/>
                </a:cubicBezTo>
                <a:cubicBezTo>
                  <a:pt x="24058" y="0"/>
                  <a:pt x="32364" y="6144"/>
                  <a:pt x="33667" y="15135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4319">
            <a:solidFill>
              <a:srgbClr val="E9B696"/>
            </a:solidFill>
            <a:prstDash val="solid"/>
          </a:ln>
        </p:spPr>
      </p:sp>
      <p:sp>
        <p:nvSpPr>
          <p:cNvPr id="189" name="pdf-path-353">
            <a:extLst xmlns:a="http://schemas.openxmlformats.org/drawingml/2006/main">
              <a:ext uri="{FF2B5EF4-FFF2-40B4-BE49-F238E27FC236}">
                <a16:creationId xmlns:a16="http://schemas.microsoft.com/office/drawing/2014/main" id="{D6982242-4891-4F5F-9E52-7CB28E69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8040" y="3061519"/>
            <a:ext cx="35741" cy="35741"/>
          </a:xfrm>
          <a:custGeom xmlns:a="http://schemas.openxmlformats.org/drawingml/2006/main">
            <a:pathLst>
              <a:path w="35741" h="35741">
                <a:moveTo>
                  <a:pt x="33899" y="14448"/>
                </a:moveTo>
                <a:cubicBezTo>
                  <a:pt x="35741" y="23292"/>
                  <a:pt x="30122" y="31978"/>
                  <a:pt x="21293" y="33899"/>
                </a:cubicBezTo>
                <a:cubicBezTo>
                  <a:pt x="12448" y="35741"/>
                  <a:pt x="3768" y="30142"/>
                  <a:pt x="1843" y="21294"/>
                </a:cubicBezTo>
                <a:cubicBezTo>
                  <a:pt x="0" y="12449"/>
                  <a:pt x="5599" y="3768"/>
                  <a:pt x="14447" y="1843"/>
                </a:cubicBezTo>
                <a:cubicBezTo>
                  <a:pt x="23292" y="0"/>
                  <a:pt x="31977" y="5619"/>
                  <a:pt x="33899" y="14448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4267">
            <a:solidFill>
              <a:srgbClr val="E9B696"/>
            </a:solidFill>
            <a:prstDash val="solid"/>
          </a:ln>
        </p:spPr>
      </p:sp>
      <p:sp>
        <p:nvSpPr>
          <p:cNvPr id="190" name="pdf-path-355">
            <a:extLst xmlns:a="http://schemas.openxmlformats.org/drawingml/2006/main">
              <a:ext uri="{FF2B5EF4-FFF2-40B4-BE49-F238E27FC236}">
                <a16:creationId xmlns:a16="http://schemas.microsoft.com/office/drawing/2014/main" id="{88C29918-EEC3-4EF6-9745-DB0E788A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224" y="3047603"/>
            <a:ext cx="37280" cy="37292"/>
          </a:xfrm>
          <a:custGeom xmlns:a="http://schemas.openxmlformats.org/drawingml/2006/main">
            <a:pathLst>
              <a:path w="37280" h="37292">
                <a:moveTo>
                  <a:pt x="25584" y="33446"/>
                </a:moveTo>
                <a:cubicBezTo>
                  <a:pt x="17446" y="37292"/>
                  <a:pt x="7690" y="33754"/>
                  <a:pt x="3833" y="25596"/>
                </a:cubicBezTo>
                <a:cubicBezTo>
                  <a:pt x="0" y="17380"/>
                  <a:pt x="3527" y="7701"/>
                  <a:pt x="11685" y="3846"/>
                </a:cubicBezTo>
                <a:cubicBezTo>
                  <a:pt x="19823" y="0"/>
                  <a:pt x="29590" y="3460"/>
                  <a:pt x="33434" y="11697"/>
                </a:cubicBezTo>
                <a:cubicBezTo>
                  <a:pt x="37280" y="19835"/>
                  <a:pt x="33751" y="29611"/>
                  <a:pt x="25584" y="33446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1854">
            <a:solidFill>
              <a:srgbClr val="E9B696"/>
            </a:solidFill>
            <a:prstDash val="solid"/>
          </a:ln>
        </p:spPr>
      </p:sp>
      <p:sp>
        <p:nvSpPr>
          <p:cNvPr id="191" name="pdf-path-357">
            <a:extLst xmlns:a="http://schemas.openxmlformats.org/drawingml/2006/main">
              <a:ext uri="{FF2B5EF4-FFF2-40B4-BE49-F238E27FC236}">
                <a16:creationId xmlns:a16="http://schemas.microsoft.com/office/drawing/2014/main" id="{5EE63ED6-BBC0-492F-9511-3207BC99B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796" y="3074661"/>
            <a:ext cx="37356" cy="37369"/>
          </a:xfrm>
          <a:custGeom xmlns:a="http://schemas.openxmlformats.org/drawingml/2006/main">
            <a:pathLst>
              <a:path w="37356" h="37369">
                <a:moveTo>
                  <a:pt x="33124" y="11010"/>
                </a:moveTo>
                <a:cubicBezTo>
                  <a:pt x="37356" y="18911"/>
                  <a:pt x="34358" y="28842"/>
                  <a:pt x="26370" y="33146"/>
                </a:cubicBezTo>
                <a:cubicBezTo>
                  <a:pt x="18438" y="37369"/>
                  <a:pt x="8515" y="34290"/>
                  <a:pt x="4224" y="26370"/>
                </a:cubicBezTo>
                <a:cubicBezTo>
                  <a:pt x="0" y="18390"/>
                  <a:pt x="3077" y="8466"/>
                  <a:pt x="10977" y="4235"/>
                </a:cubicBezTo>
                <a:cubicBezTo>
                  <a:pt x="18979" y="0"/>
                  <a:pt x="28891" y="3009"/>
                  <a:pt x="33124" y="11010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3851">
            <a:solidFill>
              <a:srgbClr val="E9B696"/>
            </a:solidFill>
            <a:prstDash val="solid"/>
          </a:ln>
        </p:spPr>
      </p:sp>
      <p:sp>
        <p:nvSpPr>
          <p:cNvPr id="192" name="pdf-path-359">
            <a:extLst xmlns:a="http://schemas.openxmlformats.org/drawingml/2006/main">
              <a:ext uri="{FF2B5EF4-FFF2-40B4-BE49-F238E27FC236}">
                <a16:creationId xmlns:a16="http://schemas.microsoft.com/office/drawing/2014/main" id="{D8528377-B36B-4677-A319-0ACEEAB2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6577" y="3059754"/>
            <a:ext cx="37369" cy="37349"/>
          </a:xfrm>
          <a:custGeom xmlns:a="http://schemas.openxmlformats.org/drawingml/2006/main">
            <a:pathLst>
              <a:path w="37369" h="37349">
                <a:moveTo>
                  <a:pt x="33157" y="10998"/>
                </a:moveTo>
                <a:cubicBezTo>
                  <a:pt x="37369" y="18910"/>
                  <a:pt x="34371" y="28842"/>
                  <a:pt x="26379" y="33046"/>
                </a:cubicBezTo>
                <a:cubicBezTo>
                  <a:pt x="18390" y="37349"/>
                  <a:pt x="8476" y="34292"/>
                  <a:pt x="4235" y="26372"/>
                </a:cubicBezTo>
                <a:cubicBezTo>
                  <a:pt x="0" y="18370"/>
                  <a:pt x="3009" y="8459"/>
                  <a:pt x="11009" y="4224"/>
                </a:cubicBezTo>
                <a:cubicBezTo>
                  <a:pt x="18990" y="0"/>
                  <a:pt x="28922" y="2998"/>
                  <a:pt x="33157" y="10998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3851">
            <a:solidFill>
              <a:srgbClr val="E9B696"/>
            </a:solidFill>
            <a:prstDash val="solid"/>
          </a:ln>
        </p:spPr>
      </p:sp>
      <p:sp>
        <p:nvSpPr>
          <p:cNvPr id="193" name="pdf-path-361">
            <a:extLst xmlns:a="http://schemas.openxmlformats.org/drawingml/2006/main">
              <a:ext uri="{FF2B5EF4-FFF2-40B4-BE49-F238E27FC236}">
                <a16:creationId xmlns:a16="http://schemas.microsoft.com/office/drawing/2014/main" id="{88A56ABC-49D2-45E3-B84D-41082B8B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6850" y="3044928"/>
            <a:ext cx="36425" cy="36422"/>
          </a:xfrm>
          <a:custGeom xmlns:a="http://schemas.openxmlformats.org/drawingml/2006/main">
            <a:pathLst>
              <a:path w="36425" h="36422">
                <a:moveTo>
                  <a:pt x="30455" y="29054"/>
                </a:moveTo>
                <a:cubicBezTo>
                  <a:pt x="24449" y="35824"/>
                  <a:pt x="14141" y="36422"/>
                  <a:pt x="7390" y="30432"/>
                </a:cubicBezTo>
                <a:cubicBezTo>
                  <a:pt x="602" y="24443"/>
                  <a:pt x="0" y="14062"/>
                  <a:pt x="6007" y="7291"/>
                </a:cubicBezTo>
                <a:cubicBezTo>
                  <a:pt x="11982" y="597"/>
                  <a:pt x="22289" y="0"/>
                  <a:pt x="29058" y="5970"/>
                </a:cubicBezTo>
                <a:cubicBezTo>
                  <a:pt x="35823" y="11903"/>
                  <a:pt x="36425" y="22286"/>
                  <a:pt x="30455" y="29054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3263">
            <a:solidFill>
              <a:srgbClr val="E9B696"/>
            </a:solidFill>
            <a:prstDash val="solid"/>
          </a:ln>
        </p:spPr>
      </p:sp>
      <p:sp>
        <p:nvSpPr>
          <p:cNvPr id="194" name="pdf-path-363">
            <a:extLst xmlns:a="http://schemas.openxmlformats.org/drawingml/2006/main">
              <a:ext uri="{FF2B5EF4-FFF2-40B4-BE49-F238E27FC236}">
                <a16:creationId xmlns:a16="http://schemas.microsoft.com/office/drawing/2014/main" id="{29AFB429-79D4-4CCC-ADC8-DDEFC152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415" y="3044837"/>
            <a:ext cx="32670" cy="32749"/>
          </a:xfrm>
          <a:custGeom xmlns:a="http://schemas.openxmlformats.org/drawingml/2006/main">
            <a:pathLst>
              <a:path w="32670" h="32749">
                <a:moveTo>
                  <a:pt x="32670" y="16374"/>
                </a:moveTo>
                <a:cubicBezTo>
                  <a:pt x="32670" y="25369"/>
                  <a:pt x="25369" y="32749"/>
                  <a:pt x="16375" y="32749"/>
                </a:cubicBezTo>
                <a:cubicBezTo>
                  <a:pt x="7302" y="32749"/>
                  <a:pt x="0" y="25369"/>
                  <a:pt x="0" y="16374"/>
                </a:cubicBezTo>
                <a:cubicBezTo>
                  <a:pt x="0" y="7302"/>
                  <a:pt x="7302" y="0"/>
                  <a:pt x="16375" y="0"/>
                </a:cubicBezTo>
                <a:cubicBezTo>
                  <a:pt x="25369" y="0"/>
                  <a:pt x="32670" y="7302"/>
                  <a:pt x="32670" y="16374"/>
                </a:cubicBezTo>
              </a:path>
            </a:pathLst>
          </a:custGeom>
          <a:solidFill xmlns:a="http://schemas.openxmlformats.org/drawingml/2006/main">
            <a:srgbClr val="E9B696"/>
          </a:solidFill>
          <a:ln xmlns:a="http://schemas.openxmlformats.org/drawingml/2006/main" w="4363">
            <a:solidFill>
              <a:srgbClr val="E9B696"/>
            </a:solidFill>
            <a:prstDash val="solid"/>
          </a:ln>
        </p:spPr>
      </p:sp>
      <p:sp>
        <p:nvSpPr>
          <p:cNvPr id="195" name="pdf-path-365">
            <a:extLst xmlns:a="http://schemas.openxmlformats.org/drawingml/2006/main">
              <a:ext uri="{FF2B5EF4-FFF2-40B4-BE49-F238E27FC236}">
                <a16:creationId xmlns:a16="http://schemas.microsoft.com/office/drawing/2014/main" id="{F097D401-DA96-47CD-87B2-80D273B2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810" y="3131550"/>
            <a:ext cx="1035011" cy="70359"/>
          </a:xfrm>
          <a:custGeom xmlns:a="http://schemas.openxmlformats.org/drawingml/2006/main">
            <a:pathLst>
              <a:path w="1035011" h="70359">
                <a:moveTo>
                  <a:pt x="1035011" y="24543"/>
                </a:moveTo>
                <a:cubicBezTo>
                  <a:pt x="1035011" y="24543"/>
                  <a:pt x="990807" y="35524"/>
                  <a:pt x="955205" y="34068"/>
                </a:cubicBezTo>
                <a:cubicBezTo>
                  <a:pt x="919623" y="32612"/>
                  <a:pt x="925310" y="10687"/>
                  <a:pt x="875499" y="12773"/>
                </a:cubicBezTo>
                <a:cubicBezTo>
                  <a:pt x="816141" y="15234"/>
                  <a:pt x="851035" y="20843"/>
                  <a:pt x="795694" y="28754"/>
                </a:cubicBezTo>
                <a:cubicBezTo>
                  <a:pt x="769773" y="32454"/>
                  <a:pt x="755800" y="40130"/>
                  <a:pt x="715888" y="45837"/>
                </a:cubicBezTo>
                <a:cubicBezTo>
                  <a:pt x="715888" y="45837"/>
                  <a:pt x="687606" y="36213"/>
                  <a:pt x="636161" y="36213"/>
                </a:cubicBezTo>
                <a:cubicBezTo>
                  <a:pt x="590501" y="36213"/>
                  <a:pt x="568360" y="25605"/>
                  <a:pt x="556374" y="12773"/>
                </a:cubicBezTo>
                <a:cubicBezTo>
                  <a:pt x="544369" y="0"/>
                  <a:pt x="526302" y="29463"/>
                  <a:pt x="476647" y="22377"/>
                </a:cubicBezTo>
                <a:cubicBezTo>
                  <a:pt x="455806" y="19386"/>
                  <a:pt x="408848" y="1083"/>
                  <a:pt x="396843" y="26609"/>
                </a:cubicBezTo>
                <a:cubicBezTo>
                  <a:pt x="384856" y="52213"/>
                  <a:pt x="329121" y="70359"/>
                  <a:pt x="317057" y="44754"/>
                </a:cubicBezTo>
                <a:cubicBezTo>
                  <a:pt x="305052" y="19150"/>
                  <a:pt x="261322" y="37295"/>
                  <a:pt x="237330" y="24543"/>
                </a:cubicBezTo>
                <a:cubicBezTo>
                  <a:pt x="213261" y="11691"/>
                  <a:pt x="181516" y="25605"/>
                  <a:pt x="157524" y="46900"/>
                </a:cubicBezTo>
                <a:cubicBezTo>
                  <a:pt x="133455" y="68194"/>
                  <a:pt x="105785" y="20232"/>
                  <a:pt x="77719" y="20232"/>
                </a:cubicBezTo>
                <a:cubicBezTo>
                  <a:pt x="49752" y="20232"/>
                  <a:pt x="16000" y="1060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8180">
            <a:solidFill>
              <a:srgbClr val="D3B5AA"/>
            </a:solidFill>
            <a:prstDash val="solid"/>
          </a:ln>
        </p:spPr>
      </p:sp>
      <p:sp>
        <p:nvSpPr>
          <p:cNvPr id="196" name="pdf-path-366">
            <a:extLst xmlns:a="http://schemas.openxmlformats.org/drawingml/2006/main">
              <a:ext uri="{FF2B5EF4-FFF2-40B4-BE49-F238E27FC236}">
                <a16:creationId xmlns:a16="http://schemas.microsoft.com/office/drawing/2014/main" id="{4BB6076B-8CDC-4B6C-B14D-4AFC5D61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5651" y="3148934"/>
            <a:ext cx="33432" cy="33432"/>
          </a:xfrm>
          <a:custGeom xmlns:a="http://schemas.openxmlformats.org/drawingml/2006/main">
            <a:pathLst>
              <a:path w="33432" h="33432">
                <a:moveTo>
                  <a:pt x="391" y="16073"/>
                </a:moveTo>
                <a:cubicBezTo>
                  <a:pt x="764" y="7001"/>
                  <a:pt x="8386" y="0"/>
                  <a:pt x="17380" y="391"/>
                </a:cubicBezTo>
                <a:cubicBezTo>
                  <a:pt x="26452" y="764"/>
                  <a:pt x="33432" y="8386"/>
                  <a:pt x="33063" y="17379"/>
                </a:cubicBezTo>
                <a:cubicBezTo>
                  <a:pt x="32668" y="26451"/>
                  <a:pt x="25068" y="33432"/>
                  <a:pt x="16073" y="33063"/>
                </a:cubicBezTo>
                <a:cubicBezTo>
                  <a:pt x="7001" y="32668"/>
                  <a:pt x="0" y="25067"/>
                  <a:pt x="391" y="16073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4359">
            <a:solidFill>
              <a:srgbClr val="D3B5AA"/>
            </a:solidFill>
            <a:prstDash val="solid"/>
          </a:ln>
        </p:spPr>
      </p:sp>
      <p:sp>
        <p:nvSpPr>
          <p:cNvPr id="197" name="pdf-path-368">
            <a:extLst xmlns:a="http://schemas.openxmlformats.org/drawingml/2006/main">
              <a:ext uri="{FF2B5EF4-FFF2-40B4-BE49-F238E27FC236}">
                <a16:creationId xmlns:a16="http://schemas.microsoft.com/office/drawing/2014/main" id="{99C1FFB2-9E4E-4BF0-A745-2B3A8689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849" y="3127562"/>
            <a:ext cx="33444" cy="33440"/>
          </a:xfrm>
          <a:custGeom xmlns:a="http://schemas.openxmlformats.org/drawingml/2006/main">
            <a:pathLst>
              <a:path w="33444" h="33440">
                <a:moveTo>
                  <a:pt x="378" y="17450"/>
                </a:moveTo>
                <a:cubicBezTo>
                  <a:pt x="0" y="8376"/>
                  <a:pt x="7077" y="767"/>
                  <a:pt x="16070" y="374"/>
                </a:cubicBezTo>
                <a:cubicBezTo>
                  <a:pt x="25066" y="0"/>
                  <a:pt x="32752" y="7074"/>
                  <a:pt x="33127" y="16068"/>
                </a:cubicBezTo>
                <a:cubicBezTo>
                  <a:pt x="33444" y="25143"/>
                  <a:pt x="26445" y="32749"/>
                  <a:pt x="17453" y="33142"/>
                </a:cubicBezTo>
                <a:cubicBezTo>
                  <a:pt x="8377" y="33440"/>
                  <a:pt x="771" y="26442"/>
                  <a:pt x="378" y="17450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4359">
            <a:solidFill>
              <a:srgbClr val="D3B5AA"/>
            </a:solidFill>
            <a:prstDash val="solid"/>
          </a:ln>
        </p:spPr>
      </p:sp>
      <p:sp>
        <p:nvSpPr>
          <p:cNvPr id="198" name="pdf-path-370">
            <a:extLst xmlns:a="http://schemas.openxmlformats.org/drawingml/2006/main">
              <a:ext uri="{FF2B5EF4-FFF2-40B4-BE49-F238E27FC236}">
                <a16:creationId xmlns:a16="http://schemas.microsoft.com/office/drawing/2014/main" id="{4587C9CB-6CE6-4BC3-8652-3A204EC5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5361" y="3142773"/>
            <a:ext cx="34894" cy="34981"/>
          </a:xfrm>
          <a:custGeom xmlns:a="http://schemas.openxmlformats.org/drawingml/2006/main">
            <a:pathLst>
              <a:path w="34894" h="34981">
                <a:moveTo>
                  <a:pt x="1305" y="19854"/>
                </a:moveTo>
                <a:cubicBezTo>
                  <a:pt x="0" y="10843"/>
                  <a:pt x="6225" y="2544"/>
                  <a:pt x="15147" y="1312"/>
                </a:cubicBezTo>
                <a:cubicBezTo>
                  <a:pt x="24056" y="0"/>
                  <a:pt x="32358" y="6246"/>
                  <a:pt x="33669" y="15155"/>
                </a:cubicBezTo>
                <a:cubicBezTo>
                  <a:pt x="34894" y="24158"/>
                  <a:pt x="28746" y="32445"/>
                  <a:pt x="19746" y="33690"/>
                </a:cubicBezTo>
                <a:cubicBezTo>
                  <a:pt x="10832" y="34981"/>
                  <a:pt x="2534" y="28756"/>
                  <a:pt x="1305" y="19854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4319">
            <a:solidFill>
              <a:srgbClr val="D3B5AA"/>
            </a:solidFill>
            <a:prstDash val="solid"/>
          </a:ln>
        </p:spPr>
      </p:sp>
      <p:sp>
        <p:nvSpPr>
          <p:cNvPr id="199" name="pdf-path-372">
            <a:extLst xmlns:a="http://schemas.openxmlformats.org/drawingml/2006/main">
              <a:ext uri="{FF2B5EF4-FFF2-40B4-BE49-F238E27FC236}">
                <a16:creationId xmlns:a16="http://schemas.microsoft.com/office/drawing/2014/main" id="{8E0572BA-FB85-4B1A-BEE9-C66AA5D2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5950" y="3160319"/>
            <a:ext cx="34200" cy="34200"/>
          </a:xfrm>
          <a:custGeom xmlns:a="http://schemas.openxmlformats.org/drawingml/2006/main">
            <a:pathLst>
              <a:path w="34200" h="34200">
                <a:moveTo>
                  <a:pt x="832" y="15603"/>
                </a:moveTo>
                <a:cubicBezTo>
                  <a:pt x="1687" y="6610"/>
                  <a:pt x="9603" y="0"/>
                  <a:pt x="18604" y="753"/>
                </a:cubicBezTo>
                <a:cubicBezTo>
                  <a:pt x="27597" y="1606"/>
                  <a:pt x="34200" y="9602"/>
                  <a:pt x="33425" y="18602"/>
                </a:cubicBezTo>
                <a:cubicBezTo>
                  <a:pt x="32593" y="27596"/>
                  <a:pt x="24597" y="34200"/>
                  <a:pt x="15604" y="33347"/>
                </a:cubicBezTo>
                <a:cubicBezTo>
                  <a:pt x="6612" y="32514"/>
                  <a:pt x="0" y="24597"/>
                  <a:pt x="832" y="15603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4344">
            <a:solidFill>
              <a:srgbClr val="D3B5AA"/>
            </a:solidFill>
            <a:prstDash val="solid"/>
          </a:ln>
        </p:spPr>
      </p:sp>
      <p:sp>
        <p:nvSpPr>
          <p:cNvPr id="200" name="pdf-path-374">
            <a:extLst xmlns:a="http://schemas.openxmlformats.org/drawingml/2006/main">
              <a:ext uri="{FF2B5EF4-FFF2-40B4-BE49-F238E27FC236}">
                <a16:creationId xmlns:a16="http://schemas.microsoft.com/office/drawing/2014/main" id="{EF6363F1-42DD-406F-8409-B51D4209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12" y="3151389"/>
            <a:ext cx="32749" cy="32749"/>
          </a:xfrm>
          <a:custGeom xmlns:a="http://schemas.openxmlformats.org/drawingml/2006/main">
            <a:pathLst>
              <a:path w="32749" h="32749">
                <a:moveTo>
                  <a:pt x="0" y="16374"/>
                </a:moveTo>
                <a:cubicBezTo>
                  <a:pt x="0" y="7380"/>
                  <a:pt x="7379" y="0"/>
                  <a:pt x="16373" y="0"/>
                </a:cubicBezTo>
                <a:cubicBezTo>
                  <a:pt x="25368" y="0"/>
                  <a:pt x="32749" y="7380"/>
                  <a:pt x="32749" y="16374"/>
                </a:cubicBezTo>
                <a:cubicBezTo>
                  <a:pt x="32749" y="25447"/>
                  <a:pt x="25368" y="32749"/>
                  <a:pt x="16373" y="32749"/>
                </a:cubicBezTo>
                <a:cubicBezTo>
                  <a:pt x="7379" y="32749"/>
                  <a:pt x="0" y="25447"/>
                  <a:pt x="0" y="16374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4363">
            <a:solidFill>
              <a:srgbClr val="D3B5AA"/>
            </a:solidFill>
            <a:prstDash val="solid"/>
          </a:ln>
        </p:spPr>
      </p:sp>
      <p:sp>
        <p:nvSpPr>
          <p:cNvPr id="201" name="pdf-path-376">
            <a:extLst xmlns:a="http://schemas.openxmlformats.org/drawingml/2006/main">
              <a:ext uri="{FF2B5EF4-FFF2-40B4-BE49-F238E27FC236}">
                <a16:creationId xmlns:a16="http://schemas.microsoft.com/office/drawing/2014/main" id="{B6622DED-635E-4DAF-8B85-4F6C16A3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5339" y="3126495"/>
            <a:ext cx="36219" cy="36198"/>
          </a:xfrm>
          <a:custGeom xmlns:a="http://schemas.openxmlformats.org/drawingml/2006/main">
            <a:pathLst>
              <a:path w="36219" h="36198">
                <a:moveTo>
                  <a:pt x="6841" y="6134"/>
                </a:moveTo>
                <a:cubicBezTo>
                  <a:pt x="13452" y="0"/>
                  <a:pt x="23833" y="288"/>
                  <a:pt x="29986" y="6917"/>
                </a:cubicBezTo>
                <a:cubicBezTo>
                  <a:pt x="36219" y="13435"/>
                  <a:pt x="35836" y="23833"/>
                  <a:pt x="29301" y="29970"/>
                </a:cubicBezTo>
                <a:cubicBezTo>
                  <a:pt x="22669" y="36198"/>
                  <a:pt x="12306" y="35893"/>
                  <a:pt x="6153" y="29262"/>
                </a:cubicBezTo>
                <a:cubicBezTo>
                  <a:pt x="0" y="22671"/>
                  <a:pt x="323" y="12366"/>
                  <a:pt x="6841" y="6134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2987">
            <a:solidFill>
              <a:srgbClr val="D3B5AA"/>
            </a:solidFill>
            <a:prstDash val="solid"/>
          </a:ln>
        </p:spPr>
      </p:sp>
      <p:sp>
        <p:nvSpPr>
          <p:cNvPr id="202" name="pdf-path-378">
            <a:extLst xmlns:a="http://schemas.openxmlformats.org/drawingml/2006/main">
              <a:ext uri="{FF2B5EF4-FFF2-40B4-BE49-F238E27FC236}">
                <a16:creationId xmlns:a16="http://schemas.microsoft.com/office/drawing/2014/main" id="{5AC1C82E-C718-4121-9E16-50794AAE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228" y="3136479"/>
            <a:ext cx="34991" cy="34991"/>
          </a:xfrm>
          <a:custGeom xmlns:a="http://schemas.openxmlformats.org/drawingml/2006/main">
            <a:pathLst>
              <a:path w="34991" h="34991">
                <a:moveTo>
                  <a:pt x="1322" y="15147"/>
                </a:moveTo>
                <a:cubicBezTo>
                  <a:pt x="2614" y="6234"/>
                  <a:pt x="10853" y="0"/>
                  <a:pt x="19844" y="1304"/>
                </a:cubicBezTo>
                <a:cubicBezTo>
                  <a:pt x="28765" y="2535"/>
                  <a:pt x="34991" y="10833"/>
                  <a:pt x="33685" y="19845"/>
                </a:cubicBezTo>
                <a:cubicBezTo>
                  <a:pt x="32456" y="28746"/>
                  <a:pt x="24156" y="34991"/>
                  <a:pt x="15226" y="33677"/>
                </a:cubicBezTo>
                <a:cubicBezTo>
                  <a:pt x="6246" y="32437"/>
                  <a:pt x="0" y="24135"/>
                  <a:pt x="1322" y="15147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4319">
            <a:solidFill>
              <a:srgbClr val="D3B5AA"/>
            </a:solidFill>
            <a:prstDash val="solid"/>
          </a:ln>
        </p:spPr>
      </p:sp>
      <p:sp>
        <p:nvSpPr>
          <p:cNvPr id="203" name="pdf-path-380">
            <a:extLst xmlns:a="http://schemas.openxmlformats.org/drawingml/2006/main">
              <a:ext uri="{FF2B5EF4-FFF2-40B4-BE49-F238E27FC236}">
                <a16:creationId xmlns:a16="http://schemas.microsoft.com/office/drawing/2014/main" id="{5F62BCDB-2B83-4AB5-AD3E-BACDE8E4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134" y="3139256"/>
            <a:ext cx="37291" cy="37281"/>
          </a:xfrm>
          <a:custGeom xmlns:a="http://schemas.openxmlformats.org/drawingml/2006/main">
            <a:pathLst>
              <a:path w="37291" h="37281">
                <a:moveTo>
                  <a:pt x="11686" y="33446"/>
                </a:moveTo>
                <a:cubicBezTo>
                  <a:pt x="3528" y="29591"/>
                  <a:pt x="0" y="19815"/>
                  <a:pt x="3846" y="11677"/>
                </a:cubicBezTo>
                <a:cubicBezTo>
                  <a:pt x="7691" y="3539"/>
                  <a:pt x="17447" y="0"/>
                  <a:pt x="25594" y="3827"/>
                </a:cubicBezTo>
                <a:cubicBezTo>
                  <a:pt x="33753" y="7682"/>
                  <a:pt x="37291" y="17437"/>
                  <a:pt x="33436" y="25596"/>
                </a:cubicBezTo>
                <a:cubicBezTo>
                  <a:pt x="29590" y="33735"/>
                  <a:pt x="19902" y="37281"/>
                  <a:pt x="11686" y="33446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1854">
            <a:solidFill>
              <a:srgbClr val="D3B5AA"/>
            </a:solidFill>
            <a:prstDash val="solid"/>
          </a:ln>
        </p:spPr>
      </p:sp>
      <p:sp>
        <p:nvSpPr>
          <p:cNvPr id="204" name="pdf-path-382">
            <a:extLst xmlns:a="http://schemas.openxmlformats.org/drawingml/2006/main">
              <a:ext uri="{FF2B5EF4-FFF2-40B4-BE49-F238E27FC236}">
                <a16:creationId xmlns:a16="http://schemas.microsoft.com/office/drawing/2014/main" id="{F429927A-FFBB-461A-AC07-EF54F320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416" y="3157923"/>
            <a:ext cx="37281" cy="37288"/>
          </a:xfrm>
          <a:custGeom xmlns:a="http://schemas.openxmlformats.org/drawingml/2006/main">
            <a:pathLst>
              <a:path w="37281" h="37288">
                <a:moveTo>
                  <a:pt x="11676" y="3854"/>
                </a:moveTo>
                <a:cubicBezTo>
                  <a:pt x="19835" y="0"/>
                  <a:pt x="29591" y="3537"/>
                  <a:pt x="33446" y="11695"/>
                </a:cubicBezTo>
                <a:cubicBezTo>
                  <a:pt x="37281" y="19911"/>
                  <a:pt x="33743" y="29668"/>
                  <a:pt x="25585" y="33523"/>
                </a:cubicBezTo>
                <a:cubicBezTo>
                  <a:pt x="17360" y="37288"/>
                  <a:pt x="7593" y="33828"/>
                  <a:pt x="3758" y="25613"/>
                </a:cubicBezTo>
                <a:cubicBezTo>
                  <a:pt x="0" y="17457"/>
                  <a:pt x="3460" y="7689"/>
                  <a:pt x="11676" y="3854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1854">
            <a:solidFill>
              <a:srgbClr val="D3B5AA"/>
            </a:solidFill>
            <a:prstDash val="solid"/>
          </a:ln>
        </p:spPr>
      </p:sp>
      <p:sp>
        <p:nvSpPr>
          <p:cNvPr id="205" name="pdf-path-384">
            <a:extLst xmlns:a="http://schemas.openxmlformats.org/drawingml/2006/main">
              <a:ext uri="{FF2B5EF4-FFF2-40B4-BE49-F238E27FC236}">
                <a16:creationId xmlns:a16="http://schemas.microsoft.com/office/drawing/2014/main" id="{BB16C889-BC09-4112-BF76-2F65C088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5692" y="3137563"/>
            <a:ext cx="37358" cy="37368"/>
          </a:xfrm>
          <a:custGeom xmlns:a="http://schemas.openxmlformats.org/drawingml/2006/main">
            <a:pathLst>
              <a:path w="37358" h="37368">
                <a:moveTo>
                  <a:pt x="4293" y="10979"/>
                </a:moveTo>
                <a:cubicBezTo>
                  <a:pt x="8527" y="2978"/>
                  <a:pt x="18448" y="0"/>
                  <a:pt x="26360" y="4212"/>
                </a:cubicBezTo>
                <a:cubicBezTo>
                  <a:pt x="34360" y="8447"/>
                  <a:pt x="37358" y="18377"/>
                  <a:pt x="33134" y="26359"/>
                </a:cubicBezTo>
                <a:cubicBezTo>
                  <a:pt x="28892" y="34280"/>
                  <a:pt x="18989" y="37368"/>
                  <a:pt x="10980" y="33054"/>
                </a:cubicBezTo>
                <a:cubicBezTo>
                  <a:pt x="3078" y="28822"/>
                  <a:pt x="0" y="18898"/>
                  <a:pt x="4293" y="10979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3851">
            <a:solidFill>
              <a:srgbClr val="D3B5AA"/>
            </a:solidFill>
            <a:prstDash val="solid"/>
          </a:ln>
        </p:spPr>
      </p:sp>
      <p:sp>
        <p:nvSpPr>
          <p:cNvPr id="206" name="pdf-path-386">
            <a:extLst xmlns:a="http://schemas.openxmlformats.org/drawingml/2006/main">
              <a:ext uri="{FF2B5EF4-FFF2-40B4-BE49-F238E27FC236}">
                <a16:creationId xmlns:a16="http://schemas.microsoft.com/office/drawing/2014/main" id="{776FE2A5-01DA-4887-9723-FF662BC9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352" y="3160005"/>
            <a:ext cx="36437" cy="36445"/>
          </a:xfrm>
          <a:custGeom xmlns:a="http://schemas.openxmlformats.org/drawingml/2006/main">
            <a:pathLst>
              <a:path w="36437" h="36445">
                <a:moveTo>
                  <a:pt x="6007" y="29056"/>
                </a:moveTo>
                <a:cubicBezTo>
                  <a:pt x="0" y="22287"/>
                  <a:pt x="614" y="11998"/>
                  <a:pt x="7384" y="5990"/>
                </a:cubicBezTo>
                <a:cubicBezTo>
                  <a:pt x="14134" y="0"/>
                  <a:pt x="24443" y="597"/>
                  <a:pt x="30431" y="7385"/>
                </a:cubicBezTo>
                <a:cubicBezTo>
                  <a:pt x="36437" y="14155"/>
                  <a:pt x="35823" y="24444"/>
                  <a:pt x="29053" y="30452"/>
                </a:cubicBezTo>
                <a:cubicBezTo>
                  <a:pt x="22377" y="36445"/>
                  <a:pt x="11977" y="35825"/>
                  <a:pt x="6007" y="29056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3263">
            <a:solidFill>
              <a:srgbClr val="D3B5AA"/>
            </a:solidFill>
            <a:prstDash val="solid"/>
          </a:ln>
        </p:spPr>
      </p:sp>
      <p:sp>
        <p:nvSpPr>
          <p:cNvPr id="207" name="pdf-path-388">
            <a:extLst xmlns:a="http://schemas.openxmlformats.org/drawingml/2006/main">
              <a:ext uri="{FF2B5EF4-FFF2-40B4-BE49-F238E27FC236}">
                <a16:creationId xmlns:a16="http://schemas.microsoft.com/office/drawing/2014/main" id="{0BA5406D-051E-400F-B5E3-852AF1D1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549" y="3135408"/>
            <a:ext cx="32670" cy="32749"/>
          </a:xfrm>
          <a:custGeom xmlns:a="http://schemas.openxmlformats.org/drawingml/2006/main">
            <a:pathLst>
              <a:path w="32670" h="32749">
                <a:moveTo>
                  <a:pt x="0" y="16374"/>
                </a:moveTo>
                <a:cubicBezTo>
                  <a:pt x="0" y="7380"/>
                  <a:pt x="7302" y="0"/>
                  <a:pt x="16374" y="0"/>
                </a:cubicBezTo>
                <a:cubicBezTo>
                  <a:pt x="25369" y="0"/>
                  <a:pt x="32670" y="7380"/>
                  <a:pt x="32670" y="16374"/>
                </a:cubicBezTo>
                <a:cubicBezTo>
                  <a:pt x="32670" y="25447"/>
                  <a:pt x="25369" y="32749"/>
                  <a:pt x="16374" y="32749"/>
                </a:cubicBezTo>
                <a:cubicBezTo>
                  <a:pt x="7302" y="32749"/>
                  <a:pt x="0" y="25447"/>
                  <a:pt x="0" y="16374"/>
                </a:cubicBezTo>
              </a:path>
            </a:pathLst>
          </a:custGeom>
          <a:solidFill xmlns:a="http://schemas.openxmlformats.org/drawingml/2006/main">
            <a:srgbClr val="D3B5AA"/>
          </a:solidFill>
          <a:ln xmlns:a="http://schemas.openxmlformats.org/drawingml/2006/main" w="4363">
            <a:solidFill>
              <a:srgbClr val="D3B5AA"/>
            </a:solidFill>
            <a:prstDash val="solid"/>
          </a:ln>
        </p:spPr>
      </p:sp>
      <p:sp>
        <p:nvSpPr>
          <p:cNvPr id="208" name="pdf-text-52-0">
            <a:extLst xmlns:a="http://schemas.openxmlformats.org/drawingml/2006/main">
              <a:ext uri="{FF2B5EF4-FFF2-40B4-BE49-F238E27FC236}">
                <a16:creationId xmlns:a16="http://schemas.microsoft.com/office/drawing/2014/main" id="{43FB8B41-F096-4081-B65D-0FAFB4EF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4" y="1014849"/>
            <a:ext cx="906061" cy="19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Selection</a:t>
            </a:r>
          </a:p>
        </p:txBody>
      </p:sp>
      <p:sp>
        <p:nvSpPr>
          <p:cNvPr id="209" name="pdf-text-52-1">
            <a:extLst xmlns:a="http://schemas.openxmlformats.org/drawingml/2006/main">
              <a:ext uri="{FF2B5EF4-FFF2-40B4-BE49-F238E27FC236}">
                <a16:creationId xmlns:a16="http://schemas.microsoft.com/office/drawing/2014/main" id="{89109E9B-9BA8-48FE-9A58-6E54C1C3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03" y="1211657"/>
            <a:ext cx="1084762" cy="19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&amp; Mutation</a:t>
            </a:r>
          </a:p>
        </p:txBody>
      </p:sp>
      <p:sp>
        <p:nvSpPr>
          <p:cNvPr id="210" name="pdf-text-52-2">
            <a:extLst xmlns:a="http://schemas.openxmlformats.org/drawingml/2006/main">
              <a:ext uri="{FF2B5EF4-FFF2-40B4-BE49-F238E27FC236}">
                <a16:creationId xmlns:a16="http://schemas.microsoft.com/office/drawing/2014/main" id="{BFA71D10-C615-4B53-9935-3754FE2A1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07" y="3376340"/>
            <a:ext cx="790338" cy="19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Sensory</a:t>
            </a:r>
          </a:p>
        </p:txBody>
      </p:sp>
      <p:sp>
        <p:nvSpPr>
          <p:cNvPr id="211" name="pdf-text-52-3">
            <a:extLst xmlns:a="http://schemas.openxmlformats.org/drawingml/2006/main">
              <a:ext uri="{FF2B5EF4-FFF2-40B4-BE49-F238E27FC236}">
                <a16:creationId xmlns:a16="http://schemas.microsoft.com/office/drawing/2014/main" id="{95BB9DBB-CA8A-4322-9334-6A464C38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82" y="3573147"/>
            <a:ext cx="469738" cy="196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999999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999999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12" name="pdf-path-391">
            <a:extLst xmlns:a="http://schemas.openxmlformats.org/drawingml/2006/main">
              <a:ext uri="{FF2B5EF4-FFF2-40B4-BE49-F238E27FC236}">
                <a16:creationId xmlns:a16="http://schemas.microsoft.com/office/drawing/2014/main" id="{FECA931D-C4A7-4B1B-8DB6-EBE1A8ED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482" y="1706782"/>
            <a:ext cx="95" cy="279368"/>
          </a:xfrm>
          <a:custGeom xmlns:a="http://schemas.openxmlformats.org/drawingml/2006/main">
            <a:pathLst>
              <a:path w="95" h="279368">
                <a:moveTo>
                  <a:pt x="0" y="27936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1">
            <a:solidFill>
              <a:srgbClr val="B3B3B3"/>
            </a:solidFill>
            <a:prstDash val="solid"/>
          </a:ln>
        </p:spPr>
      </p:sp>
      <p:sp>
        <p:nvSpPr>
          <p:cNvPr id="213" name="pdf-path-392">
            <a:extLst xmlns:a="http://schemas.openxmlformats.org/drawingml/2006/main">
              <a:ext uri="{FF2B5EF4-FFF2-40B4-BE49-F238E27FC236}">
                <a16:creationId xmlns:a16="http://schemas.microsoft.com/office/drawing/2014/main" id="{AAB364C0-664C-4D41-8213-7DA8E75E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985" y="1687180"/>
            <a:ext cx="130444" cy="177422"/>
          </a:xfrm>
          <a:custGeom xmlns:a="http://schemas.openxmlformats.org/drawingml/2006/main">
            <a:pathLst>
              <a:path w="130444" h="177422">
                <a:moveTo>
                  <a:pt x="0" y="177422"/>
                </a:moveTo>
                <a:lnTo>
                  <a:pt x="65262" y="0"/>
                </a:lnTo>
                <a:lnTo>
                  <a:pt x="130444" y="177422"/>
                </a:lnTo>
                <a:cubicBezTo>
                  <a:pt x="91929" y="149062"/>
                  <a:pt x="39283" y="149220"/>
                  <a:pt x="0" y="177422"/>
                </a:cubicBezTo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10148">
            <a:solidFill>
              <a:srgbClr val="B3B3B3"/>
            </a:solidFill>
            <a:prstDash val="solid"/>
          </a:ln>
        </p:spPr>
      </p:sp>
      <p:sp>
        <p:nvSpPr>
          <p:cNvPr id="214" name="pdf-path-394">
            <a:extLst xmlns:a="http://schemas.openxmlformats.org/drawingml/2006/main">
              <a:ext uri="{FF2B5EF4-FFF2-40B4-BE49-F238E27FC236}">
                <a16:creationId xmlns:a16="http://schemas.microsoft.com/office/drawing/2014/main" id="{2D92E1BA-FF64-49DF-8202-4AA75E494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482" y="3321607"/>
            <a:ext cx="95" cy="317116"/>
          </a:xfrm>
          <a:custGeom xmlns:a="http://schemas.openxmlformats.org/drawingml/2006/main">
            <a:pathLst>
              <a:path w="95" h="317116">
                <a:moveTo>
                  <a:pt x="0" y="3171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761">
            <a:solidFill>
              <a:srgbClr val="B3B3B3"/>
            </a:solidFill>
            <a:prstDash val="solid"/>
          </a:ln>
        </p:spPr>
      </p:sp>
      <p:sp>
        <p:nvSpPr>
          <p:cNvPr id="215" name="pdf-path-395">
            <a:extLst xmlns:a="http://schemas.openxmlformats.org/drawingml/2006/main">
              <a:ext uri="{FF2B5EF4-FFF2-40B4-BE49-F238E27FC236}">
                <a16:creationId xmlns:a16="http://schemas.microsoft.com/office/drawing/2014/main" id="{F51C2862-821B-4480-A0D6-40A6CB06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985" y="3302005"/>
            <a:ext cx="130444" cy="177423"/>
          </a:xfrm>
          <a:custGeom xmlns:a="http://schemas.openxmlformats.org/drawingml/2006/main">
            <a:pathLst>
              <a:path w="130444" h="177423">
                <a:moveTo>
                  <a:pt x="0" y="177423"/>
                </a:moveTo>
                <a:lnTo>
                  <a:pt x="65262" y="0"/>
                </a:lnTo>
                <a:lnTo>
                  <a:pt x="130444" y="177423"/>
                </a:lnTo>
                <a:cubicBezTo>
                  <a:pt x="91929" y="149062"/>
                  <a:pt x="39283" y="149220"/>
                  <a:pt x="0" y="177423"/>
                </a:cubicBezTo>
              </a:path>
            </a:pathLst>
          </a:custGeom>
          <a:solidFill xmlns:a="http://schemas.openxmlformats.org/drawingml/2006/main">
            <a:srgbClr val="B3B3B3"/>
          </a:solidFill>
          <a:ln xmlns:a="http://schemas.openxmlformats.org/drawingml/2006/main" w="10148">
            <a:solidFill>
              <a:srgbClr val="B3B3B3"/>
            </a:solidFill>
            <a:prstDash val="solid"/>
          </a:ln>
        </p:spPr>
      </p:sp>
      <p:sp>
        <p:nvSpPr>
          <p:cNvPr id="216" name="pdf-text-53-0">
            <a:extLst xmlns:a="http://schemas.openxmlformats.org/drawingml/2006/main">
              <a:ext uri="{FF2B5EF4-FFF2-40B4-BE49-F238E27FC236}">
                <a16:creationId xmlns:a16="http://schemas.microsoft.com/office/drawing/2014/main" id="{5D6084EC-0B35-437A-B7FA-6F1188B9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5414" y="2020918"/>
            <a:ext cx="1468143" cy="19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Dimensionality</a:t>
            </a:r>
          </a:p>
        </p:txBody>
      </p:sp>
      <p:sp>
        <p:nvSpPr>
          <p:cNvPr id="217" name="pdf-text-53-1">
            <a:extLst xmlns:a="http://schemas.openxmlformats.org/drawingml/2006/main">
              <a:ext uri="{FF2B5EF4-FFF2-40B4-BE49-F238E27FC236}">
                <a16:creationId xmlns:a16="http://schemas.microsoft.com/office/drawing/2014/main" id="{D1B13554-CFE5-48E3-809A-A5CA56DE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963" y="2182103"/>
            <a:ext cx="983800" cy="19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Reduction</a:t>
            </a:r>
          </a:p>
        </p:txBody>
      </p:sp>
      <p:pic>
        <p:nvPic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4FF7888E-7047-4979-987A-EB2744C8E9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5c2a6a42d4dda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44256" y="351473"/>
            <a:ext cx="1767935" cy="1371600"/>
          </a:xfrm>
          <a:prstGeom xmlns:a="http://schemas.openxmlformats.org/drawingml/2006/main" prst="rect">
            <a:avLst/>
          </a:prstGeom>
        </p:spPr>
      </p:pic>
      <p:sp>
        <p:nvSpPr>
          <p:cNvPr id="219" name="pdf-raster-0">
            <a:extLst xmlns:a="http://schemas.openxmlformats.org/drawingml/2006/main">
              <a:ext uri="{FF2B5EF4-FFF2-40B4-BE49-F238E27FC236}">
                <a16:creationId xmlns:a16="http://schemas.microsoft.com/office/drawing/2014/main" id="{A16F2594-A9E4-41AD-BBAC-3D726CFD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256" y="351473"/>
            <a:ext cx="1767935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pic>
        <p:nvPic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F5F8FF2-1D9A-4BE0-81CB-231B9E96D8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2c8cf7ac54556"/>
          <a:srcRect xmlns:a="http://schemas.openxmlformats.org/drawingml/2006/main" l="0" t="395" r="0" b="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16" y="2263426"/>
            <a:ext cx="1061847" cy="1015841"/>
          </a:xfrm>
          <a:prstGeom xmlns:a="http://schemas.openxmlformats.org/drawingml/2006/main" prst="rect">
            <a:avLst/>
          </a:prstGeom>
        </p:spPr>
      </p:pic>
      <p:sp>
        <p:nvSpPr>
          <p:cNvPr id="221" name="pdf-raster-1">
            <a:extLst xmlns:a="http://schemas.openxmlformats.org/drawingml/2006/main">
              <a:ext uri="{FF2B5EF4-FFF2-40B4-BE49-F238E27FC236}">
                <a16:creationId xmlns:a16="http://schemas.microsoft.com/office/drawing/2014/main" id="{5F898AB9-406B-4FAF-9B40-756163E5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263426"/>
            <a:ext cx="1061847" cy="10158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302603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2026-10-09T20:31:08.2840000Z</dcterms:created>
  <dcterms:modified xsi:type="dcterms:W3CDTF">2026-10-09T20:31:08.2840000Z</dcterms:modified>
</coreProperties>
</file>