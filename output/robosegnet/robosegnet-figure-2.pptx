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aa1c46be8f4039" /><Relationship Type="http://schemas.openxmlformats.org/officeDocument/2006/relationships/extended-properties" Target="/docProps/app.xml" Id="Rb256acbe65a14caa" /><Relationship Type="http://schemas.openxmlformats.org/officeDocument/2006/relationships/officeDocument" Target="/ppt/presentation.xml" Id="R4dba6ab8066e45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742f3067564279"/>
  </p:sldMasterIdLst>
  <p:notesMasterIdLst>
    <p:notesMasterId xmlns:r="http://schemas.openxmlformats.org/officeDocument/2006/relationships" r:id="R3125c7bcea414789"/>
  </p:notesMasterIdLst>
  <p:sldIdLst>
    <p:sldId xmlns:r="http://schemas.openxmlformats.org/officeDocument/2006/relationships" id="256" r:id="Re9467e3e364845e4"/>
  </p:sldIdLst>
  <p:sldSz cx="9277350" cy="3238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7ae45ae6ac48f2" /><Relationship Type="http://schemas.openxmlformats.org/officeDocument/2006/relationships/slideMaster" Target="/ppt/slideMasters/slideMaster1.xml" Id="Rb0742f3067564279" /><Relationship Type="http://schemas.openxmlformats.org/officeDocument/2006/relationships/notesMaster" Target="/ppt/notesMasters/notesMaster1.xml" Id="R3125c7bcea414789" /><Relationship Type="http://schemas.openxmlformats.org/officeDocument/2006/relationships/presProps" Target="/ppt/presProps.xml" Id="R403b9ac173b54296" /><Relationship Type="http://schemas.openxmlformats.org/officeDocument/2006/relationships/tableStyles" Target="/ppt/tableStyles.xml" Id="R4382a2090a974ba3" /><Relationship Type="http://schemas.openxmlformats.org/officeDocument/2006/relationships/slide" Target="/ppt/slides/slide1.xml" Id="Re9467e3e364845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04047fd00e44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cba28d05da45e0" /><Relationship Type="http://schemas.openxmlformats.org/officeDocument/2006/relationships/notesMaster" Target="/ppt/notesMasters/notesMaster1.xml" Id="R0238b954714c41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"Learning Multi-Task Robot Trajectory Segmentation from Visual and Kinematic Streams (RoboSegNet)",</a:t>
            </a:r>
          </a:p>
          <a:p xmlns:a="http://schemas.openxmlformats.org/drawingml/2006/main">
            <a:r>
              <a:t>  "paper_url": "https://openaccess.thecvf.com/content/CVPR2026F/papers/Chen_Learning_Multi-Task_Robot_Trajectory_Segmentation_from_Visual_and_Kinematic_Streams_CVPRF_2026_paper.pdf",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"68471f599c861ae633565454f5a994846ffa069c780af57bb6d40949f2280fe9",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62,</a:t>
            </a:r>
          </a:p>
          <a:p xmlns:a="http://schemas.openxmlformats.org/drawingml/2006/main">
            <a:r>
              <a:t>    73,</a:t>
            </a:r>
          </a:p>
          <a:p xmlns:a="http://schemas.openxmlformats.org/drawingml/2006/main">
            <a:r>
              <a:t>    549,</a:t>
            </a:r>
          </a:p>
          <a:p xmlns:a="http://schemas.openxmlformats.org/drawingml/2006/main">
            <a:r>
              <a:t>    243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 source-layout reconstruction of the flattened architecture. All major labels, modules, DCT bars/wave schematics, token tiles, cross-attention links and prediction routes are native. Three kinematic chart crops with internal tiny labels and two observation patch-grid crops remain raster. Colors and topology retained; exact source fonts, shadow blur, waveform traces and small transition-label typography are approximated. Native freeform routes lack semantic attachment."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df1d3a64b45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deaf5be2644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f8d830d134d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5d5ed299f4e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633b5da0047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22c00b76347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0DA4C1-CC13-4DB6-91AF-2B58028A2D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7735" y="1223433"/>
            <a:ext cx="7421880" cy="467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FFB177-E6A4-48F7-A680-CE14B08A03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91603" y="1781175"/>
            <a:ext cx="6494145" cy="35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9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9A181E-1BD6-4383-9F93-4B10CBDB3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7735" y="1349375"/>
            <a:ext cx="742188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6DE323-B14F-4E60-A068-4D459FF1C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1851" y="251883"/>
            <a:ext cx="8233648" cy="395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3121DA-F33D-401C-82C7-B5E26A480F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1851" y="899583"/>
            <a:ext cx="8233648" cy="201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7950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1pPr>
            <a:lvl2pPr marL="251883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2pPr>
            <a:lvl3pPr marL="395817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3pPr>
            <a:lvl4pPr marL="539750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4pPr>
            <a:lvl5pPr marL="683683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5pPr>
            <a:lvl6pPr marL="827617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6pPr>
            <a:lvl7pPr marL="971550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7pPr>
            <a:lvl8pPr marL="1115483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8pPr>
            <a:lvl9pPr marL="1259417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FF83B2-8716-4837-941C-091D01986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1851" y="251883"/>
            <a:ext cx="8233648" cy="395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901944-3A9A-495E-AFCD-1A9756040A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1851" y="899583"/>
            <a:ext cx="3826907" cy="201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9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7950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1pPr>
            <a:lvl2pPr marL="251883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2pPr>
            <a:lvl3pPr marL="395817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3pPr>
            <a:lvl4pPr marL="539750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4pPr>
            <a:lvl5pPr marL="683683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5pPr>
            <a:lvl6pPr marL="827617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6pPr>
            <a:lvl7pPr marL="971550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7pPr>
            <a:lvl8pPr marL="1115483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8pPr>
            <a:lvl9pPr marL="1259417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825A3D-0930-435A-A603-287CCE364A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28592" y="899583"/>
            <a:ext cx="3826907" cy="201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9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7950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1pPr>
            <a:lvl2pPr marL="251883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2pPr>
            <a:lvl3pPr marL="395817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3pPr>
            <a:lvl4pPr marL="539750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4pPr>
            <a:lvl5pPr marL="683683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5pPr>
            <a:lvl6pPr marL="827617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6pPr>
            <a:lvl7pPr marL="971550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7pPr>
            <a:lvl8pPr marL="1115483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8pPr>
            <a:lvl9pPr marL="1259417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B0E7BC-0E0C-4089-BF96-D4BCA5C465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1851" y="251883"/>
            <a:ext cx="8233648" cy="395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0606FA-0CFA-4FE0-8931-12DB01DB5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1851" y="899583"/>
            <a:ext cx="3826907" cy="201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7950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1pPr>
            <a:lvl2pPr marL="251883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2pPr>
            <a:lvl3pPr marL="395817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3pPr>
            <a:lvl4pPr marL="539750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4pPr>
            <a:lvl5pPr marL="683683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5pPr>
            <a:lvl6pPr marL="827617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6pPr>
            <a:lvl7pPr marL="971550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7pPr>
            <a:lvl8pPr marL="1115483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8pPr>
            <a:lvl9pPr marL="1259417" indent="-107950">
              <a:lnSpc>
                <a:spcPct val="110000"/>
              </a:lnSpc>
              <a:spcBef>
                <a:spcPts val="0"/>
              </a:spcBef>
              <a:spcAft>
                <a:spcPts val="5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5dda7f4cf444c2" /><Relationship Type="http://schemas.openxmlformats.org/officeDocument/2006/relationships/slideLayout" Target="/ppt/slideLayouts/slideLayout1.xml" Id="R6e87841d69674ad1" /><Relationship Type="http://schemas.openxmlformats.org/officeDocument/2006/relationships/slideLayout" Target="/ppt/slideLayouts/slideLayout2.xml" Id="R57d20fc525d44a88" /><Relationship Type="http://schemas.openxmlformats.org/officeDocument/2006/relationships/slideLayout" Target="/ppt/slideLayouts/slideLayout3.xml" Id="Re9c7a48e66ca484d" /><Relationship Type="http://schemas.openxmlformats.org/officeDocument/2006/relationships/slideLayout" Target="/ppt/slideLayouts/slideLayout4.xml" Id="R96c01c90bca64e07" /><Relationship Type="http://schemas.openxmlformats.org/officeDocument/2006/relationships/slideLayout" Target="/ppt/slideLayouts/slideLayout5.xml" Id="R1dfd1fff687a42a5" /><Relationship Type="http://schemas.openxmlformats.org/officeDocument/2006/relationships/slideLayout" Target="/ppt/slideLayouts/slideLayout6.xml" Id="Rbfcc35d0535c44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87841d69674ad1"/>
    <p:sldLayoutId xmlns:r="http://schemas.openxmlformats.org/officeDocument/2006/relationships" id="2147483650" r:id="R57d20fc525d44a88"/>
    <p:sldLayoutId xmlns:r="http://schemas.openxmlformats.org/officeDocument/2006/relationships" id="2147483651" r:id="Re9c7a48e66ca484d"/>
    <p:sldLayoutId xmlns:r="http://schemas.openxmlformats.org/officeDocument/2006/relationships" id="2147483652" r:id="R96c01c90bca64e07"/>
    <p:sldLayoutId xmlns:r="http://schemas.openxmlformats.org/officeDocument/2006/relationships" id="2147483653" r:id="R1dfd1fff687a42a5"/>
    <p:sldLayoutId xmlns:r="http://schemas.openxmlformats.org/officeDocument/2006/relationships" id="2147483654" r:id="Rbfcc35d0535c44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4a47bda93d4284" /><Relationship Type="http://schemas.openxmlformats.org/officeDocument/2006/relationships/image" Target="/ppt/media/image.png" Id="R24a2233a25c242eb" /><Relationship Type="http://schemas.openxmlformats.org/officeDocument/2006/relationships/image" Target="/ppt/media/image2.png" Id="R16ad671cb4934127" /><Relationship Type="http://schemas.openxmlformats.org/officeDocument/2006/relationships/image" Target="/ppt/media/image3.png" Id="Re9e1c2b096cb41df" /><Relationship Type="http://schemas.openxmlformats.org/officeDocument/2006/relationships/image" Target="/ppt/media/image4.png" Id="Rf750e620ba4b4761" /><Relationship Type="http://schemas.openxmlformats.org/officeDocument/2006/relationships/image" Target="/ppt/media/image5.png" Id="Rf106b48f113b4485" /><Relationship Type="http://schemas.openxmlformats.org/officeDocument/2006/relationships/notesSlide" Target="/ppt/notesSlides/notesSlide1.xml" Id="R8dc697b44f9346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3255BCF-5BD9-41C3-8883-9F895728C8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2233a25c242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" y="390525"/>
            <a:ext cx="904875" cy="762000"/>
          </a:xfrm>
          <a:prstGeom xmlns:a="http://schemas.openxmlformats.org/drawingml/2006/main" prst="rect">
            <a:avLst/>
          </a:prstGeom>
        </p:spPr>
      </p:pic>
      <p:sp>
        <p:nvSpPr>
          <p:cNvPr id="2" name="image0">
            <a:extLst xmlns:a="http://schemas.openxmlformats.org/drawingml/2006/main">
              <a:ext uri="{FF2B5EF4-FFF2-40B4-BE49-F238E27FC236}">
                <a16:creationId xmlns:a16="http://schemas.microsoft.com/office/drawing/2014/main" id="{96315CEC-10B0-40E1-A103-DCAA3400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390525"/>
            <a:ext cx="90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8D713-8D61-40EE-B7D6-76BCCA2033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d671cb49341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7775" y="390525"/>
            <a:ext cx="904875" cy="762000"/>
          </a:xfrm>
          <a:prstGeom xmlns:a="http://schemas.openxmlformats.org/drawingml/2006/main" prst="rect">
            <a:avLst/>
          </a:prstGeom>
        </p:spPr>
      </p:pic>
      <p:sp>
        <p:nvSpPr>
          <p:cNvPr id="4" name="image1">
            <a:extLst xmlns:a="http://schemas.openxmlformats.org/drawingml/2006/main">
              <a:ext uri="{FF2B5EF4-FFF2-40B4-BE49-F238E27FC236}">
                <a16:creationId xmlns:a16="http://schemas.microsoft.com/office/drawing/2014/main" id="{6ABA2B64-5940-439C-B017-89BF99C4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390525"/>
            <a:ext cx="90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5AF24-A055-4875-9249-A6F6F53A92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1c2b096cb41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71725" y="390525"/>
            <a:ext cx="904875" cy="762000"/>
          </a:xfrm>
          <a:prstGeom xmlns:a="http://schemas.openxmlformats.org/drawingml/2006/main" prst="rect">
            <a:avLst/>
          </a:prstGeom>
        </p:spPr>
      </p:pic>
      <p:sp>
        <p:nvSpPr>
          <p:cNvPr id="6" name="image2">
            <a:extLst xmlns:a="http://schemas.openxmlformats.org/drawingml/2006/main">
              <a:ext uri="{FF2B5EF4-FFF2-40B4-BE49-F238E27FC236}">
                <a16:creationId xmlns:a16="http://schemas.microsoft.com/office/drawing/2014/main" id="{DBCF2602-8A5D-440A-8AE6-B3133126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390525"/>
            <a:ext cx="90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8CC16-44E7-4F40-9AFF-C10E6E85D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0e620ba4b47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10025" y="342900"/>
            <a:ext cx="1181100" cy="885825"/>
          </a:xfrm>
          <a:prstGeom xmlns:a="http://schemas.openxmlformats.org/drawingml/2006/main" prst="rect">
            <a:avLst/>
          </a:prstGeom>
        </p:spPr>
      </p:pic>
      <p:sp>
        <p:nvSpPr>
          <p:cNvPr id="8" name="image3">
            <a:extLst xmlns:a="http://schemas.openxmlformats.org/drawingml/2006/main">
              <a:ext uri="{FF2B5EF4-FFF2-40B4-BE49-F238E27FC236}">
                <a16:creationId xmlns:a16="http://schemas.microsoft.com/office/drawing/2014/main" id="{5CC0AA22-B075-43EB-852E-C8673F82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0025" y="342900"/>
            <a:ext cx="1181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31E48-2A47-46F6-BB3C-0233530616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6b48f113b44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342900"/>
            <a:ext cx="1190625" cy="885825"/>
          </a:xfrm>
          <a:prstGeom xmlns:a="http://schemas.openxmlformats.org/drawingml/2006/main" prst="rect">
            <a:avLst/>
          </a:prstGeom>
        </p:spPr>
      </p:pic>
      <p:sp>
        <p:nvSpPr>
          <p:cNvPr id="10" name="image4">
            <a:extLst xmlns:a="http://schemas.openxmlformats.org/drawingml/2006/main">
              <a:ext uri="{FF2B5EF4-FFF2-40B4-BE49-F238E27FC236}">
                <a16:creationId xmlns:a16="http://schemas.microsoft.com/office/drawing/2014/main" id="{2365344F-FBB1-4EBC-B8F7-31C28620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342900"/>
            <a:ext cx="1190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kinematic">
            <a:extLst xmlns:a="http://schemas.openxmlformats.org/drawingml/2006/main">
              <a:ext uri="{FF2B5EF4-FFF2-40B4-BE49-F238E27FC236}">
                <a16:creationId xmlns:a16="http://schemas.microsoft.com/office/drawing/2014/main" id="{744C7744-5998-4A47-A527-9C5EF6A3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8575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8585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85858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85858E"/>
                </a:solidFill>
                <a:latin typeface="Arial"/>
                <a:ea typeface="Arial"/>
                <a:cs typeface="Arial"/>
              </a:rPr>
              <a:t>Kinematic stream</a:t>
            </a:r>
          </a:p>
        </p:txBody>
      </p:sp>
      <p:sp>
        <p:nvSpPr>
          <p:cNvPr id="12" name="image-stream">
            <a:extLst xmlns:a="http://schemas.openxmlformats.org/drawingml/2006/main">
              <a:ext uri="{FF2B5EF4-FFF2-40B4-BE49-F238E27FC236}">
                <a16:creationId xmlns:a16="http://schemas.microsoft.com/office/drawing/2014/main" id="{AC284DF9-4171-480C-B36A-1DA9D52D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325" y="9525"/>
            <a:ext cx="1628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8585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85858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85858E"/>
                </a:solidFill>
                <a:latin typeface="Arial"/>
                <a:ea typeface="Arial"/>
                <a:cs typeface="Arial"/>
              </a:rPr>
              <a:t>Image stream</a:t>
            </a:r>
          </a:p>
        </p:txBody>
      </p:sp>
      <p:sp>
        <p:nvSpPr>
          <p:cNvPr id="13" name="transitions">
            <a:extLst xmlns:a="http://schemas.openxmlformats.org/drawingml/2006/main">
              <a:ext uri="{FF2B5EF4-FFF2-40B4-BE49-F238E27FC236}">
                <a16:creationId xmlns:a16="http://schemas.microsoft.com/office/drawing/2014/main" id="{C23ABDC2-7B26-4531-B895-F139E2B9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95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8585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85858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85858E"/>
                </a:solidFill>
                <a:latin typeface="Arial"/>
                <a:ea typeface="Arial"/>
                <a:cs typeface="Arial"/>
              </a:rPr>
              <a:t>Predicted Transitions</a:t>
            </a:r>
          </a:p>
        </p:txBody>
      </p:sp>
      <p:sp>
        <p:nvSpPr>
          <p:cNvPr id="14" name="kin1">
            <a:extLst xmlns:a="http://schemas.openxmlformats.org/drawingml/2006/main">
              <a:ext uri="{FF2B5EF4-FFF2-40B4-BE49-F238E27FC236}">
                <a16:creationId xmlns:a16="http://schemas.microsoft.com/office/drawing/2014/main" id="{E5795D38-50D3-4AF1-A1CA-E404DE98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90550"/>
            <a:ext cx="180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666A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66A7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5" name="kin2">
            <a:extLst xmlns:a="http://schemas.openxmlformats.org/drawingml/2006/main">
              <a:ext uri="{FF2B5EF4-FFF2-40B4-BE49-F238E27FC236}">
                <a16:creationId xmlns:a16="http://schemas.microsoft.com/office/drawing/2014/main" id="{4D9F98E6-7B5D-4038-9130-62BB7E29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590550"/>
            <a:ext cx="180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666A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66A7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6" name="imgs">
            <a:extLst xmlns:a="http://schemas.openxmlformats.org/drawingml/2006/main">
              <a:ext uri="{FF2B5EF4-FFF2-40B4-BE49-F238E27FC236}">
                <a16:creationId xmlns:a16="http://schemas.microsoft.com/office/drawing/2014/main" id="{C708DED2-70CF-4A94-9142-30DFDA12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590550"/>
            <a:ext cx="180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666A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66A7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7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7" name="kin-input">
            <a:extLst xmlns:a="http://schemas.openxmlformats.org/drawingml/2006/main">
              <a:ext uri="{FF2B5EF4-FFF2-40B4-BE49-F238E27FC236}">
                <a16:creationId xmlns:a16="http://schemas.microsoft.com/office/drawing/2014/main" id="{606A5EF2-A921-4D5E-8450-577F8AD4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1638300" y="1190625"/>
                </a:moveTo>
                <a:lnTo>
                  <a:pt x="1638300" y="14192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8" name="kin-inputhead">
            <a:extLst xmlns:a="http://schemas.openxmlformats.org/drawingml/2006/main">
              <a:ext uri="{FF2B5EF4-FFF2-40B4-BE49-F238E27FC236}">
                <a16:creationId xmlns:a16="http://schemas.microsoft.com/office/drawing/2014/main" id="{B7999F57-03DF-4D30-A631-65089529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1607511" y="1360085"/>
                </a:moveTo>
                <a:lnTo>
                  <a:pt x="1638300" y="1419225"/>
                </a:lnTo>
                <a:lnTo>
                  <a:pt x="1669089" y="136008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9" name="dct-container">
            <a:extLst xmlns:a="http://schemas.openxmlformats.org/drawingml/2006/main">
              <a:ext uri="{FF2B5EF4-FFF2-40B4-BE49-F238E27FC236}">
                <a16:creationId xmlns:a16="http://schemas.microsoft.com/office/drawing/2014/main" id="{8F08A315-2DBE-450D-971E-6D17DD35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" y="1466850"/>
            <a:ext cx="3152775" cy="1695450"/>
          </a:xfrm>
          <a:custGeom xmlns:a="http://schemas.openxmlformats.org/drawingml/2006/main">
            <a:pathLst>
              <a:path w="3152775" h="1695450">
                <a:moveTo>
                  <a:pt x="171450" y="0"/>
                </a:moveTo>
                <a:lnTo>
                  <a:pt x="2981325" y="0"/>
                </a:lnTo>
                <a:cubicBezTo>
                  <a:pt x="3076014" y="0"/>
                  <a:pt x="3152775" y="76761"/>
                  <a:pt x="3152775" y="171450"/>
                </a:cubicBezTo>
                <a:lnTo>
                  <a:pt x="3152775" y="1524000"/>
                </a:lnTo>
                <a:cubicBezTo>
                  <a:pt x="3152775" y="1618689"/>
                  <a:pt x="3076014" y="1695450"/>
                  <a:pt x="2981325" y="1695450"/>
                </a:cubicBezTo>
                <a:lnTo>
                  <a:pt x="171450" y="1695450"/>
                </a:lnTo>
                <a:cubicBezTo>
                  <a:pt x="76761" y="1695450"/>
                  <a:pt x="0" y="1618689"/>
                  <a:pt x="0" y="1524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0" name="dct-chart">
            <a:extLst xmlns:a="http://schemas.openxmlformats.org/drawingml/2006/main">
              <a:ext uri="{FF2B5EF4-FFF2-40B4-BE49-F238E27FC236}">
                <a16:creationId xmlns:a16="http://schemas.microsoft.com/office/drawing/2014/main" id="{F20003C8-0219-4493-A909-52549D2E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1543050"/>
            <a:ext cx="26193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6A6A6"/>
            </a:solidFill>
            <a:prstDash val="dash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dct-title">
            <a:extLst xmlns:a="http://schemas.openxmlformats.org/drawingml/2006/main">
              <a:ext uri="{FF2B5EF4-FFF2-40B4-BE49-F238E27FC236}">
                <a16:creationId xmlns:a16="http://schemas.microsoft.com/office/drawing/2014/main" id="{A18471AB-0603-4EF5-9CFB-130AF40C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543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5565D"/>
                </a:solidFill>
                <a:latin typeface="Arial"/>
                <a:ea typeface="Arial"/>
                <a:cs typeface="Arial"/>
              </a:rPr>
              <a:t>Discrete Cosine Transform</a:t>
            </a:r>
          </a:p>
        </p:txBody>
      </p:sp>
      <p:sp>
        <p:nvSpPr>
          <p:cNvPr id="22" name="dct-x">
            <a:extLst xmlns:a="http://schemas.openxmlformats.org/drawingml/2006/main">
              <a:ext uri="{FF2B5EF4-FFF2-40B4-BE49-F238E27FC236}">
                <a16:creationId xmlns:a16="http://schemas.microsoft.com/office/drawing/2014/main" id="{A59D482B-AB5F-4A94-BDED-E1629B3F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09575" y="2409825"/>
                </a:moveTo>
                <a:lnTo>
                  <a:pt x="2838450" y="24098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1656B"/>
            </a:solidFill>
            <a:prstDash val="solid"/>
          </a:ln>
        </p:spPr>
      </p:sp>
      <p:sp>
        <p:nvSpPr>
          <p:cNvPr id="23" name="dct-xhead">
            <a:extLst xmlns:a="http://schemas.openxmlformats.org/drawingml/2006/main">
              <a:ext uri="{FF2B5EF4-FFF2-40B4-BE49-F238E27FC236}">
                <a16:creationId xmlns:a16="http://schemas.microsoft.com/office/drawing/2014/main" id="{CA977DCF-5394-4BB6-B5BB-1477DCF9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2796207" y="2431817"/>
                </a:moveTo>
                <a:lnTo>
                  <a:pt x="2838450" y="2409825"/>
                </a:lnTo>
                <a:lnTo>
                  <a:pt x="2796207" y="238783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1656B"/>
            </a:solidFill>
            <a:prstDash val="solid"/>
          </a:ln>
        </p:spPr>
      </p:sp>
      <p:sp>
        <p:nvSpPr>
          <p:cNvPr id="24" name="dct-y">
            <a:extLst xmlns:a="http://schemas.openxmlformats.org/drawingml/2006/main">
              <a:ext uri="{FF2B5EF4-FFF2-40B4-BE49-F238E27FC236}">
                <a16:creationId xmlns:a16="http://schemas.microsoft.com/office/drawing/2014/main" id="{26D01DA2-1178-41E2-8360-5C29771C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09575" y="2409825"/>
                </a:moveTo>
                <a:lnTo>
                  <a:pt x="409575" y="1695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1656B"/>
            </a:solidFill>
            <a:prstDash val="solid"/>
          </a:ln>
        </p:spPr>
      </p:sp>
      <p:sp>
        <p:nvSpPr>
          <p:cNvPr id="25" name="dct-yhead">
            <a:extLst xmlns:a="http://schemas.openxmlformats.org/drawingml/2006/main">
              <a:ext uri="{FF2B5EF4-FFF2-40B4-BE49-F238E27FC236}">
                <a16:creationId xmlns:a16="http://schemas.microsoft.com/office/drawing/2014/main" id="{EDF501BA-DBD0-4D35-9A15-AC543C8E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31567" y="1737693"/>
                </a:moveTo>
                <a:lnTo>
                  <a:pt x="409575" y="1695450"/>
                </a:lnTo>
                <a:lnTo>
                  <a:pt x="387583" y="173769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1656B"/>
            </a:solidFill>
            <a:prstDash val="solid"/>
          </a:ln>
        </p:spPr>
      </p:sp>
      <p:sp>
        <p:nvSpPr>
          <p:cNvPr id="26" name="bar0">
            <a:extLst xmlns:a="http://schemas.openxmlformats.org/drawingml/2006/main">
              <a:ext uri="{FF2B5EF4-FFF2-40B4-BE49-F238E27FC236}">
                <a16:creationId xmlns:a16="http://schemas.microsoft.com/office/drawing/2014/main" id="{6A4A0BA1-C702-4EDC-B3BB-BAD4B7A9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28825"/>
            <a:ext cx="1047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E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bar1">
            <a:extLst xmlns:a="http://schemas.openxmlformats.org/drawingml/2006/main">
              <a:ext uri="{FF2B5EF4-FFF2-40B4-BE49-F238E27FC236}">
                <a16:creationId xmlns:a16="http://schemas.microsoft.com/office/drawing/2014/main" id="{1B9B692F-3651-484F-8C30-474C4C77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057400"/>
            <a:ext cx="1047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C4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bar2">
            <a:extLst xmlns:a="http://schemas.openxmlformats.org/drawingml/2006/main">
              <a:ext uri="{FF2B5EF4-FFF2-40B4-BE49-F238E27FC236}">
                <a16:creationId xmlns:a16="http://schemas.microsoft.com/office/drawing/2014/main" id="{122EE3F1-8AA0-4A7A-A436-6DBB7690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1943100"/>
            <a:ext cx="104775" cy="409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98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bar3">
            <a:extLst xmlns:a="http://schemas.openxmlformats.org/drawingml/2006/main">
              <a:ext uri="{FF2B5EF4-FFF2-40B4-BE49-F238E27FC236}">
                <a16:creationId xmlns:a16="http://schemas.microsoft.com/office/drawing/2014/main" id="{FD1D4DEB-B11A-419C-B8C4-7F54E6EF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1762125"/>
            <a:ext cx="10477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E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bar4">
            <a:extLst xmlns:a="http://schemas.openxmlformats.org/drawingml/2006/main">
              <a:ext uri="{FF2B5EF4-FFF2-40B4-BE49-F238E27FC236}">
                <a16:creationId xmlns:a16="http://schemas.microsoft.com/office/drawing/2014/main" id="{D040A739-2491-4CB9-9BF9-102C80D5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2028825"/>
            <a:ext cx="1047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C4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bar5">
            <a:extLst xmlns:a="http://schemas.openxmlformats.org/drawingml/2006/main">
              <a:ext uri="{FF2B5EF4-FFF2-40B4-BE49-F238E27FC236}">
                <a16:creationId xmlns:a16="http://schemas.microsoft.com/office/drawing/2014/main" id="{6E381550-A728-4530-B3C5-4B2BF2FC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25" y="2162175"/>
            <a:ext cx="10477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98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bar6">
            <a:extLst xmlns:a="http://schemas.openxmlformats.org/drawingml/2006/main">
              <a:ext uri="{FF2B5EF4-FFF2-40B4-BE49-F238E27FC236}">
                <a16:creationId xmlns:a16="http://schemas.microsoft.com/office/drawing/2014/main" id="{7FA8F8BC-D882-4CD0-821A-3ECC12EF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2047875"/>
            <a:ext cx="1047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E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bar7">
            <a:extLst xmlns:a="http://schemas.openxmlformats.org/drawingml/2006/main">
              <a:ext uri="{FF2B5EF4-FFF2-40B4-BE49-F238E27FC236}">
                <a16:creationId xmlns:a16="http://schemas.microsoft.com/office/drawing/2014/main" id="{99AEFE29-64A7-4EB8-804D-474338B0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1952625"/>
            <a:ext cx="10477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C4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bar8">
            <a:extLst xmlns:a="http://schemas.openxmlformats.org/drawingml/2006/main">
              <a:ext uri="{FF2B5EF4-FFF2-40B4-BE49-F238E27FC236}">
                <a16:creationId xmlns:a16="http://schemas.microsoft.com/office/drawing/2014/main" id="{EDD7D786-7CB4-4600-9FEE-26BA4DEE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2038350"/>
            <a:ext cx="104775" cy="314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98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bar9">
            <a:extLst xmlns:a="http://schemas.openxmlformats.org/drawingml/2006/main">
              <a:ext uri="{FF2B5EF4-FFF2-40B4-BE49-F238E27FC236}">
                <a16:creationId xmlns:a16="http://schemas.microsoft.com/office/drawing/2014/main" id="{4BA03ED1-87E1-4043-9C04-763F2E49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2057400"/>
            <a:ext cx="1047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CE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bar10">
            <a:extLst xmlns:a="http://schemas.openxmlformats.org/drawingml/2006/main">
              <a:ext uri="{FF2B5EF4-FFF2-40B4-BE49-F238E27FC236}">
                <a16:creationId xmlns:a16="http://schemas.microsoft.com/office/drawing/2014/main" id="{D240B188-D3C2-4A64-99C3-3623CE94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2114550"/>
            <a:ext cx="1047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C4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bar11">
            <a:extLst xmlns:a="http://schemas.openxmlformats.org/drawingml/2006/main">
              <a:ext uri="{FF2B5EF4-FFF2-40B4-BE49-F238E27FC236}">
                <a16:creationId xmlns:a16="http://schemas.microsoft.com/office/drawing/2014/main" id="{F4F6D885-1AE9-486D-8E42-F8DA425C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1762125"/>
            <a:ext cx="10477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98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wave-box0">
            <a:extLst xmlns:a="http://schemas.openxmlformats.org/drawingml/2006/main">
              <a:ext uri="{FF2B5EF4-FFF2-40B4-BE49-F238E27FC236}">
                <a16:creationId xmlns:a16="http://schemas.microsoft.com/office/drawing/2014/main" id="{581DBCC2-620D-4335-AB15-79731BDC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466975"/>
            <a:ext cx="523875" cy="295275"/>
          </a:xfrm>
          <a:custGeom xmlns:a="http://schemas.openxmlformats.org/drawingml/2006/main">
            <a:pathLst>
              <a:path w="523875" h="295275">
                <a:moveTo>
                  <a:pt x="114300" y="0"/>
                </a:moveTo>
                <a:lnTo>
                  <a:pt x="409575" y="0"/>
                </a:lnTo>
                <a:cubicBezTo>
                  <a:pt x="472701" y="0"/>
                  <a:pt x="523875" y="51174"/>
                  <a:pt x="523875" y="114300"/>
                </a:cubicBezTo>
                <a:lnTo>
                  <a:pt x="523875" y="180975"/>
                </a:lnTo>
                <a:cubicBezTo>
                  <a:pt x="523875" y="244101"/>
                  <a:pt x="472701" y="295275"/>
                  <a:pt x="409575" y="295275"/>
                </a:cubicBezTo>
                <a:lnTo>
                  <a:pt x="114300" y="295275"/>
                </a:lnTo>
                <a:cubicBezTo>
                  <a:pt x="51174" y="295275"/>
                  <a:pt x="0" y="244101"/>
                  <a:pt x="0" y="180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9" name="wave0">
            <a:extLst xmlns:a="http://schemas.openxmlformats.org/drawingml/2006/main">
              <a:ext uri="{FF2B5EF4-FFF2-40B4-BE49-F238E27FC236}">
                <a16:creationId xmlns:a16="http://schemas.microsoft.com/office/drawing/2014/main" id="{A2AC542E-41E7-476B-8FA0-433FBF40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23875" y="2609850"/>
                </a:moveTo>
                <a:lnTo>
                  <a:pt x="529471" y="2615829"/>
                </a:lnTo>
                <a:lnTo>
                  <a:pt x="535067" y="2621770"/>
                </a:lnTo>
                <a:lnTo>
                  <a:pt x="540663" y="2627639"/>
                </a:lnTo>
                <a:lnTo>
                  <a:pt x="546259" y="2633397"/>
                </a:lnTo>
                <a:lnTo>
                  <a:pt x="551855" y="2639010"/>
                </a:lnTo>
                <a:lnTo>
                  <a:pt x="557451" y="2644444"/>
                </a:lnTo>
                <a:lnTo>
                  <a:pt x="563047" y="2649664"/>
                </a:lnTo>
                <a:lnTo>
                  <a:pt x="568643" y="2654639"/>
                </a:lnTo>
                <a:lnTo>
                  <a:pt x="574238" y="2659338"/>
                </a:lnTo>
                <a:lnTo>
                  <a:pt x="579834" y="2663732"/>
                </a:lnTo>
                <a:lnTo>
                  <a:pt x="585430" y="2667793"/>
                </a:lnTo>
                <a:lnTo>
                  <a:pt x="591026" y="2671497"/>
                </a:lnTo>
                <a:lnTo>
                  <a:pt x="596622" y="2674821"/>
                </a:lnTo>
                <a:lnTo>
                  <a:pt x="602218" y="2677745"/>
                </a:lnTo>
                <a:lnTo>
                  <a:pt x="607814" y="2680250"/>
                </a:lnTo>
                <a:lnTo>
                  <a:pt x="613410" y="2682321"/>
                </a:lnTo>
                <a:lnTo>
                  <a:pt x="619006" y="2683945"/>
                </a:lnTo>
                <a:lnTo>
                  <a:pt x="624602" y="2685112"/>
                </a:lnTo>
                <a:lnTo>
                  <a:pt x="630198" y="2685815"/>
                </a:lnTo>
                <a:lnTo>
                  <a:pt x="635794" y="2686050"/>
                </a:lnTo>
                <a:lnTo>
                  <a:pt x="641390" y="2685815"/>
                </a:lnTo>
                <a:lnTo>
                  <a:pt x="646986" y="2685112"/>
                </a:lnTo>
                <a:lnTo>
                  <a:pt x="652582" y="2683945"/>
                </a:lnTo>
                <a:lnTo>
                  <a:pt x="658178" y="2682321"/>
                </a:lnTo>
                <a:lnTo>
                  <a:pt x="663773" y="2680250"/>
                </a:lnTo>
                <a:lnTo>
                  <a:pt x="669369" y="2677745"/>
                </a:lnTo>
                <a:lnTo>
                  <a:pt x="674965" y="2674821"/>
                </a:lnTo>
                <a:lnTo>
                  <a:pt x="680561" y="2671497"/>
                </a:lnTo>
                <a:lnTo>
                  <a:pt x="686157" y="2667793"/>
                </a:lnTo>
                <a:lnTo>
                  <a:pt x="691753" y="2663732"/>
                </a:lnTo>
                <a:lnTo>
                  <a:pt x="697349" y="2659338"/>
                </a:lnTo>
                <a:lnTo>
                  <a:pt x="702945" y="2654639"/>
                </a:lnTo>
                <a:lnTo>
                  <a:pt x="708541" y="2649664"/>
                </a:lnTo>
                <a:lnTo>
                  <a:pt x="714137" y="2644444"/>
                </a:lnTo>
                <a:lnTo>
                  <a:pt x="719733" y="2639010"/>
                </a:lnTo>
                <a:lnTo>
                  <a:pt x="725329" y="2633397"/>
                </a:lnTo>
                <a:lnTo>
                  <a:pt x="730925" y="2627639"/>
                </a:lnTo>
                <a:lnTo>
                  <a:pt x="736521" y="2621770"/>
                </a:lnTo>
                <a:lnTo>
                  <a:pt x="742117" y="2615829"/>
                </a:lnTo>
                <a:lnTo>
                  <a:pt x="747713" y="2609850"/>
                </a:lnTo>
                <a:lnTo>
                  <a:pt x="753308" y="2603871"/>
                </a:lnTo>
                <a:lnTo>
                  <a:pt x="758904" y="2597930"/>
                </a:lnTo>
                <a:lnTo>
                  <a:pt x="764500" y="2592061"/>
                </a:lnTo>
                <a:lnTo>
                  <a:pt x="770096" y="2586303"/>
                </a:lnTo>
                <a:lnTo>
                  <a:pt x="775692" y="2580690"/>
                </a:lnTo>
                <a:lnTo>
                  <a:pt x="781288" y="2575256"/>
                </a:lnTo>
                <a:lnTo>
                  <a:pt x="786884" y="2570036"/>
                </a:lnTo>
                <a:lnTo>
                  <a:pt x="792480" y="2565061"/>
                </a:lnTo>
                <a:lnTo>
                  <a:pt x="798076" y="2560362"/>
                </a:lnTo>
                <a:lnTo>
                  <a:pt x="803672" y="2555968"/>
                </a:lnTo>
                <a:lnTo>
                  <a:pt x="809268" y="2551907"/>
                </a:lnTo>
                <a:lnTo>
                  <a:pt x="814864" y="2548203"/>
                </a:lnTo>
                <a:lnTo>
                  <a:pt x="820460" y="2544879"/>
                </a:lnTo>
                <a:lnTo>
                  <a:pt x="826056" y="2541955"/>
                </a:lnTo>
                <a:lnTo>
                  <a:pt x="831652" y="2539450"/>
                </a:lnTo>
                <a:lnTo>
                  <a:pt x="837248" y="2537379"/>
                </a:lnTo>
                <a:lnTo>
                  <a:pt x="842843" y="2535755"/>
                </a:lnTo>
                <a:lnTo>
                  <a:pt x="848439" y="2534588"/>
                </a:lnTo>
                <a:lnTo>
                  <a:pt x="854035" y="2533885"/>
                </a:lnTo>
                <a:lnTo>
                  <a:pt x="859631" y="2533650"/>
                </a:lnTo>
                <a:lnTo>
                  <a:pt x="865227" y="2533885"/>
                </a:lnTo>
                <a:lnTo>
                  <a:pt x="870823" y="2534588"/>
                </a:lnTo>
                <a:lnTo>
                  <a:pt x="876419" y="2535755"/>
                </a:lnTo>
                <a:lnTo>
                  <a:pt x="882015" y="2537379"/>
                </a:lnTo>
                <a:lnTo>
                  <a:pt x="887611" y="2539450"/>
                </a:lnTo>
                <a:lnTo>
                  <a:pt x="893207" y="2541955"/>
                </a:lnTo>
                <a:lnTo>
                  <a:pt x="898803" y="2544879"/>
                </a:lnTo>
                <a:lnTo>
                  <a:pt x="904399" y="2548203"/>
                </a:lnTo>
                <a:lnTo>
                  <a:pt x="909995" y="2551907"/>
                </a:lnTo>
                <a:lnTo>
                  <a:pt x="915591" y="2555968"/>
                </a:lnTo>
                <a:lnTo>
                  <a:pt x="921187" y="2560362"/>
                </a:lnTo>
                <a:lnTo>
                  <a:pt x="926783" y="2565061"/>
                </a:lnTo>
                <a:lnTo>
                  <a:pt x="932378" y="2570036"/>
                </a:lnTo>
                <a:lnTo>
                  <a:pt x="937974" y="2575256"/>
                </a:lnTo>
                <a:lnTo>
                  <a:pt x="943570" y="2580690"/>
                </a:lnTo>
                <a:lnTo>
                  <a:pt x="949166" y="2586303"/>
                </a:lnTo>
                <a:lnTo>
                  <a:pt x="954762" y="2592061"/>
                </a:lnTo>
                <a:lnTo>
                  <a:pt x="960358" y="2597930"/>
                </a:lnTo>
                <a:lnTo>
                  <a:pt x="965954" y="2603871"/>
                </a:lnTo>
                <a:lnTo>
                  <a:pt x="971550" y="26098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DBD68"/>
            </a:solidFill>
            <a:prstDash val="solid"/>
          </a:ln>
        </p:spPr>
      </p:sp>
      <p:sp>
        <p:nvSpPr>
          <p:cNvPr id="40" name="wave-box1">
            <a:extLst xmlns:a="http://schemas.openxmlformats.org/drawingml/2006/main">
              <a:ext uri="{FF2B5EF4-FFF2-40B4-BE49-F238E27FC236}">
                <a16:creationId xmlns:a16="http://schemas.microsoft.com/office/drawing/2014/main" id="{1BE841D5-4A35-4AA6-B0D8-6CE8B16C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2466975"/>
            <a:ext cx="523875" cy="295275"/>
          </a:xfrm>
          <a:custGeom xmlns:a="http://schemas.openxmlformats.org/drawingml/2006/main">
            <a:pathLst>
              <a:path w="523875" h="295275">
                <a:moveTo>
                  <a:pt x="114300" y="0"/>
                </a:moveTo>
                <a:lnTo>
                  <a:pt x="409575" y="0"/>
                </a:lnTo>
                <a:cubicBezTo>
                  <a:pt x="472701" y="0"/>
                  <a:pt x="523875" y="51174"/>
                  <a:pt x="523875" y="114300"/>
                </a:cubicBezTo>
                <a:lnTo>
                  <a:pt x="523875" y="180975"/>
                </a:lnTo>
                <a:cubicBezTo>
                  <a:pt x="523875" y="244101"/>
                  <a:pt x="472701" y="295275"/>
                  <a:pt x="409575" y="295275"/>
                </a:cubicBezTo>
                <a:lnTo>
                  <a:pt x="114300" y="295275"/>
                </a:lnTo>
                <a:cubicBezTo>
                  <a:pt x="51174" y="295275"/>
                  <a:pt x="0" y="244101"/>
                  <a:pt x="0" y="180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41" name="wave1">
            <a:extLst xmlns:a="http://schemas.openxmlformats.org/drawingml/2006/main">
              <a:ext uri="{FF2B5EF4-FFF2-40B4-BE49-F238E27FC236}">
                <a16:creationId xmlns:a16="http://schemas.microsoft.com/office/drawing/2014/main" id="{6F7C4017-49C6-405B-A594-B688C66D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1123950" y="2609850"/>
                </a:moveTo>
                <a:lnTo>
                  <a:pt x="1129546" y="2621770"/>
                </a:lnTo>
                <a:lnTo>
                  <a:pt x="1135142" y="2633397"/>
                </a:lnTo>
                <a:lnTo>
                  <a:pt x="1140738" y="2644444"/>
                </a:lnTo>
                <a:lnTo>
                  <a:pt x="1146334" y="2654639"/>
                </a:lnTo>
                <a:lnTo>
                  <a:pt x="1151930" y="2663732"/>
                </a:lnTo>
                <a:lnTo>
                  <a:pt x="1157526" y="2671497"/>
                </a:lnTo>
                <a:lnTo>
                  <a:pt x="1163122" y="2677745"/>
                </a:lnTo>
                <a:lnTo>
                  <a:pt x="1168718" y="2682321"/>
                </a:lnTo>
                <a:lnTo>
                  <a:pt x="1174313" y="2685112"/>
                </a:lnTo>
                <a:lnTo>
                  <a:pt x="1179909" y="2686050"/>
                </a:lnTo>
                <a:lnTo>
                  <a:pt x="1185505" y="2685112"/>
                </a:lnTo>
                <a:lnTo>
                  <a:pt x="1191101" y="2682321"/>
                </a:lnTo>
                <a:lnTo>
                  <a:pt x="1196697" y="2677745"/>
                </a:lnTo>
                <a:lnTo>
                  <a:pt x="1202293" y="2671497"/>
                </a:lnTo>
                <a:lnTo>
                  <a:pt x="1207889" y="2663732"/>
                </a:lnTo>
                <a:lnTo>
                  <a:pt x="1213485" y="2654639"/>
                </a:lnTo>
                <a:lnTo>
                  <a:pt x="1219081" y="2644444"/>
                </a:lnTo>
                <a:lnTo>
                  <a:pt x="1224677" y="2633397"/>
                </a:lnTo>
                <a:lnTo>
                  <a:pt x="1230273" y="2621770"/>
                </a:lnTo>
                <a:lnTo>
                  <a:pt x="1235869" y="2609850"/>
                </a:lnTo>
                <a:lnTo>
                  <a:pt x="1241465" y="2597930"/>
                </a:lnTo>
                <a:lnTo>
                  <a:pt x="1247061" y="2586303"/>
                </a:lnTo>
                <a:lnTo>
                  <a:pt x="1252657" y="2575256"/>
                </a:lnTo>
                <a:lnTo>
                  <a:pt x="1258253" y="2565061"/>
                </a:lnTo>
                <a:lnTo>
                  <a:pt x="1263848" y="2555968"/>
                </a:lnTo>
                <a:lnTo>
                  <a:pt x="1269444" y="2548203"/>
                </a:lnTo>
                <a:lnTo>
                  <a:pt x="1275040" y="2541955"/>
                </a:lnTo>
                <a:lnTo>
                  <a:pt x="1280636" y="2537379"/>
                </a:lnTo>
                <a:lnTo>
                  <a:pt x="1286232" y="2534588"/>
                </a:lnTo>
                <a:lnTo>
                  <a:pt x="1291828" y="2533650"/>
                </a:lnTo>
                <a:lnTo>
                  <a:pt x="1297424" y="2534588"/>
                </a:lnTo>
                <a:lnTo>
                  <a:pt x="1303020" y="2537379"/>
                </a:lnTo>
                <a:lnTo>
                  <a:pt x="1308616" y="2541955"/>
                </a:lnTo>
                <a:lnTo>
                  <a:pt x="1314212" y="2548203"/>
                </a:lnTo>
                <a:lnTo>
                  <a:pt x="1319808" y="2555968"/>
                </a:lnTo>
                <a:lnTo>
                  <a:pt x="1325404" y="2565061"/>
                </a:lnTo>
                <a:lnTo>
                  <a:pt x="1331000" y="2575256"/>
                </a:lnTo>
                <a:lnTo>
                  <a:pt x="1336596" y="2586303"/>
                </a:lnTo>
                <a:lnTo>
                  <a:pt x="1342192" y="2597930"/>
                </a:lnTo>
                <a:lnTo>
                  <a:pt x="1347788" y="2609850"/>
                </a:lnTo>
                <a:lnTo>
                  <a:pt x="1353383" y="2621770"/>
                </a:lnTo>
                <a:lnTo>
                  <a:pt x="1358979" y="2633397"/>
                </a:lnTo>
                <a:lnTo>
                  <a:pt x="1364575" y="2644444"/>
                </a:lnTo>
                <a:lnTo>
                  <a:pt x="1370171" y="2654639"/>
                </a:lnTo>
                <a:lnTo>
                  <a:pt x="1375767" y="2663732"/>
                </a:lnTo>
                <a:lnTo>
                  <a:pt x="1381363" y="2671497"/>
                </a:lnTo>
                <a:lnTo>
                  <a:pt x="1386959" y="2677745"/>
                </a:lnTo>
                <a:lnTo>
                  <a:pt x="1392555" y="2682321"/>
                </a:lnTo>
                <a:lnTo>
                  <a:pt x="1398151" y="2685112"/>
                </a:lnTo>
                <a:lnTo>
                  <a:pt x="1403747" y="2686050"/>
                </a:lnTo>
                <a:lnTo>
                  <a:pt x="1409343" y="2685112"/>
                </a:lnTo>
                <a:lnTo>
                  <a:pt x="1414939" y="2682321"/>
                </a:lnTo>
                <a:lnTo>
                  <a:pt x="1420535" y="2677745"/>
                </a:lnTo>
                <a:lnTo>
                  <a:pt x="1426131" y="2671497"/>
                </a:lnTo>
                <a:lnTo>
                  <a:pt x="1431727" y="2663732"/>
                </a:lnTo>
                <a:lnTo>
                  <a:pt x="1437323" y="2654639"/>
                </a:lnTo>
                <a:lnTo>
                  <a:pt x="1442918" y="2644444"/>
                </a:lnTo>
                <a:lnTo>
                  <a:pt x="1448514" y="2633397"/>
                </a:lnTo>
                <a:lnTo>
                  <a:pt x="1454110" y="2621770"/>
                </a:lnTo>
                <a:lnTo>
                  <a:pt x="1459706" y="2609850"/>
                </a:lnTo>
                <a:lnTo>
                  <a:pt x="1465302" y="2597930"/>
                </a:lnTo>
                <a:lnTo>
                  <a:pt x="1470898" y="2586303"/>
                </a:lnTo>
                <a:lnTo>
                  <a:pt x="1476494" y="2575256"/>
                </a:lnTo>
                <a:lnTo>
                  <a:pt x="1482090" y="2565061"/>
                </a:lnTo>
                <a:lnTo>
                  <a:pt x="1487686" y="2555968"/>
                </a:lnTo>
                <a:lnTo>
                  <a:pt x="1493282" y="2548203"/>
                </a:lnTo>
                <a:lnTo>
                  <a:pt x="1498878" y="2541955"/>
                </a:lnTo>
                <a:lnTo>
                  <a:pt x="1504474" y="2537379"/>
                </a:lnTo>
                <a:lnTo>
                  <a:pt x="1510070" y="2534588"/>
                </a:lnTo>
                <a:lnTo>
                  <a:pt x="1515666" y="2533650"/>
                </a:lnTo>
                <a:lnTo>
                  <a:pt x="1521262" y="2534588"/>
                </a:lnTo>
                <a:lnTo>
                  <a:pt x="1526858" y="2537379"/>
                </a:lnTo>
                <a:lnTo>
                  <a:pt x="1532453" y="2541955"/>
                </a:lnTo>
                <a:lnTo>
                  <a:pt x="1538049" y="2548203"/>
                </a:lnTo>
                <a:lnTo>
                  <a:pt x="1543645" y="2555968"/>
                </a:lnTo>
                <a:lnTo>
                  <a:pt x="1549241" y="2565061"/>
                </a:lnTo>
                <a:lnTo>
                  <a:pt x="1554837" y="2575256"/>
                </a:lnTo>
                <a:lnTo>
                  <a:pt x="1560433" y="2586303"/>
                </a:lnTo>
                <a:lnTo>
                  <a:pt x="1566029" y="2597930"/>
                </a:lnTo>
                <a:lnTo>
                  <a:pt x="1571625" y="26098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DBD68"/>
            </a:solidFill>
            <a:prstDash val="solid"/>
          </a:ln>
        </p:spPr>
      </p:sp>
      <p:sp>
        <p:nvSpPr>
          <p:cNvPr id="42" name="wave-box2">
            <a:extLst xmlns:a="http://schemas.openxmlformats.org/drawingml/2006/main">
              <a:ext uri="{FF2B5EF4-FFF2-40B4-BE49-F238E27FC236}">
                <a16:creationId xmlns:a16="http://schemas.microsoft.com/office/drawing/2014/main" id="{4CEB6061-FB6D-4F3F-B1C0-55813ABA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" y="2466975"/>
            <a:ext cx="523875" cy="295275"/>
          </a:xfrm>
          <a:custGeom xmlns:a="http://schemas.openxmlformats.org/drawingml/2006/main">
            <a:pathLst>
              <a:path w="523875" h="295275">
                <a:moveTo>
                  <a:pt x="114300" y="0"/>
                </a:moveTo>
                <a:lnTo>
                  <a:pt x="409575" y="0"/>
                </a:lnTo>
                <a:cubicBezTo>
                  <a:pt x="472701" y="0"/>
                  <a:pt x="523875" y="51174"/>
                  <a:pt x="523875" y="114300"/>
                </a:cubicBezTo>
                <a:lnTo>
                  <a:pt x="523875" y="180975"/>
                </a:lnTo>
                <a:cubicBezTo>
                  <a:pt x="523875" y="244101"/>
                  <a:pt x="472701" y="295275"/>
                  <a:pt x="409575" y="295275"/>
                </a:cubicBezTo>
                <a:lnTo>
                  <a:pt x="114300" y="295275"/>
                </a:lnTo>
                <a:cubicBezTo>
                  <a:pt x="51174" y="295275"/>
                  <a:pt x="0" y="244101"/>
                  <a:pt x="0" y="180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43" name="wave2">
            <a:extLst xmlns:a="http://schemas.openxmlformats.org/drawingml/2006/main">
              <a:ext uri="{FF2B5EF4-FFF2-40B4-BE49-F238E27FC236}">
                <a16:creationId xmlns:a16="http://schemas.microsoft.com/office/drawing/2014/main" id="{C3ACCB1A-CE7B-43A8-87B2-7C958847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1724025" y="2609850"/>
                </a:moveTo>
                <a:lnTo>
                  <a:pt x="1729621" y="2627639"/>
                </a:lnTo>
                <a:lnTo>
                  <a:pt x="1735217" y="2644444"/>
                </a:lnTo>
                <a:lnTo>
                  <a:pt x="1740813" y="2659338"/>
                </a:lnTo>
                <a:lnTo>
                  <a:pt x="1746409" y="2671497"/>
                </a:lnTo>
                <a:lnTo>
                  <a:pt x="1752005" y="2680250"/>
                </a:lnTo>
                <a:lnTo>
                  <a:pt x="1757601" y="2685112"/>
                </a:lnTo>
                <a:lnTo>
                  <a:pt x="1763197" y="2685815"/>
                </a:lnTo>
                <a:lnTo>
                  <a:pt x="1768793" y="2682321"/>
                </a:lnTo>
                <a:lnTo>
                  <a:pt x="1774388" y="2674821"/>
                </a:lnTo>
                <a:lnTo>
                  <a:pt x="1779984" y="2663732"/>
                </a:lnTo>
                <a:lnTo>
                  <a:pt x="1785580" y="2649664"/>
                </a:lnTo>
                <a:lnTo>
                  <a:pt x="1791176" y="2633397"/>
                </a:lnTo>
                <a:lnTo>
                  <a:pt x="1796772" y="2615829"/>
                </a:lnTo>
                <a:lnTo>
                  <a:pt x="1802368" y="2597930"/>
                </a:lnTo>
                <a:lnTo>
                  <a:pt x="1807964" y="2580690"/>
                </a:lnTo>
                <a:lnTo>
                  <a:pt x="1813560" y="2565061"/>
                </a:lnTo>
                <a:lnTo>
                  <a:pt x="1819156" y="2551907"/>
                </a:lnTo>
                <a:lnTo>
                  <a:pt x="1824752" y="2541955"/>
                </a:lnTo>
                <a:lnTo>
                  <a:pt x="1830348" y="2535755"/>
                </a:lnTo>
                <a:lnTo>
                  <a:pt x="1835944" y="2533650"/>
                </a:lnTo>
                <a:lnTo>
                  <a:pt x="1841540" y="2535755"/>
                </a:lnTo>
                <a:lnTo>
                  <a:pt x="1847136" y="2541955"/>
                </a:lnTo>
                <a:lnTo>
                  <a:pt x="1852732" y="2551907"/>
                </a:lnTo>
                <a:lnTo>
                  <a:pt x="1858328" y="2565061"/>
                </a:lnTo>
                <a:lnTo>
                  <a:pt x="1863923" y="2580690"/>
                </a:lnTo>
                <a:lnTo>
                  <a:pt x="1869519" y="2597930"/>
                </a:lnTo>
                <a:lnTo>
                  <a:pt x="1875115" y="2615829"/>
                </a:lnTo>
                <a:lnTo>
                  <a:pt x="1880711" y="2633397"/>
                </a:lnTo>
                <a:lnTo>
                  <a:pt x="1886307" y="2649664"/>
                </a:lnTo>
                <a:lnTo>
                  <a:pt x="1891903" y="2663732"/>
                </a:lnTo>
                <a:lnTo>
                  <a:pt x="1897499" y="2674821"/>
                </a:lnTo>
                <a:lnTo>
                  <a:pt x="1903095" y="2682321"/>
                </a:lnTo>
                <a:lnTo>
                  <a:pt x="1908691" y="2685815"/>
                </a:lnTo>
                <a:lnTo>
                  <a:pt x="1914287" y="2685112"/>
                </a:lnTo>
                <a:lnTo>
                  <a:pt x="1919883" y="2680250"/>
                </a:lnTo>
                <a:lnTo>
                  <a:pt x="1925479" y="2671497"/>
                </a:lnTo>
                <a:lnTo>
                  <a:pt x="1931075" y="2659338"/>
                </a:lnTo>
                <a:lnTo>
                  <a:pt x="1936671" y="2644444"/>
                </a:lnTo>
                <a:lnTo>
                  <a:pt x="1942267" y="2627639"/>
                </a:lnTo>
                <a:lnTo>
                  <a:pt x="1947863" y="2609850"/>
                </a:lnTo>
                <a:lnTo>
                  <a:pt x="1953458" y="2592061"/>
                </a:lnTo>
                <a:lnTo>
                  <a:pt x="1959054" y="2575256"/>
                </a:lnTo>
                <a:lnTo>
                  <a:pt x="1964650" y="2560362"/>
                </a:lnTo>
                <a:lnTo>
                  <a:pt x="1970246" y="2548203"/>
                </a:lnTo>
                <a:lnTo>
                  <a:pt x="1975842" y="2539450"/>
                </a:lnTo>
                <a:lnTo>
                  <a:pt x="1981438" y="2534588"/>
                </a:lnTo>
                <a:lnTo>
                  <a:pt x="1987034" y="2533885"/>
                </a:lnTo>
                <a:lnTo>
                  <a:pt x="1992630" y="2537379"/>
                </a:lnTo>
                <a:lnTo>
                  <a:pt x="1998226" y="2544879"/>
                </a:lnTo>
                <a:lnTo>
                  <a:pt x="2003822" y="2555968"/>
                </a:lnTo>
                <a:lnTo>
                  <a:pt x="2009418" y="2570036"/>
                </a:lnTo>
                <a:lnTo>
                  <a:pt x="2015014" y="2586303"/>
                </a:lnTo>
                <a:lnTo>
                  <a:pt x="2020610" y="2603871"/>
                </a:lnTo>
                <a:lnTo>
                  <a:pt x="2026206" y="2621770"/>
                </a:lnTo>
                <a:lnTo>
                  <a:pt x="2031802" y="2639010"/>
                </a:lnTo>
                <a:lnTo>
                  <a:pt x="2037398" y="2654639"/>
                </a:lnTo>
                <a:lnTo>
                  <a:pt x="2042993" y="2667793"/>
                </a:lnTo>
                <a:lnTo>
                  <a:pt x="2048589" y="2677745"/>
                </a:lnTo>
                <a:lnTo>
                  <a:pt x="2054185" y="2683945"/>
                </a:lnTo>
                <a:lnTo>
                  <a:pt x="2059781" y="2686050"/>
                </a:lnTo>
                <a:lnTo>
                  <a:pt x="2065377" y="2683945"/>
                </a:lnTo>
                <a:lnTo>
                  <a:pt x="2070973" y="2677745"/>
                </a:lnTo>
                <a:lnTo>
                  <a:pt x="2076569" y="2667793"/>
                </a:lnTo>
                <a:lnTo>
                  <a:pt x="2082165" y="2654639"/>
                </a:lnTo>
                <a:lnTo>
                  <a:pt x="2087761" y="2639010"/>
                </a:lnTo>
                <a:lnTo>
                  <a:pt x="2093357" y="2621770"/>
                </a:lnTo>
                <a:lnTo>
                  <a:pt x="2098953" y="2603871"/>
                </a:lnTo>
                <a:lnTo>
                  <a:pt x="2104549" y="2586303"/>
                </a:lnTo>
                <a:lnTo>
                  <a:pt x="2110145" y="2570036"/>
                </a:lnTo>
                <a:lnTo>
                  <a:pt x="2115741" y="2555968"/>
                </a:lnTo>
                <a:lnTo>
                  <a:pt x="2121337" y="2544879"/>
                </a:lnTo>
                <a:lnTo>
                  <a:pt x="2126933" y="2537379"/>
                </a:lnTo>
                <a:lnTo>
                  <a:pt x="2132528" y="2533885"/>
                </a:lnTo>
                <a:lnTo>
                  <a:pt x="2138124" y="2534588"/>
                </a:lnTo>
                <a:lnTo>
                  <a:pt x="2143720" y="2539450"/>
                </a:lnTo>
                <a:lnTo>
                  <a:pt x="2149316" y="2548203"/>
                </a:lnTo>
                <a:lnTo>
                  <a:pt x="2154912" y="2560362"/>
                </a:lnTo>
                <a:lnTo>
                  <a:pt x="2160508" y="2575256"/>
                </a:lnTo>
                <a:lnTo>
                  <a:pt x="2166104" y="2592061"/>
                </a:lnTo>
                <a:lnTo>
                  <a:pt x="2171700" y="26098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DBD68"/>
            </a:solidFill>
            <a:prstDash val="solid"/>
          </a:ln>
        </p:spPr>
      </p:sp>
      <p:sp>
        <p:nvSpPr>
          <p:cNvPr id="44" name="wave-box3">
            <a:extLst xmlns:a="http://schemas.openxmlformats.org/drawingml/2006/main">
              <a:ext uri="{FF2B5EF4-FFF2-40B4-BE49-F238E27FC236}">
                <a16:creationId xmlns:a16="http://schemas.microsoft.com/office/drawing/2014/main" id="{06AC6C28-7160-4315-910E-C5906E52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2466975"/>
            <a:ext cx="523875" cy="295275"/>
          </a:xfrm>
          <a:custGeom xmlns:a="http://schemas.openxmlformats.org/drawingml/2006/main">
            <a:pathLst>
              <a:path w="523875" h="295275">
                <a:moveTo>
                  <a:pt x="114300" y="0"/>
                </a:moveTo>
                <a:lnTo>
                  <a:pt x="409575" y="0"/>
                </a:lnTo>
                <a:cubicBezTo>
                  <a:pt x="472701" y="0"/>
                  <a:pt x="523875" y="51174"/>
                  <a:pt x="523875" y="114300"/>
                </a:cubicBezTo>
                <a:lnTo>
                  <a:pt x="523875" y="180975"/>
                </a:lnTo>
                <a:cubicBezTo>
                  <a:pt x="523875" y="244101"/>
                  <a:pt x="472701" y="295275"/>
                  <a:pt x="409575" y="295275"/>
                </a:cubicBezTo>
                <a:lnTo>
                  <a:pt x="114300" y="295275"/>
                </a:lnTo>
                <a:cubicBezTo>
                  <a:pt x="51174" y="295275"/>
                  <a:pt x="0" y="244101"/>
                  <a:pt x="0" y="180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45" name="wave3">
            <a:extLst xmlns:a="http://schemas.openxmlformats.org/drawingml/2006/main">
              <a:ext uri="{FF2B5EF4-FFF2-40B4-BE49-F238E27FC236}">
                <a16:creationId xmlns:a16="http://schemas.microsoft.com/office/drawing/2014/main" id="{E07B12AE-3C12-4C9E-98AA-E29610C4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2324100" y="2609850"/>
                </a:moveTo>
                <a:lnTo>
                  <a:pt x="2329696" y="2639010"/>
                </a:lnTo>
                <a:lnTo>
                  <a:pt x="2335292" y="2663732"/>
                </a:lnTo>
                <a:lnTo>
                  <a:pt x="2340888" y="2680250"/>
                </a:lnTo>
                <a:lnTo>
                  <a:pt x="2346484" y="2686050"/>
                </a:lnTo>
                <a:lnTo>
                  <a:pt x="2352080" y="2680250"/>
                </a:lnTo>
                <a:lnTo>
                  <a:pt x="2357676" y="2663732"/>
                </a:lnTo>
                <a:lnTo>
                  <a:pt x="2363272" y="2639010"/>
                </a:lnTo>
                <a:lnTo>
                  <a:pt x="2368868" y="2609850"/>
                </a:lnTo>
                <a:lnTo>
                  <a:pt x="2374463" y="2580690"/>
                </a:lnTo>
                <a:lnTo>
                  <a:pt x="2380059" y="2555968"/>
                </a:lnTo>
                <a:lnTo>
                  <a:pt x="2385655" y="2539450"/>
                </a:lnTo>
                <a:lnTo>
                  <a:pt x="2391251" y="2533650"/>
                </a:lnTo>
                <a:lnTo>
                  <a:pt x="2396847" y="2539450"/>
                </a:lnTo>
                <a:lnTo>
                  <a:pt x="2402443" y="2555968"/>
                </a:lnTo>
                <a:lnTo>
                  <a:pt x="2408039" y="2580690"/>
                </a:lnTo>
                <a:lnTo>
                  <a:pt x="2413635" y="2609850"/>
                </a:lnTo>
                <a:lnTo>
                  <a:pt x="2419231" y="2639010"/>
                </a:lnTo>
                <a:lnTo>
                  <a:pt x="2424827" y="2663732"/>
                </a:lnTo>
                <a:lnTo>
                  <a:pt x="2430423" y="2680250"/>
                </a:lnTo>
                <a:lnTo>
                  <a:pt x="2436019" y="2686050"/>
                </a:lnTo>
                <a:lnTo>
                  <a:pt x="2441615" y="2680250"/>
                </a:lnTo>
                <a:lnTo>
                  <a:pt x="2447211" y="2663732"/>
                </a:lnTo>
                <a:lnTo>
                  <a:pt x="2452807" y="2639010"/>
                </a:lnTo>
                <a:lnTo>
                  <a:pt x="2458403" y="2609850"/>
                </a:lnTo>
                <a:lnTo>
                  <a:pt x="2463998" y="2580690"/>
                </a:lnTo>
                <a:lnTo>
                  <a:pt x="2469594" y="2555968"/>
                </a:lnTo>
                <a:lnTo>
                  <a:pt x="2475190" y="2539450"/>
                </a:lnTo>
                <a:lnTo>
                  <a:pt x="2480786" y="2533650"/>
                </a:lnTo>
                <a:lnTo>
                  <a:pt x="2486382" y="2539450"/>
                </a:lnTo>
                <a:lnTo>
                  <a:pt x="2491978" y="2555968"/>
                </a:lnTo>
                <a:lnTo>
                  <a:pt x="2497574" y="2580690"/>
                </a:lnTo>
                <a:lnTo>
                  <a:pt x="2503170" y="2609850"/>
                </a:lnTo>
                <a:lnTo>
                  <a:pt x="2508766" y="2639010"/>
                </a:lnTo>
                <a:lnTo>
                  <a:pt x="2514362" y="2663732"/>
                </a:lnTo>
                <a:lnTo>
                  <a:pt x="2519958" y="2680250"/>
                </a:lnTo>
                <a:lnTo>
                  <a:pt x="2525554" y="2686050"/>
                </a:lnTo>
                <a:lnTo>
                  <a:pt x="2531150" y="2680250"/>
                </a:lnTo>
                <a:lnTo>
                  <a:pt x="2536746" y="2663732"/>
                </a:lnTo>
                <a:lnTo>
                  <a:pt x="2542342" y="2639010"/>
                </a:lnTo>
                <a:lnTo>
                  <a:pt x="2547938" y="2609850"/>
                </a:lnTo>
                <a:lnTo>
                  <a:pt x="2553533" y="2580690"/>
                </a:lnTo>
                <a:lnTo>
                  <a:pt x="2559129" y="2555968"/>
                </a:lnTo>
                <a:lnTo>
                  <a:pt x="2564725" y="2539450"/>
                </a:lnTo>
                <a:lnTo>
                  <a:pt x="2570321" y="2533650"/>
                </a:lnTo>
                <a:lnTo>
                  <a:pt x="2575917" y="2539450"/>
                </a:lnTo>
                <a:lnTo>
                  <a:pt x="2581513" y="2555968"/>
                </a:lnTo>
                <a:lnTo>
                  <a:pt x="2587109" y="2580690"/>
                </a:lnTo>
                <a:lnTo>
                  <a:pt x="2592705" y="2609850"/>
                </a:lnTo>
                <a:lnTo>
                  <a:pt x="2598301" y="2639010"/>
                </a:lnTo>
                <a:lnTo>
                  <a:pt x="2603897" y="2663732"/>
                </a:lnTo>
                <a:lnTo>
                  <a:pt x="2609493" y="2680250"/>
                </a:lnTo>
                <a:lnTo>
                  <a:pt x="2615089" y="2686050"/>
                </a:lnTo>
                <a:lnTo>
                  <a:pt x="2620685" y="2680250"/>
                </a:lnTo>
                <a:lnTo>
                  <a:pt x="2626281" y="2663732"/>
                </a:lnTo>
                <a:lnTo>
                  <a:pt x="2631877" y="2639010"/>
                </a:lnTo>
                <a:lnTo>
                  <a:pt x="2637473" y="2609850"/>
                </a:lnTo>
                <a:lnTo>
                  <a:pt x="2643068" y="2580690"/>
                </a:lnTo>
                <a:lnTo>
                  <a:pt x="2648664" y="2555968"/>
                </a:lnTo>
                <a:lnTo>
                  <a:pt x="2654260" y="2539450"/>
                </a:lnTo>
                <a:lnTo>
                  <a:pt x="2659856" y="2533650"/>
                </a:lnTo>
                <a:lnTo>
                  <a:pt x="2665452" y="2539450"/>
                </a:lnTo>
                <a:lnTo>
                  <a:pt x="2671048" y="2555968"/>
                </a:lnTo>
                <a:lnTo>
                  <a:pt x="2676644" y="2580690"/>
                </a:lnTo>
                <a:lnTo>
                  <a:pt x="2682240" y="2609850"/>
                </a:lnTo>
                <a:lnTo>
                  <a:pt x="2687836" y="2639010"/>
                </a:lnTo>
                <a:lnTo>
                  <a:pt x="2693432" y="2663732"/>
                </a:lnTo>
                <a:lnTo>
                  <a:pt x="2699028" y="2680250"/>
                </a:lnTo>
                <a:lnTo>
                  <a:pt x="2704624" y="2686050"/>
                </a:lnTo>
                <a:lnTo>
                  <a:pt x="2710220" y="2680250"/>
                </a:lnTo>
                <a:lnTo>
                  <a:pt x="2715816" y="2663732"/>
                </a:lnTo>
                <a:lnTo>
                  <a:pt x="2721412" y="2639010"/>
                </a:lnTo>
                <a:lnTo>
                  <a:pt x="2727008" y="2609850"/>
                </a:lnTo>
                <a:lnTo>
                  <a:pt x="2732603" y="2580690"/>
                </a:lnTo>
                <a:lnTo>
                  <a:pt x="2738199" y="2555968"/>
                </a:lnTo>
                <a:lnTo>
                  <a:pt x="2743795" y="2539450"/>
                </a:lnTo>
                <a:lnTo>
                  <a:pt x="2749391" y="2533650"/>
                </a:lnTo>
                <a:lnTo>
                  <a:pt x="2754987" y="2539450"/>
                </a:lnTo>
                <a:lnTo>
                  <a:pt x="2760583" y="2555968"/>
                </a:lnTo>
                <a:lnTo>
                  <a:pt x="2766179" y="2580690"/>
                </a:lnTo>
                <a:lnTo>
                  <a:pt x="2771775" y="26098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DBD68"/>
            </a:solidFill>
            <a:prstDash val="solid"/>
          </a:ln>
        </p:spPr>
      </p:sp>
      <p:sp>
        <p:nvSpPr>
          <p:cNvPr id="46" name="quantize">
            <a:extLst xmlns:a="http://schemas.openxmlformats.org/drawingml/2006/main">
              <a:ext uri="{FF2B5EF4-FFF2-40B4-BE49-F238E27FC236}">
                <a16:creationId xmlns:a16="http://schemas.microsoft.com/office/drawing/2014/main" id="{36B656DF-0E78-4E41-8B4B-03CDF785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2876550"/>
            <a:ext cx="6000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5565D"/>
                </a:solidFill>
                <a:latin typeface="Arial"/>
                <a:ea typeface="Arial"/>
                <a:cs typeface="Arial"/>
              </a:rPr>
              <a:t>Quantize</a:t>
            </a:r>
          </a:p>
        </p:txBody>
      </p:sp>
      <p:sp>
        <p:nvSpPr>
          <p:cNvPr id="47" name="flatten">
            <a:extLst xmlns:a="http://schemas.openxmlformats.org/drawingml/2006/main">
              <a:ext uri="{FF2B5EF4-FFF2-40B4-BE49-F238E27FC236}">
                <a16:creationId xmlns:a16="http://schemas.microsoft.com/office/drawing/2014/main" id="{E8621B10-CED3-44F7-AE43-0C257495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2876550"/>
            <a:ext cx="514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5565D"/>
                </a:solidFill>
                <a:latin typeface="Arial"/>
                <a:ea typeface="Arial"/>
                <a:cs typeface="Arial"/>
              </a:rPr>
              <a:t>Flatten</a:t>
            </a:r>
          </a:p>
        </p:txBody>
      </p:sp>
      <p:sp>
        <p:nvSpPr>
          <p:cNvPr id="48" name="bytepair">
            <a:extLst xmlns:a="http://schemas.openxmlformats.org/drawingml/2006/main">
              <a:ext uri="{FF2B5EF4-FFF2-40B4-BE49-F238E27FC236}">
                <a16:creationId xmlns:a16="http://schemas.microsoft.com/office/drawing/2014/main" id="{D8DBF996-7828-4C4F-AF07-3B0C7319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2876550"/>
            <a:ext cx="1009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5565D"/>
                </a:solidFill>
                <a:latin typeface="Arial"/>
                <a:ea typeface="Arial"/>
                <a:cs typeface="Arial"/>
              </a:rPr>
              <a:t>Byte Pair Encoding</a:t>
            </a:r>
          </a:p>
        </p:txBody>
      </p:sp>
      <p:sp>
        <p:nvSpPr>
          <p:cNvPr id="49" name="fast">
            <a:extLst xmlns:a="http://schemas.openxmlformats.org/drawingml/2006/main">
              <a:ext uri="{FF2B5EF4-FFF2-40B4-BE49-F238E27FC236}">
                <a16:creationId xmlns:a16="http://schemas.microsoft.com/office/drawing/2014/main" id="{0B6C6693-D196-4257-A67A-29092026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0325" y="2838450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778F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778F9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78F98"/>
                </a:solidFill>
                <a:latin typeface="Arial"/>
                <a:ea typeface="Arial"/>
                <a:cs typeface="Arial"/>
              </a:rPr>
              <a:t>FAST</a:t>
            </a:r>
          </a:p>
        </p:txBody>
      </p:sp>
      <p:sp>
        <p:nvSpPr>
          <p:cNvPr id="50" name="kin-token0">
            <a:extLst xmlns:a="http://schemas.openxmlformats.org/drawingml/2006/main">
              <a:ext uri="{FF2B5EF4-FFF2-40B4-BE49-F238E27FC236}">
                <a16:creationId xmlns:a16="http://schemas.microsoft.com/office/drawing/2014/main" id="{A1AD1FD9-CA94-40D0-ACD2-4587BF3E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1971675"/>
            <a:ext cx="228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7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kin-token1">
            <a:extLst xmlns:a="http://schemas.openxmlformats.org/drawingml/2006/main">
              <a:ext uri="{FF2B5EF4-FFF2-40B4-BE49-F238E27FC236}">
                <a16:creationId xmlns:a16="http://schemas.microsoft.com/office/drawing/2014/main" id="{B20A4E6C-80C8-487F-A7EE-0212A6B3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2266950"/>
            <a:ext cx="228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7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2" name="kin-token2">
            <a:extLst xmlns:a="http://schemas.openxmlformats.org/drawingml/2006/main">
              <a:ext uri="{FF2B5EF4-FFF2-40B4-BE49-F238E27FC236}">
                <a16:creationId xmlns:a16="http://schemas.microsoft.com/office/drawing/2014/main" id="{4FD4F28C-9E77-4649-8F95-59CAA484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2552700"/>
            <a:ext cx="228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7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kin-token3">
            <a:extLst xmlns:a="http://schemas.openxmlformats.org/drawingml/2006/main">
              <a:ext uri="{FF2B5EF4-FFF2-40B4-BE49-F238E27FC236}">
                <a16:creationId xmlns:a16="http://schemas.microsoft.com/office/drawing/2014/main" id="{D6414DE7-1FD3-4986-91B4-318C39C9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2847975"/>
            <a:ext cx="228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7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kin-tokens">
            <a:extLst xmlns:a="http://schemas.openxmlformats.org/drawingml/2006/main">
              <a:ext uri="{FF2B5EF4-FFF2-40B4-BE49-F238E27FC236}">
                <a16:creationId xmlns:a16="http://schemas.microsoft.com/office/drawing/2014/main" id="{F11A8949-940B-4CAC-BABE-D548F53F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3257550" y="2524125"/>
                </a:moveTo>
                <a:lnTo>
                  <a:pt x="3438525" y="25241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55" name="kin-tokenshead">
            <a:extLst xmlns:a="http://schemas.openxmlformats.org/drawingml/2006/main">
              <a:ext uri="{FF2B5EF4-FFF2-40B4-BE49-F238E27FC236}">
                <a16:creationId xmlns:a16="http://schemas.microsoft.com/office/drawing/2014/main" id="{2B760B29-06F7-48EA-B53A-5C02889B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3379385" y="2554914"/>
                </a:moveTo>
                <a:lnTo>
                  <a:pt x="3438525" y="2524125"/>
                </a:lnTo>
                <a:lnTo>
                  <a:pt x="3379385" y="2493336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56" name="tokens-attn">
            <a:extLst xmlns:a="http://schemas.openxmlformats.org/drawingml/2006/main">
              <a:ext uri="{FF2B5EF4-FFF2-40B4-BE49-F238E27FC236}">
                <a16:creationId xmlns:a16="http://schemas.microsoft.com/office/drawing/2014/main" id="{2A2E3C7C-572E-4594-8A52-EB830A01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3743325" y="2524125"/>
                </a:moveTo>
                <a:lnTo>
                  <a:pt x="3895725" y="25241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57" name="tokens-attnhead">
            <a:extLst xmlns:a="http://schemas.openxmlformats.org/drawingml/2006/main">
              <a:ext uri="{FF2B5EF4-FFF2-40B4-BE49-F238E27FC236}">
                <a16:creationId xmlns:a16="http://schemas.microsoft.com/office/drawing/2014/main" id="{240E16D2-3280-4435-9A0D-711944D7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3836585" y="2554914"/>
                </a:moveTo>
                <a:lnTo>
                  <a:pt x="3895725" y="2524125"/>
                </a:lnTo>
                <a:lnTo>
                  <a:pt x="3836585" y="2493336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58" name="image-token0">
            <a:extLst xmlns:a="http://schemas.openxmlformats.org/drawingml/2006/main">
              <a:ext uri="{FF2B5EF4-FFF2-40B4-BE49-F238E27FC236}">
                <a16:creationId xmlns:a16="http://schemas.microsoft.com/office/drawing/2014/main" id="{5114ABF8-13BC-4095-BD36-F24ABC71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1543050"/>
            <a:ext cx="228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D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image-token1">
            <a:extLst xmlns:a="http://schemas.openxmlformats.org/drawingml/2006/main">
              <a:ext uri="{FF2B5EF4-FFF2-40B4-BE49-F238E27FC236}">
                <a16:creationId xmlns:a16="http://schemas.microsoft.com/office/drawing/2014/main" id="{D87DA5FC-F21A-42A2-8F46-3325C65F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1543050"/>
            <a:ext cx="228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D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image-token2">
            <a:extLst xmlns:a="http://schemas.openxmlformats.org/drawingml/2006/main">
              <a:ext uri="{FF2B5EF4-FFF2-40B4-BE49-F238E27FC236}">
                <a16:creationId xmlns:a16="http://schemas.microsoft.com/office/drawing/2014/main" id="{2E353769-A231-4E3E-8D67-8E47BAD0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1543050"/>
            <a:ext cx="228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D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1" name="image-token3">
            <a:extLst xmlns:a="http://schemas.openxmlformats.org/drawingml/2006/main">
              <a:ext uri="{FF2B5EF4-FFF2-40B4-BE49-F238E27FC236}">
                <a16:creationId xmlns:a16="http://schemas.microsoft.com/office/drawing/2014/main" id="{70513D62-0CA2-49DE-B3B5-2E8E79E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1543050"/>
            <a:ext cx="228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D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image-token4">
            <a:extLst xmlns:a="http://schemas.openxmlformats.org/drawingml/2006/main">
              <a:ext uri="{FF2B5EF4-FFF2-40B4-BE49-F238E27FC236}">
                <a16:creationId xmlns:a16="http://schemas.microsoft.com/office/drawing/2014/main" id="{42D4923C-FECB-435B-AB03-DBF1C041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975" y="1543050"/>
            <a:ext cx="228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D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image-token5">
            <a:extLst xmlns:a="http://schemas.openxmlformats.org/drawingml/2006/main">
              <a:ext uri="{FF2B5EF4-FFF2-40B4-BE49-F238E27FC236}">
                <a16:creationId xmlns:a16="http://schemas.microsoft.com/office/drawing/2014/main" id="{E31AE100-F409-429D-9FED-D8E32E1D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1543050"/>
            <a:ext cx="228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D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image-token6">
            <a:extLst xmlns:a="http://schemas.openxmlformats.org/drawingml/2006/main">
              <a:ext uri="{FF2B5EF4-FFF2-40B4-BE49-F238E27FC236}">
                <a16:creationId xmlns:a16="http://schemas.microsoft.com/office/drawing/2014/main" id="{40EE231D-FFE7-4C42-9990-7D40B50D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5525" y="1543050"/>
            <a:ext cx="228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D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image-token7">
            <a:extLst xmlns:a="http://schemas.openxmlformats.org/drawingml/2006/main">
              <a:ext uri="{FF2B5EF4-FFF2-40B4-BE49-F238E27FC236}">
                <a16:creationId xmlns:a16="http://schemas.microsoft.com/office/drawing/2014/main" id="{E5D12461-33A9-4AD8-87CF-D5B8117F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543050"/>
            <a:ext cx="228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DA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dino1">
            <a:extLst xmlns:a="http://schemas.openxmlformats.org/drawingml/2006/main">
              <a:ext uri="{FF2B5EF4-FFF2-40B4-BE49-F238E27FC236}">
                <a16:creationId xmlns:a16="http://schemas.microsoft.com/office/drawing/2014/main" id="{2A305250-5A0F-4DAD-A6B8-94CC830D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425" y="1238250"/>
            <a:ext cx="80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7A9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7A929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A929B"/>
                </a:solidFill>
                <a:latin typeface="Arial"/>
                <a:ea typeface="Arial"/>
                <a:cs typeface="Arial"/>
              </a:rPr>
              <a:t>DINOv3</a:t>
            </a:r>
          </a:p>
        </p:txBody>
      </p:sp>
      <p:sp>
        <p:nvSpPr>
          <p:cNvPr id="67" name="dino2">
            <a:extLst xmlns:a="http://schemas.openxmlformats.org/drawingml/2006/main">
              <a:ext uri="{FF2B5EF4-FFF2-40B4-BE49-F238E27FC236}">
                <a16:creationId xmlns:a16="http://schemas.microsoft.com/office/drawing/2014/main" id="{37BC12F0-805E-4119-8B45-F481688C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1238250"/>
            <a:ext cx="809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7A9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7A929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A929B"/>
                </a:solidFill>
                <a:latin typeface="Arial"/>
                <a:ea typeface="Arial"/>
                <a:cs typeface="Arial"/>
              </a:rPr>
              <a:t>DINOv3</a:t>
            </a:r>
          </a:p>
        </p:txBody>
      </p:sp>
      <p:sp>
        <p:nvSpPr>
          <p:cNvPr id="68" name="dino-down1">
            <a:extLst xmlns:a="http://schemas.openxmlformats.org/drawingml/2006/main">
              <a:ext uri="{FF2B5EF4-FFF2-40B4-BE49-F238E27FC236}">
                <a16:creationId xmlns:a16="http://schemas.microsoft.com/office/drawing/2014/main" id="{DC24835D-B8D0-474D-9978-5B9DB35D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610100" y="1266825"/>
                </a:moveTo>
                <a:lnTo>
                  <a:pt x="4610100" y="14763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69" name="dino-down1head">
            <a:extLst xmlns:a="http://schemas.openxmlformats.org/drawingml/2006/main">
              <a:ext uri="{FF2B5EF4-FFF2-40B4-BE49-F238E27FC236}">
                <a16:creationId xmlns:a16="http://schemas.microsoft.com/office/drawing/2014/main" id="{219C8FCE-7060-4C18-A4E7-2B888681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579311" y="1417235"/>
                </a:moveTo>
                <a:lnTo>
                  <a:pt x="4610100" y="1476375"/>
                </a:lnTo>
                <a:lnTo>
                  <a:pt x="4640889" y="141723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70" name="dino-down2">
            <a:extLst xmlns:a="http://schemas.openxmlformats.org/drawingml/2006/main">
              <a:ext uri="{FF2B5EF4-FFF2-40B4-BE49-F238E27FC236}">
                <a16:creationId xmlns:a16="http://schemas.microsoft.com/office/drawing/2014/main" id="{A77FF680-896C-40FF-A7C1-E850D95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6076950" y="1266825"/>
                </a:moveTo>
                <a:lnTo>
                  <a:pt x="6076950" y="14763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71" name="dino-down2head">
            <a:extLst xmlns:a="http://schemas.openxmlformats.org/drawingml/2006/main">
              <a:ext uri="{FF2B5EF4-FFF2-40B4-BE49-F238E27FC236}">
                <a16:creationId xmlns:a16="http://schemas.microsoft.com/office/drawing/2014/main" id="{EFD40A74-3EE1-4F03-BE3B-5FFDBF5B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6046161" y="1417235"/>
                </a:moveTo>
                <a:lnTo>
                  <a:pt x="6076950" y="1476375"/>
                </a:lnTo>
                <a:lnTo>
                  <a:pt x="6107739" y="141723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72" name="sum-image">
            <a:extLst xmlns:a="http://schemas.openxmlformats.org/drawingml/2006/main">
              <a:ext uri="{FF2B5EF4-FFF2-40B4-BE49-F238E27FC236}">
                <a16:creationId xmlns:a16="http://schemas.microsoft.com/office/drawing/2014/main" id="{FC3F2278-AE3D-455A-8B4B-E27C6696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1552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5565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3" name="sum-down">
            <a:extLst xmlns:a="http://schemas.openxmlformats.org/drawingml/2006/main">
              <a:ext uri="{FF2B5EF4-FFF2-40B4-BE49-F238E27FC236}">
                <a16:creationId xmlns:a16="http://schemas.microsoft.com/office/drawing/2014/main" id="{B3933218-3BBD-4957-B4AB-5F4F52C6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286375" y="1752600"/>
                </a:moveTo>
                <a:lnTo>
                  <a:pt x="5286375" y="19431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74" name="sum-downhead">
            <a:extLst xmlns:a="http://schemas.openxmlformats.org/drawingml/2006/main">
              <a:ext uri="{FF2B5EF4-FFF2-40B4-BE49-F238E27FC236}">
                <a16:creationId xmlns:a16="http://schemas.microsoft.com/office/drawing/2014/main" id="{8C09A8C0-5161-4B45-ABE2-FE465876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255586" y="1883960"/>
                </a:moveTo>
                <a:lnTo>
                  <a:pt x="5286375" y="1943100"/>
                </a:lnTo>
                <a:lnTo>
                  <a:pt x="5317164" y="188396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75" name="attention">
            <a:extLst xmlns:a="http://schemas.openxmlformats.org/drawingml/2006/main">
              <a:ext uri="{FF2B5EF4-FFF2-40B4-BE49-F238E27FC236}">
                <a16:creationId xmlns:a16="http://schemas.microsoft.com/office/drawing/2014/main" id="{7815C56F-6031-492C-95F0-841AA79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1990725"/>
            <a:ext cx="2819400" cy="1171575"/>
          </a:xfrm>
          <a:custGeom xmlns:a="http://schemas.openxmlformats.org/drawingml/2006/main">
            <a:pathLst>
              <a:path w="2819400" h="1171575">
                <a:moveTo>
                  <a:pt x="171450" y="0"/>
                </a:moveTo>
                <a:lnTo>
                  <a:pt x="2647950" y="0"/>
                </a:lnTo>
                <a:cubicBezTo>
                  <a:pt x="2742639" y="0"/>
                  <a:pt x="2819400" y="76761"/>
                  <a:pt x="2819400" y="171450"/>
                </a:cubicBezTo>
                <a:lnTo>
                  <a:pt x="2819400" y="1000125"/>
                </a:lnTo>
                <a:cubicBezTo>
                  <a:pt x="2819400" y="1094814"/>
                  <a:pt x="2742639" y="1171575"/>
                  <a:pt x="2647950" y="1171575"/>
                </a:cubicBezTo>
                <a:lnTo>
                  <a:pt x="171450" y="1171575"/>
                </a:lnTo>
                <a:cubicBezTo>
                  <a:pt x="76761" y="1171575"/>
                  <a:pt x="0" y="1094814"/>
                  <a:pt x="0" y="100012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6" name="attention-title">
            <a:extLst xmlns:a="http://schemas.openxmlformats.org/drawingml/2006/main">
              <a:ext uri="{FF2B5EF4-FFF2-40B4-BE49-F238E27FC236}">
                <a16:creationId xmlns:a16="http://schemas.microsoft.com/office/drawing/2014/main" id="{2E3B7D12-8C70-4FBC-8A64-F1B3A3A3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2047875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5565D"/>
                </a:solidFill>
                <a:latin typeface="Arial"/>
                <a:ea typeface="Arial"/>
                <a:cs typeface="Arial"/>
              </a:rPr>
              <a:t>Bi-directional Cross attention</a:t>
            </a:r>
          </a:p>
        </p:txBody>
      </p:sp>
      <p:sp>
        <p:nvSpPr>
          <p:cNvPr id="77" name="attention-purple-top0">
            <a:extLst xmlns:a="http://schemas.openxmlformats.org/drawingml/2006/main">
              <a:ext uri="{FF2B5EF4-FFF2-40B4-BE49-F238E27FC236}">
                <a16:creationId xmlns:a16="http://schemas.microsoft.com/office/drawing/2014/main" id="{A0E07E89-1180-4457-9889-EC232C95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2400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7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8" name="attention-purple-top1">
            <a:extLst xmlns:a="http://schemas.openxmlformats.org/drawingml/2006/main">
              <a:ext uri="{FF2B5EF4-FFF2-40B4-BE49-F238E27FC236}">
                <a16:creationId xmlns:a16="http://schemas.microsoft.com/office/drawing/2014/main" id="{68742C63-EDB7-4448-8BFB-7D793E0B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2400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7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attention-purple-top2">
            <a:extLst xmlns:a="http://schemas.openxmlformats.org/drawingml/2006/main">
              <a:ext uri="{FF2B5EF4-FFF2-40B4-BE49-F238E27FC236}">
                <a16:creationId xmlns:a16="http://schemas.microsoft.com/office/drawing/2014/main" id="{A32884E6-B7B7-4DCB-9983-3EDFFC02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400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7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attention-purple-top3">
            <a:extLst xmlns:a="http://schemas.openxmlformats.org/drawingml/2006/main">
              <a:ext uri="{FF2B5EF4-FFF2-40B4-BE49-F238E27FC236}">
                <a16:creationId xmlns:a16="http://schemas.microsoft.com/office/drawing/2014/main" id="{2696FB25-4E70-49C1-880C-C725D75E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400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7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1" name="attention-green-top0">
            <a:extLst xmlns:a="http://schemas.openxmlformats.org/drawingml/2006/main">
              <a:ext uri="{FF2B5EF4-FFF2-40B4-BE49-F238E27FC236}">
                <a16:creationId xmlns:a16="http://schemas.microsoft.com/office/drawing/2014/main" id="{F9EDF5DE-1E81-4778-9440-48C1F85D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2381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attention-green-top1">
            <a:extLst xmlns:a="http://schemas.openxmlformats.org/drawingml/2006/main">
              <a:ext uri="{FF2B5EF4-FFF2-40B4-BE49-F238E27FC236}">
                <a16:creationId xmlns:a16="http://schemas.microsoft.com/office/drawing/2014/main" id="{3F158F41-74A5-4F7B-9813-4AC4D783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2381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attention-green-top2">
            <a:extLst xmlns:a="http://schemas.openxmlformats.org/drawingml/2006/main">
              <a:ext uri="{FF2B5EF4-FFF2-40B4-BE49-F238E27FC236}">
                <a16:creationId xmlns:a16="http://schemas.microsoft.com/office/drawing/2014/main" id="{094EC51E-46B5-462F-8D6E-36DB9678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381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attention-green-top3">
            <a:extLst xmlns:a="http://schemas.openxmlformats.org/drawingml/2006/main">
              <a:ext uri="{FF2B5EF4-FFF2-40B4-BE49-F238E27FC236}">
                <a16:creationId xmlns:a16="http://schemas.microsoft.com/office/drawing/2014/main" id="{4B0BB73D-4A98-4C97-9CAD-3E22D5C8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381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CA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attention-green-top4">
            <a:extLst xmlns:a="http://schemas.openxmlformats.org/drawingml/2006/main">
              <a:ext uri="{FF2B5EF4-FFF2-40B4-BE49-F238E27FC236}">
                <a16:creationId xmlns:a16="http://schemas.microsoft.com/office/drawing/2014/main" id="{A3A99DA0-D360-4E1A-A85F-F4430109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381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CA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attention-green-top5">
            <a:extLst xmlns:a="http://schemas.openxmlformats.org/drawingml/2006/main">
              <a:ext uri="{FF2B5EF4-FFF2-40B4-BE49-F238E27FC236}">
                <a16:creationId xmlns:a16="http://schemas.microsoft.com/office/drawing/2014/main" id="{B7D3C1B1-7A0B-45C4-BCA9-FD870CE3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2381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CA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attention-green-bottom0">
            <a:extLst xmlns:a="http://schemas.openxmlformats.org/drawingml/2006/main">
              <a:ext uri="{FF2B5EF4-FFF2-40B4-BE49-F238E27FC236}">
                <a16:creationId xmlns:a16="http://schemas.microsoft.com/office/drawing/2014/main" id="{8442F7B7-5D9D-42C0-BE60-89729D72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2886075"/>
            <a:ext cx="3143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CA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attention-green-bottom1">
            <a:extLst xmlns:a="http://schemas.openxmlformats.org/drawingml/2006/main">
              <a:ext uri="{FF2B5EF4-FFF2-40B4-BE49-F238E27FC236}">
                <a16:creationId xmlns:a16="http://schemas.microsoft.com/office/drawing/2014/main" id="{7BBDACA8-6FAD-475C-A1A9-A66E2E1A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2886075"/>
            <a:ext cx="190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CA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9" name="attention-green-bottom2">
            <a:extLst xmlns:a="http://schemas.openxmlformats.org/drawingml/2006/main">
              <a:ext uri="{FF2B5EF4-FFF2-40B4-BE49-F238E27FC236}">
                <a16:creationId xmlns:a16="http://schemas.microsoft.com/office/drawing/2014/main" id="{EC449434-4265-49C6-8D6A-B72E857F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886075"/>
            <a:ext cx="190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attention-green-bottom3">
            <a:extLst xmlns:a="http://schemas.openxmlformats.org/drawingml/2006/main">
              <a:ext uri="{FF2B5EF4-FFF2-40B4-BE49-F238E27FC236}">
                <a16:creationId xmlns:a16="http://schemas.microsoft.com/office/drawing/2014/main" id="{BA012182-E512-439F-BA79-2B171370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2886075"/>
            <a:ext cx="190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1" name="attention-green-bottom4">
            <a:extLst xmlns:a="http://schemas.openxmlformats.org/drawingml/2006/main">
              <a:ext uri="{FF2B5EF4-FFF2-40B4-BE49-F238E27FC236}">
                <a16:creationId xmlns:a16="http://schemas.microsoft.com/office/drawing/2014/main" id="{59D85A6B-4C81-47F8-BBF6-0BD61053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886075"/>
            <a:ext cx="190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attention-purple-bottom0">
            <a:extLst xmlns:a="http://schemas.openxmlformats.org/drawingml/2006/main">
              <a:ext uri="{FF2B5EF4-FFF2-40B4-BE49-F238E27FC236}">
                <a16:creationId xmlns:a16="http://schemas.microsoft.com/office/drawing/2014/main" id="{C428519C-281A-41CD-BDE6-1122A7ED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2876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7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3" name="attention-purple-bottom1">
            <a:extLst xmlns:a="http://schemas.openxmlformats.org/drawingml/2006/main">
              <a:ext uri="{FF2B5EF4-FFF2-40B4-BE49-F238E27FC236}">
                <a16:creationId xmlns:a16="http://schemas.microsoft.com/office/drawing/2014/main" id="{BA85FC0C-2095-4BDE-9FF9-ED19112C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2876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7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4" name="attention-purple-bottom2">
            <a:extLst xmlns:a="http://schemas.openxmlformats.org/drawingml/2006/main">
              <a:ext uri="{FF2B5EF4-FFF2-40B4-BE49-F238E27FC236}">
                <a16:creationId xmlns:a16="http://schemas.microsoft.com/office/drawing/2014/main" id="{A025AEC3-FE0D-4185-AD03-27597CA2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76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7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5" name="attention-purple-bottom3">
            <a:extLst xmlns:a="http://schemas.openxmlformats.org/drawingml/2006/main">
              <a:ext uri="{FF2B5EF4-FFF2-40B4-BE49-F238E27FC236}">
                <a16:creationId xmlns:a16="http://schemas.microsoft.com/office/drawing/2014/main" id="{A18BAF27-B8F1-48E9-9AB6-311D051C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2876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77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cross-left0">
            <a:extLst xmlns:a="http://schemas.openxmlformats.org/drawingml/2006/main">
              <a:ext uri="{FF2B5EF4-FFF2-40B4-BE49-F238E27FC236}">
                <a16:creationId xmlns:a16="http://schemas.microsoft.com/office/drawing/2014/main" id="{9361DBEF-F34A-41BA-AEDA-52A521DA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924425" y="2609850"/>
                </a:moveTo>
                <a:lnTo>
                  <a:pt x="4143375" y="28860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1656B"/>
            </a:solidFill>
            <a:prstDash val="solid"/>
          </a:ln>
        </p:spPr>
      </p:sp>
      <p:sp>
        <p:nvSpPr>
          <p:cNvPr id="97" name="cross-left0end">
            <a:extLst xmlns:a="http://schemas.openxmlformats.org/drawingml/2006/main">
              <a:ext uri="{FF2B5EF4-FFF2-40B4-BE49-F238E27FC236}">
                <a16:creationId xmlns:a16="http://schemas.microsoft.com/office/drawing/2014/main" id="{CD23A467-731E-491E-8457-37B40885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143375" y="2886075"/>
                </a:moveTo>
                <a:lnTo>
                  <a:pt x="4194944" y="2889054"/>
                </a:lnTo>
                <a:lnTo>
                  <a:pt x="4181606" y="2851338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cross-left0start">
            <a:extLst xmlns:a="http://schemas.openxmlformats.org/drawingml/2006/main">
              <a:ext uri="{FF2B5EF4-FFF2-40B4-BE49-F238E27FC236}">
                <a16:creationId xmlns:a16="http://schemas.microsoft.com/office/drawing/2014/main" id="{71CF11F8-10B7-4427-A5A5-42EE7CFD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924425" y="2609850"/>
                </a:moveTo>
                <a:lnTo>
                  <a:pt x="4872856" y="2606871"/>
                </a:lnTo>
                <a:lnTo>
                  <a:pt x="4886194" y="2644587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cross-left1">
            <a:extLst xmlns:a="http://schemas.openxmlformats.org/drawingml/2006/main">
              <a:ext uri="{FF2B5EF4-FFF2-40B4-BE49-F238E27FC236}">
                <a16:creationId xmlns:a16="http://schemas.microsoft.com/office/drawing/2014/main" id="{AD00E2D1-C9F7-48FC-8F51-AC6A2909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924425" y="2609850"/>
                </a:moveTo>
                <a:lnTo>
                  <a:pt x="4467225" y="28860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1656B"/>
            </a:solidFill>
            <a:prstDash val="solid"/>
          </a:ln>
        </p:spPr>
      </p:sp>
      <p:sp>
        <p:nvSpPr>
          <p:cNvPr id="100" name="cross-left1end">
            <a:extLst xmlns:a="http://schemas.openxmlformats.org/drawingml/2006/main">
              <a:ext uri="{FF2B5EF4-FFF2-40B4-BE49-F238E27FC236}">
                <a16:creationId xmlns:a16="http://schemas.microsoft.com/office/drawing/2014/main" id="{318C9E1F-9623-4CAD-9C52-E6C4F958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467225" y="2886075"/>
                </a:moveTo>
                <a:lnTo>
                  <a:pt x="4518332" y="2878568"/>
                </a:lnTo>
                <a:lnTo>
                  <a:pt x="4497644" y="2844327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cross-left1start">
            <a:extLst xmlns:a="http://schemas.openxmlformats.org/drawingml/2006/main">
              <a:ext uri="{FF2B5EF4-FFF2-40B4-BE49-F238E27FC236}">
                <a16:creationId xmlns:a16="http://schemas.microsoft.com/office/drawing/2014/main" id="{6A8036A5-FA99-4A46-AF47-CC40DE7A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924425" y="2609850"/>
                </a:moveTo>
                <a:lnTo>
                  <a:pt x="4873318" y="2617357"/>
                </a:lnTo>
                <a:lnTo>
                  <a:pt x="4894006" y="2651598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cross-left2">
            <a:extLst xmlns:a="http://schemas.openxmlformats.org/drawingml/2006/main">
              <a:ext uri="{FF2B5EF4-FFF2-40B4-BE49-F238E27FC236}">
                <a16:creationId xmlns:a16="http://schemas.microsoft.com/office/drawing/2014/main" id="{32C73AB6-69D7-47D4-B55C-DFBF60D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924425" y="2609850"/>
                </a:moveTo>
                <a:lnTo>
                  <a:pt x="4733925" y="28860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1656B"/>
            </a:solidFill>
            <a:prstDash val="solid"/>
          </a:ln>
        </p:spPr>
      </p:sp>
      <p:sp>
        <p:nvSpPr>
          <p:cNvPr id="103" name="cross-left2end">
            <a:extLst xmlns:a="http://schemas.openxmlformats.org/drawingml/2006/main">
              <a:ext uri="{FF2B5EF4-FFF2-40B4-BE49-F238E27FC236}">
                <a16:creationId xmlns:a16="http://schemas.microsoft.com/office/drawing/2014/main" id="{5139A155-ACF1-4324-8B7E-B2E040FA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733925" y="2886075"/>
                </a:moveTo>
                <a:lnTo>
                  <a:pt x="4777430" y="2858226"/>
                </a:lnTo>
                <a:lnTo>
                  <a:pt x="4744497" y="2835513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cross-left2start">
            <a:extLst xmlns:a="http://schemas.openxmlformats.org/drawingml/2006/main">
              <a:ext uri="{FF2B5EF4-FFF2-40B4-BE49-F238E27FC236}">
                <a16:creationId xmlns:a16="http://schemas.microsoft.com/office/drawing/2014/main" id="{FCB96500-222D-4FD5-85C2-37AAC576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924425" y="2609850"/>
                </a:moveTo>
                <a:lnTo>
                  <a:pt x="4880920" y="2637699"/>
                </a:lnTo>
                <a:lnTo>
                  <a:pt x="4913853" y="2660412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cross-left3">
            <a:extLst xmlns:a="http://schemas.openxmlformats.org/drawingml/2006/main">
              <a:ext uri="{FF2B5EF4-FFF2-40B4-BE49-F238E27FC236}">
                <a16:creationId xmlns:a16="http://schemas.microsoft.com/office/drawing/2014/main" id="{64D4655A-D6B1-4BA0-A350-D94B38B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924425" y="2609850"/>
                </a:moveTo>
                <a:lnTo>
                  <a:pt x="4933950" y="28860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1656B"/>
            </a:solidFill>
            <a:prstDash val="solid"/>
          </a:ln>
        </p:spPr>
      </p:sp>
      <p:sp>
        <p:nvSpPr>
          <p:cNvPr id="106" name="cross-left3end">
            <a:extLst xmlns:a="http://schemas.openxmlformats.org/drawingml/2006/main">
              <a:ext uri="{FF2B5EF4-FFF2-40B4-BE49-F238E27FC236}">
                <a16:creationId xmlns:a16="http://schemas.microsoft.com/office/drawing/2014/main" id="{94BDD1EA-C4FB-42AB-9816-E316820F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933950" y="2886075"/>
                </a:moveTo>
                <a:lnTo>
                  <a:pt x="4952299" y="2837789"/>
                </a:lnTo>
                <a:lnTo>
                  <a:pt x="4912318" y="2839168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cross-left3start">
            <a:extLst xmlns:a="http://schemas.openxmlformats.org/drawingml/2006/main">
              <a:ext uri="{FF2B5EF4-FFF2-40B4-BE49-F238E27FC236}">
                <a16:creationId xmlns:a16="http://schemas.microsoft.com/office/drawing/2014/main" id="{22095D54-D0DD-4E18-A05B-4E04378F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924425" y="2609850"/>
                </a:moveTo>
                <a:lnTo>
                  <a:pt x="4906076" y="2658136"/>
                </a:lnTo>
                <a:lnTo>
                  <a:pt x="4946057" y="2656757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cross-left4">
            <a:extLst xmlns:a="http://schemas.openxmlformats.org/drawingml/2006/main">
              <a:ext uri="{FF2B5EF4-FFF2-40B4-BE49-F238E27FC236}">
                <a16:creationId xmlns:a16="http://schemas.microsoft.com/office/drawing/2014/main" id="{524A7B56-7C4A-4F54-8E1D-267F15F8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924425" y="2609850"/>
                </a:moveTo>
                <a:lnTo>
                  <a:pt x="5153025" y="28860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1656B"/>
            </a:solidFill>
            <a:prstDash val="solid"/>
          </a:ln>
        </p:spPr>
      </p:sp>
      <p:sp>
        <p:nvSpPr>
          <p:cNvPr id="109" name="cross-left4end">
            <a:extLst xmlns:a="http://schemas.openxmlformats.org/drawingml/2006/main">
              <a:ext uri="{FF2B5EF4-FFF2-40B4-BE49-F238E27FC236}">
                <a16:creationId xmlns:a16="http://schemas.microsoft.com/office/drawing/2014/main" id="{03D34FD9-08C3-4435-B6C7-4DA45DEF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153025" y="2886075"/>
                </a:moveTo>
                <a:lnTo>
                  <a:pt x="5138071" y="2836632"/>
                </a:lnTo>
                <a:lnTo>
                  <a:pt x="5107251" y="2862138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cross-left4start">
            <a:extLst xmlns:a="http://schemas.openxmlformats.org/drawingml/2006/main">
              <a:ext uri="{FF2B5EF4-FFF2-40B4-BE49-F238E27FC236}">
                <a16:creationId xmlns:a16="http://schemas.microsoft.com/office/drawing/2014/main" id="{AD45D7B1-4BE3-43ED-B2E6-B3F05F30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4924425" y="2609850"/>
                </a:moveTo>
                <a:lnTo>
                  <a:pt x="4939379" y="2659293"/>
                </a:lnTo>
                <a:lnTo>
                  <a:pt x="4970199" y="2633787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cross-right0">
            <a:extLst xmlns:a="http://schemas.openxmlformats.org/drawingml/2006/main">
              <a:ext uri="{FF2B5EF4-FFF2-40B4-BE49-F238E27FC236}">
                <a16:creationId xmlns:a16="http://schemas.microsoft.com/office/drawing/2014/main" id="{A6FEC0E0-B750-4238-BF3F-B8FB3169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391150" y="2609850"/>
                </a:moveTo>
                <a:lnTo>
                  <a:pt x="5638800" y="28670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1656B"/>
            </a:solidFill>
            <a:prstDash val="solid"/>
          </a:ln>
        </p:spPr>
      </p:sp>
      <p:sp>
        <p:nvSpPr>
          <p:cNvPr id="112" name="cross-right0end">
            <a:extLst xmlns:a="http://schemas.openxmlformats.org/drawingml/2006/main">
              <a:ext uri="{FF2B5EF4-FFF2-40B4-BE49-F238E27FC236}">
                <a16:creationId xmlns:a16="http://schemas.microsoft.com/office/drawing/2014/main" id="{7B93AC99-B40A-47A0-A37B-254334BE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638800" y="2867025"/>
                </a:moveTo>
                <a:lnTo>
                  <a:pt x="5620174" y="2818845"/>
                </a:lnTo>
                <a:lnTo>
                  <a:pt x="5591357" y="2846594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cross-right0start">
            <a:extLst xmlns:a="http://schemas.openxmlformats.org/drawingml/2006/main">
              <a:ext uri="{FF2B5EF4-FFF2-40B4-BE49-F238E27FC236}">
                <a16:creationId xmlns:a16="http://schemas.microsoft.com/office/drawing/2014/main" id="{6919ECE5-307F-4409-8A3E-768DCF58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391150" y="2609850"/>
                </a:moveTo>
                <a:lnTo>
                  <a:pt x="5409776" y="2658030"/>
                </a:lnTo>
                <a:lnTo>
                  <a:pt x="5438593" y="2630281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cross-right1">
            <a:extLst xmlns:a="http://schemas.openxmlformats.org/drawingml/2006/main">
              <a:ext uri="{FF2B5EF4-FFF2-40B4-BE49-F238E27FC236}">
                <a16:creationId xmlns:a16="http://schemas.microsoft.com/office/drawing/2014/main" id="{CBA00332-BE9A-483E-9189-021677B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391150" y="2609850"/>
                </a:moveTo>
                <a:lnTo>
                  <a:pt x="5886450" y="28670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1656B"/>
            </a:solidFill>
            <a:prstDash val="solid"/>
          </a:ln>
        </p:spPr>
      </p:sp>
      <p:sp>
        <p:nvSpPr>
          <p:cNvPr id="115" name="cross-right1end">
            <a:extLst xmlns:a="http://schemas.openxmlformats.org/drawingml/2006/main">
              <a:ext uri="{FF2B5EF4-FFF2-40B4-BE49-F238E27FC236}">
                <a16:creationId xmlns:a16="http://schemas.microsoft.com/office/drawing/2014/main" id="{4FCE7A4F-9832-4D2C-809F-5D343A84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886450" y="2867025"/>
                </a:moveTo>
                <a:lnTo>
                  <a:pt x="5853400" y="2827327"/>
                </a:lnTo>
                <a:lnTo>
                  <a:pt x="5834966" y="2862831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cross-right1start">
            <a:extLst xmlns:a="http://schemas.openxmlformats.org/drawingml/2006/main">
              <a:ext uri="{FF2B5EF4-FFF2-40B4-BE49-F238E27FC236}">
                <a16:creationId xmlns:a16="http://schemas.microsoft.com/office/drawing/2014/main" id="{D2B363DE-A495-4BD5-9A64-4CEC23C3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391150" y="2609850"/>
                </a:moveTo>
                <a:lnTo>
                  <a:pt x="5424200" y="2649548"/>
                </a:lnTo>
                <a:lnTo>
                  <a:pt x="5442634" y="2614044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cross-right2">
            <a:extLst xmlns:a="http://schemas.openxmlformats.org/drawingml/2006/main">
              <a:ext uri="{FF2B5EF4-FFF2-40B4-BE49-F238E27FC236}">
                <a16:creationId xmlns:a16="http://schemas.microsoft.com/office/drawing/2014/main" id="{BD12895E-2F9F-4007-BA9A-D6C25B73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391150" y="2609850"/>
                </a:moveTo>
                <a:lnTo>
                  <a:pt x="6134100" y="28670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1656B"/>
            </a:solidFill>
            <a:prstDash val="solid"/>
          </a:ln>
        </p:spPr>
      </p:sp>
      <p:sp>
        <p:nvSpPr>
          <p:cNvPr id="118" name="cross-right2end">
            <a:extLst xmlns:a="http://schemas.openxmlformats.org/drawingml/2006/main">
              <a:ext uri="{FF2B5EF4-FFF2-40B4-BE49-F238E27FC236}">
                <a16:creationId xmlns:a16="http://schemas.microsoft.com/office/drawing/2014/main" id="{B83D6C4F-CF91-4A7B-B3B7-34B4F947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6134100" y="2867025"/>
                </a:moveTo>
                <a:lnTo>
                  <a:pt x="6095638" y="2832544"/>
                </a:lnTo>
                <a:lnTo>
                  <a:pt x="6082552" y="2870348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cross-right2start">
            <a:extLst xmlns:a="http://schemas.openxmlformats.org/drawingml/2006/main">
              <a:ext uri="{FF2B5EF4-FFF2-40B4-BE49-F238E27FC236}">
                <a16:creationId xmlns:a16="http://schemas.microsoft.com/office/drawing/2014/main" id="{A407863C-84F4-4AF5-B9C2-51B4B768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391150" y="2609850"/>
                </a:moveTo>
                <a:lnTo>
                  <a:pt x="5429612" y="2644331"/>
                </a:lnTo>
                <a:lnTo>
                  <a:pt x="5442698" y="2606527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cross-right3">
            <a:extLst xmlns:a="http://schemas.openxmlformats.org/drawingml/2006/main">
              <a:ext uri="{FF2B5EF4-FFF2-40B4-BE49-F238E27FC236}">
                <a16:creationId xmlns:a16="http://schemas.microsoft.com/office/drawing/2014/main" id="{8AB1A5ED-1072-4F1C-B63D-172F147F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391150" y="2609850"/>
                </a:moveTo>
                <a:lnTo>
                  <a:pt x="6381750" y="28670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1656B"/>
            </a:solidFill>
            <a:prstDash val="solid"/>
          </a:ln>
        </p:spPr>
      </p:sp>
      <p:sp>
        <p:nvSpPr>
          <p:cNvPr id="121" name="cross-right3end">
            <a:extLst xmlns:a="http://schemas.openxmlformats.org/drawingml/2006/main">
              <a:ext uri="{FF2B5EF4-FFF2-40B4-BE49-F238E27FC236}">
                <a16:creationId xmlns:a16="http://schemas.microsoft.com/office/drawing/2014/main" id="{3C4B43E4-0218-4D39-B6D6-8D81BDB4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6381750" y="2867025"/>
                </a:moveTo>
                <a:lnTo>
                  <a:pt x="6340679" y="2835697"/>
                </a:lnTo>
                <a:lnTo>
                  <a:pt x="6330627" y="2874418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cross-right3start">
            <a:extLst xmlns:a="http://schemas.openxmlformats.org/drawingml/2006/main">
              <a:ext uri="{FF2B5EF4-FFF2-40B4-BE49-F238E27FC236}">
                <a16:creationId xmlns:a16="http://schemas.microsoft.com/office/drawing/2014/main" id="{DCA0FE8C-EAE2-47B4-ABC6-BA16127F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5391150" y="2609850"/>
                </a:moveTo>
                <a:lnTo>
                  <a:pt x="5432221" y="2641178"/>
                </a:lnTo>
                <a:lnTo>
                  <a:pt x="5442273" y="2602457"/>
                </a:lnTo>
                <a:close/>
              </a:path>
            </a:pathLst>
          </a:custGeom>
          <a:solidFill xmlns:a="http://schemas.openxmlformats.org/drawingml/2006/main">
            <a:srgbClr val="616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attention-out">
            <a:extLst xmlns:a="http://schemas.openxmlformats.org/drawingml/2006/main">
              <a:ext uri="{FF2B5EF4-FFF2-40B4-BE49-F238E27FC236}">
                <a16:creationId xmlns:a16="http://schemas.microsoft.com/office/drawing/2014/main" id="{D99499F0-FC33-4388-98B4-7D34E03E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6772275" y="2524125"/>
                </a:moveTo>
                <a:lnTo>
                  <a:pt x="6943725" y="25241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24" name="attention-outhead">
            <a:extLst xmlns:a="http://schemas.openxmlformats.org/drawingml/2006/main">
              <a:ext uri="{FF2B5EF4-FFF2-40B4-BE49-F238E27FC236}">
                <a16:creationId xmlns:a16="http://schemas.microsoft.com/office/drawing/2014/main" id="{37D0A160-E3E3-421F-B4E0-DBC20359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6884585" y="2554914"/>
                </a:moveTo>
                <a:lnTo>
                  <a:pt x="6943725" y="2524125"/>
                </a:lnTo>
                <a:lnTo>
                  <a:pt x="6884585" y="2493336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25" name="encoded0">
            <a:extLst xmlns:a="http://schemas.openxmlformats.org/drawingml/2006/main">
              <a:ext uri="{FF2B5EF4-FFF2-40B4-BE49-F238E27FC236}">
                <a16:creationId xmlns:a16="http://schemas.microsoft.com/office/drawing/2014/main" id="{3296EA09-2458-4560-979E-47E7C600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2047875"/>
            <a:ext cx="219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1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6" name="encoded1">
            <a:extLst xmlns:a="http://schemas.openxmlformats.org/drawingml/2006/main">
              <a:ext uri="{FF2B5EF4-FFF2-40B4-BE49-F238E27FC236}">
                <a16:creationId xmlns:a16="http://schemas.microsoft.com/office/drawing/2014/main" id="{636D1453-CF8E-4DB4-9257-C9AD7D9D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2352675"/>
            <a:ext cx="219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1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7" name="encoded2">
            <a:extLst xmlns:a="http://schemas.openxmlformats.org/drawingml/2006/main">
              <a:ext uri="{FF2B5EF4-FFF2-40B4-BE49-F238E27FC236}">
                <a16:creationId xmlns:a16="http://schemas.microsoft.com/office/drawing/2014/main" id="{090BA423-8943-4DBD-A8ED-8F4FFB83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2647950"/>
            <a:ext cx="219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1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encoded3">
            <a:extLst xmlns:a="http://schemas.openxmlformats.org/drawingml/2006/main">
              <a:ext uri="{FF2B5EF4-FFF2-40B4-BE49-F238E27FC236}">
                <a16:creationId xmlns:a16="http://schemas.microsoft.com/office/drawing/2014/main" id="{C53CA6EB-3C6B-4901-AC19-0FF34ADC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2943225"/>
            <a:ext cx="219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1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9" name="pe-bg">
            <a:extLst xmlns:a="http://schemas.openxmlformats.org/drawingml/2006/main">
              <a:ext uri="{FF2B5EF4-FFF2-40B4-BE49-F238E27FC236}">
                <a16:creationId xmlns:a16="http://schemas.microsoft.com/office/drawing/2014/main" id="{52998F41-4D6B-449A-B4F4-2F9046CF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15049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C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65D"/>
                </a:solidFill>
                <a:latin typeface="Arial"/>
                <a:ea typeface="Arial"/>
                <a:cs typeface="Arial"/>
              </a:rPr>
              <a:t>PE</a:t>
            </a:r>
          </a:p>
        </p:txBody>
      </p:sp>
      <p:sp>
        <p:nvSpPr>
          <p:cNvPr id="130" name="sum-pe">
            <a:extLst xmlns:a="http://schemas.openxmlformats.org/drawingml/2006/main">
              <a:ext uri="{FF2B5EF4-FFF2-40B4-BE49-F238E27FC236}">
                <a16:creationId xmlns:a16="http://schemas.microsoft.com/office/drawing/2014/main" id="{F03EACE9-CCF3-47ED-B3EA-C86023A0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1790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5565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1" name="encoder-route">
            <a:extLst xmlns:a="http://schemas.openxmlformats.org/drawingml/2006/main">
              <a:ext uri="{FF2B5EF4-FFF2-40B4-BE49-F238E27FC236}">
                <a16:creationId xmlns:a16="http://schemas.microsoft.com/office/drawing/2014/main" id="{B620EA2E-2301-448B-863C-0E47AC6C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7200900" y="1885950"/>
                </a:moveTo>
                <a:lnTo>
                  <a:pt x="7343775" y="1885950"/>
                </a:lnTo>
                <a:lnTo>
                  <a:pt x="7343775" y="2876550"/>
                </a:lnTo>
                <a:lnTo>
                  <a:pt x="7543800" y="28765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32" name="encoder-routehead">
            <a:extLst xmlns:a="http://schemas.openxmlformats.org/drawingml/2006/main">
              <a:ext uri="{FF2B5EF4-FFF2-40B4-BE49-F238E27FC236}">
                <a16:creationId xmlns:a16="http://schemas.microsoft.com/office/drawing/2014/main" id="{4C89458A-0A95-4E7D-9BE5-1ECAE614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7484660" y="2907339"/>
                </a:moveTo>
                <a:lnTo>
                  <a:pt x="7543800" y="2876550"/>
                </a:lnTo>
                <a:lnTo>
                  <a:pt x="7484660" y="2845761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33" name="trajectory">
            <a:extLst xmlns:a="http://schemas.openxmlformats.org/drawingml/2006/main">
              <a:ext uri="{FF2B5EF4-FFF2-40B4-BE49-F238E27FC236}">
                <a16:creationId xmlns:a16="http://schemas.microsoft.com/office/drawing/2014/main" id="{693CDABC-450F-4F0B-A629-6B2212CB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657475"/>
            <a:ext cx="1590675" cy="514350"/>
          </a:xfrm>
          <a:custGeom xmlns:a="http://schemas.openxmlformats.org/drawingml/2006/main">
            <a:pathLst>
              <a:path w="1590675" h="514350">
                <a:moveTo>
                  <a:pt x="171450" y="0"/>
                </a:moveTo>
                <a:lnTo>
                  <a:pt x="1419225" y="0"/>
                </a:lnTo>
                <a:cubicBezTo>
                  <a:pt x="1513914" y="0"/>
                  <a:pt x="1590675" y="76761"/>
                  <a:pt x="1590675" y="171450"/>
                </a:cubicBezTo>
                <a:lnTo>
                  <a:pt x="1590675" y="342900"/>
                </a:lnTo>
                <a:cubicBezTo>
                  <a:pt x="1590675" y="437589"/>
                  <a:pt x="1513914" y="514350"/>
                  <a:pt x="1419225" y="514350"/>
                </a:cubicBezTo>
                <a:lnTo>
                  <a:pt x="171450" y="514350"/>
                </a:lnTo>
                <a:cubicBezTo>
                  <a:pt x="76761" y="514350"/>
                  <a:pt x="0" y="437589"/>
                  <a:pt x="0" y="3429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E6E0E9"/>
          </a:solidFill>
          <a:ln xmlns:a="http://schemas.openxmlformats.org/drawingml/2006/main" w="21908">
            <a:solidFill>
              <a:srgbClr val="6A526D"/>
            </a:solidFill>
            <a:prstDash val="solid"/>
          </a:ln>
        </p:spPr>
      </p:sp>
      <p:sp>
        <p:nvSpPr>
          <p:cNvPr id="134" name="boundary">
            <a:extLst xmlns:a="http://schemas.openxmlformats.org/drawingml/2006/main">
              <a:ext uri="{FF2B5EF4-FFF2-40B4-BE49-F238E27FC236}">
                <a16:creationId xmlns:a16="http://schemas.microsoft.com/office/drawing/2014/main" id="{30099989-6FF2-4EA7-B1FD-897A73A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1885950"/>
            <a:ext cx="1590675" cy="514350"/>
          </a:xfrm>
          <a:custGeom xmlns:a="http://schemas.openxmlformats.org/drawingml/2006/main">
            <a:pathLst>
              <a:path w="1590675" h="514350">
                <a:moveTo>
                  <a:pt x="171450" y="0"/>
                </a:moveTo>
                <a:lnTo>
                  <a:pt x="1419225" y="0"/>
                </a:lnTo>
                <a:cubicBezTo>
                  <a:pt x="1513914" y="0"/>
                  <a:pt x="1590675" y="76761"/>
                  <a:pt x="1590675" y="171450"/>
                </a:cubicBezTo>
                <a:lnTo>
                  <a:pt x="1590675" y="342900"/>
                </a:lnTo>
                <a:cubicBezTo>
                  <a:pt x="1590675" y="437589"/>
                  <a:pt x="1513914" y="514350"/>
                  <a:pt x="1419225" y="514350"/>
                </a:cubicBezTo>
                <a:lnTo>
                  <a:pt x="171450" y="514350"/>
                </a:lnTo>
                <a:cubicBezTo>
                  <a:pt x="76761" y="514350"/>
                  <a:pt x="0" y="437589"/>
                  <a:pt x="0" y="3429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F5ECEC"/>
          </a:solidFill>
          <a:ln xmlns:a="http://schemas.openxmlformats.org/drawingml/2006/main" w="21908">
            <a:solidFill>
              <a:srgbClr val="946B6B"/>
            </a:solidFill>
            <a:prstDash val="solid"/>
          </a:ln>
        </p:spPr>
      </p:sp>
      <p:sp>
        <p:nvSpPr>
          <p:cNvPr id="135" name="prediction">
            <a:extLst xmlns:a="http://schemas.openxmlformats.org/drawingml/2006/main">
              <a:ext uri="{FF2B5EF4-FFF2-40B4-BE49-F238E27FC236}">
                <a16:creationId xmlns:a16="http://schemas.microsoft.com/office/drawing/2014/main" id="{4DDFD745-3166-4382-B84F-B876DBD8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942975"/>
            <a:ext cx="1600200" cy="514350"/>
          </a:xfrm>
          <a:custGeom xmlns:a="http://schemas.openxmlformats.org/drawingml/2006/main">
            <a:pathLst>
              <a:path w="1600200" h="514350">
                <a:moveTo>
                  <a:pt x="171450" y="0"/>
                </a:moveTo>
                <a:lnTo>
                  <a:pt x="1428750" y="0"/>
                </a:lnTo>
                <a:cubicBezTo>
                  <a:pt x="1523439" y="0"/>
                  <a:pt x="1600200" y="76761"/>
                  <a:pt x="1600200" y="171450"/>
                </a:cubicBezTo>
                <a:lnTo>
                  <a:pt x="1600200" y="342900"/>
                </a:lnTo>
                <a:cubicBezTo>
                  <a:pt x="1600200" y="437589"/>
                  <a:pt x="1523439" y="514350"/>
                  <a:pt x="1428750" y="514350"/>
                </a:cubicBezTo>
                <a:lnTo>
                  <a:pt x="171450" y="514350"/>
                </a:lnTo>
                <a:cubicBezTo>
                  <a:pt x="76761" y="514350"/>
                  <a:pt x="0" y="437589"/>
                  <a:pt x="0" y="3429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E2E6ED"/>
          </a:solidFill>
          <a:ln xmlns:a="http://schemas.openxmlformats.org/drawingml/2006/main" w="21908">
            <a:solidFill>
              <a:srgbClr val="87909D"/>
            </a:solidFill>
            <a:prstDash val="solid"/>
          </a:ln>
        </p:spPr>
      </p:sp>
      <p:sp>
        <p:nvSpPr>
          <p:cNvPr id="136" name="trajectory-boundary">
            <a:extLst xmlns:a="http://schemas.openxmlformats.org/drawingml/2006/main">
              <a:ext uri="{FF2B5EF4-FFF2-40B4-BE49-F238E27FC236}">
                <a16:creationId xmlns:a16="http://schemas.microsoft.com/office/drawing/2014/main" id="{9F617FC2-90D3-4E82-9761-D2F043F3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334375" y="2638425"/>
                </a:moveTo>
                <a:lnTo>
                  <a:pt x="8334375" y="2438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37" name="trajectory-boundaryhead">
            <a:extLst xmlns:a="http://schemas.openxmlformats.org/drawingml/2006/main">
              <a:ext uri="{FF2B5EF4-FFF2-40B4-BE49-F238E27FC236}">
                <a16:creationId xmlns:a16="http://schemas.microsoft.com/office/drawing/2014/main" id="{38087E0F-5949-409F-9110-117A65CD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365164" y="2497540"/>
                </a:moveTo>
                <a:lnTo>
                  <a:pt x="8334375" y="2438400"/>
                </a:lnTo>
                <a:lnTo>
                  <a:pt x="8303586" y="249754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38" name="boundary-token0">
            <a:extLst xmlns:a="http://schemas.openxmlformats.org/drawingml/2006/main">
              <a:ext uri="{FF2B5EF4-FFF2-40B4-BE49-F238E27FC236}">
                <a16:creationId xmlns:a16="http://schemas.microsoft.com/office/drawing/2014/main" id="{F728DC4A-5E3B-4E08-8B01-7DBCF34F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1514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9A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9" name="boundary-up0">
            <a:extLst xmlns:a="http://schemas.openxmlformats.org/drawingml/2006/main">
              <a:ext uri="{FF2B5EF4-FFF2-40B4-BE49-F238E27FC236}">
                <a16:creationId xmlns:a16="http://schemas.microsoft.com/office/drawing/2014/main" id="{8B985842-4DCB-41B8-A556-037685F8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7781925" y="1876425"/>
                </a:moveTo>
                <a:lnTo>
                  <a:pt x="7781925" y="17430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40" name="boundary-up0head">
            <a:extLst xmlns:a="http://schemas.openxmlformats.org/drawingml/2006/main">
              <a:ext uri="{FF2B5EF4-FFF2-40B4-BE49-F238E27FC236}">
                <a16:creationId xmlns:a16="http://schemas.microsoft.com/office/drawing/2014/main" id="{2E889DC2-43F0-4A88-A4EB-9F596C25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7812714" y="1802215"/>
                </a:moveTo>
                <a:lnTo>
                  <a:pt x="7781925" y="1743075"/>
                </a:lnTo>
                <a:lnTo>
                  <a:pt x="7751136" y="180221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41" name="prediction-up0">
            <a:extLst xmlns:a="http://schemas.openxmlformats.org/drawingml/2006/main">
              <a:ext uri="{FF2B5EF4-FFF2-40B4-BE49-F238E27FC236}">
                <a16:creationId xmlns:a16="http://schemas.microsoft.com/office/drawing/2014/main" id="{0B1DBBA1-8DAB-4BAD-B07B-879A1208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7781925" y="933450"/>
                </a:moveTo>
                <a:lnTo>
                  <a:pt x="7781925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42" name="prediction-up0head">
            <a:extLst xmlns:a="http://schemas.openxmlformats.org/drawingml/2006/main">
              <a:ext uri="{FF2B5EF4-FFF2-40B4-BE49-F238E27FC236}">
                <a16:creationId xmlns:a16="http://schemas.microsoft.com/office/drawing/2014/main" id="{13B1B174-F14F-4353-B2F6-8B32202D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7812714" y="830665"/>
                </a:moveTo>
                <a:lnTo>
                  <a:pt x="7781925" y="771525"/>
                </a:lnTo>
                <a:lnTo>
                  <a:pt x="7751136" y="83066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43" name="transition-label0">
            <a:extLst xmlns:a="http://schemas.openxmlformats.org/drawingml/2006/main">
              <a:ext uri="{FF2B5EF4-FFF2-40B4-BE49-F238E27FC236}">
                <a16:creationId xmlns:a16="http://schemas.microsoft.com/office/drawing/2014/main" id="{E69424FE-F725-4428-A5ED-7B361A71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75" y="628650"/>
            <a:ext cx="352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0">
                <a:solidFill>
                  <a:srgbClr val="ED9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 i="0">
                <a:solidFill>
                  <a:srgbClr val="ED9A3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ED9A35"/>
                </a:solidFill>
                <a:latin typeface="Arial"/>
                <a:ea typeface="Arial"/>
                <a:cs typeface="Arial"/>
              </a:rPr>
              <a:t>t,p(t)</a:t>
            </a:r>
          </a:p>
        </p:txBody>
      </p:sp>
      <p:sp>
        <p:nvSpPr>
          <p:cNvPr id="144" name="boundary-token1">
            <a:extLst xmlns:a="http://schemas.openxmlformats.org/drawingml/2006/main">
              <a:ext uri="{FF2B5EF4-FFF2-40B4-BE49-F238E27FC236}">
                <a16:creationId xmlns:a16="http://schemas.microsoft.com/office/drawing/2014/main" id="{BA224380-95D2-4C02-96FD-F885A35B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1514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C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5" name="boundary-up1">
            <a:extLst xmlns:a="http://schemas.openxmlformats.org/drawingml/2006/main">
              <a:ext uri="{FF2B5EF4-FFF2-40B4-BE49-F238E27FC236}">
                <a16:creationId xmlns:a16="http://schemas.microsoft.com/office/drawing/2014/main" id="{635D6DC8-28A6-4E53-9614-6CF84724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134350" y="1876425"/>
                </a:moveTo>
                <a:lnTo>
                  <a:pt x="8134350" y="17430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46" name="boundary-up1head">
            <a:extLst xmlns:a="http://schemas.openxmlformats.org/drawingml/2006/main">
              <a:ext uri="{FF2B5EF4-FFF2-40B4-BE49-F238E27FC236}">
                <a16:creationId xmlns:a16="http://schemas.microsoft.com/office/drawing/2014/main" id="{41DC78CB-8257-4E2E-BE00-6031030E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165139" y="1802215"/>
                </a:moveTo>
                <a:lnTo>
                  <a:pt x="8134350" y="1743075"/>
                </a:lnTo>
                <a:lnTo>
                  <a:pt x="8103561" y="180221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47" name="prediction-up1">
            <a:extLst xmlns:a="http://schemas.openxmlformats.org/drawingml/2006/main">
              <a:ext uri="{FF2B5EF4-FFF2-40B4-BE49-F238E27FC236}">
                <a16:creationId xmlns:a16="http://schemas.microsoft.com/office/drawing/2014/main" id="{7AB272B1-43CB-4372-BF03-D3A1094A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134350" y="933450"/>
                </a:moveTo>
                <a:lnTo>
                  <a:pt x="813435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48" name="prediction-up1head">
            <a:extLst xmlns:a="http://schemas.openxmlformats.org/drawingml/2006/main">
              <a:ext uri="{FF2B5EF4-FFF2-40B4-BE49-F238E27FC236}">
                <a16:creationId xmlns:a16="http://schemas.microsoft.com/office/drawing/2014/main" id="{DDD33E34-904D-4E2C-B80D-437A8B90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165139" y="830665"/>
                </a:moveTo>
                <a:lnTo>
                  <a:pt x="8134350" y="771525"/>
                </a:lnTo>
                <a:lnTo>
                  <a:pt x="8103561" y="83066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49" name="transition-label1">
            <a:extLst xmlns:a="http://schemas.openxmlformats.org/drawingml/2006/main">
              <a:ext uri="{FF2B5EF4-FFF2-40B4-BE49-F238E27FC236}">
                <a16:creationId xmlns:a16="http://schemas.microsoft.com/office/drawing/2014/main" id="{E4830C72-E2A4-4E9C-BE2B-8E2A187F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628650"/>
            <a:ext cx="352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0">
                <a:solidFill>
                  <a:srgbClr val="F5EC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 i="0">
                <a:solidFill>
                  <a:srgbClr val="F5EC1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F5EC1F"/>
                </a:solidFill>
                <a:latin typeface="Arial"/>
                <a:ea typeface="Arial"/>
                <a:cs typeface="Arial"/>
              </a:rPr>
              <a:t>t,p(t)</a:t>
            </a:r>
          </a:p>
        </p:txBody>
      </p:sp>
      <p:sp>
        <p:nvSpPr>
          <p:cNvPr id="150" name="boundary-token2">
            <a:extLst xmlns:a="http://schemas.openxmlformats.org/drawingml/2006/main">
              <a:ext uri="{FF2B5EF4-FFF2-40B4-BE49-F238E27FC236}">
                <a16:creationId xmlns:a16="http://schemas.microsoft.com/office/drawing/2014/main" id="{DB03A754-80E3-43B7-AA62-1B5399A5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1514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D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1" name="boundary-up2">
            <a:extLst xmlns:a="http://schemas.openxmlformats.org/drawingml/2006/main">
              <a:ext uri="{FF2B5EF4-FFF2-40B4-BE49-F238E27FC236}">
                <a16:creationId xmlns:a16="http://schemas.microsoft.com/office/drawing/2014/main" id="{82BE8180-9878-40A1-BDF5-AAF975D8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515350" y="1876425"/>
                </a:moveTo>
                <a:lnTo>
                  <a:pt x="8515350" y="17430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52" name="boundary-up2head">
            <a:extLst xmlns:a="http://schemas.openxmlformats.org/drawingml/2006/main">
              <a:ext uri="{FF2B5EF4-FFF2-40B4-BE49-F238E27FC236}">
                <a16:creationId xmlns:a16="http://schemas.microsoft.com/office/drawing/2014/main" id="{FC071E0C-AD1A-4648-A67D-383B298B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546139" y="1802215"/>
                </a:moveTo>
                <a:lnTo>
                  <a:pt x="8515350" y="1743075"/>
                </a:lnTo>
                <a:lnTo>
                  <a:pt x="8484561" y="180221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53" name="prediction-up2">
            <a:extLst xmlns:a="http://schemas.openxmlformats.org/drawingml/2006/main">
              <a:ext uri="{FF2B5EF4-FFF2-40B4-BE49-F238E27FC236}">
                <a16:creationId xmlns:a16="http://schemas.microsoft.com/office/drawing/2014/main" id="{1B3BD22A-65E8-4CF9-8371-ED350584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515350" y="933450"/>
                </a:moveTo>
                <a:lnTo>
                  <a:pt x="851535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54" name="prediction-up2head">
            <a:extLst xmlns:a="http://schemas.openxmlformats.org/drawingml/2006/main">
              <a:ext uri="{FF2B5EF4-FFF2-40B4-BE49-F238E27FC236}">
                <a16:creationId xmlns:a16="http://schemas.microsoft.com/office/drawing/2014/main" id="{56E92F82-CEFA-440D-914B-523D1C5A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546139" y="830665"/>
                </a:moveTo>
                <a:lnTo>
                  <a:pt x="8515350" y="771525"/>
                </a:lnTo>
                <a:lnTo>
                  <a:pt x="8484561" y="83066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55" name="transition-label2">
            <a:extLst xmlns:a="http://schemas.openxmlformats.org/drawingml/2006/main">
              <a:ext uri="{FF2B5EF4-FFF2-40B4-BE49-F238E27FC236}">
                <a16:creationId xmlns:a16="http://schemas.microsoft.com/office/drawing/2014/main" id="{57E85EC5-E3E2-4539-9472-D0E946B9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628650"/>
            <a:ext cx="352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0">
                <a:solidFill>
                  <a:srgbClr val="478D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 i="0">
                <a:solidFill>
                  <a:srgbClr val="478DE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478DEE"/>
                </a:solidFill>
                <a:latin typeface="Arial"/>
                <a:ea typeface="Arial"/>
                <a:cs typeface="Arial"/>
              </a:rPr>
              <a:t>t,p(t)</a:t>
            </a:r>
          </a:p>
        </p:txBody>
      </p:sp>
      <p:sp>
        <p:nvSpPr>
          <p:cNvPr id="156" name="boundary-token3">
            <a:extLst xmlns:a="http://schemas.openxmlformats.org/drawingml/2006/main">
              <a:ext uri="{FF2B5EF4-FFF2-40B4-BE49-F238E27FC236}">
                <a16:creationId xmlns:a16="http://schemas.microsoft.com/office/drawing/2014/main" id="{DA37AC5A-8B68-448D-8669-00632909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1514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F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7" name="boundary-up3">
            <a:extLst xmlns:a="http://schemas.openxmlformats.org/drawingml/2006/main">
              <a:ext uri="{FF2B5EF4-FFF2-40B4-BE49-F238E27FC236}">
                <a16:creationId xmlns:a16="http://schemas.microsoft.com/office/drawing/2014/main" id="{92D309BE-B587-4AB0-A114-22910CBE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915400" y="1876425"/>
                </a:moveTo>
                <a:lnTo>
                  <a:pt x="8915400" y="17430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58" name="boundary-up3head">
            <a:extLst xmlns:a="http://schemas.openxmlformats.org/drawingml/2006/main">
              <a:ext uri="{FF2B5EF4-FFF2-40B4-BE49-F238E27FC236}">
                <a16:creationId xmlns:a16="http://schemas.microsoft.com/office/drawing/2014/main" id="{245A6320-CE1D-4087-ACAF-3441D2DA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946189" y="1802215"/>
                </a:moveTo>
                <a:lnTo>
                  <a:pt x="8915400" y="1743075"/>
                </a:lnTo>
                <a:lnTo>
                  <a:pt x="8884611" y="180221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59" name="prediction-up3">
            <a:extLst xmlns:a="http://schemas.openxmlformats.org/drawingml/2006/main">
              <a:ext uri="{FF2B5EF4-FFF2-40B4-BE49-F238E27FC236}">
                <a16:creationId xmlns:a16="http://schemas.microsoft.com/office/drawing/2014/main" id="{EBA16E3D-38BD-48C9-BD75-1DBB2775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915400" y="933450"/>
                </a:moveTo>
                <a:lnTo>
                  <a:pt x="891540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60" name="prediction-up3head">
            <a:extLst xmlns:a="http://schemas.openxmlformats.org/drawingml/2006/main">
              <a:ext uri="{FF2B5EF4-FFF2-40B4-BE49-F238E27FC236}">
                <a16:creationId xmlns:a16="http://schemas.microsoft.com/office/drawing/2014/main" id="{A06D4D98-96D5-4D2C-9CD9-DE391D2A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946189" y="830665"/>
                </a:moveTo>
                <a:lnTo>
                  <a:pt x="8915400" y="771525"/>
                </a:lnTo>
                <a:lnTo>
                  <a:pt x="8884611" y="83066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1656B"/>
            </a:solidFill>
            <a:prstDash val="solid"/>
          </a:ln>
        </p:spPr>
      </p:sp>
      <p:sp>
        <p:nvSpPr>
          <p:cNvPr id="161" name="transition-label3">
            <a:extLst xmlns:a="http://schemas.openxmlformats.org/drawingml/2006/main">
              <a:ext uri="{FF2B5EF4-FFF2-40B4-BE49-F238E27FC236}">
                <a16:creationId xmlns:a16="http://schemas.microsoft.com/office/drawing/2014/main" id="{7BD3577C-EA33-41AF-8DB3-BA4FE003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628650"/>
            <a:ext cx="352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0">
                <a:solidFill>
                  <a:srgbClr val="3D8F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 i="0">
                <a:solidFill>
                  <a:srgbClr val="3D8F5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3D8F56"/>
                </a:solidFill>
                <a:latin typeface="Arial"/>
                <a:ea typeface="Arial"/>
                <a:cs typeface="Arial"/>
              </a:rPr>
              <a:t>t,p(t)</a:t>
            </a:r>
          </a:p>
        </p:txBody>
      </p:sp>
      <p:sp>
        <p:nvSpPr>
          <p:cNvPr id="162" name="timeline-bg-green">
            <a:extLst xmlns:a="http://schemas.openxmlformats.org/drawingml/2006/main">
              <a:ext uri="{FF2B5EF4-FFF2-40B4-BE49-F238E27FC236}">
                <a16:creationId xmlns:a16="http://schemas.microsoft.com/office/drawing/2014/main" id="{4EA9E7BB-556E-43EA-9E5A-B6443844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1425" y="323850"/>
            <a:ext cx="52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D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3" name="timeline-bg-blue">
            <a:extLst xmlns:a="http://schemas.openxmlformats.org/drawingml/2006/main">
              <a:ext uri="{FF2B5EF4-FFF2-40B4-BE49-F238E27FC236}">
                <a16:creationId xmlns:a16="http://schemas.microsoft.com/office/drawing/2014/main" id="{21858930-C4DA-4BE6-B556-1D987093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23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F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4" name="timeline-bg-pink">
            <a:extLst xmlns:a="http://schemas.openxmlformats.org/drawingml/2006/main">
              <a:ext uri="{FF2B5EF4-FFF2-40B4-BE49-F238E27FC236}">
                <a16:creationId xmlns:a16="http://schemas.microsoft.com/office/drawing/2014/main" id="{556D6BB2-3858-4B8A-B621-F23D82C3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3238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E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5" name="timeline">
            <a:extLst xmlns:a="http://schemas.openxmlformats.org/drawingml/2006/main">
              <a:ext uri="{FF2B5EF4-FFF2-40B4-BE49-F238E27FC236}">
                <a16:creationId xmlns:a16="http://schemas.microsoft.com/office/drawing/2014/main" id="{F50F865A-C963-4A13-A341-5B235BF2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7591425" y="447675"/>
                </a:moveTo>
                <a:lnTo>
                  <a:pt x="904875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0000"/>
            </a:solidFill>
            <a:prstDash val="solid"/>
          </a:ln>
        </p:spPr>
      </p:sp>
      <p:sp>
        <p:nvSpPr>
          <p:cNvPr id="166" name="timeline-head">
            <a:extLst xmlns:a="http://schemas.openxmlformats.org/drawingml/2006/main">
              <a:ext uri="{FF2B5EF4-FFF2-40B4-BE49-F238E27FC236}">
                <a16:creationId xmlns:a16="http://schemas.microsoft.com/office/drawing/2014/main" id="{E9EB6DE0-E373-44A3-8FF5-B7256804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9096375" y="447675"/>
                </a:moveTo>
                <a:lnTo>
                  <a:pt x="8943975" y="371475"/>
                </a:lnTo>
                <a:lnTo>
                  <a:pt x="8943975" y="5238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timeline-start">
            <a:extLst xmlns:a="http://schemas.openxmlformats.org/drawingml/2006/main">
              <a:ext uri="{FF2B5EF4-FFF2-40B4-BE49-F238E27FC236}">
                <a16:creationId xmlns:a16="http://schemas.microsoft.com/office/drawing/2014/main" id="{DC6552EA-9F5C-4C06-91A0-51162118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7591425" y="352425"/>
                </a:moveTo>
                <a:lnTo>
                  <a:pt x="7591425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0000"/>
            </a:solidFill>
            <a:prstDash val="solid"/>
          </a:ln>
        </p:spPr>
      </p:sp>
      <p:sp>
        <p:nvSpPr>
          <p:cNvPr id="168" name="transition-orange">
            <a:extLst xmlns:a="http://schemas.openxmlformats.org/drawingml/2006/main">
              <a:ext uri="{FF2B5EF4-FFF2-40B4-BE49-F238E27FC236}">
                <a16:creationId xmlns:a16="http://schemas.microsoft.com/office/drawing/2014/main" id="{5FC943F4-D17E-42BF-B507-866D793B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115300" y="304800"/>
                </a:moveTo>
                <a:lnTo>
                  <a:pt x="8020050" y="485775"/>
                </a:lnTo>
                <a:lnTo>
                  <a:pt x="8210550" y="485775"/>
                </a:lnTo>
                <a:close/>
              </a:path>
            </a:pathLst>
          </a:custGeom>
          <a:solidFill xmlns:a="http://schemas.openxmlformats.org/drawingml/2006/main">
            <a:srgbClr val="ED9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transition-blue">
            <a:extLst xmlns:a="http://schemas.openxmlformats.org/drawingml/2006/main">
              <a:ext uri="{FF2B5EF4-FFF2-40B4-BE49-F238E27FC236}">
                <a16:creationId xmlns:a16="http://schemas.microsoft.com/office/drawing/2014/main" id="{2F2BC6D9-7198-423B-BD47-4F86E816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591550" y="304800"/>
                </a:moveTo>
                <a:lnTo>
                  <a:pt x="8496300" y="485775"/>
                </a:lnTo>
                <a:lnTo>
                  <a:pt x="8686800" y="485775"/>
                </a:lnTo>
                <a:close/>
              </a:path>
            </a:pathLst>
          </a:custGeom>
          <a:solidFill xmlns:a="http://schemas.openxmlformats.org/drawingml/2006/main">
            <a:srgbClr val="478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orange-transition-route">
            <a:extLst xmlns:a="http://schemas.openxmlformats.org/drawingml/2006/main">
              <a:ext uri="{FF2B5EF4-FFF2-40B4-BE49-F238E27FC236}">
                <a16:creationId xmlns:a16="http://schemas.microsoft.com/office/drawing/2014/main" id="{2A8BC877-D510-47CA-B9F2-C619E844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7781925" y="628650"/>
                </a:moveTo>
                <a:lnTo>
                  <a:pt x="807720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61656B"/>
            </a:solidFill>
            <a:prstDash val="solid"/>
          </a:ln>
        </p:spPr>
      </p:sp>
      <p:sp>
        <p:nvSpPr>
          <p:cNvPr id="171" name="orange-transition-routehead">
            <a:extLst xmlns:a="http://schemas.openxmlformats.org/drawingml/2006/main">
              <a:ext uri="{FF2B5EF4-FFF2-40B4-BE49-F238E27FC236}">
                <a16:creationId xmlns:a16="http://schemas.microsoft.com/office/drawing/2014/main" id="{24BE50E5-4FB5-42BB-A33F-301C3B30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038768" y="530734"/>
                </a:moveTo>
                <a:lnTo>
                  <a:pt x="8077200" y="476250"/>
                </a:lnTo>
                <a:lnTo>
                  <a:pt x="8010525" y="476014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61656B"/>
            </a:solidFill>
            <a:prstDash val="solid"/>
          </a:ln>
        </p:spPr>
      </p:sp>
      <p:sp>
        <p:nvSpPr>
          <p:cNvPr id="172" name="blue-transition-route">
            <a:extLst xmlns:a="http://schemas.openxmlformats.org/drawingml/2006/main">
              <a:ext uri="{FF2B5EF4-FFF2-40B4-BE49-F238E27FC236}">
                <a16:creationId xmlns:a16="http://schemas.microsoft.com/office/drawing/2014/main" id="{BE771863-3610-49CE-895E-62536C75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553450" y="619125"/>
                </a:moveTo>
                <a:lnTo>
                  <a:pt x="8582025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61656B"/>
            </a:solidFill>
            <a:prstDash val="solid"/>
          </a:ln>
        </p:spPr>
      </p:sp>
      <p:sp>
        <p:nvSpPr>
          <p:cNvPr id="173" name="blue-transition-routehead">
            <a:extLst xmlns:a="http://schemas.openxmlformats.org/drawingml/2006/main">
              <a:ext uri="{FF2B5EF4-FFF2-40B4-BE49-F238E27FC236}">
                <a16:creationId xmlns:a16="http://schemas.microsoft.com/office/drawing/2014/main" id="{A7C5CA30-8DB2-43F7-8A2B-4E645941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277350" cy="3238500"/>
          </a:xfrm>
          <a:custGeom xmlns:a="http://schemas.openxmlformats.org/drawingml/2006/main">
            <a:pathLst>
              <a:path w="9277350" h="3238500">
                <a:moveTo>
                  <a:pt x="8599739" y="550054"/>
                </a:moveTo>
                <a:lnTo>
                  <a:pt x="8582025" y="485775"/>
                </a:lnTo>
                <a:lnTo>
                  <a:pt x="8539528" y="537151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61656B"/>
            </a:solidFill>
            <a:prstDash val="solid"/>
          </a:ln>
        </p:spPr>
      </p:sp>
      <p:sp>
        <p:nvSpPr>
          <p:cNvPr id="174" name="trajectory-label">
            <a:extLst xmlns:a="http://schemas.openxmlformats.org/drawingml/2006/main">
              <a:ext uri="{FF2B5EF4-FFF2-40B4-BE49-F238E27FC236}">
                <a16:creationId xmlns:a16="http://schemas.microsoft.com/office/drawing/2014/main" id="{8CDC10E6-7953-4D86-A8E6-A491489F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800350"/>
            <a:ext cx="1590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5565D"/>
                </a:solidFill>
                <a:latin typeface="Arial"/>
                <a:ea typeface="Arial"/>
                <a:cs typeface="Arial"/>
              </a:rPr>
              <a:t>Trajectory Encoder</a:t>
            </a:r>
          </a:p>
        </p:txBody>
      </p:sp>
      <p:sp>
        <p:nvSpPr>
          <p:cNvPr id="175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999C7C25-7C90-4CA7-8ECC-159F5C0A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028825"/>
            <a:ext cx="1590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5565D"/>
                </a:solidFill>
                <a:latin typeface="Arial"/>
                <a:ea typeface="Arial"/>
                <a:cs typeface="Arial"/>
              </a:rPr>
              <a:t>Boundary Decoder</a:t>
            </a:r>
          </a:p>
        </p:txBody>
      </p:sp>
      <p:sp>
        <p:nvSpPr>
          <p:cNvPr id="176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8E99CD34-5B72-4D88-B7C6-9CA07CB0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1085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55565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5565D"/>
                </a:solidFill>
                <a:latin typeface="Arial"/>
                <a:ea typeface="Arial"/>
                <a:cs typeface="Arial"/>
              </a:rPr>
              <a:t>Prediction Head</a:t>
            </a:r>
          </a:p>
        </p:txBody>
      </p:sp>
    </p:spTree>
    <p:extLst>
      <p:ext uri="{BB962C8B-B14F-4D97-AF65-F5344CB8AC3E}">
        <p14:creationId xmlns:p14="http://schemas.microsoft.com/office/powerpoint/2010/main" val="588469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2026-10-09T21:39:41.4010000Z</dcterms:created>
  <dcterms:modified xsi:type="dcterms:W3CDTF">2026-10-09T21:39:41.4020000Z</dcterms:modified>
</coreProperties>
</file>