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c529f7c4b346fa" /><Relationship Type="http://schemas.openxmlformats.org/officeDocument/2006/relationships/extended-properties" Target="/docProps/app.xml" Id="Rf618d361c5b34cfa" /><Relationship Type="http://schemas.openxmlformats.org/officeDocument/2006/relationships/officeDocument" Target="/ppt/presentation.xml" Id="R5e6da54050764f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89223a9c32e4d36"/>
  </p:sldMasterIdLst>
  <p:notesMasterIdLst>
    <p:notesMasterId xmlns:r="http://schemas.openxmlformats.org/officeDocument/2006/relationships" r:id="R119ff735c87d481e"/>
  </p:notesMasterIdLst>
  <p:sldIdLst>
    <p:sldId xmlns:r="http://schemas.openxmlformats.org/officeDocument/2006/relationships" id="256" r:id="R232b80994e1c4de6"/>
  </p:sldIdLst>
  <p:sldSz cx="11401425" cy="3429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1e70283df9144a8" /><Relationship Type="http://schemas.openxmlformats.org/officeDocument/2006/relationships/slideMaster" Target="/ppt/slideMasters/slideMaster1.xml" Id="R289223a9c32e4d36" /><Relationship Type="http://schemas.openxmlformats.org/officeDocument/2006/relationships/notesMaster" Target="/ppt/notesMasters/notesMaster1.xml" Id="R119ff735c87d481e" /><Relationship Type="http://schemas.openxmlformats.org/officeDocument/2006/relationships/presProps" Target="/ppt/presProps.xml" Id="R3361e847c4124fa1" /><Relationship Type="http://schemas.openxmlformats.org/officeDocument/2006/relationships/tableStyles" Target="/ppt/tableStyles.xml" Id="R94e06aa906cd4356" /><Relationship Type="http://schemas.openxmlformats.org/officeDocument/2006/relationships/slide" Target="/ppt/slides/slide1.xml" Id="R232b80994e1c4de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0dc483931ef40d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a9e74c7411d44f6" /><Relationship Type="http://schemas.openxmlformats.org/officeDocument/2006/relationships/notesMaster" Target="/ppt/notesMasters/notesMaster1.xml" Id="R2fc3fc28d81f49b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"Periodic Skill Discovery",</a:t>
            </a:r>
          </a:p>
          <a:p xmlns:a="http://schemas.openxmlformats.org/drawingml/2006/main">
            <a:r>
              <a:t>  "paper_url": "https://arxiv.org/abs/2511.03187v3",</a:t>
            </a:r>
          </a:p>
          <a:p xmlns:a="http://schemas.openxmlformats.org/drawingml/2006/main">
            <a:r>
              <a:t>  "figure": "Figure 1",</a:t>
            </a:r>
          </a:p>
          <a:p xmlns:a="http://schemas.openxmlformats.org/drawingml/2006/main">
            <a:r>
              <a:t>  "license": "http://creativecommons.org/licenses/by/4.0/",</a:t>
            </a:r>
          </a:p>
          <a:p xmlns:a="http://schemas.openxmlformats.org/drawingml/2006/main">
            <a:r>
              <a:t>  "notes": "Original vector geometry with native editable text and outline glyph paths for mathematical fonts. Native paths are not semantically attached connectors. Source comparison pending; no target application editing QA claimed.",</a:t>
            </a:r>
          </a:p>
          <a:p xmlns:a="http://schemas.openxmlformats.org/drawingml/2006/main">
            <a:r>
              <a:t>  "page": 2,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"source_sha256": "3d80b6e24e888d7a8498465dccdaf021bd46234ea913de70887c3c9b5b65bb72",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107,</a:t>
            </a:r>
          </a:p>
          <a:p xmlns:a="http://schemas.openxmlformats.org/drawingml/2006/main">
            <a:r>
              <a:t>    84,</a:t>
            </a:r>
          </a:p>
          <a:p xmlns:a="http://schemas.openxmlformats.org/drawingml/2006/main">
            <a:r>
              <a:t>    506,</a:t>
            </a:r>
          </a:p>
          <a:p xmlns:a="http://schemas.openxmlformats.org/drawingml/2006/main">
            <a:r>
              <a:t>    204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"extraction_review": "pending; native geometry extraction is not visual fidelity approval",</a:t>
            </a:r>
          </a:p>
          <a:p xmlns:a="http://schemas.openxmlformats.org/drawingml/2006/main">
            <a:r>
              <a:t>  "font_substitutions": "Arial or Courier New; source fonts recorded per text object",</a:t>
            </a:r>
          </a:p>
          <a:p xmlns:a="http://schemas.openxmlformats.org/drawingml/2006/main">
            <a:r>
              <a:t>  "outlined_font_families": [</a:t>
            </a:r>
          </a:p>
          <a:p xmlns:a="http://schemas.openxmlformats.org/drawingml/2006/main">
            <a:r>
              <a:t>    "CMM",</a:t>
            </a:r>
          </a:p>
          <a:p xmlns:a="http://schemas.openxmlformats.org/drawingml/2006/main">
            <a:r>
              <a:t>    "CMSY",</a:t>
            </a:r>
          </a:p>
          <a:p xmlns:a="http://schemas.openxmlformats.org/drawingml/2006/main">
            <a:r>
              <a:t>    "CMEX",</a:t>
            </a:r>
          </a:p>
          <a:p xmlns:a="http://schemas.openxmlformats.org/drawingml/2006/main">
            <a:r>
              <a:t>    "CMR",</a:t>
            </a:r>
          </a:p>
          <a:p xmlns:a="http://schemas.openxmlformats.org/drawingml/2006/main">
            <a:r>
              <a:t>    "CambriaMath",</a:t>
            </a:r>
          </a:p>
          <a:p xmlns:a="http://schemas.openxmlformats.org/drawingml/2006/main">
            <a:r>
              <a:t>    "Calibri"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"outlined_math_limit": "Selected source mathematical fonts preserved as editable glyph outlines, not live equation/text objects.",</a:t>
            </a:r>
          </a:p>
          <a:p xmlns:a="http://schemas.openxmlformats.org/drawingml/2006/main">
            <a:r>
              <a:t>  "extraction_warnings": [</a:t>
            </a:r>
          </a:p>
          <a:p xmlns:a="http://schemas.openxmlformats.org/drawingml/2006/main">
            <a:r>
              <a:t>    "14 source clipping groups intersect crop; extracted paths require explicit clipping review",</a:t>
            </a:r>
          </a:p>
          <a:p xmlns:a="http://schemas.openxmlformats.org/drawingml/2006/main">
            <a:r>
              <a:t>    "path crosses crop boundary: 0",</a:t>
            </a:r>
          </a:p>
          <a:p xmlns:a="http://schemas.openxmlformats.org/drawingml/2006/main">
            <a:r>
              <a:t>    "path crosses crop boundary: 11",</a:t>
            </a:r>
          </a:p>
          <a:p xmlns:a="http://schemas.openxmlformats.org/drawingml/2006/main">
            <a:r>
              <a:t>    "path crosses crop boundary: 288",</a:t>
            </a:r>
          </a:p>
          <a:p xmlns:a="http://schemas.openxmlformats.org/drawingml/2006/main">
            <a:r>
              <a:t>    "path crosses crop boundary: 431",</a:t>
            </a:r>
          </a:p>
          <a:p xmlns:a="http://schemas.openxmlformats.org/drawingml/2006/main">
            <a:r>
              <a:t>    "path crosses crop boundary: 562",</a:t>
            </a:r>
          </a:p>
          <a:p xmlns:a="http://schemas.openxmlformats.org/drawingml/2006/main">
            <a:r>
              <a:t>    "path crosses crop boundary: 694"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2be42c37ff446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2ff73de76049e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a5f369f5994a3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b9fe9703354d3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1e499f78fb42f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d991540bab401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2BB4AFB-8207-435B-8848-95A51466E1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40143" y="1295400"/>
            <a:ext cx="912114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9CAECE3-13D1-4ED0-BBFF-2E64E98F394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710214" y="1885950"/>
            <a:ext cx="798099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0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9BA95BF-7078-4130-8749-3DF8EDCBA1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40143" y="1428750"/>
            <a:ext cx="912114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D4D34B7-718B-4DFF-881C-70B31603E2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1330" y="266700"/>
            <a:ext cx="1011876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5123406-C6FD-4AE6-B4BD-134C5DC9E3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41330" y="952500"/>
            <a:ext cx="10118765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1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14300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har char="•"/>
            </a:lvl1pPr>
            <a:lvl2pPr marL="266700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har char="•"/>
            </a:lvl2pPr>
            <a:lvl3pPr marL="419100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har char="•"/>
            </a:lvl3pPr>
            <a:lvl4pPr marL="571500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har char="•"/>
            </a:lvl4pPr>
            <a:lvl5pPr marL="723900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har char="•"/>
            </a:lvl5pPr>
            <a:lvl6pPr marL="876300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har char="•"/>
            </a:lvl6pPr>
            <a:lvl7pPr marL="1028700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har char="•"/>
            </a:lvl7pPr>
            <a:lvl8pPr marL="1181100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har char="•"/>
            </a:lvl8pPr>
            <a:lvl9pPr marL="1333500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9B46B37-063D-4DDE-B986-F1CB9A2942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1330" y="266700"/>
            <a:ext cx="1011876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B4DADA0-823C-440D-BBE1-DB9C255E633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41330" y="952500"/>
            <a:ext cx="4703088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0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14300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har char="•"/>
            </a:lvl1pPr>
            <a:lvl2pPr marL="266700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har char="•"/>
            </a:lvl2pPr>
            <a:lvl3pPr marL="419100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har char="•"/>
            </a:lvl3pPr>
            <a:lvl4pPr marL="571500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har char="•"/>
            </a:lvl4pPr>
            <a:lvl5pPr marL="723900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har char="•"/>
            </a:lvl5pPr>
            <a:lvl6pPr marL="876300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har char="•"/>
            </a:lvl6pPr>
            <a:lvl7pPr marL="1028700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har char="•"/>
            </a:lvl7pPr>
            <a:lvl8pPr marL="1181100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har char="•"/>
            </a:lvl8pPr>
            <a:lvl9pPr marL="1333500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631B939-6BC8-483F-B619-52FAB7BF409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57007" y="952500"/>
            <a:ext cx="4703088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0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14300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har char="•"/>
            </a:lvl1pPr>
            <a:lvl2pPr marL="266700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har char="•"/>
            </a:lvl2pPr>
            <a:lvl3pPr marL="419100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har char="•"/>
            </a:lvl3pPr>
            <a:lvl4pPr marL="571500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har char="•"/>
            </a:lvl4pPr>
            <a:lvl5pPr marL="723900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har char="•"/>
            </a:lvl5pPr>
            <a:lvl6pPr marL="876300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har char="•"/>
            </a:lvl6pPr>
            <a:lvl7pPr marL="1028700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har char="•"/>
            </a:lvl7pPr>
            <a:lvl8pPr marL="1181100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har char="•"/>
            </a:lvl8pPr>
            <a:lvl9pPr marL="1333500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29F86F4-3A57-46BB-A174-6C05CF1895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1330" y="266700"/>
            <a:ext cx="1011876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97534F3-25F7-4A2F-8D3B-23C385983C3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41330" y="952500"/>
            <a:ext cx="4703088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1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14300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har char="•"/>
            </a:lvl1pPr>
            <a:lvl2pPr marL="266700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har char="•"/>
            </a:lvl2pPr>
            <a:lvl3pPr marL="419100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har char="•"/>
            </a:lvl3pPr>
            <a:lvl4pPr marL="571500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har char="•"/>
            </a:lvl4pPr>
            <a:lvl5pPr marL="723900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har char="•"/>
            </a:lvl5pPr>
            <a:lvl6pPr marL="876300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har char="•"/>
            </a:lvl6pPr>
            <a:lvl7pPr marL="1028700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har char="•"/>
            </a:lvl7pPr>
            <a:lvl8pPr marL="1181100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har char="•"/>
            </a:lvl8pPr>
            <a:lvl9pPr marL="1333500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fc510fa7e034b79" /><Relationship Type="http://schemas.openxmlformats.org/officeDocument/2006/relationships/slideLayout" Target="/ppt/slideLayouts/slideLayout1.xml" Id="R068ca17b68ad47fa" /><Relationship Type="http://schemas.openxmlformats.org/officeDocument/2006/relationships/slideLayout" Target="/ppt/slideLayouts/slideLayout2.xml" Id="Rd3ad4a4029ec4c25" /><Relationship Type="http://schemas.openxmlformats.org/officeDocument/2006/relationships/slideLayout" Target="/ppt/slideLayouts/slideLayout3.xml" Id="R2d757f39ce3845f1" /><Relationship Type="http://schemas.openxmlformats.org/officeDocument/2006/relationships/slideLayout" Target="/ppt/slideLayouts/slideLayout4.xml" Id="R97f748d833a34f63" /><Relationship Type="http://schemas.openxmlformats.org/officeDocument/2006/relationships/slideLayout" Target="/ppt/slideLayouts/slideLayout5.xml" Id="R4cacbb9fa46242b8" /><Relationship Type="http://schemas.openxmlformats.org/officeDocument/2006/relationships/slideLayout" Target="/ppt/slideLayouts/slideLayout6.xml" Id="R98b3eadffd5f49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8ca17b68ad47fa"/>
    <p:sldLayoutId xmlns:r="http://schemas.openxmlformats.org/officeDocument/2006/relationships" id="2147483650" r:id="Rd3ad4a4029ec4c25"/>
    <p:sldLayoutId xmlns:r="http://schemas.openxmlformats.org/officeDocument/2006/relationships" id="2147483651" r:id="R2d757f39ce3845f1"/>
    <p:sldLayoutId xmlns:r="http://schemas.openxmlformats.org/officeDocument/2006/relationships" id="2147483652" r:id="R97f748d833a34f63"/>
    <p:sldLayoutId xmlns:r="http://schemas.openxmlformats.org/officeDocument/2006/relationships" id="2147483653" r:id="R4cacbb9fa46242b8"/>
    <p:sldLayoutId xmlns:r="http://schemas.openxmlformats.org/officeDocument/2006/relationships" id="2147483654" r:id="R98b3eadffd5f49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5be06191914584" /><Relationship Type="http://schemas.openxmlformats.org/officeDocument/2006/relationships/notesSlide" Target="/ppt/notesSlides/notesSlide1.xml" Id="R7175593939604e7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2" name="pdf-path-1">
            <a:extLst xmlns:a="http://schemas.openxmlformats.org/drawingml/2006/main">
              <a:ext uri="{FF2B5EF4-FFF2-40B4-BE49-F238E27FC236}">
                <a16:creationId xmlns:a16="http://schemas.microsoft.com/office/drawing/2014/main" id="{0DF4A3AB-7541-4C90-A3B5-A1172F261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9558" y="2143438"/>
            <a:ext cx="1163579" cy="966237"/>
          </a:xfrm>
          <a:custGeom xmlns:a="http://schemas.openxmlformats.org/drawingml/2006/main">
            <a:pathLst>
              <a:path w="1163579" h="966237">
                <a:moveTo>
                  <a:pt x="0" y="966237"/>
                </a:moveTo>
                <a:lnTo>
                  <a:pt x="1163579" y="0"/>
                </a:lnTo>
              </a:path>
            </a:pathLst>
          </a:custGeom>
          <a:noFill xmlns:a="http://schemas.openxmlformats.org/drawingml/2006/main"/>
          <a:ln xmlns:a="http://schemas.openxmlformats.org/drawingml/2006/main" w="31662">
            <a:solidFill>
              <a:srgbClr val="7C9CD6">
                <a:alpha val="60000"/>
              </a:srgbClr>
            </a:solidFill>
            <a:prstDash val="dash"/>
          </a:ln>
        </p:spPr>
      </p:sp>
      <p:sp>
        <p:nvSpPr>
          <p:cNvPr id="2" name="pdf-path-2">
            <a:extLst xmlns:a="http://schemas.openxmlformats.org/drawingml/2006/main">
              <a:ext uri="{FF2B5EF4-FFF2-40B4-BE49-F238E27FC236}">
                <a16:creationId xmlns:a16="http://schemas.microsoft.com/office/drawing/2014/main" id="{CB217E3E-6215-4E16-9E48-AC9FA7FE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0163" y="3109129"/>
            <a:ext cx="575374" cy="63324"/>
          </a:xfrm>
          <a:custGeom xmlns:a="http://schemas.openxmlformats.org/drawingml/2006/main">
            <a:pathLst>
              <a:path w="575374" h="63324">
                <a:moveTo>
                  <a:pt x="543713" y="0"/>
                </a:moveTo>
                <a:lnTo>
                  <a:pt x="575374" y="0"/>
                </a:lnTo>
                <a:lnTo>
                  <a:pt x="575374" y="31662"/>
                </a:lnTo>
                <a:lnTo>
                  <a:pt x="543713" y="31662"/>
                </a:lnTo>
                <a:close/>
                <a:moveTo>
                  <a:pt x="480389" y="0"/>
                </a:moveTo>
                <a:lnTo>
                  <a:pt x="512051" y="0"/>
                </a:lnTo>
                <a:lnTo>
                  <a:pt x="512051" y="31662"/>
                </a:lnTo>
                <a:lnTo>
                  <a:pt x="480389" y="31662"/>
                </a:lnTo>
                <a:close/>
                <a:moveTo>
                  <a:pt x="417064" y="0"/>
                </a:moveTo>
                <a:lnTo>
                  <a:pt x="448726" y="0"/>
                </a:lnTo>
                <a:lnTo>
                  <a:pt x="448726" y="31662"/>
                </a:lnTo>
                <a:lnTo>
                  <a:pt x="417064" y="31662"/>
                </a:lnTo>
                <a:close/>
                <a:moveTo>
                  <a:pt x="353741" y="0"/>
                </a:moveTo>
                <a:lnTo>
                  <a:pt x="385402" y="0"/>
                </a:lnTo>
                <a:lnTo>
                  <a:pt x="385402" y="31662"/>
                </a:lnTo>
                <a:lnTo>
                  <a:pt x="353741" y="31662"/>
                </a:lnTo>
                <a:close/>
                <a:moveTo>
                  <a:pt x="290417" y="0"/>
                </a:moveTo>
                <a:lnTo>
                  <a:pt x="322079" y="0"/>
                </a:lnTo>
                <a:lnTo>
                  <a:pt x="322079" y="31662"/>
                </a:lnTo>
                <a:lnTo>
                  <a:pt x="290417" y="31662"/>
                </a:lnTo>
                <a:close/>
                <a:moveTo>
                  <a:pt x="227092" y="0"/>
                </a:moveTo>
                <a:lnTo>
                  <a:pt x="258754" y="0"/>
                </a:lnTo>
                <a:lnTo>
                  <a:pt x="258754" y="31662"/>
                </a:lnTo>
                <a:lnTo>
                  <a:pt x="227092" y="31662"/>
                </a:lnTo>
                <a:close/>
                <a:moveTo>
                  <a:pt x="163769" y="0"/>
                </a:moveTo>
                <a:lnTo>
                  <a:pt x="195430" y="0"/>
                </a:lnTo>
                <a:lnTo>
                  <a:pt x="195430" y="31662"/>
                </a:lnTo>
                <a:lnTo>
                  <a:pt x="163769" y="31662"/>
                </a:lnTo>
                <a:close/>
                <a:moveTo>
                  <a:pt x="100445" y="0"/>
                </a:moveTo>
                <a:lnTo>
                  <a:pt x="132107" y="0"/>
                </a:lnTo>
                <a:lnTo>
                  <a:pt x="132107" y="31662"/>
                </a:lnTo>
                <a:lnTo>
                  <a:pt x="100445" y="31662"/>
                </a:lnTo>
                <a:close/>
                <a:moveTo>
                  <a:pt x="94985" y="-31662"/>
                </a:moveTo>
                <a:lnTo>
                  <a:pt x="0" y="15831"/>
                </a:lnTo>
                <a:lnTo>
                  <a:pt x="94985" y="63324"/>
                </a:lnTo>
                <a:lnTo>
                  <a:pt x="94985" y="-31662"/>
                </a:lnTo>
              </a:path>
            </a:pathLst>
          </a:custGeom>
          <a:solidFill xmlns:a="http://schemas.openxmlformats.org/drawingml/2006/main">
            <a:srgbClr val="7C9CD6">
              <a:alpha val="6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df-path-3">
            <a:extLst xmlns:a="http://schemas.openxmlformats.org/drawingml/2006/main">
              <a:ext uri="{FF2B5EF4-FFF2-40B4-BE49-F238E27FC236}">
                <a16:creationId xmlns:a16="http://schemas.microsoft.com/office/drawing/2014/main" id="{16396173-9D1A-4612-8FD4-304CB5558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3654" y="2133612"/>
            <a:ext cx="1167307" cy="973334"/>
          </a:xfrm>
          <a:custGeom xmlns:a="http://schemas.openxmlformats.org/drawingml/2006/main">
            <a:pathLst>
              <a:path w="1167307" h="973334">
                <a:moveTo>
                  <a:pt x="1167307" y="97333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1662">
            <a:solidFill>
              <a:srgbClr val="7C9CD6">
                <a:alpha val="60000"/>
              </a:srgbClr>
            </a:solidFill>
            <a:prstDash val="dash"/>
          </a:ln>
        </p:spPr>
      </p:sp>
      <p:sp>
        <p:nvSpPr>
          <p:cNvPr id="4" name="pdf-path-4">
            <a:extLst xmlns:a="http://schemas.openxmlformats.org/drawingml/2006/main">
              <a:ext uri="{FF2B5EF4-FFF2-40B4-BE49-F238E27FC236}">
                <a16:creationId xmlns:a16="http://schemas.microsoft.com/office/drawing/2014/main" id="{01C10E2B-695E-491B-A704-42AF6256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0432" y="3109129"/>
            <a:ext cx="575375" cy="63324"/>
          </a:xfrm>
          <a:custGeom xmlns:a="http://schemas.openxmlformats.org/drawingml/2006/main">
            <a:pathLst>
              <a:path w="575375" h="63324">
                <a:moveTo>
                  <a:pt x="0" y="0"/>
                </a:moveTo>
                <a:lnTo>
                  <a:pt x="31662" y="0"/>
                </a:lnTo>
                <a:lnTo>
                  <a:pt x="31662" y="31662"/>
                </a:lnTo>
                <a:lnTo>
                  <a:pt x="0" y="31662"/>
                </a:lnTo>
                <a:close/>
                <a:moveTo>
                  <a:pt x="63324" y="0"/>
                </a:moveTo>
                <a:lnTo>
                  <a:pt x="94986" y="0"/>
                </a:lnTo>
                <a:lnTo>
                  <a:pt x="94986" y="31662"/>
                </a:lnTo>
                <a:lnTo>
                  <a:pt x="63324" y="31662"/>
                </a:lnTo>
                <a:close/>
                <a:moveTo>
                  <a:pt x="126648" y="0"/>
                </a:moveTo>
                <a:lnTo>
                  <a:pt x="158310" y="0"/>
                </a:lnTo>
                <a:lnTo>
                  <a:pt x="158310" y="31662"/>
                </a:lnTo>
                <a:lnTo>
                  <a:pt x="126648" y="31662"/>
                </a:lnTo>
                <a:close/>
                <a:moveTo>
                  <a:pt x="189972" y="0"/>
                </a:moveTo>
                <a:lnTo>
                  <a:pt x="221634" y="0"/>
                </a:lnTo>
                <a:lnTo>
                  <a:pt x="221634" y="31662"/>
                </a:lnTo>
                <a:lnTo>
                  <a:pt x="189972" y="31662"/>
                </a:lnTo>
                <a:close/>
                <a:moveTo>
                  <a:pt x="253296" y="0"/>
                </a:moveTo>
                <a:lnTo>
                  <a:pt x="284958" y="0"/>
                </a:lnTo>
                <a:lnTo>
                  <a:pt x="284958" y="31662"/>
                </a:lnTo>
                <a:lnTo>
                  <a:pt x="253296" y="31662"/>
                </a:lnTo>
                <a:close/>
                <a:moveTo>
                  <a:pt x="316620" y="0"/>
                </a:moveTo>
                <a:lnTo>
                  <a:pt x="348282" y="0"/>
                </a:lnTo>
                <a:lnTo>
                  <a:pt x="348282" y="31662"/>
                </a:lnTo>
                <a:lnTo>
                  <a:pt x="316620" y="31662"/>
                </a:lnTo>
                <a:close/>
                <a:moveTo>
                  <a:pt x="379944" y="0"/>
                </a:moveTo>
                <a:lnTo>
                  <a:pt x="411606" y="0"/>
                </a:lnTo>
                <a:lnTo>
                  <a:pt x="411606" y="31662"/>
                </a:lnTo>
                <a:lnTo>
                  <a:pt x="379944" y="31662"/>
                </a:lnTo>
                <a:close/>
                <a:moveTo>
                  <a:pt x="443268" y="0"/>
                </a:moveTo>
                <a:lnTo>
                  <a:pt x="474930" y="0"/>
                </a:lnTo>
                <a:lnTo>
                  <a:pt x="474930" y="31662"/>
                </a:lnTo>
                <a:lnTo>
                  <a:pt x="443268" y="31662"/>
                </a:lnTo>
                <a:close/>
                <a:moveTo>
                  <a:pt x="480389" y="-31662"/>
                </a:moveTo>
                <a:lnTo>
                  <a:pt x="575375" y="15831"/>
                </a:lnTo>
                <a:lnTo>
                  <a:pt x="480389" y="63324"/>
                </a:lnTo>
                <a:lnTo>
                  <a:pt x="480389" y="-31662"/>
                </a:lnTo>
              </a:path>
            </a:pathLst>
          </a:custGeom>
          <a:solidFill xmlns:a="http://schemas.openxmlformats.org/drawingml/2006/main">
            <a:srgbClr val="7C9CD6">
              <a:alpha val="6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df-path-5">
            <a:extLst xmlns:a="http://schemas.openxmlformats.org/drawingml/2006/main">
              <a:ext uri="{FF2B5EF4-FFF2-40B4-BE49-F238E27FC236}">
                <a16:creationId xmlns:a16="http://schemas.microsoft.com/office/drawing/2014/main" id="{1A42F3D9-3C19-477B-AA05-220D61A86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0163" y="1871036"/>
            <a:ext cx="1179684" cy="63324"/>
          </a:xfrm>
          <a:custGeom xmlns:a="http://schemas.openxmlformats.org/drawingml/2006/main">
            <a:pathLst>
              <a:path w="1179684" h="63324">
                <a:moveTo>
                  <a:pt x="1148020" y="0"/>
                </a:moveTo>
                <a:lnTo>
                  <a:pt x="1179684" y="0"/>
                </a:lnTo>
                <a:lnTo>
                  <a:pt x="1179684" y="31662"/>
                </a:lnTo>
                <a:lnTo>
                  <a:pt x="1148020" y="31662"/>
                </a:lnTo>
                <a:close/>
                <a:moveTo>
                  <a:pt x="1084696" y="0"/>
                </a:moveTo>
                <a:lnTo>
                  <a:pt x="1116358" y="0"/>
                </a:lnTo>
                <a:lnTo>
                  <a:pt x="1116358" y="31662"/>
                </a:lnTo>
                <a:lnTo>
                  <a:pt x="1084696" y="31662"/>
                </a:lnTo>
                <a:close/>
                <a:moveTo>
                  <a:pt x="1021373" y="0"/>
                </a:moveTo>
                <a:lnTo>
                  <a:pt x="1053034" y="0"/>
                </a:lnTo>
                <a:lnTo>
                  <a:pt x="1053034" y="31662"/>
                </a:lnTo>
                <a:lnTo>
                  <a:pt x="1021373" y="31662"/>
                </a:lnTo>
                <a:close/>
                <a:moveTo>
                  <a:pt x="958049" y="0"/>
                </a:moveTo>
                <a:lnTo>
                  <a:pt x="989711" y="0"/>
                </a:lnTo>
                <a:lnTo>
                  <a:pt x="989711" y="31662"/>
                </a:lnTo>
                <a:lnTo>
                  <a:pt x="958049" y="31662"/>
                </a:lnTo>
                <a:close/>
                <a:moveTo>
                  <a:pt x="894724" y="0"/>
                </a:moveTo>
                <a:lnTo>
                  <a:pt x="926386" y="0"/>
                </a:lnTo>
                <a:lnTo>
                  <a:pt x="926386" y="31662"/>
                </a:lnTo>
                <a:lnTo>
                  <a:pt x="894724" y="31662"/>
                </a:lnTo>
                <a:close/>
                <a:moveTo>
                  <a:pt x="831401" y="0"/>
                </a:moveTo>
                <a:lnTo>
                  <a:pt x="863062" y="0"/>
                </a:lnTo>
                <a:lnTo>
                  <a:pt x="863062" y="31662"/>
                </a:lnTo>
                <a:lnTo>
                  <a:pt x="831401" y="31662"/>
                </a:lnTo>
                <a:close/>
                <a:moveTo>
                  <a:pt x="768077" y="0"/>
                </a:moveTo>
                <a:lnTo>
                  <a:pt x="799739" y="0"/>
                </a:lnTo>
                <a:lnTo>
                  <a:pt x="799739" y="31662"/>
                </a:lnTo>
                <a:lnTo>
                  <a:pt x="768077" y="31662"/>
                </a:lnTo>
                <a:close/>
                <a:moveTo>
                  <a:pt x="704752" y="0"/>
                </a:moveTo>
                <a:lnTo>
                  <a:pt x="736414" y="0"/>
                </a:lnTo>
                <a:lnTo>
                  <a:pt x="736414" y="31662"/>
                </a:lnTo>
                <a:lnTo>
                  <a:pt x="704752" y="31662"/>
                </a:lnTo>
                <a:close/>
                <a:moveTo>
                  <a:pt x="641429" y="0"/>
                </a:moveTo>
                <a:lnTo>
                  <a:pt x="673090" y="0"/>
                </a:lnTo>
                <a:lnTo>
                  <a:pt x="673090" y="31662"/>
                </a:lnTo>
                <a:lnTo>
                  <a:pt x="641429" y="31662"/>
                </a:lnTo>
                <a:close/>
                <a:moveTo>
                  <a:pt x="578105" y="0"/>
                </a:moveTo>
                <a:lnTo>
                  <a:pt x="609767" y="0"/>
                </a:lnTo>
                <a:lnTo>
                  <a:pt x="609767" y="31662"/>
                </a:lnTo>
                <a:lnTo>
                  <a:pt x="578105" y="31662"/>
                </a:lnTo>
                <a:close/>
                <a:moveTo>
                  <a:pt x="514780" y="0"/>
                </a:moveTo>
                <a:lnTo>
                  <a:pt x="546442" y="0"/>
                </a:lnTo>
                <a:lnTo>
                  <a:pt x="546442" y="31662"/>
                </a:lnTo>
                <a:lnTo>
                  <a:pt x="514780" y="31662"/>
                </a:lnTo>
                <a:close/>
                <a:moveTo>
                  <a:pt x="451457" y="0"/>
                </a:moveTo>
                <a:lnTo>
                  <a:pt x="483118" y="0"/>
                </a:lnTo>
                <a:lnTo>
                  <a:pt x="483118" y="31662"/>
                </a:lnTo>
                <a:lnTo>
                  <a:pt x="451457" y="31662"/>
                </a:lnTo>
                <a:close/>
                <a:moveTo>
                  <a:pt x="388133" y="0"/>
                </a:moveTo>
                <a:lnTo>
                  <a:pt x="419795" y="0"/>
                </a:lnTo>
                <a:lnTo>
                  <a:pt x="419795" y="31662"/>
                </a:lnTo>
                <a:lnTo>
                  <a:pt x="388133" y="31662"/>
                </a:lnTo>
                <a:close/>
                <a:moveTo>
                  <a:pt x="324808" y="0"/>
                </a:moveTo>
                <a:lnTo>
                  <a:pt x="356470" y="0"/>
                </a:lnTo>
                <a:lnTo>
                  <a:pt x="356470" y="31662"/>
                </a:lnTo>
                <a:lnTo>
                  <a:pt x="324808" y="31662"/>
                </a:lnTo>
                <a:close/>
                <a:moveTo>
                  <a:pt x="261485" y="0"/>
                </a:moveTo>
                <a:lnTo>
                  <a:pt x="293146" y="0"/>
                </a:lnTo>
                <a:lnTo>
                  <a:pt x="293146" y="31662"/>
                </a:lnTo>
                <a:lnTo>
                  <a:pt x="261485" y="31662"/>
                </a:lnTo>
                <a:close/>
                <a:moveTo>
                  <a:pt x="198161" y="0"/>
                </a:moveTo>
                <a:lnTo>
                  <a:pt x="229823" y="0"/>
                </a:lnTo>
                <a:lnTo>
                  <a:pt x="229823" y="31662"/>
                </a:lnTo>
                <a:lnTo>
                  <a:pt x="198161" y="31662"/>
                </a:lnTo>
                <a:close/>
                <a:moveTo>
                  <a:pt x="134836" y="0"/>
                </a:moveTo>
                <a:lnTo>
                  <a:pt x="166499" y="0"/>
                </a:lnTo>
                <a:lnTo>
                  <a:pt x="166499" y="31662"/>
                </a:lnTo>
                <a:lnTo>
                  <a:pt x="134836" y="31662"/>
                </a:lnTo>
                <a:close/>
                <a:moveTo>
                  <a:pt x="79154" y="0"/>
                </a:moveTo>
                <a:lnTo>
                  <a:pt x="103174" y="0"/>
                </a:lnTo>
                <a:lnTo>
                  <a:pt x="103174" y="31662"/>
                </a:lnTo>
                <a:lnTo>
                  <a:pt x="79154" y="31662"/>
                </a:lnTo>
                <a:close/>
                <a:moveTo>
                  <a:pt x="94985" y="-31662"/>
                </a:moveTo>
                <a:lnTo>
                  <a:pt x="0" y="15831"/>
                </a:lnTo>
                <a:lnTo>
                  <a:pt x="94985" y="63324"/>
                </a:lnTo>
                <a:lnTo>
                  <a:pt x="94985" y="-31662"/>
                </a:lnTo>
              </a:path>
            </a:pathLst>
          </a:custGeom>
          <a:solidFill xmlns:a="http://schemas.openxmlformats.org/drawingml/2006/main">
            <a:srgbClr val="816DB3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df-path-6">
            <a:extLst xmlns:a="http://schemas.openxmlformats.org/drawingml/2006/main">
              <a:ext uri="{FF2B5EF4-FFF2-40B4-BE49-F238E27FC236}">
                <a16:creationId xmlns:a16="http://schemas.microsoft.com/office/drawing/2014/main" id="{56518ED8-C6A1-4034-9CFB-3CB32207B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303" y="1871036"/>
            <a:ext cx="1179047" cy="63324"/>
          </a:xfrm>
          <a:custGeom xmlns:a="http://schemas.openxmlformats.org/drawingml/2006/main">
            <a:pathLst>
              <a:path w="1179047" h="63324">
                <a:moveTo>
                  <a:pt x="0" y="0"/>
                </a:moveTo>
                <a:lnTo>
                  <a:pt x="31662" y="0"/>
                </a:lnTo>
                <a:lnTo>
                  <a:pt x="31662" y="31662"/>
                </a:lnTo>
                <a:lnTo>
                  <a:pt x="0" y="31662"/>
                </a:lnTo>
                <a:close/>
                <a:moveTo>
                  <a:pt x="63324" y="0"/>
                </a:moveTo>
                <a:lnTo>
                  <a:pt x="94986" y="0"/>
                </a:lnTo>
                <a:lnTo>
                  <a:pt x="94986" y="31662"/>
                </a:lnTo>
                <a:lnTo>
                  <a:pt x="63324" y="31662"/>
                </a:lnTo>
                <a:close/>
                <a:moveTo>
                  <a:pt x="126648" y="0"/>
                </a:moveTo>
                <a:lnTo>
                  <a:pt x="158312" y="0"/>
                </a:lnTo>
                <a:lnTo>
                  <a:pt x="158312" y="31662"/>
                </a:lnTo>
                <a:lnTo>
                  <a:pt x="126648" y="31662"/>
                </a:lnTo>
                <a:close/>
                <a:moveTo>
                  <a:pt x="189972" y="0"/>
                </a:moveTo>
                <a:lnTo>
                  <a:pt x="221634" y="0"/>
                </a:lnTo>
                <a:lnTo>
                  <a:pt x="221634" y="31662"/>
                </a:lnTo>
                <a:lnTo>
                  <a:pt x="189972" y="31662"/>
                </a:lnTo>
                <a:close/>
                <a:moveTo>
                  <a:pt x="253296" y="0"/>
                </a:moveTo>
                <a:lnTo>
                  <a:pt x="284958" y="0"/>
                </a:lnTo>
                <a:lnTo>
                  <a:pt x="284958" y="31662"/>
                </a:lnTo>
                <a:lnTo>
                  <a:pt x="253296" y="31662"/>
                </a:lnTo>
                <a:close/>
                <a:moveTo>
                  <a:pt x="316620" y="0"/>
                </a:moveTo>
                <a:lnTo>
                  <a:pt x="348282" y="0"/>
                </a:lnTo>
                <a:lnTo>
                  <a:pt x="348282" y="31662"/>
                </a:lnTo>
                <a:lnTo>
                  <a:pt x="316620" y="31662"/>
                </a:lnTo>
                <a:close/>
                <a:moveTo>
                  <a:pt x="379944" y="0"/>
                </a:moveTo>
                <a:lnTo>
                  <a:pt x="411606" y="0"/>
                </a:lnTo>
                <a:lnTo>
                  <a:pt x="411606" y="31662"/>
                </a:lnTo>
                <a:lnTo>
                  <a:pt x="379944" y="31662"/>
                </a:lnTo>
                <a:close/>
                <a:moveTo>
                  <a:pt x="443268" y="0"/>
                </a:moveTo>
                <a:lnTo>
                  <a:pt x="474930" y="0"/>
                </a:lnTo>
                <a:lnTo>
                  <a:pt x="474930" y="31662"/>
                </a:lnTo>
                <a:lnTo>
                  <a:pt x="443268" y="31662"/>
                </a:lnTo>
                <a:close/>
                <a:moveTo>
                  <a:pt x="506592" y="0"/>
                </a:moveTo>
                <a:lnTo>
                  <a:pt x="538254" y="0"/>
                </a:lnTo>
                <a:lnTo>
                  <a:pt x="538254" y="31662"/>
                </a:lnTo>
                <a:lnTo>
                  <a:pt x="506592" y="31662"/>
                </a:lnTo>
                <a:close/>
                <a:moveTo>
                  <a:pt x="569916" y="0"/>
                </a:moveTo>
                <a:lnTo>
                  <a:pt x="601578" y="0"/>
                </a:lnTo>
                <a:lnTo>
                  <a:pt x="601578" y="31662"/>
                </a:lnTo>
                <a:lnTo>
                  <a:pt x="569916" y="31662"/>
                </a:lnTo>
                <a:close/>
                <a:moveTo>
                  <a:pt x="633240" y="0"/>
                </a:moveTo>
                <a:lnTo>
                  <a:pt x="664902" y="0"/>
                </a:lnTo>
                <a:lnTo>
                  <a:pt x="664902" y="31662"/>
                </a:lnTo>
                <a:lnTo>
                  <a:pt x="633240" y="31662"/>
                </a:lnTo>
                <a:close/>
                <a:moveTo>
                  <a:pt x="696564" y="0"/>
                </a:moveTo>
                <a:lnTo>
                  <a:pt x="728226" y="0"/>
                </a:lnTo>
                <a:lnTo>
                  <a:pt x="728226" y="31662"/>
                </a:lnTo>
                <a:lnTo>
                  <a:pt x="696564" y="31662"/>
                </a:lnTo>
                <a:close/>
                <a:moveTo>
                  <a:pt x="759889" y="0"/>
                </a:moveTo>
                <a:lnTo>
                  <a:pt x="791551" y="0"/>
                </a:lnTo>
                <a:lnTo>
                  <a:pt x="791551" y="31662"/>
                </a:lnTo>
                <a:lnTo>
                  <a:pt x="759889" y="31662"/>
                </a:lnTo>
                <a:close/>
                <a:moveTo>
                  <a:pt x="823213" y="0"/>
                </a:moveTo>
                <a:lnTo>
                  <a:pt x="854875" y="0"/>
                </a:lnTo>
                <a:lnTo>
                  <a:pt x="854875" y="31662"/>
                </a:lnTo>
                <a:lnTo>
                  <a:pt x="823213" y="31662"/>
                </a:lnTo>
                <a:close/>
                <a:moveTo>
                  <a:pt x="886537" y="0"/>
                </a:moveTo>
                <a:lnTo>
                  <a:pt x="918199" y="0"/>
                </a:lnTo>
                <a:lnTo>
                  <a:pt x="918199" y="31662"/>
                </a:lnTo>
                <a:lnTo>
                  <a:pt x="886537" y="31662"/>
                </a:lnTo>
                <a:close/>
                <a:moveTo>
                  <a:pt x="949861" y="0"/>
                </a:moveTo>
                <a:lnTo>
                  <a:pt x="981523" y="0"/>
                </a:lnTo>
                <a:lnTo>
                  <a:pt x="981523" y="31662"/>
                </a:lnTo>
                <a:lnTo>
                  <a:pt x="949861" y="31662"/>
                </a:lnTo>
                <a:close/>
                <a:moveTo>
                  <a:pt x="1013185" y="0"/>
                </a:moveTo>
                <a:lnTo>
                  <a:pt x="1044847" y="0"/>
                </a:lnTo>
                <a:lnTo>
                  <a:pt x="1044847" y="31662"/>
                </a:lnTo>
                <a:lnTo>
                  <a:pt x="1013185" y="31662"/>
                </a:lnTo>
                <a:close/>
                <a:moveTo>
                  <a:pt x="1076509" y="0"/>
                </a:moveTo>
                <a:lnTo>
                  <a:pt x="1099892" y="0"/>
                </a:lnTo>
                <a:lnTo>
                  <a:pt x="1099892" y="31662"/>
                </a:lnTo>
                <a:lnTo>
                  <a:pt x="1076509" y="31662"/>
                </a:lnTo>
                <a:close/>
                <a:moveTo>
                  <a:pt x="1084061" y="-31662"/>
                </a:moveTo>
                <a:lnTo>
                  <a:pt x="1179047" y="15831"/>
                </a:lnTo>
                <a:lnTo>
                  <a:pt x="1084061" y="63324"/>
                </a:lnTo>
                <a:lnTo>
                  <a:pt x="1084061" y="-31662"/>
                </a:lnTo>
              </a:path>
            </a:pathLst>
          </a:custGeom>
          <a:solidFill xmlns:a="http://schemas.openxmlformats.org/drawingml/2006/main">
            <a:srgbClr val="816DB3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df-path-7">
            <a:extLst xmlns:a="http://schemas.openxmlformats.org/drawingml/2006/main">
              <a:ext uri="{FF2B5EF4-FFF2-40B4-BE49-F238E27FC236}">
                <a16:creationId xmlns:a16="http://schemas.microsoft.com/office/drawing/2014/main" id="{99009186-952D-4806-9EFA-883CDD1D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258" y="866312"/>
            <a:ext cx="162496" cy="163496"/>
          </a:xfrm>
          <a:custGeom xmlns:a="http://schemas.openxmlformats.org/drawingml/2006/main">
            <a:pathLst>
              <a:path w="162496" h="163496">
                <a:moveTo>
                  <a:pt x="110454" y="0"/>
                </a:moveTo>
                <a:lnTo>
                  <a:pt x="162496" y="163496"/>
                </a:lnTo>
                <a:lnTo>
                  <a:pt x="0" y="108543"/>
                </a:lnTo>
                <a:lnTo>
                  <a:pt x="110454" y="0"/>
                </a:lnTo>
              </a:path>
            </a:pathLst>
          </a:custGeom>
          <a:solidFill xmlns:a="http://schemas.openxmlformats.org/drawingml/2006/main">
            <a:srgbClr val="CB297B"/>
          </a:solidFill>
          <a:ln xmlns:a="http://schemas.openxmlformats.org/drawingml/2006/main" w="9098">
            <a:solidFill>
              <a:srgbClr val="CB297B"/>
            </a:solidFill>
            <a:prstDash val="solid"/>
          </a:ln>
        </p:spPr>
      </p:sp>
      <p:sp>
        <p:nvSpPr>
          <p:cNvPr id="8" name="pdf-path-9">
            <a:extLst xmlns:a="http://schemas.openxmlformats.org/drawingml/2006/main">
              <a:ext uri="{FF2B5EF4-FFF2-40B4-BE49-F238E27FC236}">
                <a16:creationId xmlns:a16="http://schemas.microsoft.com/office/drawing/2014/main" id="{0015358B-8682-4AAC-8AB5-3C57585DE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4530" y="863583"/>
            <a:ext cx="110451" cy="108451"/>
          </a:xfrm>
          <a:custGeom xmlns:a="http://schemas.openxmlformats.org/drawingml/2006/main">
            <a:pathLst>
              <a:path w="110451" h="108451">
                <a:moveTo>
                  <a:pt x="110451" y="0"/>
                </a:moveTo>
                <a:lnTo>
                  <a:pt x="101354" y="101173"/>
                </a:lnTo>
                <a:lnTo>
                  <a:pt x="0" y="108451"/>
                </a:lnTo>
                <a:lnTo>
                  <a:pt x="110451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098">
            <a:solidFill>
              <a:srgbClr val="FFFFFF"/>
            </a:solidFill>
            <a:prstDash val="solid"/>
          </a:ln>
        </p:spPr>
      </p:sp>
      <p:sp>
        <p:nvSpPr>
          <p:cNvPr id="9" name="pdf-path-12">
            <a:extLst xmlns:a="http://schemas.openxmlformats.org/drawingml/2006/main">
              <a:ext uri="{FF2B5EF4-FFF2-40B4-BE49-F238E27FC236}">
                <a16:creationId xmlns:a16="http://schemas.microsoft.com/office/drawing/2014/main" id="{9E09365B-58B6-4BB2-8927-B9A4F5ADD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3" y="2817166"/>
            <a:ext cx="118914" cy="167681"/>
          </a:xfrm>
          <a:custGeom xmlns:a="http://schemas.openxmlformats.org/drawingml/2006/main">
            <a:pathLst>
              <a:path w="118914" h="167681">
                <a:moveTo>
                  <a:pt x="109908" y="116822"/>
                </a:moveTo>
                <a:lnTo>
                  <a:pt x="32208" y="11645"/>
                </a:lnTo>
                <a:cubicBezTo>
                  <a:pt x="23565" y="0"/>
                  <a:pt x="15376" y="727"/>
                  <a:pt x="7643" y="13738"/>
                </a:cubicBezTo>
                <a:cubicBezTo>
                  <a:pt x="0" y="26839"/>
                  <a:pt x="455" y="39213"/>
                  <a:pt x="9098" y="50859"/>
                </a:cubicBezTo>
                <a:lnTo>
                  <a:pt x="86707" y="156035"/>
                </a:lnTo>
                <a:cubicBezTo>
                  <a:pt x="95350" y="167681"/>
                  <a:pt x="103539" y="167044"/>
                  <a:pt x="111272" y="153942"/>
                </a:cubicBezTo>
                <a:cubicBezTo>
                  <a:pt x="118914" y="140841"/>
                  <a:pt x="118460" y="128468"/>
                  <a:pt x="109908" y="116822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10" name="pdf-path-14">
            <a:extLst xmlns:a="http://schemas.openxmlformats.org/drawingml/2006/main">
              <a:ext uri="{FF2B5EF4-FFF2-40B4-BE49-F238E27FC236}">
                <a16:creationId xmlns:a16="http://schemas.microsoft.com/office/drawing/2014/main" id="{2E2B7A28-DED0-4C1A-9A4C-3A97327FE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767" y="2952002"/>
            <a:ext cx="148848" cy="148393"/>
          </a:xfrm>
          <a:custGeom xmlns:a="http://schemas.openxmlformats.org/drawingml/2006/main">
            <a:pathLst>
              <a:path w="148848" h="148393">
                <a:moveTo>
                  <a:pt x="28841" y="140205"/>
                </a:moveTo>
                <a:lnTo>
                  <a:pt x="136201" y="54590"/>
                </a:lnTo>
                <a:cubicBezTo>
                  <a:pt x="146482" y="46402"/>
                  <a:pt x="148848" y="34574"/>
                  <a:pt x="143480" y="19107"/>
                </a:cubicBezTo>
                <a:cubicBezTo>
                  <a:pt x="138021" y="3640"/>
                  <a:pt x="130196" y="0"/>
                  <a:pt x="120006" y="8189"/>
                </a:cubicBezTo>
                <a:lnTo>
                  <a:pt x="12646" y="93894"/>
                </a:lnTo>
                <a:cubicBezTo>
                  <a:pt x="2365" y="102083"/>
                  <a:pt x="0" y="113820"/>
                  <a:pt x="5368" y="129287"/>
                </a:cubicBezTo>
                <a:cubicBezTo>
                  <a:pt x="10827" y="144754"/>
                  <a:pt x="18560" y="148393"/>
                  <a:pt x="28841" y="140205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11" name="pdf-path-16">
            <a:extLst xmlns:a="http://schemas.openxmlformats.org/drawingml/2006/main">
              <a:ext uri="{FF2B5EF4-FFF2-40B4-BE49-F238E27FC236}">
                <a16:creationId xmlns:a16="http://schemas.microsoft.com/office/drawing/2014/main" id="{070367C2-E32D-4B4B-A164-15D5F609A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87" y="3067550"/>
            <a:ext cx="153670" cy="174141"/>
          </a:xfrm>
          <a:custGeom xmlns:a="http://schemas.openxmlformats.org/drawingml/2006/main">
            <a:pathLst>
              <a:path w="153670" h="174141">
                <a:moveTo>
                  <a:pt x="24475" y="166317"/>
                </a:moveTo>
                <a:lnTo>
                  <a:pt x="144845" y="42489"/>
                </a:lnTo>
                <a:cubicBezTo>
                  <a:pt x="152487" y="34573"/>
                  <a:pt x="153670" y="24929"/>
                  <a:pt x="148484" y="13375"/>
                </a:cubicBezTo>
                <a:cubicBezTo>
                  <a:pt x="143298" y="1820"/>
                  <a:pt x="136839" y="0"/>
                  <a:pt x="129196" y="7824"/>
                </a:cubicBezTo>
                <a:lnTo>
                  <a:pt x="8826" y="131653"/>
                </a:lnTo>
                <a:cubicBezTo>
                  <a:pt x="1183" y="139477"/>
                  <a:pt x="0" y="149212"/>
                  <a:pt x="5186" y="160767"/>
                </a:cubicBezTo>
                <a:cubicBezTo>
                  <a:pt x="10372" y="172322"/>
                  <a:pt x="16833" y="174141"/>
                  <a:pt x="24475" y="166317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12" name="pdf-path-18">
            <a:extLst xmlns:a="http://schemas.openxmlformats.org/drawingml/2006/main">
              <a:ext uri="{FF2B5EF4-FFF2-40B4-BE49-F238E27FC236}">
                <a16:creationId xmlns:a16="http://schemas.microsoft.com/office/drawing/2014/main" id="{A0BCC9C7-7912-48BE-9830-E94C93619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65" y="3197109"/>
            <a:ext cx="69056" cy="62505"/>
          </a:xfrm>
          <a:custGeom xmlns:a="http://schemas.openxmlformats.org/drawingml/2006/main">
            <a:pathLst>
              <a:path w="69056" h="62505">
                <a:moveTo>
                  <a:pt x="48403" y="273"/>
                </a:moveTo>
                <a:lnTo>
                  <a:pt x="20744" y="91"/>
                </a:lnTo>
                <a:cubicBezTo>
                  <a:pt x="7006" y="0"/>
                  <a:pt x="91" y="10281"/>
                  <a:pt x="0" y="31025"/>
                </a:cubicBezTo>
                <a:cubicBezTo>
                  <a:pt x="0" y="51770"/>
                  <a:pt x="6824" y="62142"/>
                  <a:pt x="20653" y="62233"/>
                </a:cubicBezTo>
                <a:lnTo>
                  <a:pt x="48221" y="62415"/>
                </a:lnTo>
                <a:cubicBezTo>
                  <a:pt x="61959" y="62505"/>
                  <a:pt x="68874" y="52225"/>
                  <a:pt x="68965" y="31480"/>
                </a:cubicBezTo>
                <a:cubicBezTo>
                  <a:pt x="69056" y="10737"/>
                  <a:pt x="62141" y="365"/>
                  <a:pt x="48403" y="273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13" name="pdf-path-20">
            <a:extLst xmlns:a="http://schemas.openxmlformats.org/drawingml/2006/main">
              <a:ext uri="{FF2B5EF4-FFF2-40B4-BE49-F238E27FC236}">
                <a16:creationId xmlns:a16="http://schemas.microsoft.com/office/drawing/2014/main" id="{4A701033-A9C1-4310-811F-E16ACCC82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422" y="2956824"/>
            <a:ext cx="133017" cy="181875"/>
          </a:xfrm>
          <a:custGeom xmlns:a="http://schemas.openxmlformats.org/drawingml/2006/main">
            <a:pathLst>
              <a:path w="133017" h="181875">
                <a:moveTo>
                  <a:pt x="123646" y="130833"/>
                </a:moveTo>
                <a:lnTo>
                  <a:pt x="31935" y="11373"/>
                </a:lnTo>
                <a:cubicBezTo>
                  <a:pt x="23200" y="0"/>
                  <a:pt x="15012" y="910"/>
                  <a:pt x="7551" y="14193"/>
                </a:cubicBezTo>
                <a:cubicBezTo>
                  <a:pt x="0" y="27386"/>
                  <a:pt x="637" y="39669"/>
                  <a:pt x="9371" y="51041"/>
                </a:cubicBezTo>
                <a:lnTo>
                  <a:pt x="101082" y="170502"/>
                </a:lnTo>
                <a:cubicBezTo>
                  <a:pt x="109816" y="181875"/>
                  <a:pt x="118005" y="180874"/>
                  <a:pt x="125465" y="167681"/>
                </a:cubicBezTo>
                <a:cubicBezTo>
                  <a:pt x="133017" y="154489"/>
                  <a:pt x="132380" y="142206"/>
                  <a:pt x="123646" y="130833"/>
                </a:cubicBezTo>
              </a:path>
            </a:pathLst>
          </a:custGeom>
          <a:solidFill xmlns:a="http://schemas.openxmlformats.org/drawingml/2006/main">
            <a:srgbClr val="B24D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14" name="pdf-path-22">
            <a:extLst xmlns:a="http://schemas.openxmlformats.org/drawingml/2006/main">
              <a:ext uri="{FF2B5EF4-FFF2-40B4-BE49-F238E27FC236}">
                <a16:creationId xmlns:a16="http://schemas.microsoft.com/office/drawing/2014/main" id="{3DE9DEED-2DBB-4563-8CC1-1EF8D0D10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666" y="3107946"/>
            <a:ext cx="165225" cy="140114"/>
          </a:xfrm>
          <a:custGeom xmlns:a="http://schemas.openxmlformats.org/drawingml/2006/main">
            <a:pathLst>
              <a:path w="165225" h="140114">
                <a:moveTo>
                  <a:pt x="22018" y="134382"/>
                </a:moveTo>
                <a:lnTo>
                  <a:pt x="154488" y="44036"/>
                </a:lnTo>
                <a:cubicBezTo>
                  <a:pt x="162859" y="38304"/>
                  <a:pt x="165225" y="29024"/>
                  <a:pt x="161403" y="16286"/>
                </a:cubicBezTo>
                <a:cubicBezTo>
                  <a:pt x="157673" y="3549"/>
                  <a:pt x="151577" y="0"/>
                  <a:pt x="143207" y="5732"/>
                </a:cubicBezTo>
                <a:lnTo>
                  <a:pt x="10736" y="96078"/>
                </a:lnTo>
                <a:cubicBezTo>
                  <a:pt x="2365" y="101810"/>
                  <a:pt x="0" y="111090"/>
                  <a:pt x="3730" y="123827"/>
                </a:cubicBezTo>
                <a:cubicBezTo>
                  <a:pt x="7551" y="136656"/>
                  <a:pt x="13647" y="140114"/>
                  <a:pt x="22018" y="134382"/>
                </a:cubicBezTo>
              </a:path>
            </a:pathLst>
          </a:custGeom>
          <a:solidFill xmlns:a="http://schemas.openxmlformats.org/drawingml/2006/main">
            <a:srgbClr val="B24D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15" name="pdf-path-24">
            <a:extLst xmlns:a="http://schemas.openxmlformats.org/drawingml/2006/main">
              <a:ext uri="{FF2B5EF4-FFF2-40B4-BE49-F238E27FC236}">
                <a16:creationId xmlns:a16="http://schemas.microsoft.com/office/drawing/2014/main" id="{4DF244CA-FE61-4CC2-A1E4-116183499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747" y="3223222"/>
            <a:ext cx="59867" cy="112364"/>
          </a:xfrm>
          <a:custGeom xmlns:a="http://schemas.openxmlformats.org/drawingml/2006/main">
            <a:pathLst>
              <a:path w="59867" h="112364">
                <a:moveTo>
                  <a:pt x="54135" y="62141"/>
                </a:moveTo>
                <a:lnTo>
                  <a:pt x="42853" y="24111"/>
                </a:lnTo>
                <a:cubicBezTo>
                  <a:pt x="37212" y="5095"/>
                  <a:pt x="28114" y="0"/>
                  <a:pt x="15740" y="8643"/>
                </a:cubicBezTo>
                <a:cubicBezTo>
                  <a:pt x="3367" y="17378"/>
                  <a:pt x="0" y="31207"/>
                  <a:pt x="5641" y="50223"/>
                </a:cubicBezTo>
                <a:lnTo>
                  <a:pt x="16923" y="88162"/>
                </a:lnTo>
                <a:cubicBezTo>
                  <a:pt x="22655" y="107178"/>
                  <a:pt x="31662" y="112364"/>
                  <a:pt x="44035" y="103720"/>
                </a:cubicBezTo>
                <a:cubicBezTo>
                  <a:pt x="56501" y="94986"/>
                  <a:pt x="59867" y="81157"/>
                  <a:pt x="54135" y="62141"/>
                </a:cubicBezTo>
              </a:path>
            </a:pathLst>
          </a:custGeom>
          <a:solidFill xmlns:a="http://schemas.openxmlformats.org/drawingml/2006/main">
            <a:srgbClr val="B24D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16" name="pdf-path-26">
            <a:extLst xmlns:a="http://schemas.openxmlformats.org/drawingml/2006/main">
              <a:ext uri="{FF2B5EF4-FFF2-40B4-BE49-F238E27FC236}">
                <a16:creationId xmlns:a16="http://schemas.microsoft.com/office/drawing/2014/main" id="{B1858B6C-718F-4A50-8DB0-05E183A8B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41" y="2810888"/>
            <a:ext cx="113091" cy="173959"/>
          </a:xfrm>
          <a:custGeom xmlns:a="http://schemas.openxmlformats.org/drawingml/2006/main">
            <a:pathLst>
              <a:path w="113091" h="173959">
                <a:moveTo>
                  <a:pt x="105085" y="124646"/>
                </a:moveTo>
                <a:lnTo>
                  <a:pt x="32663" y="12556"/>
                </a:lnTo>
                <a:cubicBezTo>
                  <a:pt x="24565" y="90"/>
                  <a:pt x="16468" y="0"/>
                  <a:pt x="8279" y="12191"/>
                </a:cubicBezTo>
                <a:cubicBezTo>
                  <a:pt x="91" y="24474"/>
                  <a:pt x="0" y="36848"/>
                  <a:pt x="8098" y="49312"/>
                </a:cubicBezTo>
                <a:lnTo>
                  <a:pt x="80519" y="161403"/>
                </a:lnTo>
                <a:cubicBezTo>
                  <a:pt x="88526" y="173868"/>
                  <a:pt x="96624" y="173959"/>
                  <a:pt x="104812" y="161767"/>
                </a:cubicBezTo>
                <a:cubicBezTo>
                  <a:pt x="113001" y="149485"/>
                  <a:pt x="113091" y="137110"/>
                  <a:pt x="105085" y="124646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17" name="pdf-path-28">
            <a:extLst xmlns:a="http://schemas.openxmlformats.org/drawingml/2006/main">
              <a:ext uri="{FF2B5EF4-FFF2-40B4-BE49-F238E27FC236}">
                <a16:creationId xmlns:a16="http://schemas.microsoft.com/office/drawing/2014/main" id="{B68298F2-DBEF-4962-963C-F6E6C2B67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682" y="2953094"/>
            <a:ext cx="150031" cy="143843"/>
          </a:xfrm>
          <a:custGeom xmlns:a="http://schemas.openxmlformats.org/drawingml/2006/main">
            <a:pathLst>
              <a:path w="150031" h="143843">
                <a:moveTo>
                  <a:pt x="28477" y="136019"/>
                </a:moveTo>
                <a:lnTo>
                  <a:pt x="137111" y="54407"/>
                </a:lnTo>
                <a:cubicBezTo>
                  <a:pt x="147392" y="46673"/>
                  <a:pt x="150031" y="35028"/>
                  <a:pt x="144845" y="19470"/>
                </a:cubicBezTo>
                <a:cubicBezTo>
                  <a:pt x="139658" y="3912"/>
                  <a:pt x="131925" y="0"/>
                  <a:pt x="121553" y="7824"/>
                </a:cubicBezTo>
                <a:lnTo>
                  <a:pt x="12919" y="89436"/>
                </a:lnTo>
                <a:cubicBezTo>
                  <a:pt x="2547" y="97169"/>
                  <a:pt x="0" y="108815"/>
                  <a:pt x="5186" y="124373"/>
                </a:cubicBezTo>
                <a:cubicBezTo>
                  <a:pt x="10372" y="139931"/>
                  <a:pt x="18105" y="143843"/>
                  <a:pt x="28477" y="136019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18" name="pdf-path-30">
            <a:extLst xmlns:a="http://schemas.openxmlformats.org/drawingml/2006/main">
              <a:ext uri="{FF2B5EF4-FFF2-40B4-BE49-F238E27FC236}">
                <a16:creationId xmlns:a16="http://schemas.microsoft.com/office/drawing/2014/main" id="{5056EE96-94A7-4AA2-A6B5-486198E7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478" y="3065366"/>
            <a:ext cx="149576" cy="180601"/>
          </a:xfrm>
          <a:custGeom xmlns:a="http://schemas.openxmlformats.org/drawingml/2006/main">
            <a:pathLst>
              <a:path w="149576" h="180601">
                <a:moveTo>
                  <a:pt x="24747" y="172322"/>
                </a:moveTo>
                <a:lnTo>
                  <a:pt x="141205" y="42034"/>
                </a:lnTo>
                <a:cubicBezTo>
                  <a:pt x="148666" y="33755"/>
                  <a:pt x="149576" y="23929"/>
                  <a:pt x="144116" y="12738"/>
                </a:cubicBezTo>
                <a:cubicBezTo>
                  <a:pt x="138749" y="1547"/>
                  <a:pt x="132289" y="0"/>
                  <a:pt x="124919" y="8280"/>
                </a:cubicBezTo>
                <a:lnTo>
                  <a:pt x="8370" y="138567"/>
                </a:lnTo>
                <a:cubicBezTo>
                  <a:pt x="1001" y="146847"/>
                  <a:pt x="0" y="156582"/>
                  <a:pt x="5459" y="167864"/>
                </a:cubicBezTo>
                <a:cubicBezTo>
                  <a:pt x="10918" y="179054"/>
                  <a:pt x="17378" y="180601"/>
                  <a:pt x="24747" y="172322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19" name="pdf-path-32">
            <a:extLst xmlns:a="http://schemas.openxmlformats.org/drawingml/2006/main">
              <a:ext uri="{FF2B5EF4-FFF2-40B4-BE49-F238E27FC236}">
                <a16:creationId xmlns:a16="http://schemas.microsoft.com/office/drawing/2014/main" id="{C1B216D3-F7E2-4423-BB8A-D6B5ADB70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571" y="3181915"/>
            <a:ext cx="73332" cy="79155"/>
          </a:xfrm>
          <a:custGeom xmlns:a="http://schemas.openxmlformats.org/drawingml/2006/main">
            <a:pathLst>
              <a:path w="73332" h="79155">
                <a:moveTo>
                  <a:pt x="45765" y="4458"/>
                </a:moveTo>
                <a:lnTo>
                  <a:pt x="18742" y="13466"/>
                </a:lnTo>
                <a:cubicBezTo>
                  <a:pt x="5277" y="17924"/>
                  <a:pt x="0" y="30389"/>
                  <a:pt x="3002" y="50769"/>
                </a:cubicBezTo>
                <a:cubicBezTo>
                  <a:pt x="5914" y="71149"/>
                  <a:pt x="14193" y="79155"/>
                  <a:pt x="27659" y="74697"/>
                </a:cubicBezTo>
                <a:lnTo>
                  <a:pt x="54590" y="65781"/>
                </a:lnTo>
                <a:cubicBezTo>
                  <a:pt x="68055" y="61232"/>
                  <a:pt x="73332" y="48858"/>
                  <a:pt x="70330" y="28387"/>
                </a:cubicBezTo>
                <a:cubicBezTo>
                  <a:pt x="67419" y="8007"/>
                  <a:pt x="59230" y="0"/>
                  <a:pt x="45765" y="4458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0" name="pdf-path-34">
            <a:extLst xmlns:a="http://schemas.openxmlformats.org/drawingml/2006/main">
              <a:ext uri="{FF2B5EF4-FFF2-40B4-BE49-F238E27FC236}">
                <a16:creationId xmlns:a16="http://schemas.microsoft.com/office/drawing/2014/main" id="{611BF0B5-36CD-4FB3-A634-671ABB547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10" y="2959371"/>
            <a:ext cx="127011" cy="191246"/>
          </a:xfrm>
          <a:custGeom xmlns:a="http://schemas.openxmlformats.org/drawingml/2006/main">
            <a:pathLst>
              <a:path w="127011" h="191246">
                <a:moveTo>
                  <a:pt x="118732" y="141570"/>
                </a:moveTo>
                <a:lnTo>
                  <a:pt x="32572" y="12283"/>
                </a:lnTo>
                <a:cubicBezTo>
                  <a:pt x="24383" y="0"/>
                  <a:pt x="16195" y="91"/>
                  <a:pt x="8097" y="12556"/>
                </a:cubicBezTo>
                <a:cubicBezTo>
                  <a:pt x="0" y="25021"/>
                  <a:pt x="0" y="37394"/>
                  <a:pt x="8188" y="49677"/>
                </a:cubicBezTo>
                <a:lnTo>
                  <a:pt x="94440" y="178963"/>
                </a:lnTo>
                <a:cubicBezTo>
                  <a:pt x="102628" y="191246"/>
                  <a:pt x="110817" y="191155"/>
                  <a:pt x="118914" y="178691"/>
                </a:cubicBezTo>
                <a:cubicBezTo>
                  <a:pt x="127011" y="166317"/>
                  <a:pt x="127011" y="153852"/>
                  <a:pt x="118732" y="141570"/>
                </a:cubicBezTo>
              </a:path>
            </a:pathLst>
          </a:custGeom>
          <a:solidFill xmlns:a="http://schemas.openxmlformats.org/drawingml/2006/main">
            <a:srgbClr val="B24D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1" name="pdf-path-36">
            <a:extLst xmlns:a="http://schemas.openxmlformats.org/drawingml/2006/main">
              <a:ext uri="{FF2B5EF4-FFF2-40B4-BE49-F238E27FC236}">
                <a16:creationId xmlns:a16="http://schemas.microsoft.com/office/drawing/2014/main" id="{440C3191-57E0-4E62-B2E7-D29BE07CB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06" y="3122049"/>
            <a:ext cx="162131" cy="151396"/>
          </a:xfrm>
          <a:custGeom xmlns:a="http://schemas.openxmlformats.org/drawingml/2006/main">
            <a:pathLst>
              <a:path w="162131" h="151396">
                <a:moveTo>
                  <a:pt x="22928" y="144936"/>
                </a:moveTo>
                <a:lnTo>
                  <a:pt x="151941" y="43672"/>
                </a:lnTo>
                <a:cubicBezTo>
                  <a:pt x="160130" y="37213"/>
                  <a:pt x="162131" y="27841"/>
                  <a:pt x="157855" y="15376"/>
                </a:cubicBezTo>
                <a:cubicBezTo>
                  <a:pt x="153670" y="3003"/>
                  <a:pt x="147392" y="0"/>
                  <a:pt x="139203" y="6460"/>
                </a:cubicBezTo>
                <a:lnTo>
                  <a:pt x="10190" y="107724"/>
                </a:lnTo>
                <a:cubicBezTo>
                  <a:pt x="2002" y="114093"/>
                  <a:pt x="0" y="123555"/>
                  <a:pt x="4276" y="135928"/>
                </a:cubicBezTo>
                <a:cubicBezTo>
                  <a:pt x="8552" y="148393"/>
                  <a:pt x="14739" y="151396"/>
                  <a:pt x="22928" y="144936"/>
                </a:cubicBezTo>
              </a:path>
            </a:pathLst>
          </a:custGeom>
          <a:solidFill xmlns:a="http://schemas.openxmlformats.org/drawingml/2006/main">
            <a:srgbClr val="B24D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2" name="pdf-path-38">
            <a:extLst xmlns:a="http://schemas.openxmlformats.org/drawingml/2006/main">
              <a:ext uri="{FF2B5EF4-FFF2-40B4-BE49-F238E27FC236}">
                <a16:creationId xmlns:a16="http://schemas.microsoft.com/office/drawing/2014/main" id="{9EB45797-4F14-4462-B9C0-BD87C3417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45" y="3245240"/>
            <a:ext cx="66872" cy="107905"/>
          </a:xfrm>
          <a:custGeom xmlns:a="http://schemas.openxmlformats.org/drawingml/2006/main">
            <a:pathLst>
              <a:path w="66872" h="107905">
                <a:moveTo>
                  <a:pt x="58229" y="50950"/>
                </a:moveTo>
                <a:lnTo>
                  <a:pt x="41124" y="18105"/>
                </a:lnTo>
                <a:cubicBezTo>
                  <a:pt x="32572" y="1728"/>
                  <a:pt x="22837" y="0"/>
                  <a:pt x="12010" y="13010"/>
                </a:cubicBezTo>
                <a:cubicBezTo>
                  <a:pt x="1183" y="25930"/>
                  <a:pt x="0" y="40578"/>
                  <a:pt x="8643" y="56955"/>
                </a:cubicBezTo>
                <a:lnTo>
                  <a:pt x="25748" y="89800"/>
                </a:lnTo>
                <a:cubicBezTo>
                  <a:pt x="34300" y="106177"/>
                  <a:pt x="44036" y="107905"/>
                  <a:pt x="54863" y="94986"/>
                </a:cubicBezTo>
                <a:cubicBezTo>
                  <a:pt x="65690" y="81976"/>
                  <a:pt x="66872" y="67327"/>
                  <a:pt x="58229" y="50950"/>
                </a:cubicBezTo>
              </a:path>
            </a:pathLst>
          </a:custGeom>
          <a:solidFill xmlns:a="http://schemas.openxmlformats.org/drawingml/2006/main">
            <a:srgbClr val="B24D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3" name="pdf-path-40">
            <a:extLst xmlns:a="http://schemas.openxmlformats.org/drawingml/2006/main">
              <a:ext uri="{FF2B5EF4-FFF2-40B4-BE49-F238E27FC236}">
                <a16:creationId xmlns:a16="http://schemas.microsoft.com/office/drawing/2014/main" id="{E1FB45D9-0184-44E9-A4E5-F780EB17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276" y="2799515"/>
            <a:ext cx="108724" cy="182693"/>
          </a:xfrm>
          <a:custGeom xmlns:a="http://schemas.openxmlformats.org/drawingml/2006/main">
            <a:pathLst>
              <a:path w="108724" h="182693">
                <a:moveTo>
                  <a:pt x="101264" y="134655"/>
                </a:moveTo>
                <a:lnTo>
                  <a:pt x="34119" y="14466"/>
                </a:lnTo>
                <a:cubicBezTo>
                  <a:pt x="26658" y="1092"/>
                  <a:pt x="18470" y="0"/>
                  <a:pt x="9553" y="11282"/>
                </a:cubicBezTo>
                <a:cubicBezTo>
                  <a:pt x="637" y="22472"/>
                  <a:pt x="0" y="34755"/>
                  <a:pt x="7460" y="48130"/>
                </a:cubicBezTo>
                <a:lnTo>
                  <a:pt x="74606" y="168318"/>
                </a:lnTo>
                <a:cubicBezTo>
                  <a:pt x="82067" y="181693"/>
                  <a:pt x="90255" y="182693"/>
                  <a:pt x="99171" y="171502"/>
                </a:cubicBezTo>
                <a:cubicBezTo>
                  <a:pt x="108088" y="160312"/>
                  <a:pt x="108724" y="148029"/>
                  <a:pt x="101264" y="134655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4" name="pdf-path-42">
            <a:extLst xmlns:a="http://schemas.openxmlformats.org/drawingml/2006/main">
              <a:ext uri="{FF2B5EF4-FFF2-40B4-BE49-F238E27FC236}">
                <a16:creationId xmlns:a16="http://schemas.microsoft.com/office/drawing/2014/main" id="{726E6F55-B333-4A03-8C6F-DE22895A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790" y="2954186"/>
            <a:ext cx="143298" cy="161130"/>
          </a:xfrm>
          <a:custGeom xmlns:a="http://schemas.openxmlformats.org/drawingml/2006/main">
            <a:pathLst>
              <a:path w="143298" h="161130">
                <a:moveTo>
                  <a:pt x="29934" y="151759"/>
                </a:moveTo>
                <a:lnTo>
                  <a:pt x="131834" y="53589"/>
                </a:lnTo>
                <a:cubicBezTo>
                  <a:pt x="141478" y="44218"/>
                  <a:pt x="143298" y="32208"/>
                  <a:pt x="137111" y="17469"/>
                </a:cubicBezTo>
                <a:cubicBezTo>
                  <a:pt x="130925" y="2729"/>
                  <a:pt x="123009" y="0"/>
                  <a:pt x="113274" y="9371"/>
                </a:cubicBezTo>
                <a:lnTo>
                  <a:pt x="11464" y="107632"/>
                </a:lnTo>
                <a:cubicBezTo>
                  <a:pt x="1728" y="117004"/>
                  <a:pt x="0" y="129014"/>
                  <a:pt x="6187" y="143753"/>
                </a:cubicBezTo>
                <a:cubicBezTo>
                  <a:pt x="12283" y="158492"/>
                  <a:pt x="20289" y="161130"/>
                  <a:pt x="29934" y="151759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5" name="pdf-path-44">
            <a:extLst xmlns:a="http://schemas.openxmlformats.org/drawingml/2006/main">
              <a:ext uri="{FF2B5EF4-FFF2-40B4-BE49-F238E27FC236}">
                <a16:creationId xmlns:a16="http://schemas.microsoft.com/office/drawing/2014/main" id="{8698115C-874C-4BA1-B67F-71D549705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1" y="3082744"/>
            <a:ext cx="159129" cy="161039"/>
          </a:xfrm>
          <a:custGeom xmlns:a="http://schemas.openxmlformats.org/drawingml/2006/main">
            <a:pathLst>
              <a:path w="159129" h="161039">
                <a:moveTo>
                  <a:pt x="23565" y="154034"/>
                </a:moveTo>
                <a:lnTo>
                  <a:pt x="149485" y="43399"/>
                </a:lnTo>
                <a:cubicBezTo>
                  <a:pt x="157492" y="36393"/>
                  <a:pt x="159129" y="26840"/>
                  <a:pt x="154489" y="14649"/>
                </a:cubicBezTo>
                <a:cubicBezTo>
                  <a:pt x="149940" y="2547"/>
                  <a:pt x="143571" y="0"/>
                  <a:pt x="135564" y="7006"/>
                </a:cubicBezTo>
                <a:lnTo>
                  <a:pt x="9735" y="117641"/>
                </a:lnTo>
                <a:cubicBezTo>
                  <a:pt x="1729" y="124646"/>
                  <a:pt x="0" y="134200"/>
                  <a:pt x="4640" y="146300"/>
                </a:cubicBezTo>
                <a:cubicBezTo>
                  <a:pt x="9281" y="158492"/>
                  <a:pt x="15558" y="161039"/>
                  <a:pt x="23565" y="154034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6" name="pdf-path-46">
            <a:extLst xmlns:a="http://schemas.openxmlformats.org/drawingml/2006/main">
              <a:ext uri="{FF2B5EF4-FFF2-40B4-BE49-F238E27FC236}">
                <a16:creationId xmlns:a16="http://schemas.microsoft.com/office/drawing/2014/main" id="{1D5B3304-DA4D-440F-86A2-2AE203F7E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126" y="3181279"/>
            <a:ext cx="72786" cy="76880"/>
          </a:xfrm>
          <a:custGeom xmlns:a="http://schemas.openxmlformats.org/drawingml/2006/main">
            <a:pathLst>
              <a:path w="72786" h="76880">
                <a:moveTo>
                  <a:pt x="46311" y="3731"/>
                </a:moveTo>
                <a:lnTo>
                  <a:pt x="19107" y="11191"/>
                </a:lnTo>
                <a:cubicBezTo>
                  <a:pt x="5550" y="15012"/>
                  <a:pt x="0" y="27204"/>
                  <a:pt x="2457" y="47766"/>
                </a:cubicBezTo>
                <a:cubicBezTo>
                  <a:pt x="4914" y="68419"/>
                  <a:pt x="13010" y="76880"/>
                  <a:pt x="26567" y="73150"/>
                </a:cubicBezTo>
                <a:lnTo>
                  <a:pt x="53680" y="65599"/>
                </a:lnTo>
                <a:cubicBezTo>
                  <a:pt x="67236" y="61868"/>
                  <a:pt x="72786" y="49677"/>
                  <a:pt x="70330" y="29023"/>
                </a:cubicBezTo>
                <a:cubicBezTo>
                  <a:pt x="67873" y="8461"/>
                  <a:pt x="59867" y="0"/>
                  <a:pt x="46311" y="3731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7" name="pdf-path-48">
            <a:extLst xmlns:a="http://schemas.openxmlformats.org/drawingml/2006/main">
              <a:ext uri="{FF2B5EF4-FFF2-40B4-BE49-F238E27FC236}">
                <a16:creationId xmlns:a16="http://schemas.microsoft.com/office/drawing/2014/main" id="{A0D50C5E-1897-449F-83D6-60DDF7222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803" y="2960099"/>
            <a:ext cx="119461" cy="200617"/>
          </a:xfrm>
          <a:custGeom xmlns:a="http://schemas.openxmlformats.org/drawingml/2006/main">
            <a:pathLst>
              <a:path w="119461" h="200617">
                <a:moveTo>
                  <a:pt x="112000" y="152396"/>
                </a:moveTo>
                <a:lnTo>
                  <a:pt x="33482" y="14102"/>
                </a:lnTo>
                <a:cubicBezTo>
                  <a:pt x="26021" y="910"/>
                  <a:pt x="17924" y="0"/>
                  <a:pt x="9280" y="11373"/>
                </a:cubicBezTo>
                <a:cubicBezTo>
                  <a:pt x="546" y="22655"/>
                  <a:pt x="0" y="34938"/>
                  <a:pt x="7461" y="48130"/>
                </a:cubicBezTo>
                <a:lnTo>
                  <a:pt x="85979" y="186515"/>
                </a:lnTo>
                <a:cubicBezTo>
                  <a:pt x="93440" y="199616"/>
                  <a:pt x="101537" y="200617"/>
                  <a:pt x="110180" y="189244"/>
                </a:cubicBezTo>
                <a:cubicBezTo>
                  <a:pt x="118823" y="177871"/>
                  <a:pt x="119461" y="165589"/>
                  <a:pt x="112000" y="152396"/>
                </a:cubicBezTo>
              </a:path>
            </a:pathLst>
          </a:custGeom>
          <a:solidFill xmlns:a="http://schemas.openxmlformats.org/drawingml/2006/main">
            <a:srgbClr val="B24D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8" name="pdf-path-50">
            <a:extLst xmlns:a="http://schemas.openxmlformats.org/drawingml/2006/main">
              <a:ext uri="{FF2B5EF4-FFF2-40B4-BE49-F238E27FC236}">
                <a16:creationId xmlns:a16="http://schemas.microsoft.com/office/drawing/2014/main" id="{8A36C631-1C9D-4016-86A7-24A4980DB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97" y="3135150"/>
            <a:ext cx="157218" cy="166317"/>
          </a:xfrm>
          <a:custGeom xmlns:a="http://schemas.openxmlformats.org/drawingml/2006/main">
            <a:pathLst>
              <a:path w="157218" h="166317">
                <a:moveTo>
                  <a:pt x="23929" y="158948"/>
                </a:moveTo>
                <a:lnTo>
                  <a:pt x="147847" y="43217"/>
                </a:lnTo>
                <a:cubicBezTo>
                  <a:pt x="155671" y="35847"/>
                  <a:pt x="157218" y="26203"/>
                  <a:pt x="152305" y="14284"/>
                </a:cubicBezTo>
                <a:cubicBezTo>
                  <a:pt x="147483" y="2275"/>
                  <a:pt x="141113" y="0"/>
                  <a:pt x="133290" y="7370"/>
                </a:cubicBezTo>
                <a:lnTo>
                  <a:pt x="9462" y="123100"/>
                </a:lnTo>
                <a:cubicBezTo>
                  <a:pt x="1547" y="130470"/>
                  <a:pt x="0" y="140114"/>
                  <a:pt x="4913" y="152033"/>
                </a:cubicBezTo>
                <a:cubicBezTo>
                  <a:pt x="9735" y="163951"/>
                  <a:pt x="16104" y="166317"/>
                  <a:pt x="23929" y="158948"/>
                </a:cubicBezTo>
              </a:path>
            </a:pathLst>
          </a:custGeom>
          <a:solidFill xmlns:a="http://schemas.openxmlformats.org/drawingml/2006/main">
            <a:srgbClr val="B24D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9" name="pdf-path-52">
            <a:extLst xmlns:a="http://schemas.openxmlformats.org/drawingml/2006/main">
              <a:ext uri="{FF2B5EF4-FFF2-40B4-BE49-F238E27FC236}">
                <a16:creationId xmlns:a16="http://schemas.microsoft.com/office/drawing/2014/main" id="{6EB6B203-481F-4A34-87B5-F0D92073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403" y="3266803"/>
            <a:ext cx="72604" cy="99262"/>
          </a:xfrm>
          <a:custGeom xmlns:a="http://schemas.openxmlformats.org/drawingml/2006/main">
            <a:pathLst>
              <a:path w="72604" h="99262">
                <a:moveTo>
                  <a:pt x="59231" y="35210"/>
                </a:moveTo>
                <a:lnTo>
                  <a:pt x="36394" y="11736"/>
                </a:lnTo>
                <a:cubicBezTo>
                  <a:pt x="24930" y="0"/>
                  <a:pt x="15377" y="2911"/>
                  <a:pt x="7643" y="20380"/>
                </a:cubicBezTo>
                <a:cubicBezTo>
                  <a:pt x="0" y="37758"/>
                  <a:pt x="1820" y="52406"/>
                  <a:pt x="13284" y="64052"/>
                </a:cubicBezTo>
                <a:lnTo>
                  <a:pt x="36211" y="87525"/>
                </a:lnTo>
                <a:cubicBezTo>
                  <a:pt x="47585" y="99262"/>
                  <a:pt x="57228" y="96350"/>
                  <a:pt x="64871" y="78973"/>
                </a:cubicBezTo>
                <a:cubicBezTo>
                  <a:pt x="72604" y="61505"/>
                  <a:pt x="70695" y="46947"/>
                  <a:pt x="59231" y="35210"/>
                </a:cubicBezTo>
              </a:path>
            </a:pathLst>
          </a:custGeom>
          <a:solidFill xmlns:a="http://schemas.openxmlformats.org/drawingml/2006/main">
            <a:srgbClr val="B24D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0" name="pdf-path-54">
            <a:extLst xmlns:a="http://schemas.openxmlformats.org/drawingml/2006/main">
              <a:ext uri="{FF2B5EF4-FFF2-40B4-BE49-F238E27FC236}">
                <a16:creationId xmlns:a16="http://schemas.microsoft.com/office/drawing/2014/main" id="{F9AAE5D7-2BD1-4C6D-9AF8-50DF830D8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284" y="2788506"/>
            <a:ext cx="104358" cy="187334"/>
          </a:xfrm>
          <a:custGeom xmlns:a="http://schemas.openxmlformats.org/drawingml/2006/main">
            <a:pathLst>
              <a:path w="104358" h="187334">
                <a:moveTo>
                  <a:pt x="97352" y="140114"/>
                </a:moveTo>
                <a:lnTo>
                  <a:pt x="34392" y="15467"/>
                </a:lnTo>
                <a:cubicBezTo>
                  <a:pt x="27477" y="1547"/>
                  <a:pt x="19379" y="0"/>
                  <a:pt x="10281" y="10554"/>
                </a:cubicBezTo>
                <a:cubicBezTo>
                  <a:pt x="1092" y="21199"/>
                  <a:pt x="0" y="33390"/>
                  <a:pt x="7006" y="47220"/>
                </a:cubicBezTo>
                <a:lnTo>
                  <a:pt x="69966" y="171867"/>
                </a:lnTo>
                <a:cubicBezTo>
                  <a:pt x="76972" y="185696"/>
                  <a:pt x="85069" y="187334"/>
                  <a:pt x="94168" y="176779"/>
                </a:cubicBezTo>
                <a:cubicBezTo>
                  <a:pt x="103266" y="166135"/>
                  <a:pt x="104358" y="153943"/>
                  <a:pt x="97352" y="140114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1" name="pdf-path-56">
            <a:extLst xmlns:a="http://schemas.openxmlformats.org/drawingml/2006/main">
              <a:ext uri="{FF2B5EF4-FFF2-40B4-BE49-F238E27FC236}">
                <a16:creationId xmlns:a16="http://schemas.microsoft.com/office/drawing/2014/main" id="{D14AE2B3-21C0-425B-8E4F-365A492B8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712" y="2951365"/>
            <a:ext cx="133381" cy="180146"/>
          </a:xfrm>
          <a:custGeom xmlns:a="http://schemas.openxmlformats.org/drawingml/2006/main">
            <a:pathLst>
              <a:path w="133381" h="180146">
                <a:moveTo>
                  <a:pt x="31754" y="168864"/>
                </a:moveTo>
                <a:lnTo>
                  <a:pt x="123919" y="50950"/>
                </a:lnTo>
                <a:cubicBezTo>
                  <a:pt x="132744" y="39668"/>
                  <a:pt x="133381" y="27476"/>
                  <a:pt x="125920" y="14193"/>
                </a:cubicBezTo>
                <a:cubicBezTo>
                  <a:pt x="118460" y="1001"/>
                  <a:pt x="110362" y="0"/>
                  <a:pt x="101628" y="11190"/>
                </a:cubicBezTo>
                <a:lnTo>
                  <a:pt x="9371" y="129195"/>
                </a:lnTo>
                <a:cubicBezTo>
                  <a:pt x="637" y="140386"/>
                  <a:pt x="0" y="152669"/>
                  <a:pt x="7460" y="165862"/>
                </a:cubicBezTo>
                <a:cubicBezTo>
                  <a:pt x="14921" y="179145"/>
                  <a:pt x="23018" y="180146"/>
                  <a:pt x="31754" y="168864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2" name="pdf-path-58">
            <a:extLst xmlns:a="http://schemas.openxmlformats.org/drawingml/2006/main">
              <a:ext uri="{FF2B5EF4-FFF2-40B4-BE49-F238E27FC236}">
                <a16:creationId xmlns:a16="http://schemas.microsoft.com/office/drawing/2014/main" id="{0A55F4A0-506E-42FB-95AE-33A2EB2BA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858" y="3100395"/>
            <a:ext cx="167955" cy="127740"/>
          </a:xfrm>
          <a:custGeom xmlns:a="http://schemas.openxmlformats.org/drawingml/2006/main">
            <a:pathLst>
              <a:path w="167955" h="127740">
                <a:moveTo>
                  <a:pt x="21199" y="122736"/>
                </a:moveTo>
                <a:lnTo>
                  <a:pt x="156764" y="44127"/>
                </a:lnTo>
                <a:cubicBezTo>
                  <a:pt x="165316" y="39123"/>
                  <a:pt x="167955" y="30115"/>
                  <a:pt x="164679" y="17105"/>
                </a:cubicBezTo>
                <a:cubicBezTo>
                  <a:pt x="161403" y="4003"/>
                  <a:pt x="155490" y="0"/>
                  <a:pt x="146846" y="5004"/>
                </a:cubicBezTo>
                <a:lnTo>
                  <a:pt x="11282" y="83613"/>
                </a:lnTo>
                <a:cubicBezTo>
                  <a:pt x="2639" y="88618"/>
                  <a:pt x="0" y="97625"/>
                  <a:pt x="3276" y="110635"/>
                </a:cubicBezTo>
                <a:cubicBezTo>
                  <a:pt x="6552" y="123737"/>
                  <a:pt x="12556" y="127740"/>
                  <a:pt x="21199" y="122736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3" name="pdf-path-60">
            <a:extLst xmlns:a="http://schemas.openxmlformats.org/drawingml/2006/main">
              <a:ext uri="{FF2B5EF4-FFF2-40B4-BE49-F238E27FC236}">
                <a16:creationId xmlns:a16="http://schemas.microsoft.com/office/drawing/2014/main" id="{66C74BC0-FE85-4C28-A992-4A1A162C2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65" y="3186283"/>
            <a:ext cx="74242" cy="88618"/>
          </a:xfrm>
          <a:custGeom xmlns:a="http://schemas.openxmlformats.org/drawingml/2006/main">
            <a:pathLst>
              <a:path w="74242" h="88618">
                <a:moveTo>
                  <a:pt x="57592" y="22837"/>
                </a:moveTo>
                <a:lnTo>
                  <a:pt x="31843" y="7643"/>
                </a:lnTo>
                <a:cubicBezTo>
                  <a:pt x="19016" y="0"/>
                  <a:pt x="10099" y="5823"/>
                  <a:pt x="5094" y="25202"/>
                </a:cubicBezTo>
                <a:cubicBezTo>
                  <a:pt x="0" y="44673"/>
                  <a:pt x="3912" y="58138"/>
                  <a:pt x="16741" y="65781"/>
                </a:cubicBezTo>
                <a:lnTo>
                  <a:pt x="42398" y="80975"/>
                </a:lnTo>
                <a:cubicBezTo>
                  <a:pt x="55226" y="88618"/>
                  <a:pt x="64234" y="82703"/>
                  <a:pt x="69237" y="63324"/>
                </a:cubicBezTo>
                <a:cubicBezTo>
                  <a:pt x="74242" y="43945"/>
                  <a:pt x="70421" y="30480"/>
                  <a:pt x="57592" y="22837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4" name="pdf-path-62">
            <a:extLst xmlns:a="http://schemas.openxmlformats.org/drawingml/2006/main">
              <a:ext uri="{FF2B5EF4-FFF2-40B4-BE49-F238E27FC236}">
                <a16:creationId xmlns:a16="http://schemas.microsoft.com/office/drawing/2014/main" id="{C9908EE1-C2C9-4C0A-AC11-47F003963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443" y="2954459"/>
            <a:ext cx="116094" cy="206258"/>
          </a:xfrm>
          <a:custGeom xmlns:a="http://schemas.openxmlformats.org/drawingml/2006/main">
            <a:pathLst>
              <a:path w="116094" h="206258">
                <a:moveTo>
                  <a:pt x="108997" y="158583"/>
                </a:moveTo>
                <a:lnTo>
                  <a:pt x="34027" y="15103"/>
                </a:lnTo>
                <a:cubicBezTo>
                  <a:pt x="26930" y="1456"/>
                  <a:pt x="18833" y="0"/>
                  <a:pt x="9826" y="10918"/>
                </a:cubicBezTo>
                <a:cubicBezTo>
                  <a:pt x="910" y="21745"/>
                  <a:pt x="0" y="34027"/>
                  <a:pt x="7097" y="47675"/>
                </a:cubicBezTo>
                <a:lnTo>
                  <a:pt x="82066" y="191155"/>
                </a:lnTo>
                <a:cubicBezTo>
                  <a:pt x="89254" y="204802"/>
                  <a:pt x="97260" y="206258"/>
                  <a:pt x="106268" y="195340"/>
                </a:cubicBezTo>
                <a:cubicBezTo>
                  <a:pt x="115184" y="184513"/>
                  <a:pt x="116094" y="172230"/>
                  <a:pt x="108997" y="158583"/>
                </a:cubicBezTo>
              </a:path>
            </a:pathLst>
          </a:custGeom>
          <a:solidFill xmlns:a="http://schemas.openxmlformats.org/drawingml/2006/main">
            <a:srgbClr val="B24D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5" name="pdf-path-64">
            <a:extLst xmlns:a="http://schemas.openxmlformats.org/drawingml/2006/main">
              <a:ext uri="{FF2B5EF4-FFF2-40B4-BE49-F238E27FC236}">
                <a16:creationId xmlns:a16="http://schemas.microsoft.com/office/drawing/2014/main" id="{5CF3B690-0D12-46E8-8118-C6F911D39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594" y="3136333"/>
            <a:ext cx="149576" cy="180692"/>
          </a:xfrm>
          <a:custGeom xmlns:a="http://schemas.openxmlformats.org/drawingml/2006/main">
            <a:pathLst>
              <a:path w="149576" h="180692">
                <a:moveTo>
                  <a:pt x="24748" y="172413"/>
                </a:moveTo>
                <a:lnTo>
                  <a:pt x="141205" y="42034"/>
                </a:lnTo>
                <a:cubicBezTo>
                  <a:pt x="148575" y="33755"/>
                  <a:pt x="149576" y="23929"/>
                  <a:pt x="144117" y="12738"/>
                </a:cubicBezTo>
                <a:cubicBezTo>
                  <a:pt x="138658" y="1456"/>
                  <a:pt x="132198" y="0"/>
                  <a:pt x="124828" y="8280"/>
                </a:cubicBezTo>
                <a:lnTo>
                  <a:pt x="8371" y="138658"/>
                </a:lnTo>
                <a:cubicBezTo>
                  <a:pt x="1001" y="147029"/>
                  <a:pt x="0" y="156764"/>
                  <a:pt x="5459" y="167954"/>
                </a:cubicBezTo>
                <a:cubicBezTo>
                  <a:pt x="10918" y="179236"/>
                  <a:pt x="17378" y="180692"/>
                  <a:pt x="24748" y="172413"/>
                </a:cubicBezTo>
              </a:path>
            </a:pathLst>
          </a:custGeom>
          <a:solidFill xmlns:a="http://schemas.openxmlformats.org/drawingml/2006/main">
            <a:srgbClr val="B24D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6" name="pdf-path-66">
            <a:extLst xmlns:a="http://schemas.openxmlformats.org/drawingml/2006/main">
              <a:ext uri="{FF2B5EF4-FFF2-40B4-BE49-F238E27FC236}">
                <a16:creationId xmlns:a16="http://schemas.microsoft.com/office/drawing/2014/main" id="{9D971224-E7E3-46AC-8C9C-F99B91F3B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958" y="3278267"/>
            <a:ext cx="75335" cy="85797"/>
          </a:xfrm>
          <a:custGeom xmlns:a="http://schemas.openxmlformats.org/drawingml/2006/main">
            <a:pathLst>
              <a:path w="75335" h="85797">
                <a:moveTo>
                  <a:pt x="57593" y="19743"/>
                </a:moveTo>
                <a:lnTo>
                  <a:pt x="31025" y="6550"/>
                </a:lnTo>
                <a:cubicBezTo>
                  <a:pt x="17742" y="0"/>
                  <a:pt x="8826" y="6641"/>
                  <a:pt x="4459" y="26476"/>
                </a:cubicBezTo>
                <a:cubicBezTo>
                  <a:pt x="0" y="46310"/>
                  <a:pt x="4459" y="59502"/>
                  <a:pt x="17742" y="66054"/>
                </a:cubicBezTo>
                <a:lnTo>
                  <a:pt x="44309" y="79246"/>
                </a:lnTo>
                <a:cubicBezTo>
                  <a:pt x="57593" y="85797"/>
                  <a:pt x="66509" y="79155"/>
                  <a:pt x="70876" y="59412"/>
                </a:cubicBezTo>
                <a:cubicBezTo>
                  <a:pt x="75335" y="39577"/>
                  <a:pt x="70876" y="26294"/>
                  <a:pt x="57593" y="19743"/>
                </a:cubicBezTo>
              </a:path>
            </a:pathLst>
          </a:custGeom>
          <a:solidFill xmlns:a="http://schemas.openxmlformats.org/drawingml/2006/main">
            <a:srgbClr val="B24D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7" name="pdf-path-68">
            <a:extLst xmlns:a="http://schemas.openxmlformats.org/drawingml/2006/main">
              <a:ext uri="{FF2B5EF4-FFF2-40B4-BE49-F238E27FC236}">
                <a16:creationId xmlns:a16="http://schemas.microsoft.com/office/drawing/2014/main" id="{54670916-CF1A-4A1B-8A48-CB9039A04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658" y="2782956"/>
            <a:ext cx="104085" cy="187788"/>
          </a:xfrm>
          <a:custGeom xmlns:a="http://schemas.openxmlformats.org/drawingml/2006/main">
            <a:pathLst>
              <a:path w="104085" h="187788">
                <a:moveTo>
                  <a:pt x="97079" y="140659"/>
                </a:moveTo>
                <a:lnTo>
                  <a:pt x="34483" y="15558"/>
                </a:lnTo>
                <a:cubicBezTo>
                  <a:pt x="27477" y="1728"/>
                  <a:pt x="19471" y="0"/>
                  <a:pt x="10281" y="10553"/>
                </a:cubicBezTo>
                <a:cubicBezTo>
                  <a:pt x="1092" y="21108"/>
                  <a:pt x="0" y="33299"/>
                  <a:pt x="7006" y="47220"/>
                </a:cubicBezTo>
                <a:lnTo>
                  <a:pt x="69602" y="172230"/>
                </a:lnTo>
                <a:cubicBezTo>
                  <a:pt x="76516" y="186150"/>
                  <a:pt x="84614" y="187788"/>
                  <a:pt x="93804" y="177234"/>
                </a:cubicBezTo>
                <a:cubicBezTo>
                  <a:pt x="102993" y="166680"/>
                  <a:pt x="104085" y="154488"/>
                  <a:pt x="97079" y="140659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8" name="pdf-path-70">
            <a:extLst xmlns:a="http://schemas.openxmlformats.org/drawingml/2006/main">
              <a:ext uri="{FF2B5EF4-FFF2-40B4-BE49-F238E27FC236}">
                <a16:creationId xmlns:a16="http://schemas.microsoft.com/office/drawing/2014/main" id="{F125D801-15DB-4309-9EF8-56A72A60C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9360" y="2947089"/>
            <a:ext cx="131106" cy="184695"/>
          </a:xfrm>
          <a:custGeom xmlns:a="http://schemas.openxmlformats.org/drawingml/2006/main">
            <a:pathLst>
              <a:path w="131106" h="184695">
                <a:moveTo>
                  <a:pt x="32117" y="173049"/>
                </a:moveTo>
                <a:lnTo>
                  <a:pt x="122099" y="50586"/>
                </a:lnTo>
                <a:cubicBezTo>
                  <a:pt x="130652" y="38941"/>
                  <a:pt x="131106" y="26567"/>
                  <a:pt x="123373" y="13647"/>
                </a:cubicBezTo>
                <a:cubicBezTo>
                  <a:pt x="115639" y="637"/>
                  <a:pt x="107542" y="0"/>
                  <a:pt x="98990" y="11646"/>
                </a:cubicBezTo>
                <a:lnTo>
                  <a:pt x="9007" y="134200"/>
                </a:lnTo>
                <a:cubicBezTo>
                  <a:pt x="364" y="145846"/>
                  <a:pt x="0" y="158128"/>
                  <a:pt x="7643" y="171139"/>
                </a:cubicBezTo>
                <a:cubicBezTo>
                  <a:pt x="15377" y="184058"/>
                  <a:pt x="23565" y="184695"/>
                  <a:pt x="32117" y="173049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9" name="pdf-path-72">
            <a:extLst xmlns:a="http://schemas.openxmlformats.org/drawingml/2006/main">
              <a:ext uri="{FF2B5EF4-FFF2-40B4-BE49-F238E27FC236}">
                <a16:creationId xmlns:a16="http://schemas.microsoft.com/office/drawing/2014/main" id="{2C86404F-D2C4-4E2B-B607-6E3D89A19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1415" y="3100486"/>
            <a:ext cx="168955" cy="122008"/>
          </a:xfrm>
          <a:custGeom xmlns:a="http://schemas.openxmlformats.org/drawingml/2006/main">
            <a:pathLst>
              <a:path w="168955" h="122008">
                <a:moveTo>
                  <a:pt x="20653" y="117368"/>
                </a:moveTo>
                <a:lnTo>
                  <a:pt x="157491" y="44309"/>
                </a:lnTo>
                <a:cubicBezTo>
                  <a:pt x="166135" y="39669"/>
                  <a:pt x="168955" y="30752"/>
                  <a:pt x="165953" y="17560"/>
                </a:cubicBezTo>
                <a:cubicBezTo>
                  <a:pt x="162859" y="4276"/>
                  <a:pt x="157036" y="0"/>
                  <a:pt x="148302" y="4641"/>
                </a:cubicBezTo>
                <a:lnTo>
                  <a:pt x="11464" y="77700"/>
                </a:lnTo>
                <a:cubicBezTo>
                  <a:pt x="2820" y="82340"/>
                  <a:pt x="0" y="91256"/>
                  <a:pt x="3002" y="104449"/>
                </a:cubicBezTo>
                <a:cubicBezTo>
                  <a:pt x="6096" y="117641"/>
                  <a:pt x="11918" y="122008"/>
                  <a:pt x="20653" y="117368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40" name="pdf-path-74">
            <a:extLst xmlns:a="http://schemas.openxmlformats.org/drawingml/2006/main">
              <a:ext uri="{FF2B5EF4-FFF2-40B4-BE49-F238E27FC236}">
                <a16:creationId xmlns:a16="http://schemas.microsoft.com/office/drawing/2014/main" id="{C4DBD541-D9D5-4F02-96E0-D6C3AB5BF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045" y="3191105"/>
            <a:ext cx="67964" cy="105358"/>
          </a:xfrm>
          <a:custGeom xmlns:a="http://schemas.openxmlformats.org/drawingml/2006/main">
            <a:pathLst>
              <a:path w="67964" h="105358">
                <a:moveTo>
                  <a:pt x="58593" y="46765"/>
                </a:moveTo>
                <a:lnTo>
                  <a:pt x="39850" y="16013"/>
                </a:lnTo>
                <a:cubicBezTo>
                  <a:pt x="30479" y="546"/>
                  <a:pt x="20744" y="0"/>
                  <a:pt x="10553" y="14193"/>
                </a:cubicBezTo>
                <a:cubicBezTo>
                  <a:pt x="454" y="28387"/>
                  <a:pt x="0" y="43126"/>
                  <a:pt x="9371" y="58593"/>
                </a:cubicBezTo>
                <a:lnTo>
                  <a:pt x="28113" y="89345"/>
                </a:lnTo>
                <a:cubicBezTo>
                  <a:pt x="37485" y="104812"/>
                  <a:pt x="47220" y="105358"/>
                  <a:pt x="57410" y="91165"/>
                </a:cubicBezTo>
                <a:cubicBezTo>
                  <a:pt x="67600" y="76971"/>
                  <a:pt x="67964" y="62232"/>
                  <a:pt x="58593" y="46765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41" name="pdf-path-76">
            <a:extLst xmlns:a="http://schemas.openxmlformats.org/drawingml/2006/main">
              <a:ext uri="{FF2B5EF4-FFF2-40B4-BE49-F238E27FC236}">
                <a16:creationId xmlns:a16="http://schemas.microsoft.com/office/drawing/2014/main" id="{E8569685-1C7E-48A5-9011-14A34CB9C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2726" y="2950091"/>
            <a:ext cx="117003" cy="206531"/>
          </a:xfrm>
          <a:custGeom xmlns:a="http://schemas.openxmlformats.org/drawingml/2006/main">
            <a:pathLst>
              <a:path w="117003" h="206531">
                <a:moveTo>
                  <a:pt x="109816" y="158947"/>
                </a:moveTo>
                <a:lnTo>
                  <a:pt x="34391" y="15103"/>
                </a:lnTo>
                <a:cubicBezTo>
                  <a:pt x="27203" y="1455"/>
                  <a:pt x="19106" y="0"/>
                  <a:pt x="10008" y="10827"/>
                </a:cubicBezTo>
                <a:cubicBezTo>
                  <a:pt x="910" y="21654"/>
                  <a:pt x="0" y="33936"/>
                  <a:pt x="7187" y="47675"/>
                </a:cubicBezTo>
                <a:lnTo>
                  <a:pt x="82521" y="191428"/>
                </a:lnTo>
                <a:cubicBezTo>
                  <a:pt x="89708" y="205075"/>
                  <a:pt x="97898" y="206531"/>
                  <a:pt x="106904" y="195704"/>
                </a:cubicBezTo>
                <a:cubicBezTo>
                  <a:pt x="116003" y="184877"/>
                  <a:pt x="117003" y="172594"/>
                  <a:pt x="109816" y="158947"/>
                </a:cubicBezTo>
              </a:path>
            </a:pathLst>
          </a:custGeom>
          <a:solidFill xmlns:a="http://schemas.openxmlformats.org/drawingml/2006/main">
            <a:srgbClr val="B24D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42" name="pdf-path-78">
            <a:extLst xmlns:a="http://schemas.openxmlformats.org/drawingml/2006/main">
              <a:ext uri="{FF2B5EF4-FFF2-40B4-BE49-F238E27FC236}">
                <a16:creationId xmlns:a16="http://schemas.microsoft.com/office/drawing/2014/main" id="{97D2D2C3-A4AF-4D66-AC6B-5DE8F236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2700" y="3134423"/>
            <a:ext cx="142752" cy="192793"/>
          </a:xfrm>
          <a:custGeom xmlns:a="http://schemas.openxmlformats.org/drawingml/2006/main">
            <a:pathLst>
              <a:path w="142752" h="192793">
                <a:moveTo>
                  <a:pt x="25476" y="183694"/>
                </a:moveTo>
                <a:lnTo>
                  <a:pt x="135293" y="40760"/>
                </a:lnTo>
                <a:cubicBezTo>
                  <a:pt x="142206" y="31662"/>
                  <a:pt x="142752" y="21835"/>
                  <a:pt x="136748" y="11282"/>
                </a:cubicBezTo>
                <a:cubicBezTo>
                  <a:pt x="130743" y="727"/>
                  <a:pt x="124283" y="0"/>
                  <a:pt x="117277" y="9007"/>
                </a:cubicBezTo>
                <a:lnTo>
                  <a:pt x="7461" y="152032"/>
                </a:lnTo>
                <a:cubicBezTo>
                  <a:pt x="456" y="161130"/>
                  <a:pt x="0" y="170956"/>
                  <a:pt x="6006" y="181510"/>
                </a:cubicBezTo>
                <a:cubicBezTo>
                  <a:pt x="12010" y="192065"/>
                  <a:pt x="18470" y="192793"/>
                  <a:pt x="25476" y="183694"/>
                </a:cubicBezTo>
              </a:path>
            </a:pathLst>
          </a:custGeom>
          <a:solidFill xmlns:a="http://schemas.openxmlformats.org/drawingml/2006/main">
            <a:srgbClr val="B24D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43" name="pdf-path-80">
            <a:extLst xmlns:a="http://schemas.openxmlformats.org/drawingml/2006/main">
              <a:ext uri="{FF2B5EF4-FFF2-40B4-BE49-F238E27FC236}">
                <a16:creationId xmlns:a16="http://schemas.microsoft.com/office/drawing/2014/main" id="{D95B3E7A-79D0-4C2F-87DC-49CE5172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432" y="3284999"/>
            <a:ext cx="69876" cy="66054"/>
          </a:xfrm>
          <a:custGeom xmlns:a="http://schemas.openxmlformats.org/drawingml/2006/main">
            <a:pathLst>
              <a:path w="69876" h="66054">
                <a:moveTo>
                  <a:pt x="49405" y="2184"/>
                </a:moveTo>
                <a:lnTo>
                  <a:pt x="21837" y="728"/>
                </a:lnTo>
                <a:cubicBezTo>
                  <a:pt x="8098" y="0"/>
                  <a:pt x="910" y="10190"/>
                  <a:pt x="456" y="31207"/>
                </a:cubicBezTo>
                <a:cubicBezTo>
                  <a:pt x="0" y="52315"/>
                  <a:pt x="6642" y="63142"/>
                  <a:pt x="20471" y="63870"/>
                </a:cubicBezTo>
                <a:lnTo>
                  <a:pt x="48040" y="65325"/>
                </a:lnTo>
                <a:cubicBezTo>
                  <a:pt x="61778" y="66054"/>
                  <a:pt x="68965" y="55864"/>
                  <a:pt x="69420" y="34756"/>
                </a:cubicBezTo>
                <a:cubicBezTo>
                  <a:pt x="69876" y="13739"/>
                  <a:pt x="63233" y="2911"/>
                  <a:pt x="49405" y="2184"/>
                </a:cubicBezTo>
              </a:path>
            </a:pathLst>
          </a:custGeom>
          <a:solidFill xmlns:a="http://schemas.openxmlformats.org/drawingml/2006/main">
            <a:srgbClr val="B24D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44" name="pdf-path-82">
            <a:extLst xmlns:a="http://schemas.openxmlformats.org/drawingml/2006/main">
              <a:ext uri="{FF2B5EF4-FFF2-40B4-BE49-F238E27FC236}">
                <a16:creationId xmlns:a16="http://schemas.microsoft.com/office/drawing/2014/main" id="{86C00214-A152-4A91-86B0-5F8525CF3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4847" y="2782137"/>
            <a:ext cx="108361" cy="181693"/>
          </a:xfrm>
          <a:custGeom xmlns:a="http://schemas.openxmlformats.org/drawingml/2006/main">
            <a:pathLst>
              <a:path w="108361" h="181693">
                <a:moveTo>
                  <a:pt x="100899" y="133472"/>
                </a:moveTo>
                <a:lnTo>
                  <a:pt x="33664" y="14193"/>
                </a:lnTo>
                <a:cubicBezTo>
                  <a:pt x="26203" y="910"/>
                  <a:pt x="18105" y="0"/>
                  <a:pt x="9371" y="11282"/>
                </a:cubicBezTo>
                <a:cubicBezTo>
                  <a:pt x="637" y="22655"/>
                  <a:pt x="0" y="34938"/>
                  <a:pt x="7460" y="48221"/>
                </a:cubicBezTo>
                <a:lnTo>
                  <a:pt x="74696" y="167500"/>
                </a:lnTo>
                <a:cubicBezTo>
                  <a:pt x="82157" y="180783"/>
                  <a:pt x="90255" y="181693"/>
                  <a:pt x="98990" y="170411"/>
                </a:cubicBezTo>
                <a:cubicBezTo>
                  <a:pt x="107723" y="159038"/>
                  <a:pt x="108361" y="146756"/>
                  <a:pt x="100899" y="133472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45" name="pdf-path-84">
            <a:extLst xmlns:a="http://schemas.openxmlformats.org/drawingml/2006/main">
              <a:ext uri="{FF2B5EF4-FFF2-40B4-BE49-F238E27FC236}">
                <a16:creationId xmlns:a16="http://schemas.microsoft.com/office/drawing/2014/main" id="{26ADE462-EC82-4423-930B-B6C20339A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278" y="2938082"/>
            <a:ext cx="135655" cy="177599"/>
          </a:xfrm>
          <a:custGeom xmlns:a="http://schemas.openxmlformats.org/drawingml/2006/main">
            <a:pathLst>
              <a:path w="135655" h="177599">
                <a:moveTo>
                  <a:pt x="31480" y="166680"/>
                </a:moveTo>
                <a:lnTo>
                  <a:pt x="125738" y="51860"/>
                </a:lnTo>
                <a:cubicBezTo>
                  <a:pt x="134745" y="40942"/>
                  <a:pt x="135655" y="28660"/>
                  <a:pt x="128467" y="15013"/>
                </a:cubicBezTo>
                <a:cubicBezTo>
                  <a:pt x="121280" y="1365"/>
                  <a:pt x="113182" y="0"/>
                  <a:pt x="104176" y="11009"/>
                </a:cubicBezTo>
                <a:lnTo>
                  <a:pt x="9825" y="125738"/>
                </a:lnTo>
                <a:cubicBezTo>
                  <a:pt x="910" y="136747"/>
                  <a:pt x="0" y="149030"/>
                  <a:pt x="7187" y="162586"/>
                </a:cubicBezTo>
                <a:cubicBezTo>
                  <a:pt x="14375" y="176234"/>
                  <a:pt x="22472" y="177599"/>
                  <a:pt x="31480" y="166680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46" name="pdf-path-86">
            <a:extLst xmlns:a="http://schemas.openxmlformats.org/drawingml/2006/main">
              <a:ext uri="{FF2B5EF4-FFF2-40B4-BE49-F238E27FC236}">
                <a16:creationId xmlns:a16="http://schemas.microsoft.com/office/drawing/2014/main" id="{D1419782-8F5F-4DD0-B1DA-C014EDFDD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066" y="3084928"/>
            <a:ext cx="159857" cy="154671"/>
          </a:xfrm>
          <a:custGeom xmlns:a="http://schemas.openxmlformats.org/drawingml/2006/main">
            <a:pathLst>
              <a:path w="159857" h="154671">
                <a:moveTo>
                  <a:pt x="23019" y="148029"/>
                </a:moveTo>
                <a:lnTo>
                  <a:pt x="149940" y="43398"/>
                </a:lnTo>
                <a:cubicBezTo>
                  <a:pt x="158037" y="36757"/>
                  <a:pt x="159857" y="27295"/>
                  <a:pt x="155490" y="15103"/>
                </a:cubicBezTo>
                <a:cubicBezTo>
                  <a:pt x="151123" y="2821"/>
                  <a:pt x="144936" y="0"/>
                  <a:pt x="136839" y="6642"/>
                </a:cubicBezTo>
                <a:lnTo>
                  <a:pt x="9918" y="111272"/>
                </a:lnTo>
                <a:cubicBezTo>
                  <a:pt x="1912" y="117913"/>
                  <a:pt x="0" y="127285"/>
                  <a:pt x="4368" y="139567"/>
                </a:cubicBezTo>
                <a:cubicBezTo>
                  <a:pt x="8735" y="151850"/>
                  <a:pt x="14921" y="154671"/>
                  <a:pt x="23019" y="148029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47" name="pdf-path-88">
            <a:extLst xmlns:a="http://schemas.openxmlformats.org/drawingml/2006/main">
              <a:ext uri="{FF2B5EF4-FFF2-40B4-BE49-F238E27FC236}">
                <a16:creationId xmlns:a16="http://schemas.microsoft.com/office/drawing/2014/main" id="{42525C39-995A-4F76-B08E-331E7D470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2600" y="3219765"/>
            <a:ext cx="54590" cy="111727"/>
          </a:xfrm>
          <a:custGeom xmlns:a="http://schemas.openxmlformats.org/drawingml/2006/main">
            <a:pathLst>
              <a:path w="54590" h="111727">
                <a:moveTo>
                  <a:pt x="51041" y="68055"/>
                </a:moveTo>
                <a:lnTo>
                  <a:pt x="43945" y="27659"/>
                </a:lnTo>
                <a:cubicBezTo>
                  <a:pt x="40396" y="7460"/>
                  <a:pt x="31843" y="0"/>
                  <a:pt x="18378" y="5368"/>
                </a:cubicBezTo>
                <a:cubicBezTo>
                  <a:pt x="4913" y="10645"/>
                  <a:pt x="0" y="23473"/>
                  <a:pt x="3548" y="43672"/>
                </a:cubicBezTo>
                <a:lnTo>
                  <a:pt x="10645" y="84068"/>
                </a:lnTo>
                <a:cubicBezTo>
                  <a:pt x="14193" y="104266"/>
                  <a:pt x="22745" y="111727"/>
                  <a:pt x="36211" y="106359"/>
                </a:cubicBezTo>
                <a:cubicBezTo>
                  <a:pt x="49676" y="100991"/>
                  <a:pt x="54590" y="88253"/>
                  <a:pt x="51041" y="68055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48" name="pdf-path-90">
            <a:extLst xmlns:a="http://schemas.openxmlformats.org/drawingml/2006/main">
              <a:ext uri="{FF2B5EF4-FFF2-40B4-BE49-F238E27FC236}">
                <a16:creationId xmlns:a16="http://schemas.microsoft.com/office/drawing/2014/main" id="{45379038-79B3-4759-9504-60A119C2E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5556" y="2941630"/>
            <a:ext cx="121371" cy="197706"/>
          </a:xfrm>
          <a:custGeom xmlns:a="http://schemas.openxmlformats.org/drawingml/2006/main">
            <a:pathLst>
              <a:path w="121371" h="197706">
                <a:moveTo>
                  <a:pt x="113637" y="149212"/>
                </a:moveTo>
                <a:lnTo>
                  <a:pt x="33209" y="13556"/>
                </a:lnTo>
                <a:cubicBezTo>
                  <a:pt x="25475" y="637"/>
                  <a:pt x="17378" y="0"/>
                  <a:pt x="8917" y="11646"/>
                </a:cubicBezTo>
                <a:cubicBezTo>
                  <a:pt x="365" y="23292"/>
                  <a:pt x="0" y="35574"/>
                  <a:pt x="7643" y="48494"/>
                </a:cubicBezTo>
                <a:lnTo>
                  <a:pt x="88162" y="184149"/>
                </a:lnTo>
                <a:cubicBezTo>
                  <a:pt x="95805" y="197069"/>
                  <a:pt x="103903" y="197706"/>
                  <a:pt x="112364" y="186060"/>
                </a:cubicBezTo>
                <a:cubicBezTo>
                  <a:pt x="120916" y="174414"/>
                  <a:pt x="121371" y="162131"/>
                  <a:pt x="113637" y="149212"/>
                </a:cubicBezTo>
              </a:path>
            </a:pathLst>
          </a:custGeom>
          <a:solidFill xmlns:a="http://schemas.openxmlformats.org/drawingml/2006/main">
            <a:srgbClr val="B24D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49" name="pdf-path-92">
            <a:extLst xmlns:a="http://schemas.openxmlformats.org/drawingml/2006/main">
              <a:ext uri="{FF2B5EF4-FFF2-40B4-BE49-F238E27FC236}">
                <a16:creationId xmlns:a16="http://schemas.microsoft.com/office/drawing/2014/main" id="{D5A0FA84-0944-4B12-A998-7C397B029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6095" y="3119138"/>
            <a:ext cx="129741" cy="213719"/>
          </a:xfrm>
          <a:custGeom xmlns:a="http://schemas.openxmlformats.org/drawingml/2006/main">
            <a:pathLst>
              <a:path w="129741" h="213719">
                <a:moveTo>
                  <a:pt x="26840" y="202801"/>
                </a:moveTo>
                <a:lnTo>
                  <a:pt x="123554" y="38849"/>
                </a:lnTo>
                <a:cubicBezTo>
                  <a:pt x="129741" y="28477"/>
                  <a:pt x="129286" y="18652"/>
                  <a:pt x="122462" y="9371"/>
                </a:cubicBezTo>
                <a:cubicBezTo>
                  <a:pt x="115548" y="0"/>
                  <a:pt x="109088" y="637"/>
                  <a:pt x="102902" y="11009"/>
                </a:cubicBezTo>
                <a:lnTo>
                  <a:pt x="6186" y="174869"/>
                </a:lnTo>
                <a:cubicBezTo>
                  <a:pt x="0" y="185332"/>
                  <a:pt x="454" y="195158"/>
                  <a:pt x="7278" y="204438"/>
                </a:cubicBezTo>
                <a:cubicBezTo>
                  <a:pt x="14193" y="213719"/>
                  <a:pt x="20653" y="213173"/>
                  <a:pt x="26840" y="202801"/>
                </a:cubicBezTo>
              </a:path>
            </a:pathLst>
          </a:custGeom>
          <a:solidFill xmlns:a="http://schemas.openxmlformats.org/drawingml/2006/main">
            <a:srgbClr val="B24D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50" name="pdf-path-94">
            <a:extLst xmlns:a="http://schemas.openxmlformats.org/drawingml/2006/main">
              <a:ext uri="{FF2B5EF4-FFF2-40B4-BE49-F238E27FC236}">
                <a16:creationId xmlns:a16="http://schemas.microsoft.com/office/drawing/2014/main" id="{98DA0190-591B-4154-B66C-92C76EAF3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0461" y="3276356"/>
            <a:ext cx="72604" cy="76153"/>
          </a:xfrm>
          <a:custGeom xmlns:a="http://schemas.openxmlformats.org/drawingml/2006/main">
            <a:pathLst>
              <a:path w="72604" h="76153">
                <a:moveTo>
                  <a:pt x="46493" y="3549"/>
                </a:moveTo>
                <a:lnTo>
                  <a:pt x="19289" y="10554"/>
                </a:lnTo>
                <a:cubicBezTo>
                  <a:pt x="5641" y="14102"/>
                  <a:pt x="0" y="26203"/>
                  <a:pt x="2366" y="46856"/>
                </a:cubicBezTo>
                <a:cubicBezTo>
                  <a:pt x="4641" y="67509"/>
                  <a:pt x="12647" y="76153"/>
                  <a:pt x="26203" y="72604"/>
                </a:cubicBezTo>
                <a:lnTo>
                  <a:pt x="53407" y="65599"/>
                </a:lnTo>
                <a:cubicBezTo>
                  <a:pt x="66964" y="62050"/>
                  <a:pt x="72604" y="49950"/>
                  <a:pt x="70330" y="29297"/>
                </a:cubicBezTo>
                <a:cubicBezTo>
                  <a:pt x="67965" y="8553"/>
                  <a:pt x="60050" y="0"/>
                  <a:pt x="46493" y="3549"/>
                </a:cubicBezTo>
              </a:path>
            </a:pathLst>
          </a:custGeom>
          <a:solidFill xmlns:a="http://schemas.openxmlformats.org/drawingml/2006/main">
            <a:srgbClr val="B24D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51" name="pdf-path-96">
            <a:extLst xmlns:a="http://schemas.openxmlformats.org/drawingml/2006/main">
              <a:ext uri="{FF2B5EF4-FFF2-40B4-BE49-F238E27FC236}">
                <a16:creationId xmlns:a16="http://schemas.microsoft.com/office/drawing/2014/main" id="{77E0B78E-9FBA-4F5D-AEF4-9EFC3F884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128" y="2793328"/>
            <a:ext cx="112818" cy="173504"/>
          </a:xfrm>
          <a:custGeom xmlns:a="http://schemas.openxmlformats.org/drawingml/2006/main">
            <a:pathLst>
              <a:path w="112818" h="173504">
                <a:moveTo>
                  <a:pt x="104811" y="124555"/>
                </a:moveTo>
                <a:lnTo>
                  <a:pt x="32662" y="12647"/>
                </a:lnTo>
                <a:cubicBezTo>
                  <a:pt x="24656" y="182"/>
                  <a:pt x="16558" y="0"/>
                  <a:pt x="8370" y="12192"/>
                </a:cubicBezTo>
                <a:cubicBezTo>
                  <a:pt x="91" y="24293"/>
                  <a:pt x="0" y="36575"/>
                  <a:pt x="8006" y="48948"/>
                </a:cubicBezTo>
                <a:lnTo>
                  <a:pt x="80155" y="160858"/>
                </a:lnTo>
                <a:cubicBezTo>
                  <a:pt x="88162" y="173323"/>
                  <a:pt x="96259" y="173504"/>
                  <a:pt x="104448" y="161404"/>
                </a:cubicBezTo>
                <a:cubicBezTo>
                  <a:pt x="112728" y="149303"/>
                  <a:pt x="112818" y="137021"/>
                  <a:pt x="104811" y="124555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52" name="pdf-path-98">
            <a:extLst xmlns:a="http://schemas.openxmlformats.org/drawingml/2006/main">
              <a:ext uri="{FF2B5EF4-FFF2-40B4-BE49-F238E27FC236}">
                <a16:creationId xmlns:a16="http://schemas.microsoft.com/office/drawing/2014/main" id="{911F5EFE-9F08-4E69-9B3D-1B7D5D53D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3468" y="2939082"/>
            <a:ext cx="139294" cy="170775"/>
          </a:xfrm>
          <a:custGeom xmlns:a="http://schemas.openxmlformats.org/drawingml/2006/main">
            <a:pathLst>
              <a:path w="139294" h="170775">
                <a:moveTo>
                  <a:pt x="30843" y="160494"/>
                </a:moveTo>
                <a:lnTo>
                  <a:pt x="128649" y="52770"/>
                </a:lnTo>
                <a:cubicBezTo>
                  <a:pt x="138021" y="42489"/>
                  <a:pt x="139294" y="30297"/>
                  <a:pt x="132562" y="16104"/>
                </a:cubicBezTo>
                <a:cubicBezTo>
                  <a:pt x="125739" y="1911"/>
                  <a:pt x="117731" y="0"/>
                  <a:pt x="108452" y="10281"/>
                </a:cubicBezTo>
                <a:lnTo>
                  <a:pt x="10554" y="118005"/>
                </a:lnTo>
                <a:cubicBezTo>
                  <a:pt x="1274" y="128286"/>
                  <a:pt x="0" y="140477"/>
                  <a:pt x="6733" y="154671"/>
                </a:cubicBezTo>
                <a:cubicBezTo>
                  <a:pt x="13466" y="168773"/>
                  <a:pt x="21472" y="170775"/>
                  <a:pt x="30843" y="160494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53" name="pdf-path-100">
            <a:extLst xmlns:a="http://schemas.openxmlformats.org/drawingml/2006/main">
              <a:ext uri="{FF2B5EF4-FFF2-40B4-BE49-F238E27FC236}">
                <a16:creationId xmlns:a16="http://schemas.microsoft.com/office/drawing/2014/main" id="{639DD3CE-5F91-4847-B98C-94082F48D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1990" y="3079469"/>
            <a:ext cx="152760" cy="174141"/>
          </a:xfrm>
          <a:custGeom xmlns:a="http://schemas.openxmlformats.org/drawingml/2006/main">
            <a:pathLst>
              <a:path w="152760" h="174141">
                <a:moveTo>
                  <a:pt x="24202" y="166317"/>
                </a:moveTo>
                <a:lnTo>
                  <a:pt x="143935" y="42671"/>
                </a:lnTo>
                <a:cubicBezTo>
                  <a:pt x="151486" y="34846"/>
                  <a:pt x="152760" y="25111"/>
                  <a:pt x="147574" y="13466"/>
                </a:cubicBezTo>
                <a:cubicBezTo>
                  <a:pt x="142479" y="1911"/>
                  <a:pt x="136111" y="0"/>
                  <a:pt x="128467" y="7915"/>
                </a:cubicBezTo>
                <a:lnTo>
                  <a:pt x="8825" y="131561"/>
                </a:lnTo>
                <a:cubicBezTo>
                  <a:pt x="1182" y="139386"/>
                  <a:pt x="0" y="149121"/>
                  <a:pt x="5094" y="160767"/>
                </a:cubicBezTo>
                <a:cubicBezTo>
                  <a:pt x="10280" y="172321"/>
                  <a:pt x="16650" y="174141"/>
                  <a:pt x="24202" y="166317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54" name="pdf-path-102">
            <a:extLst xmlns:a="http://schemas.openxmlformats.org/drawingml/2006/main">
              <a:ext uri="{FF2B5EF4-FFF2-40B4-BE49-F238E27FC236}">
                <a16:creationId xmlns:a16="http://schemas.microsoft.com/office/drawing/2014/main" id="{89D92818-C118-4F20-A3F3-DF3319259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8434" y="3234959"/>
            <a:ext cx="55136" cy="111818"/>
          </a:xfrm>
          <a:custGeom xmlns:a="http://schemas.openxmlformats.org/drawingml/2006/main">
            <a:pathLst>
              <a:path w="55136" h="111818">
                <a:moveTo>
                  <a:pt x="51406" y="67691"/>
                </a:moveTo>
                <a:lnTo>
                  <a:pt x="43945" y="27386"/>
                </a:lnTo>
                <a:cubicBezTo>
                  <a:pt x="40306" y="7278"/>
                  <a:pt x="31662" y="0"/>
                  <a:pt x="18288" y="5550"/>
                </a:cubicBezTo>
                <a:cubicBezTo>
                  <a:pt x="4822" y="11100"/>
                  <a:pt x="0" y="24020"/>
                  <a:pt x="3731" y="44127"/>
                </a:cubicBezTo>
                <a:lnTo>
                  <a:pt x="11100" y="84432"/>
                </a:lnTo>
                <a:cubicBezTo>
                  <a:pt x="14831" y="104539"/>
                  <a:pt x="23383" y="111818"/>
                  <a:pt x="36848" y="106268"/>
                </a:cubicBezTo>
                <a:cubicBezTo>
                  <a:pt x="50314" y="100718"/>
                  <a:pt x="55136" y="87798"/>
                  <a:pt x="51406" y="67691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55" name="pdf-path-104">
            <a:extLst xmlns:a="http://schemas.openxmlformats.org/drawingml/2006/main">
              <a:ext uri="{FF2B5EF4-FFF2-40B4-BE49-F238E27FC236}">
                <a16:creationId xmlns:a16="http://schemas.microsoft.com/office/drawing/2014/main" id="{73433E8A-FDD5-4734-8F02-2C8CA9383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7296" y="2942995"/>
            <a:ext cx="127102" cy="189972"/>
          </a:xfrm>
          <a:custGeom xmlns:a="http://schemas.openxmlformats.org/drawingml/2006/main">
            <a:pathLst>
              <a:path w="127102" h="189972">
                <a:moveTo>
                  <a:pt x="118823" y="140568"/>
                </a:moveTo>
                <a:lnTo>
                  <a:pt x="32572" y="12192"/>
                </a:lnTo>
                <a:cubicBezTo>
                  <a:pt x="24292" y="0"/>
                  <a:pt x="16195" y="91"/>
                  <a:pt x="8097" y="12465"/>
                </a:cubicBezTo>
                <a:cubicBezTo>
                  <a:pt x="0" y="24929"/>
                  <a:pt x="0" y="37212"/>
                  <a:pt x="8279" y="49403"/>
                </a:cubicBezTo>
                <a:lnTo>
                  <a:pt x="94531" y="177781"/>
                </a:lnTo>
                <a:cubicBezTo>
                  <a:pt x="102811" y="189972"/>
                  <a:pt x="110908" y="189881"/>
                  <a:pt x="119006" y="177507"/>
                </a:cubicBezTo>
                <a:cubicBezTo>
                  <a:pt x="127102" y="165134"/>
                  <a:pt x="127102" y="152760"/>
                  <a:pt x="118823" y="140568"/>
                </a:cubicBezTo>
              </a:path>
            </a:pathLst>
          </a:custGeom>
          <a:solidFill xmlns:a="http://schemas.openxmlformats.org/drawingml/2006/main">
            <a:srgbClr val="B24D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56" name="pdf-path-106">
            <a:extLst xmlns:a="http://schemas.openxmlformats.org/drawingml/2006/main">
              <a:ext uri="{FF2B5EF4-FFF2-40B4-BE49-F238E27FC236}">
                <a16:creationId xmlns:a16="http://schemas.microsoft.com/office/drawing/2014/main" id="{AF32A495-C0CF-4C1E-BF7C-03C1CA0D9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5294" y="3111495"/>
            <a:ext cx="128833" cy="214629"/>
          </a:xfrm>
          <a:custGeom xmlns:a="http://schemas.openxmlformats.org/drawingml/2006/main">
            <a:pathLst>
              <a:path w="128833" h="214629">
                <a:moveTo>
                  <a:pt x="26931" y="203528"/>
                </a:moveTo>
                <a:lnTo>
                  <a:pt x="122736" y="38668"/>
                </a:lnTo>
                <a:cubicBezTo>
                  <a:pt x="128833" y="28204"/>
                  <a:pt x="128468" y="18379"/>
                  <a:pt x="121463" y="9189"/>
                </a:cubicBezTo>
                <a:cubicBezTo>
                  <a:pt x="114548" y="0"/>
                  <a:pt x="108088" y="637"/>
                  <a:pt x="101992" y="11099"/>
                </a:cubicBezTo>
                <a:lnTo>
                  <a:pt x="6096" y="175961"/>
                </a:lnTo>
                <a:cubicBezTo>
                  <a:pt x="0" y="186423"/>
                  <a:pt x="455" y="196250"/>
                  <a:pt x="7370" y="205439"/>
                </a:cubicBezTo>
                <a:cubicBezTo>
                  <a:pt x="14285" y="214629"/>
                  <a:pt x="20836" y="213992"/>
                  <a:pt x="26931" y="203528"/>
                </a:cubicBezTo>
              </a:path>
            </a:pathLst>
          </a:custGeom>
          <a:solidFill xmlns:a="http://schemas.openxmlformats.org/drawingml/2006/main">
            <a:srgbClr val="B24D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57" name="pdf-path-108">
            <a:extLst xmlns:a="http://schemas.openxmlformats.org/drawingml/2006/main">
              <a:ext uri="{FF2B5EF4-FFF2-40B4-BE49-F238E27FC236}">
                <a16:creationId xmlns:a16="http://schemas.microsoft.com/office/drawing/2014/main" id="{982E2B3B-89C5-40CD-B9C3-44A2303C1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9115" y="3288638"/>
            <a:ext cx="73605" cy="82340"/>
          </a:xfrm>
          <a:custGeom xmlns:a="http://schemas.openxmlformats.org/drawingml/2006/main">
            <a:pathLst>
              <a:path w="73605" h="82340">
                <a:moveTo>
                  <a:pt x="55227" y="15558"/>
                </a:moveTo>
                <a:lnTo>
                  <a:pt x="28478" y="5186"/>
                </a:lnTo>
                <a:cubicBezTo>
                  <a:pt x="15104" y="0"/>
                  <a:pt x="6733" y="7734"/>
                  <a:pt x="3367" y="28205"/>
                </a:cubicBezTo>
                <a:cubicBezTo>
                  <a:pt x="0" y="48767"/>
                  <a:pt x="5005" y="61596"/>
                  <a:pt x="18379" y="66782"/>
                </a:cubicBezTo>
                <a:lnTo>
                  <a:pt x="45128" y="77154"/>
                </a:lnTo>
                <a:cubicBezTo>
                  <a:pt x="58503" y="82340"/>
                  <a:pt x="66873" y="74606"/>
                  <a:pt x="70239" y="54135"/>
                </a:cubicBezTo>
                <a:cubicBezTo>
                  <a:pt x="73605" y="33573"/>
                  <a:pt x="68602" y="20744"/>
                  <a:pt x="55227" y="15558"/>
                </a:cubicBezTo>
              </a:path>
            </a:pathLst>
          </a:custGeom>
          <a:solidFill xmlns:a="http://schemas.openxmlformats.org/drawingml/2006/main">
            <a:srgbClr val="B24D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58" name="pdf-path-110">
            <a:extLst xmlns:a="http://schemas.openxmlformats.org/drawingml/2006/main">
              <a:ext uri="{FF2B5EF4-FFF2-40B4-BE49-F238E27FC236}">
                <a16:creationId xmlns:a16="http://schemas.microsoft.com/office/drawing/2014/main" id="{8EFBDE76-8500-475E-8DE4-C089BBF0D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5042" y="2797696"/>
            <a:ext cx="117004" cy="170047"/>
          </a:xfrm>
          <a:custGeom xmlns:a="http://schemas.openxmlformats.org/drawingml/2006/main">
            <a:pathLst>
              <a:path w="117004" h="170047">
                <a:moveTo>
                  <a:pt x="108361" y="119733"/>
                </a:moveTo>
                <a:lnTo>
                  <a:pt x="32390" y="11919"/>
                </a:lnTo>
                <a:cubicBezTo>
                  <a:pt x="24020" y="0"/>
                  <a:pt x="15831" y="364"/>
                  <a:pt x="7916" y="13102"/>
                </a:cubicBezTo>
                <a:cubicBezTo>
                  <a:pt x="0" y="25839"/>
                  <a:pt x="182" y="38213"/>
                  <a:pt x="8644" y="50222"/>
                </a:cubicBezTo>
                <a:lnTo>
                  <a:pt x="84523" y="158037"/>
                </a:lnTo>
                <a:cubicBezTo>
                  <a:pt x="92985" y="170047"/>
                  <a:pt x="101173" y="169592"/>
                  <a:pt x="109089" y="156854"/>
                </a:cubicBezTo>
                <a:cubicBezTo>
                  <a:pt x="117004" y="144116"/>
                  <a:pt x="116731" y="131743"/>
                  <a:pt x="108361" y="119733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59" name="pdf-path-112">
            <a:extLst xmlns:a="http://schemas.openxmlformats.org/drawingml/2006/main">
              <a:ext uri="{FF2B5EF4-FFF2-40B4-BE49-F238E27FC236}">
                <a16:creationId xmlns:a16="http://schemas.microsoft.com/office/drawing/2014/main" id="{A30E914D-6839-47B6-8741-563A3245A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0659" y="2937899"/>
            <a:ext cx="139932" cy="168409"/>
          </a:xfrm>
          <a:custGeom xmlns:a="http://schemas.openxmlformats.org/drawingml/2006/main">
            <a:pathLst>
              <a:path w="139932" h="168409">
                <a:moveTo>
                  <a:pt x="30661" y="158311"/>
                </a:moveTo>
                <a:lnTo>
                  <a:pt x="129196" y="52588"/>
                </a:lnTo>
                <a:cubicBezTo>
                  <a:pt x="138567" y="42580"/>
                  <a:pt x="139932" y="30480"/>
                  <a:pt x="133199" y="16286"/>
                </a:cubicBezTo>
                <a:cubicBezTo>
                  <a:pt x="126557" y="2093"/>
                  <a:pt x="118550" y="0"/>
                  <a:pt x="109179" y="10099"/>
                </a:cubicBezTo>
                <a:lnTo>
                  <a:pt x="10736" y="115822"/>
                </a:lnTo>
                <a:cubicBezTo>
                  <a:pt x="1274" y="125920"/>
                  <a:pt x="0" y="138021"/>
                  <a:pt x="6641" y="152215"/>
                </a:cubicBezTo>
                <a:cubicBezTo>
                  <a:pt x="13283" y="166408"/>
                  <a:pt x="21290" y="168409"/>
                  <a:pt x="30661" y="158311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60" name="pdf-path-114">
            <a:extLst xmlns:a="http://schemas.openxmlformats.org/drawingml/2006/main">
              <a:ext uri="{FF2B5EF4-FFF2-40B4-BE49-F238E27FC236}">
                <a16:creationId xmlns:a16="http://schemas.microsoft.com/office/drawing/2014/main" id="{44EE44B3-DA2D-44E8-B41B-20F0873E7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456" y="3077377"/>
            <a:ext cx="150030" cy="179964"/>
          </a:xfrm>
          <a:custGeom xmlns:a="http://schemas.openxmlformats.org/drawingml/2006/main">
            <a:pathLst>
              <a:path w="150030" h="179964">
                <a:moveTo>
                  <a:pt x="24656" y="171775"/>
                </a:moveTo>
                <a:lnTo>
                  <a:pt x="141569" y="42125"/>
                </a:lnTo>
                <a:cubicBezTo>
                  <a:pt x="149030" y="33936"/>
                  <a:pt x="150030" y="24111"/>
                  <a:pt x="144572" y="12828"/>
                </a:cubicBezTo>
                <a:cubicBezTo>
                  <a:pt x="139204" y="1547"/>
                  <a:pt x="132744" y="0"/>
                  <a:pt x="125374" y="8279"/>
                </a:cubicBezTo>
                <a:lnTo>
                  <a:pt x="8461" y="137839"/>
                </a:lnTo>
                <a:cubicBezTo>
                  <a:pt x="1000" y="146118"/>
                  <a:pt x="0" y="155854"/>
                  <a:pt x="5459" y="167135"/>
                </a:cubicBezTo>
                <a:cubicBezTo>
                  <a:pt x="10827" y="178417"/>
                  <a:pt x="17286" y="179964"/>
                  <a:pt x="24656" y="171775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61" name="pdf-path-116">
            <a:extLst xmlns:a="http://schemas.openxmlformats.org/drawingml/2006/main">
              <a:ext uri="{FF2B5EF4-FFF2-40B4-BE49-F238E27FC236}">
                <a16:creationId xmlns:a16="http://schemas.microsoft.com/office/drawing/2014/main" id="{A81E268D-291F-49A8-A4AB-FFEABE10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0719" y="3237688"/>
            <a:ext cx="58138" cy="112455"/>
          </a:xfrm>
          <a:custGeom xmlns:a="http://schemas.openxmlformats.org/drawingml/2006/main">
            <a:pathLst>
              <a:path w="58138" h="112455">
                <a:moveTo>
                  <a:pt x="53407" y="65144"/>
                </a:moveTo>
                <a:lnTo>
                  <a:pt x="43945" y="25930"/>
                </a:lnTo>
                <a:cubicBezTo>
                  <a:pt x="39122" y="6278"/>
                  <a:pt x="30297" y="0"/>
                  <a:pt x="17196" y="7187"/>
                </a:cubicBezTo>
                <a:cubicBezTo>
                  <a:pt x="4185" y="14284"/>
                  <a:pt x="0" y="27658"/>
                  <a:pt x="4731" y="47311"/>
                </a:cubicBezTo>
                <a:lnTo>
                  <a:pt x="14284" y="86616"/>
                </a:lnTo>
                <a:cubicBezTo>
                  <a:pt x="19015" y="106268"/>
                  <a:pt x="27931" y="112455"/>
                  <a:pt x="40942" y="105358"/>
                </a:cubicBezTo>
                <a:cubicBezTo>
                  <a:pt x="53953" y="98170"/>
                  <a:pt x="58138" y="84796"/>
                  <a:pt x="53407" y="65144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62" name="pdf-path-118">
            <a:extLst xmlns:a="http://schemas.openxmlformats.org/drawingml/2006/main">
              <a:ext uri="{FF2B5EF4-FFF2-40B4-BE49-F238E27FC236}">
                <a16:creationId xmlns:a16="http://schemas.microsoft.com/office/drawing/2014/main" id="{E66B2EA6-563D-4BF9-84D1-7C1EDDF25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6488" y="2940629"/>
            <a:ext cx="130560" cy="185514"/>
          </a:xfrm>
          <a:custGeom xmlns:a="http://schemas.openxmlformats.org/drawingml/2006/main">
            <a:pathLst>
              <a:path w="130560" h="185514">
                <a:moveTo>
                  <a:pt x="121643" y="135110"/>
                </a:moveTo>
                <a:lnTo>
                  <a:pt x="32208" y="11737"/>
                </a:lnTo>
                <a:cubicBezTo>
                  <a:pt x="23656" y="0"/>
                  <a:pt x="15558" y="546"/>
                  <a:pt x="7733" y="13375"/>
                </a:cubicBezTo>
                <a:cubicBezTo>
                  <a:pt x="0" y="26294"/>
                  <a:pt x="364" y="38577"/>
                  <a:pt x="8917" y="50405"/>
                </a:cubicBezTo>
                <a:lnTo>
                  <a:pt x="98353" y="173777"/>
                </a:lnTo>
                <a:cubicBezTo>
                  <a:pt x="106905" y="185514"/>
                  <a:pt x="115002" y="184877"/>
                  <a:pt x="122735" y="172049"/>
                </a:cubicBezTo>
                <a:cubicBezTo>
                  <a:pt x="130560" y="159129"/>
                  <a:pt x="130196" y="146846"/>
                  <a:pt x="121643" y="135110"/>
                </a:cubicBezTo>
              </a:path>
            </a:pathLst>
          </a:custGeom>
          <a:solidFill xmlns:a="http://schemas.openxmlformats.org/drawingml/2006/main">
            <a:srgbClr val="B24D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63" name="pdf-path-120">
            <a:extLst xmlns:a="http://schemas.openxmlformats.org/drawingml/2006/main">
              <a:ext uri="{FF2B5EF4-FFF2-40B4-BE49-F238E27FC236}">
                <a16:creationId xmlns:a16="http://schemas.microsoft.com/office/drawing/2014/main" id="{7E21BC43-B8A2-4E7E-89EE-A1CF2787D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9035" y="3103852"/>
            <a:ext cx="126921" cy="215903"/>
          </a:xfrm>
          <a:custGeom xmlns:a="http://schemas.openxmlformats.org/drawingml/2006/main">
            <a:pathLst>
              <a:path w="126921" h="215903">
                <a:moveTo>
                  <a:pt x="26749" y="204711"/>
                </a:moveTo>
                <a:lnTo>
                  <a:pt x="120917" y="38577"/>
                </a:lnTo>
                <a:cubicBezTo>
                  <a:pt x="126921" y="28023"/>
                  <a:pt x="126467" y="18196"/>
                  <a:pt x="119551" y="9098"/>
                </a:cubicBezTo>
                <a:cubicBezTo>
                  <a:pt x="112637" y="0"/>
                  <a:pt x="106178" y="728"/>
                  <a:pt x="100172" y="11282"/>
                </a:cubicBezTo>
                <a:lnTo>
                  <a:pt x="6006" y="177416"/>
                </a:lnTo>
                <a:cubicBezTo>
                  <a:pt x="0" y="187880"/>
                  <a:pt x="455" y="197706"/>
                  <a:pt x="7370" y="206804"/>
                </a:cubicBezTo>
                <a:cubicBezTo>
                  <a:pt x="14285" y="215903"/>
                  <a:pt x="20745" y="215266"/>
                  <a:pt x="26749" y="204711"/>
                </a:cubicBezTo>
              </a:path>
            </a:pathLst>
          </a:custGeom>
          <a:solidFill xmlns:a="http://schemas.openxmlformats.org/drawingml/2006/main">
            <a:srgbClr val="B24D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64" name="pdf-path-122">
            <a:extLst xmlns:a="http://schemas.openxmlformats.org/drawingml/2006/main">
              <a:ext uri="{FF2B5EF4-FFF2-40B4-BE49-F238E27FC236}">
                <a16:creationId xmlns:a16="http://schemas.microsoft.com/office/drawing/2014/main" id="{FB86DD4D-974E-4F7B-B62A-6B7B493F4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1310" y="3285727"/>
            <a:ext cx="74242" cy="87525"/>
          </a:xfrm>
          <a:custGeom xmlns:a="http://schemas.openxmlformats.org/drawingml/2006/main">
            <a:pathLst>
              <a:path w="74242" h="87525">
                <a:moveTo>
                  <a:pt x="57228" y="21653"/>
                </a:moveTo>
                <a:lnTo>
                  <a:pt x="31389" y="7187"/>
                </a:lnTo>
                <a:cubicBezTo>
                  <a:pt x="18378" y="0"/>
                  <a:pt x="9553" y="6096"/>
                  <a:pt x="4731" y="25657"/>
                </a:cubicBezTo>
                <a:cubicBezTo>
                  <a:pt x="0" y="45218"/>
                  <a:pt x="4094" y="58593"/>
                  <a:pt x="17013" y="65871"/>
                </a:cubicBezTo>
                <a:lnTo>
                  <a:pt x="42853" y="80246"/>
                </a:lnTo>
                <a:cubicBezTo>
                  <a:pt x="55772" y="87525"/>
                  <a:pt x="64688" y="81339"/>
                  <a:pt x="69420" y="61777"/>
                </a:cubicBezTo>
                <a:cubicBezTo>
                  <a:pt x="74242" y="42307"/>
                  <a:pt x="70148" y="28933"/>
                  <a:pt x="57228" y="21653"/>
                </a:cubicBezTo>
              </a:path>
            </a:pathLst>
          </a:custGeom>
          <a:solidFill xmlns:a="http://schemas.openxmlformats.org/drawingml/2006/main">
            <a:srgbClr val="B24D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65" name="pdf-path-124">
            <a:extLst xmlns:a="http://schemas.openxmlformats.org/drawingml/2006/main">
              <a:ext uri="{FF2B5EF4-FFF2-40B4-BE49-F238E27FC236}">
                <a16:creationId xmlns:a16="http://schemas.microsoft.com/office/drawing/2014/main" id="{7486FE49-5F59-42E1-AA37-0A0890D98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478" y="2869936"/>
            <a:ext cx="2438885" cy="37212"/>
          </a:xfrm>
          <a:custGeom xmlns:a="http://schemas.openxmlformats.org/drawingml/2006/main">
            <a:pathLst>
              <a:path w="2438885" h="37212">
                <a:moveTo>
                  <a:pt x="0" y="31389"/>
                </a:moveTo>
                <a:lnTo>
                  <a:pt x="35210" y="28387"/>
                </a:lnTo>
                <a:lnTo>
                  <a:pt x="41397" y="26476"/>
                </a:lnTo>
                <a:lnTo>
                  <a:pt x="48585" y="22018"/>
                </a:lnTo>
                <a:lnTo>
                  <a:pt x="58683" y="13465"/>
                </a:lnTo>
                <a:lnTo>
                  <a:pt x="64780" y="9644"/>
                </a:lnTo>
                <a:lnTo>
                  <a:pt x="76607" y="4731"/>
                </a:lnTo>
                <a:lnTo>
                  <a:pt x="81429" y="3184"/>
                </a:lnTo>
                <a:lnTo>
                  <a:pt x="85615" y="2911"/>
                </a:lnTo>
                <a:lnTo>
                  <a:pt x="89072" y="4640"/>
                </a:lnTo>
                <a:lnTo>
                  <a:pt x="99990" y="17559"/>
                </a:lnTo>
                <a:lnTo>
                  <a:pt x="107269" y="28296"/>
                </a:lnTo>
                <a:lnTo>
                  <a:pt x="110635" y="31116"/>
                </a:lnTo>
                <a:lnTo>
                  <a:pt x="114365" y="32207"/>
                </a:lnTo>
                <a:lnTo>
                  <a:pt x="122463" y="31753"/>
                </a:lnTo>
                <a:lnTo>
                  <a:pt x="160312" y="26112"/>
                </a:lnTo>
                <a:lnTo>
                  <a:pt x="167227" y="22200"/>
                </a:lnTo>
                <a:lnTo>
                  <a:pt x="182602" y="8916"/>
                </a:lnTo>
                <a:lnTo>
                  <a:pt x="194522" y="3002"/>
                </a:lnTo>
                <a:lnTo>
                  <a:pt x="204530" y="0"/>
                </a:lnTo>
                <a:lnTo>
                  <a:pt x="208441" y="273"/>
                </a:lnTo>
                <a:lnTo>
                  <a:pt x="211444" y="2638"/>
                </a:lnTo>
                <a:lnTo>
                  <a:pt x="217540" y="11282"/>
                </a:lnTo>
                <a:lnTo>
                  <a:pt x="221634" y="16286"/>
                </a:lnTo>
                <a:lnTo>
                  <a:pt x="228276" y="26840"/>
                </a:lnTo>
                <a:lnTo>
                  <a:pt x="231551" y="29387"/>
                </a:lnTo>
                <a:lnTo>
                  <a:pt x="235099" y="30388"/>
                </a:lnTo>
                <a:lnTo>
                  <a:pt x="242924" y="30024"/>
                </a:lnTo>
                <a:lnTo>
                  <a:pt x="266307" y="26658"/>
                </a:lnTo>
                <a:lnTo>
                  <a:pt x="272857" y="26476"/>
                </a:lnTo>
                <a:lnTo>
                  <a:pt x="278862" y="24383"/>
                </a:lnTo>
                <a:lnTo>
                  <a:pt x="282228" y="22655"/>
                </a:lnTo>
                <a:lnTo>
                  <a:pt x="302973" y="6824"/>
                </a:lnTo>
                <a:lnTo>
                  <a:pt x="314891" y="1364"/>
                </a:lnTo>
                <a:lnTo>
                  <a:pt x="319804" y="91"/>
                </a:lnTo>
                <a:lnTo>
                  <a:pt x="324262" y="273"/>
                </a:lnTo>
                <a:lnTo>
                  <a:pt x="328357" y="2729"/>
                </a:lnTo>
                <a:lnTo>
                  <a:pt x="341276" y="18015"/>
                </a:lnTo>
                <a:lnTo>
                  <a:pt x="348191" y="27932"/>
                </a:lnTo>
                <a:lnTo>
                  <a:pt x="351648" y="30479"/>
                </a:lnTo>
                <a:lnTo>
                  <a:pt x="355470" y="31662"/>
                </a:lnTo>
                <a:lnTo>
                  <a:pt x="363749" y="31571"/>
                </a:lnTo>
                <a:lnTo>
                  <a:pt x="402872" y="27295"/>
                </a:lnTo>
                <a:lnTo>
                  <a:pt x="409786" y="23838"/>
                </a:lnTo>
                <a:lnTo>
                  <a:pt x="425254" y="11282"/>
                </a:lnTo>
                <a:lnTo>
                  <a:pt x="437354" y="5459"/>
                </a:lnTo>
                <a:lnTo>
                  <a:pt x="446908" y="2729"/>
                </a:lnTo>
                <a:lnTo>
                  <a:pt x="450547" y="3548"/>
                </a:lnTo>
                <a:lnTo>
                  <a:pt x="453458" y="6369"/>
                </a:lnTo>
                <a:lnTo>
                  <a:pt x="456279" y="10736"/>
                </a:lnTo>
                <a:lnTo>
                  <a:pt x="464467" y="19834"/>
                </a:lnTo>
                <a:lnTo>
                  <a:pt x="468106" y="25384"/>
                </a:lnTo>
                <a:lnTo>
                  <a:pt x="471564" y="29387"/>
                </a:lnTo>
                <a:lnTo>
                  <a:pt x="475294" y="31389"/>
                </a:lnTo>
                <a:lnTo>
                  <a:pt x="479024" y="32026"/>
                </a:lnTo>
                <a:lnTo>
                  <a:pt x="487031" y="31298"/>
                </a:lnTo>
                <a:lnTo>
                  <a:pt x="510960" y="27750"/>
                </a:lnTo>
                <a:lnTo>
                  <a:pt x="517510" y="27113"/>
                </a:lnTo>
                <a:lnTo>
                  <a:pt x="527518" y="22200"/>
                </a:lnTo>
                <a:lnTo>
                  <a:pt x="543167" y="9280"/>
                </a:lnTo>
                <a:lnTo>
                  <a:pt x="555359" y="3457"/>
                </a:lnTo>
                <a:lnTo>
                  <a:pt x="565185" y="273"/>
                </a:lnTo>
                <a:lnTo>
                  <a:pt x="569461" y="1001"/>
                </a:lnTo>
                <a:lnTo>
                  <a:pt x="573282" y="4094"/>
                </a:lnTo>
                <a:lnTo>
                  <a:pt x="585201" y="20471"/>
                </a:lnTo>
                <a:lnTo>
                  <a:pt x="588477" y="25930"/>
                </a:lnTo>
                <a:lnTo>
                  <a:pt x="591752" y="29751"/>
                </a:lnTo>
                <a:lnTo>
                  <a:pt x="595118" y="31844"/>
                </a:lnTo>
                <a:lnTo>
                  <a:pt x="598758" y="32753"/>
                </a:lnTo>
                <a:lnTo>
                  <a:pt x="606764" y="32481"/>
                </a:lnTo>
                <a:lnTo>
                  <a:pt x="643794" y="28478"/>
                </a:lnTo>
                <a:lnTo>
                  <a:pt x="650982" y="23928"/>
                </a:lnTo>
                <a:lnTo>
                  <a:pt x="661081" y="15194"/>
                </a:lnTo>
                <a:lnTo>
                  <a:pt x="666995" y="11373"/>
                </a:lnTo>
                <a:lnTo>
                  <a:pt x="678550" y="6459"/>
                </a:lnTo>
                <a:lnTo>
                  <a:pt x="683372" y="5095"/>
                </a:lnTo>
                <a:lnTo>
                  <a:pt x="687557" y="5095"/>
                </a:lnTo>
                <a:lnTo>
                  <a:pt x="691378" y="7187"/>
                </a:lnTo>
                <a:lnTo>
                  <a:pt x="703024" y="21381"/>
                </a:lnTo>
                <a:lnTo>
                  <a:pt x="709666" y="32117"/>
                </a:lnTo>
                <a:lnTo>
                  <a:pt x="712941" y="35028"/>
                </a:lnTo>
                <a:lnTo>
                  <a:pt x="716307" y="36393"/>
                </a:lnTo>
                <a:lnTo>
                  <a:pt x="724223" y="36211"/>
                </a:lnTo>
                <a:lnTo>
                  <a:pt x="761253" y="30024"/>
                </a:lnTo>
                <a:lnTo>
                  <a:pt x="768259" y="25293"/>
                </a:lnTo>
                <a:lnTo>
                  <a:pt x="778267" y="16559"/>
                </a:lnTo>
                <a:lnTo>
                  <a:pt x="784362" y="12465"/>
                </a:lnTo>
                <a:lnTo>
                  <a:pt x="796100" y="7096"/>
                </a:lnTo>
                <a:lnTo>
                  <a:pt x="800921" y="5459"/>
                </a:lnTo>
                <a:lnTo>
                  <a:pt x="805198" y="5277"/>
                </a:lnTo>
                <a:lnTo>
                  <a:pt x="809110" y="7370"/>
                </a:lnTo>
                <a:lnTo>
                  <a:pt x="821120" y="21472"/>
                </a:lnTo>
                <a:lnTo>
                  <a:pt x="827853" y="31935"/>
                </a:lnTo>
                <a:lnTo>
                  <a:pt x="831128" y="34846"/>
                </a:lnTo>
                <a:lnTo>
                  <a:pt x="834676" y="36211"/>
                </a:lnTo>
                <a:lnTo>
                  <a:pt x="842774" y="36120"/>
                </a:lnTo>
                <a:lnTo>
                  <a:pt x="877529" y="31207"/>
                </a:lnTo>
                <a:lnTo>
                  <a:pt x="883988" y="27841"/>
                </a:lnTo>
                <a:lnTo>
                  <a:pt x="887810" y="25202"/>
                </a:lnTo>
                <a:lnTo>
                  <a:pt x="897727" y="16377"/>
                </a:lnTo>
                <a:lnTo>
                  <a:pt x="903732" y="12282"/>
                </a:lnTo>
                <a:lnTo>
                  <a:pt x="915378" y="7096"/>
                </a:lnTo>
                <a:lnTo>
                  <a:pt x="920109" y="5368"/>
                </a:lnTo>
                <a:lnTo>
                  <a:pt x="924385" y="5004"/>
                </a:lnTo>
                <a:lnTo>
                  <a:pt x="928115" y="6915"/>
                </a:lnTo>
                <a:lnTo>
                  <a:pt x="939488" y="20926"/>
                </a:lnTo>
                <a:lnTo>
                  <a:pt x="946130" y="31844"/>
                </a:lnTo>
                <a:lnTo>
                  <a:pt x="949315" y="34846"/>
                </a:lnTo>
                <a:lnTo>
                  <a:pt x="952681" y="36211"/>
                </a:lnTo>
                <a:lnTo>
                  <a:pt x="960323" y="36120"/>
                </a:lnTo>
                <a:lnTo>
                  <a:pt x="996989" y="30388"/>
                </a:lnTo>
                <a:lnTo>
                  <a:pt x="1003995" y="25839"/>
                </a:lnTo>
                <a:lnTo>
                  <a:pt x="1013821" y="17014"/>
                </a:lnTo>
                <a:lnTo>
                  <a:pt x="1019826" y="13010"/>
                </a:lnTo>
                <a:lnTo>
                  <a:pt x="1031290" y="7733"/>
                </a:lnTo>
                <a:lnTo>
                  <a:pt x="1036022" y="6187"/>
                </a:lnTo>
                <a:lnTo>
                  <a:pt x="1040207" y="6096"/>
                </a:lnTo>
                <a:lnTo>
                  <a:pt x="1044028" y="8188"/>
                </a:lnTo>
                <a:lnTo>
                  <a:pt x="1055673" y="22200"/>
                </a:lnTo>
                <a:lnTo>
                  <a:pt x="1062315" y="33027"/>
                </a:lnTo>
                <a:lnTo>
                  <a:pt x="1065499" y="35939"/>
                </a:lnTo>
                <a:lnTo>
                  <a:pt x="1068957" y="37212"/>
                </a:lnTo>
                <a:lnTo>
                  <a:pt x="1076872" y="36848"/>
                </a:lnTo>
                <a:lnTo>
                  <a:pt x="1110900" y="30752"/>
                </a:lnTo>
                <a:lnTo>
                  <a:pt x="1117360" y="27021"/>
                </a:lnTo>
                <a:lnTo>
                  <a:pt x="1125822" y="19925"/>
                </a:lnTo>
                <a:lnTo>
                  <a:pt x="1131280" y="15285"/>
                </a:lnTo>
                <a:lnTo>
                  <a:pt x="1137286" y="11373"/>
                </a:lnTo>
                <a:lnTo>
                  <a:pt x="1148931" y="6369"/>
                </a:lnTo>
                <a:lnTo>
                  <a:pt x="1153662" y="4822"/>
                </a:lnTo>
                <a:lnTo>
                  <a:pt x="1157846" y="4640"/>
                </a:lnTo>
                <a:lnTo>
                  <a:pt x="1161669" y="6733"/>
                </a:lnTo>
                <a:lnTo>
                  <a:pt x="1173223" y="20744"/>
                </a:lnTo>
                <a:lnTo>
                  <a:pt x="1179956" y="31389"/>
                </a:lnTo>
                <a:lnTo>
                  <a:pt x="1183140" y="34391"/>
                </a:lnTo>
                <a:lnTo>
                  <a:pt x="1186598" y="35665"/>
                </a:lnTo>
                <a:lnTo>
                  <a:pt x="1194513" y="35483"/>
                </a:lnTo>
                <a:lnTo>
                  <a:pt x="1228632" y="30479"/>
                </a:lnTo>
                <a:lnTo>
                  <a:pt x="1235000" y="27204"/>
                </a:lnTo>
                <a:lnTo>
                  <a:pt x="1238731" y="24565"/>
                </a:lnTo>
                <a:lnTo>
                  <a:pt x="1248648" y="15831"/>
                </a:lnTo>
                <a:lnTo>
                  <a:pt x="1254652" y="11827"/>
                </a:lnTo>
                <a:lnTo>
                  <a:pt x="1266299" y="6550"/>
                </a:lnTo>
                <a:lnTo>
                  <a:pt x="1271121" y="4822"/>
                </a:lnTo>
                <a:lnTo>
                  <a:pt x="1275306" y="4549"/>
                </a:lnTo>
                <a:lnTo>
                  <a:pt x="1279218" y="6550"/>
                </a:lnTo>
                <a:lnTo>
                  <a:pt x="1290864" y="20744"/>
                </a:lnTo>
                <a:lnTo>
                  <a:pt x="1297415" y="31662"/>
                </a:lnTo>
                <a:lnTo>
                  <a:pt x="1300599" y="34482"/>
                </a:lnTo>
                <a:lnTo>
                  <a:pt x="1304148" y="35665"/>
                </a:lnTo>
                <a:lnTo>
                  <a:pt x="1312063" y="35393"/>
                </a:lnTo>
                <a:lnTo>
                  <a:pt x="1349002" y="29387"/>
                </a:lnTo>
                <a:lnTo>
                  <a:pt x="1356190" y="24656"/>
                </a:lnTo>
                <a:lnTo>
                  <a:pt x="1366288" y="15831"/>
                </a:lnTo>
                <a:lnTo>
                  <a:pt x="1372293" y="11919"/>
                </a:lnTo>
                <a:lnTo>
                  <a:pt x="1383849" y="6915"/>
                </a:lnTo>
                <a:lnTo>
                  <a:pt x="1388579" y="5459"/>
                </a:lnTo>
                <a:lnTo>
                  <a:pt x="1392856" y="5459"/>
                </a:lnTo>
                <a:lnTo>
                  <a:pt x="1396676" y="7642"/>
                </a:lnTo>
                <a:lnTo>
                  <a:pt x="1408505" y="21472"/>
                </a:lnTo>
                <a:lnTo>
                  <a:pt x="1415238" y="32207"/>
                </a:lnTo>
                <a:lnTo>
                  <a:pt x="1418513" y="35119"/>
                </a:lnTo>
                <a:lnTo>
                  <a:pt x="1421970" y="36393"/>
                </a:lnTo>
                <a:lnTo>
                  <a:pt x="1430068" y="36029"/>
                </a:lnTo>
                <a:lnTo>
                  <a:pt x="1464641" y="30115"/>
                </a:lnTo>
                <a:lnTo>
                  <a:pt x="1471101" y="26749"/>
                </a:lnTo>
                <a:lnTo>
                  <a:pt x="1474831" y="24019"/>
                </a:lnTo>
                <a:lnTo>
                  <a:pt x="1484749" y="15012"/>
                </a:lnTo>
                <a:lnTo>
                  <a:pt x="1490844" y="10736"/>
                </a:lnTo>
                <a:lnTo>
                  <a:pt x="1502580" y="5368"/>
                </a:lnTo>
                <a:lnTo>
                  <a:pt x="1507494" y="3730"/>
                </a:lnTo>
                <a:lnTo>
                  <a:pt x="1511861" y="3184"/>
                </a:lnTo>
                <a:lnTo>
                  <a:pt x="1515773" y="4731"/>
                </a:lnTo>
                <a:lnTo>
                  <a:pt x="1522779" y="12919"/>
                </a:lnTo>
                <a:lnTo>
                  <a:pt x="1527147" y="17923"/>
                </a:lnTo>
                <a:lnTo>
                  <a:pt x="1537245" y="32936"/>
                </a:lnTo>
                <a:lnTo>
                  <a:pt x="1540430" y="34846"/>
                </a:lnTo>
                <a:lnTo>
                  <a:pt x="1543978" y="35483"/>
                </a:lnTo>
                <a:lnTo>
                  <a:pt x="1551893" y="34756"/>
                </a:lnTo>
                <a:lnTo>
                  <a:pt x="1584647" y="28750"/>
                </a:lnTo>
                <a:lnTo>
                  <a:pt x="1591380" y="24565"/>
                </a:lnTo>
                <a:lnTo>
                  <a:pt x="1606665" y="11191"/>
                </a:lnTo>
                <a:lnTo>
                  <a:pt x="1618857" y="4549"/>
                </a:lnTo>
                <a:lnTo>
                  <a:pt x="1624134" y="2456"/>
                </a:lnTo>
                <a:lnTo>
                  <a:pt x="1628774" y="1638"/>
                </a:lnTo>
                <a:lnTo>
                  <a:pt x="1633051" y="2638"/>
                </a:lnTo>
                <a:lnTo>
                  <a:pt x="1636780" y="5823"/>
                </a:lnTo>
                <a:lnTo>
                  <a:pt x="1645242" y="15376"/>
                </a:lnTo>
                <a:lnTo>
                  <a:pt x="1655887" y="30752"/>
                </a:lnTo>
                <a:lnTo>
                  <a:pt x="1659254" y="32845"/>
                </a:lnTo>
                <a:lnTo>
                  <a:pt x="1662983" y="33664"/>
                </a:lnTo>
                <a:lnTo>
                  <a:pt x="1671172" y="33027"/>
                </a:lnTo>
                <a:lnTo>
                  <a:pt x="1705563" y="27386"/>
                </a:lnTo>
                <a:lnTo>
                  <a:pt x="1712296" y="23838"/>
                </a:lnTo>
                <a:lnTo>
                  <a:pt x="1720848" y="16923"/>
                </a:lnTo>
                <a:lnTo>
                  <a:pt x="1726399" y="12556"/>
                </a:lnTo>
                <a:lnTo>
                  <a:pt x="1732585" y="8734"/>
                </a:lnTo>
                <a:lnTo>
                  <a:pt x="1744504" y="3639"/>
                </a:lnTo>
                <a:lnTo>
                  <a:pt x="1749326" y="2092"/>
                </a:lnTo>
                <a:lnTo>
                  <a:pt x="1753512" y="1820"/>
                </a:lnTo>
                <a:lnTo>
                  <a:pt x="1757060" y="3730"/>
                </a:lnTo>
                <a:lnTo>
                  <a:pt x="1775893" y="27295"/>
                </a:lnTo>
                <a:lnTo>
                  <a:pt x="1779532" y="29933"/>
                </a:lnTo>
                <a:lnTo>
                  <a:pt x="1783263" y="31025"/>
                </a:lnTo>
                <a:lnTo>
                  <a:pt x="1791451" y="30843"/>
                </a:lnTo>
                <a:lnTo>
                  <a:pt x="1819929" y="28659"/>
                </a:lnTo>
                <a:lnTo>
                  <a:pt x="1826662" y="28478"/>
                </a:lnTo>
                <a:lnTo>
                  <a:pt x="1833030" y="26203"/>
                </a:lnTo>
                <a:lnTo>
                  <a:pt x="1836670" y="24292"/>
                </a:lnTo>
                <a:lnTo>
                  <a:pt x="1852046" y="11555"/>
                </a:lnTo>
                <a:lnTo>
                  <a:pt x="1863965" y="6004"/>
                </a:lnTo>
                <a:lnTo>
                  <a:pt x="1873700" y="3184"/>
                </a:lnTo>
                <a:lnTo>
                  <a:pt x="1877521" y="3821"/>
                </a:lnTo>
                <a:lnTo>
                  <a:pt x="1880614" y="6459"/>
                </a:lnTo>
                <a:lnTo>
                  <a:pt x="1883435" y="10827"/>
                </a:lnTo>
                <a:lnTo>
                  <a:pt x="1891532" y="20562"/>
                </a:lnTo>
                <a:lnTo>
                  <a:pt x="1894899" y="26203"/>
                </a:lnTo>
                <a:lnTo>
                  <a:pt x="1898084" y="30388"/>
                </a:lnTo>
                <a:lnTo>
                  <a:pt x="1901450" y="32753"/>
                </a:lnTo>
                <a:lnTo>
                  <a:pt x="1905089" y="33664"/>
                </a:lnTo>
                <a:lnTo>
                  <a:pt x="1912913" y="33299"/>
                </a:lnTo>
                <a:lnTo>
                  <a:pt x="1946122" y="28478"/>
                </a:lnTo>
                <a:lnTo>
                  <a:pt x="1952582" y="25202"/>
                </a:lnTo>
                <a:lnTo>
                  <a:pt x="1973416" y="8734"/>
                </a:lnTo>
                <a:lnTo>
                  <a:pt x="1984880" y="3367"/>
                </a:lnTo>
                <a:lnTo>
                  <a:pt x="1989703" y="2092"/>
                </a:lnTo>
                <a:lnTo>
                  <a:pt x="1994070" y="2365"/>
                </a:lnTo>
                <a:lnTo>
                  <a:pt x="1997982" y="5004"/>
                </a:lnTo>
                <a:lnTo>
                  <a:pt x="2010174" y="20744"/>
                </a:lnTo>
                <a:lnTo>
                  <a:pt x="2013541" y="26385"/>
                </a:lnTo>
                <a:lnTo>
                  <a:pt x="2016725" y="30388"/>
                </a:lnTo>
                <a:lnTo>
                  <a:pt x="2020091" y="32663"/>
                </a:lnTo>
                <a:lnTo>
                  <a:pt x="2023731" y="33664"/>
                </a:lnTo>
                <a:lnTo>
                  <a:pt x="2031827" y="33299"/>
                </a:lnTo>
                <a:lnTo>
                  <a:pt x="2065855" y="29205"/>
                </a:lnTo>
                <a:lnTo>
                  <a:pt x="2072497" y="25748"/>
                </a:lnTo>
                <a:lnTo>
                  <a:pt x="2081140" y="18742"/>
                </a:lnTo>
                <a:lnTo>
                  <a:pt x="2086782" y="14284"/>
                </a:lnTo>
                <a:lnTo>
                  <a:pt x="2092877" y="10372"/>
                </a:lnTo>
                <a:lnTo>
                  <a:pt x="2104614" y="5186"/>
                </a:lnTo>
                <a:lnTo>
                  <a:pt x="2109345" y="3821"/>
                </a:lnTo>
                <a:lnTo>
                  <a:pt x="2113348" y="4003"/>
                </a:lnTo>
                <a:lnTo>
                  <a:pt x="2116806" y="6187"/>
                </a:lnTo>
                <a:lnTo>
                  <a:pt x="2123993" y="14557"/>
                </a:lnTo>
                <a:lnTo>
                  <a:pt x="2128452" y="19379"/>
                </a:lnTo>
                <a:lnTo>
                  <a:pt x="2132182" y="25111"/>
                </a:lnTo>
                <a:lnTo>
                  <a:pt x="2135639" y="29296"/>
                </a:lnTo>
                <a:lnTo>
                  <a:pt x="2139369" y="31662"/>
                </a:lnTo>
                <a:lnTo>
                  <a:pt x="2143191" y="32390"/>
                </a:lnTo>
                <a:lnTo>
                  <a:pt x="2151561" y="31753"/>
                </a:lnTo>
                <a:lnTo>
                  <a:pt x="2189865" y="26294"/>
                </a:lnTo>
                <a:lnTo>
                  <a:pt x="2196961" y="22381"/>
                </a:lnTo>
                <a:lnTo>
                  <a:pt x="2206788" y="13647"/>
                </a:lnTo>
                <a:lnTo>
                  <a:pt x="2212792" y="9553"/>
                </a:lnTo>
                <a:lnTo>
                  <a:pt x="2224530" y="4276"/>
                </a:lnTo>
                <a:lnTo>
                  <a:pt x="2234174" y="1455"/>
                </a:lnTo>
                <a:lnTo>
                  <a:pt x="2238359" y="2001"/>
                </a:lnTo>
                <a:lnTo>
                  <a:pt x="2241998" y="5004"/>
                </a:lnTo>
                <a:lnTo>
                  <a:pt x="2259284" y="30388"/>
                </a:lnTo>
                <a:lnTo>
                  <a:pt x="2262469" y="32481"/>
                </a:lnTo>
                <a:lnTo>
                  <a:pt x="2265927" y="33299"/>
                </a:lnTo>
                <a:lnTo>
                  <a:pt x="2273660" y="32845"/>
                </a:lnTo>
                <a:lnTo>
                  <a:pt x="2305777" y="28478"/>
                </a:lnTo>
                <a:lnTo>
                  <a:pt x="2312601" y="24292"/>
                </a:lnTo>
                <a:lnTo>
                  <a:pt x="2322063" y="15467"/>
                </a:lnTo>
                <a:lnTo>
                  <a:pt x="2328068" y="11100"/>
                </a:lnTo>
                <a:lnTo>
                  <a:pt x="2339987" y="5368"/>
                </a:lnTo>
                <a:lnTo>
                  <a:pt x="2344899" y="3639"/>
                </a:lnTo>
                <a:lnTo>
                  <a:pt x="2349358" y="3184"/>
                </a:lnTo>
                <a:lnTo>
                  <a:pt x="2353270" y="4731"/>
                </a:lnTo>
                <a:lnTo>
                  <a:pt x="2360276" y="12828"/>
                </a:lnTo>
                <a:lnTo>
                  <a:pt x="2364643" y="17832"/>
                </a:lnTo>
                <a:lnTo>
                  <a:pt x="2374741" y="32936"/>
                </a:lnTo>
                <a:lnTo>
                  <a:pt x="2377926" y="34937"/>
                </a:lnTo>
                <a:lnTo>
                  <a:pt x="2381384" y="35665"/>
                </a:lnTo>
                <a:lnTo>
                  <a:pt x="2389299" y="34756"/>
                </a:lnTo>
                <a:lnTo>
                  <a:pt x="2419051" y="28113"/>
                </a:lnTo>
                <a:lnTo>
                  <a:pt x="2425328" y="24474"/>
                </a:lnTo>
                <a:lnTo>
                  <a:pt x="2429059" y="21835"/>
                </a:lnTo>
                <a:lnTo>
                  <a:pt x="2438885" y="12737"/>
                </a:lnTo>
              </a:path>
            </a:pathLst>
          </a:custGeom>
          <a:noFill xmlns:a="http://schemas.openxmlformats.org/drawingml/2006/main"/>
          <a:ln xmlns:a="http://schemas.openxmlformats.org/drawingml/2006/main" w="14193">
            <a:solidFill>
              <a:srgbClr val="7C9CD6">
                <a:alpha val="80000"/>
              </a:srgbClr>
            </a:solidFill>
            <a:prstDash val="solid"/>
          </a:ln>
        </p:spPr>
      </p:sp>
      <p:sp>
        <p:nvSpPr>
          <p:cNvPr id="66" name="pdf-path-125">
            <a:extLst xmlns:a="http://schemas.openxmlformats.org/drawingml/2006/main">
              <a:ext uri="{FF2B5EF4-FFF2-40B4-BE49-F238E27FC236}">
                <a16:creationId xmlns:a16="http://schemas.microsoft.com/office/drawing/2014/main" id="{E43EC871-EAE3-42C6-8092-ACFE41F85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39" y="3214942"/>
            <a:ext cx="2432606" cy="80520"/>
          </a:xfrm>
          <a:custGeom xmlns:a="http://schemas.openxmlformats.org/drawingml/2006/main">
            <a:pathLst>
              <a:path w="2432606" h="80520">
                <a:moveTo>
                  <a:pt x="0" y="13466"/>
                </a:moveTo>
                <a:lnTo>
                  <a:pt x="14466" y="21563"/>
                </a:lnTo>
                <a:lnTo>
                  <a:pt x="44582" y="36939"/>
                </a:lnTo>
                <a:lnTo>
                  <a:pt x="47857" y="42216"/>
                </a:lnTo>
                <a:lnTo>
                  <a:pt x="49222" y="51041"/>
                </a:lnTo>
                <a:lnTo>
                  <a:pt x="48403" y="63416"/>
                </a:lnTo>
                <a:lnTo>
                  <a:pt x="44673" y="78245"/>
                </a:lnTo>
                <a:lnTo>
                  <a:pt x="49040" y="62233"/>
                </a:lnTo>
                <a:lnTo>
                  <a:pt x="53316" y="52133"/>
                </a:lnTo>
                <a:lnTo>
                  <a:pt x="60230" y="41306"/>
                </a:lnTo>
                <a:lnTo>
                  <a:pt x="89436" y="4004"/>
                </a:lnTo>
                <a:lnTo>
                  <a:pt x="94531" y="1638"/>
                </a:lnTo>
                <a:lnTo>
                  <a:pt x="110999" y="6551"/>
                </a:lnTo>
                <a:lnTo>
                  <a:pt x="137293" y="19835"/>
                </a:lnTo>
                <a:lnTo>
                  <a:pt x="160494" y="28023"/>
                </a:lnTo>
                <a:lnTo>
                  <a:pt x="163951" y="31298"/>
                </a:lnTo>
                <a:lnTo>
                  <a:pt x="165953" y="38031"/>
                </a:lnTo>
                <a:lnTo>
                  <a:pt x="165862" y="48221"/>
                </a:lnTo>
                <a:lnTo>
                  <a:pt x="163041" y="61413"/>
                </a:lnTo>
                <a:lnTo>
                  <a:pt x="158674" y="72695"/>
                </a:lnTo>
                <a:lnTo>
                  <a:pt x="160948" y="62960"/>
                </a:lnTo>
                <a:lnTo>
                  <a:pt x="163951" y="54226"/>
                </a:lnTo>
                <a:lnTo>
                  <a:pt x="169501" y="44764"/>
                </a:lnTo>
                <a:lnTo>
                  <a:pt x="177962" y="34573"/>
                </a:lnTo>
                <a:lnTo>
                  <a:pt x="189153" y="22928"/>
                </a:lnTo>
                <a:lnTo>
                  <a:pt x="209533" y="273"/>
                </a:lnTo>
                <a:lnTo>
                  <a:pt x="215083" y="0"/>
                </a:lnTo>
                <a:lnTo>
                  <a:pt x="227457" y="4549"/>
                </a:lnTo>
                <a:lnTo>
                  <a:pt x="237101" y="10554"/>
                </a:lnTo>
                <a:lnTo>
                  <a:pt x="255935" y="23109"/>
                </a:lnTo>
                <a:lnTo>
                  <a:pt x="277680" y="35029"/>
                </a:lnTo>
                <a:lnTo>
                  <a:pt x="281774" y="37213"/>
                </a:lnTo>
                <a:lnTo>
                  <a:pt x="285686" y="40852"/>
                </a:lnTo>
                <a:lnTo>
                  <a:pt x="288415" y="47675"/>
                </a:lnTo>
                <a:lnTo>
                  <a:pt x="289144" y="58047"/>
                </a:lnTo>
                <a:lnTo>
                  <a:pt x="287324" y="71967"/>
                </a:lnTo>
                <a:lnTo>
                  <a:pt x="285504" y="79337"/>
                </a:lnTo>
                <a:lnTo>
                  <a:pt x="288415" y="67965"/>
                </a:lnTo>
                <a:lnTo>
                  <a:pt x="291418" y="58866"/>
                </a:lnTo>
                <a:lnTo>
                  <a:pt x="296695" y="48403"/>
                </a:lnTo>
                <a:lnTo>
                  <a:pt x="304610" y="36939"/>
                </a:lnTo>
                <a:lnTo>
                  <a:pt x="314618" y="24201"/>
                </a:lnTo>
                <a:lnTo>
                  <a:pt x="324626" y="10281"/>
                </a:lnTo>
                <a:lnTo>
                  <a:pt x="330541" y="4276"/>
                </a:lnTo>
                <a:lnTo>
                  <a:pt x="336090" y="4276"/>
                </a:lnTo>
                <a:lnTo>
                  <a:pt x="346462" y="6824"/>
                </a:lnTo>
                <a:lnTo>
                  <a:pt x="355561" y="11555"/>
                </a:lnTo>
                <a:lnTo>
                  <a:pt x="375031" y="22109"/>
                </a:lnTo>
                <a:lnTo>
                  <a:pt x="397686" y="31935"/>
                </a:lnTo>
                <a:lnTo>
                  <a:pt x="405783" y="35301"/>
                </a:lnTo>
                <a:lnTo>
                  <a:pt x="409696" y="38850"/>
                </a:lnTo>
                <a:lnTo>
                  <a:pt x="412334" y="45583"/>
                </a:lnTo>
                <a:lnTo>
                  <a:pt x="412971" y="55773"/>
                </a:lnTo>
                <a:lnTo>
                  <a:pt x="411151" y="69147"/>
                </a:lnTo>
                <a:lnTo>
                  <a:pt x="408786" y="77336"/>
                </a:lnTo>
                <a:lnTo>
                  <a:pt x="414609" y="57319"/>
                </a:lnTo>
                <a:lnTo>
                  <a:pt x="420068" y="47038"/>
                </a:lnTo>
                <a:lnTo>
                  <a:pt x="428347" y="36121"/>
                </a:lnTo>
                <a:lnTo>
                  <a:pt x="449455" y="10190"/>
                </a:lnTo>
                <a:lnTo>
                  <a:pt x="455551" y="5186"/>
                </a:lnTo>
                <a:lnTo>
                  <a:pt x="461192" y="6005"/>
                </a:lnTo>
                <a:lnTo>
                  <a:pt x="473384" y="10008"/>
                </a:lnTo>
                <a:lnTo>
                  <a:pt x="482937" y="14921"/>
                </a:lnTo>
                <a:lnTo>
                  <a:pt x="501588" y="24929"/>
                </a:lnTo>
                <a:lnTo>
                  <a:pt x="526608" y="36393"/>
                </a:lnTo>
                <a:lnTo>
                  <a:pt x="530248" y="40579"/>
                </a:lnTo>
                <a:lnTo>
                  <a:pt x="532340" y="48494"/>
                </a:lnTo>
                <a:lnTo>
                  <a:pt x="532159" y="59958"/>
                </a:lnTo>
                <a:lnTo>
                  <a:pt x="529520" y="73605"/>
                </a:lnTo>
                <a:lnTo>
                  <a:pt x="528064" y="78245"/>
                </a:lnTo>
                <a:lnTo>
                  <a:pt x="528246" y="76972"/>
                </a:lnTo>
                <a:lnTo>
                  <a:pt x="531340" y="64507"/>
                </a:lnTo>
                <a:lnTo>
                  <a:pt x="534797" y="55044"/>
                </a:lnTo>
                <a:lnTo>
                  <a:pt x="540438" y="44764"/>
                </a:lnTo>
                <a:lnTo>
                  <a:pt x="548535" y="33846"/>
                </a:lnTo>
                <a:lnTo>
                  <a:pt x="558725" y="21381"/>
                </a:lnTo>
                <a:lnTo>
                  <a:pt x="568370" y="8553"/>
                </a:lnTo>
                <a:lnTo>
                  <a:pt x="574102" y="3912"/>
                </a:lnTo>
                <a:lnTo>
                  <a:pt x="585110" y="5095"/>
                </a:lnTo>
                <a:lnTo>
                  <a:pt x="593845" y="8916"/>
                </a:lnTo>
                <a:lnTo>
                  <a:pt x="616864" y="22200"/>
                </a:lnTo>
                <a:lnTo>
                  <a:pt x="645887" y="36576"/>
                </a:lnTo>
                <a:lnTo>
                  <a:pt x="649071" y="41579"/>
                </a:lnTo>
                <a:lnTo>
                  <a:pt x="650345" y="50132"/>
                </a:lnTo>
                <a:lnTo>
                  <a:pt x="649344" y="62414"/>
                </a:lnTo>
                <a:lnTo>
                  <a:pt x="645432" y="77153"/>
                </a:lnTo>
                <a:lnTo>
                  <a:pt x="649981" y="61232"/>
                </a:lnTo>
                <a:lnTo>
                  <a:pt x="654349" y="51406"/>
                </a:lnTo>
                <a:lnTo>
                  <a:pt x="661536" y="40760"/>
                </a:lnTo>
                <a:lnTo>
                  <a:pt x="689650" y="5641"/>
                </a:lnTo>
                <a:lnTo>
                  <a:pt x="694926" y="4458"/>
                </a:lnTo>
                <a:lnTo>
                  <a:pt x="705935" y="7461"/>
                </a:lnTo>
                <a:lnTo>
                  <a:pt x="715034" y="12465"/>
                </a:lnTo>
                <a:lnTo>
                  <a:pt x="733958" y="24292"/>
                </a:lnTo>
                <a:lnTo>
                  <a:pt x="756340" y="35574"/>
                </a:lnTo>
                <a:lnTo>
                  <a:pt x="764711" y="40033"/>
                </a:lnTo>
                <a:lnTo>
                  <a:pt x="768349" y="44946"/>
                </a:lnTo>
                <a:lnTo>
                  <a:pt x="770352" y="53498"/>
                </a:lnTo>
                <a:lnTo>
                  <a:pt x="769987" y="65690"/>
                </a:lnTo>
                <a:lnTo>
                  <a:pt x="766894" y="80520"/>
                </a:lnTo>
                <a:lnTo>
                  <a:pt x="768805" y="72150"/>
                </a:lnTo>
                <a:lnTo>
                  <a:pt x="771352" y="63962"/>
                </a:lnTo>
                <a:lnTo>
                  <a:pt x="775628" y="53680"/>
                </a:lnTo>
                <a:lnTo>
                  <a:pt x="782634" y="42489"/>
                </a:lnTo>
                <a:lnTo>
                  <a:pt x="809201" y="7006"/>
                </a:lnTo>
                <a:lnTo>
                  <a:pt x="814296" y="5823"/>
                </a:lnTo>
                <a:lnTo>
                  <a:pt x="824577" y="8098"/>
                </a:lnTo>
                <a:lnTo>
                  <a:pt x="833312" y="12374"/>
                </a:lnTo>
                <a:lnTo>
                  <a:pt x="851963" y="22655"/>
                </a:lnTo>
                <a:lnTo>
                  <a:pt x="873708" y="32026"/>
                </a:lnTo>
                <a:lnTo>
                  <a:pt x="881987" y="35484"/>
                </a:lnTo>
                <a:lnTo>
                  <a:pt x="885808" y="39669"/>
                </a:lnTo>
                <a:lnTo>
                  <a:pt x="887992" y="47402"/>
                </a:lnTo>
                <a:lnTo>
                  <a:pt x="887901" y="58775"/>
                </a:lnTo>
                <a:lnTo>
                  <a:pt x="885353" y="72241"/>
                </a:lnTo>
                <a:lnTo>
                  <a:pt x="883898" y="76881"/>
                </a:lnTo>
                <a:lnTo>
                  <a:pt x="887628" y="63233"/>
                </a:lnTo>
                <a:lnTo>
                  <a:pt x="891723" y="53407"/>
                </a:lnTo>
                <a:lnTo>
                  <a:pt x="898455" y="42762"/>
                </a:lnTo>
                <a:lnTo>
                  <a:pt x="926205" y="7916"/>
                </a:lnTo>
                <a:lnTo>
                  <a:pt x="931482" y="6460"/>
                </a:lnTo>
                <a:lnTo>
                  <a:pt x="942491" y="9098"/>
                </a:lnTo>
                <a:lnTo>
                  <a:pt x="951316" y="13647"/>
                </a:lnTo>
                <a:lnTo>
                  <a:pt x="969694" y="24657"/>
                </a:lnTo>
                <a:lnTo>
                  <a:pt x="991167" y="35029"/>
                </a:lnTo>
                <a:lnTo>
                  <a:pt x="999355" y="39123"/>
                </a:lnTo>
                <a:lnTo>
                  <a:pt x="1002995" y="43581"/>
                </a:lnTo>
                <a:lnTo>
                  <a:pt x="1004905" y="51861"/>
                </a:lnTo>
                <a:lnTo>
                  <a:pt x="1004541" y="63779"/>
                </a:lnTo>
                <a:lnTo>
                  <a:pt x="1000720" y="79701"/>
                </a:lnTo>
                <a:lnTo>
                  <a:pt x="1002357" y="71877"/>
                </a:lnTo>
                <a:lnTo>
                  <a:pt x="1004814" y="63688"/>
                </a:lnTo>
                <a:lnTo>
                  <a:pt x="1009090" y="53407"/>
                </a:lnTo>
                <a:lnTo>
                  <a:pt x="1016005" y="42307"/>
                </a:lnTo>
                <a:lnTo>
                  <a:pt x="1042663" y="6551"/>
                </a:lnTo>
                <a:lnTo>
                  <a:pt x="1047576" y="5459"/>
                </a:lnTo>
                <a:lnTo>
                  <a:pt x="1058221" y="8098"/>
                </a:lnTo>
                <a:lnTo>
                  <a:pt x="1066956" y="12465"/>
                </a:lnTo>
                <a:lnTo>
                  <a:pt x="1085334" y="22928"/>
                </a:lnTo>
                <a:lnTo>
                  <a:pt x="1103166" y="31025"/>
                </a:lnTo>
                <a:lnTo>
                  <a:pt x="1115540" y="36667"/>
                </a:lnTo>
                <a:lnTo>
                  <a:pt x="1119089" y="41397"/>
                </a:lnTo>
                <a:lnTo>
                  <a:pt x="1120908" y="49768"/>
                </a:lnTo>
                <a:lnTo>
                  <a:pt x="1120453" y="61687"/>
                </a:lnTo>
                <a:lnTo>
                  <a:pt x="1116814" y="77518"/>
                </a:lnTo>
                <a:lnTo>
                  <a:pt x="1118633" y="70148"/>
                </a:lnTo>
                <a:lnTo>
                  <a:pt x="1121090" y="62233"/>
                </a:lnTo>
                <a:lnTo>
                  <a:pt x="1125366" y="52315"/>
                </a:lnTo>
                <a:lnTo>
                  <a:pt x="1132372" y="41488"/>
                </a:lnTo>
                <a:lnTo>
                  <a:pt x="1160304" y="6187"/>
                </a:lnTo>
                <a:lnTo>
                  <a:pt x="1165490" y="4732"/>
                </a:lnTo>
                <a:lnTo>
                  <a:pt x="1176408" y="7370"/>
                </a:lnTo>
                <a:lnTo>
                  <a:pt x="1185415" y="12010"/>
                </a:lnTo>
                <a:lnTo>
                  <a:pt x="1204066" y="22928"/>
                </a:lnTo>
                <a:lnTo>
                  <a:pt x="1225902" y="33209"/>
                </a:lnTo>
                <a:lnTo>
                  <a:pt x="1234181" y="37213"/>
                </a:lnTo>
                <a:lnTo>
                  <a:pt x="1237912" y="41670"/>
                </a:lnTo>
                <a:lnTo>
                  <a:pt x="1239913" y="49858"/>
                </a:lnTo>
                <a:lnTo>
                  <a:pt x="1239640" y="61687"/>
                </a:lnTo>
                <a:lnTo>
                  <a:pt x="1236183" y="77699"/>
                </a:lnTo>
                <a:lnTo>
                  <a:pt x="1238094" y="70603"/>
                </a:lnTo>
                <a:lnTo>
                  <a:pt x="1240551" y="62779"/>
                </a:lnTo>
                <a:lnTo>
                  <a:pt x="1244736" y="52861"/>
                </a:lnTo>
                <a:lnTo>
                  <a:pt x="1251650" y="42125"/>
                </a:lnTo>
                <a:lnTo>
                  <a:pt x="1278581" y="7824"/>
                </a:lnTo>
                <a:lnTo>
                  <a:pt x="1283859" y="6824"/>
                </a:lnTo>
                <a:lnTo>
                  <a:pt x="1294867" y="9372"/>
                </a:lnTo>
                <a:lnTo>
                  <a:pt x="1303602" y="13921"/>
                </a:lnTo>
                <a:lnTo>
                  <a:pt x="1321889" y="24475"/>
                </a:lnTo>
                <a:lnTo>
                  <a:pt x="1343361" y="34483"/>
                </a:lnTo>
                <a:lnTo>
                  <a:pt x="1351550" y="38759"/>
                </a:lnTo>
                <a:lnTo>
                  <a:pt x="1354916" y="43763"/>
                </a:lnTo>
                <a:lnTo>
                  <a:pt x="1356462" y="52315"/>
                </a:lnTo>
                <a:lnTo>
                  <a:pt x="1355735" y="64507"/>
                </a:lnTo>
                <a:lnTo>
                  <a:pt x="1352096" y="79064"/>
                </a:lnTo>
                <a:lnTo>
                  <a:pt x="1356554" y="62414"/>
                </a:lnTo>
                <a:lnTo>
                  <a:pt x="1360921" y="52133"/>
                </a:lnTo>
                <a:lnTo>
                  <a:pt x="1368018" y="41033"/>
                </a:lnTo>
                <a:lnTo>
                  <a:pt x="1395313" y="5368"/>
                </a:lnTo>
                <a:lnTo>
                  <a:pt x="1400408" y="4186"/>
                </a:lnTo>
                <a:lnTo>
                  <a:pt x="1411234" y="6733"/>
                </a:lnTo>
                <a:lnTo>
                  <a:pt x="1420059" y="11100"/>
                </a:lnTo>
                <a:lnTo>
                  <a:pt x="1438710" y="21290"/>
                </a:lnTo>
                <a:lnTo>
                  <a:pt x="1456726" y="29206"/>
                </a:lnTo>
                <a:lnTo>
                  <a:pt x="1469099" y="34301"/>
                </a:lnTo>
                <a:lnTo>
                  <a:pt x="1472921" y="38395"/>
                </a:lnTo>
                <a:lnTo>
                  <a:pt x="1475104" y="46219"/>
                </a:lnTo>
                <a:lnTo>
                  <a:pt x="1475104" y="57501"/>
                </a:lnTo>
                <a:lnTo>
                  <a:pt x="1472648" y="71058"/>
                </a:lnTo>
                <a:lnTo>
                  <a:pt x="1470828" y="76607"/>
                </a:lnTo>
                <a:lnTo>
                  <a:pt x="1470919" y="75698"/>
                </a:lnTo>
                <a:lnTo>
                  <a:pt x="1474195" y="63597"/>
                </a:lnTo>
                <a:lnTo>
                  <a:pt x="1477924" y="53771"/>
                </a:lnTo>
                <a:lnTo>
                  <a:pt x="1484294" y="43126"/>
                </a:lnTo>
                <a:lnTo>
                  <a:pt x="1512953" y="6096"/>
                </a:lnTo>
                <a:lnTo>
                  <a:pt x="1518048" y="3184"/>
                </a:lnTo>
                <a:lnTo>
                  <a:pt x="1528967" y="6005"/>
                </a:lnTo>
                <a:lnTo>
                  <a:pt x="1537973" y="10645"/>
                </a:lnTo>
                <a:lnTo>
                  <a:pt x="1562083" y="25294"/>
                </a:lnTo>
                <a:lnTo>
                  <a:pt x="1588832" y="38668"/>
                </a:lnTo>
                <a:lnTo>
                  <a:pt x="1592927" y="42853"/>
                </a:lnTo>
                <a:lnTo>
                  <a:pt x="1595474" y="50495"/>
                </a:lnTo>
                <a:lnTo>
                  <a:pt x="1595838" y="61777"/>
                </a:lnTo>
                <a:lnTo>
                  <a:pt x="1592563" y="79974"/>
                </a:lnTo>
                <a:lnTo>
                  <a:pt x="1594110" y="74060"/>
                </a:lnTo>
                <a:lnTo>
                  <a:pt x="1596293" y="66145"/>
                </a:lnTo>
                <a:lnTo>
                  <a:pt x="1599842" y="56319"/>
                </a:lnTo>
                <a:lnTo>
                  <a:pt x="1605756" y="45401"/>
                </a:lnTo>
                <a:lnTo>
                  <a:pt x="1632778" y="8007"/>
                </a:lnTo>
                <a:lnTo>
                  <a:pt x="1637872" y="4822"/>
                </a:lnTo>
                <a:lnTo>
                  <a:pt x="1648790" y="6733"/>
                </a:lnTo>
                <a:lnTo>
                  <a:pt x="1657707" y="10464"/>
                </a:lnTo>
                <a:lnTo>
                  <a:pt x="1681908" y="23292"/>
                </a:lnTo>
                <a:lnTo>
                  <a:pt x="1712751" y="37758"/>
                </a:lnTo>
                <a:lnTo>
                  <a:pt x="1716027" y="43308"/>
                </a:lnTo>
                <a:lnTo>
                  <a:pt x="1717482" y="52315"/>
                </a:lnTo>
                <a:lnTo>
                  <a:pt x="1716664" y="64780"/>
                </a:lnTo>
                <a:lnTo>
                  <a:pt x="1714116" y="77153"/>
                </a:lnTo>
                <a:lnTo>
                  <a:pt x="1714935" y="74333"/>
                </a:lnTo>
                <a:lnTo>
                  <a:pt x="1719393" y="60868"/>
                </a:lnTo>
                <a:lnTo>
                  <a:pt x="1724215" y="51041"/>
                </a:lnTo>
                <a:lnTo>
                  <a:pt x="1731676" y="40487"/>
                </a:lnTo>
                <a:lnTo>
                  <a:pt x="1760153" y="6369"/>
                </a:lnTo>
                <a:lnTo>
                  <a:pt x="1765703" y="5459"/>
                </a:lnTo>
                <a:lnTo>
                  <a:pt x="1777349" y="8461"/>
                </a:lnTo>
                <a:lnTo>
                  <a:pt x="1786720" y="13102"/>
                </a:lnTo>
                <a:lnTo>
                  <a:pt x="1805008" y="22928"/>
                </a:lnTo>
                <a:lnTo>
                  <a:pt x="1825752" y="31571"/>
                </a:lnTo>
                <a:lnTo>
                  <a:pt x="1833303" y="34573"/>
                </a:lnTo>
                <a:lnTo>
                  <a:pt x="1836761" y="38122"/>
                </a:lnTo>
                <a:lnTo>
                  <a:pt x="1838854" y="45219"/>
                </a:lnTo>
                <a:lnTo>
                  <a:pt x="1838671" y="55864"/>
                </a:lnTo>
                <a:lnTo>
                  <a:pt x="1835942" y="69602"/>
                </a:lnTo>
                <a:lnTo>
                  <a:pt x="1833394" y="76517"/>
                </a:lnTo>
                <a:lnTo>
                  <a:pt x="1833030" y="76153"/>
                </a:lnTo>
                <a:lnTo>
                  <a:pt x="1835577" y="64871"/>
                </a:lnTo>
                <a:lnTo>
                  <a:pt x="1838762" y="55773"/>
                </a:lnTo>
                <a:lnTo>
                  <a:pt x="1844130" y="45765"/>
                </a:lnTo>
                <a:lnTo>
                  <a:pt x="1852319" y="34938"/>
                </a:lnTo>
                <a:lnTo>
                  <a:pt x="1862964" y="22564"/>
                </a:lnTo>
                <a:lnTo>
                  <a:pt x="1873973" y="8553"/>
                </a:lnTo>
                <a:lnTo>
                  <a:pt x="1880342" y="2275"/>
                </a:lnTo>
                <a:lnTo>
                  <a:pt x="1885709" y="2729"/>
                </a:lnTo>
                <a:lnTo>
                  <a:pt x="1896901" y="6369"/>
                </a:lnTo>
                <a:lnTo>
                  <a:pt x="1906090" y="11555"/>
                </a:lnTo>
                <a:lnTo>
                  <a:pt x="1924560" y="22655"/>
                </a:lnTo>
                <a:lnTo>
                  <a:pt x="1953492" y="38304"/>
                </a:lnTo>
                <a:lnTo>
                  <a:pt x="1956130" y="44764"/>
                </a:lnTo>
                <a:lnTo>
                  <a:pt x="1956767" y="54772"/>
                </a:lnTo>
                <a:lnTo>
                  <a:pt x="1954765" y="68237"/>
                </a:lnTo>
                <a:lnTo>
                  <a:pt x="1952400" y="76699"/>
                </a:lnTo>
                <a:lnTo>
                  <a:pt x="1955311" y="66054"/>
                </a:lnTo>
                <a:lnTo>
                  <a:pt x="1958404" y="57138"/>
                </a:lnTo>
                <a:lnTo>
                  <a:pt x="1963864" y="47129"/>
                </a:lnTo>
                <a:lnTo>
                  <a:pt x="1971870" y="36302"/>
                </a:lnTo>
                <a:lnTo>
                  <a:pt x="1982152" y="24020"/>
                </a:lnTo>
                <a:lnTo>
                  <a:pt x="1992433" y="10464"/>
                </a:lnTo>
                <a:lnTo>
                  <a:pt x="1998619" y="4641"/>
                </a:lnTo>
                <a:lnTo>
                  <a:pt x="2004351" y="4822"/>
                </a:lnTo>
                <a:lnTo>
                  <a:pt x="2009901" y="5914"/>
                </a:lnTo>
                <a:lnTo>
                  <a:pt x="2019090" y="10008"/>
                </a:lnTo>
                <a:lnTo>
                  <a:pt x="2042928" y="24384"/>
                </a:lnTo>
                <a:lnTo>
                  <a:pt x="2065309" y="35301"/>
                </a:lnTo>
                <a:lnTo>
                  <a:pt x="2069586" y="37303"/>
                </a:lnTo>
                <a:lnTo>
                  <a:pt x="2073771" y="40396"/>
                </a:lnTo>
                <a:lnTo>
                  <a:pt x="2076955" y="46038"/>
                </a:lnTo>
                <a:lnTo>
                  <a:pt x="2078230" y="55227"/>
                </a:lnTo>
                <a:lnTo>
                  <a:pt x="2077228" y="68055"/>
                </a:lnTo>
                <a:lnTo>
                  <a:pt x="2074863" y="79155"/>
                </a:lnTo>
                <a:lnTo>
                  <a:pt x="2075681" y="75880"/>
                </a:lnTo>
                <a:lnTo>
                  <a:pt x="2080322" y="61232"/>
                </a:lnTo>
                <a:lnTo>
                  <a:pt x="2085325" y="51132"/>
                </a:lnTo>
                <a:lnTo>
                  <a:pt x="2092877" y="40215"/>
                </a:lnTo>
                <a:lnTo>
                  <a:pt x="2120354" y="6733"/>
                </a:lnTo>
                <a:lnTo>
                  <a:pt x="2125904" y="6369"/>
                </a:lnTo>
                <a:lnTo>
                  <a:pt x="2137641" y="9190"/>
                </a:lnTo>
                <a:lnTo>
                  <a:pt x="2146921" y="13375"/>
                </a:lnTo>
                <a:lnTo>
                  <a:pt x="2160295" y="20107"/>
                </a:lnTo>
                <a:lnTo>
                  <a:pt x="2177491" y="26749"/>
                </a:lnTo>
                <a:lnTo>
                  <a:pt x="2192686" y="32117"/>
                </a:lnTo>
                <a:lnTo>
                  <a:pt x="2196142" y="35847"/>
                </a:lnTo>
                <a:lnTo>
                  <a:pt x="2197962" y="43308"/>
                </a:lnTo>
                <a:lnTo>
                  <a:pt x="2197508" y="54408"/>
                </a:lnTo>
                <a:lnTo>
                  <a:pt x="2194414" y="68419"/>
                </a:lnTo>
                <a:lnTo>
                  <a:pt x="2191776" y="75243"/>
                </a:lnTo>
                <a:lnTo>
                  <a:pt x="2191321" y="74788"/>
                </a:lnTo>
                <a:lnTo>
                  <a:pt x="2192140" y="70694"/>
                </a:lnTo>
                <a:lnTo>
                  <a:pt x="2194050" y="63597"/>
                </a:lnTo>
                <a:lnTo>
                  <a:pt x="2197326" y="54499"/>
                </a:lnTo>
                <a:lnTo>
                  <a:pt x="2203058" y="44855"/>
                </a:lnTo>
                <a:lnTo>
                  <a:pt x="2211337" y="34483"/>
                </a:lnTo>
                <a:lnTo>
                  <a:pt x="2222073" y="22655"/>
                </a:lnTo>
                <a:lnTo>
                  <a:pt x="2233173" y="9098"/>
                </a:lnTo>
                <a:lnTo>
                  <a:pt x="2239723" y="2275"/>
                </a:lnTo>
                <a:lnTo>
                  <a:pt x="2245455" y="2366"/>
                </a:lnTo>
                <a:lnTo>
                  <a:pt x="2250914" y="3549"/>
                </a:lnTo>
                <a:lnTo>
                  <a:pt x="2255646" y="5459"/>
                </a:lnTo>
                <a:lnTo>
                  <a:pt x="2264289" y="11100"/>
                </a:lnTo>
                <a:lnTo>
                  <a:pt x="2278119" y="20653"/>
                </a:lnTo>
                <a:lnTo>
                  <a:pt x="2296133" y="30935"/>
                </a:lnTo>
                <a:lnTo>
                  <a:pt x="2308416" y="37303"/>
                </a:lnTo>
                <a:lnTo>
                  <a:pt x="2312237" y="41670"/>
                </a:lnTo>
                <a:lnTo>
                  <a:pt x="2314421" y="49677"/>
                </a:lnTo>
                <a:lnTo>
                  <a:pt x="2314238" y="61232"/>
                </a:lnTo>
                <a:lnTo>
                  <a:pt x="2311600" y="75061"/>
                </a:lnTo>
                <a:lnTo>
                  <a:pt x="2310053" y="79519"/>
                </a:lnTo>
                <a:lnTo>
                  <a:pt x="2310053" y="78064"/>
                </a:lnTo>
                <a:lnTo>
                  <a:pt x="2313237" y="65235"/>
                </a:lnTo>
                <a:lnTo>
                  <a:pt x="2316877" y="55044"/>
                </a:lnTo>
                <a:lnTo>
                  <a:pt x="2322973" y="43854"/>
                </a:lnTo>
                <a:lnTo>
                  <a:pt x="2350450" y="5823"/>
                </a:lnTo>
                <a:lnTo>
                  <a:pt x="2355271" y="3003"/>
                </a:lnTo>
                <a:lnTo>
                  <a:pt x="2365826" y="5459"/>
                </a:lnTo>
                <a:lnTo>
                  <a:pt x="2374560" y="9372"/>
                </a:lnTo>
                <a:lnTo>
                  <a:pt x="2398762" y="23019"/>
                </a:lnTo>
                <a:lnTo>
                  <a:pt x="2426057" y="36121"/>
                </a:lnTo>
                <a:lnTo>
                  <a:pt x="2430059" y="40670"/>
                </a:lnTo>
                <a:lnTo>
                  <a:pt x="2432425" y="49040"/>
                </a:lnTo>
                <a:lnTo>
                  <a:pt x="2432606" y="60868"/>
                </a:lnTo>
                <a:lnTo>
                  <a:pt x="2429059" y="79337"/>
                </a:lnTo>
              </a:path>
            </a:pathLst>
          </a:custGeom>
          <a:noFill xmlns:a="http://schemas.openxmlformats.org/drawingml/2006/main"/>
          <a:ln xmlns:a="http://schemas.openxmlformats.org/drawingml/2006/main" w="14193">
            <a:solidFill>
              <a:srgbClr val="7C9CD6">
                <a:alpha val="80000"/>
              </a:srgbClr>
            </a:solidFill>
            <a:prstDash val="solid"/>
          </a:ln>
        </p:spPr>
      </p:sp>
      <p:sp>
        <p:nvSpPr>
          <p:cNvPr id="67" name="pdf-path-126">
            <a:extLst xmlns:a="http://schemas.openxmlformats.org/drawingml/2006/main">
              <a:ext uri="{FF2B5EF4-FFF2-40B4-BE49-F238E27FC236}">
                <a16:creationId xmlns:a16="http://schemas.microsoft.com/office/drawing/2014/main" id="{A8484D6C-EF2E-4D8A-B083-731EC5E7B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50" y="1548683"/>
            <a:ext cx="90437" cy="163951"/>
          </a:xfrm>
          <a:custGeom xmlns:a="http://schemas.openxmlformats.org/drawingml/2006/main">
            <a:pathLst>
              <a:path w="90437" h="163951">
                <a:moveTo>
                  <a:pt x="42034" y="147210"/>
                </a:moveTo>
                <a:lnTo>
                  <a:pt x="85615" y="31753"/>
                </a:lnTo>
                <a:cubicBezTo>
                  <a:pt x="90437" y="19016"/>
                  <a:pt x="86706" y="10008"/>
                  <a:pt x="74242" y="5004"/>
                </a:cubicBezTo>
                <a:cubicBezTo>
                  <a:pt x="61868" y="0"/>
                  <a:pt x="53225" y="3912"/>
                  <a:pt x="48403" y="16741"/>
                </a:cubicBezTo>
                <a:lnTo>
                  <a:pt x="4822" y="132198"/>
                </a:lnTo>
                <a:cubicBezTo>
                  <a:pt x="0" y="145026"/>
                  <a:pt x="3821" y="153943"/>
                  <a:pt x="16195" y="158947"/>
                </a:cubicBezTo>
                <a:cubicBezTo>
                  <a:pt x="28568" y="163951"/>
                  <a:pt x="37212" y="160038"/>
                  <a:pt x="42034" y="147210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68" name="pdf-path-128">
            <a:extLst xmlns:a="http://schemas.openxmlformats.org/drawingml/2006/main">
              <a:ext uri="{FF2B5EF4-FFF2-40B4-BE49-F238E27FC236}">
                <a16:creationId xmlns:a16="http://schemas.microsoft.com/office/drawing/2014/main" id="{D94EF136-49CC-4DC9-A00E-942665473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473" y="1700260"/>
            <a:ext cx="123373" cy="171503"/>
          </a:xfrm>
          <a:custGeom xmlns:a="http://schemas.openxmlformats.org/drawingml/2006/main">
            <a:pathLst>
              <a:path w="123373" h="171503">
                <a:moveTo>
                  <a:pt x="40579" y="157856"/>
                </a:moveTo>
                <a:lnTo>
                  <a:pt x="116185" y="36211"/>
                </a:lnTo>
                <a:cubicBezTo>
                  <a:pt x="123373" y="24656"/>
                  <a:pt x="121462" y="15104"/>
                  <a:pt x="110362" y="7552"/>
                </a:cubicBezTo>
                <a:cubicBezTo>
                  <a:pt x="99171" y="0"/>
                  <a:pt x="90073" y="2093"/>
                  <a:pt x="82885" y="13647"/>
                </a:cubicBezTo>
                <a:lnTo>
                  <a:pt x="7187" y="135292"/>
                </a:lnTo>
                <a:cubicBezTo>
                  <a:pt x="0" y="146937"/>
                  <a:pt x="2002" y="156491"/>
                  <a:pt x="13102" y="163951"/>
                </a:cubicBezTo>
                <a:cubicBezTo>
                  <a:pt x="24202" y="171503"/>
                  <a:pt x="33390" y="169410"/>
                  <a:pt x="40579" y="157856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69" name="pdf-path-130">
            <a:extLst xmlns:a="http://schemas.openxmlformats.org/drawingml/2006/main">
              <a:ext uri="{FF2B5EF4-FFF2-40B4-BE49-F238E27FC236}">
                <a16:creationId xmlns:a16="http://schemas.microsoft.com/office/drawing/2014/main" id="{9AB0D85C-D7AE-49E8-B33C-7AD53589F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0" y="1858116"/>
            <a:ext cx="126739" cy="186878"/>
          </a:xfrm>
          <a:custGeom xmlns:a="http://schemas.openxmlformats.org/drawingml/2006/main">
            <a:pathLst>
              <a:path w="126739" h="186878">
                <a:moveTo>
                  <a:pt x="32754" y="175687"/>
                </a:moveTo>
                <a:lnTo>
                  <a:pt x="121098" y="28477"/>
                </a:lnTo>
                <a:cubicBezTo>
                  <a:pt x="126739" y="19197"/>
                  <a:pt x="125011" y="11555"/>
                  <a:pt x="115912" y="5823"/>
                </a:cubicBezTo>
                <a:cubicBezTo>
                  <a:pt x="106905" y="0"/>
                  <a:pt x="99535" y="1728"/>
                  <a:pt x="93985" y="11100"/>
                </a:cubicBezTo>
                <a:lnTo>
                  <a:pt x="5550" y="158310"/>
                </a:lnTo>
                <a:cubicBezTo>
                  <a:pt x="0" y="167681"/>
                  <a:pt x="1638" y="175233"/>
                  <a:pt x="10736" y="181056"/>
                </a:cubicBezTo>
                <a:cubicBezTo>
                  <a:pt x="19743" y="186878"/>
                  <a:pt x="27113" y="185059"/>
                  <a:pt x="32754" y="175687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70" name="pdf-path-132">
            <a:extLst xmlns:a="http://schemas.openxmlformats.org/drawingml/2006/main">
              <a:ext uri="{FF2B5EF4-FFF2-40B4-BE49-F238E27FC236}">
                <a16:creationId xmlns:a16="http://schemas.microsoft.com/office/drawing/2014/main" id="{68E99350-C26F-4075-9366-EEA717543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7" y="2036624"/>
            <a:ext cx="56409" cy="87162"/>
          </a:xfrm>
          <a:custGeom xmlns:a="http://schemas.openxmlformats.org/drawingml/2006/main">
            <a:pathLst>
              <a:path w="56409" h="87162">
                <a:moveTo>
                  <a:pt x="54134" y="56501"/>
                </a:moveTo>
                <a:lnTo>
                  <a:pt x="49585" y="23565"/>
                </a:lnTo>
                <a:cubicBezTo>
                  <a:pt x="47310" y="7098"/>
                  <a:pt x="38303" y="0"/>
                  <a:pt x="22472" y="2366"/>
                </a:cubicBezTo>
                <a:cubicBezTo>
                  <a:pt x="6733" y="4732"/>
                  <a:pt x="0" y="14193"/>
                  <a:pt x="2183" y="30662"/>
                </a:cubicBezTo>
                <a:lnTo>
                  <a:pt x="6733" y="63689"/>
                </a:lnTo>
                <a:cubicBezTo>
                  <a:pt x="9007" y="80156"/>
                  <a:pt x="18014" y="87162"/>
                  <a:pt x="33845" y="84796"/>
                </a:cubicBezTo>
                <a:cubicBezTo>
                  <a:pt x="49676" y="82430"/>
                  <a:pt x="56409" y="73059"/>
                  <a:pt x="54134" y="56501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71" name="pdf-path-134">
            <a:extLst xmlns:a="http://schemas.openxmlformats.org/drawingml/2006/main">
              <a:ext uri="{FF2B5EF4-FFF2-40B4-BE49-F238E27FC236}">
                <a16:creationId xmlns:a16="http://schemas.microsoft.com/office/drawing/2014/main" id="{2E6F6F72-8C77-4F4A-BF3C-AD6DEFE4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318" y="1702717"/>
            <a:ext cx="95077" cy="184605"/>
          </a:xfrm>
          <a:custGeom xmlns:a="http://schemas.openxmlformats.org/drawingml/2006/main">
            <a:pathLst>
              <a:path w="95077" h="184605">
                <a:moveTo>
                  <a:pt x="41852" y="167590"/>
                </a:moveTo>
                <a:lnTo>
                  <a:pt x="90437" y="31481"/>
                </a:lnTo>
                <a:cubicBezTo>
                  <a:pt x="95077" y="18560"/>
                  <a:pt x="91165" y="9644"/>
                  <a:pt x="78791" y="4822"/>
                </a:cubicBezTo>
                <a:cubicBezTo>
                  <a:pt x="66326" y="0"/>
                  <a:pt x="57865" y="4094"/>
                  <a:pt x="53225" y="17013"/>
                </a:cubicBezTo>
                <a:lnTo>
                  <a:pt x="4640" y="153033"/>
                </a:lnTo>
                <a:cubicBezTo>
                  <a:pt x="0" y="166043"/>
                  <a:pt x="3912" y="174960"/>
                  <a:pt x="16376" y="179782"/>
                </a:cubicBezTo>
                <a:cubicBezTo>
                  <a:pt x="28751" y="184605"/>
                  <a:pt x="37303" y="180510"/>
                  <a:pt x="41852" y="167590"/>
                </a:cubicBezTo>
              </a:path>
            </a:pathLst>
          </a:custGeom>
          <a:solidFill xmlns:a="http://schemas.openxmlformats.org/drawingml/2006/main">
            <a:srgbClr val="B24D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72" name="pdf-path-136">
            <a:extLst xmlns:a="http://schemas.openxmlformats.org/drawingml/2006/main">
              <a:ext uri="{FF2B5EF4-FFF2-40B4-BE49-F238E27FC236}">
                <a16:creationId xmlns:a16="http://schemas.microsoft.com/office/drawing/2014/main" id="{1914F3E9-3818-46EB-9206-FC195A5C6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538" y="1878041"/>
            <a:ext cx="92985" cy="202528"/>
          </a:xfrm>
          <a:custGeom xmlns:a="http://schemas.openxmlformats.org/drawingml/2006/main">
            <a:pathLst>
              <a:path w="92985" h="202528">
                <a:moveTo>
                  <a:pt x="33664" y="188789"/>
                </a:moveTo>
                <a:lnTo>
                  <a:pt x="89436" y="24748"/>
                </a:lnTo>
                <a:cubicBezTo>
                  <a:pt x="92985" y="14375"/>
                  <a:pt x="89709" y="7278"/>
                  <a:pt x="79701" y="3639"/>
                </a:cubicBezTo>
                <a:cubicBezTo>
                  <a:pt x="69602" y="0"/>
                  <a:pt x="62869" y="3366"/>
                  <a:pt x="59321" y="13738"/>
                </a:cubicBezTo>
                <a:lnTo>
                  <a:pt x="3548" y="177780"/>
                </a:lnTo>
                <a:cubicBezTo>
                  <a:pt x="0" y="188152"/>
                  <a:pt x="3276" y="195158"/>
                  <a:pt x="13284" y="198888"/>
                </a:cubicBezTo>
                <a:cubicBezTo>
                  <a:pt x="23292" y="202528"/>
                  <a:pt x="30115" y="199161"/>
                  <a:pt x="33664" y="188789"/>
                </a:cubicBezTo>
              </a:path>
            </a:pathLst>
          </a:custGeom>
          <a:solidFill xmlns:a="http://schemas.openxmlformats.org/drawingml/2006/main">
            <a:srgbClr val="B24D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73" name="pdf-path-138">
            <a:extLst xmlns:a="http://schemas.openxmlformats.org/drawingml/2006/main">
              <a:ext uri="{FF2B5EF4-FFF2-40B4-BE49-F238E27FC236}">
                <a16:creationId xmlns:a16="http://schemas.microsoft.com/office/drawing/2014/main" id="{A53E1D1B-FF61-4197-8A2C-09168AEA2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721" y="2065921"/>
            <a:ext cx="77426" cy="83432"/>
          </a:xfrm>
          <a:custGeom xmlns:a="http://schemas.openxmlformats.org/drawingml/2006/main">
            <a:pathLst>
              <a:path w="77426" h="83432">
                <a:moveTo>
                  <a:pt x="66963" y="37667"/>
                </a:moveTo>
                <a:lnTo>
                  <a:pt x="45946" y="13011"/>
                </a:lnTo>
                <a:cubicBezTo>
                  <a:pt x="35483" y="637"/>
                  <a:pt x="24292" y="0"/>
                  <a:pt x="12556" y="10918"/>
                </a:cubicBezTo>
                <a:cubicBezTo>
                  <a:pt x="728" y="21836"/>
                  <a:pt x="0" y="33482"/>
                  <a:pt x="10554" y="45764"/>
                </a:cubicBezTo>
                <a:lnTo>
                  <a:pt x="31480" y="70421"/>
                </a:lnTo>
                <a:cubicBezTo>
                  <a:pt x="42034" y="82794"/>
                  <a:pt x="53134" y="83432"/>
                  <a:pt x="64962" y="72513"/>
                </a:cubicBezTo>
                <a:cubicBezTo>
                  <a:pt x="76789" y="61595"/>
                  <a:pt x="77426" y="49950"/>
                  <a:pt x="66963" y="37667"/>
                </a:cubicBezTo>
              </a:path>
            </a:pathLst>
          </a:custGeom>
          <a:solidFill xmlns:a="http://schemas.openxmlformats.org/drawingml/2006/main">
            <a:srgbClr val="B24D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74" name="pdf-path-140">
            <a:extLst xmlns:a="http://schemas.openxmlformats.org/drawingml/2006/main">
              <a:ext uri="{FF2B5EF4-FFF2-40B4-BE49-F238E27FC236}">
                <a16:creationId xmlns:a16="http://schemas.microsoft.com/office/drawing/2014/main" id="{D1E1FABB-69C3-4D81-94DF-BB8FCBDDA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934" y="1473805"/>
            <a:ext cx="76699" cy="166589"/>
          </a:xfrm>
          <a:custGeom xmlns:a="http://schemas.openxmlformats.org/drawingml/2006/main">
            <a:pathLst>
              <a:path w="76699" h="166589">
                <a:moveTo>
                  <a:pt x="41579" y="148575"/>
                </a:moveTo>
                <a:lnTo>
                  <a:pt x="73241" y="29114"/>
                </a:lnTo>
                <a:cubicBezTo>
                  <a:pt x="76699" y="15831"/>
                  <a:pt x="72149" y="7370"/>
                  <a:pt x="59503" y="3639"/>
                </a:cubicBezTo>
                <a:cubicBezTo>
                  <a:pt x="46765" y="0"/>
                  <a:pt x="38668" y="4822"/>
                  <a:pt x="35120" y="18105"/>
                </a:cubicBezTo>
                <a:lnTo>
                  <a:pt x="3548" y="137474"/>
                </a:lnTo>
                <a:cubicBezTo>
                  <a:pt x="0" y="150758"/>
                  <a:pt x="4640" y="159220"/>
                  <a:pt x="17287" y="162949"/>
                </a:cubicBezTo>
                <a:cubicBezTo>
                  <a:pt x="30025" y="166589"/>
                  <a:pt x="38122" y="161767"/>
                  <a:pt x="41579" y="148575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75" name="pdf-path-142">
            <a:extLst xmlns:a="http://schemas.openxmlformats.org/drawingml/2006/main">
              <a:ext uri="{FF2B5EF4-FFF2-40B4-BE49-F238E27FC236}">
                <a16:creationId xmlns:a16="http://schemas.microsoft.com/office/drawing/2014/main" id="{312C10F4-6BBA-42D6-9B40-A730C8599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942" y="1628384"/>
            <a:ext cx="131835" cy="164769"/>
          </a:xfrm>
          <a:custGeom xmlns:a="http://schemas.openxmlformats.org/drawingml/2006/main">
            <a:pathLst>
              <a:path w="131835" h="164769">
                <a:moveTo>
                  <a:pt x="39669" y="152487"/>
                </a:moveTo>
                <a:lnTo>
                  <a:pt x="123828" y="37213"/>
                </a:lnTo>
                <a:cubicBezTo>
                  <a:pt x="131835" y="26294"/>
                  <a:pt x="130560" y="16650"/>
                  <a:pt x="120006" y="8280"/>
                </a:cubicBezTo>
                <a:cubicBezTo>
                  <a:pt x="109453" y="0"/>
                  <a:pt x="100172" y="1274"/>
                  <a:pt x="92165" y="12283"/>
                </a:cubicBezTo>
                <a:lnTo>
                  <a:pt x="8007" y="127467"/>
                </a:lnTo>
                <a:cubicBezTo>
                  <a:pt x="0" y="138476"/>
                  <a:pt x="1274" y="148120"/>
                  <a:pt x="11828" y="156490"/>
                </a:cubicBezTo>
                <a:cubicBezTo>
                  <a:pt x="22382" y="164769"/>
                  <a:pt x="31662" y="163405"/>
                  <a:pt x="39669" y="152487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76" name="pdf-path-144">
            <a:extLst xmlns:a="http://schemas.openxmlformats.org/drawingml/2006/main">
              <a:ext uri="{FF2B5EF4-FFF2-40B4-BE49-F238E27FC236}">
                <a16:creationId xmlns:a16="http://schemas.microsoft.com/office/drawing/2014/main" id="{F5559FCC-3A23-4E4A-95A9-F7C07F250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666" y="1778506"/>
            <a:ext cx="137475" cy="179691"/>
          </a:xfrm>
          <a:custGeom xmlns:a="http://schemas.openxmlformats.org/drawingml/2006/main">
            <a:pathLst>
              <a:path w="137475" h="179691">
                <a:moveTo>
                  <a:pt x="31935" y="169683"/>
                </a:moveTo>
                <a:lnTo>
                  <a:pt x="131106" y="29661"/>
                </a:lnTo>
                <a:cubicBezTo>
                  <a:pt x="137475" y="20835"/>
                  <a:pt x="136292" y="13102"/>
                  <a:pt x="127739" y="6551"/>
                </a:cubicBezTo>
                <a:cubicBezTo>
                  <a:pt x="119187" y="0"/>
                  <a:pt x="111817" y="1182"/>
                  <a:pt x="105449" y="10099"/>
                </a:cubicBezTo>
                <a:lnTo>
                  <a:pt x="6278" y="150030"/>
                </a:lnTo>
                <a:cubicBezTo>
                  <a:pt x="0" y="158947"/>
                  <a:pt x="1092" y="166681"/>
                  <a:pt x="9644" y="173140"/>
                </a:cubicBezTo>
                <a:cubicBezTo>
                  <a:pt x="18196" y="179691"/>
                  <a:pt x="25657" y="178508"/>
                  <a:pt x="31935" y="169683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77" name="pdf-path-146">
            <a:extLst xmlns:a="http://schemas.openxmlformats.org/drawingml/2006/main">
              <a:ext uri="{FF2B5EF4-FFF2-40B4-BE49-F238E27FC236}">
                <a16:creationId xmlns:a16="http://schemas.microsoft.com/office/drawing/2014/main" id="{9C5E8160-7D0A-44F3-AAF3-3ED94D01C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19" y="1949372"/>
            <a:ext cx="56046" cy="85979"/>
          </a:xfrm>
          <a:custGeom xmlns:a="http://schemas.openxmlformats.org/drawingml/2006/main">
            <a:pathLst>
              <a:path w="56046" h="85979">
                <a:moveTo>
                  <a:pt x="53862" y="55954"/>
                </a:moveTo>
                <a:lnTo>
                  <a:pt x="49585" y="23383"/>
                </a:lnTo>
                <a:cubicBezTo>
                  <a:pt x="47493" y="7005"/>
                  <a:pt x="38486" y="0"/>
                  <a:pt x="22654" y="2184"/>
                </a:cubicBezTo>
                <a:cubicBezTo>
                  <a:pt x="6824" y="4458"/>
                  <a:pt x="0" y="13738"/>
                  <a:pt x="2184" y="30024"/>
                </a:cubicBezTo>
                <a:lnTo>
                  <a:pt x="6460" y="62596"/>
                </a:lnTo>
                <a:cubicBezTo>
                  <a:pt x="8643" y="78882"/>
                  <a:pt x="17651" y="85979"/>
                  <a:pt x="33390" y="83704"/>
                </a:cubicBezTo>
                <a:cubicBezTo>
                  <a:pt x="49222" y="81520"/>
                  <a:pt x="56046" y="72241"/>
                  <a:pt x="53862" y="55954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78" name="pdf-path-148">
            <a:extLst xmlns:a="http://schemas.openxmlformats.org/drawingml/2006/main">
              <a:ext uri="{FF2B5EF4-FFF2-40B4-BE49-F238E27FC236}">
                <a16:creationId xmlns:a16="http://schemas.microsoft.com/office/drawing/2014/main" id="{AEA83777-9A7C-41F2-9638-435EE6595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170" y="1633297"/>
            <a:ext cx="80610" cy="186424"/>
          </a:xfrm>
          <a:custGeom xmlns:a="http://schemas.openxmlformats.org/drawingml/2006/main">
            <a:pathLst>
              <a:path w="80610" h="186424">
                <a:moveTo>
                  <a:pt x="41943" y="168227"/>
                </a:moveTo>
                <a:lnTo>
                  <a:pt x="77244" y="28660"/>
                </a:lnTo>
                <a:cubicBezTo>
                  <a:pt x="80610" y="15376"/>
                  <a:pt x="75879" y="6914"/>
                  <a:pt x="63051" y="3457"/>
                </a:cubicBezTo>
                <a:cubicBezTo>
                  <a:pt x="50223" y="0"/>
                  <a:pt x="42125" y="4913"/>
                  <a:pt x="38759" y="18196"/>
                </a:cubicBezTo>
                <a:lnTo>
                  <a:pt x="3367" y="157764"/>
                </a:lnTo>
                <a:cubicBezTo>
                  <a:pt x="0" y="171139"/>
                  <a:pt x="4731" y="179509"/>
                  <a:pt x="17560" y="182966"/>
                </a:cubicBezTo>
                <a:cubicBezTo>
                  <a:pt x="30479" y="186424"/>
                  <a:pt x="38577" y="181601"/>
                  <a:pt x="41943" y="168227"/>
                </a:cubicBezTo>
              </a:path>
            </a:pathLst>
          </a:custGeom>
          <a:solidFill xmlns:a="http://schemas.openxmlformats.org/drawingml/2006/main">
            <a:srgbClr val="B24D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79" name="pdf-path-150">
            <a:extLst xmlns:a="http://schemas.openxmlformats.org/drawingml/2006/main">
              <a:ext uri="{FF2B5EF4-FFF2-40B4-BE49-F238E27FC236}">
                <a16:creationId xmlns:a16="http://schemas.microsoft.com/office/drawing/2014/main" id="{24BEC817-8EF4-44C5-AB1D-EDFD6CABB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52" y="1813989"/>
            <a:ext cx="75516" cy="206258"/>
          </a:xfrm>
          <a:custGeom xmlns:a="http://schemas.openxmlformats.org/drawingml/2006/main">
            <a:pathLst>
              <a:path w="75516" h="206258">
                <a:moveTo>
                  <a:pt x="33209" y="191519"/>
                </a:moveTo>
                <a:lnTo>
                  <a:pt x="72968" y="22655"/>
                </a:lnTo>
                <a:cubicBezTo>
                  <a:pt x="75516" y="12010"/>
                  <a:pt x="71695" y="5277"/>
                  <a:pt x="61413" y="2639"/>
                </a:cubicBezTo>
                <a:cubicBezTo>
                  <a:pt x="51224" y="0"/>
                  <a:pt x="44855" y="4004"/>
                  <a:pt x="42307" y="14739"/>
                </a:cubicBezTo>
                <a:lnTo>
                  <a:pt x="2547" y="183512"/>
                </a:lnTo>
                <a:cubicBezTo>
                  <a:pt x="0" y="194248"/>
                  <a:pt x="3821" y="200981"/>
                  <a:pt x="14102" y="203620"/>
                </a:cubicBezTo>
                <a:cubicBezTo>
                  <a:pt x="24292" y="206258"/>
                  <a:pt x="30661" y="202163"/>
                  <a:pt x="33209" y="191519"/>
                </a:cubicBezTo>
              </a:path>
            </a:pathLst>
          </a:custGeom>
          <a:solidFill xmlns:a="http://schemas.openxmlformats.org/drawingml/2006/main">
            <a:srgbClr val="B24D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80" name="pdf-path-152">
            <a:extLst xmlns:a="http://schemas.openxmlformats.org/drawingml/2006/main">
              <a:ext uri="{FF2B5EF4-FFF2-40B4-BE49-F238E27FC236}">
                <a16:creationId xmlns:a16="http://schemas.microsoft.com/office/drawing/2014/main" id="{101D9EA0-65BE-413D-9510-DA8AC64E0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041" y="2008602"/>
            <a:ext cx="73241" cy="88253"/>
          </a:xfrm>
          <a:custGeom xmlns:a="http://schemas.openxmlformats.org/drawingml/2006/main">
            <a:pathLst>
              <a:path w="73241" h="88253">
                <a:moveTo>
                  <a:pt x="65235" y="45946"/>
                </a:moveTo>
                <a:lnTo>
                  <a:pt x="49221" y="17286"/>
                </a:lnTo>
                <a:cubicBezTo>
                  <a:pt x="41215" y="3002"/>
                  <a:pt x="30388" y="0"/>
                  <a:pt x="16649" y="8371"/>
                </a:cubicBezTo>
                <a:cubicBezTo>
                  <a:pt x="2911" y="16741"/>
                  <a:pt x="0" y="28022"/>
                  <a:pt x="8007" y="42307"/>
                </a:cubicBezTo>
                <a:lnTo>
                  <a:pt x="24019" y="70967"/>
                </a:lnTo>
                <a:cubicBezTo>
                  <a:pt x="32026" y="85341"/>
                  <a:pt x="42852" y="88253"/>
                  <a:pt x="56591" y="79974"/>
                </a:cubicBezTo>
                <a:cubicBezTo>
                  <a:pt x="70330" y="71603"/>
                  <a:pt x="73241" y="60322"/>
                  <a:pt x="65235" y="45946"/>
                </a:cubicBezTo>
              </a:path>
            </a:pathLst>
          </a:custGeom>
          <a:solidFill xmlns:a="http://schemas.openxmlformats.org/drawingml/2006/main">
            <a:srgbClr val="B24D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81" name="pdf-path-154">
            <a:extLst xmlns:a="http://schemas.openxmlformats.org/drawingml/2006/main">
              <a:ext uri="{FF2B5EF4-FFF2-40B4-BE49-F238E27FC236}">
                <a16:creationId xmlns:a16="http://schemas.microsoft.com/office/drawing/2014/main" id="{3245A82B-60EB-4E02-842D-F18699462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82" y="1572885"/>
            <a:ext cx="85705" cy="164952"/>
          </a:xfrm>
          <a:custGeom xmlns:a="http://schemas.openxmlformats.org/drawingml/2006/main">
            <a:pathLst>
              <a:path w="85705" h="164952">
                <a:moveTo>
                  <a:pt x="41761" y="147756"/>
                </a:moveTo>
                <a:lnTo>
                  <a:pt x="81248" y="30842"/>
                </a:lnTo>
                <a:cubicBezTo>
                  <a:pt x="85705" y="17923"/>
                  <a:pt x="81612" y="9098"/>
                  <a:pt x="69238" y="4549"/>
                </a:cubicBezTo>
                <a:cubicBezTo>
                  <a:pt x="56773" y="0"/>
                  <a:pt x="48312" y="4185"/>
                  <a:pt x="43945" y="17195"/>
                </a:cubicBezTo>
                <a:lnTo>
                  <a:pt x="4367" y="134018"/>
                </a:lnTo>
                <a:cubicBezTo>
                  <a:pt x="0" y="147028"/>
                  <a:pt x="4003" y="155854"/>
                  <a:pt x="16468" y="160403"/>
                </a:cubicBezTo>
                <a:cubicBezTo>
                  <a:pt x="28933" y="164952"/>
                  <a:pt x="37394" y="160767"/>
                  <a:pt x="41761" y="147756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82" name="pdf-path-156">
            <a:extLst xmlns:a="http://schemas.openxmlformats.org/drawingml/2006/main">
              <a:ext uri="{FF2B5EF4-FFF2-40B4-BE49-F238E27FC236}">
                <a16:creationId xmlns:a16="http://schemas.microsoft.com/office/drawing/2014/main" id="{A1AE8AB8-5DF3-40C7-BC34-10AD30823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424" y="1726464"/>
            <a:ext cx="124737" cy="169955"/>
          </a:xfrm>
          <a:custGeom xmlns:a="http://schemas.openxmlformats.org/drawingml/2006/main">
            <a:pathLst>
              <a:path w="124737" h="169955">
                <a:moveTo>
                  <a:pt x="40669" y="156489"/>
                </a:moveTo>
                <a:lnTo>
                  <a:pt x="117367" y="36028"/>
                </a:lnTo>
                <a:cubicBezTo>
                  <a:pt x="124737" y="24564"/>
                  <a:pt x="122826" y="15103"/>
                  <a:pt x="111635" y="7551"/>
                </a:cubicBezTo>
                <a:cubicBezTo>
                  <a:pt x="100536" y="0"/>
                  <a:pt x="91346" y="2001"/>
                  <a:pt x="83977" y="13465"/>
                </a:cubicBezTo>
                <a:lnTo>
                  <a:pt x="7369" y="133926"/>
                </a:lnTo>
                <a:cubicBezTo>
                  <a:pt x="0" y="145390"/>
                  <a:pt x="1910" y="154943"/>
                  <a:pt x="13102" y="162403"/>
                </a:cubicBezTo>
                <a:cubicBezTo>
                  <a:pt x="24201" y="169955"/>
                  <a:pt x="33390" y="167953"/>
                  <a:pt x="40669" y="156489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83" name="pdf-path-158">
            <a:extLst xmlns:a="http://schemas.openxmlformats.org/drawingml/2006/main">
              <a:ext uri="{FF2B5EF4-FFF2-40B4-BE49-F238E27FC236}">
                <a16:creationId xmlns:a16="http://schemas.microsoft.com/office/drawing/2014/main" id="{776D12D7-23F2-4EC4-8D83-6C8497352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432" y="1883227"/>
            <a:ext cx="124737" cy="187879"/>
          </a:xfrm>
          <a:custGeom xmlns:a="http://schemas.openxmlformats.org/drawingml/2006/main">
            <a:pathLst>
              <a:path w="124737" h="187879">
                <a:moveTo>
                  <a:pt x="32572" y="176688"/>
                </a:moveTo>
                <a:lnTo>
                  <a:pt x="119188" y="28477"/>
                </a:lnTo>
                <a:cubicBezTo>
                  <a:pt x="124737" y="19106"/>
                  <a:pt x="123009" y="11464"/>
                  <a:pt x="114002" y="5732"/>
                </a:cubicBezTo>
                <a:cubicBezTo>
                  <a:pt x="104994" y="0"/>
                  <a:pt x="97716" y="1819"/>
                  <a:pt x="92165" y="11282"/>
                </a:cubicBezTo>
                <a:lnTo>
                  <a:pt x="5550" y="159402"/>
                </a:lnTo>
                <a:cubicBezTo>
                  <a:pt x="0" y="168864"/>
                  <a:pt x="1820" y="176415"/>
                  <a:pt x="10827" y="182147"/>
                </a:cubicBezTo>
                <a:cubicBezTo>
                  <a:pt x="19834" y="187879"/>
                  <a:pt x="27022" y="186059"/>
                  <a:pt x="32572" y="176688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84" name="pdf-path-160">
            <a:extLst xmlns:a="http://schemas.openxmlformats.org/drawingml/2006/main">
              <a:ext uri="{FF2B5EF4-FFF2-40B4-BE49-F238E27FC236}">
                <a16:creationId xmlns:a16="http://schemas.microsoft.com/office/drawing/2014/main" id="{27EED5C7-7D41-4CA1-80BB-39836D1FE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70" y="2060370"/>
            <a:ext cx="65417" cy="89073"/>
          </a:xfrm>
          <a:custGeom xmlns:a="http://schemas.openxmlformats.org/drawingml/2006/main">
            <a:pathLst>
              <a:path w="65417" h="89073">
                <a:moveTo>
                  <a:pt x="60322" y="52134"/>
                </a:moveTo>
                <a:lnTo>
                  <a:pt x="50041" y="20836"/>
                </a:lnTo>
                <a:cubicBezTo>
                  <a:pt x="44854" y="5095"/>
                  <a:pt x="34847" y="0"/>
                  <a:pt x="19834" y="5368"/>
                </a:cubicBezTo>
                <a:cubicBezTo>
                  <a:pt x="4913" y="10737"/>
                  <a:pt x="0" y="21291"/>
                  <a:pt x="5095" y="36940"/>
                </a:cubicBezTo>
                <a:lnTo>
                  <a:pt x="15376" y="68329"/>
                </a:lnTo>
                <a:cubicBezTo>
                  <a:pt x="20562" y="83977"/>
                  <a:pt x="30570" y="89073"/>
                  <a:pt x="45582" y="83704"/>
                </a:cubicBezTo>
                <a:cubicBezTo>
                  <a:pt x="60504" y="78337"/>
                  <a:pt x="65417" y="67783"/>
                  <a:pt x="60322" y="52134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85" name="pdf-path-162">
            <a:extLst xmlns:a="http://schemas.openxmlformats.org/drawingml/2006/main">
              <a:ext uri="{FF2B5EF4-FFF2-40B4-BE49-F238E27FC236}">
                <a16:creationId xmlns:a16="http://schemas.microsoft.com/office/drawing/2014/main" id="{0C159033-0D24-489F-848D-75BDA3BB1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092" y="1729102"/>
            <a:ext cx="88617" cy="186060"/>
          </a:xfrm>
          <a:custGeom xmlns:a="http://schemas.openxmlformats.org/drawingml/2006/main">
            <a:pathLst>
              <a:path w="88617" h="186060">
                <a:moveTo>
                  <a:pt x="41761" y="168500"/>
                </a:moveTo>
                <a:lnTo>
                  <a:pt x="84614" y="30389"/>
                </a:lnTo>
                <a:cubicBezTo>
                  <a:pt x="88617" y="17196"/>
                  <a:pt x="84432" y="8461"/>
                  <a:pt x="71877" y="4276"/>
                </a:cubicBezTo>
                <a:cubicBezTo>
                  <a:pt x="59321" y="0"/>
                  <a:pt x="50950" y="4458"/>
                  <a:pt x="46856" y="17559"/>
                </a:cubicBezTo>
                <a:lnTo>
                  <a:pt x="4094" y="155671"/>
                </a:lnTo>
                <a:cubicBezTo>
                  <a:pt x="0" y="168864"/>
                  <a:pt x="4276" y="177507"/>
                  <a:pt x="16832" y="181784"/>
                </a:cubicBezTo>
                <a:cubicBezTo>
                  <a:pt x="29387" y="186060"/>
                  <a:pt x="37667" y="181601"/>
                  <a:pt x="41761" y="168500"/>
                </a:cubicBezTo>
              </a:path>
            </a:pathLst>
          </a:custGeom>
          <a:solidFill xmlns:a="http://schemas.openxmlformats.org/drawingml/2006/main">
            <a:srgbClr val="B24D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86" name="pdf-path-164">
            <a:extLst xmlns:a="http://schemas.openxmlformats.org/drawingml/2006/main">
              <a:ext uri="{FF2B5EF4-FFF2-40B4-BE49-F238E27FC236}">
                <a16:creationId xmlns:a16="http://schemas.microsoft.com/office/drawing/2014/main" id="{6E29051B-9E0A-4F4C-8B5D-160C2F645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139" y="1907611"/>
            <a:ext cx="84250" cy="203528"/>
          </a:xfrm>
          <a:custGeom xmlns:a="http://schemas.openxmlformats.org/drawingml/2006/main">
            <a:pathLst>
              <a:path w="84250" h="203528">
                <a:moveTo>
                  <a:pt x="33390" y="189335"/>
                </a:moveTo>
                <a:lnTo>
                  <a:pt x="81248" y="23747"/>
                </a:lnTo>
                <a:cubicBezTo>
                  <a:pt x="84250" y="13192"/>
                  <a:pt x="80702" y="6369"/>
                  <a:pt x="70603" y="3184"/>
                </a:cubicBezTo>
                <a:cubicBezTo>
                  <a:pt x="60503" y="0"/>
                  <a:pt x="53953" y="3731"/>
                  <a:pt x="50859" y="14193"/>
                </a:cubicBezTo>
                <a:lnTo>
                  <a:pt x="3002" y="179873"/>
                </a:lnTo>
                <a:cubicBezTo>
                  <a:pt x="0" y="190426"/>
                  <a:pt x="3548" y="197250"/>
                  <a:pt x="13647" y="200435"/>
                </a:cubicBezTo>
                <a:cubicBezTo>
                  <a:pt x="23746" y="203528"/>
                  <a:pt x="30297" y="199889"/>
                  <a:pt x="33390" y="189335"/>
                </a:cubicBezTo>
              </a:path>
            </a:pathLst>
          </a:custGeom>
          <a:solidFill xmlns:a="http://schemas.openxmlformats.org/drawingml/2006/main">
            <a:srgbClr val="B24D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87" name="pdf-path-166">
            <a:extLst xmlns:a="http://schemas.openxmlformats.org/drawingml/2006/main">
              <a:ext uri="{FF2B5EF4-FFF2-40B4-BE49-F238E27FC236}">
                <a16:creationId xmlns:a16="http://schemas.microsoft.com/office/drawing/2014/main" id="{B6A79A7B-90A1-4121-B13F-F63494A9C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326" y="2089485"/>
            <a:ext cx="85706" cy="72604"/>
          </a:xfrm>
          <a:custGeom xmlns:a="http://schemas.openxmlformats.org/drawingml/2006/main">
            <a:pathLst>
              <a:path w="85706" h="72604">
                <a:moveTo>
                  <a:pt x="67328" y="20744"/>
                </a:moveTo>
                <a:lnTo>
                  <a:pt x="38395" y="6914"/>
                </a:lnTo>
                <a:cubicBezTo>
                  <a:pt x="23837" y="0"/>
                  <a:pt x="13284" y="4094"/>
                  <a:pt x="6641" y="19106"/>
                </a:cubicBezTo>
                <a:cubicBezTo>
                  <a:pt x="0" y="34028"/>
                  <a:pt x="3912" y="45036"/>
                  <a:pt x="18379" y="51952"/>
                </a:cubicBezTo>
                <a:lnTo>
                  <a:pt x="47311" y="65690"/>
                </a:lnTo>
                <a:cubicBezTo>
                  <a:pt x="61868" y="72604"/>
                  <a:pt x="72422" y="68510"/>
                  <a:pt x="79064" y="53498"/>
                </a:cubicBezTo>
                <a:cubicBezTo>
                  <a:pt x="85706" y="38576"/>
                  <a:pt x="81793" y="27568"/>
                  <a:pt x="67328" y="20744"/>
                </a:cubicBezTo>
              </a:path>
            </a:pathLst>
          </a:custGeom>
          <a:solidFill xmlns:a="http://schemas.openxmlformats.org/drawingml/2006/main">
            <a:srgbClr val="B24D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88" name="pdf-path-168">
            <a:extLst xmlns:a="http://schemas.openxmlformats.org/drawingml/2006/main">
              <a:ext uri="{FF2B5EF4-FFF2-40B4-BE49-F238E27FC236}">
                <a16:creationId xmlns:a16="http://schemas.microsoft.com/office/drawing/2014/main" id="{2B2B61A0-92B5-4B34-805C-F2684343C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435" y="1471530"/>
            <a:ext cx="79701" cy="166226"/>
          </a:xfrm>
          <a:custGeom xmlns:a="http://schemas.openxmlformats.org/drawingml/2006/main">
            <a:pathLst>
              <a:path w="79701" h="166226">
                <a:moveTo>
                  <a:pt x="42034" y="148393"/>
                </a:moveTo>
                <a:lnTo>
                  <a:pt x="75970" y="29570"/>
                </a:lnTo>
                <a:cubicBezTo>
                  <a:pt x="79701" y="16377"/>
                  <a:pt x="75243" y="7825"/>
                  <a:pt x="62505" y="3913"/>
                </a:cubicBezTo>
                <a:cubicBezTo>
                  <a:pt x="49767" y="0"/>
                  <a:pt x="41580" y="4640"/>
                  <a:pt x="37758" y="17833"/>
                </a:cubicBezTo>
                <a:lnTo>
                  <a:pt x="3821" y="136656"/>
                </a:lnTo>
                <a:cubicBezTo>
                  <a:pt x="0" y="149849"/>
                  <a:pt x="4549" y="158401"/>
                  <a:pt x="17286" y="162314"/>
                </a:cubicBezTo>
                <a:cubicBezTo>
                  <a:pt x="30024" y="166226"/>
                  <a:pt x="38213" y="161585"/>
                  <a:pt x="42034" y="148393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89" name="pdf-path-170">
            <a:extLst xmlns:a="http://schemas.openxmlformats.org/drawingml/2006/main">
              <a:ext uri="{FF2B5EF4-FFF2-40B4-BE49-F238E27FC236}">
                <a16:creationId xmlns:a16="http://schemas.microsoft.com/office/drawing/2014/main" id="{BE6683EB-3A0F-4F9A-895E-7654E9C6D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19" y="1626110"/>
            <a:ext cx="129468" cy="166772"/>
          </a:xfrm>
          <a:custGeom xmlns:a="http://schemas.openxmlformats.org/drawingml/2006/main">
            <a:pathLst>
              <a:path w="129468" h="166772">
                <a:moveTo>
                  <a:pt x="40033" y="154124"/>
                </a:moveTo>
                <a:lnTo>
                  <a:pt x="121643" y="36939"/>
                </a:lnTo>
                <a:cubicBezTo>
                  <a:pt x="129468" y="25748"/>
                  <a:pt x="127921" y="16195"/>
                  <a:pt x="117186" y="8097"/>
                </a:cubicBezTo>
                <a:cubicBezTo>
                  <a:pt x="106450" y="0"/>
                  <a:pt x="97170" y="1546"/>
                  <a:pt x="89436" y="12737"/>
                </a:cubicBezTo>
                <a:lnTo>
                  <a:pt x="7733" y="129923"/>
                </a:lnTo>
                <a:cubicBezTo>
                  <a:pt x="0" y="141023"/>
                  <a:pt x="1455" y="150668"/>
                  <a:pt x="12192" y="158764"/>
                </a:cubicBezTo>
                <a:cubicBezTo>
                  <a:pt x="23018" y="166772"/>
                  <a:pt x="32208" y="165225"/>
                  <a:pt x="40033" y="154124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90" name="pdf-path-172">
            <a:extLst xmlns:a="http://schemas.openxmlformats.org/drawingml/2006/main">
              <a:ext uri="{FF2B5EF4-FFF2-40B4-BE49-F238E27FC236}">
                <a16:creationId xmlns:a16="http://schemas.microsoft.com/office/drawing/2014/main" id="{27C026C3-F2F4-4773-ABF2-8E148F623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718" y="1778506"/>
            <a:ext cx="135200" cy="180692"/>
          </a:xfrm>
          <a:custGeom xmlns:a="http://schemas.openxmlformats.org/drawingml/2006/main">
            <a:pathLst>
              <a:path w="135200" h="180692">
                <a:moveTo>
                  <a:pt x="32299" y="170411"/>
                </a:moveTo>
                <a:lnTo>
                  <a:pt x="129014" y="29205"/>
                </a:lnTo>
                <a:cubicBezTo>
                  <a:pt x="135200" y="20289"/>
                  <a:pt x="133926" y="12646"/>
                  <a:pt x="125193" y="6278"/>
                </a:cubicBezTo>
                <a:cubicBezTo>
                  <a:pt x="116458" y="0"/>
                  <a:pt x="109089" y="1274"/>
                  <a:pt x="102902" y="10281"/>
                </a:cubicBezTo>
                <a:lnTo>
                  <a:pt x="6187" y="151486"/>
                </a:lnTo>
                <a:cubicBezTo>
                  <a:pt x="0" y="160403"/>
                  <a:pt x="1273" y="168046"/>
                  <a:pt x="10008" y="174414"/>
                </a:cubicBezTo>
                <a:cubicBezTo>
                  <a:pt x="18742" y="180692"/>
                  <a:pt x="26203" y="179418"/>
                  <a:pt x="32299" y="170411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91" name="pdf-path-174">
            <a:extLst xmlns:a="http://schemas.openxmlformats.org/drawingml/2006/main">
              <a:ext uri="{FF2B5EF4-FFF2-40B4-BE49-F238E27FC236}">
                <a16:creationId xmlns:a16="http://schemas.microsoft.com/office/drawing/2014/main" id="{7E6D68B2-7CB6-425F-8438-CCCCE550F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72" y="1950281"/>
            <a:ext cx="57228" cy="87434"/>
          </a:xfrm>
          <a:custGeom xmlns:a="http://schemas.openxmlformats.org/drawingml/2006/main">
            <a:pathLst>
              <a:path w="57228" h="87434">
                <a:moveTo>
                  <a:pt x="54681" y="56227"/>
                </a:moveTo>
                <a:lnTo>
                  <a:pt x="49768" y="23383"/>
                </a:lnTo>
                <a:cubicBezTo>
                  <a:pt x="47311" y="6915"/>
                  <a:pt x="38122" y="0"/>
                  <a:pt x="22382" y="2548"/>
                </a:cubicBezTo>
                <a:cubicBezTo>
                  <a:pt x="6642" y="5186"/>
                  <a:pt x="0" y="14649"/>
                  <a:pt x="2457" y="31116"/>
                </a:cubicBezTo>
                <a:lnTo>
                  <a:pt x="7461" y="64052"/>
                </a:lnTo>
                <a:cubicBezTo>
                  <a:pt x="9917" y="80520"/>
                  <a:pt x="19016" y="87434"/>
                  <a:pt x="34847" y="84796"/>
                </a:cubicBezTo>
                <a:cubicBezTo>
                  <a:pt x="50587" y="82248"/>
                  <a:pt x="57228" y="72695"/>
                  <a:pt x="54681" y="56227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92" name="pdf-path-176">
            <a:extLst xmlns:a="http://schemas.openxmlformats.org/drawingml/2006/main">
              <a:ext uri="{FF2B5EF4-FFF2-40B4-BE49-F238E27FC236}">
                <a16:creationId xmlns:a16="http://schemas.microsoft.com/office/drawing/2014/main" id="{F60324B8-4C4D-457F-9021-750CA65FC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488" y="1629930"/>
            <a:ext cx="83431" cy="186060"/>
          </a:xfrm>
          <a:custGeom xmlns:a="http://schemas.openxmlformats.org/drawingml/2006/main">
            <a:pathLst>
              <a:path w="83431" h="186060">
                <a:moveTo>
                  <a:pt x="41942" y="168046"/>
                </a:moveTo>
                <a:lnTo>
                  <a:pt x="79792" y="29115"/>
                </a:lnTo>
                <a:cubicBezTo>
                  <a:pt x="83431" y="15923"/>
                  <a:pt x="78791" y="7461"/>
                  <a:pt x="66054" y="3731"/>
                </a:cubicBezTo>
                <a:cubicBezTo>
                  <a:pt x="53224" y="0"/>
                  <a:pt x="45036" y="4732"/>
                  <a:pt x="41487" y="17924"/>
                </a:cubicBezTo>
                <a:lnTo>
                  <a:pt x="3639" y="156856"/>
                </a:lnTo>
                <a:cubicBezTo>
                  <a:pt x="0" y="170138"/>
                  <a:pt x="4640" y="178600"/>
                  <a:pt x="17377" y="182330"/>
                </a:cubicBezTo>
                <a:cubicBezTo>
                  <a:pt x="30206" y="186060"/>
                  <a:pt x="38394" y="181329"/>
                  <a:pt x="41942" y="168046"/>
                </a:cubicBezTo>
              </a:path>
            </a:pathLst>
          </a:custGeom>
          <a:solidFill xmlns:a="http://schemas.openxmlformats.org/drawingml/2006/main">
            <a:srgbClr val="B24D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93" name="pdf-path-178">
            <a:extLst xmlns:a="http://schemas.openxmlformats.org/drawingml/2006/main">
              <a:ext uri="{FF2B5EF4-FFF2-40B4-BE49-F238E27FC236}">
                <a16:creationId xmlns:a16="http://schemas.microsoft.com/office/drawing/2014/main" id="{27ECED83-8660-4311-A5B9-B8EE6E599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902" y="1809531"/>
            <a:ext cx="79610" cy="205621"/>
          </a:xfrm>
          <a:custGeom xmlns:a="http://schemas.openxmlformats.org/drawingml/2006/main">
            <a:pathLst>
              <a:path w="79610" h="205621">
                <a:moveTo>
                  <a:pt x="33573" y="191064"/>
                </a:moveTo>
                <a:lnTo>
                  <a:pt x="76790" y="23109"/>
                </a:lnTo>
                <a:cubicBezTo>
                  <a:pt x="79610" y="12464"/>
                  <a:pt x="75789" y="5731"/>
                  <a:pt x="65599" y="2820"/>
                </a:cubicBezTo>
                <a:cubicBezTo>
                  <a:pt x="55318" y="0"/>
                  <a:pt x="48767" y="3912"/>
                  <a:pt x="46038" y="14557"/>
                </a:cubicBezTo>
                <a:lnTo>
                  <a:pt x="2730" y="182511"/>
                </a:lnTo>
                <a:cubicBezTo>
                  <a:pt x="0" y="193156"/>
                  <a:pt x="3731" y="199980"/>
                  <a:pt x="14012" y="202801"/>
                </a:cubicBezTo>
                <a:cubicBezTo>
                  <a:pt x="24293" y="205621"/>
                  <a:pt x="30752" y="201709"/>
                  <a:pt x="33573" y="191064"/>
                </a:cubicBezTo>
              </a:path>
            </a:pathLst>
          </a:custGeom>
          <a:solidFill xmlns:a="http://schemas.openxmlformats.org/drawingml/2006/main">
            <a:srgbClr val="B24D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94" name="pdf-path-180">
            <a:extLst xmlns:a="http://schemas.openxmlformats.org/drawingml/2006/main">
              <a:ext uri="{FF2B5EF4-FFF2-40B4-BE49-F238E27FC236}">
                <a16:creationId xmlns:a16="http://schemas.microsoft.com/office/drawing/2014/main" id="{DC5A5DF3-363E-4377-8BA0-761D45237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082" y="2004234"/>
            <a:ext cx="72514" cy="88526"/>
          </a:xfrm>
          <a:custGeom xmlns:a="http://schemas.openxmlformats.org/drawingml/2006/main">
            <a:pathLst>
              <a:path w="72514" h="88526">
                <a:moveTo>
                  <a:pt x="64779" y="46765"/>
                </a:moveTo>
                <a:lnTo>
                  <a:pt x="49404" y="17742"/>
                </a:lnTo>
                <a:cubicBezTo>
                  <a:pt x="41761" y="3275"/>
                  <a:pt x="30935" y="0"/>
                  <a:pt x="17013" y="8006"/>
                </a:cubicBezTo>
                <a:cubicBezTo>
                  <a:pt x="3094" y="16104"/>
                  <a:pt x="0" y="27386"/>
                  <a:pt x="7734" y="41852"/>
                </a:cubicBezTo>
                <a:lnTo>
                  <a:pt x="23110" y="70784"/>
                </a:lnTo>
                <a:cubicBezTo>
                  <a:pt x="30843" y="85341"/>
                  <a:pt x="41579" y="88526"/>
                  <a:pt x="55500" y="80520"/>
                </a:cubicBezTo>
                <a:cubicBezTo>
                  <a:pt x="69420" y="72514"/>
                  <a:pt x="72514" y="61231"/>
                  <a:pt x="64779" y="46765"/>
                </a:cubicBezTo>
              </a:path>
            </a:pathLst>
          </a:custGeom>
          <a:solidFill xmlns:a="http://schemas.openxmlformats.org/drawingml/2006/main">
            <a:srgbClr val="B24D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95" name="pdf-path-182">
            <a:extLst xmlns:a="http://schemas.openxmlformats.org/drawingml/2006/main">
              <a:ext uri="{FF2B5EF4-FFF2-40B4-BE49-F238E27FC236}">
                <a16:creationId xmlns:a16="http://schemas.microsoft.com/office/drawing/2014/main" id="{AEDFDF80-673B-4D2D-867B-A08D4B3A9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090" y="1585987"/>
            <a:ext cx="84159" cy="165497"/>
          </a:xfrm>
          <a:custGeom xmlns:a="http://schemas.openxmlformats.org/drawingml/2006/main">
            <a:pathLst>
              <a:path w="84159" h="165497">
                <a:moveTo>
                  <a:pt x="41942" y="148029"/>
                </a:moveTo>
                <a:lnTo>
                  <a:pt x="79882" y="30570"/>
                </a:lnTo>
                <a:cubicBezTo>
                  <a:pt x="84159" y="17469"/>
                  <a:pt x="79974" y="8733"/>
                  <a:pt x="67327" y="4367"/>
                </a:cubicBezTo>
                <a:cubicBezTo>
                  <a:pt x="54772" y="0"/>
                  <a:pt x="46401" y="4367"/>
                  <a:pt x="42125" y="17377"/>
                </a:cubicBezTo>
                <a:lnTo>
                  <a:pt x="4185" y="134927"/>
                </a:lnTo>
                <a:cubicBezTo>
                  <a:pt x="0" y="148029"/>
                  <a:pt x="4185" y="156763"/>
                  <a:pt x="16741" y="161130"/>
                </a:cubicBezTo>
                <a:cubicBezTo>
                  <a:pt x="29387" y="165497"/>
                  <a:pt x="37758" y="161130"/>
                  <a:pt x="41942" y="148029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96" name="pdf-path-184">
            <a:extLst xmlns:a="http://schemas.openxmlformats.org/drawingml/2006/main">
              <a:ext uri="{FF2B5EF4-FFF2-40B4-BE49-F238E27FC236}">
                <a16:creationId xmlns:a16="http://schemas.microsoft.com/office/drawing/2014/main" id="{532A3F7B-B1B1-481C-9CBA-CE857E4F5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832" y="1739566"/>
            <a:ext cx="124464" cy="171502"/>
          </a:xfrm>
          <a:custGeom xmlns:a="http://schemas.openxmlformats.org/drawingml/2006/main">
            <a:pathLst>
              <a:path w="124464" h="171502">
                <a:moveTo>
                  <a:pt x="40942" y="157855"/>
                </a:moveTo>
                <a:lnTo>
                  <a:pt x="117276" y="36211"/>
                </a:lnTo>
                <a:cubicBezTo>
                  <a:pt x="124464" y="24655"/>
                  <a:pt x="122553" y="15103"/>
                  <a:pt x="111271" y="7551"/>
                </a:cubicBezTo>
                <a:cubicBezTo>
                  <a:pt x="100081" y="0"/>
                  <a:pt x="90892" y="2092"/>
                  <a:pt x="83613" y="13647"/>
                </a:cubicBezTo>
                <a:lnTo>
                  <a:pt x="7278" y="135382"/>
                </a:lnTo>
                <a:cubicBezTo>
                  <a:pt x="0" y="146936"/>
                  <a:pt x="2001" y="156489"/>
                  <a:pt x="13191" y="163950"/>
                </a:cubicBezTo>
                <a:cubicBezTo>
                  <a:pt x="24383" y="171502"/>
                  <a:pt x="33662" y="169501"/>
                  <a:pt x="40942" y="157855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97" name="pdf-path-186">
            <a:extLst xmlns:a="http://schemas.openxmlformats.org/drawingml/2006/main">
              <a:ext uri="{FF2B5EF4-FFF2-40B4-BE49-F238E27FC236}">
                <a16:creationId xmlns:a16="http://schemas.microsoft.com/office/drawing/2014/main" id="{03736831-F93F-49B0-866A-548190AB3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657" y="1897421"/>
            <a:ext cx="128286" cy="185513"/>
          </a:xfrm>
          <a:custGeom xmlns:a="http://schemas.openxmlformats.org/drawingml/2006/main">
            <a:pathLst>
              <a:path w="128286" h="185513">
                <a:moveTo>
                  <a:pt x="32481" y="174595"/>
                </a:moveTo>
                <a:lnTo>
                  <a:pt x="122554" y="28750"/>
                </a:lnTo>
                <a:cubicBezTo>
                  <a:pt x="128286" y="19470"/>
                  <a:pt x="126648" y="11827"/>
                  <a:pt x="117731" y="5913"/>
                </a:cubicBezTo>
                <a:cubicBezTo>
                  <a:pt x="108815" y="0"/>
                  <a:pt x="101445" y="1637"/>
                  <a:pt x="95714" y="10918"/>
                </a:cubicBezTo>
                <a:lnTo>
                  <a:pt x="5641" y="156854"/>
                </a:lnTo>
                <a:cubicBezTo>
                  <a:pt x="0" y="166134"/>
                  <a:pt x="1546" y="173686"/>
                  <a:pt x="10553" y="179599"/>
                </a:cubicBezTo>
                <a:cubicBezTo>
                  <a:pt x="19470" y="185513"/>
                  <a:pt x="26749" y="183876"/>
                  <a:pt x="32481" y="174595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98" name="pdf-path-188">
            <a:extLst xmlns:a="http://schemas.openxmlformats.org/drawingml/2006/main">
              <a:ext uri="{FF2B5EF4-FFF2-40B4-BE49-F238E27FC236}">
                <a16:creationId xmlns:a16="http://schemas.microsoft.com/office/drawing/2014/main" id="{09A6E994-8CA7-4EE9-8A8B-EA2B037DE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924" y="2068650"/>
            <a:ext cx="72787" cy="88435"/>
          </a:xfrm>
          <a:custGeom xmlns:a="http://schemas.openxmlformats.org/drawingml/2006/main">
            <a:pathLst>
              <a:path w="72787" h="88435">
                <a:moveTo>
                  <a:pt x="64962" y="46401"/>
                </a:moveTo>
                <a:lnTo>
                  <a:pt x="49313" y="17559"/>
                </a:lnTo>
                <a:cubicBezTo>
                  <a:pt x="41488" y="3184"/>
                  <a:pt x="30662" y="0"/>
                  <a:pt x="16832" y="8188"/>
                </a:cubicBezTo>
                <a:cubicBezTo>
                  <a:pt x="3002" y="16377"/>
                  <a:pt x="0" y="27658"/>
                  <a:pt x="7825" y="42034"/>
                </a:cubicBezTo>
                <a:lnTo>
                  <a:pt x="23474" y="70875"/>
                </a:lnTo>
                <a:cubicBezTo>
                  <a:pt x="31389" y="85342"/>
                  <a:pt x="42215" y="88435"/>
                  <a:pt x="55954" y="80247"/>
                </a:cubicBezTo>
                <a:cubicBezTo>
                  <a:pt x="69875" y="72149"/>
                  <a:pt x="72787" y="60777"/>
                  <a:pt x="64962" y="46401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99" name="pdf-path-190">
            <a:extLst xmlns:a="http://schemas.openxmlformats.org/drawingml/2006/main">
              <a:ext uri="{FF2B5EF4-FFF2-40B4-BE49-F238E27FC236}">
                <a16:creationId xmlns:a16="http://schemas.microsoft.com/office/drawing/2014/main" id="{3FFCE541-E88C-4476-8333-8410012D9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867" y="1743386"/>
            <a:ext cx="85068" cy="185696"/>
          </a:xfrm>
          <a:custGeom xmlns:a="http://schemas.openxmlformats.org/drawingml/2006/main">
            <a:pathLst>
              <a:path w="85068" h="185696">
                <a:moveTo>
                  <a:pt x="41761" y="167863"/>
                </a:moveTo>
                <a:lnTo>
                  <a:pt x="81339" y="29570"/>
                </a:lnTo>
                <a:cubicBezTo>
                  <a:pt x="85068" y="16377"/>
                  <a:pt x="80702" y="7825"/>
                  <a:pt x="67964" y="3913"/>
                </a:cubicBezTo>
                <a:cubicBezTo>
                  <a:pt x="55318" y="0"/>
                  <a:pt x="47129" y="4640"/>
                  <a:pt x="43399" y="17833"/>
                </a:cubicBezTo>
                <a:lnTo>
                  <a:pt x="3821" y="156127"/>
                </a:lnTo>
                <a:cubicBezTo>
                  <a:pt x="0" y="169319"/>
                  <a:pt x="4458" y="177872"/>
                  <a:pt x="17105" y="181784"/>
                </a:cubicBezTo>
                <a:cubicBezTo>
                  <a:pt x="29751" y="185696"/>
                  <a:pt x="38031" y="181056"/>
                  <a:pt x="41761" y="167863"/>
                </a:cubicBezTo>
              </a:path>
            </a:pathLst>
          </a:custGeom>
          <a:solidFill xmlns:a="http://schemas.openxmlformats.org/drawingml/2006/main">
            <a:srgbClr val="B24D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100" name="pdf-path-192">
            <a:extLst xmlns:a="http://schemas.openxmlformats.org/drawingml/2006/main">
              <a:ext uri="{FF2B5EF4-FFF2-40B4-BE49-F238E27FC236}">
                <a16:creationId xmlns:a16="http://schemas.microsoft.com/office/drawing/2014/main" id="{89D74510-BFCC-4614-8AB6-6ADC5DD77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281" y="1923078"/>
            <a:ext cx="80247" cy="204438"/>
          </a:xfrm>
          <a:custGeom xmlns:a="http://schemas.openxmlformats.org/drawingml/2006/main">
            <a:pathLst>
              <a:path w="80247" h="204438">
                <a:moveTo>
                  <a:pt x="33573" y="189972"/>
                </a:moveTo>
                <a:lnTo>
                  <a:pt x="77427" y="23018"/>
                </a:lnTo>
                <a:cubicBezTo>
                  <a:pt x="80247" y="12464"/>
                  <a:pt x="76517" y="5732"/>
                  <a:pt x="66236" y="2820"/>
                </a:cubicBezTo>
                <a:cubicBezTo>
                  <a:pt x="55955" y="0"/>
                  <a:pt x="49495" y="3820"/>
                  <a:pt x="46674" y="14375"/>
                </a:cubicBezTo>
                <a:lnTo>
                  <a:pt x="2821" y="181328"/>
                </a:lnTo>
                <a:cubicBezTo>
                  <a:pt x="0" y="191882"/>
                  <a:pt x="3731" y="198615"/>
                  <a:pt x="14012" y="201527"/>
                </a:cubicBezTo>
                <a:cubicBezTo>
                  <a:pt x="24202" y="204438"/>
                  <a:pt x="30752" y="200526"/>
                  <a:pt x="33573" y="189972"/>
                </a:cubicBezTo>
              </a:path>
            </a:pathLst>
          </a:custGeom>
          <a:solidFill xmlns:a="http://schemas.openxmlformats.org/drawingml/2006/main">
            <a:srgbClr val="B24D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101" name="pdf-path-194">
            <a:extLst xmlns:a="http://schemas.openxmlformats.org/drawingml/2006/main">
              <a:ext uri="{FF2B5EF4-FFF2-40B4-BE49-F238E27FC236}">
                <a16:creationId xmlns:a16="http://schemas.microsoft.com/office/drawing/2014/main" id="{77B50765-269A-42A8-B0F0-1C779C2A0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108" y="2103132"/>
            <a:ext cx="84977" cy="66963"/>
          </a:xfrm>
          <a:custGeom xmlns:a="http://schemas.openxmlformats.org/drawingml/2006/main">
            <a:pathLst>
              <a:path w="84977" h="66963">
                <a:moveTo>
                  <a:pt x="64416" y="14284"/>
                </a:moveTo>
                <a:lnTo>
                  <a:pt x="34027" y="4732"/>
                </a:lnTo>
                <a:cubicBezTo>
                  <a:pt x="18833" y="0"/>
                  <a:pt x="9006" y="5641"/>
                  <a:pt x="4549" y="21654"/>
                </a:cubicBezTo>
                <a:cubicBezTo>
                  <a:pt x="0" y="37576"/>
                  <a:pt x="5367" y="47948"/>
                  <a:pt x="20562" y="52679"/>
                </a:cubicBezTo>
                <a:lnTo>
                  <a:pt x="50950" y="62232"/>
                </a:lnTo>
                <a:cubicBezTo>
                  <a:pt x="66144" y="66963"/>
                  <a:pt x="75970" y="61323"/>
                  <a:pt x="80519" y="45400"/>
                </a:cubicBezTo>
                <a:cubicBezTo>
                  <a:pt x="84977" y="29388"/>
                  <a:pt x="79609" y="19016"/>
                  <a:pt x="64416" y="14284"/>
                </a:cubicBezTo>
              </a:path>
            </a:pathLst>
          </a:custGeom>
          <a:solidFill xmlns:a="http://schemas.openxmlformats.org/drawingml/2006/main">
            <a:srgbClr val="B24D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102" name="pdf-path-196">
            <a:extLst xmlns:a="http://schemas.openxmlformats.org/drawingml/2006/main">
              <a:ext uri="{FF2B5EF4-FFF2-40B4-BE49-F238E27FC236}">
                <a16:creationId xmlns:a16="http://schemas.microsoft.com/office/drawing/2014/main" id="{4AE30087-51B4-4AAD-91A8-6CF9A7136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029" y="1465980"/>
            <a:ext cx="82430" cy="165770"/>
          </a:xfrm>
          <a:custGeom xmlns:a="http://schemas.openxmlformats.org/drawingml/2006/main">
            <a:pathLst>
              <a:path w="82430" h="165770">
                <a:moveTo>
                  <a:pt x="42034" y="148211"/>
                </a:moveTo>
                <a:lnTo>
                  <a:pt x="78335" y="30115"/>
                </a:lnTo>
                <a:cubicBezTo>
                  <a:pt x="82430" y="17013"/>
                  <a:pt x="78154" y="8371"/>
                  <a:pt x="65508" y="4185"/>
                </a:cubicBezTo>
                <a:cubicBezTo>
                  <a:pt x="52770" y="0"/>
                  <a:pt x="44491" y="4458"/>
                  <a:pt x="40396" y="17559"/>
                </a:cubicBezTo>
                <a:lnTo>
                  <a:pt x="4094" y="135655"/>
                </a:lnTo>
                <a:cubicBezTo>
                  <a:pt x="0" y="148757"/>
                  <a:pt x="4366" y="157401"/>
                  <a:pt x="17013" y="161585"/>
                </a:cubicBezTo>
                <a:cubicBezTo>
                  <a:pt x="29660" y="165770"/>
                  <a:pt x="37939" y="161313"/>
                  <a:pt x="42034" y="148211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103" name="pdf-path-198">
            <a:extLst xmlns:a="http://schemas.openxmlformats.org/drawingml/2006/main">
              <a:ext uri="{FF2B5EF4-FFF2-40B4-BE49-F238E27FC236}">
                <a16:creationId xmlns:a16="http://schemas.microsoft.com/office/drawing/2014/main" id="{67E3D724-9F70-4F37-AFD3-68BC9A3A0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8585" y="1619559"/>
            <a:ext cx="127013" cy="168136"/>
          </a:xfrm>
          <a:custGeom xmlns:a="http://schemas.openxmlformats.org/drawingml/2006/main">
            <a:pathLst>
              <a:path w="127013" h="168136">
                <a:moveTo>
                  <a:pt x="39942" y="155125"/>
                </a:moveTo>
                <a:lnTo>
                  <a:pt x="119370" y="36666"/>
                </a:lnTo>
                <a:cubicBezTo>
                  <a:pt x="127013" y="25384"/>
                  <a:pt x="125375" y="15831"/>
                  <a:pt x="114548" y="7916"/>
                </a:cubicBezTo>
                <a:cubicBezTo>
                  <a:pt x="103721" y="0"/>
                  <a:pt x="94532" y="1728"/>
                  <a:pt x="86980" y="13010"/>
                </a:cubicBezTo>
                <a:lnTo>
                  <a:pt x="7552" y="131470"/>
                </a:lnTo>
                <a:cubicBezTo>
                  <a:pt x="0" y="142752"/>
                  <a:pt x="1548" y="152305"/>
                  <a:pt x="12374" y="160221"/>
                </a:cubicBezTo>
                <a:cubicBezTo>
                  <a:pt x="23201" y="168136"/>
                  <a:pt x="32390" y="166407"/>
                  <a:pt x="39942" y="155125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104" name="pdf-path-200">
            <a:extLst xmlns:a="http://schemas.openxmlformats.org/drawingml/2006/main">
              <a:ext uri="{FF2B5EF4-FFF2-40B4-BE49-F238E27FC236}">
                <a16:creationId xmlns:a16="http://schemas.microsoft.com/office/drawing/2014/main" id="{28A53812-E99E-482D-9596-CCAA2DD52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769" y="1773047"/>
            <a:ext cx="133199" cy="183694"/>
          </a:xfrm>
          <a:custGeom xmlns:a="http://schemas.openxmlformats.org/drawingml/2006/main">
            <a:pathLst>
              <a:path w="133199" h="183694">
                <a:moveTo>
                  <a:pt x="32389" y="173140"/>
                </a:moveTo>
                <a:lnTo>
                  <a:pt x="127194" y="29296"/>
                </a:lnTo>
                <a:cubicBezTo>
                  <a:pt x="133199" y="20107"/>
                  <a:pt x="131743" y="12465"/>
                  <a:pt x="123008" y="6187"/>
                </a:cubicBezTo>
                <a:cubicBezTo>
                  <a:pt x="114183" y="0"/>
                  <a:pt x="106723" y="1365"/>
                  <a:pt x="100718" y="10553"/>
                </a:cubicBezTo>
                <a:lnTo>
                  <a:pt x="6005" y="154397"/>
                </a:lnTo>
                <a:cubicBezTo>
                  <a:pt x="0" y="163587"/>
                  <a:pt x="1365" y="171229"/>
                  <a:pt x="10190" y="177508"/>
                </a:cubicBezTo>
                <a:cubicBezTo>
                  <a:pt x="19016" y="183694"/>
                  <a:pt x="26384" y="182238"/>
                  <a:pt x="32389" y="173140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105" name="pdf-path-202">
            <a:extLst xmlns:a="http://schemas.openxmlformats.org/drawingml/2006/main">
              <a:ext uri="{FF2B5EF4-FFF2-40B4-BE49-F238E27FC236}">
                <a16:creationId xmlns:a16="http://schemas.microsoft.com/office/drawing/2014/main" id="{2053DAA8-C616-4508-B4E2-4595586E0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941" y="1946824"/>
            <a:ext cx="58047" cy="87708"/>
          </a:xfrm>
          <a:custGeom xmlns:a="http://schemas.openxmlformats.org/drawingml/2006/main">
            <a:pathLst>
              <a:path w="58047" h="87708">
                <a:moveTo>
                  <a:pt x="55318" y="56046"/>
                </a:moveTo>
                <a:lnTo>
                  <a:pt x="49950" y="23201"/>
                </a:lnTo>
                <a:cubicBezTo>
                  <a:pt x="47220" y="6824"/>
                  <a:pt x="37940" y="0"/>
                  <a:pt x="22291" y="2821"/>
                </a:cubicBezTo>
                <a:cubicBezTo>
                  <a:pt x="6552" y="5733"/>
                  <a:pt x="0" y="15285"/>
                  <a:pt x="2729" y="31754"/>
                </a:cubicBezTo>
                <a:lnTo>
                  <a:pt x="8189" y="64507"/>
                </a:lnTo>
                <a:cubicBezTo>
                  <a:pt x="10918" y="80975"/>
                  <a:pt x="20107" y="87708"/>
                  <a:pt x="35848" y="84888"/>
                </a:cubicBezTo>
                <a:cubicBezTo>
                  <a:pt x="51587" y="82067"/>
                  <a:pt x="58047" y="72423"/>
                  <a:pt x="55318" y="56046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106" name="pdf-path-204">
            <a:extLst xmlns:a="http://schemas.openxmlformats.org/drawingml/2006/main">
              <a:ext uri="{FF2B5EF4-FFF2-40B4-BE49-F238E27FC236}">
                <a16:creationId xmlns:a16="http://schemas.microsoft.com/office/drawing/2014/main" id="{03A250B7-77F7-426F-AD9A-822055428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714" y="1623198"/>
            <a:ext cx="87162" cy="185605"/>
          </a:xfrm>
          <a:custGeom xmlns:a="http://schemas.openxmlformats.org/drawingml/2006/main">
            <a:pathLst>
              <a:path w="87162" h="185605">
                <a:moveTo>
                  <a:pt x="42307" y="167863"/>
                </a:moveTo>
                <a:lnTo>
                  <a:pt x="83249" y="29751"/>
                </a:lnTo>
                <a:cubicBezTo>
                  <a:pt x="87162" y="16650"/>
                  <a:pt x="82703" y="8098"/>
                  <a:pt x="69875" y="4094"/>
                </a:cubicBezTo>
                <a:cubicBezTo>
                  <a:pt x="57138" y="0"/>
                  <a:pt x="48767" y="4640"/>
                  <a:pt x="44854" y="17742"/>
                </a:cubicBezTo>
                <a:lnTo>
                  <a:pt x="3912" y="155854"/>
                </a:lnTo>
                <a:cubicBezTo>
                  <a:pt x="0" y="168955"/>
                  <a:pt x="4458" y="177599"/>
                  <a:pt x="17287" y="181601"/>
                </a:cubicBezTo>
                <a:cubicBezTo>
                  <a:pt x="30024" y="185605"/>
                  <a:pt x="38394" y="180965"/>
                  <a:pt x="42307" y="167863"/>
                </a:cubicBezTo>
              </a:path>
            </a:pathLst>
          </a:custGeom>
          <a:solidFill xmlns:a="http://schemas.openxmlformats.org/drawingml/2006/main">
            <a:srgbClr val="B24D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107" name="pdf-path-206">
            <a:extLst xmlns:a="http://schemas.openxmlformats.org/drawingml/2006/main">
              <a:ext uri="{FF2B5EF4-FFF2-40B4-BE49-F238E27FC236}">
                <a16:creationId xmlns:a16="http://schemas.microsoft.com/office/drawing/2014/main" id="{5EFDAC5F-F412-4EC8-AF22-317CBF022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853" y="1801797"/>
            <a:ext cx="83249" cy="204894"/>
          </a:xfrm>
          <a:custGeom xmlns:a="http://schemas.openxmlformats.org/drawingml/2006/main">
            <a:pathLst>
              <a:path w="83249" h="204894">
                <a:moveTo>
                  <a:pt x="33573" y="190518"/>
                </a:moveTo>
                <a:lnTo>
                  <a:pt x="80338" y="23565"/>
                </a:lnTo>
                <a:cubicBezTo>
                  <a:pt x="83249" y="13011"/>
                  <a:pt x="79701" y="6187"/>
                  <a:pt x="69511" y="3094"/>
                </a:cubicBezTo>
                <a:cubicBezTo>
                  <a:pt x="59321" y="0"/>
                  <a:pt x="52679" y="3731"/>
                  <a:pt x="49768" y="14376"/>
                </a:cubicBezTo>
                <a:lnTo>
                  <a:pt x="3002" y="181328"/>
                </a:lnTo>
                <a:cubicBezTo>
                  <a:pt x="0" y="191883"/>
                  <a:pt x="3639" y="198706"/>
                  <a:pt x="13830" y="201800"/>
                </a:cubicBezTo>
                <a:cubicBezTo>
                  <a:pt x="24019" y="204894"/>
                  <a:pt x="30570" y="201163"/>
                  <a:pt x="33573" y="190518"/>
                </a:cubicBezTo>
              </a:path>
            </a:pathLst>
          </a:custGeom>
          <a:solidFill xmlns:a="http://schemas.openxmlformats.org/drawingml/2006/main">
            <a:srgbClr val="B24D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108" name="pdf-path-208">
            <a:extLst xmlns:a="http://schemas.openxmlformats.org/drawingml/2006/main">
              <a:ext uri="{FF2B5EF4-FFF2-40B4-BE49-F238E27FC236}">
                <a16:creationId xmlns:a16="http://schemas.microsoft.com/office/drawing/2014/main" id="{63202017-F0AD-45DD-888F-DA67DF8D3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032" y="1995500"/>
            <a:ext cx="72241" cy="88799"/>
          </a:xfrm>
          <a:custGeom xmlns:a="http://schemas.openxmlformats.org/drawingml/2006/main">
            <a:pathLst>
              <a:path w="72241" h="88799">
                <a:moveTo>
                  <a:pt x="64779" y="47493"/>
                </a:moveTo>
                <a:lnTo>
                  <a:pt x="49950" y="18197"/>
                </a:lnTo>
                <a:cubicBezTo>
                  <a:pt x="42489" y="3548"/>
                  <a:pt x="31753" y="0"/>
                  <a:pt x="17559" y="7733"/>
                </a:cubicBezTo>
                <a:cubicBezTo>
                  <a:pt x="3366" y="15466"/>
                  <a:pt x="0" y="26658"/>
                  <a:pt x="7460" y="41306"/>
                </a:cubicBezTo>
                <a:lnTo>
                  <a:pt x="22382" y="70602"/>
                </a:lnTo>
                <a:cubicBezTo>
                  <a:pt x="29751" y="85341"/>
                  <a:pt x="40579" y="88799"/>
                  <a:pt x="54772" y="81066"/>
                </a:cubicBezTo>
                <a:cubicBezTo>
                  <a:pt x="68874" y="73423"/>
                  <a:pt x="72241" y="62232"/>
                  <a:pt x="64779" y="47493"/>
                </a:cubicBezTo>
              </a:path>
            </a:pathLst>
          </a:custGeom>
          <a:solidFill xmlns:a="http://schemas.openxmlformats.org/drawingml/2006/main">
            <a:srgbClr val="B24D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109" name="pdf-path-210">
            <a:extLst xmlns:a="http://schemas.openxmlformats.org/drawingml/2006/main">
              <a:ext uri="{FF2B5EF4-FFF2-40B4-BE49-F238E27FC236}">
                <a16:creationId xmlns:a16="http://schemas.microsoft.com/office/drawing/2014/main" id="{2CC71D55-1CDE-4FF9-9A2A-2C6C2B78C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7414" y="1593902"/>
            <a:ext cx="77608" cy="166589"/>
          </a:xfrm>
          <a:custGeom xmlns:a="http://schemas.openxmlformats.org/drawingml/2006/main">
            <a:pathLst>
              <a:path w="77608" h="166589">
                <a:moveTo>
                  <a:pt x="42125" y="148575"/>
                </a:moveTo>
                <a:lnTo>
                  <a:pt x="74060" y="29023"/>
                </a:lnTo>
                <a:cubicBezTo>
                  <a:pt x="77608" y="15831"/>
                  <a:pt x="72968" y="7278"/>
                  <a:pt x="60048" y="3639"/>
                </a:cubicBezTo>
                <a:cubicBezTo>
                  <a:pt x="47220" y="0"/>
                  <a:pt x="39031" y="4822"/>
                  <a:pt x="35483" y="18105"/>
                </a:cubicBezTo>
                <a:lnTo>
                  <a:pt x="3548" y="137566"/>
                </a:lnTo>
                <a:cubicBezTo>
                  <a:pt x="0" y="150849"/>
                  <a:pt x="4640" y="159311"/>
                  <a:pt x="17468" y="162949"/>
                </a:cubicBezTo>
                <a:cubicBezTo>
                  <a:pt x="30388" y="166589"/>
                  <a:pt x="38576" y="161858"/>
                  <a:pt x="42125" y="148575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110" name="pdf-path-212">
            <a:extLst xmlns:a="http://schemas.openxmlformats.org/drawingml/2006/main">
              <a:ext uri="{FF2B5EF4-FFF2-40B4-BE49-F238E27FC236}">
                <a16:creationId xmlns:a16="http://schemas.microsoft.com/office/drawing/2014/main" id="{3E57B331-4423-4F3B-9FB1-86890463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239" y="1748482"/>
            <a:ext cx="132926" cy="163860"/>
          </a:xfrm>
          <a:custGeom xmlns:a="http://schemas.openxmlformats.org/drawingml/2006/main">
            <a:pathLst>
              <a:path w="132926" h="163860">
                <a:moveTo>
                  <a:pt x="39578" y="151759"/>
                </a:moveTo>
                <a:lnTo>
                  <a:pt x="124829" y="37394"/>
                </a:lnTo>
                <a:cubicBezTo>
                  <a:pt x="132926" y="26567"/>
                  <a:pt x="131743" y="16831"/>
                  <a:pt x="121280" y="8461"/>
                </a:cubicBezTo>
                <a:cubicBezTo>
                  <a:pt x="110726" y="0"/>
                  <a:pt x="101446" y="1274"/>
                  <a:pt x="93348" y="12101"/>
                </a:cubicBezTo>
                <a:lnTo>
                  <a:pt x="8098" y="126467"/>
                </a:lnTo>
                <a:cubicBezTo>
                  <a:pt x="0" y="137384"/>
                  <a:pt x="1182" y="147028"/>
                  <a:pt x="11646" y="155489"/>
                </a:cubicBezTo>
                <a:cubicBezTo>
                  <a:pt x="22109" y="163860"/>
                  <a:pt x="31480" y="162677"/>
                  <a:pt x="39578" y="151759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111" name="pdf-path-214">
            <a:extLst xmlns:a="http://schemas.openxmlformats.org/drawingml/2006/main">
              <a:ext uri="{FF2B5EF4-FFF2-40B4-BE49-F238E27FC236}">
                <a16:creationId xmlns:a16="http://schemas.microsoft.com/office/drawing/2014/main" id="{87257D2E-6ACD-4965-B360-0C2C9ADCC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4779" y="1897512"/>
            <a:ext cx="139931" cy="177780"/>
          </a:xfrm>
          <a:custGeom xmlns:a="http://schemas.openxmlformats.org/drawingml/2006/main">
            <a:pathLst>
              <a:path w="139931" h="177780">
                <a:moveTo>
                  <a:pt x="31754" y="167954"/>
                </a:moveTo>
                <a:lnTo>
                  <a:pt x="133472" y="29933"/>
                </a:lnTo>
                <a:cubicBezTo>
                  <a:pt x="139931" y="21199"/>
                  <a:pt x="138931" y="13465"/>
                  <a:pt x="130469" y="6733"/>
                </a:cubicBezTo>
                <a:cubicBezTo>
                  <a:pt x="122008" y="0"/>
                  <a:pt x="114638" y="1092"/>
                  <a:pt x="108178" y="9826"/>
                </a:cubicBezTo>
                <a:lnTo>
                  <a:pt x="6460" y="147847"/>
                </a:lnTo>
                <a:cubicBezTo>
                  <a:pt x="0" y="156672"/>
                  <a:pt x="1001" y="164406"/>
                  <a:pt x="9463" y="171048"/>
                </a:cubicBezTo>
                <a:cubicBezTo>
                  <a:pt x="17832" y="177780"/>
                  <a:pt x="25294" y="176780"/>
                  <a:pt x="31754" y="167954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112" name="pdf-path-216">
            <a:extLst xmlns:a="http://schemas.openxmlformats.org/drawingml/2006/main">
              <a:ext uri="{FF2B5EF4-FFF2-40B4-BE49-F238E27FC236}">
                <a16:creationId xmlns:a16="http://schemas.microsoft.com/office/drawing/2014/main" id="{3EB02649-CAD5-440E-B378-DF7846792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2869" y="2056095"/>
            <a:ext cx="80793" cy="80975"/>
          </a:xfrm>
          <a:custGeom xmlns:a="http://schemas.openxmlformats.org/drawingml/2006/main">
            <a:pathLst>
              <a:path w="80793" h="80975">
                <a:moveTo>
                  <a:pt x="68418" y="33481"/>
                </a:moveTo>
                <a:lnTo>
                  <a:pt x="44854" y="11191"/>
                </a:lnTo>
                <a:cubicBezTo>
                  <a:pt x="33027" y="0"/>
                  <a:pt x="21654" y="546"/>
                  <a:pt x="10827" y="12738"/>
                </a:cubicBezTo>
                <a:cubicBezTo>
                  <a:pt x="0" y="24838"/>
                  <a:pt x="546" y="36484"/>
                  <a:pt x="12373" y="47584"/>
                </a:cubicBezTo>
                <a:lnTo>
                  <a:pt x="35939" y="69875"/>
                </a:lnTo>
                <a:cubicBezTo>
                  <a:pt x="47766" y="80975"/>
                  <a:pt x="59139" y="80520"/>
                  <a:pt x="69965" y="68328"/>
                </a:cubicBezTo>
                <a:cubicBezTo>
                  <a:pt x="80793" y="56227"/>
                  <a:pt x="80247" y="44581"/>
                  <a:pt x="68418" y="33481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113" name="pdf-path-218">
            <a:extLst xmlns:a="http://schemas.openxmlformats.org/drawingml/2006/main">
              <a:ext uri="{FF2B5EF4-FFF2-40B4-BE49-F238E27FC236}">
                <a16:creationId xmlns:a16="http://schemas.microsoft.com/office/drawing/2014/main" id="{5611B8E0-9FC4-4A98-A335-07463CDA3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5016" y="1754577"/>
            <a:ext cx="77700" cy="186333"/>
          </a:xfrm>
          <a:custGeom xmlns:a="http://schemas.openxmlformats.org/drawingml/2006/main">
            <a:pathLst>
              <a:path w="77700" h="186333">
                <a:moveTo>
                  <a:pt x="42035" y="167863"/>
                </a:moveTo>
                <a:lnTo>
                  <a:pt x="74606" y="27932"/>
                </a:lnTo>
                <a:cubicBezTo>
                  <a:pt x="77700" y="14649"/>
                  <a:pt x="72696" y="6369"/>
                  <a:pt x="59776" y="3185"/>
                </a:cubicBezTo>
                <a:cubicBezTo>
                  <a:pt x="46765" y="0"/>
                  <a:pt x="38668" y="5095"/>
                  <a:pt x="35575" y="18379"/>
                </a:cubicBezTo>
                <a:lnTo>
                  <a:pt x="3094" y="158402"/>
                </a:lnTo>
                <a:cubicBezTo>
                  <a:pt x="0" y="171685"/>
                  <a:pt x="4913" y="179965"/>
                  <a:pt x="17924" y="183148"/>
                </a:cubicBezTo>
                <a:cubicBezTo>
                  <a:pt x="30935" y="186333"/>
                  <a:pt x="38941" y="181238"/>
                  <a:pt x="42035" y="167863"/>
                </a:cubicBezTo>
              </a:path>
            </a:pathLst>
          </a:custGeom>
          <a:solidFill xmlns:a="http://schemas.openxmlformats.org/drawingml/2006/main">
            <a:srgbClr val="B24D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114" name="pdf-path-220">
            <a:extLst xmlns:a="http://schemas.openxmlformats.org/drawingml/2006/main">
              <a:ext uri="{FF2B5EF4-FFF2-40B4-BE49-F238E27FC236}">
                <a16:creationId xmlns:a16="http://schemas.microsoft.com/office/drawing/2014/main" id="{AA433B99-5A81-462F-81E8-6ACE88F99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7349" y="1935360"/>
            <a:ext cx="70876" cy="207532"/>
          </a:xfrm>
          <a:custGeom xmlns:a="http://schemas.openxmlformats.org/drawingml/2006/main">
            <a:pathLst>
              <a:path w="70876" h="207532">
                <a:moveTo>
                  <a:pt x="33846" y="192430"/>
                </a:moveTo>
                <a:lnTo>
                  <a:pt x="68602" y="21927"/>
                </a:lnTo>
                <a:cubicBezTo>
                  <a:pt x="70876" y="11100"/>
                  <a:pt x="66690" y="4549"/>
                  <a:pt x="56137" y="2275"/>
                </a:cubicBezTo>
                <a:cubicBezTo>
                  <a:pt x="45583" y="0"/>
                  <a:pt x="39214" y="4276"/>
                  <a:pt x="37030" y="15104"/>
                </a:cubicBezTo>
                <a:lnTo>
                  <a:pt x="2275" y="185606"/>
                </a:lnTo>
                <a:cubicBezTo>
                  <a:pt x="0" y="196432"/>
                  <a:pt x="4185" y="202983"/>
                  <a:pt x="14739" y="205257"/>
                </a:cubicBezTo>
                <a:cubicBezTo>
                  <a:pt x="25202" y="207532"/>
                  <a:pt x="31571" y="203256"/>
                  <a:pt x="33846" y="192430"/>
                </a:cubicBezTo>
              </a:path>
            </a:pathLst>
          </a:custGeom>
          <a:solidFill xmlns:a="http://schemas.openxmlformats.org/drawingml/2006/main">
            <a:srgbClr val="B24D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115" name="pdf-path-222">
            <a:extLst xmlns:a="http://schemas.openxmlformats.org/drawingml/2006/main">
              <a:ext uri="{FF2B5EF4-FFF2-40B4-BE49-F238E27FC236}">
                <a16:creationId xmlns:a16="http://schemas.microsoft.com/office/drawing/2014/main" id="{CC7F492F-6C34-43FB-8690-3BC804B7A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632" y="2117962"/>
            <a:ext cx="84068" cy="62233"/>
          </a:xfrm>
          <a:custGeom xmlns:a="http://schemas.openxmlformats.org/drawingml/2006/main">
            <a:pathLst>
              <a:path w="84068" h="62233">
                <a:moveTo>
                  <a:pt x="62415" y="10191"/>
                </a:moveTo>
                <a:lnTo>
                  <a:pt x="31389" y="3367"/>
                </a:lnTo>
                <a:cubicBezTo>
                  <a:pt x="15923" y="0"/>
                  <a:pt x="6552" y="6369"/>
                  <a:pt x="3275" y="22564"/>
                </a:cubicBezTo>
                <a:cubicBezTo>
                  <a:pt x="0" y="38760"/>
                  <a:pt x="6096" y="48586"/>
                  <a:pt x="21654" y="51952"/>
                </a:cubicBezTo>
                <a:lnTo>
                  <a:pt x="52679" y="58775"/>
                </a:lnTo>
                <a:cubicBezTo>
                  <a:pt x="68146" y="62233"/>
                  <a:pt x="77517" y="55773"/>
                  <a:pt x="80793" y="39578"/>
                </a:cubicBezTo>
                <a:cubicBezTo>
                  <a:pt x="84068" y="23383"/>
                  <a:pt x="77973" y="13557"/>
                  <a:pt x="62415" y="10191"/>
                </a:cubicBezTo>
              </a:path>
            </a:pathLst>
          </a:custGeom>
          <a:solidFill xmlns:a="http://schemas.openxmlformats.org/drawingml/2006/main">
            <a:srgbClr val="B24D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116" name="pdf-path-224">
            <a:extLst xmlns:a="http://schemas.openxmlformats.org/drawingml/2006/main">
              <a:ext uri="{FF2B5EF4-FFF2-40B4-BE49-F238E27FC236}">
                <a16:creationId xmlns:a16="http://schemas.microsoft.com/office/drawing/2014/main" id="{E2784626-E091-4279-938C-36EEE93C4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9172" y="1463706"/>
            <a:ext cx="84614" cy="165315"/>
          </a:xfrm>
          <a:custGeom xmlns:a="http://schemas.openxmlformats.org/drawingml/2006/main">
            <a:pathLst>
              <a:path w="84614" h="165315">
                <a:moveTo>
                  <a:pt x="41942" y="148029"/>
                </a:moveTo>
                <a:lnTo>
                  <a:pt x="80338" y="30661"/>
                </a:lnTo>
                <a:cubicBezTo>
                  <a:pt x="84614" y="17559"/>
                  <a:pt x="80428" y="8825"/>
                  <a:pt x="67873" y="4458"/>
                </a:cubicBezTo>
                <a:cubicBezTo>
                  <a:pt x="55317" y="0"/>
                  <a:pt x="46856" y="4276"/>
                  <a:pt x="42580" y="17377"/>
                </a:cubicBezTo>
                <a:lnTo>
                  <a:pt x="4276" y="134745"/>
                </a:lnTo>
                <a:cubicBezTo>
                  <a:pt x="0" y="147756"/>
                  <a:pt x="4093" y="156490"/>
                  <a:pt x="16649" y="160949"/>
                </a:cubicBezTo>
                <a:cubicBezTo>
                  <a:pt x="29296" y="165315"/>
                  <a:pt x="37666" y="161040"/>
                  <a:pt x="41942" y="148029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117" name="pdf-path-226">
            <a:extLst xmlns:a="http://schemas.openxmlformats.org/drawingml/2006/main">
              <a:ext uri="{FF2B5EF4-FFF2-40B4-BE49-F238E27FC236}">
                <a16:creationId xmlns:a16="http://schemas.microsoft.com/office/drawing/2014/main" id="{4A315C3E-2E69-4CB3-99DC-375D5B10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2730" y="1616283"/>
            <a:ext cx="126102" cy="170047"/>
          </a:xfrm>
          <a:custGeom xmlns:a="http://schemas.openxmlformats.org/drawingml/2006/main">
            <a:pathLst>
              <a:path w="126102" h="170047">
                <a:moveTo>
                  <a:pt x="40579" y="156673"/>
                </a:moveTo>
                <a:lnTo>
                  <a:pt x="118733" y="36394"/>
                </a:lnTo>
                <a:cubicBezTo>
                  <a:pt x="126102" y="25021"/>
                  <a:pt x="124283" y="15377"/>
                  <a:pt x="113274" y="7643"/>
                </a:cubicBezTo>
                <a:cubicBezTo>
                  <a:pt x="102265" y="0"/>
                  <a:pt x="92985" y="1820"/>
                  <a:pt x="85615" y="13284"/>
                </a:cubicBezTo>
                <a:lnTo>
                  <a:pt x="7461" y="133563"/>
                </a:lnTo>
                <a:cubicBezTo>
                  <a:pt x="0" y="145027"/>
                  <a:pt x="1820" y="154580"/>
                  <a:pt x="12919" y="162314"/>
                </a:cubicBezTo>
                <a:cubicBezTo>
                  <a:pt x="23929" y="170047"/>
                  <a:pt x="33118" y="168137"/>
                  <a:pt x="40579" y="156673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118" name="pdf-path-228">
            <a:extLst xmlns:a="http://schemas.openxmlformats.org/drawingml/2006/main">
              <a:ext uri="{FF2B5EF4-FFF2-40B4-BE49-F238E27FC236}">
                <a16:creationId xmlns:a16="http://schemas.microsoft.com/office/drawing/2014/main" id="{08EFDA52-C509-426A-A805-F1FE54E05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279" y="1771865"/>
            <a:ext cx="130015" cy="185514"/>
          </a:xfrm>
          <a:custGeom xmlns:a="http://schemas.openxmlformats.org/drawingml/2006/main">
            <a:pathLst>
              <a:path w="130015" h="185514">
                <a:moveTo>
                  <a:pt x="32390" y="174687"/>
                </a:moveTo>
                <a:lnTo>
                  <a:pt x="124192" y="29115"/>
                </a:lnTo>
                <a:cubicBezTo>
                  <a:pt x="130015" y="19834"/>
                  <a:pt x="128468" y="12191"/>
                  <a:pt x="119643" y="6096"/>
                </a:cubicBezTo>
                <a:cubicBezTo>
                  <a:pt x="110817" y="0"/>
                  <a:pt x="103447" y="1638"/>
                  <a:pt x="97625" y="10826"/>
                </a:cubicBezTo>
                <a:lnTo>
                  <a:pt x="5823" y="156490"/>
                </a:lnTo>
                <a:cubicBezTo>
                  <a:pt x="0" y="165679"/>
                  <a:pt x="1456" y="173322"/>
                  <a:pt x="10373" y="179418"/>
                </a:cubicBezTo>
                <a:cubicBezTo>
                  <a:pt x="19198" y="185514"/>
                  <a:pt x="26568" y="183966"/>
                  <a:pt x="32390" y="174687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119" name="pdf-path-230">
            <a:extLst xmlns:a="http://schemas.openxmlformats.org/drawingml/2006/main">
              <a:ext uri="{FF2B5EF4-FFF2-40B4-BE49-F238E27FC236}">
                <a16:creationId xmlns:a16="http://schemas.microsoft.com/office/drawing/2014/main" id="{8FBA65B5-F4CA-4770-8AE2-6AD072C5A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4361" y="1947734"/>
            <a:ext cx="57957" cy="88072"/>
          </a:xfrm>
          <a:custGeom xmlns:a="http://schemas.openxmlformats.org/drawingml/2006/main">
            <a:pathLst>
              <a:path w="57957" h="88072">
                <a:moveTo>
                  <a:pt x="55046" y="55681"/>
                </a:moveTo>
                <a:lnTo>
                  <a:pt x="49132" y="23018"/>
                </a:lnTo>
                <a:cubicBezTo>
                  <a:pt x="46128" y="6641"/>
                  <a:pt x="36940" y="0"/>
                  <a:pt x="21563" y="3185"/>
                </a:cubicBezTo>
                <a:cubicBezTo>
                  <a:pt x="6278" y="6369"/>
                  <a:pt x="0" y="16104"/>
                  <a:pt x="3003" y="32390"/>
                </a:cubicBezTo>
                <a:lnTo>
                  <a:pt x="8917" y="65144"/>
                </a:lnTo>
                <a:cubicBezTo>
                  <a:pt x="11919" y="81520"/>
                  <a:pt x="21017" y="88072"/>
                  <a:pt x="36394" y="84978"/>
                </a:cubicBezTo>
                <a:cubicBezTo>
                  <a:pt x="51770" y="81794"/>
                  <a:pt x="57957" y="72058"/>
                  <a:pt x="55046" y="55681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120" name="pdf-path-232">
            <a:extLst xmlns:a="http://schemas.openxmlformats.org/drawingml/2006/main">
              <a:ext uri="{FF2B5EF4-FFF2-40B4-BE49-F238E27FC236}">
                <a16:creationId xmlns:a16="http://schemas.microsoft.com/office/drawing/2014/main" id="{9B614384-B19E-427D-B392-434AF9BF3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3491" y="1619923"/>
            <a:ext cx="88799" cy="184968"/>
          </a:xfrm>
          <a:custGeom xmlns:a="http://schemas.openxmlformats.org/drawingml/2006/main">
            <a:pathLst>
              <a:path w="88799" h="184968">
                <a:moveTo>
                  <a:pt x="41760" y="167409"/>
                </a:moveTo>
                <a:lnTo>
                  <a:pt x="84795" y="30207"/>
                </a:lnTo>
                <a:cubicBezTo>
                  <a:pt x="88799" y="17105"/>
                  <a:pt x="84614" y="8461"/>
                  <a:pt x="72058" y="4186"/>
                </a:cubicBezTo>
                <a:cubicBezTo>
                  <a:pt x="59503" y="0"/>
                  <a:pt x="51132" y="4367"/>
                  <a:pt x="47038" y="17469"/>
                </a:cubicBezTo>
                <a:lnTo>
                  <a:pt x="4093" y="154671"/>
                </a:lnTo>
                <a:cubicBezTo>
                  <a:pt x="0" y="167773"/>
                  <a:pt x="4276" y="176415"/>
                  <a:pt x="16831" y="180692"/>
                </a:cubicBezTo>
                <a:cubicBezTo>
                  <a:pt x="29387" y="184968"/>
                  <a:pt x="37666" y="180510"/>
                  <a:pt x="41760" y="167409"/>
                </a:cubicBezTo>
              </a:path>
            </a:pathLst>
          </a:custGeom>
          <a:solidFill xmlns:a="http://schemas.openxmlformats.org/drawingml/2006/main">
            <a:srgbClr val="B24D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121" name="pdf-path-234">
            <a:extLst xmlns:a="http://schemas.openxmlformats.org/drawingml/2006/main">
              <a:ext uri="{FF2B5EF4-FFF2-40B4-BE49-F238E27FC236}">
                <a16:creationId xmlns:a16="http://schemas.microsoft.com/office/drawing/2014/main" id="{8182947A-CF77-4947-85D2-1B6658F0D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7262" y="1797339"/>
            <a:ext cx="86253" cy="204165"/>
          </a:xfrm>
          <a:custGeom xmlns:a="http://schemas.openxmlformats.org/drawingml/2006/main">
            <a:pathLst>
              <a:path w="86253" h="204165">
                <a:moveTo>
                  <a:pt x="33391" y="189972"/>
                </a:moveTo>
                <a:lnTo>
                  <a:pt x="83068" y="24019"/>
                </a:lnTo>
                <a:cubicBezTo>
                  <a:pt x="86253" y="13465"/>
                  <a:pt x="82795" y="6551"/>
                  <a:pt x="72696" y="3275"/>
                </a:cubicBezTo>
                <a:cubicBezTo>
                  <a:pt x="62597" y="0"/>
                  <a:pt x="55955" y="3640"/>
                  <a:pt x="52861" y="14193"/>
                </a:cubicBezTo>
                <a:lnTo>
                  <a:pt x="3185" y="180146"/>
                </a:lnTo>
                <a:cubicBezTo>
                  <a:pt x="0" y="190700"/>
                  <a:pt x="3458" y="197615"/>
                  <a:pt x="13558" y="200890"/>
                </a:cubicBezTo>
                <a:cubicBezTo>
                  <a:pt x="23656" y="204165"/>
                  <a:pt x="30297" y="200526"/>
                  <a:pt x="33391" y="189972"/>
                </a:cubicBezTo>
              </a:path>
            </a:pathLst>
          </a:custGeom>
          <a:solidFill xmlns:a="http://schemas.openxmlformats.org/drawingml/2006/main">
            <a:srgbClr val="B24D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122" name="pdf-path-236">
            <a:extLst xmlns:a="http://schemas.openxmlformats.org/drawingml/2006/main">
              <a:ext uri="{FF2B5EF4-FFF2-40B4-BE49-F238E27FC236}">
                <a16:creationId xmlns:a16="http://schemas.microsoft.com/office/drawing/2014/main" id="{E712CD24-29B6-4BEB-AD79-79DA5489D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2531" y="1991224"/>
            <a:ext cx="71422" cy="87799"/>
          </a:xfrm>
          <a:custGeom xmlns:a="http://schemas.openxmlformats.org/drawingml/2006/main">
            <a:pathLst>
              <a:path w="71422" h="87799">
                <a:moveTo>
                  <a:pt x="64234" y="47584"/>
                </a:moveTo>
                <a:lnTo>
                  <a:pt x="50041" y="18288"/>
                </a:lnTo>
                <a:cubicBezTo>
                  <a:pt x="42944" y="3640"/>
                  <a:pt x="32208" y="0"/>
                  <a:pt x="17924" y="7187"/>
                </a:cubicBezTo>
                <a:cubicBezTo>
                  <a:pt x="3548" y="14466"/>
                  <a:pt x="0" y="25475"/>
                  <a:pt x="7097" y="40123"/>
                </a:cubicBezTo>
                <a:lnTo>
                  <a:pt x="21290" y="69420"/>
                </a:lnTo>
                <a:cubicBezTo>
                  <a:pt x="28387" y="84068"/>
                  <a:pt x="39123" y="87799"/>
                  <a:pt x="53407" y="80520"/>
                </a:cubicBezTo>
                <a:cubicBezTo>
                  <a:pt x="67783" y="73241"/>
                  <a:pt x="71422" y="62232"/>
                  <a:pt x="64234" y="47584"/>
                </a:cubicBezTo>
              </a:path>
            </a:pathLst>
          </a:custGeom>
          <a:solidFill xmlns:a="http://schemas.openxmlformats.org/drawingml/2006/main">
            <a:srgbClr val="B24D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123" name="pdf-path-238">
            <a:extLst xmlns:a="http://schemas.openxmlformats.org/drawingml/2006/main">
              <a:ext uri="{FF2B5EF4-FFF2-40B4-BE49-F238E27FC236}">
                <a16:creationId xmlns:a16="http://schemas.microsoft.com/office/drawing/2014/main" id="{9CD33DB4-1A1A-441D-B6C7-20B116E64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8473" y="1593083"/>
            <a:ext cx="70238" cy="166680"/>
          </a:xfrm>
          <a:custGeom xmlns:a="http://schemas.openxmlformats.org/drawingml/2006/main">
            <a:pathLst>
              <a:path w="70238" h="166680">
                <a:moveTo>
                  <a:pt x="41578" y="148119"/>
                </a:moveTo>
                <a:lnTo>
                  <a:pt x="67327" y="27568"/>
                </a:lnTo>
                <a:cubicBezTo>
                  <a:pt x="70238" y="14102"/>
                  <a:pt x="65143" y="5913"/>
                  <a:pt x="52224" y="3002"/>
                </a:cubicBezTo>
                <a:cubicBezTo>
                  <a:pt x="39304" y="0"/>
                  <a:pt x="31388" y="5277"/>
                  <a:pt x="28568" y="18651"/>
                </a:cubicBezTo>
                <a:lnTo>
                  <a:pt x="2820" y="139203"/>
                </a:lnTo>
                <a:cubicBezTo>
                  <a:pt x="0" y="152578"/>
                  <a:pt x="5004" y="160766"/>
                  <a:pt x="17923" y="163768"/>
                </a:cubicBezTo>
                <a:cubicBezTo>
                  <a:pt x="30842" y="166680"/>
                  <a:pt x="38758" y="161494"/>
                  <a:pt x="41578" y="148119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124" name="pdf-path-240">
            <a:extLst xmlns:a="http://schemas.openxmlformats.org/drawingml/2006/main">
              <a:ext uri="{FF2B5EF4-FFF2-40B4-BE49-F238E27FC236}">
                <a16:creationId xmlns:a16="http://schemas.microsoft.com/office/drawing/2014/main" id="{E9D1911E-442B-4CE5-8EE8-B90E7D89A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9194" y="1746753"/>
            <a:ext cx="146846" cy="151213"/>
          </a:xfrm>
          <a:custGeom xmlns:a="http://schemas.openxmlformats.org/drawingml/2006/main">
            <a:pathLst>
              <a:path w="146846" h="151213">
                <a:moveTo>
                  <a:pt x="37667" y="141478"/>
                </a:moveTo>
                <a:lnTo>
                  <a:pt x="137294" y="39305"/>
                </a:lnTo>
                <a:cubicBezTo>
                  <a:pt x="146756" y="29569"/>
                  <a:pt x="146846" y="19743"/>
                  <a:pt x="137475" y="9917"/>
                </a:cubicBezTo>
                <a:cubicBezTo>
                  <a:pt x="128104" y="91"/>
                  <a:pt x="118642" y="0"/>
                  <a:pt x="109179" y="9735"/>
                </a:cubicBezTo>
                <a:lnTo>
                  <a:pt x="9554" y="111908"/>
                </a:lnTo>
                <a:cubicBezTo>
                  <a:pt x="0" y="121643"/>
                  <a:pt x="0" y="131470"/>
                  <a:pt x="9372" y="141296"/>
                </a:cubicBezTo>
                <a:cubicBezTo>
                  <a:pt x="18743" y="151122"/>
                  <a:pt x="28205" y="151213"/>
                  <a:pt x="37667" y="141478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125" name="pdf-path-242">
            <a:extLst xmlns:a="http://schemas.openxmlformats.org/drawingml/2006/main">
              <a:ext uri="{FF2B5EF4-FFF2-40B4-BE49-F238E27FC236}">
                <a16:creationId xmlns:a16="http://schemas.microsoft.com/office/drawing/2014/main" id="{B5DB8874-A949-4350-8888-72C9F6AF6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0991" y="1880498"/>
            <a:ext cx="155217" cy="161585"/>
          </a:xfrm>
          <a:custGeom xmlns:a="http://schemas.openxmlformats.org/drawingml/2006/main">
            <a:pathLst>
              <a:path w="155217" h="161585">
                <a:moveTo>
                  <a:pt x="29934" y="153851"/>
                </a:moveTo>
                <a:lnTo>
                  <a:pt x="147757" y="31116"/>
                </a:lnTo>
                <a:cubicBezTo>
                  <a:pt x="155217" y="23382"/>
                  <a:pt x="155217" y="15557"/>
                  <a:pt x="147757" y="7733"/>
                </a:cubicBezTo>
                <a:cubicBezTo>
                  <a:pt x="140296" y="0"/>
                  <a:pt x="132835" y="0"/>
                  <a:pt x="125283" y="7733"/>
                </a:cubicBezTo>
                <a:lnTo>
                  <a:pt x="7460" y="130468"/>
                </a:lnTo>
                <a:cubicBezTo>
                  <a:pt x="0" y="138203"/>
                  <a:pt x="0" y="146027"/>
                  <a:pt x="7460" y="153851"/>
                </a:cubicBezTo>
                <a:cubicBezTo>
                  <a:pt x="14921" y="161585"/>
                  <a:pt x="22473" y="161585"/>
                  <a:pt x="29934" y="153851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126" name="pdf-path-244">
            <a:extLst xmlns:a="http://schemas.openxmlformats.org/drawingml/2006/main">
              <a:ext uri="{FF2B5EF4-FFF2-40B4-BE49-F238E27FC236}">
                <a16:creationId xmlns:a16="http://schemas.microsoft.com/office/drawing/2014/main" id="{48449B6A-01EC-4CF4-8C38-3E0396536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1620" y="2024978"/>
            <a:ext cx="73150" cy="88344"/>
          </a:xfrm>
          <a:custGeom xmlns:a="http://schemas.openxmlformats.org/drawingml/2006/main">
            <a:pathLst>
              <a:path w="73150" h="88344">
                <a:moveTo>
                  <a:pt x="65235" y="46038"/>
                </a:moveTo>
                <a:lnTo>
                  <a:pt x="49221" y="17377"/>
                </a:lnTo>
                <a:cubicBezTo>
                  <a:pt x="41215" y="3002"/>
                  <a:pt x="30388" y="0"/>
                  <a:pt x="16650" y="8371"/>
                </a:cubicBezTo>
                <a:cubicBezTo>
                  <a:pt x="2912" y="16650"/>
                  <a:pt x="0" y="28022"/>
                  <a:pt x="8006" y="42307"/>
                </a:cubicBezTo>
                <a:lnTo>
                  <a:pt x="24019" y="70967"/>
                </a:lnTo>
                <a:cubicBezTo>
                  <a:pt x="31935" y="85342"/>
                  <a:pt x="42853" y="88344"/>
                  <a:pt x="56591" y="79974"/>
                </a:cubicBezTo>
                <a:cubicBezTo>
                  <a:pt x="70329" y="71695"/>
                  <a:pt x="73150" y="60322"/>
                  <a:pt x="65235" y="46038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127" name="pdf-path-246">
            <a:extLst xmlns:a="http://schemas.openxmlformats.org/drawingml/2006/main">
              <a:ext uri="{FF2B5EF4-FFF2-40B4-BE49-F238E27FC236}">
                <a16:creationId xmlns:a16="http://schemas.microsoft.com/office/drawing/2014/main" id="{50BD41AA-BAA0-44E3-B53A-41B459E18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7084" y="1755032"/>
            <a:ext cx="67600" cy="187971"/>
          </a:xfrm>
          <a:custGeom xmlns:a="http://schemas.openxmlformats.org/drawingml/2006/main">
            <a:pathLst>
              <a:path w="67600" h="187971">
                <a:moveTo>
                  <a:pt x="41033" y="168773"/>
                </a:moveTo>
                <a:lnTo>
                  <a:pt x="65234" y="26385"/>
                </a:lnTo>
                <a:cubicBezTo>
                  <a:pt x="67600" y="12829"/>
                  <a:pt x="62323" y="4822"/>
                  <a:pt x="49404" y="2365"/>
                </a:cubicBezTo>
                <a:cubicBezTo>
                  <a:pt x="36484" y="0"/>
                  <a:pt x="28841" y="5551"/>
                  <a:pt x="26567" y="19106"/>
                </a:cubicBezTo>
                <a:lnTo>
                  <a:pt x="2274" y="161494"/>
                </a:lnTo>
                <a:cubicBezTo>
                  <a:pt x="0" y="175052"/>
                  <a:pt x="5277" y="183057"/>
                  <a:pt x="18196" y="185513"/>
                </a:cubicBezTo>
                <a:cubicBezTo>
                  <a:pt x="31115" y="187971"/>
                  <a:pt x="38667" y="182420"/>
                  <a:pt x="41033" y="168773"/>
                </a:cubicBezTo>
              </a:path>
            </a:pathLst>
          </a:custGeom>
          <a:solidFill xmlns:a="http://schemas.openxmlformats.org/drawingml/2006/main">
            <a:srgbClr val="B24D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128" name="pdf-path-248">
            <a:extLst xmlns:a="http://schemas.openxmlformats.org/drawingml/2006/main">
              <a:ext uri="{FF2B5EF4-FFF2-40B4-BE49-F238E27FC236}">
                <a16:creationId xmlns:a16="http://schemas.microsoft.com/office/drawing/2014/main" id="{03F69AD1-29DF-4914-B88F-CA7BDD48F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0335" y="1939000"/>
            <a:ext cx="59230" cy="207349"/>
          </a:xfrm>
          <a:custGeom xmlns:a="http://schemas.openxmlformats.org/drawingml/2006/main">
            <a:pathLst>
              <a:path w="59230" h="207349">
                <a:moveTo>
                  <a:pt x="32845" y="191792"/>
                </a:moveTo>
                <a:lnTo>
                  <a:pt x="57592" y="20380"/>
                </a:lnTo>
                <a:cubicBezTo>
                  <a:pt x="59230" y="9553"/>
                  <a:pt x="54771" y="3275"/>
                  <a:pt x="44308" y="1638"/>
                </a:cubicBezTo>
                <a:cubicBezTo>
                  <a:pt x="33845" y="0"/>
                  <a:pt x="27841" y="4549"/>
                  <a:pt x="26294" y="15467"/>
                </a:cubicBezTo>
                <a:lnTo>
                  <a:pt x="1546" y="186878"/>
                </a:lnTo>
                <a:cubicBezTo>
                  <a:pt x="0" y="197796"/>
                  <a:pt x="4366" y="204075"/>
                  <a:pt x="14830" y="205712"/>
                </a:cubicBezTo>
                <a:cubicBezTo>
                  <a:pt x="25293" y="207349"/>
                  <a:pt x="31298" y="202709"/>
                  <a:pt x="32845" y="191792"/>
                </a:cubicBezTo>
              </a:path>
            </a:pathLst>
          </a:custGeom>
          <a:solidFill xmlns:a="http://schemas.openxmlformats.org/drawingml/2006/main">
            <a:srgbClr val="B24D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129" name="pdf-path-250">
            <a:extLst xmlns:a="http://schemas.openxmlformats.org/drawingml/2006/main">
              <a:ext uri="{FF2B5EF4-FFF2-40B4-BE49-F238E27FC236}">
                <a16:creationId xmlns:a16="http://schemas.microsoft.com/office/drawing/2014/main" id="{AF8165E9-F7EA-4D6E-899B-59F4DDB09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2708" y="2121602"/>
            <a:ext cx="84341" cy="59685"/>
          </a:xfrm>
          <a:custGeom xmlns:a="http://schemas.openxmlformats.org/drawingml/2006/main">
            <a:pathLst>
              <a:path w="84341" h="59685">
                <a:moveTo>
                  <a:pt x="61868" y="8006"/>
                </a:moveTo>
                <a:lnTo>
                  <a:pt x="30207" y="2638"/>
                </a:lnTo>
                <a:cubicBezTo>
                  <a:pt x="14376" y="0"/>
                  <a:pt x="5094" y="6824"/>
                  <a:pt x="2547" y="23201"/>
                </a:cubicBezTo>
                <a:cubicBezTo>
                  <a:pt x="0" y="39486"/>
                  <a:pt x="6551" y="49040"/>
                  <a:pt x="22472" y="51678"/>
                </a:cubicBezTo>
                <a:lnTo>
                  <a:pt x="54134" y="57046"/>
                </a:lnTo>
                <a:cubicBezTo>
                  <a:pt x="69965" y="59685"/>
                  <a:pt x="79155" y="52861"/>
                  <a:pt x="81793" y="36484"/>
                </a:cubicBezTo>
                <a:cubicBezTo>
                  <a:pt x="84341" y="20198"/>
                  <a:pt x="77699" y="10645"/>
                  <a:pt x="61868" y="8006"/>
                </a:cubicBezTo>
              </a:path>
            </a:pathLst>
          </a:custGeom>
          <a:solidFill xmlns:a="http://schemas.openxmlformats.org/drawingml/2006/main">
            <a:srgbClr val="B24D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130" name="pdf-path-252">
            <a:extLst xmlns:a="http://schemas.openxmlformats.org/drawingml/2006/main">
              <a:ext uri="{FF2B5EF4-FFF2-40B4-BE49-F238E27FC236}">
                <a16:creationId xmlns:a16="http://schemas.microsoft.com/office/drawing/2014/main" id="{017FFB9B-EB89-4F9E-B79B-58D87B2C9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3315" y="1466890"/>
            <a:ext cx="86069" cy="164952"/>
          </a:xfrm>
          <a:custGeom xmlns:a="http://schemas.openxmlformats.org/drawingml/2006/main">
            <a:pathLst>
              <a:path w="86069" h="164952">
                <a:moveTo>
                  <a:pt x="41761" y="147756"/>
                </a:moveTo>
                <a:lnTo>
                  <a:pt x="81703" y="31025"/>
                </a:lnTo>
                <a:cubicBezTo>
                  <a:pt x="86069" y="18105"/>
                  <a:pt x="82067" y="9280"/>
                  <a:pt x="69693" y="4640"/>
                </a:cubicBezTo>
                <a:cubicBezTo>
                  <a:pt x="57228" y="0"/>
                  <a:pt x="48767" y="4186"/>
                  <a:pt x="44309" y="17196"/>
                </a:cubicBezTo>
                <a:lnTo>
                  <a:pt x="4459" y="133927"/>
                </a:lnTo>
                <a:cubicBezTo>
                  <a:pt x="0" y="146938"/>
                  <a:pt x="4003" y="155671"/>
                  <a:pt x="16468" y="160312"/>
                </a:cubicBezTo>
                <a:cubicBezTo>
                  <a:pt x="28842" y="164952"/>
                  <a:pt x="37303" y="160767"/>
                  <a:pt x="41761" y="147756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131" name="pdf-path-254">
            <a:extLst xmlns:a="http://schemas.openxmlformats.org/drawingml/2006/main">
              <a:ext uri="{FF2B5EF4-FFF2-40B4-BE49-F238E27FC236}">
                <a16:creationId xmlns:a16="http://schemas.microsoft.com/office/drawing/2014/main" id="{56D0E85B-4F4C-4BFF-92EB-61DB8E5EA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9148" y="1619468"/>
            <a:ext cx="123828" cy="170775"/>
          </a:xfrm>
          <a:custGeom xmlns:a="http://schemas.openxmlformats.org/drawingml/2006/main">
            <a:pathLst>
              <a:path w="123828" h="170775">
                <a:moveTo>
                  <a:pt x="40942" y="157128"/>
                </a:moveTo>
                <a:lnTo>
                  <a:pt x="116640" y="35848"/>
                </a:lnTo>
                <a:cubicBezTo>
                  <a:pt x="123828" y="24292"/>
                  <a:pt x="121827" y="14831"/>
                  <a:pt x="110635" y="7461"/>
                </a:cubicBezTo>
                <a:cubicBezTo>
                  <a:pt x="99353" y="0"/>
                  <a:pt x="90073" y="2093"/>
                  <a:pt x="82886" y="13647"/>
                </a:cubicBezTo>
                <a:lnTo>
                  <a:pt x="7187" y="134928"/>
                </a:lnTo>
                <a:cubicBezTo>
                  <a:pt x="0" y="146483"/>
                  <a:pt x="2002" y="156036"/>
                  <a:pt x="13284" y="163405"/>
                </a:cubicBezTo>
                <a:cubicBezTo>
                  <a:pt x="24565" y="170775"/>
                  <a:pt x="33755" y="168682"/>
                  <a:pt x="40942" y="157128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132" name="pdf-path-256">
            <a:extLst xmlns:a="http://schemas.openxmlformats.org/drawingml/2006/main">
              <a:ext uri="{FF2B5EF4-FFF2-40B4-BE49-F238E27FC236}">
                <a16:creationId xmlns:a16="http://schemas.microsoft.com/office/drawing/2014/main" id="{31A89070-072E-4F0B-836B-6F062E991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6064" y="1777323"/>
            <a:ext cx="127103" cy="186606"/>
          </a:xfrm>
          <a:custGeom xmlns:a="http://schemas.openxmlformats.org/drawingml/2006/main">
            <a:pathLst>
              <a:path w="127103" h="186606">
                <a:moveTo>
                  <a:pt x="32663" y="175507"/>
                </a:moveTo>
                <a:lnTo>
                  <a:pt x="121463" y="28569"/>
                </a:lnTo>
                <a:cubicBezTo>
                  <a:pt x="127103" y="19198"/>
                  <a:pt x="125375" y="11646"/>
                  <a:pt x="116368" y="5823"/>
                </a:cubicBezTo>
                <a:cubicBezTo>
                  <a:pt x="107360" y="0"/>
                  <a:pt x="99990" y="1729"/>
                  <a:pt x="94349" y="11100"/>
                </a:cubicBezTo>
                <a:lnTo>
                  <a:pt x="5551" y="158037"/>
                </a:lnTo>
                <a:cubicBezTo>
                  <a:pt x="0" y="167409"/>
                  <a:pt x="1638" y="174961"/>
                  <a:pt x="10737" y="180783"/>
                </a:cubicBezTo>
                <a:cubicBezTo>
                  <a:pt x="19744" y="186606"/>
                  <a:pt x="27113" y="184878"/>
                  <a:pt x="32663" y="175507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133" name="pdf-path-258">
            <a:extLst xmlns:a="http://schemas.openxmlformats.org/drawingml/2006/main">
              <a:ext uri="{FF2B5EF4-FFF2-40B4-BE49-F238E27FC236}">
                <a16:creationId xmlns:a16="http://schemas.microsoft.com/office/drawing/2014/main" id="{E2EBCE4A-E71C-4916-AAB6-34EA6EDF9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6057" y="1955194"/>
            <a:ext cx="60412" cy="87344"/>
          </a:xfrm>
          <a:custGeom xmlns:a="http://schemas.openxmlformats.org/drawingml/2006/main">
            <a:pathLst>
              <a:path w="60412" h="87344">
                <a:moveTo>
                  <a:pt x="57046" y="54408"/>
                </a:moveTo>
                <a:lnTo>
                  <a:pt x="50223" y="22291"/>
                </a:lnTo>
                <a:cubicBezTo>
                  <a:pt x="46765" y="6278"/>
                  <a:pt x="37302" y="0"/>
                  <a:pt x="21654" y="3458"/>
                </a:cubicBezTo>
                <a:cubicBezTo>
                  <a:pt x="6096" y="7006"/>
                  <a:pt x="0" y="16832"/>
                  <a:pt x="3458" y="32936"/>
                </a:cubicBezTo>
                <a:lnTo>
                  <a:pt x="10281" y="65053"/>
                </a:lnTo>
                <a:cubicBezTo>
                  <a:pt x="13738" y="81157"/>
                  <a:pt x="23201" y="87344"/>
                  <a:pt x="38759" y="83887"/>
                </a:cubicBezTo>
                <a:cubicBezTo>
                  <a:pt x="54407" y="80338"/>
                  <a:pt x="60412" y="70511"/>
                  <a:pt x="57046" y="54408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134" name="pdf-path-260">
            <a:extLst xmlns:a="http://schemas.openxmlformats.org/drawingml/2006/main">
              <a:ext uri="{FF2B5EF4-FFF2-40B4-BE49-F238E27FC236}">
                <a16:creationId xmlns:a16="http://schemas.microsoft.com/office/drawing/2014/main" id="{62FD194E-8FD6-4740-94EA-DE77219F2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4358" y="1622015"/>
            <a:ext cx="91893" cy="184422"/>
          </a:xfrm>
          <a:custGeom xmlns:a="http://schemas.openxmlformats.org/drawingml/2006/main">
            <a:pathLst>
              <a:path w="91893" h="184422">
                <a:moveTo>
                  <a:pt x="42125" y="167136"/>
                </a:moveTo>
                <a:lnTo>
                  <a:pt x="87616" y="30662"/>
                </a:lnTo>
                <a:cubicBezTo>
                  <a:pt x="91893" y="17651"/>
                  <a:pt x="87799" y="8917"/>
                  <a:pt x="75152" y="4459"/>
                </a:cubicBezTo>
                <a:cubicBezTo>
                  <a:pt x="62596" y="0"/>
                  <a:pt x="54134" y="4276"/>
                  <a:pt x="49858" y="17287"/>
                </a:cubicBezTo>
                <a:lnTo>
                  <a:pt x="4367" y="153762"/>
                </a:lnTo>
                <a:cubicBezTo>
                  <a:pt x="0" y="166772"/>
                  <a:pt x="4186" y="175507"/>
                  <a:pt x="16741" y="179965"/>
                </a:cubicBezTo>
                <a:cubicBezTo>
                  <a:pt x="29297" y="184422"/>
                  <a:pt x="37758" y="180147"/>
                  <a:pt x="42125" y="167136"/>
                </a:cubicBezTo>
              </a:path>
            </a:pathLst>
          </a:custGeom>
          <a:solidFill xmlns:a="http://schemas.openxmlformats.org/drawingml/2006/main">
            <a:srgbClr val="B24D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135" name="pdf-path-262">
            <a:extLst xmlns:a="http://schemas.openxmlformats.org/drawingml/2006/main">
              <a:ext uri="{FF2B5EF4-FFF2-40B4-BE49-F238E27FC236}">
                <a16:creationId xmlns:a16="http://schemas.microsoft.com/office/drawing/2014/main" id="{F175BBE0-FF77-41F3-AC43-7AFD26D8D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4947" y="1799431"/>
            <a:ext cx="89708" cy="202346"/>
          </a:xfrm>
          <a:custGeom xmlns:a="http://schemas.openxmlformats.org/drawingml/2006/main">
            <a:pathLst>
              <a:path w="89708" h="202346">
                <a:moveTo>
                  <a:pt x="33663" y="188517"/>
                </a:moveTo>
                <a:lnTo>
                  <a:pt x="86342" y="24293"/>
                </a:lnTo>
                <a:cubicBezTo>
                  <a:pt x="89708" y="13830"/>
                  <a:pt x="86342" y="6915"/>
                  <a:pt x="76243" y="3458"/>
                </a:cubicBezTo>
                <a:cubicBezTo>
                  <a:pt x="66144" y="0"/>
                  <a:pt x="59411" y="3549"/>
                  <a:pt x="56045" y="13921"/>
                </a:cubicBezTo>
                <a:lnTo>
                  <a:pt x="3366" y="178145"/>
                </a:lnTo>
                <a:cubicBezTo>
                  <a:pt x="0" y="188517"/>
                  <a:pt x="3366" y="195523"/>
                  <a:pt x="13465" y="198979"/>
                </a:cubicBezTo>
                <a:cubicBezTo>
                  <a:pt x="23564" y="202346"/>
                  <a:pt x="30296" y="198889"/>
                  <a:pt x="33663" y="188517"/>
                </a:cubicBezTo>
              </a:path>
            </a:pathLst>
          </a:custGeom>
          <a:solidFill xmlns:a="http://schemas.openxmlformats.org/drawingml/2006/main">
            <a:srgbClr val="B24D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136" name="pdf-path-264">
            <a:extLst xmlns:a="http://schemas.openxmlformats.org/drawingml/2006/main">
              <a:ext uri="{FF2B5EF4-FFF2-40B4-BE49-F238E27FC236}">
                <a16:creationId xmlns:a16="http://schemas.microsoft.com/office/drawing/2014/main" id="{D619818B-4DD5-4D2D-9696-5D9F548B5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0216" y="1991224"/>
            <a:ext cx="70694" cy="89072"/>
          </a:xfrm>
          <a:custGeom xmlns:a="http://schemas.openxmlformats.org/drawingml/2006/main">
            <a:pathLst>
              <a:path w="70694" h="89072">
                <a:moveTo>
                  <a:pt x="63870" y="48858"/>
                </a:moveTo>
                <a:lnTo>
                  <a:pt x="50223" y="18925"/>
                </a:lnTo>
                <a:cubicBezTo>
                  <a:pt x="43399" y="3912"/>
                  <a:pt x="32754" y="0"/>
                  <a:pt x="18288" y="7097"/>
                </a:cubicBezTo>
                <a:cubicBezTo>
                  <a:pt x="3821" y="14193"/>
                  <a:pt x="0" y="25203"/>
                  <a:pt x="6824" y="40123"/>
                </a:cubicBezTo>
                <a:lnTo>
                  <a:pt x="20471" y="70148"/>
                </a:lnTo>
                <a:cubicBezTo>
                  <a:pt x="27295" y="85069"/>
                  <a:pt x="37940" y="89072"/>
                  <a:pt x="52406" y="81976"/>
                </a:cubicBezTo>
                <a:cubicBezTo>
                  <a:pt x="66872" y="74879"/>
                  <a:pt x="70694" y="63870"/>
                  <a:pt x="63870" y="48858"/>
                </a:cubicBezTo>
              </a:path>
            </a:pathLst>
          </a:custGeom>
          <a:solidFill xmlns:a="http://schemas.openxmlformats.org/drawingml/2006/main">
            <a:srgbClr val="B24D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137" name="pdf-path-266">
            <a:extLst xmlns:a="http://schemas.openxmlformats.org/drawingml/2006/main">
              <a:ext uri="{FF2B5EF4-FFF2-40B4-BE49-F238E27FC236}">
                <a16:creationId xmlns:a16="http://schemas.microsoft.com/office/drawing/2014/main" id="{3BCB85CC-46E8-457E-815A-32A3650F9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165" y="1578071"/>
            <a:ext cx="66782" cy="167954"/>
          </a:xfrm>
          <a:custGeom xmlns:a="http://schemas.openxmlformats.org/drawingml/2006/main">
            <a:pathLst>
              <a:path w="66782" h="167954">
                <a:moveTo>
                  <a:pt x="41761" y="148848"/>
                </a:moveTo>
                <a:lnTo>
                  <a:pt x="64325" y="26840"/>
                </a:lnTo>
                <a:cubicBezTo>
                  <a:pt x="66782" y="13192"/>
                  <a:pt x="61505" y="5185"/>
                  <a:pt x="48403" y="2547"/>
                </a:cubicBezTo>
                <a:cubicBezTo>
                  <a:pt x="35301" y="0"/>
                  <a:pt x="27568" y="5459"/>
                  <a:pt x="25021" y="19015"/>
                </a:cubicBezTo>
                <a:lnTo>
                  <a:pt x="2457" y="141113"/>
                </a:lnTo>
                <a:cubicBezTo>
                  <a:pt x="0" y="154671"/>
                  <a:pt x="5277" y="162768"/>
                  <a:pt x="18378" y="165315"/>
                </a:cubicBezTo>
                <a:cubicBezTo>
                  <a:pt x="31480" y="167954"/>
                  <a:pt x="39305" y="162404"/>
                  <a:pt x="41761" y="148848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138" name="pdf-path-268">
            <a:extLst xmlns:a="http://schemas.openxmlformats.org/drawingml/2006/main">
              <a:ext uri="{FF2B5EF4-FFF2-40B4-BE49-F238E27FC236}">
                <a16:creationId xmlns:a16="http://schemas.microsoft.com/office/drawing/2014/main" id="{C198975C-CED6-4368-BAA4-62E0A8D5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3157" y="1732378"/>
            <a:ext cx="150122" cy="146300"/>
          </a:xfrm>
          <a:custGeom xmlns:a="http://schemas.openxmlformats.org/drawingml/2006/main">
            <a:pathLst>
              <a:path w="150122" h="146300">
                <a:moveTo>
                  <a:pt x="36848" y="137020"/>
                </a:moveTo>
                <a:lnTo>
                  <a:pt x="139840" y="40033"/>
                </a:lnTo>
                <a:cubicBezTo>
                  <a:pt x="149575" y="30752"/>
                  <a:pt x="150122" y="21017"/>
                  <a:pt x="141296" y="10736"/>
                </a:cubicBezTo>
                <a:cubicBezTo>
                  <a:pt x="132380" y="454"/>
                  <a:pt x="123099" y="0"/>
                  <a:pt x="113273" y="9280"/>
                </a:cubicBezTo>
                <a:lnTo>
                  <a:pt x="10280" y="106268"/>
                </a:lnTo>
                <a:cubicBezTo>
                  <a:pt x="546" y="115548"/>
                  <a:pt x="0" y="125283"/>
                  <a:pt x="8916" y="135565"/>
                </a:cubicBezTo>
                <a:cubicBezTo>
                  <a:pt x="17741" y="145754"/>
                  <a:pt x="27021" y="146300"/>
                  <a:pt x="36848" y="137020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139" name="pdf-path-270">
            <a:extLst xmlns:a="http://schemas.openxmlformats.org/drawingml/2006/main">
              <a:ext uri="{FF2B5EF4-FFF2-40B4-BE49-F238E27FC236}">
                <a16:creationId xmlns:a16="http://schemas.microsoft.com/office/drawing/2014/main" id="{5D45143D-9BAD-4725-8757-8E7EB05BB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7402" y="1859572"/>
            <a:ext cx="161221" cy="156672"/>
          </a:xfrm>
          <a:custGeom xmlns:a="http://schemas.openxmlformats.org/drawingml/2006/main">
            <a:pathLst>
              <a:path w="161221" h="156672">
                <a:moveTo>
                  <a:pt x="29751" y="149211"/>
                </a:moveTo>
                <a:lnTo>
                  <a:pt x="153033" y="31844"/>
                </a:lnTo>
                <a:cubicBezTo>
                  <a:pt x="160948" y="24383"/>
                  <a:pt x="161221" y="16650"/>
                  <a:pt x="154034" y="8461"/>
                </a:cubicBezTo>
                <a:cubicBezTo>
                  <a:pt x="146846" y="364"/>
                  <a:pt x="139385" y="0"/>
                  <a:pt x="131560" y="7460"/>
                </a:cubicBezTo>
                <a:lnTo>
                  <a:pt x="8188" y="124828"/>
                </a:lnTo>
                <a:cubicBezTo>
                  <a:pt x="364" y="132289"/>
                  <a:pt x="0" y="140023"/>
                  <a:pt x="7187" y="148211"/>
                </a:cubicBezTo>
                <a:cubicBezTo>
                  <a:pt x="14375" y="156309"/>
                  <a:pt x="21927" y="156672"/>
                  <a:pt x="29751" y="149211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140" name="pdf-path-272">
            <a:extLst xmlns:a="http://schemas.openxmlformats.org/drawingml/2006/main">
              <a:ext uri="{FF2B5EF4-FFF2-40B4-BE49-F238E27FC236}">
                <a16:creationId xmlns:a16="http://schemas.microsoft.com/office/drawing/2014/main" id="{BA786BED-7C39-4DC4-B2C7-311D1DD5B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2117" y="2004689"/>
            <a:ext cx="57774" cy="86616"/>
          </a:xfrm>
          <a:custGeom xmlns:a="http://schemas.openxmlformats.org/drawingml/2006/main">
            <a:pathLst>
              <a:path w="57774" h="86616">
                <a:moveTo>
                  <a:pt x="55136" y="55409"/>
                </a:moveTo>
                <a:lnTo>
                  <a:pt x="49858" y="23019"/>
                </a:lnTo>
                <a:cubicBezTo>
                  <a:pt x="47129" y="6734"/>
                  <a:pt x="37939" y="0"/>
                  <a:pt x="22290" y="2821"/>
                </a:cubicBezTo>
                <a:cubicBezTo>
                  <a:pt x="6550" y="5551"/>
                  <a:pt x="0" y="15013"/>
                  <a:pt x="2638" y="31208"/>
                </a:cubicBezTo>
                <a:lnTo>
                  <a:pt x="7916" y="63689"/>
                </a:lnTo>
                <a:cubicBezTo>
                  <a:pt x="10644" y="79883"/>
                  <a:pt x="19834" y="86616"/>
                  <a:pt x="35574" y="83887"/>
                </a:cubicBezTo>
                <a:cubicBezTo>
                  <a:pt x="51223" y="81157"/>
                  <a:pt x="57774" y="71695"/>
                  <a:pt x="55136" y="55409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141" name="pdf-path-274">
            <a:extLst xmlns:a="http://schemas.openxmlformats.org/drawingml/2006/main">
              <a:ext uri="{FF2B5EF4-FFF2-40B4-BE49-F238E27FC236}">
                <a16:creationId xmlns:a16="http://schemas.microsoft.com/office/drawing/2014/main" id="{7A6CDC6A-18E3-4036-9F1F-C7556DA28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9143" y="1741021"/>
            <a:ext cx="64416" cy="188061"/>
          </a:xfrm>
          <a:custGeom xmlns:a="http://schemas.openxmlformats.org/drawingml/2006/main">
            <a:pathLst>
              <a:path w="64416" h="188061">
                <a:moveTo>
                  <a:pt x="41580" y="168681"/>
                </a:moveTo>
                <a:lnTo>
                  <a:pt x="62415" y="25566"/>
                </a:lnTo>
                <a:cubicBezTo>
                  <a:pt x="64416" y="11918"/>
                  <a:pt x="58775" y="4094"/>
                  <a:pt x="45673" y="2092"/>
                </a:cubicBezTo>
                <a:cubicBezTo>
                  <a:pt x="32481" y="0"/>
                  <a:pt x="24838" y="5823"/>
                  <a:pt x="22837" y="19379"/>
                </a:cubicBezTo>
                <a:lnTo>
                  <a:pt x="2001" y="162495"/>
                </a:lnTo>
                <a:cubicBezTo>
                  <a:pt x="0" y="176142"/>
                  <a:pt x="5641" y="183967"/>
                  <a:pt x="18833" y="186059"/>
                </a:cubicBezTo>
                <a:cubicBezTo>
                  <a:pt x="31935" y="188061"/>
                  <a:pt x="39578" y="182329"/>
                  <a:pt x="41580" y="168681"/>
                </a:cubicBezTo>
              </a:path>
            </a:pathLst>
          </a:custGeom>
          <a:solidFill xmlns:a="http://schemas.openxmlformats.org/drawingml/2006/main">
            <a:srgbClr val="B24D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142" name="pdf-path-276">
            <a:extLst xmlns:a="http://schemas.openxmlformats.org/drawingml/2006/main">
              <a:ext uri="{FF2B5EF4-FFF2-40B4-BE49-F238E27FC236}">
                <a16:creationId xmlns:a16="http://schemas.microsoft.com/office/drawing/2014/main" id="{41541EFE-61C8-4E5E-8685-F26D56A71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7853" y="1926080"/>
            <a:ext cx="55226" cy="207441"/>
          </a:xfrm>
          <a:custGeom xmlns:a="http://schemas.openxmlformats.org/drawingml/2006/main">
            <a:pathLst>
              <a:path w="55226" h="207441">
                <a:moveTo>
                  <a:pt x="32936" y="191791"/>
                </a:moveTo>
                <a:lnTo>
                  <a:pt x="53953" y="19743"/>
                </a:lnTo>
                <a:cubicBezTo>
                  <a:pt x="55226" y="8825"/>
                  <a:pt x="50678" y="2729"/>
                  <a:pt x="40123" y="1364"/>
                </a:cubicBezTo>
                <a:cubicBezTo>
                  <a:pt x="29569" y="0"/>
                  <a:pt x="23656" y="4731"/>
                  <a:pt x="22291" y="15649"/>
                </a:cubicBezTo>
                <a:lnTo>
                  <a:pt x="1274" y="187606"/>
                </a:lnTo>
                <a:cubicBezTo>
                  <a:pt x="0" y="198524"/>
                  <a:pt x="4549" y="204711"/>
                  <a:pt x="15104" y="206075"/>
                </a:cubicBezTo>
                <a:cubicBezTo>
                  <a:pt x="25657" y="207441"/>
                  <a:pt x="31571" y="202709"/>
                  <a:pt x="32936" y="191791"/>
                </a:cubicBezTo>
              </a:path>
            </a:pathLst>
          </a:custGeom>
          <a:solidFill xmlns:a="http://schemas.openxmlformats.org/drawingml/2006/main">
            <a:srgbClr val="B24D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143" name="pdf-path-278">
            <a:extLst xmlns:a="http://schemas.openxmlformats.org/drawingml/2006/main">
              <a:ext uri="{FF2B5EF4-FFF2-40B4-BE49-F238E27FC236}">
                <a16:creationId xmlns:a16="http://schemas.microsoft.com/office/drawing/2014/main" id="{91D60878-4315-4BE8-9CB3-4953B5422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1493" y="2061736"/>
            <a:ext cx="79791" cy="82521"/>
          </a:xfrm>
          <a:custGeom xmlns:a="http://schemas.openxmlformats.org/drawingml/2006/main">
            <a:pathLst>
              <a:path w="79791" h="82521">
                <a:moveTo>
                  <a:pt x="34573" y="11736"/>
                </a:moveTo>
                <a:lnTo>
                  <a:pt x="11645" y="35028"/>
                </a:lnTo>
                <a:cubicBezTo>
                  <a:pt x="181" y="46674"/>
                  <a:pt x="0" y="58502"/>
                  <a:pt x="11190" y="70420"/>
                </a:cubicBezTo>
                <a:cubicBezTo>
                  <a:pt x="22381" y="82430"/>
                  <a:pt x="33663" y="82521"/>
                  <a:pt x="45218" y="70875"/>
                </a:cubicBezTo>
                <a:lnTo>
                  <a:pt x="68146" y="47584"/>
                </a:lnTo>
                <a:cubicBezTo>
                  <a:pt x="79609" y="35938"/>
                  <a:pt x="79791" y="24110"/>
                  <a:pt x="68601" y="12100"/>
                </a:cubicBezTo>
                <a:cubicBezTo>
                  <a:pt x="57410" y="181"/>
                  <a:pt x="46037" y="0"/>
                  <a:pt x="34573" y="11736"/>
                </a:cubicBezTo>
              </a:path>
            </a:pathLst>
          </a:custGeom>
          <a:solidFill xmlns:a="http://schemas.openxmlformats.org/drawingml/2006/main">
            <a:srgbClr val="B24D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144" name="pdf-path-280">
            <a:extLst xmlns:a="http://schemas.openxmlformats.org/drawingml/2006/main">
              <a:ext uri="{FF2B5EF4-FFF2-40B4-BE49-F238E27FC236}">
                <a16:creationId xmlns:a16="http://schemas.microsoft.com/office/drawing/2014/main" id="{22FEBD5E-6B68-4219-A944-E087A517A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769" y="1546136"/>
            <a:ext cx="2542697" cy="133562"/>
          </a:xfrm>
          <a:custGeom xmlns:a="http://schemas.openxmlformats.org/drawingml/2006/main">
            <a:pathLst>
              <a:path w="2542697" h="133562">
                <a:moveTo>
                  <a:pt x="0" y="85706"/>
                </a:moveTo>
                <a:lnTo>
                  <a:pt x="22745" y="65871"/>
                </a:lnTo>
                <a:lnTo>
                  <a:pt x="38213" y="54771"/>
                </a:lnTo>
                <a:lnTo>
                  <a:pt x="53953" y="44945"/>
                </a:lnTo>
                <a:lnTo>
                  <a:pt x="69511" y="36211"/>
                </a:lnTo>
                <a:lnTo>
                  <a:pt x="85069" y="28477"/>
                </a:lnTo>
                <a:lnTo>
                  <a:pt x="100536" y="21835"/>
                </a:lnTo>
                <a:lnTo>
                  <a:pt x="115821" y="16195"/>
                </a:lnTo>
                <a:lnTo>
                  <a:pt x="131106" y="11555"/>
                </a:lnTo>
                <a:lnTo>
                  <a:pt x="146392" y="8006"/>
                </a:lnTo>
                <a:lnTo>
                  <a:pt x="161494" y="5550"/>
                </a:lnTo>
                <a:lnTo>
                  <a:pt x="176598" y="4276"/>
                </a:lnTo>
                <a:lnTo>
                  <a:pt x="191701" y="4004"/>
                </a:lnTo>
                <a:lnTo>
                  <a:pt x="206622" y="4822"/>
                </a:lnTo>
                <a:lnTo>
                  <a:pt x="221452" y="6732"/>
                </a:lnTo>
                <a:lnTo>
                  <a:pt x="236192" y="9825"/>
                </a:lnTo>
                <a:lnTo>
                  <a:pt x="250840" y="14102"/>
                </a:lnTo>
                <a:lnTo>
                  <a:pt x="265488" y="19470"/>
                </a:lnTo>
                <a:lnTo>
                  <a:pt x="280045" y="26021"/>
                </a:lnTo>
                <a:lnTo>
                  <a:pt x="294693" y="33663"/>
                </a:lnTo>
                <a:lnTo>
                  <a:pt x="310069" y="43489"/>
                </a:lnTo>
                <a:lnTo>
                  <a:pt x="318440" y="49950"/>
                </a:lnTo>
                <a:lnTo>
                  <a:pt x="326992" y="57501"/>
                </a:lnTo>
                <a:lnTo>
                  <a:pt x="349192" y="79974"/>
                </a:lnTo>
                <a:lnTo>
                  <a:pt x="404055" y="124009"/>
                </a:lnTo>
                <a:lnTo>
                  <a:pt x="411516" y="128286"/>
                </a:lnTo>
                <a:lnTo>
                  <a:pt x="418430" y="130651"/>
                </a:lnTo>
                <a:lnTo>
                  <a:pt x="432350" y="132834"/>
                </a:lnTo>
                <a:lnTo>
                  <a:pt x="439447" y="133107"/>
                </a:lnTo>
                <a:lnTo>
                  <a:pt x="446544" y="132562"/>
                </a:lnTo>
                <a:lnTo>
                  <a:pt x="453459" y="131197"/>
                </a:lnTo>
                <a:lnTo>
                  <a:pt x="460919" y="128922"/>
                </a:lnTo>
                <a:lnTo>
                  <a:pt x="479388" y="121553"/>
                </a:lnTo>
                <a:lnTo>
                  <a:pt x="488851" y="116457"/>
                </a:lnTo>
                <a:lnTo>
                  <a:pt x="497858" y="110726"/>
                </a:lnTo>
                <a:lnTo>
                  <a:pt x="523242" y="92166"/>
                </a:lnTo>
                <a:lnTo>
                  <a:pt x="538891" y="79063"/>
                </a:lnTo>
                <a:lnTo>
                  <a:pt x="553812" y="66235"/>
                </a:lnTo>
                <a:lnTo>
                  <a:pt x="569279" y="55226"/>
                </a:lnTo>
                <a:lnTo>
                  <a:pt x="584837" y="45582"/>
                </a:lnTo>
                <a:lnTo>
                  <a:pt x="600486" y="36939"/>
                </a:lnTo>
                <a:lnTo>
                  <a:pt x="615954" y="29387"/>
                </a:lnTo>
                <a:lnTo>
                  <a:pt x="631329" y="22837"/>
                </a:lnTo>
                <a:lnTo>
                  <a:pt x="646614" y="17377"/>
                </a:lnTo>
                <a:lnTo>
                  <a:pt x="661900" y="12919"/>
                </a:lnTo>
                <a:lnTo>
                  <a:pt x="677003" y="9553"/>
                </a:lnTo>
                <a:lnTo>
                  <a:pt x="692106" y="7278"/>
                </a:lnTo>
                <a:lnTo>
                  <a:pt x="707210" y="6096"/>
                </a:lnTo>
                <a:lnTo>
                  <a:pt x="722130" y="6005"/>
                </a:lnTo>
                <a:lnTo>
                  <a:pt x="736960" y="7096"/>
                </a:lnTo>
                <a:lnTo>
                  <a:pt x="751791" y="9190"/>
                </a:lnTo>
                <a:lnTo>
                  <a:pt x="766440" y="12464"/>
                </a:lnTo>
                <a:lnTo>
                  <a:pt x="781087" y="16923"/>
                </a:lnTo>
                <a:lnTo>
                  <a:pt x="795644" y="22472"/>
                </a:lnTo>
                <a:lnTo>
                  <a:pt x="810111" y="29205"/>
                </a:lnTo>
                <a:lnTo>
                  <a:pt x="824851" y="37212"/>
                </a:lnTo>
                <a:lnTo>
                  <a:pt x="832584" y="42125"/>
                </a:lnTo>
                <a:lnTo>
                  <a:pt x="840681" y="48038"/>
                </a:lnTo>
                <a:lnTo>
                  <a:pt x="849234" y="55136"/>
                </a:lnTo>
                <a:lnTo>
                  <a:pt x="857604" y="63142"/>
                </a:lnTo>
                <a:lnTo>
                  <a:pt x="871797" y="78062"/>
                </a:lnTo>
                <a:lnTo>
                  <a:pt x="894179" y="95804"/>
                </a:lnTo>
                <a:lnTo>
                  <a:pt x="926205" y="121553"/>
                </a:lnTo>
                <a:lnTo>
                  <a:pt x="933938" y="126829"/>
                </a:lnTo>
                <a:lnTo>
                  <a:pt x="941035" y="129923"/>
                </a:lnTo>
                <a:lnTo>
                  <a:pt x="947859" y="131652"/>
                </a:lnTo>
                <a:lnTo>
                  <a:pt x="961779" y="133562"/>
                </a:lnTo>
                <a:lnTo>
                  <a:pt x="968876" y="133562"/>
                </a:lnTo>
                <a:lnTo>
                  <a:pt x="975882" y="132562"/>
                </a:lnTo>
                <a:lnTo>
                  <a:pt x="982979" y="130651"/>
                </a:lnTo>
                <a:lnTo>
                  <a:pt x="1000447" y="123919"/>
                </a:lnTo>
                <a:lnTo>
                  <a:pt x="1010091" y="119005"/>
                </a:lnTo>
                <a:lnTo>
                  <a:pt x="1019281" y="113274"/>
                </a:lnTo>
                <a:lnTo>
                  <a:pt x="1036567" y="100809"/>
                </a:lnTo>
                <a:lnTo>
                  <a:pt x="1053036" y="87798"/>
                </a:lnTo>
                <a:lnTo>
                  <a:pt x="1083514" y="61685"/>
                </a:lnTo>
                <a:lnTo>
                  <a:pt x="1099255" y="51041"/>
                </a:lnTo>
                <a:lnTo>
                  <a:pt x="1115085" y="41488"/>
                </a:lnTo>
                <a:lnTo>
                  <a:pt x="1130734" y="32935"/>
                </a:lnTo>
                <a:lnTo>
                  <a:pt x="1146292" y="25384"/>
                </a:lnTo>
                <a:lnTo>
                  <a:pt x="1161850" y="18924"/>
                </a:lnTo>
                <a:lnTo>
                  <a:pt x="1177226" y="13556"/>
                </a:lnTo>
                <a:lnTo>
                  <a:pt x="1192603" y="9190"/>
                </a:lnTo>
                <a:lnTo>
                  <a:pt x="1207796" y="5913"/>
                </a:lnTo>
                <a:lnTo>
                  <a:pt x="1223082" y="3730"/>
                </a:lnTo>
                <a:lnTo>
                  <a:pt x="1238185" y="2638"/>
                </a:lnTo>
                <a:lnTo>
                  <a:pt x="1253288" y="2638"/>
                </a:lnTo>
                <a:lnTo>
                  <a:pt x="1268300" y="3821"/>
                </a:lnTo>
                <a:lnTo>
                  <a:pt x="1283130" y="6005"/>
                </a:lnTo>
                <a:lnTo>
                  <a:pt x="1297961" y="9371"/>
                </a:lnTo>
                <a:lnTo>
                  <a:pt x="1312609" y="13919"/>
                </a:lnTo>
                <a:lnTo>
                  <a:pt x="1327257" y="19652"/>
                </a:lnTo>
                <a:lnTo>
                  <a:pt x="1341906" y="26476"/>
                </a:lnTo>
                <a:lnTo>
                  <a:pt x="1356645" y="34482"/>
                </a:lnTo>
                <a:lnTo>
                  <a:pt x="1364288" y="39305"/>
                </a:lnTo>
                <a:lnTo>
                  <a:pt x="1372384" y="45036"/>
                </a:lnTo>
                <a:lnTo>
                  <a:pt x="1380937" y="51860"/>
                </a:lnTo>
                <a:lnTo>
                  <a:pt x="1389399" y="59776"/>
                </a:lnTo>
                <a:lnTo>
                  <a:pt x="1404319" y="75607"/>
                </a:lnTo>
                <a:lnTo>
                  <a:pt x="1418876" y="87616"/>
                </a:lnTo>
                <a:lnTo>
                  <a:pt x="1466734" y="125465"/>
                </a:lnTo>
                <a:lnTo>
                  <a:pt x="1474012" y="129105"/>
                </a:lnTo>
                <a:lnTo>
                  <a:pt x="1480927" y="131106"/>
                </a:lnTo>
                <a:lnTo>
                  <a:pt x="1495029" y="133199"/>
                </a:lnTo>
                <a:lnTo>
                  <a:pt x="1502126" y="133380"/>
                </a:lnTo>
                <a:lnTo>
                  <a:pt x="1509222" y="132471"/>
                </a:lnTo>
                <a:lnTo>
                  <a:pt x="1516138" y="130833"/>
                </a:lnTo>
                <a:lnTo>
                  <a:pt x="1523961" y="128104"/>
                </a:lnTo>
                <a:lnTo>
                  <a:pt x="1533060" y="124282"/>
                </a:lnTo>
                <a:lnTo>
                  <a:pt x="1542795" y="119461"/>
                </a:lnTo>
                <a:lnTo>
                  <a:pt x="1552076" y="113820"/>
                </a:lnTo>
                <a:lnTo>
                  <a:pt x="1569818" y="101445"/>
                </a:lnTo>
                <a:lnTo>
                  <a:pt x="1586467" y="88434"/>
                </a:lnTo>
                <a:lnTo>
                  <a:pt x="1617401" y="61777"/>
                </a:lnTo>
                <a:lnTo>
                  <a:pt x="1633323" y="50859"/>
                </a:lnTo>
                <a:lnTo>
                  <a:pt x="1649336" y="41033"/>
                </a:lnTo>
                <a:lnTo>
                  <a:pt x="1665258" y="32299"/>
                </a:lnTo>
                <a:lnTo>
                  <a:pt x="1681089" y="24656"/>
                </a:lnTo>
                <a:lnTo>
                  <a:pt x="1696739" y="17923"/>
                </a:lnTo>
                <a:lnTo>
                  <a:pt x="1712387" y="12373"/>
                </a:lnTo>
                <a:lnTo>
                  <a:pt x="1727946" y="7733"/>
                </a:lnTo>
                <a:lnTo>
                  <a:pt x="1743412" y="4276"/>
                </a:lnTo>
                <a:lnTo>
                  <a:pt x="1758879" y="1910"/>
                </a:lnTo>
                <a:lnTo>
                  <a:pt x="1774165" y="637"/>
                </a:lnTo>
                <a:lnTo>
                  <a:pt x="1789451" y="364"/>
                </a:lnTo>
                <a:lnTo>
                  <a:pt x="1804644" y="1274"/>
                </a:lnTo>
                <a:lnTo>
                  <a:pt x="1819747" y="3366"/>
                </a:lnTo>
                <a:lnTo>
                  <a:pt x="1834668" y="6459"/>
                </a:lnTo>
                <a:lnTo>
                  <a:pt x="1849590" y="10827"/>
                </a:lnTo>
                <a:lnTo>
                  <a:pt x="1864420" y="16285"/>
                </a:lnTo>
                <a:lnTo>
                  <a:pt x="1879250" y="22837"/>
                </a:lnTo>
                <a:lnTo>
                  <a:pt x="1894080" y="30661"/>
                </a:lnTo>
                <a:lnTo>
                  <a:pt x="1909456" y="40305"/>
                </a:lnTo>
                <a:lnTo>
                  <a:pt x="1917827" y="46492"/>
                </a:lnTo>
                <a:lnTo>
                  <a:pt x="1926470" y="53862"/>
                </a:lnTo>
                <a:lnTo>
                  <a:pt x="1934931" y="62231"/>
                </a:lnTo>
                <a:lnTo>
                  <a:pt x="1942574" y="70603"/>
                </a:lnTo>
                <a:lnTo>
                  <a:pt x="1949488" y="77244"/>
                </a:lnTo>
                <a:lnTo>
                  <a:pt x="1972325" y="95532"/>
                </a:lnTo>
                <a:lnTo>
                  <a:pt x="2004988" y="121735"/>
                </a:lnTo>
                <a:lnTo>
                  <a:pt x="2012813" y="126739"/>
                </a:lnTo>
                <a:lnTo>
                  <a:pt x="2019818" y="129559"/>
                </a:lnTo>
                <a:lnTo>
                  <a:pt x="2026824" y="131288"/>
                </a:lnTo>
                <a:lnTo>
                  <a:pt x="2033921" y="132380"/>
                </a:lnTo>
                <a:lnTo>
                  <a:pt x="2041017" y="132926"/>
                </a:lnTo>
                <a:lnTo>
                  <a:pt x="2048114" y="132652"/>
                </a:lnTo>
                <a:lnTo>
                  <a:pt x="2055119" y="131470"/>
                </a:lnTo>
                <a:lnTo>
                  <a:pt x="2062125" y="129559"/>
                </a:lnTo>
                <a:lnTo>
                  <a:pt x="2079594" y="122462"/>
                </a:lnTo>
                <a:lnTo>
                  <a:pt x="2089329" y="117367"/>
                </a:lnTo>
                <a:lnTo>
                  <a:pt x="2107343" y="105449"/>
                </a:lnTo>
                <a:lnTo>
                  <a:pt x="2124357" y="92620"/>
                </a:lnTo>
                <a:lnTo>
                  <a:pt x="2140188" y="78973"/>
                </a:lnTo>
                <a:lnTo>
                  <a:pt x="2155474" y="65598"/>
                </a:lnTo>
                <a:lnTo>
                  <a:pt x="2171305" y="54134"/>
                </a:lnTo>
                <a:lnTo>
                  <a:pt x="2187318" y="44035"/>
                </a:lnTo>
                <a:lnTo>
                  <a:pt x="2203239" y="34937"/>
                </a:lnTo>
                <a:lnTo>
                  <a:pt x="2219071" y="26840"/>
                </a:lnTo>
                <a:lnTo>
                  <a:pt x="2234811" y="19834"/>
                </a:lnTo>
                <a:lnTo>
                  <a:pt x="2250460" y="13829"/>
                </a:lnTo>
                <a:lnTo>
                  <a:pt x="2266018" y="8825"/>
                </a:lnTo>
                <a:lnTo>
                  <a:pt x="2281485" y="5004"/>
                </a:lnTo>
                <a:lnTo>
                  <a:pt x="2296952" y="2184"/>
                </a:lnTo>
                <a:lnTo>
                  <a:pt x="2312328" y="546"/>
                </a:lnTo>
                <a:lnTo>
                  <a:pt x="2327613" y="0"/>
                </a:lnTo>
                <a:lnTo>
                  <a:pt x="2342807" y="454"/>
                </a:lnTo>
                <a:lnTo>
                  <a:pt x="2358001" y="2092"/>
                </a:lnTo>
                <a:lnTo>
                  <a:pt x="2373013" y="4822"/>
                </a:lnTo>
                <a:lnTo>
                  <a:pt x="2387935" y="8733"/>
                </a:lnTo>
                <a:lnTo>
                  <a:pt x="2402765" y="13829"/>
                </a:lnTo>
                <a:lnTo>
                  <a:pt x="2417595" y="20016"/>
                </a:lnTo>
                <a:lnTo>
                  <a:pt x="2432426" y="27295"/>
                </a:lnTo>
                <a:lnTo>
                  <a:pt x="2447437" y="36028"/>
                </a:lnTo>
                <a:lnTo>
                  <a:pt x="2455444" y="41488"/>
                </a:lnTo>
                <a:lnTo>
                  <a:pt x="2463905" y="48038"/>
                </a:lnTo>
                <a:lnTo>
                  <a:pt x="2472549" y="55681"/>
                </a:lnTo>
                <a:lnTo>
                  <a:pt x="2495203" y="78609"/>
                </a:lnTo>
                <a:lnTo>
                  <a:pt x="2542697" y="116913"/>
                </a:lnTo>
              </a:path>
            </a:pathLst>
          </a:custGeom>
          <a:noFill xmlns:a="http://schemas.openxmlformats.org/drawingml/2006/main"/>
          <a:ln xmlns:a="http://schemas.openxmlformats.org/drawingml/2006/main" w="14193">
            <a:solidFill>
              <a:srgbClr val="7030A0">
                <a:alpha val="60000"/>
              </a:srgbClr>
            </a:solidFill>
            <a:prstDash val="solid"/>
          </a:ln>
        </p:spPr>
      </p:sp>
      <p:sp>
        <p:nvSpPr>
          <p:cNvPr id="145" name="pdf-path-281">
            <a:extLst xmlns:a="http://schemas.openxmlformats.org/drawingml/2006/main">
              <a:ext uri="{FF2B5EF4-FFF2-40B4-BE49-F238E27FC236}">
                <a16:creationId xmlns:a16="http://schemas.microsoft.com/office/drawing/2014/main" id="{5658BF9B-61E0-4886-A5B3-C5F59E2A8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68" y="1985037"/>
            <a:ext cx="2480555" cy="130378"/>
          </a:xfrm>
          <a:custGeom xmlns:a="http://schemas.openxmlformats.org/drawingml/2006/main">
            <a:pathLst>
              <a:path w="2480555" h="130378">
                <a:moveTo>
                  <a:pt x="0" y="95896"/>
                </a:moveTo>
                <a:lnTo>
                  <a:pt x="18469" y="83886"/>
                </a:lnTo>
                <a:lnTo>
                  <a:pt x="37485" y="73332"/>
                </a:lnTo>
                <a:lnTo>
                  <a:pt x="64688" y="59593"/>
                </a:lnTo>
                <a:lnTo>
                  <a:pt x="105904" y="40305"/>
                </a:lnTo>
                <a:lnTo>
                  <a:pt x="134837" y="27931"/>
                </a:lnTo>
                <a:lnTo>
                  <a:pt x="154671" y="20380"/>
                </a:lnTo>
                <a:lnTo>
                  <a:pt x="173049" y="14648"/>
                </a:lnTo>
                <a:lnTo>
                  <a:pt x="190518" y="10644"/>
                </a:lnTo>
                <a:lnTo>
                  <a:pt x="206894" y="8279"/>
                </a:lnTo>
                <a:lnTo>
                  <a:pt x="222180" y="7551"/>
                </a:lnTo>
                <a:lnTo>
                  <a:pt x="231824" y="7916"/>
                </a:lnTo>
                <a:lnTo>
                  <a:pt x="241195" y="9098"/>
                </a:lnTo>
                <a:lnTo>
                  <a:pt x="250385" y="11099"/>
                </a:lnTo>
                <a:lnTo>
                  <a:pt x="259756" y="14193"/>
                </a:lnTo>
                <a:lnTo>
                  <a:pt x="268581" y="18378"/>
                </a:lnTo>
                <a:lnTo>
                  <a:pt x="272493" y="21108"/>
                </a:lnTo>
                <a:lnTo>
                  <a:pt x="279681" y="28568"/>
                </a:lnTo>
                <a:lnTo>
                  <a:pt x="284048" y="33027"/>
                </a:lnTo>
                <a:lnTo>
                  <a:pt x="296240" y="42307"/>
                </a:lnTo>
                <a:lnTo>
                  <a:pt x="312253" y="52952"/>
                </a:lnTo>
                <a:lnTo>
                  <a:pt x="342095" y="71512"/>
                </a:lnTo>
                <a:lnTo>
                  <a:pt x="353923" y="78063"/>
                </a:lnTo>
                <a:lnTo>
                  <a:pt x="367297" y="84341"/>
                </a:lnTo>
                <a:lnTo>
                  <a:pt x="382582" y="89981"/>
                </a:lnTo>
                <a:lnTo>
                  <a:pt x="399596" y="94804"/>
                </a:lnTo>
                <a:lnTo>
                  <a:pt x="417975" y="98898"/>
                </a:lnTo>
                <a:lnTo>
                  <a:pt x="436535" y="103811"/>
                </a:lnTo>
                <a:lnTo>
                  <a:pt x="454186" y="111636"/>
                </a:lnTo>
                <a:lnTo>
                  <a:pt x="471018" y="122372"/>
                </a:lnTo>
                <a:lnTo>
                  <a:pt x="483846" y="129651"/>
                </a:lnTo>
                <a:lnTo>
                  <a:pt x="491580" y="130378"/>
                </a:lnTo>
                <a:lnTo>
                  <a:pt x="497403" y="128013"/>
                </a:lnTo>
                <a:lnTo>
                  <a:pt x="513689" y="115912"/>
                </a:lnTo>
                <a:lnTo>
                  <a:pt x="526881" y="104266"/>
                </a:lnTo>
                <a:lnTo>
                  <a:pt x="534887" y="97988"/>
                </a:lnTo>
                <a:lnTo>
                  <a:pt x="552811" y="85979"/>
                </a:lnTo>
                <a:lnTo>
                  <a:pt x="571645" y="75333"/>
                </a:lnTo>
                <a:lnTo>
                  <a:pt x="598394" y="61504"/>
                </a:lnTo>
                <a:lnTo>
                  <a:pt x="638790" y="42215"/>
                </a:lnTo>
                <a:lnTo>
                  <a:pt x="667177" y="29933"/>
                </a:lnTo>
                <a:lnTo>
                  <a:pt x="686465" y="22472"/>
                </a:lnTo>
                <a:lnTo>
                  <a:pt x="704206" y="16558"/>
                </a:lnTo>
                <a:lnTo>
                  <a:pt x="720856" y="12464"/>
                </a:lnTo>
                <a:lnTo>
                  <a:pt x="736506" y="10008"/>
                </a:lnTo>
                <a:lnTo>
                  <a:pt x="750971" y="9006"/>
                </a:lnTo>
                <a:lnTo>
                  <a:pt x="760070" y="9280"/>
                </a:lnTo>
                <a:lnTo>
                  <a:pt x="768895" y="10280"/>
                </a:lnTo>
                <a:lnTo>
                  <a:pt x="777720" y="12191"/>
                </a:lnTo>
                <a:lnTo>
                  <a:pt x="786637" y="15194"/>
                </a:lnTo>
                <a:lnTo>
                  <a:pt x="794734" y="19470"/>
                </a:lnTo>
                <a:lnTo>
                  <a:pt x="798192" y="22382"/>
                </a:lnTo>
                <a:lnTo>
                  <a:pt x="805379" y="30206"/>
                </a:lnTo>
                <a:lnTo>
                  <a:pt x="816570" y="38849"/>
                </a:lnTo>
                <a:lnTo>
                  <a:pt x="831492" y="48948"/>
                </a:lnTo>
                <a:lnTo>
                  <a:pt x="871342" y="72877"/>
                </a:lnTo>
                <a:lnTo>
                  <a:pt x="883898" y="79246"/>
                </a:lnTo>
                <a:lnTo>
                  <a:pt x="898091" y="85159"/>
                </a:lnTo>
                <a:lnTo>
                  <a:pt x="914195" y="90254"/>
                </a:lnTo>
                <a:lnTo>
                  <a:pt x="950133" y="99080"/>
                </a:lnTo>
                <a:lnTo>
                  <a:pt x="968057" y="105449"/>
                </a:lnTo>
                <a:lnTo>
                  <a:pt x="984797" y="115183"/>
                </a:lnTo>
                <a:lnTo>
                  <a:pt x="999901" y="126375"/>
                </a:lnTo>
                <a:lnTo>
                  <a:pt x="1009363" y="130014"/>
                </a:lnTo>
                <a:lnTo>
                  <a:pt x="1015913" y="129013"/>
                </a:lnTo>
                <a:lnTo>
                  <a:pt x="1021464" y="125738"/>
                </a:lnTo>
                <a:lnTo>
                  <a:pt x="1032745" y="117276"/>
                </a:lnTo>
                <a:lnTo>
                  <a:pt x="1053854" y="98443"/>
                </a:lnTo>
                <a:lnTo>
                  <a:pt x="1062497" y="92074"/>
                </a:lnTo>
                <a:lnTo>
                  <a:pt x="1081240" y="80247"/>
                </a:lnTo>
                <a:lnTo>
                  <a:pt x="1108898" y="65143"/>
                </a:lnTo>
                <a:lnTo>
                  <a:pt x="1143380" y="48038"/>
                </a:lnTo>
                <a:lnTo>
                  <a:pt x="1181412" y="30569"/>
                </a:lnTo>
                <a:lnTo>
                  <a:pt x="1208161" y="19562"/>
                </a:lnTo>
                <a:lnTo>
                  <a:pt x="1226357" y="13102"/>
                </a:lnTo>
                <a:lnTo>
                  <a:pt x="1243371" y="8370"/>
                </a:lnTo>
                <a:lnTo>
                  <a:pt x="1259475" y="5367"/>
                </a:lnTo>
                <a:lnTo>
                  <a:pt x="1274396" y="3912"/>
                </a:lnTo>
                <a:lnTo>
                  <a:pt x="1288407" y="4003"/>
                </a:lnTo>
                <a:lnTo>
                  <a:pt x="1297505" y="5094"/>
                </a:lnTo>
                <a:lnTo>
                  <a:pt x="1306421" y="7005"/>
                </a:lnTo>
                <a:lnTo>
                  <a:pt x="1315611" y="10008"/>
                </a:lnTo>
                <a:lnTo>
                  <a:pt x="1324072" y="14284"/>
                </a:lnTo>
                <a:lnTo>
                  <a:pt x="1327894" y="17104"/>
                </a:lnTo>
                <a:lnTo>
                  <a:pt x="1339904" y="29023"/>
                </a:lnTo>
                <a:lnTo>
                  <a:pt x="1360556" y="43671"/>
                </a:lnTo>
                <a:lnTo>
                  <a:pt x="1399952" y="68055"/>
                </a:lnTo>
                <a:lnTo>
                  <a:pt x="1412144" y="74696"/>
                </a:lnTo>
                <a:lnTo>
                  <a:pt x="1426064" y="80975"/>
                </a:lnTo>
                <a:lnTo>
                  <a:pt x="1441895" y="86615"/>
                </a:lnTo>
                <a:lnTo>
                  <a:pt x="1459273" y="91528"/>
                </a:lnTo>
                <a:lnTo>
                  <a:pt x="1477651" y="96169"/>
                </a:lnTo>
                <a:lnTo>
                  <a:pt x="1495666" y="102446"/>
                </a:lnTo>
                <a:lnTo>
                  <a:pt x="1512680" y="111908"/>
                </a:lnTo>
                <a:lnTo>
                  <a:pt x="1528602" y="123554"/>
                </a:lnTo>
                <a:lnTo>
                  <a:pt x="1539519" y="129286"/>
                </a:lnTo>
                <a:lnTo>
                  <a:pt x="1546799" y="129105"/>
                </a:lnTo>
                <a:lnTo>
                  <a:pt x="1552712" y="126101"/>
                </a:lnTo>
                <a:lnTo>
                  <a:pt x="1564267" y="117731"/>
                </a:lnTo>
                <a:lnTo>
                  <a:pt x="1577732" y="104812"/>
                </a:lnTo>
                <a:lnTo>
                  <a:pt x="1585647" y="98079"/>
                </a:lnTo>
                <a:lnTo>
                  <a:pt x="1594291" y="91528"/>
                </a:lnTo>
                <a:lnTo>
                  <a:pt x="1603571" y="85251"/>
                </a:lnTo>
                <a:lnTo>
                  <a:pt x="1622860" y="73969"/>
                </a:lnTo>
                <a:lnTo>
                  <a:pt x="1650518" y="59411"/>
                </a:lnTo>
                <a:lnTo>
                  <a:pt x="1692735" y="39031"/>
                </a:lnTo>
                <a:lnTo>
                  <a:pt x="1722395" y="25657"/>
                </a:lnTo>
                <a:lnTo>
                  <a:pt x="1748871" y="14921"/>
                </a:lnTo>
                <a:lnTo>
                  <a:pt x="1766886" y="8734"/>
                </a:lnTo>
                <a:lnTo>
                  <a:pt x="1783809" y="4185"/>
                </a:lnTo>
                <a:lnTo>
                  <a:pt x="1799640" y="1273"/>
                </a:lnTo>
                <a:lnTo>
                  <a:pt x="1814560" y="0"/>
                </a:lnTo>
                <a:lnTo>
                  <a:pt x="1823931" y="0"/>
                </a:lnTo>
                <a:lnTo>
                  <a:pt x="1833121" y="727"/>
                </a:lnTo>
                <a:lnTo>
                  <a:pt x="1842219" y="2365"/>
                </a:lnTo>
                <a:lnTo>
                  <a:pt x="1851409" y="5004"/>
                </a:lnTo>
                <a:lnTo>
                  <a:pt x="1860325" y="8825"/>
                </a:lnTo>
                <a:lnTo>
                  <a:pt x="1864328" y="11190"/>
                </a:lnTo>
                <a:lnTo>
                  <a:pt x="1868058" y="14193"/>
                </a:lnTo>
                <a:lnTo>
                  <a:pt x="1875701" y="22109"/>
                </a:lnTo>
                <a:lnTo>
                  <a:pt x="1887438" y="31025"/>
                </a:lnTo>
                <a:lnTo>
                  <a:pt x="1902632" y="41579"/>
                </a:lnTo>
                <a:lnTo>
                  <a:pt x="1943301" y="66690"/>
                </a:lnTo>
                <a:lnTo>
                  <a:pt x="1956221" y="73332"/>
                </a:lnTo>
                <a:lnTo>
                  <a:pt x="1970869" y="79519"/>
                </a:lnTo>
                <a:lnTo>
                  <a:pt x="1987337" y="85068"/>
                </a:lnTo>
                <a:lnTo>
                  <a:pt x="2023821" y="95167"/>
                </a:lnTo>
                <a:lnTo>
                  <a:pt x="2041654" y="102628"/>
                </a:lnTo>
                <a:lnTo>
                  <a:pt x="2058576" y="113000"/>
                </a:lnTo>
                <a:lnTo>
                  <a:pt x="2073953" y="124192"/>
                </a:lnTo>
                <a:lnTo>
                  <a:pt x="2083870" y="128013"/>
                </a:lnTo>
                <a:lnTo>
                  <a:pt x="2090784" y="127102"/>
                </a:lnTo>
                <a:lnTo>
                  <a:pt x="2096880" y="124009"/>
                </a:lnTo>
                <a:lnTo>
                  <a:pt x="2102794" y="120188"/>
                </a:lnTo>
                <a:lnTo>
                  <a:pt x="2108890" y="115275"/>
                </a:lnTo>
                <a:lnTo>
                  <a:pt x="2122992" y="102173"/>
                </a:lnTo>
                <a:lnTo>
                  <a:pt x="2131272" y="95532"/>
                </a:lnTo>
                <a:lnTo>
                  <a:pt x="2140279" y="89072"/>
                </a:lnTo>
                <a:lnTo>
                  <a:pt x="2159567" y="77335"/>
                </a:lnTo>
                <a:lnTo>
                  <a:pt x="2187954" y="62323"/>
                </a:lnTo>
                <a:lnTo>
                  <a:pt x="2223074" y="45309"/>
                </a:lnTo>
                <a:lnTo>
                  <a:pt x="2261650" y="27749"/>
                </a:lnTo>
                <a:lnTo>
                  <a:pt x="2288763" y="16650"/>
                </a:lnTo>
                <a:lnTo>
                  <a:pt x="2307323" y="10098"/>
                </a:lnTo>
                <a:lnTo>
                  <a:pt x="2324701" y="5367"/>
                </a:lnTo>
                <a:lnTo>
                  <a:pt x="2340987" y="2274"/>
                </a:lnTo>
                <a:lnTo>
                  <a:pt x="2356363" y="727"/>
                </a:lnTo>
                <a:lnTo>
                  <a:pt x="2370739" y="818"/>
                </a:lnTo>
                <a:lnTo>
                  <a:pt x="2380019" y="1819"/>
                </a:lnTo>
                <a:lnTo>
                  <a:pt x="2389117" y="3730"/>
                </a:lnTo>
                <a:lnTo>
                  <a:pt x="2398397" y="6550"/>
                </a:lnTo>
                <a:lnTo>
                  <a:pt x="2407314" y="10644"/>
                </a:lnTo>
                <a:lnTo>
                  <a:pt x="2411226" y="13192"/>
                </a:lnTo>
                <a:lnTo>
                  <a:pt x="2418505" y="20380"/>
                </a:lnTo>
                <a:lnTo>
                  <a:pt x="2422872" y="24656"/>
                </a:lnTo>
                <a:lnTo>
                  <a:pt x="2442523" y="39031"/>
                </a:lnTo>
                <a:lnTo>
                  <a:pt x="2469910" y="56864"/>
                </a:lnTo>
                <a:lnTo>
                  <a:pt x="2480555" y="63505"/>
                </a:lnTo>
              </a:path>
            </a:pathLst>
          </a:custGeom>
          <a:noFill xmlns:a="http://schemas.openxmlformats.org/drawingml/2006/main"/>
          <a:ln xmlns:a="http://schemas.openxmlformats.org/drawingml/2006/main" w="14193">
            <a:solidFill>
              <a:srgbClr val="7030A0">
                <a:alpha val="60000"/>
              </a:srgbClr>
            </a:solidFill>
            <a:prstDash val="solid"/>
          </a:ln>
        </p:spPr>
      </p:sp>
      <p:sp>
        <p:nvSpPr>
          <p:cNvPr id="146" name="pdf-path-282">
            <a:extLst xmlns:a="http://schemas.openxmlformats.org/drawingml/2006/main">
              <a:ext uri="{FF2B5EF4-FFF2-40B4-BE49-F238E27FC236}">
                <a16:creationId xmlns:a16="http://schemas.microsoft.com/office/drawing/2014/main" id="{31819944-9C27-4EA0-A82A-F50FF0CD8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823" y="493738"/>
            <a:ext cx="426982" cy="432350"/>
          </a:xfrm>
          <a:custGeom xmlns:a="http://schemas.openxmlformats.org/drawingml/2006/main">
            <a:pathLst>
              <a:path w="426982" h="432350">
                <a:moveTo>
                  <a:pt x="0" y="0"/>
                </a:moveTo>
                <a:lnTo>
                  <a:pt x="426982" y="432350"/>
                </a:lnTo>
              </a:path>
            </a:pathLst>
          </a:custGeom>
          <a:noFill xmlns:a="http://schemas.openxmlformats.org/drawingml/2006/main"/>
          <a:ln xmlns:a="http://schemas.openxmlformats.org/drawingml/2006/main" w="31662">
            <a:solidFill>
              <a:srgbClr val="CB297B">
                <a:alpha val="80000"/>
              </a:srgbClr>
            </a:solidFill>
            <a:prstDash val="dash"/>
          </a:ln>
        </p:spPr>
      </p:sp>
      <p:sp>
        <p:nvSpPr>
          <p:cNvPr id="147" name="pdf-path-283">
            <a:extLst xmlns:a="http://schemas.openxmlformats.org/drawingml/2006/main">
              <a:ext uri="{FF2B5EF4-FFF2-40B4-BE49-F238E27FC236}">
                <a16:creationId xmlns:a16="http://schemas.microsoft.com/office/drawing/2014/main" id="{F1DBB685-6E57-4C4E-8868-16583542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0163" y="462621"/>
            <a:ext cx="564367" cy="63324"/>
          </a:xfrm>
          <a:custGeom xmlns:a="http://schemas.openxmlformats.org/drawingml/2006/main">
            <a:pathLst>
              <a:path w="564367" h="63324">
                <a:moveTo>
                  <a:pt x="532705" y="0"/>
                </a:moveTo>
                <a:lnTo>
                  <a:pt x="564367" y="0"/>
                </a:lnTo>
                <a:lnTo>
                  <a:pt x="564367" y="31663"/>
                </a:lnTo>
                <a:lnTo>
                  <a:pt x="532705" y="31663"/>
                </a:lnTo>
                <a:close/>
                <a:moveTo>
                  <a:pt x="469380" y="0"/>
                </a:moveTo>
                <a:lnTo>
                  <a:pt x="501042" y="0"/>
                </a:lnTo>
                <a:lnTo>
                  <a:pt x="501042" y="31663"/>
                </a:lnTo>
                <a:lnTo>
                  <a:pt x="469380" y="31663"/>
                </a:lnTo>
                <a:close/>
                <a:moveTo>
                  <a:pt x="406056" y="0"/>
                </a:moveTo>
                <a:lnTo>
                  <a:pt x="437718" y="0"/>
                </a:lnTo>
                <a:lnTo>
                  <a:pt x="437718" y="31663"/>
                </a:lnTo>
                <a:lnTo>
                  <a:pt x="406056" y="31663"/>
                </a:lnTo>
                <a:close/>
                <a:moveTo>
                  <a:pt x="342733" y="0"/>
                </a:moveTo>
                <a:lnTo>
                  <a:pt x="374395" y="0"/>
                </a:lnTo>
                <a:lnTo>
                  <a:pt x="374395" y="31663"/>
                </a:lnTo>
                <a:lnTo>
                  <a:pt x="342733" y="31663"/>
                </a:lnTo>
                <a:close/>
                <a:moveTo>
                  <a:pt x="279408" y="0"/>
                </a:moveTo>
                <a:lnTo>
                  <a:pt x="311070" y="0"/>
                </a:lnTo>
                <a:lnTo>
                  <a:pt x="311070" y="31663"/>
                </a:lnTo>
                <a:lnTo>
                  <a:pt x="279408" y="31663"/>
                </a:lnTo>
                <a:close/>
                <a:moveTo>
                  <a:pt x="216084" y="0"/>
                </a:moveTo>
                <a:lnTo>
                  <a:pt x="247746" y="0"/>
                </a:lnTo>
                <a:lnTo>
                  <a:pt x="247746" y="31663"/>
                </a:lnTo>
                <a:lnTo>
                  <a:pt x="216084" y="31663"/>
                </a:lnTo>
                <a:close/>
                <a:moveTo>
                  <a:pt x="152760" y="0"/>
                </a:moveTo>
                <a:lnTo>
                  <a:pt x="184422" y="0"/>
                </a:lnTo>
                <a:lnTo>
                  <a:pt x="184422" y="31663"/>
                </a:lnTo>
                <a:lnTo>
                  <a:pt x="152760" y="31663"/>
                </a:lnTo>
                <a:close/>
                <a:moveTo>
                  <a:pt x="89436" y="0"/>
                </a:moveTo>
                <a:lnTo>
                  <a:pt x="121098" y="0"/>
                </a:lnTo>
                <a:lnTo>
                  <a:pt x="121098" y="31663"/>
                </a:lnTo>
                <a:lnTo>
                  <a:pt x="89436" y="31663"/>
                </a:lnTo>
                <a:close/>
                <a:moveTo>
                  <a:pt x="94985" y="-31662"/>
                </a:moveTo>
                <a:lnTo>
                  <a:pt x="0" y="15831"/>
                </a:lnTo>
                <a:lnTo>
                  <a:pt x="94985" y="63324"/>
                </a:lnTo>
                <a:lnTo>
                  <a:pt x="94985" y="-31662"/>
                </a:lnTo>
              </a:path>
            </a:pathLst>
          </a:custGeom>
          <a:solidFill xmlns:a="http://schemas.openxmlformats.org/drawingml/2006/main">
            <a:srgbClr val="CB297B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pdf-path-284">
            <a:extLst xmlns:a="http://schemas.openxmlformats.org/drawingml/2006/main">
              <a:ext uri="{FF2B5EF4-FFF2-40B4-BE49-F238E27FC236}">
                <a16:creationId xmlns:a16="http://schemas.microsoft.com/office/drawing/2014/main" id="{79217537-624E-469F-812D-233214E96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3144" y="493738"/>
            <a:ext cx="446270" cy="441722"/>
          </a:xfrm>
          <a:custGeom xmlns:a="http://schemas.openxmlformats.org/drawingml/2006/main">
            <a:pathLst>
              <a:path w="446270" h="441722">
                <a:moveTo>
                  <a:pt x="446270" y="0"/>
                </a:moveTo>
                <a:lnTo>
                  <a:pt x="0" y="441722"/>
                </a:lnTo>
              </a:path>
            </a:pathLst>
          </a:custGeom>
          <a:noFill xmlns:a="http://schemas.openxmlformats.org/drawingml/2006/main"/>
          <a:ln xmlns:a="http://schemas.openxmlformats.org/drawingml/2006/main" w="31662">
            <a:solidFill>
              <a:srgbClr val="CB297B">
                <a:alpha val="80000"/>
              </a:srgbClr>
            </a:solidFill>
            <a:prstDash val="dash"/>
          </a:ln>
        </p:spPr>
      </p:sp>
      <p:sp>
        <p:nvSpPr>
          <p:cNvPr id="149" name="pdf-path-285">
            <a:extLst xmlns:a="http://schemas.openxmlformats.org/drawingml/2006/main">
              <a:ext uri="{FF2B5EF4-FFF2-40B4-BE49-F238E27FC236}">
                <a16:creationId xmlns:a16="http://schemas.microsoft.com/office/drawing/2014/main" id="{896CA324-EB9A-42B1-A58C-C370E3E3E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0432" y="462621"/>
            <a:ext cx="572737" cy="63324"/>
          </a:xfrm>
          <a:custGeom xmlns:a="http://schemas.openxmlformats.org/drawingml/2006/main">
            <a:pathLst>
              <a:path w="572737" h="63324">
                <a:moveTo>
                  <a:pt x="0" y="0"/>
                </a:moveTo>
                <a:lnTo>
                  <a:pt x="31662" y="0"/>
                </a:lnTo>
                <a:lnTo>
                  <a:pt x="31662" y="31663"/>
                </a:lnTo>
                <a:lnTo>
                  <a:pt x="0" y="31663"/>
                </a:lnTo>
                <a:close/>
                <a:moveTo>
                  <a:pt x="63324" y="0"/>
                </a:moveTo>
                <a:lnTo>
                  <a:pt x="94986" y="0"/>
                </a:lnTo>
                <a:lnTo>
                  <a:pt x="94986" y="31663"/>
                </a:lnTo>
                <a:lnTo>
                  <a:pt x="63324" y="31663"/>
                </a:lnTo>
                <a:close/>
                <a:moveTo>
                  <a:pt x="126648" y="0"/>
                </a:moveTo>
                <a:lnTo>
                  <a:pt x="158310" y="0"/>
                </a:lnTo>
                <a:lnTo>
                  <a:pt x="158310" y="31663"/>
                </a:lnTo>
                <a:lnTo>
                  <a:pt x="126648" y="31663"/>
                </a:lnTo>
                <a:close/>
                <a:moveTo>
                  <a:pt x="189972" y="0"/>
                </a:moveTo>
                <a:lnTo>
                  <a:pt x="221634" y="0"/>
                </a:lnTo>
                <a:lnTo>
                  <a:pt x="221634" y="31663"/>
                </a:lnTo>
                <a:lnTo>
                  <a:pt x="189972" y="31663"/>
                </a:lnTo>
                <a:close/>
                <a:moveTo>
                  <a:pt x="253296" y="0"/>
                </a:moveTo>
                <a:lnTo>
                  <a:pt x="284958" y="0"/>
                </a:lnTo>
                <a:lnTo>
                  <a:pt x="284958" y="31663"/>
                </a:lnTo>
                <a:lnTo>
                  <a:pt x="253296" y="31663"/>
                </a:lnTo>
                <a:close/>
                <a:moveTo>
                  <a:pt x="316620" y="0"/>
                </a:moveTo>
                <a:lnTo>
                  <a:pt x="348282" y="0"/>
                </a:lnTo>
                <a:lnTo>
                  <a:pt x="348282" y="31663"/>
                </a:lnTo>
                <a:lnTo>
                  <a:pt x="316620" y="31663"/>
                </a:lnTo>
                <a:close/>
                <a:moveTo>
                  <a:pt x="379944" y="0"/>
                </a:moveTo>
                <a:lnTo>
                  <a:pt x="411606" y="0"/>
                </a:lnTo>
                <a:lnTo>
                  <a:pt x="411606" y="31663"/>
                </a:lnTo>
                <a:lnTo>
                  <a:pt x="379944" y="31663"/>
                </a:lnTo>
                <a:close/>
                <a:moveTo>
                  <a:pt x="443268" y="0"/>
                </a:moveTo>
                <a:lnTo>
                  <a:pt x="474930" y="0"/>
                </a:lnTo>
                <a:lnTo>
                  <a:pt x="474930" y="31663"/>
                </a:lnTo>
                <a:lnTo>
                  <a:pt x="443268" y="31663"/>
                </a:lnTo>
                <a:close/>
                <a:moveTo>
                  <a:pt x="477750" y="-31662"/>
                </a:moveTo>
                <a:lnTo>
                  <a:pt x="572737" y="15831"/>
                </a:lnTo>
                <a:lnTo>
                  <a:pt x="477750" y="63324"/>
                </a:lnTo>
                <a:lnTo>
                  <a:pt x="477750" y="-31662"/>
                </a:lnTo>
              </a:path>
            </a:pathLst>
          </a:custGeom>
          <a:solidFill xmlns:a="http://schemas.openxmlformats.org/drawingml/2006/main">
            <a:srgbClr val="CB297B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" name="pdf-path-287">
            <a:extLst xmlns:a="http://schemas.openxmlformats.org/drawingml/2006/main">
              <a:ext uri="{FF2B5EF4-FFF2-40B4-BE49-F238E27FC236}">
                <a16:creationId xmlns:a16="http://schemas.microsoft.com/office/drawing/2014/main" id="{0320AE0B-9868-491D-B405-3ED7D5282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7884" y="831557"/>
            <a:ext cx="204894" cy="131652"/>
          </a:xfrm>
          <a:custGeom xmlns:a="http://schemas.openxmlformats.org/drawingml/2006/main">
            <a:pathLst>
              <a:path w="204894" h="131652">
                <a:moveTo>
                  <a:pt x="51314" y="40032"/>
                </a:moveTo>
                <a:cubicBezTo>
                  <a:pt x="46584" y="49677"/>
                  <a:pt x="41671" y="55317"/>
                  <a:pt x="36758" y="57046"/>
                </a:cubicBezTo>
                <a:cubicBezTo>
                  <a:pt x="31845" y="58684"/>
                  <a:pt x="25202" y="57410"/>
                  <a:pt x="16651" y="53225"/>
                </a:cubicBezTo>
                <a:cubicBezTo>
                  <a:pt x="8281" y="49039"/>
                  <a:pt x="3275" y="44581"/>
                  <a:pt x="1639" y="39759"/>
                </a:cubicBezTo>
                <a:cubicBezTo>
                  <a:pt x="0" y="34846"/>
                  <a:pt x="1456" y="27841"/>
                  <a:pt x="6097" y="18651"/>
                </a:cubicBezTo>
                <a:cubicBezTo>
                  <a:pt x="10827" y="9007"/>
                  <a:pt x="15650" y="3275"/>
                  <a:pt x="20563" y="1638"/>
                </a:cubicBezTo>
                <a:cubicBezTo>
                  <a:pt x="25476" y="0"/>
                  <a:pt x="32208" y="1273"/>
                  <a:pt x="40670" y="5459"/>
                </a:cubicBezTo>
                <a:cubicBezTo>
                  <a:pt x="49040" y="9644"/>
                  <a:pt x="54136" y="14103"/>
                  <a:pt x="55681" y="18924"/>
                </a:cubicBezTo>
                <a:cubicBezTo>
                  <a:pt x="57319" y="23747"/>
                  <a:pt x="55865" y="30843"/>
                  <a:pt x="51314" y="40032"/>
                </a:cubicBezTo>
                <a:moveTo>
                  <a:pt x="125194" y="76608"/>
                </a:moveTo>
                <a:cubicBezTo>
                  <a:pt x="120371" y="86252"/>
                  <a:pt x="115458" y="91893"/>
                  <a:pt x="110545" y="93531"/>
                </a:cubicBezTo>
                <a:cubicBezTo>
                  <a:pt x="105541" y="95167"/>
                  <a:pt x="98898" y="93894"/>
                  <a:pt x="90528" y="89709"/>
                </a:cubicBezTo>
                <a:cubicBezTo>
                  <a:pt x="82068" y="85524"/>
                  <a:pt x="76973" y="80974"/>
                  <a:pt x="75334" y="76153"/>
                </a:cubicBezTo>
                <a:cubicBezTo>
                  <a:pt x="73698" y="71330"/>
                  <a:pt x="75152" y="64324"/>
                  <a:pt x="79701" y="55045"/>
                </a:cubicBezTo>
                <a:cubicBezTo>
                  <a:pt x="84523" y="45400"/>
                  <a:pt x="89346" y="39759"/>
                  <a:pt x="94259" y="38121"/>
                </a:cubicBezTo>
                <a:cubicBezTo>
                  <a:pt x="99172" y="36484"/>
                  <a:pt x="105904" y="37758"/>
                  <a:pt x="114366" y="41943"/>
                </a:cubicBezTo>
                <a:cubicBezTo>
                  <a:pt x="122736" y="46037"/>
                  <a:pt x="127740" y="50586"/>
                  <a:pt x="129468" y="55409"/>
                </a:cubicBezTo>
                <a:cubicBezTo>
                  <a:pt x="131198" y="60322"/>
                  <a:pt x="129742" y="67327"/>
                  <a:pt x="125194" y="76608"/>
                </a:cubicBezTo>
                <a:moveTo>
                  <a:pt x="198799" y="113001"/>
                </a:moveTo>
                <a:cubicBezTo>
                  <a:pt x="194067" y="122645"/>
                  <a:pt x="189154" y="128376"/>
                  <a:pt x="184241" y="130014"/>
                </a:cubicBezTo>
                <a:cubicBezTo>
                  <a:pt x="179328" y="131652"/>
                  <a:pt x="172685" y="130378"/>
                  <a:pt x="164134" y="126193"/>
                </a:cubicBezTo>
                <a:cubicBezTo>
                  <a:pt x="155764" y="122008"/>
                  <a:pt x="150760" y="117550"/>
                  <a:pt x="149121" y="112728"/>
                </a:cubicBezTo>
                <a:cubicBezTo>
                  <a:pt x="147485" y="107905"/>
                  <a:pt x="149030" y="100809"/>
                  <a:pt x="153580" y="91619"/>
                </a:cubicBezTo>
                <a:cubicBezTo>
                  <a:pt x="158310" y="81975"/>
                  <a:pt x="163225" y="76334"/>
                  <a:pt x="168136" y="74606"/>
                </a:cubicBezTo>
                <a:cubicBezTo>
                  <a:pt x="173049" y="72968"/>
                  <a:pt x="179691" y="74242"/>
                  <a:pt x="188062" y="78336"/>
                </a:cubicBezTo>
                <a:cubicBezTo>
                  <a:pt x="196525" y="82612"/>
                  <a:pt x="201619" y="87071"/>
                  <a:pt x="203257" y="91893"/>
                </a:cubicBezTo>
                <a:cubicBezTo>
                  <a:pt x="204894" y="96805"/>
                  <a:pt x="203347" y="103811"/>
                  <a:pt x="198799" y="113001"/>
                </a:cubicBezTo>
              </a:path>
            </a:pathLst>
          </a:custGeom>
          <a:solidFill xmlns:a="http://schemas.openxmlformats.org/drawingml/2006/main">
            <a:srgbClr val="DB6A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pdf-path-289">
            <a:extLst xmlns:a="http://schemas.openxmlformats.org/drawingml/2006/main">
              <a:ext uri="{FF2B5EF4-FFF2-40B4-BE49-F238E27FC236}">
                <a16:creationId xmlns:a16="http://schemas.microsoft.com/office/drawing/2014/main" id="{A2D355F7-5F49-4DD7-ABC2-5C490073D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676" y="92230"/>
            <a:ext cx="65781" cy="178691"/>
          </a:xfrm>
          <a:custGeom xmlns:a="http://schemas.openxmlformats.org/drawingml/2006/main">
            <a:pathLst>
              <a:path w="65781" h="178691">
                <a:moveTo>
                  <a:pt x="63324" y="150123"/>
                </a:moveTo>
                <a:lnTo>
                  <a:pt x="41033" y="20289"/>
                </a:lnTo>
                <a:cubicBezTo>
                  <a:pt x="38577" y="5823"/>
                  <a:pt x="30934" y="0"/>
                  <a:pt x="18015" y="2730"/>
                </a:cubicBezTo>
                <a:cubicBezTo>
                  <a:pt x="5186" y="5550"/>
                  <a:pt x="0" y="14103"/>
                  <a:pt x="2457" y="28569"/>
                </a:cubicBezTo>
                <a:lnTo>
                  <a:pt x="24656" y="158492"/>
                </a:lnTo>
                <a:cubicBezTo>
                  <a:pt x="27204" y="172868"/>
                  <a:pt x="34847" y="178691"/>
                  <a:pt x="47766" y="175961"/>
                </a:cubicBezTo>
                <a:cubicBezTo>
                  <a:pt x="60595" y="173141"/>
                  <a:pt x="65781" y="164588"/>
                  <a:pt x="63324" y="150123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152" name="pdf-path-291">
            <a:extLst xmlns:a="http://schemas.openxmlformats.org/drawingml/2006/main">
              <a:ext uri="{FF2B5EF4-FFF2-40B4-BE49-F238E27FC236}">
                <a16:creationId xmlns:a16="http://schemas.microsoft.com/office/drawing/2014/main" id="{43E27572-36AB-44E4-B3B3-BE3667FA3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245" y="267282"/>
            <a:ext cx="46856" cy="197888"/>
          </a:xfrm>
          <a:custGeom xmlns:a="http://schemas.openxmlformats.org/drawingml/2006/main">
            <a:pathLst>
              <a:path w="46856" h="197888">
                <a:moveTo>
                  <a:pt x="46219" y="174414"/>
                </a:moveTo>
                <a:lnTo>
                  <a:pt x="39942" y="21471"/>
                </a:lnTo>
                <a:cubicBezTo>
                  <a:pt x="39396" y="6914"/>
                  <a:pt x="32481" y="0"/>
                  <a:pt x="19379" y="637"/>
                </a:cubicBezTo>
                <a:cubicBezTo>
                  <a:pt x="6278" y="1273"/>
                  <a:pt x="0" y="8916"/>
                  <a:pt x="637" y="23473"/>
                </a:cubicBezTo>
                <a:lnTo>
                  <a:pt x="6915" y="176325"/>
                </a:lnTo>
                <a:cubicBezTo>
                  <a:pt x="7461" y="190882"/>
                  <a:pt x="14376" y="197888"/>
                  <a:pt x="27476" y="197159"/>
                </a:cubicBezTo>
                <a:cubicBezTo>
                  <a:pt x="40578" y="196523"/>
                  <a:pt x="46856" y="188971"/>
                  <a:pt x="46219" y="174414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153" name="pdf-path-293">
            <a:extLst xmlns:a="http://schemas.openxmlformats.org/drawingml/2006/main">
              <a:ext uri="{FF2B5EF4-FFF2-40B4-BE49-F238E27FC236}">
                <a16:creationId xmlns:a16="http://schemas.microsoft.com/office/drawing/2014/main" id="{C11F375F-C040-4903-B937-90386A63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97" y="369092"/>
            <a:ext cx="191064" cy="110089"/>
          </a:xfrm>
          <a:custGeom xmlns:a="http://schemas.openxmlformats.org/drawingml/2006/main">
            <a:pathLst>
              <a:path w="191064" h="110089">
                <a:moveTo>
                  <a:pt x="12647" y="36939"/>
                </a:moveTo>
                <a:lnTo>
                  <a:pt x="166589" y="105722"/>
                </a:lnTo>
                <a:cubicBezTo>
                  <a:pt x="176325" y="110089"/>
                  <a:pt x="183240" y="106904"/>
                  <a:pt x="187152" y="96078"/>
                </a:cubicBezTo>
                <a:cubicBezTo>
                  <a:pt x="191064" y="85160"/>
                  <a:pt x="188152" y="77608"/>
                  <a:pt x="178417" y="73241"/>
                </a:cubicBezTo>
                <a:lnTo>
                  <a:pt x="24474" y="4367"/>
                </a:lnTo>
                <a:cubicBezTo>
                  <a:pt x="14739" y="0"/>
                  <a:pt x="7824" y="3275"/>
                  <a:pt x="3912" y="14102"/>
                </a:cubicBezTo>
                <a:cubicBezTo>
                  <a:pt x="0" y="24929"/>
                  <a:pt x="2911" y="32572"/>
                  <a:pt x="12647" y="36939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154" name="pdf-path-295">
            <a:extLst xmlns:a="http://schemas.openxmlformats.org/drawingml/2006/main">
              <a:ext uri="{FF2B5EF4-FFF2-40B4-BE49-F238E27FC236}">
                <a16:creationId xmlns:a16="http://schemas.microsoft.com/office/drawing/2014/main" id="{5676CA85-F398-435B-B331-18147751A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64" y="361358"/>
            <a:ext cx="84614" cy="74515"/>
          </a:xfrm>
          <a:custGeom xmlns:a="http://schemas.openxmlformats.org/drawingml/2006/main">
            <a:pathLst>
              <a:path w="84614" h="74515">
                <a:moveTo>
                  <a:pt x="36211" y="68146"/>
                </a:moveTo>
                <a:lnTo>
                  <a:pt x="65507" y="55409"/>
                </a:lnTo>
                <a:cubicBezTo>
                  <a:pt x="80156" y="49040"/>
                  <a:pt x="84614" y="37667"/>
                  <a:pt x="78973" y="21382"/>
                </a:cubicBezTo>
                <a:cubicBezTo>
                  <a:pt x="73241" y="5004"/>
                  <a:pt x="63051" y="0"/>
                  <a:pt x="48403" y="6369"/>
                </a:cubicBezTo>
                <a:lnTo>
                  <a:pt x="19106" y="19106"/>
                </a:lnTo>
                <a:cubicBezTo>
                  <a:pt x="4458" y="25475"/>
                  <a:pt x="0" y="36848"/>
                  <a:pt x="5731" y="53225"/>
                </a:cubicBezTo>
                <a:cubicBezTo>
                  <a:pt x="11373" y="69511"/>
                  <a:pt x="21563" y="74515"/>
                  <a:pt x="36211" y="68146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155" name="pdf-path-297">
            <a:extLst xmlns:a="http://schemas.openxmlformats.org/drawingml/2006/main">
              <a:ext uri="{FF2B5EF4-FFF2-40B4-BE49-F238E27FC236}">
                <a16:creationId xmlns:a16="http://schemas.microsoft.com/office/drawing/2014/main" id="{DBB2AC07-0FB7-4B36-90B5-768F355B6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82" y="264462"/>
            <a:ext cx="74879" cy="199434"/>
          </a:xfrm>
          <a:custGeom xmlns:a="http://schemas.openxmlformats.org/drawingml/2006/main">
            <a:pathLst>
              <a:path w="74879" h="199434">
                <a:moveTo>
                  <a:pt x="71967" y="169865"/>
                </a:moveTo>
                <a:lnTo>
                  <a:pt x="41488" y="19834"/>
                </a:lnTo>
                <a:cubicBezTo>
                  <a:pt x="38576" y="5550"/>
                  <a:pt x="30661" y="0"/>
                  <a:pt x="17832" y="3275"/>
                </a:cubicBezTo>
                <a:cubicBezTo>
                  <a:pt x="5004" y="6459"/>
                  <a:pt x="0" y="15284"/>
                  <a:pt x="2911" y="29569"/>
                </a:cubicBezTo>
                <a:lnTo>
                  <a:pt x="33482" y="179599"/>
                </a:lnTo>
                <a:cubicBezTo>
                  <a:pt x="36393" y="193884"/>
                  <a:pt x="44217" y="199434"/>
                  <a:pt x="57137" y="196158"/>
                </a:cubicBezTo>
                <a:cubicBezTo>
                  <a:pt x="69965" y="192974"/>
                  <a:pt x="74879" y="184149"/>
                  <a:pt x="71967" y="169865"/>
                </a:cubicBezTo>
              </a:path>
            </a:pathLst>
          </a:custGeom>
          <a:solidFill xmlns:a="http://schemas.openxmlformats.org/drawingml/2006/main">
            <a:srgbClr val="B24D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156" name="pdf-path-299">
            <a:extLst xmlns:a="http://schemas.openxmlformats.org/drawingml/2006/main">
              <a:ext uri="{FF2B5EF4-FFF2-40B4-BE49-F238E27FC236}">
                <a16:creationId xmlns:a16="http://schemas.microsoft.com/office/drawing/2014/main" id="{4DFD2B42-868E-4A9C-ADDC-FD0E25079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826" y="456981"/>
            <a:ext cx="75243" cy="219541"/>
          </a:xfrm>
          <a:custGeom xmlns:a="http://schemas.openxmlformats.org/drawingml/2006/main">
            <a:pathLst>
              <a:path w="75243" h="219541">
                <a:moveTo>
                  <a:pt x="72786" y="195430"/>
                </a:moveTo>
                <a:lnTo>
                  <a:pt x="33209" y="15739"/>
                </a:lnTo>
                <a:cubicBezTo>
                  <a:pt x="30661" y="4366"/>
                  <a:pt x="24292" y="0"/>
                  <a:pt x="14102" y="2820"/>
                </a:cubicBezTo>
                <a:cubicBezTo>
                  <a:pt x="3821" y="5640"/>
                  <a:pt x="0" y="12737"/>
                  <a:pt x="2548" y="24110"/>
                </a:cubicBezTo>
                <a:lnTo>
                  <a:pt x="42125" y="203801"/>
                </a:lnTo>
                <a:cubicBezTo>
                  <a:pt x="44582" y="215174"/>
                  <a:pt x="50951" y="219541"/>
                  <a:pt x="61231" y="216721"/>
                </a:cubicBezTo>
                <a:cubicBezTo>
                  <a:pt x="71422" y="213900"/>
                  <a:pt x="75243" y="206803"/>
                  <a:pt x="72786" y="195430"/>
                </a:cubicBezTo>
              </a:path>
            </a:pathLst>
          </a:custGeom>
          <a:solidFill xmlns:a="http://schemas.openxmlformats.org/drawingml/2006/main">
            <a:srgbClr val="B24D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157" name="pdf-path-301">
            <a:extLst xmlns:a="http://schemas.openxmlformats.org/drawingml/2006/main">
              <a:ext uri="{FF2B5EF4-FFF2-40B4-BE49-F238E27FC236}">
                <a16:creationId xmlns:a16="http://schemas.microsoft.com/office/drawing/2014/main" id="{EBBBE702-F889-4443-83AE-6CF8EF27B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687" y="655960"/>
            <a:ext cx="84250" cy="82249"/>
          </a:xfrm>
          <a:custGeom xmlns:a="http://schemas.openxmlformats.org/drawingml/2006/main">
            <a:pathLst>
              <a:path w="84250" h="82249">
                <a:moveTo>
                  <a:pt x="68419" y="28296"/>
                </a:moveTo>
                <a:lnTo>
                  <a:pt x="41488" y="9372"/>
                </a:lnTo>
                <a:cubicBezTo>
                  <a:pt x="28114" y="0"/>
                  <a:pt x="17105" y="2639"/>
                  <a:pt x="8553" y="17469"/>
                </a:cubicBezTo>
                <a:cubicBezTo>
                  <a:pt x="0" y="32299"/>
                  <a:pt x="2366" y="44491"/>
                  <a:pt x="15831" y="53862"/>
                </a:cubicBezTo>
                <a:lnTo>
                  <a:pt x="42762" y="72787"/>
                </a:lnTo>
                <a:cubicBezTo>
                  <a:pt x="56136" y="82249"/>
                  <a:pt x="67145" y="79520"/>
                  <a:pt x="75698" y="64689"/>
                </a:cubicBezTo>
                <a:cubicBezTo>
                  <a:pt x="84250" y="49860"/>
                  <a:pt x="81885" y="37758"/>
                  <a:pt x="68419" y="28296"/>
                </a:cubicBezTo>
              </a:path>
            </a:pathLst>
          </a:custGeom>
          <a:solidFill xmlns:a="http://schemas.openxmlformats.org/drawingml/2006/main">
            <a:srgbClr val="B24D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158" name="pdf-path-303">
            <a:extLst xmlns:a="http://schemas.openxmlformats.org/drawingml/2006/main">
              <a:ext uri="{FF2B5EF4-FFF2-40B4-BE49-F238E27FC236}">
                <a16:creationId xmlns:a16="http://schemas.microsoft.com/office/drawing/2014/main" id="{2E68CE9E-DEBE-4CD4-BF29-D8189D21E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86" y="297489"/>
            <a:ext cx="95168" cy="171775"/>
          </a:xfrm>
          <a:custGeom xmlns:a="http://schemas.openxmlformats.org/drawingml/2006/main">
            <a:pathLst>
              <a:path w="95168" h="171775">
                <a:moveTo>
                  <a:pt x="89800" y="137110"/>
                </a:moveTo>
                <a:lnTo>
                  <a:pt x="41670" y="17013"/>
                </a:lnTo>
                <a:cubicBezTo>
                  <a:pt x="36302" y="3730"/>
                  <a:pt x="27568" y="0"/>
                  <a:pt x="15467" y="5822"/>
                </a:cubicBezTo>
                <a:cubicBezTo>
                  <a:pt x="3366" y="11736"/>
                  <a:pt x="0" y="21381"/>
                  <a:pt x="5368" y="34664"/>
                </a:cubicBezTo>
                <a:lnTo>
                  <a:pt x="53498" y="154761"/>
                </a:lnTo>
                <a:cubicBezTo>
                  <a:pt x="58775" y="168045"/>
                  <a:pt x="67509" y="171775"/>
                  <a:pt x="79701" y="165952"/>
                </a:cubicBezTo>
                <a:cubicBezTo>
                  <a:pt x="91802" y="160038"/>
                  <a:pt x="95168" y="150394"/>
                  <a:pt x="89800" y="137110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159" name="pdf-path-305">
            <a:extLst xmlns:a="http://schemas.openxmlformats.org/drawingml/2006/main">
              <a:ext uri="{FF2B5EF4-FFF2-40B4-BE49-F238E27FC236}">
                <a16:creationId xmlns:a16="http://schemas.microsoft.com/office/drawing/2014/main" id="{DD756A32-202E-4DDD-BD3C-C117B53EC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701" y="458072"/>
            <a:ext cx="94349" cy="195432"/>
          </a:xfrm>
          <a:custGeom xmlns:a="http://schemas.openxmlformats.org/drawingml/2006/main">
            <a:pathLst>
              <a:path w="94349" h="195432">
                <a:moveTo>
                  <a:pt x="89800" y="161950"/>
                </a:moveTo>
                <a:lnTo>
                  <a:pt x="41397" y="18015"/>
                </a:lnTo>
                <a:cubicBezTo>
                  <a:pt x="36757" y="4276"/>
                  <a:pt x="28387" y="0"/>
                  <a:pt x="16104" y="5187"/>
                </a:cubicBezTo>
                <a:cubicBezTo>
                  <a:pt x="3821" y="10373"/>
                  <a:pt x="0" y="19744"/>
                  <a:pt x="4640" y="33482"/>
                </a:cubicBezTo>
                <a:lnTo>
                  <a:pt x="53043" y="177416"/>
                </a:lnTo>
                <a:cubicBezTo>
                  <a:pt x="57592" y="191155"/>
                  <a:pt x="66053" y="195432"/>
                  <a:pt x="78336" y="190246"/>
                </a:cubicBezTo>
                <a:cubicBezTo>
                  <a:pt x="90527" y="185060"/>
                  <a:pt x="94349" y="175688"/>
                  <a:pt x="89800" y="161950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160" name="pdf-path-307">
            <a:extLst xmlns:a="http://schemas.openxmlformats.org/drawingml/2006/main">
              <a:ext uri="{FF2B5EF4-FFF2-40B4-BE49-F238E27FC236}">
                <a16:creationId xmlns:a16="http://schemas.microsoft.com/office/drawing/2014/main" id="{DDE3A422-01B2-4440-831D-7075C721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812" y="637672"/>
            <a:ext cx="172140" cy="151487"/>
          </a:xfrm>
          <a:custGeom xmlns:a="http://schemas.openxmlformats.org/drawingml/2006/main">
            <a:pathLst>
              <a:path w="172140" h="151487">
                <a:moveTo>
                  <a:pt x="28478" y="144572"/>
                </a:moveTo>
                <a:lnTo>
                  <a:pt x="162496" y="35210"/>
                </a:lnTo>
                <a:cubicBezTo>
                  <a:pt x="171048" y="28296"/>
                  <a:pt x="172140" y="20107"/>
                  <a:pt x="165862" y="10646"/>
                </a:cubicBezTo>
                <a:cubicBezTo>
                  <a:pt x="159584" y="1274"/>
                  <a:pt x="152215" y="0"/>
                  <a:pt x="143662" y="6915"/>
                </a:cubicBezTo>
                <a:lnTo>
                  <a:pt x="9644" y="116277"/>
                </a:lnTo>
                <a:cubicBezTo>
                  <a:pt x="1183" y="123282"/>
                  <a:pt x="0" y="131380"/>
                  <a:pt x="6278" y="140842"/>
                </a:cubicBezTo>
                <a:cubicBezTo>
                  <a:pt x="12556" y="150304"/>
                  <a:pt x="19925" y="151487"/>
                  <a:pt x="28478" y="144572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161" name="pdf-path-309">
            <a:extLst xmlns:a="http://schemas.openxmlformats.org/drawingml/2006/main">
              <a:ext uri="{FF2B5EF4-FFF2-40B4-BE49-F238E27FC236}">
                <a16:creationId xmlns:a16="http://schemas.microsoft.com/office/drawing/2014/main" id="{C3BDCBDB-015F-477C-BA20-4E42FBEF2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242" y="775147"/>
            <a:ext cx="58229" cy="92439"/>
          </a:xfrm>
          <a:custGeom xmlns:a="http://schemas.openxmlformats.org/drawingml/2006/main">
            <a:pathLst>
              <a:path w="58229" h="92439">
                <a:moveTo>
                  <a:pt x="49131" y="68510"/>
                </a:moveTo>
                <a:lnTo>
                  <a:pt x="55226" y="34209"/>
                </a:lnTo>
                <a:cubicBezTo>
                  <a:pt x="58229" y="17105"/>
                  <a:pt x="52133" y="6824"/>
                  <a:pt x="36757" y="3458"/>
                </a:cubicBezTo>
                <a:cubicBezTo>
                  <a:pt x="21381" y="0"/>
                  <a:pt x="12192" y="6914"/>
                  <a:pt x="9189" y="24019"/>
                </a:cubicBezTo>
                <a:lnTo>
                  <a:pt x="3002" y="58229"/>
                </a:lnTo>
                <a:cubicBezTo>
                  <a:pt x="0" y="75334"/>
                  <a:pt x="6096" y="85615"/>
                  <a:pt x="21472" y="89073"/>
                </a:cubicBezTo>
                <a:cubicBezTo>
                  <a:pt x="36848" y="92439"/>
                  <a:pt x="46037" y="85615"/>
                  <a:pt x="49131" y="68510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162" name="pdf-path-311">
            <a:extLst xmlns:a="http://schemas.openxmlformats.org/drawingml/2006/main">
              <a:ext uri="{FF2B5EF4-FFF2-40B4-BE49-F238E27FC236}">
                <a16:creationId xmlns:a16="http://schemas.microsoft.com/office/drawing/2014/main" id="{C4CD064F-6897-463E-8691-CFB7FE2DD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611" y="457891"/>
            <a:ext cx="104357" cy="191791"/>
          </a:xfrm>
          <a:custGeom xmlns:a="http://schemas.openxmlformats.org/drawingml/2006/main">
            <a:pathLst>
              <a:path w="104357" h="191791">
                <a:moveTo>
                  <a:pt x="98898" y="156581"/>
                </a:moveTo>
                <a:lnTo>
                  <a:pt x="41306" y="16923"/>
                </a:lnTo>
                <a:cubicBezTo>
                  <a:pt x="35847" y="3639"/>
                  <a:pt x="27113" y="0"/>
                  <a:pt x="15194" y="6096"/>
                </a:cubicBezTo>
                <a:cubicBezTo>
                  <a:pt x="3275" y="12192"/>
                  <a:pt x="0" y="21927"/>
                  <a:pt x="5550" y="35210"/>
                </a:cubicBezTo>
                <a:lnTo>
                  <a:pt x="63051" y="174869"/>
                </a:lnTo>
                <a:cubicBezTo>
                  <a:pt x="68510" y="188152"/>
                  <a:pt x="77244" y="191791"/>
                  <a:pt x="89163" y="185696"/>
                </a:cubicBezTo>
                <a:cubicBezTo>
                  <a:pt x="101082" y="179600"/>
                  <a:pt x="104357" y="169865"/>
                  <a:pt x="98898" y="156581"/>
                </a:cubicBezTo>
              </a:path>
            </a:pathLst>
          </a:custGeom>
          <a:solidFill xmlns:a="http://schemas.openxmlformats.org/drawingml/2006/main">
            <a:srgbClr val="B24D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163" name="pdf-path-313">
            <a:extLst xmlns:a="http://schemas.openxmlformats.org/drawingml/2006/main">
              <a:ext uri="{FF2B5EF4-FFF2-40B4-BE49-F238E27FC236}">
                <a16:creationId xmlns:a16="http://schemas.microsoft.com/office/drawing/2014/main" id="{4EEAF6EA-8B25-4C67-B4A7-53D12A467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73" y="637582"/>
            <a:ext cx="109726" cy="208532"/>
          </a:xfrm>
          <a:custGeom xmlns:a="http://schemas.openxmlformats.org/drawingml/2006/main">
            <a:pathLst>
              <a:path w="109726" h="208532">
                <a:moveTo>
                  <a:pt x="105177" y="179963"/>
                </a:moveTo>
                <a:lnTo>
                  <a:pt x="33118" y="13374"/>
                </a:lnTo>
                <a:cubicBezTo>
                  <a:pt x="28569" y="2729"/>
                  <a:pt x="21563" y="0"/>
                  <a:pt x="12010" y="5094"/>
                </a:cubicBezTo>
                <a:cubicBezTo>
                  <a:pt x="2457" y="10190"/>
                  <a:pt x="0" y="18014"/>
                  <a:pt x="4549" y="28568"/>
                </a:cubicBezTo>
                <a:lnTo>
                  <a:pt x="76608" y="195157"/>
                </a:lnTo>
                <a:cubicBezTo>
                  <a:pt x="81157" y="205712"/>
                  <a:pt x="88162" y="208532"/>
                  <a:pt x="97716" y="203437"/>
                </a:cubicBezTo>
                <a:cubicBezTo>
                  <a:pt x="107269" y="198342"/>
                  <a:pt x="109726" y="190517"/>
                  <a:pt x="105177" y="179963"/>
                </a:cubicBezTo>
              </a:path>
            </a:pathLst>
          </a:custGeom>
          <a:solidFill xmlns:a="http://schemas.openxmlformats.org/drawingml/2006/main">
            <a:srgbClr val="B24D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164" name="pdf-path-315">
            <a:extLst xmlns:a="http://schemas.openxmlformats.org/drawingml/2006/main">
              <a:ext uri="{FF2B5EF4-FFF2-40B4-BE49-F238E27FC236}">
                <a16:creationId xmlns:a16="http://schemas.microsoft.com/office/drawing/2014/main" id="{9071480D-A209-4C3A-A7CA-C68449337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934" y="814817"/>
            <a:ext cx="79337" cy="52315"/>
          </a:xfrm>
          <a:custGeom xmlns:a="http://schemas.openxmlformats.org/drawingml/2006/main">
            <a:pathLst>
              <a:path w="79337" h="52315">
                <a:moveTo>
                  <a:pt x="55500" y="91"/>
                </a:moveTo>
                <a:lnTo>
                  <a:pt x="23838" y="0"/>
                </a:lnTo>
                <a:cubicBezTo>
                  <a:pt x="8007" y="0"/>
                  <a:pt x="91" y="8733"/>
                  <a:pt x="0" y="26111"/>
                </a:cubicBezTo>
                <a:cubicBezTo>
                  <a:pt x="0" y="43489"/>
                  <a:pt x="7916" y="52224"/>
                  <a:pt x="23838" y="52224"/>
                </a:cubicBezTo>
                <a:lnTo>
                  <a:pt x="55500" y="52224"/>
                </a:lnTo>
                <a:cubicBezTo>
                  <a:pt x="71331" y="52315"/>
                  <a:pt x="79337" y="43580"/>
                  <a:pt x="79337" y="26203"/>
                </a:cubicBezTo>
                <a:cubicBezTo>
                  <a:pt x="79337" y="8733"/>
                  <a:pt x="71422" y="91"/>
                  <a:pt x="55500" y="91"/>
                </a:cubicBezTo>
              </a:path>
            </a:pathLst>
          </a:custGeom>
          <a:solidFill xmlns:a="http://schemas.openxmlformats.org/drawingml/2006/main">
            <a:srgbClr val="B24D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165" name="pdf-path-317">
            <a:extLst xmlns:a="http://schemas.openxmlformats.org/drawingml/2006/main">
              <a:ext uri="{FF2B5EF4-FFF2-40B4-BE49-F238E27FC236}">
                <a16:creationId xmlns:a16="http://schemas.microsoft.com/office/drawing/2014/main" id="{ED6E0466-DCA4-49B1-8B3A-181EA7495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918" y="254998"/>
            <a:ext cx="49130" cy="176871"/>
          </a:xfrm>
          <a:custGeom xmlns:a="http://schemas.openxmlformats.org/drawingml/2006/main">
            <a:pathLst>
              <a:path w="49130" h="176871">
                <a:moveTo>
                  <a:pt x="40214" y="155490"/>
                </a:moveTo>
                <a:lnTo>
                  <a:pt x="48311" y="24293"/>
                </a:lnTo>
                <a:cubicBezTo>
                  <a:pt x="49130" y="9735"/>
                  <a:pt x="43035" y="2002"/>
                  <a:pt x="29933" y="1002"/>
                </a:cubicBezTo>
                <a:cubicBezTo>
                  <a:pt x="16832" y="0"/>
                  <a:pt x="9826" y="6733"/>
                  <a:pt x="8916" y="21382"/>
                </a:cubicBezTo>
                <a:lnTo>
                  <a:pt x="910" y="152487"/>
                </a:lnTo>
                <a:cubicBezTo>
                  <a:pt x="0" y="167136"/>
                  <a:pt x="6187" y="174869"/>
                  <a:pt x="19288" y="175870"/>
                </a:cubicBezTo>
                <a:cubicBezTo>
                  <a:pt x="32390" y="176871"/>
                  <a:pt x="39395" y="170047"/>
                  <a:pt x="40214" y="155490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166" name="pdf-path-319">
            <a:extLst xmlns:a="http://schemas.openxmlformats.org/drawingml/2006/main">
              <a:ext uri="{FF2B5EF4-FFF2-40B4-BE49-F238E27FC236}">
                <a16:creationId xmlns:a16="http://schemas.microsoft.com/office/drawing/2014/main" id="{03F28CE4-AF76-4FE8-9214-383A0F603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8" y="418950"/>
            <a:ext cx="151577" cy="152943"/>
          </a:xfrm>
          <a:custGeom xmlns:a="http://schemas.openxmlformats.org/drawingml/2006/main">
            <a:pathLst>
              <a:path w="151577" h="152943">
                <a:moveTo>
                  <a:pt x="36484" y="143390"/>
                </a:moveTo>
                <a:lnTo>
                  <a:pt x="140932" y="42762"/>
                </a:lnTo>
                <a:cubicBezTo>
                  <a:pt x="150849" y="33118"/>
                  <a:pt x="151577" y="22837"/>
                  <a:pt x="142934" y="11737"/>
                </a:cubicBezTo>
                <a:cubicBezTo>
                  <a:pt x="134291" y="728"/>
                  <a:pt x="125010" y="0"/>
                  <a:pt x="115093" y="9553"/>
                </a:cubicBezTo>
                <a:lnTo>
                  <a:pt x="10554" y="110180"/>
                </a:lnTo>
                <a:cubicBezTo>
                  <a:pt x="637" y="119824"/>
                  <a:pt x="0" y="130106"/>
                  <a:pt x="8553" y="141206"/>
                </a:cubicBezTo>
                <a:cubicBezTo>
                  <a:pt x="17196" y="152215"/>
                  <a:pt x="26476" y="152943"/>
                  <a:pt x="36484" y="143390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167" name="pdf-path-321">
            <a:extLst xmlns:a="http://schemas.openxmlformats.org/drawingml/2006/main">
              <a:ext uri="{FF2B5EF4-FFF2-40B4-BE49-F238E27FC236}">
                <a16:creationId xmlns:a16="http://schemas.microsoft.com/office/drawing/2014/main" id="{9A590E62-230B-4648-962D-6F75F94A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245" y="550602"/>
            <a:ext cx="160311" cy="165134"/>
          </a:xfrm>
          <a:custGeom xmlns:a="http://schemas.openxmlformats.org/drawingml/2006/main">
            <a:pathLst>
              <a:path w="160311" h="165134">
                <a:moveTo>
                  <a:pt x="29205" y="157310"/>
                </a:moveTo>
                <a:lnTo>
                  <a:pt x="152123" y="34028"/>
                </a:lnTo>
                <a:cubicBezTo>
                  <a:pt x="159948" y="26203"/>
                  <a:pt x="160311" y="17924"/>
                  <a:pt x="153306" y="9190"/>
                </a:cubicBezTo>
                <a:cubicBezTo>
                  <a:pt x="146300" y="455"/>
                  <a:pt x="138931" y="0"/>
                  <a:pt x="131106" y="7825"/>
                </a:cubicBezTo>
                <a:lnTo>
                  <a:pt x="8188" y="131107"/>
                </a:lnTo>
                <a:cubicBezTo>
                  <a:pt x="364" y="138931"/>
                  <a:pt x="0" y="147211"/>
                  <a:pt x="7006" y="155945"/>
                </a:cubicBezTo>
                <a:cubicBezTo>
                  <a:pt x="14011" y="164679"/>
                  <a:pt x="21381" y="165134"/>
                  <a:pt x="29205" y="157310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168" name="pdf-path-323">
            <a:extLst xmlns:a="http://schemas.openxmlformats.org/drawingml/2006/main">
              <a:ext uri="{FF2B5EF4-FFF2-40B4-BE49-F238E27FC236}">
                <a16:creationId xmlns:a16="http://schemas.microsoft.com/office/drawing/2014/main" id="{D2DBBEA8-2277-45EA-B6FD-CEDC4DD53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27" y="704545"/>
            <a:ext cx="53133" cy="90710"/>
          </a:xfrm>
          <a:custGeom xmlns:a="http://schemas.openxmlformats.org/drawingml/2006/main">
            <a:pathLst>
              <a:path w="53133" h="90710">
                <a:moveTo>
                  <a:pt x="49403" y="64962"/>
                </a:moveTo>
                <a:lnTo>
                  <a:pt x="51860" y="29751"/>
                </a:lnTo>
                <a:cubicBezTo>
                  <a:pt x="53133" y="12191"/>
                  <a:pt x="45673" y="2729"/>
                  <a:pt x="29660" y="1364"/>
                </a:cubicBezTo>
                <a:cubicBezTo>
                  <a:pt x="13647" y="0"/>
                  <a:pt x="5004" y="8098"/>
                  <a:pt x="3730" y="25657"/>
                </a:cubicBezTo>
                <a:lnTo>
                  <a:pt x="1273" y="60868"/>
                </a:lnTo>
                <a:cubicBezTo>
                  <a:pt x="0" y="78518"/>
                  <a:pt x="7370" y="87980"/>
                  <a:pt x="23473" y="89345"/>
                </a:cubicBezTo>
                <a:cubicBezTo>
                  <a:pt x="39486" y="90710"/>
                  <a:pt x="48130" y="82612"/>
                  <a:pt x="49403" y="64962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169" name="pdf-path-325">
            <a:extLst xmlns:a="http://schemas.openxmlformats.org/drawingml/2006/main">
              <a:ext uri="{FF2B5EF4-FFF2-40B4-BE49-F238E27FC236}">
                <a16:creationId xmlns:a16="http://schemas.microsoft.com/office/drawing/2014/main" id="{FDB90E9A-BB19-4421-8CC7-67CBB7BB3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74" y="429868"/>
            <a:ext cx="47766" cy="197979"/>
          </a:xfrm>
          <a:custGeom xmlns:a="http://schemas.openxmlformats.org/drawingml/2006/main">
            <a:pathLst>
              <a:path w="47766" h="197979">
                <a:moveTo>
                  <a:pt x="40032" y="176507"/>
                </a:moveTo>
                <a:lnTo>
                  <a:pt x="47038" y="23656"/>
                </a:lnTo>
                <a:cubicBezTo>
                  <a:pt x="47766" y="9099"/>
                  <a:pt x="41488" y="1455"/>
                  <a:pt x="28387" y="728"/>
                </a:cubicBezTo>
                <a:cubicBezTo>
                  <a:pt x="15285" y="0"/>
                  <a:pt x="8370" y="6915"/>
                  <a:pt x="7733" y="21472"/>
                </a:cubicBezTo>
                <a:lnTo>
                  <a:pt x="728" y="174323"/>
                </a:lnTo>
                <a:cubicBezTo>
                  <a:pt x="0" y="188880"/>
                  <a:pt x="6278" y="196523"/>
                  <a:pt x="19379" y="197251"/>
                </a:cubicBezTo>
                <a:cubicBezTo>
                  <a:pt x="32481" y="197979"/>
                  <a:pt x="39395" y="191064"/>
                  <a:pt x="40032" y="176507"/>
                </a:cubicBezTo>
              </a:path>
            </a:pathLst>
          </a:custGeom>
          <a:solidFill xmlns:a="http://schemas.openxmlformats.org/drawingml/2006/main">
            <a:srgbClr val="B24D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170" name="pdf-path-327">
            <a:extLst xmlns:a="http://schemas.openxmlformats.org/drawingml/2006/main">
              <a:ext uri="{FF2B5EF4-FFF2-40B4-BE49-F238E27FC236}">
                <a16:creationId xmlns:a16="http://schemas.microsoft.com/office/drawing/2014/main" id="{0D8070F7-A977-4089-90CE-77153C75B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271" y="626663"/>
            <a:ext cx="37939" cy="219996"/>
          </a:xfrm>
          <a:custGeom xmlns:a="http://schemas.openxmlformats.org/drawingml/2006/main">
            <a:pathLst>
              <a:path w="37939" h="219996">
                <a:moveTo>
                  <a:pt x="31662" y="202710"/>
                </a:moveTo>
                <a:lnTo>
                  <a:pt x="37576" y="18652"/>
                </a:lnTo>
                <a:cubicBezTo>
                  <a:pt x="37939" y="6915"/>
                  <a:pt x="32936" y="910"/>
                  <a:pt x="22472" y="455"/>
                </a:cubicBezTo>
                <a:cubicBezTo>
                  <a:pt x="12101" y="0"/>
                  <a:pt x="6641" y="5641"/>
                  <a:pt x="6278" y="17378"/>
                </a:cubicBezTo>
                <a:lnTo>
                  <a:pt x="364" y="201436"/>
                </a:lnTo>
                <a:cubicBezTo>
                  <a:pt x="0" y="213173"/>
                  <a:pt x="5004" y="219178"/>
                  <a:pt x="15467" y="219633"/>
                </a:cubicBezTo>
                <a:cubicBezTo>
                  <a:pt x="25930" y="219996"/>
                  <a:pt x="31298" y="214447"/>
                  <a:pt x="31662" y="202710"/>
                </a:cubicBezTo>
              </a:path>
            </a:pathLst>
          </a:custGeom>
          <a:solidFill xmlns:a="http://schemas.openxmlformats.org/drawingml/2006/main">
            <a:srgbClr val="B24D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171" name="pdf-path-329">
            <a:extLst xmlns:a="http://schemas.openxmlformats.org/drawingml/2006/main">
              <a:ext uri="{FF2B5EF4-FFF2-40B4-BE49-F238E27FC236}">
                <a16:creationId xmlns:a16="http://schemas.microsoft.com/office/drawing/2014/main" id="{774E09FB-FD27-4178-B9BC-6A3E2BC85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004" y="785792"/>
            <a:ext cx="85251" cy="79974"/>
          </a:xfrm>
          <a:custGeom xmlns:a="http://schemas.openxmlformats.org/drawingml/2006/main">
            <a:pathLst>
              <a:path w="85251" h="79974">
                <a:moveTo>
                  <a:pt x="45128" y="8461"/>
                </a:moveTo>
                <a:lnTo>
                  <a:pt x="17196" y="25294"/>
                </a:lnTo>
                <a:cubicBezTo>
                  <a:pt x="3185" y="33664"/>
                  <a:pt x="0" y="45582"/>
                  <a:pt x="7643" y="61050"/>
                </a:cubicBezTo>
                <a:cubicBezTo>
                  <a:pt x="15285" y="76516"/>
                  <a:pt x="26112" y="79974"/>
                  <a:pt x="40124" y="71604"/>
                </a:cubicBezTo>
                <a:lnTo>
                  <a:pt x="68056" y="54772"/>
                </a:lnTo>
                <a:cubicBezTo>
                  <a:pt x="82067" y="46311"/>
                  <a:pt x="85251" y="34392"/>
                  <a:pt x="77609" y="18925"/>
                </a:cubicBezTo>
                <a:cubicBezTo>
                  <a:pt x="69965" y="3548"/>
                  <a:pt x="59139" y="0"/>
                  <a:pt x="45128" y="8461"/>
                </a:cubicBezTo>
              </a:path>
            </a:pathLst>
          </a:custGeom>
          <a:solidFill xmlns:a="http://schemas.openxmlformats.org/drawingml/2006/main">
            <a:srgbClr val="B24D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172" name="pdf-path-331">
            <a:extLst xmlns:a="http://schemas.openxmlformats.org/drawingml/2006/main">
              <a:ext uri="{FF2B5EF4-FFF2-40B4-BE49-F238E27FC236}">
                <a16:creationId xmlns:a16="http://schemas.microsoft.com/office/drawing/2014/main" id="{FAD1AC1C-054B-4EDD-B645-425288542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243" y="284751"/>
            <a:ext cx="80793" cy="175779"/>
          </a:xfrm>
          <a:custGeom xmlns:a="http://schemas.openxmlformats.org/drawingml/2006/main">
            <a:pathLst>
              <a:path w="80793" h="175779">
                <a:moveTo>
                  <a:pt x="41488" y="157127"/>
                </a:moveTo>
                <a:lnTo>
                  <a:pt x="76881" y="31843"/>
                </a:lnTo>
                <a:cubicBezTo>
                  <a:pt x="80793" y="17923"/>
                  <a:pt x="76516" y="8734"/>
                  <a:pt x="64051" y="4366"/>
                </a:cubicBezTo>
                <a:cubicBezTo>
                  <a:pt x="51587" y="0"/>
                  <a:pt x="43308" y="4731"/>
                  <a:pt x="39395" y="18651"/>
                </a:cubicBezTo>
                <a:lnTo>
                  <a:pt x="4004" y="143935"/>
                </a:lnTo>
                <a:cubicBezTo>
                  <a:pt x="0" y="157855"/>
                  <a:pt x="4276" y="167044"/>
                  <a:pt x="16831" y="171412"/>
                </a:cubicBezTo>
                <a:cubicBezTo>
                  <a:pt x="29296" y="175779"/>
                  <a:pt x="37576" y="171047"/>
                  <a:pt x="41488" y="157127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173" name="pdf-path-333">
            <a:extLst xmlns:a="http://schemas.openxmlformats.org/drawingml/2006/main">
              <a:ext uri="{FF2B5EF4-FFF2-40B4-BE49-F238E27FC236}">
                <a16:creationId xmlns:a16="http://schemas.microsoft.com/office/drawing/2014/main" id="{08789AC0-9FBD-4749-BC88-01B58A7F4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525" y="448155"/>
            <a:ext cx="128741" cy="176415"/>
          </a:xfrm>
          <a:custGeom xmlns:a="http://schemas.openxmlformats.org/drawingml/2006/main">
            <a:pathLst>
              <a:path w="128741" h="176415">
                <a:moveTo>
                  <a:pt x="39668" y="163042"/>
                </a:moveTo>
                <a:lnTo>
                  <a:pt x="120916" y="39123"/>
                </a:lnTo>
                <a:cubicBezTo>
                  <a:pt x="128741" y="27386"/>
                  <a:pt x="127285" y="17196"/>
                  <a:pt x="116640" y="8553"/>
                </a:cubicBezTo>
                <a:cubicBezTo>
                  <a:pt x="105995" y="0"/>
                  <a:pt x="96806" y="1638"/>
                  <a:pt x="89072" y="13374"/>
                </a:cubicBezTo>
                <a:lnTo>
                  <a:pt x="7733" y="137293"/>
                </a:lnTo>
                <a:cubicBezTo>
                  <a:pt x="0" y="149031"/>
                  <a:pt x="1455" y="159221"/>
                  <a:pt x="12100" y="167863"/>
                </a:cubicBezTo>
                <a:cubicBezTo>
                  <a:pt x="22745" y="176415"/>
                  <a:pt x="31935" y="174869"/>
                  <a:pt x="39668" y="163042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174" name="pdf-path-335">
            <a:extLst xmlns:a="http://schemas.openxmlformats.org/drawingml/2006/main">
              <a:ext uri="{FF2B5EF4-FFF2-40B4-BE49-F238E27FC236}">
                <a16:creationId xmlns:a16="http://schemas.microsoft.com/office/drawing/2014/main" id="{392ACA9B-1095-4087-8832-12C1F34C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604" y="608468"/>
            <a:ext cx="147210" cy="179236"/>
          </a:xfrm>
          <a:custGeom xmlns:a="http://schemas.openxmlformats.org/drawingml/2006/main">
            <a:pathLst>
              <a:path w="147210" h="179236">
                <a:moveTo>
                  <a:pt x="30480" y="169955"/>
                </a:moveTo>
                <a:lnTo>
                  <a:pt x="140205" y="32481"/>
                </a:lnTo>
                <a:cubicBezTo>
                  <a:pt x="147210" y="23747"/>
                  <a:pt x="146755" y="15467"/>
                  <a:pt x="138931" y="7733"/>
                </a:cubicBezTo>
                <a:cubicBezTo>
                  <a:pt x="131106" y="0"/>
                  <a:pt x="123736" y="454"/>
                  <a:pt x="116731" y="9190"/>
                </a:cubicBezTo>
                <a:lnTo>
                  <a:pt x="6914" y="146664"/>
                </a:lnTo>
                <a:cubicBezTo>
                  <a:pt x="0" y="155398"/>
                  <a:pt x="364" y="163678"/>
                  <a:pt x="8280" y="171411"/>
                </a:cubicBezTo>
                <a:cubicBezTo>
                  <a:pt x="16104" y="179236"/>
                  <a:pt x="23474" y="178690"/>
                  <a:pt x="30480" y="169955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175" name="pdf-path-337">
            <a:extLst xmlns:a="http://schemas.openxmlformats.org/drawingml/2006/main">
              <a:ext uri="{FF2B5EF4-FFF2-40B4-BE49-F238E27FC236}">
                <a16:creationId xmlns:a16="http://schemas.microsoft.com/office/drawing/2014/main" id="{A1C73B59-6EE0-43AB-BF1D-3F094BEF0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15" y="771599"/>
            <a:ext cx="72331" cy="94349"/>
          </a:xfrm>
          <a:custGeom xmlns:a="http://schemas.openxmlformats.org/drawingml/2006/main">
            <a:pathLst>
              <a:path w="72331" h="94349">
                <a:moveTo>
                  <a:pt x="64689" y="49950"/>
                </a:moveTo>
                <a:lnTo>
                  <a:pt x="49495" y="19016"/>
                </a:lnTo>
                <a:cubicBezTo>
                  <a:pt x="41852" y="3548"/>
                  <a:pt x="31117" y="0"/>
                  <a:pt x="17105" y="8461"/>
                </a:cubicBezTo>
                <a:cubicBezTo>
                  <a:pt x="3185" y="16923"/>
                  <a:pt x="0" y="28842"/>
                  <a:pt x="7643" y="44400"/>
                </a:cubicBezTo>
                <a:lnTo>
                  <a:pt x="22837" y="75334"/>
                </a:lnTo>
                <a:cubicBezTo>
                  <a:pt x="30480" y="90801"/>
                  <a:pt x="41216" y="94349"/>
                  <a:pt x="55227" y="85888"/>
                </a:cubicBezTo>
                <a:cubicBezTo>
                  <a:pt x="69147" y="77427"/>
                  <a:pt x="72331" y="65508"/>
                  <a:pt x="64689" y="49950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176" name="pdf-path-339">
            <a:extLst xmlns:a="http://schemas.openxmlformats.org/drawingml/2006/main">
              <a:ext uri="{FF2B5EF4-FFF2-40B4-BE49-F238E27FC236}">
                <a16:creationId xmlns:a16="http://schemas.microsoft.com/office/drawing/2014/main" id="{1797EF67-1BAB-421E-92FD-3B321759C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295" y="452978"/>
            <a:ext cx="82248" cy="197159"/>
          </a:xfrm>
          <a:custGeom xmlns:a="http://schemas.openxmlformats.org/drawingml/2006/main">
            <a:pathLst>
              <a:path w="82248" h="197159">
                <a:moveTo>
                  <a:pt x="41397" y="178145"/>
                </a:moveTo>
                <a:lnTo>
                  <a:pt x="78700" y="30934"/>
                </a:lnTo>
                <a:cubicBezTo>
                  <a:pt x="82248" y="16923"/>
                  <a:pt x="77699" y="7916"/>
                  <a:pt x="65143" y="4004"/>
                </a:cubicBezTo>
                <a:cubicBezTo>
                  <a:pt x="52497" y="0"/>
                  <a:pt x="44399" y="5094"/>
                  <a:pt x="40851" y="19106"/>
                </a:cubicBezTo>
                <a:lnTo>
                  <a:pt x="3548" y="166226"/>
                </a:lnTo>
                <a:cubicBezTo>
                  <a:pt x="0" y="180237"/>
                  <a:pt x="4549" y="189244"/>
                  <a:pt x="17104" y="193248"/>
                </a:cubicBezTo>
                <a:cubicBezTo>
                  <a:pt x="29751" y="197159"/>
                  <a:pt x="37848" y="192156"/>
                  <a:pt x="41397" y="178145"/>
                </a:cubicBezTo>
              </a:path>
            </a:pathLst>
          </a:custGeom>
          <a:solidFill xmlns:a="http://schemas.openxmlformats.org/drawingml/2006/main">
            <a:srgbClr val="B24D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177" name="pdf-path-341">
            <a:extLst xmlns:a="http://schemas.openxmlformats.org/drawingml/2006/main">
              <a:ext uri="{FF2B5EF4-FFF2-40B4-BE49-F238E27FC236}">
                <a16:creationId xmlns:a16="http://schemas.microsoft.com/office/drawing/2014/main" id="{F80675D0-2E01-4CD0-8829-ADE7039F2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746" y="638855"/>
            <a:ext cx="141570" cy="185605"/>
          </a:xfrm>
          <a:custGeom xmlns:a="http://schemas.openxmlformats.org/drawingml/2006/main">
            <a:pathLst>
              <a:path w="141570" h="185605">
                <a:moveTo>
                  <a:pt x="31207" y="175597"/>
                </a:moveTo>
                <a:lnTo>
                  <a:pt x="134928" y="32026"/>
                </a:lnTo>
                <a:cubicBezTo>
                  <a:pt x="141570" y="22836"/>
                  <a:pt x="140751" y="14649"/>
                  <a:pt x="132562" y="7370"/>
                </a:cubicBezTo>
                <a:cubicBezTo>
                  <a:pt x="124283" y="0"/>
                  <a:pt x="116914" y="910"/>
                  <a:pt x="110362" y="10008"/>
                </a:cubicBezTo>
                <a:lnTo>
                  <a:pt x="6641" y="153578"/>
                </a:lnTo>
                <a:cubicBezTo>
                  <a:pt x="0" y="162768"/>
                  <a:pt x="819" y="170956"/>
                  <a:pt x="9007" y="178326"/>
                </a:cubicBezTo>
                <a:cubicBezTo>
                  <a:pt x="17196" y="185605"/>
                  <a:pt x="24656" y="184695"/>
                  <a:pt x="31207" y="175597"/>
                </a:cubicBezTo>
              </a:path>
            </a:pathLst>
          </a:custGeom>
          <a:solidFill xmlns:a="http://schemas.openxmlformats.org/drawingml/2006/main">
            <a:srgbClr val="B24D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178" name="pdf-path-343">
            <a:extLst xmlns:a="http://schemas.openxmlformats.org/drawingml/2006/main">
              <a:ext uri="{FF2B5EF4-FFF2-40B4-BE49-F238E27FC236}">
                <a16:creationId xmlns:a16="http://schemas.microsoft.com/office/drawing/2014/main" id="{CD05352D-4CAA-4AFA-9FE5-558E19733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748" y="796802"/>
            <a:ext cx="85706" cy="76971"/>
          </a:xfrm>
          <a:custGeom xmlns:a="http://schemas.openxmlformats.org/drawingml/2006/main">
            <a:pathLst>
              <a:path w="85706" h="76971">
                <a:moveTo>
                  <a:pt x="67327" y="21835"/>
                </a:moveTo>
                <a:lnTo>
                  <a:pt x="38303" y="7278"/>
                </a:lnTo>
                <a:cubicBezTo>
                  <a:pt x="23746" y="0"/>
                  <a:pt x="13192" y="4367"/>
                  <a:pt x="6641" y="20380"/>
                </a:cubicBezTo>
                <a:cubicBezTo>
                  <a:pt x="0" y="36302"/>
                  <a:pt x="4003" y="47947"/>
                  <a:pt x="18469" y="55226"/>
                </a:cubicBezTo>
                <a:lnTo>
                  <a:pt x="47492" y="69693"/>
                </a:lnTo>
                <a:cubicBezTo>
                  <a:pt x="61959" y="76971"/>
                  <a:pt x="72513" y="72695"/>
                  <a:pt x="79154" y="56682"/>
                </a:cubicBezTo>
                <a:cubicBezTo>
                  <a:pt x="85706" y="40669"/>
                  <a:pt x="81793" y="29114"/>
                  <a:pt x="67327" y="21835"/>
                </a:cubicBezTo>
              </a:path>
            </a:pathLst>
          </a:custGeom>
          <a:solidFill xmlns:a="http://schemas.openxmlformats.org/drawingml/2006/main">
            <a:srgbClr val="B24D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179" name="pdf-path-345">
            <a:extLst xmlns:a="http://schemas.openxmlformats.org/drawingml/2006/main">
              <a:ext uri="{FF2B5EF4-FFF2-40B4-BE49-F238E27FC236}">
                <a16:creationId xmlns:a16="http://schemas.microsoft.com/office/drawing/2014/main" id="{B79BB9FC-A098-4DEF-A15E-2596E4834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908" y="145728"/>
            <a:ext cx="93440" cy="173323"/>
          </a:xfrm>
          <a:custGeom xmlns:a="http://schemas.openxmlformats.org/drawingml/2006/main">
            <a:pathLst>
              <a:path w="93440" h="173323">
                <a:moveTo>
                  <a:pt x="88254" y="138567"/>
                </a:moveTo>
                <a:lnTo>
                  <a:pt x="41398" y="17287"/>
                </a:lnTo>
                <a:cubicBezTo>
                  <a:pt x="36212" y="3821"/>
                  <a:pt x="27569" y="0"/>
                  <a:pt x="15467" y="5823"/>
                </a:cubicBezTo>
                <a:cubicBezTo>
                  <a:pt x="3458" y="11555"/>
                  <a:pt x="0" y="21200"/>
                  <a:pt x="5187" y="34756"/>
                </a:cubicBezTo>
                <a:lnTo>
                  <a:pt x="52042" y="156036"/>
                </a:lnTo>
                <a:cubicBezTo>
                  <a:pt x="57229" y="169501"/>
                  <a:pt x="65872" y="173323"/>
                  <a:pt x="77973" y="167500"/>
                </a:cubicBezTo>
                <a:cubicBezTo>
                  <a:pt x="89982" y="161677"/>
                  <a:pt x="93440" y="152032"/>
                  <a:pt x="88254" y="138567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180" name="pdf-path-347">
            <a:extLst xmlns:a="http://schemas.openxmlformats.org/drawingml/2006/main">
              <a:ext uri="{FF2B5EF4-FFF2-40B4-BE49-F238E27FC236}">
                <a16:creationId xmlns:a16="http://schemas.microsoft.com/office/drawing/2014/main" id="{2EE9C4BF-993E-4693-B126-5BDCB9569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948" y="311863"/>
            <a:ext cx="48676" cy="199252"/>
          </a:xfrm>
          <a:custGeom xmlns:a="http://schemas.openxmlformats.org/drawingml/2006/main">
            <a:pathLst>
              <a:path w="48676" h="199252">
                <a:moveTo>
                  <a:pt x="40033" y="177689"/>
                </a:moveTo>
                <a:lnTo>
                  <a:pt x="47948" y="24110"/>
                </a:lnTo>
                <a:cubicBezTo>
                  <a:pt x="48676" y="9463"/>
                  <a:pt x="42488" y="1728"/>
                  <a:pt x="29387" y="910"/>
                </a:cubicBezTo>
                <a:cubicBezTo>
                  <a:pt x="16285" y="0"/>
                  <a:pt x="9371" y="6914"/>
                  <a:pt x="8552" y="21563"/>
                </a:cubicBezTo>
                <a:lnTo>
                  <a:pt x="728" y="175141"/>
                </a:lnTo>
                <a:cubicBezTo>
                  <a:pt x="0" y="189791"/>
                  <a:pt x="6186" y="197524"/>
                  <a:pt x="19288" y="198343"/>
                </a:cubicBezTo>
                <a:cubicBezTo>
                  <a:pt x="32389" y="199252"/>
                  <a:pt x="39305" y="192338"/>
                  <a:pt x="40033" y="177689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181" name="pdf-path-349">
            <a:extLst xmlns:a="http://schemas.openxmlformats.org/drawingml/2006/main">
              <a:ext uri="{FF2B5EF4-FFF2-40B4-BE49-F238E27FC236}">
                <a16:creationId xmlns:a16="http://schemas.microsoft.com/office/drawing/2014/main" id="{FA8F310E-A0D6-48CF-AA4D-7E95A53C9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853" y="334336"/>
            <a:ext cx="144118" cy="182967"/>
          </a:xfrm>
          <a:custGeom xmlns:a="http://schemas.openxmlformats.org/drawingml/2006/main">
            <a:pathLst>
              <a:path w="144118" h="182967">
                <a:moveTo>
                  <a:pt x="6733" y="32208"/>
                </a:moveTo>
                <a:lnTo>
                  <a:pt x="113183" y="173322"/>
                </a:lnTo>
                <a:cubicBezTo>
                  <a:pt x="119916" y="182330"/>
                  <a:pt x="127376" y="182967"/>
                  <a:pt x="135382" y="175506"/>
                </a:cubicBezTo>
                <a:cubicBezTo>
                  <a:pt x="143480" y="167954"/>
                  <a:pt x="144118" y="159766"/>
                  <a:pt x="137385" y="150759"/>
                </a:cubicBezTo>
                <a:lnTo>
                  <a:pt x="30935" y="9645"/>
                </a:lnTo>
                <a:cubicBezTo>
                  <a:pt x="24111" y="728"/>
                  <a:pt x="16741" y="0"/>
                  <a:pt x="8735" y="7461"/>
                </a:cubicBezTo>
                <a:cubicBezTo>
                  <a:pt x="637" y="15012"/>
                  <a:pt x="0" y="23201"/>
                  <a:pt x="6733" y="32208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182" name="pdf-path-351">
            <a:extLst xmlns:a="http://schemas.openxmlformats.org/drawingml/2006/main">
              <a:ext uri="{FF2B5EF4-FFF2-40B4-BE49-F238E27FC236}">
                <a16:creationId xmlns:a16="http://schemas.microsoft.com/office/drawing/2014/main" id="{B86B0568-561C-49C1-9BFD-30B60752F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342" y="306495"/>
            <a:ext cx="82521" cy="60595"/>
          </a:xfrm>
          <a:custGeom xmlns:a="http://schemas.openxmlformats.org/drawingml/2006/main">
            <a:pathLst>
              <a:path w="82521" h="60595">
                <a:moveTo>
                  <a:pt x="22563" y="54135"/>
                </a:moveTo>
                <a:lnTo>
                  <a:pt x="54044" y="58411"/>
                </a:lnTo>
                <a:cubicBezTo>
                  <a:pt x="69783" y="60595"/>
                  <a:pt x="78609" y="53043"/>
                  <a:pt x="80610" y="35666"/>
                </a:cubicBezTo>
                <a:cubicBezTo>
                  <a:pt x="82521" y="18378"/>
                  <a:pt x="75697" y="8644"/>
                  <a:pt x="59957" y="6460"/>
                </a:cubicBezTo>
                <a:lnTo>
                  <a:pt x="28477" y="2093"/>
                </a:lnTo>
                <a:cubicBezTo>
                  <a:pt x="12737" y="0"/>
                  <a:pt x="3912" y="7552"/>
                  <a:pt x="1911" y="24838"/>
                </a:cubicBezTo>
                <a:cubicBezTo>
                  <a:pt x="0" y="42216"/>
                  <a:pt x="6824" y="51951"/>
                  <a:pt x="22563" y="54135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183" name="pdf-path-353">
            <a:extLst xmlns:a="http://schemas.openxmlformats.org/drawingml/2006/main">
              <a:ext uri="{FF2B5EF4-FFF2-40B4-BE49-F238E27FC236}">
                <a16:creationId xmlns:a16="http://schemas.microsoft.com/office/drawing/2014/main" id="{8928313B-1CD7-4E4A-A7B2-13745F89E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142" y="307223"/>
            <a:ext cx="105358" cy="190245"/>
          </a:xfrm>
          <a:custGeom xmlns:a="http://schemas.openxmlformats.org/drawingml/2006/main">
            <a:pathLst>
              <a:path w="105358" h="190245">
                <a:moveTo>
                  <a:pt x="99808" y="155035"/>
                </a:moveTo>
                <a:lnTo>
                  <a:pt x="41307" y="16650"/>
                </a:lnTo>
                <a:cubicBezTo>
                  <a:pt x="35666" y="3548"/>
                  <a:pt x="27023" y="0"/>
                  <a:pt x="15104" y="6187"/>
                </a:cubicBezTo>
                <a:cubicBezTo>
                  <a:pt x="3185" y="12373"/>
                  <a:pt x="0" y="22018"/>
                  <a:pt x="5641" y="35210"/>
                </a:cubicBezTo>
                <a:lnTo>
                  <a:pt x="64143" y="173504"/>
                </a:lnTo>
                <a:cubicBezTo>
                  <a:pt x="69693" y="186697"/>
                  <a:pt x="78427" y="190245"/>
                  <a:pt x="90346" y="184058"/>
                </a:cubicBezTo>
                <a:cubicBezTo>
                  <a:pt x="102265" y="177872"/>
                  <a:pt x="105358" y="168227"/>
                  <a:pt x="99808" y="155035"/>
                </a:cubicBezTo>
              </a:path>
            </a:pathLst>
          </a:custGeom>
          <a:solidFill xmlns:a="http://schemas.openxmlformats.org/drawingml/2006/main">
            <a:srgbClr val="B24D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184" name="pdf-path-355">
            <a:extLst xmlns:a="http://schemas.openxmlformats.org/drawingml/2006/main">
              <a:ext uri="{FF2B5EF4-FFF2-40B4-BE49-F238E27FC236}">
                <a16:creationId xmlns:a16="http://schemas.microsoft.com/office/drawing/2014/main" id="{71ACD6D4-CCA6-4030-BF35-A7DFEF347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7296" y="486914"/>
            <a:ext cx="110726" cy="206895"/>
          </a:xfrm>
          <a:custGeom xmlns:a="http://schemas.openxmlformats.org/drawingml/2006/main">
            <a:pathLst>
              <a:path w="110726" h="206895">
                <a:moveTo>
                  <a:pt x="106085" y="178418"/>
                </a:moveTo>
                <a:lnTo>
                  <a:pt x="33117" y="13192"/>
                </a:lnTo>
                <a:cubicBezTo>
                  <a:pt x="28477" y="2729"/>
                  <a:pt x="21381" y="0"/>
                  <a:pt x="11918" y="5095"/>
                </a:cubicBezTo>
                <a:cubicBezTo>
                  <a:pt x="2366" y="10191"/>
                  <a:pt x="0" y="18015"/>
                  <a:pt x="4640" y="28569"/>
                </a:cubicBezTo>
                <a:lnTo>
                  <a:pt x="77608" y="193703"/>
                </a:lnTo>
                <a:cubicBezTo>
                  <a:pt x="82248" y="204256"/>
                  <a:pt x="89254" y="206895"/>
                  <a:pt x="98807" y="201800"/>
                </a:cubicBezTo>
                <a:cubicBezTo>
                  <a:pt x="108269" y="196705"/>
                  <a:pt x="110726" y="188880"/>
                  <a:pt x="106085" y="178418"/>
                </a:cubicBezTo>
              </a:path>
            </a:pathLst>
          </a:custGeom>
          <a:solidFill xmlns:a="http://schemas.openxmlformats.org/drawingml/2006/main">
            <a:srgbClr val="B24D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185" name="pdf-path-357">
            <a:extLst xmlns:a="http://schemas.openxmlformats.org/drawingml/2006/main">
              <a:ext uri="{FF2B5EF4-FFF2-40B4-BE49-F238E27FC236}">
                <a16:creationId xmlns:a16="http://schemas.microsoft.com/office/drawing/2014/main" id="{02A0AB57-3908-4834-B5FF-FAFC9F7E9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280" y="667151"/>
            <a:ext cx="84614" cy="73332"/>
          </a:xfrm>
          <a:custGeom xmlns:a="http://schemas.openxmlformats.org/drawingml/2006/main">
            <a:pathLst>
              <a:path w="84614" h="73332">
                <a:moveTo>
                  <a:pt x="65144" y="18015"/>
                </a:moveTo>
                <a:lnTo>
                  <a:pt x="35575" y="6005"/>
                </a:lnTo>
                <a:cubicBezTo>
                  <a:pt x="20836" y="0"/>
                  <a:pt x="10736" y="5277"/>
                  <a:pt x="5368" y="21654"/>
                </a:cubicBezTo>
                <a:cubicBezTo>
                  <a:pt x="0" y="38121"/>
                  <a:pt x="4640" y="49404"/>
                  <a:pt x="19471" y="55317"/>
                </a:cubicBezTo>
                <a:lnTo>
                  <a:pt x="49040" y="67327"/>
                </a:lnTo>
                <a:cubicBezTo>
                  <a:pt x="63779" y="73332"/>
                  <a:pt x="73878" y="68055"/>
                  <a:pt x="79247" y="51587"/>
                </a:cubicBezTo>
                <a:cubicBezTo>
                  <a:pt x="84614" y="35210"/>
                  <a:pt x="79883" y="23928"/>
                  <a:pt x="65144" y="18015"/>
                </a:cubicBezTo>
              </a:path>
            </a:pathLst>
          </a:custGeom>
          <a:solidFill xmlns:a="http://schemas.openxmlformats.org/drawingml/2006/main">
            <a:srgbClr val="B24D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186" name="pdf-path-359">
            <a:extLst xmlns:a="http://schemas.openxmlformats.org/drawingml/2006/main">
              <a:ext uri="{FF2B5EF4-FFF2-40B4-BE49-F238E27FC236}">
                <a16:creationId xmlns:a16="http://schemas.microsoft.com/office/drawing/2014/main" id="{9A19117E-5E9B-4920-B225-0C8F5FCF1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931" y="210599"/>
            <a:ext cx="77700" cy="176415"/>
          </a:xfrm>
          <a:custGeom xmlns:a="http://schemas.openxmlformats.org/drawingml/2006/main">
            <a:pathLst>
              <a:path w="77700" h="176415">
                <a:moveTo>
                  <a:pt x="74061" y="145391"/>
                </a:moveTo>
                <a:lnTo>
                  <a:pt x="41580" y="19106"/>
                </a:lnTo>
                <a:cubicBezTo>
                  <a:pt x="38031" y="5005"/>
                  <a:pt x="29843" y="0"/>
                  <a:pt x="17196" y="4003"/>
                </a:cubicBezTo>
                <a:cubicBezTo>
                  <a:pt x="4549" y="8006"/>
                  <a:pt x="0" y="17013"/>
                  <a:pt x="3640" y="31116"/>
                </a:cubicBezTo>
                <a:lnTo>
                  <a:pt x="36029" y="157401"/>
                </a:lnTo>
                <a:cubicBezTo>
                  <a:pt x="39669" y="171412"/>
                  <a:pt x="47766" y="176415"/>
                  <a:pt x="60504" y="172503"/>
                </a:cubicBezTo>
                <a:cubicBezTo>
                  <a:pt x="73151" y="168500"/>
                  <a:pt x="77700" y="159493"/>
                  <a:pt x="74061" y="145391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187" name="pdf-path-361">
            <a:extLst xmlns:a="http://schemas.openxmlformats.org/drawingml/2006/main">
              <a:ext uri="{FF2B5EF4-FFF2-40B4-BE49-F238E27FC236}">
                <a16:creationId xmlns:a16="http://schemas.microsoft.com/office/drawing/2014/main" id="{0ECCC26D-00E8-4775-9EC3-1E74AA276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9211" y="380464"/>
            <a:ext cx="69420" cy="199889"/>
          </a:xfrm>
          <a:custGeom xmlns:a="http://schemas.openxmlformats.org/drawingml/2006/main">
            <a:pathLst>
              <a:path w="69420" h="199889">
                <a:moveTo>
                  <a:pt x="41488" y="179600"/>
                </a:moveTo>
                <a:lnTo>
                  <a:pt x="66963" y="28387"/>
                </a:lnTo>
                <a:cubicBezTo>
                  <a:pt x="69420" y="13920"/>
                  <a:pt x="64143" y="5368"/>
                  <a:pt x="51041" y="2729"/>
                </a:cubicBezTo>
                <a:cubicBezTo>
                  <a:pt x="38031" y="0"/>
                  <a:pt x="30298" y="5914"/>
                  <a:pt x="27932" y="20290"/>
                </a:cubicBezTo>
                <a:lnTo>
                  <a:pt x="2457" y="171594"/>
                </a:lnTo>
                <a:cubicBezTo>
                  <a:pt x="0" y="185969"/>
                  <a:pt x="5278" y="194522"/>
                  <a:pt x="18379" y="197160"/>
                </a:cubicBezTo>
                <a:cubicBezTo>
                  <a:pt x="31389" y="199889"/>
                  <a:pt x="39123" y="194066"/>
                  <a:pt x="41488" y="179600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188" name="pdf-path-363">
            <a:extLst xmlns:a="http://schemas.openxmlformats.org/drawingml/2006/main">
              <a:ext uri="{FF2B5EF4-FFF2-40B4-BE49-F238E27FC236}">
                <a16:creationId xmlns:a16="http://schemas.microsoft.com/office/drawing/2014/main" id="{C511F300-6FCD-4FC2-AD04-B4DFAFC3B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80" y="569345"/>
            <a:ext cx="154215" cy="171229"/>
          </a:xfrm>
          <a:custGeom xmlns:a="http://schemas.openxmlformats.org/drawingml/2006/main">
            <a:pathLst>
              <a:path w="154215" h="171229">
                <a:moveTo>
                  <a:pt x="29660" y="162949"/>
                </a:moveTo>
                <a:lnTo>
                  <a:pt x="146845" y="33026"/>
                </a:lnTo>
                <a:cubicBezTo>
                  <a:pt x="154215" y="24747"/>
                  <a:pt x="154215" y="16558"/>
                  <a:pt x="146845" y="8279"/>
                </a:cubicBezTo>
                <a:cubicBezTo>
                  <a:pt x="139385" y="0"/>
                  <a:pt x="131925" y="0"/>
                  <a:pt x="124554" y="8279"/>
                </a:cubicBezTo>
                <a:lnTo>
                  <a:pt x="7459" y="138202"/>
                </a:lnTo>
                <a:cubicBezTo>
                  <a:pt x="0" y="146390"/>
                  <a:pt x="0" y="154670"/>
                  <a:pt x="7370" y="162949"/>
                </a:cubicBezTo>
                <a:cubicBezTo>
                  <a:pt x="14829" y="171229"/>
                  <a:pt x="22290" y="171229"/>
                  <a:pt x="29660" y="162949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189" name="pdf-path-365">
            <a:extLst xmlns:a="http://schemas.openxmlformats.org/drawingml/2006/main">
              <a:ext uri="{FF2B5EF4-FFF2-40B4-BE49-F238E27FC236}">
                <a16:creationId xmlns:a16="http://schemas.microsoft.com/office/drawing/2014/main" id="{28825AE1-A2A4-49D3-A95B-0A6DA8536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367" y="731476"/>
            <a:ext cx="48948" cy="89163"/>
          </a:xfrm>
          <a:custGeom xmlns:a="http://schemas.openxmlformats.org/drawingml/2006/main">
            <a:pathLst>
              <a:path w="48948" h="89163">
                <a:moveTo>
                  <a:pt x="48493" y="61596"/>
                </a:moveTo>
                <a:lnTo>
                  <a:pt x="47674" y="26294"/>
                </a:lnTo>
                <a:cubicBezTo>
                  <a:pt x="47220" y="8644"/>
                  <a:pt x="39214" y="0"/>
                  <a:pt x="23383" y="455"/>
                </a:cubicBezTo>
                <a:cubicBezTo>
                  <a:pt x="7643" y="910"/>
                  <a:pt x="0" y="10008"/>
                  <a:pt x="364" y="27659"/>
                </a:cubicBezTo>
                <a:lnTo>
                  <a:pt x="1273" y="62960"/>
                </a:lnTo>
                <a:cubicBezTo>
                  <a:pt x="1638" y="80611"/>
                  <a:pt x="9735" y="89163"/>
                  <a:pt x="25475" y="88708"/>
                </a:cubicBezTo>
                <a:cubicBezTo>
                  <a:pt x="41215" y="88253"/>
                  <a:pt x="48948" y="79246"/>
                  <a:pt x="48493" y="61596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190" name="pdf-path-367">
            <a:extLst xmlns:a="http://schemas.openxmlformats.org/drawingml/2006/main">
              <a:ext uri="{FF2B5EF4-FFF2-40B4-BE49-F238E27FC236}">
                <a16:creationId xmlns:a16="http://schemas.microsoft.com/office/drawing/2014/main" id="{4D82A308-4B6A-4566-98A8-A4B98888A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12" y="378645"/>
            <a:ext cx="86798" cy="197524"/>
          </a:xfrm>
          <a:custGeom xmlns:a="http://schemas.openxmlformats.org/drawingml/2006/main">
            <a:pathLst>
              <a:path w="86798" h="197524">
                <a:moveTo>
                  <a:pt x="82886" y="165680"/>
                </a:moveTo>
                <a:lnTo>
                  <a:pt x="41761" y="18833"/>
                </a:lnTo>
                <a:cubicBezTo>
                  <a:pt x="37849" y="4822"/>
                  <a:pt x="29570" y="0"/>
                  <a:pt x="16923" y="4366"/>
                </a:cubicBezTo>
                <a:cubicBezTo>
                  <a:pt x="4367" y="8643"/>
                  <a:pt x="0" y="17832"/>
                  <a:pt x="3912" y="31843"/>
                </a:cubicBezTo>
                <a:lnTo>
                  <a:pt x="44946" y="178690"/>
                </a:lnTo>
                <a:cubicBezTo>
                  <a:pt x="48858" y="192702"/>
                  <a:pt x="57137" y="197524"/>
                  <a:pt x="69784" y="193156"/>
                </a:cubicBezTo>
                <a:cubicBezTo>
                  <a:pt x="82430" y="188789"/>
                  <a:pt x="86798" y="179691"/>
                  <a:pt x="82886" y="165680"/>
                </a:cubicBezTo>
              </a:path>
            </a:pathLst>
          </a:custGeom>
          <a:solidFill xmlns:a="http://schemas.openxmlformats.org/drawingml/2006/main">
            <a:srgbClr val="B24D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191" name="pdf-path-369">
            <a:extLst xmlns:a="http://schemas.openxmlformats.org/drawingml/2006/main">
              <a:ext uri="{FF2B5EF4-FFF2-40B4-BE49-F238E27FC236}">
                <a16:creationId xmlns:a16="http://schemas.microsoft.com/office/drawing/2014/main" id="{F8807350-FD7D-473D-9767-7499D168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9648" y="568071"/>
            <a:ext cx="87707" cy="215720"/>
          </a:xfrm>
          <a:custGeom xmlns:a="http://schemas.openxmlformats.org/drawingml/2006/main">
            <a:pathLst>
              <a:path w="87707" h="215720">
                <a:moveTo>
                  <a:pt x="84432" y="190063"/>
                </a:moveTo>
                <a:lnTo>
                  <a:pt x="33390" y="14830"/>
                </a:lnTo>
                <a:cubicBezTo>
                  <a:pt x="30206" y="3730"/>
                  <a:pt x="23564" y="0"/>
                  <a:pt x="13465" y="3548"/>
                </a:cubicBezTo>
                <a:cubicBezTo>
                  <a:pt x="3366" y="7096"/>
                  <a:pt x="0" y="14465"/>
                  <a:pt x="3184" y="25657"/>
                </a:cubicBezTo>
                <a:lnTo>
                  <a:pt x="54226" y="200798"/>
                </a:lnTo>
                <a:cubicBezTo>
                  <a:pt x="57501" y="211989"/>
                  <a:pt x="64143" y="215720"/>
                  <a:pt x="74241" y="212172"/>
                </a:cubicBezTo>
                <a:cubicBezTo>
                  <a:pt x="84250" y="208623"/>
                  <a:pt x="87707" y="201254"/>
                  <a:pt x="84432" y="190063"/>
                </a:cubicBezTo>
              </a:path>
            </a:pathLst>
          </a:custGeom>
          <a:solidFill xmlns:a="http://schemas.openxmlformats.org/drawingml/2006/main">
            <a:srgbClr val="B24D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192" name="pdf-path-371">
            <a:extLst xmlns:a="http://schemas.openxmlformats.org/drawingml/2006/main">
              <a:ext uri="{FF2B5EF4-FFF2-40B4-BE49-F238E27FC236}">
                <a16:creationId xmlns:a16="http://schemas.microsoft.com/office/drawing/2014/main" id="{098D4786-1393-4D72-956E-FAA16327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5793" y="761773"/>
            <a:ext cx="83704" cy="81156"/>
          </a:xfrm>
          <a:custGeom xmlns:a="http://schemas.openxmlformats.org/drawingml/2006/main">
            <a:pathLst>
              <a:path w="83704" h="81156">
                <a:moveTo>
                  <a:pt x="67418" y="26749"/>
                </a:moveTo>
                <a:lnTo>
                  <a:pt x="40306" y="8917"/>
                </a:lnTo>
                <a:cubicBezTo>
                  <a:pt x="26749" y="0"/>
                  <a:pt x="15923" y="3185"/>
                  <a:pt x="8007" y="18288"/>
                </a:cubicBezTo>
                <a:cubicBezTo>
                  <a:pt x="0" y="33482"/>
                  <a:pt x="2820" y="45492"/>
                  <a:pt x="16377" y="54407"/>
                </a:cubicBezTo>
                <a:lnTo>
                  <a:pt x="43489" y="72241"/>
                </a:lnTo>
                <a:cubicBezTo>
                  <a:pt x="57046" y="81156"/>
                  <a:pt x="67782" y="77973"/>
                  <a:pt x="75788" y="62870"/>
                </a:cubicBezTo>
                <a:cubicBezTo>
                  <a:pt x="83704" y="47675"/>
                  <a:pt x="80974" y="35666"/>
                  <a:pt x="67418" y="26749"/>
                </a:cubicBezTo>
              </a:path>
            </a:pathLst>
          </a:custGeom>
          <a:solidFill xmlns:a="http://schemas.openxmlformats.org/drawingml/2006/main">
            <a:srgbClr val="B24D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193" name="pdf-path-373">
            <a:extLst xmlns:a="http://schemas.openxmlformats.org/drawingml/2006/main">
              <a:ext uri="{FF2B5EF4-FFF2-40B4-BE49-F238E27FC236}">
                <a16:creationId xmlns:a16="http://schemas.microsoft.com/office/drawing/2014/main" id="{B07152B6-210C-4ADC-AB12-5B8B8B9FC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9149" y="253907"/>
            <a:ext cx="64051" cy="177690"/>
          </a:xfrm>
          <a:custGeom xmlns:a="http://schemas.openxmlformats.org/drawingml/2006/main">
            <a:pathLst>
              <a:path w="64051" h="177690">
                <a:moveTo>
                  <a:pt x="41033" y="157401"/>
                </a:moveTo>
                <a:lnTo>
                  <a:pt x="61777" y="28023"/>
                </a:lnTo>
                <a:cubicBezTo>
                  <a:pt x="64051" y="13647"/>
                  <a:pt x="58775" y="5095"/>
                  <a:pt x="45854" y="2548"/>
                </a:cubicBezTo>
                <a:cubicBezTo>
                  <a:pt x="32935" y="0"/>
                  <a:pt x="25383" y="5914"/>
                  <a:pt x="23018" y="20290"/>
                </a:cubicBezTo>
                <a:lnTo>
                  <a:pt x="2274" y="149667"/>
                </a:lnTo>
                <a:cubicBezTo>
                  <a:pt x="0" y="164043"/>
                  <a:pt x="5277" y="172504"/>
                  <a:pt x="18196" y="175142"/>
                </a:cubicBezTo>
                <a:cubicBezTo>
                  <a:pt x="31115" y="177690"/>
                  <a:pt x="38667" y="171776"/>
                  <a:pt x="41033" y="157401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194" name="pdf-path-375">
            <a:extLst xmlns:a="http://schemas.openxmlformats.org/drawingml/2006/main">
              <a:ext uri="{FF2B5EF4-FFF2-40B4-BE49-F238E27FC236}">
                <a16:creationId xmlns:a16="http://schemas.microsoft.com/office/drawing/2014/main" id="{F1CF9CB6-6A4B-4400-8635-3376BA951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9150" y="418950"/>
            <a:ext cx="138932" cy="167590"/>
          </a:xfrm>
          <a:custGeom xmlns:a="http://schemas.openxmlformats.org/drawingml/2006/main">
            <a:pathLst>
              <a:path w="138932" h="167590">
                <a:moveTo>
                  <a:pt x="38304" y="155945"/>
                </a:moveTo>
                <a:lnTo>
                  <a:pt x="130196" y="40852"/>
                </a:lnTo>
                <a:cubicBezTo>
                  <a:pt x="138932" y="29843"/>
                  <a:pt x="138386" y="19471"/>
                  <a:pt x="128559" y="9735"/>
                </a:cubicBezTo>
                <a:cubicBezTo>
                  <a:pt x="118642" y="0"/>
                  <a:pt x="109362" y="637"/>
                  <a:pt x="100627" y="11646"/>
                </a:cubicBezTo>
                <a:lnTo>
                  <a:pt x="8735" y="126740"/>
                </a:lnTo>
                <a:cubicBezTo>
                  <a:pt x="0" y="137748"/>
                  <a:pt x="546" y="148120"/>
                  <a:pt x="10464" y="157855"/>
                </a:cubicBezTo>
                <a:cubicBezTo>
                  <a:pt x="20290" y="167590"/>
                  <a:pt x="29570" y="166954"/>
                  <a:pt x="38304" y="155945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195" name="pdf-path-377">
            <a:extLst xmlns:a="http://schemas.openxmlformats.org/drawingml/2006/main">
              <a:ext uri="{FF2B5EF4-FFF2-40B4-BE49-F238E27FC236}">
                <a16:creationId xmlns:a16="http://schemas.microsoft.com/office/drawing/2014/main" id="{ED8A8947-BEED-48D6-8108-1644E298F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1866" y="569071"/>
            <a:ext cx="145937" cy="181693"/>
          </a:xfrm>
          <a:custGeom xmlns:a="http://schemas.openxmlformats.org/drawingml/2006/main">
            <a:pathLst>
              <a:path w="145937" h="181693">
                <a:moveTo>
                  <a:pt x="30935" y="172230"/>
                </a:moveTo>
                <a:lnTo>
                  <a:pt x="139113" y="32299"/>
                </a:lnTo>
                <a:cubicBezTo>
                  <a:pt x="145937" y="23383"/>
                  <a:pt x="145391" y="15194"/>
                  <a:pt x="137385" y="7552"/>
                </a:cubicBezTo>
                <a:cubicBezTo>
                  <a:pt x="129378" y="0"/>
                  <a:pt x="121917" y="637"/>
                  <a:pt x="115003" y="9553"/>
                </a:cubicBezTo>
                <a:lnTo>
                  <a:pt x="6915" y="149393"/>
                </a:lnTo>
                <a:cubicBezTo>
                  <a:pt x="0" y="158310"/>
                  <a:pt x="637" y="166499"/>
                  <a:pt x="8644" y="174141"/>
                </a:cubicBezTo>
                <a:cubicBezTo>
                  <a:pt x="16650" y="181693"/>
                  <a:pt x="24111" y="181056"/>
                  <a:pt x="30935" y="172230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196" name="pdf-path-379">
            <a:extLst xmlns:a="http://schemas.openxmlformats.org/drawingml/2006/main">
              <a:ext uri="{FF2B5EF4-FFF2-40B4-BE49-F238E27FC236}">
                <a16:creationId xmlns:a16="http://schemas.microsoft.com/office/drawing/2014/main" id="{9575929A-B89D-41A9-BC2B-6FDB531B4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1949" y="736935"/>
            <a:ext cx="66872" cy="93804"/>
          </a:xfrm>
          <a:custGeom xmlns:a="http://schemas.openxmlformats.org/drawingml/2006/main">
            <a:pathLst>
              <a:path w="66872" h="93804">
                <a:moveTo>
                  <a:pt x="61140" y="53589"/>
                </a:moveTo>
                <a:lnTo>
                  <a:pt x="49677" y="21199"/>
                </a:lnTo>
                <a:cubicBezTo>
                  <a:pt x="43945" y="4913"/>
                  <a:pt x="33755" y="0"/>
                  <a:pt x="19106" y="6369"/>
                </a:cubicBezTo>
                <a:cubicBezTo>
                  <a:pt x="4458" y="12738"/>
                  <a:pt x="0" y="24019"/>
                  <a:pt x="5732" y="40214"/>
                </a:cubicBezTo>
                <a:lnTo>
                  <a:pt x="17196" y="72696"/>
                </a:lnTo>
                <a:cubicBezTo>
                  <a:pt x="22928" y="88891"/>
                  <a:pt x="33117" y="93804"/>
                  <a:pt x="47766" y="87526"/>
                </a:cubicBezTo>
                <a:cubicBezTo>
                  <a:pt x="62415" y="81156"/>
                  <a:pt x="66872" y="69875"/>
                  <a:pt x="61140" y="53589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197" name="pdf-path-381">
            <a:extLst xmlns:a="http://schemas.openxmlformats.org/drawingml/2006/main">
              <a:ext uri="{FF2B5EF4-FFF2-40B4-BE49-F238E27FC236}">
                <a16:creationId xmlns:a16="http://schemas.microsoft.com/office/drawing/2014/main" id="{3656D5E5-36DD-4728-9EC7-F371F055B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854" y="426502"/>
            <a:ext cx="65052" cy="198889"/>
          </a:xfrm>
          <a:custGeom xmlns:a="http://schemas.openxmlformats.org/drawingml/2006/main">
            <a:pathLst>
              <a:path w="65052" h="198889">
                <a:moveTo>
                  <a:pt x="40942" y="178508"/>
                </a:moveTo>
                <a:lnTo>
                  <a:pt x="62960" y="27476"/>
                </a:lnTo>
                <a:cubicBezTo>
                  <a:pt x="65052" y="13102"/>
                  <a:pt x="59685" y="4731"/>
                  <a:pt x="46674" y="2366"/>
                </a:cubicBezTo>
                <a:cubicBezTo>
                  <a:pt x="33754" y="0"/>
                  <a:pt x="26294" y="6096"/>
                  <a:pt x="24110" y="20471"/>
                </a:cubicBezTo>
                <a:lnTo>
                  <a:pt x="2093" y="171502"/>
                </a:lnTo>
                <a:cubicBezTo>
                  <a:pt x="0" y="185878"/>
                  <a:pt x="5459" y="194248"/>
                  <a:pt x="18378" y="196614"/>
                </a:cubicBezTo>
                <a:cubicBezTo>
                  <a:pt x="31298" y="198889"/>
                  <a:pt x="38849" y="192884"/>
                  <a:pt x="40942" y="178508"/>
                </a:cubicBezTo>
              </a:path>
            </a:pathLst>
          </a:custGeom>
          <a:solidFill xmlns:a="http://schemas.openxmlformats.org/drawingml/2006/main">
            <a:srgbClr val="B24D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198" name="pdf-path-383">
            <a:extLst xmlns:a="http://schemas.openxmlformats.org/drawingml/2006/main">
              <a:ext uri="{FF2B5EF4-FFF2-40B4-BE49-F238E27FC236}">
                <a16:creationId xmlns:a16="http://schemas.microsoft.com/office/drawing/2014/main" id="{24067B66-91AD-46B6-92F2-C4CBFE214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106" y="621387"/>
            <a:ext cx="58502" cy="220360"/>
          </a:xfrm>
          <a:custGeom xmlns:a="http://schemas.openxmlformats.org/drawingml/2006/main">
            <a:pathLst>
              <a:path w="58502" h="220360">
                <a:moveTo>
                  <a:pt x="32845" y="203802"/>
                </a:moveTo>
                <a:lnTo>
                  <a:pt x="56955" y="21563"/>
                </a:lnTo>
                <a:cubicBezTo>
                  <a:pt x="58502" y="10008"/>
                  <a:pt x="54044" y="3366"/>
                  <a:pt x="43580" y="1638"/>
                </a:cubicBezTo>
                <a:cubicBezTo>
                  <a:pt x="33208" y="0"/>
                  <a:pt x="27203" y="4913"/>
                  <a:pt x="25657" y="16468"/>
                </a:cubicBezTo>
                <a:lnTo>
                  <a:pt x="1546" y="198706"/>
                </a:lnTo>
                <a:cubicBezTo>
                  <a:pt x="0" y="210352"/>
                  <a:pt x="4458" y="216994"/>
                  <a:pt x="14921" y="218632"/>
                </a:cubicBezTo>
                <a:cubicBezTo>
                  <a:pt x="25383" y="220360"/>
                  <a:pt x="31298" y="215447"/>
                  <a:pt x="32845" y="203802"/>
                </a:cubicBezTo>
              </a:path>
            </a:pathLst>
          </a:custGeom>
          <a:solidFill xmlns:a="http://schemas.openxmlformats.org/drawingml/2006/main">
            <a:srgbClr val="B24D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199" name="pdf-path-385">
            <a:extLst xmlns:a="http://schemas.openxmlformats.org/drawingml/2006/main">
              <a:ext uri="{FF2B5EF4-FFF2-40B4-BE49-F238E27FC236}">
                <a16:creationId xmlns:a16="http://schemas.microsoft.com/office/drawing/2014/main" id="{58937A67-F1F6-4C36-ABD0-5D8378194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0746" y="769779"/>
            <a:ext cx="80702" cy="85524"/>
          </a:xfrm>
          <a:custGeom xmlns:a="http://schemas.openxmlformats.org/drawingml/2006/main">
            <a:pathLst>
              <a:path w="80702" h="85524">
                <a:moveTo>
                  <a:pt x="37576" y="11191"/>
                </a:moveTo>
                <a:lnTo>
                  <a:pt x="13193" y="33482"/>
                </a:lnTo>
                <a:cubicBezTo>
                  <a:pt x="1092" y="44582"/>
                  <a:pt x="0" y="57047"/>
                  <a:pt x="9918" y="70603"/>
                </a:cubicBezTo>
                <a:cubicBezTo>
                  <a:pt x="19925" y="84250"/>
                  <a:pt x="30935" y="85524"/>
                  <a:pt x="43126" y="74334"/>
                </a:cubicBezTo>
                <a:lnTo>
                  <a:pt x="67418" y="52042"/>
                </a:lnTo>
                <a:cubicBezTo>
                  <a:pt x="79610" y="40852"/>
                  <a:pt x="80702" y="28478"/>
                  <a:pt x="70784" y="14831"/>
                </a:cubicBezTo>
                <a:cubicBezTo>
                  <a:pt x="60777" y="1274"/>
                  <a:pt x="49767" y="0"/>
                  <a:pt x="37576" y="11191"/>
                </a:cubicBezTo>
              </a:path>
            </a:pathLst>
          </a:custGeom>
          <a:solidFill xmlns:a="http://schemas.openxmlformats.org/drawingml/2006/main">
            <a:srgbClr val="B24D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00" name="pdf-path-387">
            <a:extLst xmlns:a="http://schemas.openxmlformats.org/drawingml/2006/main">
              <a:ext uri="{FF2B5EF4-FFF2-40B4-BE49-F238E27FC236}">
                <a16:creationId xmlns:a16="http://schemas.microsoft.com/office/drawing/2014/main" id="{94EF4388-4D01-4786-B49E-89A3862ED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8600" y="183942"/>
            <a:ext cx="92438" cy="172594"/>
          </a:xfrm>
          <a:custGeom xmlns:a="http://schemas.openxmlformats.org/drawingml/2006/main">
            <a:pathLst>
              <a:path w="92438" h="172594">
                <a:moveTo>
                  <a:pt x="41488" y="155307"/>
                </a:moveTo>
                <a:lnTo>
                  <a:pt x="87343" y="34300"/>
                </a:lnTo>
                <a:cubicBezTo>
                  <a:pt x="92438" y="20835"/>
                  <a:pt x="88890" y="11281"/>
                  <a:pt x="76789" y="5640"/>
                </a:cubicBezTo>
                <a:cubicBezTo>
                  <a:pt x="64688" y="0"/>
                  <a:pt x="56045" y="3911"/>
                  <a:pt x="50950" y="17377"/>
                </a:cubicBezTo>
                <a:lnTo>
                  <a:pt x="5094" y="138293"/>
                </a:lnTo>
                <a:cubicBezTo>
                  <a:pt x="0" y="151758"/>
                  <a:pt x="3548" y="161313"/>
                  <a:pt x="15649" y="166953"/>
                </a:cubicBezTo>
                <a:cubicBezTo>
                  <a:pt x="27749" y="172594"/>
                  <a:pt x="36393" y="168682"/>
                  <a:pt x="41488" y="155307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01" name="pdf-path-389">
            <a:extLst xmlns:a="http://schemas.openxmlformats.org/drawingml/2006/main">
              <a:ext uri="{FF2B5EF4-FFF2-40B4-BE49-F238E27FC236}">
                <a16:creationId xmlns:a16="http://schemas.microsoft.com/office/drawing/2014/main" id="{0CFA5CBC-C74A-4396-857E-5D51E2B86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5367" y="345709"/>
            <a:ext cx="94894" cy="195522"/>
          </a:xfrm>
          <a:custGeom xmlns:a="http://schemas.openxmlformats.org/drawingml/2006/main">
            <a:pathLst>
              <a:path w="94894" h="195522">
                <a:moveTo>
                  <a:pt x="41942" y="177416"/>
                </a:moveTo>
                <a:lnTo>
                  <a:pt x="90346" y="33300"/>
                </a:lnTo>
                <a:cubicBezTo>
                  <a:pt x="94894" y="19561"/>
                  <a:pt x="90983" y="10190"/>
                  <a:pt x="78609" y="5095"/>
                </a:cubicBezTo>
                <a:cubicBezTo>
                  <a:pt x="66144" y="0"/>
                  <a:pt x="57683" y="4276"/>
                  <a:pt x="53043" y="18015"/>
                </a:cubicBezTo>
                <a:lnTo>
                  <a:pt x="4640" y="162131"/>
                </a:lnTo>
                <a:cubicBezTo>
                  <a:pt x="0" y="175870"/>
                  <a:pt x="3912" y="185332"/>
                  <a:pt x="16377" y="190427"/>
                </a:cubicBezTo>
                <a:cubicBezTo>
                  <a:pt x="28750" y="195522"/>
                  <a:pt x="37303" y="191155"/>
                  <a:pt x="41942" y="177416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02" name="pdf-path-391">
            <a:extLst xmlns:a="http://schemas.openxmlformats.org/drawingml/2006/main">
              <a:ext uri="{FF2B5EF4-FFF2-40B4-BE49-F238E27FC236}">
                <a16:creationId xmlns:a16="http://schemas.microsoft.com/office/drawing/2014/main" id="{86A413BB-2CC9-4494-865B-0791E1A78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5261" y="527856"/>
            <a:ext cx="154216" cy="171321"/>
          </a:xfrm>
          <a:custGeom xmlns:a="http://schemas.openxmlformats.org/drawingml/2006/main">
            <a:pathLst>
              <a:path w="154216" h="171321">
                <a:moveTo>
                  <a:pt x="29661" y="163042"/>
                </a:moveTo>
                <a:lnTo>
                  <a:pt x="146756" y="33027"/>
                </a:lnTo>
                <a:cubicBezTo>
                  <a:pt x="154216" y="24748"/>
                  <a:pt x="154216" y="16468"/>
                  <a:pt x="146756" y="8280"/>
                </a:cubicBezTo>
                <a:cubicBezTo>
                  <a:pt x="139295" y="0"/>
                  <a:pt x="131926" y="0"/>
                  <a:pt x="124464" y="8280"/>
                </a:cubicBezTo>
                <a:lnTo>
                  <a:pt x="7461" y="138294"/>
                </a:lnTo>
                <a:cubicBezTo>
                  <a:pt x="0" y="146483"/>
                  <a:pt x="0" y="154762"/>
                  <a:pt x="7461" y="163042"/>
                </a:cubicBezTo>
                <a:cubicBezTo>
                  <a:pt x="14831" y="171321"/>
                  <a:pt x="22291" y="171321"/>
                  <a:pt x="29661" y="163042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03" name="pdf-path-393">
            <a:extLst xmlns:a="http://schemas.openxmlformats.org/drawingml/2006/main">
              <a:ext uri="{FF2B5EF4-FFF2-40B4-BE49-F238E27FC236}">
                <a16:creationId xmlns:a16="http://schemas.microsoft.com/office/drawing/2014/main" id="{3A39B78D-8BDE-46D5-A9F4-3E26076A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971" y="689078"/>
            <a:ext cx="52224" cy="91074"/>
          </a:xfrm>
          <a:custGeom xmlns:a="http://schemas.openxmlformats.org/drawingml/2006/main">
            <a:pathLst>
              <a:path w="52224" h="91074">
                <a:moveTo>
                  <a:pt x="48130" y="65417"/>
                </a:moveTo>
                <a:lnTo>
                  <a:pt x="50859" y="30207"/>
                </a:lnTo>
                <a:cubicBezTo>
                  <a:pt x="52224" y="12646"/>
                  <a:pt x="45036" y="3094"/>
                  <a:pt x="29478" y="1546"/>
                </a:cubicBezTo>
                <a:cubicBezTo>
                  <a:pt x="13920" y="0"/>
                  <a:pt x="5367" y="8098"/>
                  <a:pt x="4094" y="25657"/>
                </a:cubicBezTo>
                <a:lnTo>
                  <a:pt x="1365" y="60868"/>
                </a:lnTo>
                <a:cubicBezTo>
                  <a:pt x="0" y="78427"/>
                  <a:pt x="7097" y="87980"/>
                  <a:pt x="22745" y="89527"/>
                </a:cubicBezTo>
                <a:cubicBezTo>
                  <a:pt x="38303" y="91074"/>
                  <a:pt x="46765" y="82976"/>
                  <a:pt x="48130" y="65417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04" name="pdf-path-395">
            <a:extLst xmlns:a="http://schemas.openxmlformats.org/drawingml/2006/main">
              <a:ext uri="{FF2B5EF4-FFF2-40B4-BE49-F238E27FC236}">
                <a16:creationId xmlns:a16="http://schemas.microsoft.com/office/drawing/2014/main" id="{0447B6D6-5C0E-4317-B77D-626B2EFB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9817" y="345527"/>
            <a:ext cx="100172" cy="193520"/>
          </a:xfrm>
          <a:custGeom xmlns:a="http://schemas.openxmlformats.org/drawingml/2006/main">
            <a:pathLst>
              <a:path w="100172" h="193520">
                <a:moveTo>
                  <a:pt x="41579" y="176142"/>
                </a:moveTo>
                <a:lnTo>
                  <a:pt x="95077" y="34392"/>
                </a:lnTo>
                <a:cubicBezTo>
                  <a:pt x="100172" y="20926"/>
                  <a:pt x="96624" y="11282"/>
                  <a:pt x="84432" y="5641"/>
                </a:cubicBezTo>
                <a:cubicBezTo>
                  <a:pt x="72331" y="0"/>
                  <a:pt x="63688" y="3912"/>
                  <a:pt x="58592" y="17469"/>
                </a:cubicBezTo>
                <a:lnTo>
                  <a:pt x="5094" y="159129"/>
                </a:lnTo>
                <a:cubicBezTo>
                  <a:pt x="0" y="172686"/>
                  <a:pt x="3548" y="182239"/>
                  <a:pt x="15739" y="187880"/>
                </a:cubicBezTo>
                <a:cubicBezTo>
                  <a:pt x="27841" y="193520"/>
                  <a:pt x="36484" y="189608"/>
                  <a:pt x="41579" y="176142"/>
                </a:cubicBezTo>
              </a:path>
            </a:pathLst>
          </a:custGeom>
          <a:solidFill xmlns:a="http://schemas.openxmlformats.org/drawingml/2006/main">
            <a:srgbClr val="B24D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05" name="pdf-path-397">
            <a:extLst xmlns:a="http://schemas.openxmlformats.org/drawingml/2006/main">
              <a:ext uri="{FF2B5EF4-FFF2-40B4-BE49-F238E27FC236}">
                <a16:creationId xmlns:a16="http://schemas.microsoft.com/office/drawing/2014/main" id="{2D724E16-1956-47F9-A032-FD4373391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2845" y="528493"/>
            <a:ext cx="104904" cy="209443"/>
          </a:xfrm>
          <a:custGeom xmlns:a="http://schemas.openxmlformats.org/drawingml/2006/main">
            <a:pathLst>
              <a:path w="104904" h="209443">
                <a:moveTo>
                  <a:pt x="33027" y="195796"/>
                </a:moveTo>
                <a:lnTo>
                  <a:pt x="100627" y="27841"/>
                </a:lnTo>
                <a:cubicBezTo>
                  <a:pt x="104904" y="17197"/>
                  <a:pt x="102265" y="9463"/>
                  <a:pt x="92712" y="4732"/>
                </a:cubicBezTo>
                <a:cubicBezTo>
                  <a:pt x="83068" y="0"/>
                  <a:pt x="76153" y="2912"/>
                  <a:pt x="71877" y="13558"/>
                </a:cubicBezTo>
                <a:lnTo>
                  <a:pt x="4276" y="181511"/>
                </a:lnTo>
                <a:cubicBezTo>
                  <a:pt x="0" y="192156"/>
                  <a:pt x="2639" y="199890"/>
                  <a:pt x="12284" y="204622"/>
                </a:cubicBezTo>
                <a:cubicBezTo>
                  <a:pt x="21837" y="209443"/>
                  <a:pt x="28751" y="206441"/>
                  <a:pt x="33027" y="195796"/>
                </a:cubicBezTo>
              </a:path>
            </a:pathLst>
          </a:custGeom>
          <a:solidFill xmlns:a="http://schemas.openxmlformats.org/drawingml/2006/main">
            <a:srgbClr val="B24D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06" name="pdf-path-399">
            <a:extLst xmlns:a="http://schemas.openxmlformats.org/drawingml/2006/main">
              <a:ext uri="{FF2B5EF4-FFF2-40B4-BE49-F238E27FC236}">
                <a16:creationId xmlns:a16="http://schemas.microsoft.com/office/drawing/2014/main" id="{3BC0DD25-6DD5-4684-9975-0AF8EA0B8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3019" y="729383"/>
            <a:ext cx="58229" cy="93440"/>
          </a:xfrm>
          <a:custGeom xmlns:a="http://schemas.openxmlformats.org/drawingml/2006/main">
            <a:pathLst>
              <a:path w="58229" h="93440">
                <a:moveTo>
                  <a:pt x="55136" y="58866"/>
                </a:moveTo>
                <a:lnTo>
                  <a:pt x="49130" y="24202"/>
                </a:lnTo>
                <a:cubicBezTo>
                  <a:pt x="46037" y="6915"/>
                  <a:pt x="36848" y="0"/>
                  <a:pt x="21471" y="3367"/>
                </a:cubicBezTo>
                <a:cubicBezTo>
                  <a:pt x="6186" y="6824"/>
                  <a:pt x="0" y="17197"/>
                  <a:pt x="3002" y="34574"/>
                </a:cubicBezTo>
                <a:lnTo>
                  <a:pt x="9098" y="69148"/>
                </a:lnTo>
                <a:cubicBezTo>
                  <a:pt x="12191" y="86526"/>
                  <a:pt x="21381" y="93440"/>
                  <a:pt x="36666" y="89982"/>
                </a:cubicBezTo>
                <a:cubicBezTo>
                  <a:pt x="52042" y="86616"/>
                  <a:pt x="58229" y="76244"/>
                  <a:pt x="55136" y="58866"/>
                </a:cubicBezTo>
              </a:path>
            </a:pathLst>
          </a:custGeom>
          <a:solidFill xmlns:a="http://schemas.openxmlformats.org/drawingml/2006/main">
            <a:srgbClr val="B24D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07" name="pdf-path-401">
            <a:extLst xmlns:a="http://schemas.openxmlformats.org/drawingml/2006/main">
              <a:ext uri="{FF2B5EF4-FFF2-40B4-BE49-F238E27FC236}">
                <a16:creationId xmlns:a16="http://schemas.microsoft.com/office/drawing/2014/main" id="{16835D13-840A-45B8-A63F-7E60F942C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2243" y="228614"/>
            <a:ext cx="114821" cy="160130"/>
          </a:xfrm>
          <a:custGeom xmlns:a="http://schemas.openxmlformats.org/drawingml/2006/main">
            <a:pathLst>
              <a:path w="114821" h="160130">
                <a:moveTo>
                  <a:pt x="107360" y="121553"/>
                </a:moveTo>
                <a:lnTo>
                  <a:pt x="39942" y="13829"/>
                </a:lnTo>
                <a:cubicBezTo>
                  <a:pt x="32482" y="1911"/>
                  <a:pt x="23292" y="0"/>
                  <a:pt x="12465" y="8279"/>
                </a:cubicBezTo>
                <a:cubicBezTo>
                  <a:pt x="1638" y="16559"/>
                  <a:pt x="0" y="26749"/>
                  <a:pt x="7461" y="38668"/>
                </a:cubicBezTo>
                <a:lnTo>
                  <a:pt x="74879" y="146391"/>
                </a:lnTo>
                <a:cubicBezTo>
                  <a:pt x="82340" y="158310"/>
                  <a:pt x="91529" y="160130"/>
                  <a:pt x="102356" y="151850"/>
                </a:cubicBezTo>
                <a:cubicBezTo>
                  <a:pt x="113183" y="143571"/>
                  <a:pt x="114821" y="133472"/>
                  <a:pt x="107360" y="121553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08" name="pdf-path-403">
            <a:extLst xmlns:a="http://schemas.openxmlformats.org/drawingml/2006/main">
              <a:ext uri="{FF2B5EF4-FFF2-40B4-BE49-F238E27FC236}">
                <a16:creationId xmlns:a16="http://schemas.microsoft.com/office/drawing/2014/main" id="{34A54717-2EA6-4F2A-A5CE-8E9CCDBE7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4930" y="378917"/>
            <a:ext cx="58775" cy="199890"/>
          </a:xfrm>
          <a:custGeom xmlns:a="http://schemas.openxmlformats.org/drawingml/2006/main">
            <a:pathLst>
              <a:path w="58775" h="199890">
                <a:moveTo>
                  <a:pt x="40852" y="178963"/>
                </a:moveTo>
                <a:lnTo>
                  <a:pt x="57228" y="26112"/>
                </a:lnTo>
                <a:cubicBezTo>
                  <a:pt x="58775" y="11555"/>
                  <a:pt x="52952" y="3458"/>
                  <a:pt x="39850" y="1729"/>
                </a:cubicBezTo>
                <a:cubicBezTo>
                  <a:pt x="26749" y="0"/>
                  <a:pt x="19471" y="6369"/>
                  <a:pt x="17924" y="20927"/>
                </a:cubicBezTo>
                <a:lnTo>
                  <a:pt x="1547" y="173777"/>
                </a:lnTo>
                <a:cubicBezTo>
                  <a:pt x="0" y="188334"/>
                  <a:pt x="5823" y="196432"/>
                  <a:pt x="18925" y="198161"/>
                </a:cubicBezTo>
                <a:cubicBezTo>
                  <a:pt x="32026" y="199890"/>
                  <a:pt x="39305" y="193521"/>
                  <a:pt x="40852" y="178963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09" name="pdf-path-405">
            <a:extLst xmlns:a="http://schemas.openxmlformats.org/drawingml/2006/main">
              <a:ext uri="{FF2B5EF4-FFF2-40B4-BE49-F238E27FC236}">
                <a16:creationId xmlns:a16="http://schemas.microsoft.com/office/drawing/2014/main" id="{94293692-4A39-4B97-900A-C7BC906FB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605" y="368091"/>
            <a:ext cx="97443" cy="212718"/>
          </a:xfrm>
          <a:custGeom xmlns:a="http://schemas.openxmlformats.org/drawingml/2006/main">
            <a:pathLst>
              <a:path w="97443" h="212718">
                <a:moveTo>
                  <a:pt x="3821" y="26840"/>
                </a:moveTo>
                <a:lnTo>
                  <a:pt x="63961" y="198434"/>
                </a:lnTo>
                <a:cubicBezTo>
                  <a:pt x="67782" y="209351"/>
                  <a:pt x="74606" y="212718"/>
                  <a:pt x="84432" y="208442"/>
                </a:cubicBezTo>
                <a:cubicBezTo>
                  <a:pt x="94349" y="204256"/>
                  <a:pt x="97443" y="196705"/>
                  <a:pt x="93621" y="185787"/>
                </a:cubicBezTo>
                <a:lnTo>
                  <a:pt x="33482" y="14193"/>
                </a:lnTo>
                <a:cubicBezTo>
                  <a:pt x="29661" y="3367"/>
                  <a:pt x="22837" y="0"/>
                  <a:pt x="12919" y="4185"/>
                </a:cubicBezTo>
                <a:cubicBezTo>
                  <a:pt x="3093" y="8371"/>
                  <a:pt x="0" y="15922"/>
                  <a:pt x="3821" y="26840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10" name="pdf-path-407">
            <a:extLst xmlns:a="http://schemas.openxmlformats.org/drawingml/2006/main">
              <a:ext uri="{FF2B5EF4-FFF2-40B4-BE49-F238E27FC236}">
                <a16:creationId xmlns:a16="http://schemas.microsoft.com/office/drawing/2014/main" id="{F52F8A68-984F-4F2C-8C79-D1820F7F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5007" y="314229"/>
            <a:ext cx="84433" cy="77881"/>
          </a:xfrm>
          <a:custGeom xmlns:a="http://schemas.openxmlformats.org/drawingml/2006/main">
            <a:pathLst>
              <a:path w="84433" h="77881">
                <a:moveTo>
                  <a:pt x="17833" y="55044"/>
                </a:moveTo>
                <a:lnTo>
                  <a:pt x="46128" y="70238"/>
                </a:lnTo>
                <a:cubicBezTo>
                  <a:pt x="60322" y="77881"/>
                  <a:pt x="70785" y="73787"/>
                  <a:pt x="77609" y="57956"/>
                </a:cubicBezTo>
                <a:cubicBezTo>
                  <a:pt x="84433" y="42215"/>
                  <a:pt x="80793" y="30480"/>
                  <a:pt x="66599" y="22836"/>
                </a:cubicBezTo>
                <a:lnTo>
                  <a:pt x="38304" y="7643"/>
                </a:lnTo>
                <a:cubicBezTo>
                  <a:pt x="24111" y="0"/>
                  <a:pt x="13647" y="4094"/>
                  <a:pt x="6824" y="19834"/>
                </a:cubicBezTo>
                <a:cubicBezTo>
                  <a:pt x="0" y="35665"/>
                  <a:pt x="3640" y="47401"/>
                  <a:pt x="17833" y="55044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11" name="pdf-path-409">
            <a:extLst xmlns:a="http://schemas.openxmlformats.org/drawingml/2006/main">
              <a:ext uri="{FF2B5EF4-FFF2-40B4-BE49-F238E27FC236}">
                <a16:creationId xmlns:a16="http://schemas.microsoft.com/office/drawing/2014/main" id="{E699C05B-0527-462F-BAFB-8D2E08EFE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2863" y="371730"/>
            <a:ext cx="129013" cy="177326"/>
          </a:xfrm>
          <a:custGeom xmlns:a="http://schemas.openxmlformats.org/drawingml/2006/main">
            <a:pathLst>
              <a:path w="129013" h="177326">
                <a:moveTo>
                  <a:pt x="121189" y="137839"/>
                </a:moveTo>
                <a:lnTo>
                  <a:pt x="39577" y="13465"/>
                </a:lnTo>
                <a:cubicBezTo>
                  <a:pt x="31843" y="1547"/>
                  <a:pt x="22655" y="0"/>
                  <a:pt x="12010" y="8644"/>
                </a:cubicBezTo>
                <a:cubicBezTo>
                  <a:pt x="1455" y="17378"/>
                  <a:pt x="0" y="27569"/>
                  <a:pt x="7733" y="39487"/>
                </a:cubicBezTo>
                <a:lnTo>
                  <a:pt x="89345" y="163861"/>
                </a:lnTo>
                <a:cubicBezTo>
                  <a:pt x="97170" y="175779"/>
                  <a:pt x="106358" y="177326"/>
                  <a:pt x="116913" y="168682"/>
                </a:cubicBezTo>
                <a:cubicBezTo>
                  <a:pt x="127558" y="159948"/>
                  <a:pt x="129013" y="149758"/>
                  <a:pt x="121189" y="137839"/>
                </a:cubicBezTo>
              </a:path>
            </a:pathLst>
          </a:custGeom>
          <a:solidFill xmlns:a="http://schemas.openxmlformats.org/drawingml/2006/main">
            <a:srgbClr val="B24D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12" name="pdf-path-411">
            <a:extLst xmlns:a="http://schemas.openxmlformats.org/drawingml/2006/main">
              <a:ext uri="{FF2B5EF4-FFF2-40B4-BE49-F238E27FC236}">
                <a16:creationId xmlns:a16="http://schemas.microsoft.com/office/drawing/2014/main" id="{7A6AA818-5261-4A47-A5F0-E3B8D7E5C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0494" y="532861"/>
            <a:ext cx="137840" cy="189426"/>
          </a:xfrm>
          <a:custGeom xmlns:a="http://schemas.openxmlformats.org/drawingml/2006/main">
            <a:pathLst>
              <a:path w="137840" h="189426">
                <a:moveTo>
                  <a:pt x="131470" y="157855"/>
                </a:moveTo>
                <a:lnTo>
                  <a:pt x="31571" y="10553"/>
                </a:lnTo>
                <a:cubicBezTo>
                  <a:pt x="25203" y="1182"/>
                  <a:pt x="17833" y="0"/>
                  <a:pt x="9463" y="7096"/>
                </a:cubicBezTo>
                <a:cubicBezTo>
                  <a:pt x="1002" y="14102"/>
                  <a:pt x="0" y="22290"/>
                  <a:pt x="6279" y="31662"/>
                </a:cubicBezTo>
                <a:lnTo>
                  <a:pt x="106178" y="178963"/>
                </a:lnTo>
                <a:cubicBezTo>
                  <a:pt x="112546" y="188334"/>
                  <a:pt x="119916" y="189426"/>
                  <a:pt x="128377" y="182420"/>
                </a:cubicBezTo>
                <a:cubicBezTo>
                  <a:pt x="136748" y="175414"/>
                  <a:pt x="137840" y="167226"/>
                  <a:pt x="131470" y="157855"/>
                </a:cubicBezTo>
              </a:path>
            </a:pathLst>
          </a:custGeom>
          <a:solidFill xmlns:a="http://schemas.openxmlformats.org/drawingml/2006/main">
            <a:srgbClr val="B24D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13" name="pdf-path-413">
            <a:extLst xmlns:a="http://schemas.openxmlformats.org/drawingml/2006/main">
              <a:ext uri="{FF2B5EF4-FFF2-40B4-BE49-F238E27FC236}">
                <a16:creationId xmlns:a16="http://schemas.microsoft.com/office/drawing/2014/main" id="{8661DCD6-F7F7-46E3-84AE-E8504A879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6233" y="690352"/>
            <a:ext cx="82340" cy="64143"/>
          </a:xfrm>
          <a:custGeom xmlns:a="http://schemas.openxmlformats.org/drawingml/2006/main">
            <a:pathLst>
              <a:path w="82340" h="64143">
                <a:moveTo>
                  <a:pt x="60413" y="8733"/>
                </a:moveTo>
                <a:lnTo>
                  <a:pt x="29570" y="2911"/>
                </a:lnTo>
                <a:cubicBezTo>
                  <a:pt x="14103" y="0"/>
                  <a:pt x="5095" y="7370"/>
                  <a:pt x="2548" y="24838"/>
                </a:cubicBezTo>
                <a:cubicBezTo>
                  <a:pt x="0" y="42398"/>
                  <a:pt x="6460" y="52587"/>
                  <a:pt x="21927" y="55499"/>
                </a:cubicBezTo>
                <a:lnTo>
                  <a:pt x="52770" y="61231"/>
                </a:lnTo>
                <a:cubicBezTo>
                  <a:pt x="68237" y="64143"/>
                  <a:pt x="77244" y="56864"/>
                  <a:pt x="79793" y="39305"/>
                </a:cubicBezTo>
                <a:cubicBezTo>
                  <a:pt x="82340" y="21744"/>
                  <a:pt x="75880" y="11555"/>
                  <a:pt x="60413" y="8733"/>
                </a:cubicBezTo>
              </a:path>
            </a:pathLst>
          </a:custGeom>
          <a:solidFill xmlns:a="http://schemas.openxmlformats.org/drawingml/2006/main">
            <a:srgbClr val="B24D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14" name="pdf-path-415">
            <a:extLst xmlns:a="http://schemas.openxmlformats.org/drawingml/2006/main">
              <a:ext uri="{FF2B5EF4-FFF2-40B4-BE49-F238E27FC236}">
                <a16:creationId xmlns:a16="http://schemas.microsoft.com/office/drawing/2014/main" id="{835DC7B0-BBAD-43A2-B2BB-750860713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8557" y="183850"/>
            <a:ext cx="67145" cy="177599"/>
          </a:xfrm>
          <a:custGeom xmlns:a="http://schemas.openxmlformats.org/drawingml/2006/main">
            <a:pathLst>
              <a:path w="67145" h="177599">
                <a:moveTo>
                  <a:pt x="64507" y="148848"/>
                </a:moveTo>
                <a:lnTo>
                  <a:pt x="41124" y="20016"/>
                </a:lnTo>
                <a:cubicBezTo>
                  <a:pt x="38576" y="5732"/>
                  <a:pt x="30842" y="0"/>
                  <a:pt x="18015" y="2911"/>
                </a:cubicBezTo>
                <a:cubicBezTo>
                  <a:pt x="5095" y="5823"/>
                  <a:pt x="0" y="14376"/>
                  <a:pt x="2547" y="28750"/>
                </a:cubicBezTo>
                <a:lnTo>
                  <a:pt x="26021" y="157582"/>
                </a:lnTo>
                <a:cubicBezTo>
                  <a:pt x="28568" y="171866"/>
                  <a:pt x="36302" y="177599"/>
                  <a:pt x="49131" y="174687"/>
                </a:cubicBezTo>
                <a:cubicBezTo>
                  <a:pt x="62050" y="171775"/>
                  <a:pt x="67145" y="163223"/>
                  <a:pt x="64507" y="148848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15" name="pdf-path-417">
            <a:extLst xmlns:a="http://schemas.openxmlformats.org/drawingml/2006/main">
              <a:ext uri="{FF2B5EF4-FFF2-40B4-BE49-F238E27FC236}">
                <a16:creationId xmlns:a16="http://schemas.microsoft.com/office/drawing/2014/main" id="{146A9820-03B1-48D2-ABA7-779597C8E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588" y="349984"/>
            <a:ext cx="134927" cy="171321"/>
          </a:xfrm>
          <a:custGeom xmlns:a="http://schemas.openxmlformats.org/drawingml/2006/main">
            <a:pathLst>
              <a:path w="134927" h="171321">
                <a:moveTo>
                  <a:pt x="39214" y="158948"/>
                </a:moveTo>
                <a:lnTo>
                  <a:pt x="126648" y="39942"/>
                </a:lnTo>
                <a:cubicBezTo>
                  <a:pt x="134927" y="28660"/>
                  <a:pt x="133926" y="18379"/>
                  <a:pt x="123645" y="9190"/>
                </a:cubicBezTo>
                <a:cubicBezTo>
                  <a:pt x="113455" y="0"/>
                  <a:pt x="104084" y="1092"/>
                  <a:pt x="95805" y="12465"/>
                </a:cubicBezTo>
                <a:lnTo>
                  <a:pt x="8370" y="131380"/>
                </a:lnTo>
                <a:cubicBezTo>
                  <a:pt x="0" y="142661"/>
                  <a:pt x="1000" y="152943"/>
                  <a:pt x="11282" y="162131"/>
                </a:cubicBezTo>
                <a:cubicBezTo>
                  <a:pt x="21563" y="171321"/>
                  <a:pt x="30843" y="170229"/>
                  <a:pt x="39214" y="158948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16" name="pdf-path-419">
            <a:extLst xmlns:a="http://schemas.openxmlformats.org/drawingml/2006/main">
              <a:ext uri="{FF2B5EF4-FFF2-40B4-BE49-F238E27FC236}">
                <a16:creationId xmlns:a16="http://schemas.microsoft.com/office/drawing/2014/main" id="{C752DD77-ECD1-47E5-8054-7C8922AAF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8220" y="505566"/>
            <a:ext cx="136656" cy="188516"/>
          </a:xfrm>
          <a:custGeom xmlns:a="http://schemas.openxmlformats.org/drawingml/2006/main">
            <a:pathLst>
              <a:path w="136656" h="188516">
                <a:moveTo>
                  <a:pt x="31389" y="178053"/>
                </a:moveTo>
                <a:lnTo>
                  <a:pt x="130379" y="31480"/>
                </a:lnTo>
                <a:cubicBezTo>
                  <a:pt x="136656" y="22109"/>
                  <a:pt x="135565" y="14011"/>
                  <a:pt x="127195" y="7005"/>
                </a:cubicBezTo>
                <a:cubicBezTo>
                  <a:pt x="118823" y="0"/>
                  <a:pt x="111545" y="1182"/>
                  <a:pt x="105267" y="10463"/>
                </a:cubicBezTo>
                <a:lnTo>
                  <a:pt x="6278" y="157036"/>
                </a:lnTo>
                <a:cubicBezTo>
                  <a:pt x="0" y="166407"/>
                  <a:pt x="1092" y="174505"/>
                  <a:pt x="9463" y="181510"/>
                </a:cubicBezTo>
                <a:cubicBezTo>
                  <a:pt x="17833" y="188516"/>
                  <a:pt x="25111" y="187333"/>
                  <a:pt x="31389" y="178053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17" name="pdf-path-421">
            <a:extLst xmlns:a="http://schemas.openxmlformats.org/drawingml/2006/main">
              <a:ext uri="{FF2B5EF4-FFF2-40B4-BE49-F238E27FC236}">
                <a16:creationId xmlns:a16="http://schemas.microsoft.com/office/drawing/2014/main" id="{A9D0F06A-F914-4A9D-9F96-B7C8477B3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755" y="685348"/>
            <a:ext cx="55226" cy="91983"/>
          </a:xfrm>
          <a:custGeom xmlns:a="http://schemas.openxmlformats.org/drawingml/2006/main">
            <a:pathLst>
              <a:path w="55226" h="91983">
                <a:moveTo>
                  <a:pt x="53316" y="60321"/>
                </a:moveTo>
                <a:lnTo>
                  <a:pt x="49404" y="25293"/>
                </a:lnTo>
                <a:cubicBezTo>
                  <a:pt x="47493" y="7733"/>
                  <a:pt x="38668" y="0"/>
                  <a:pt x="22837" y="2183"/>
                </a:cubicBezTo>
                <a:cubicBezTo>
                  <a:pt x="6914" y="4276"/>
                  <a:pt x="0" y="14102"/>
                  <a:pt x="1911" y="31661"/>
                </a:cubicBezTo>
                <a:lnTo>
                  <a:pt x="5823" y="66689"/>
                </a:lnTo>
                <a:cubicBezTo>
                  <a:pt x="7733" y="84250"/>
                  <a:pt x="16559" y="91983"/>
                  <a:pt x="32390" y="89799"/>
                </a:cubicBezTo>
                <a:cubicBezTo>
                  <a:pt x="48312" y="87706"/>
                  <a:pt x="55226" y="77881"/>
                  <a:pt x="53316" y="60321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18" name="pdf-path-423">
            <a:extLst xmlns:a="http://schemas.openxmlformats.org/drawingml/2006/main">
              <a:ext uri="{FF2B5EF4-FFF2-40B4-BE49-F238E27FC236}">
                <a16:creationId xmlns:a16="http://schemas.microsoft.com/office/drawing/2014/main" id="{899CD2D7-D491-4BAD-9DE0-EC8B0F23A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0036" y="355080"/>
            <a:ext cx="75061" cy="199435"/>
          </a:xfrm>
          <a:custGeom xmlns:a="http://schemas.openxmlformats.org/drawingml/2006/main">
            <a:pathLst>
              <a:path w="75061" h="199435">
                <a:moveTo>
                  <a:pt x="72149" y="169866"/>
                </a:moveTo>
                <a:lnTo>
                  <a:pt x="41488" y="19835"/>
                </a:lnTo>
                <a:cubicBezTo>
                  <a:pt x="38576" y="5551"/>
                  <a:pt x="30661" y="0"/>
                  <a:pt x="17832" y="3276"/>
                </a:cubicBezTo>
                <a:cubicBezTo>
                  <a:pt x="5005" y="6460"/>
                  <a:pt x="0" y="15285"/>
                  <a:pt x="2912" y="29569"/>
                </a:cubicBezTo>
                <a:lnTo>
                  <a:pt x="33573" y="179600"/>
                </a:lnTo>
                <a:cubicBezTo>
                  <a:pt x="36575" y="193884"/>
                  <a:pt x="44400" y="199435"/>
                  <a:pt x="57228" y="196159"/>
                </a:cubicBezTo>
                <a:cubicBezTo>
                  <a:pt x="70057" y="192884"/>
                  <a:pt x="75061" y="184150"/>
                  <a:pt x="72149" y="169866"/>
                </a:cubicBezTo>
              </a:path>
            </a:pathLst>
          </a:custGeom>
          <a:solidFill xmlns:a="http://schemas.openxmlformats.org/drawingml/2006/main">
            <a:srgbClr val="B24D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19" name="pdf-path-425">
            <a:extLst xmlns:a="http://schemas.openxmlformats.org/drawingml/2006/main">
              <a:ext uri="{FF2B5EF4-FFF2-40B4-BE49-F238E27FC236}">
                <a16:creationId xmlns:a16="http://schemas.microsoft.com/office/drawing/2014/main" id="{86BCB068-B28B-4CBE-9186-A4762F5E8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2980" y="548692"/>
            <a:ext cx="75971" cy="218267"/>
          </a:xfrm>
          <a:custGeom xmlns:a="http://schemas.openxmlformats.org/drawingml/2006/main">
            <a:pathLst>
              <a:path w="75971" h="218267">
                <a:moveTo>
                  <a:pt x="73424" y="194157"/>
                </a:moveTo>
                <a:lnTo>
                  <a:pt x="33209" y="15557"/>
                </a:lnTo>
                <a:cubicBezTo>
                  <a:pt x="30662" y="4276"/>
                  <a:pt x="24292" y="0"/>
                  <a:pt x="14012" y="2820"/>
                </a:cubicBezTo>
                <a:cubicBezTo>
                  <a:pt x="3821" y="5640"/>
                  <a:pt x="0" y="12737"/>
                  <a:pt x="2547" y="24110"/>
                </a:cubicBezTo>
                <a:lnTo>
                  <a:pt x="42762" y="202709"/>
                </a:lnTo>
                <a:cubicBezTo>
                  <a:pt x="45309" y="213992"/>
                  <a:pt x="51679" y="218267"/>
                  <a:pt x="61869" y="215447"/>
                </a:cubicBezTo>
                <a:cubicBezTo>
                  <a:pt x="72150" y="212627"/>
                  <a:pt x="75971" y="205529"/>
                  <a:pt x="73424" y="194157"/>
                </a:cubicBezTo>
              </a:path>
            </a:pathLst>
          </a:custGeom>
          <a:solidFill xmlns:a="http://schemas.openxmlformats.org/drawingml/2006/main">
            <a:srgbClr val="B24D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20" name="pdf-path-427">
            <a:extLst xmlns:a="http://schemas.openxmlformats.org/drawingml/2006/main">
              <a:ext uri="{FF2B5EF4-FFF2-40B4-BE49-F238E27FC236}">
                <a16:creationId xmlns:a16="http://schemas.microsoft.com/office/drawing/2014/main" id="{5A24557E-9B88-46FE-86F4-B236BA7F8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7934" y="744396"/>
            <a:ext cx="84341" cy="78700"/>
          </a:xfrm>
          <a:custGeom xmlns:a="http://schemas.openxmlformats.org/drawingml/2006/main">
            <a:pathLst>
              <a:path w="84341" h="78700">
                <a:moveTo>
                  <a:pt x="66871" y="23837"/>
                </a:moveTo>
                <a:lnTo>
                  <a:pt x="38941" y="7916"/>
                </a:lnTo>
                <a:cubicBezTo>
                  <a:pt x="24929" y="0"/>
                  <a:pt x="14285" y="3821"/>
                  <a:pt x="7187" y="19379"/>
                </a:cubicBezTo>
                <a:cubicBezTo>
                  <a:pt x="0" y="35028"/>
                  <a:pt x="3457" y="46856"/>
                  <a:pt x="17469" y="54862"/>
                </a:cubicBezTo>
                <a:lnTo>
                  <a:pt x="45491" y="70784"/>
                </a:lnTo>
                <a:cubicBezTo>
                  <a:pt x="59503" y="78700"/>
                  <a:pt x="70056" y="74879"/>
                  <a:pt x="77244" y="59230"/>
                </a:cubicBezTo>
                <a:cubicBezTo>
                  <a:pt x="84341" y="43580"/>
                  <a:pt x="80883" y="31843"/>
                  <a:pt x="66871" y="23837"/>
                </a:cubicBezTo>
              </a:path>
            </a:pathLst>
          </a:custGeom>
          <a:solidFill xmlns:a="http://schemas.openxmlformats.org/drawingml/2006/main">
            <a:srgbClr val="B24D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21" name="pdf-path-429">
            <a:extLst xmlns:a="http://schemas.openxmlformats.org/drawingml/2006/main">
              <a:ext uri="{FF2B5EF4-FFF2-40B4-BE49-F238E27FC236}">
                <a16:creationId xmlns:a16="http://schemas.microsoft.com/office/drawing/2014/main" id="{8C7F72D2-A3A7-4B52-BCA6-19AA9780B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976" y="178482"/>
            <a:ext cx="2546245" cy="247383"/>
          </a:xfrm>
          <a:custGeom xmlns:a="http://schemas.openxmlformats.org/drawingml/2006/main">
            <a:pathLst>
              <a:path w="2546245" h="247383">
                <a:moveTo>
                  <a:pt x="0" y="4095"/>
                </a:moveTo>
                <a:lnTo>
                  <a:pt x="8462" y="10100"/>
                </a:lnTo>
                <a:lnTo>
                  <a:pt x="17287" y="17378"/>
                </a:lnTo>
                <a:lnTo>
                  <a:pt x="30934" y="30480"/>
                </a:lnTo>
                <a:lnTo>
                  <a:pt x="44945" y="45947"/>
                </a:lnTo>
                <a:lnTo>
                  <a:pt x="59230" y="63325"/>
                </a:lnTo>
                <a:lnTo>
                  <a:pt x="83886" y="95351"/>
                </a:lnTo>
                <a:lnTo>
                  <a:pt x="97170" y="108452"/>
                </a:lnTo>
                <a:lnTo>
                  <a:pt x="187607" y="193248"/>
                </a:lnTo>
                <a:lnTo>
                  <a:pt x="209897" y="213264"/>
                </a:lnTo>
                <a:lnTo>
                  <a:pt x="225819" y="225728"/>
                </a:lnTo>
                <a:lnTo>
                  <a:pt x="243106" y="237011"/>
                </a:lnTo>
                <a:lnTo>
                  <a:pt x="252023" y="241469"/>
                </a:lnTo>
                <a:lnTo>
                  <a:pt x="260484" y="244289"/>
                </a:lnTo>
                <a:lnTo>
                  <a:pt x="267398" y="244380"/>
                </a:lnTo>
                <a:lnTo>
                  <a:pt x="273676" y="241923"/>
                </a:lnTo>
                <a:lnTo>
                  <a:pt x="280136" y="237647"/>
                </a:lnTo>
                <a:lnTo>
                  <a:pt x="310615" y="213173"/>
                </a:lnTo>
                <a:lnTo>
                  <a:pt x="326719" y="197979"/>
                </a:lnTo>
                <a:lnTo>
                  <a:pt x="358290" y="164679"/>
                </a:lnTo>
                <a:lnTo>
                  <a:pt x="379762" y="142115"/>
                </a:lnTo>
                <a:lnTo>
                  <a:pt x="394502" y="129287"/>
                </a:lnTo>
                <a:lnTo>
                  <a:pt x="408877" y="118461"/>
                </a:lnTo>
                <a:lnTo>
                  <a:pt x="422706" y="109908"/>
                </a:lnTo>
                <a:lnTo>
                  <a:pt x="435716" y="103539"/>
                </a:lnTo>
                <a:lnTo>
                  <a:pt x="448000" y="98717"/>
                </a:lnTo>
                <a:lnTo>
                  <a:pt x="459736" y="95351"/>
                </a:lnTo>
                <a:lnTo>
                  <a:pt x="471200" y="93167"/>
                </a:lnTo>
                <a:lnTo>
                  <a:pt x="487122" y="91255"/>
                </a:lnTo>
                <a:lnTo>
                  <a:pt x="497585" y="91347"/>
                </a:lnTo>
                <a:lnTo>
                  <a:pt x="508139" y="92530"/>
                </a:lnTo>
                <a:lnTo>
                  <a:pt x="518966" y="94713"/>
                </a:lnTo>
                <a:lnTo>
                  <a:pt x="529975" y="97989"/>
                </a:lnTo>
                <a:lnTo>
                  <a:pt x="541166" y="102265"/>
                </a:lnTo>
                <a:lnTo>
                  <a:pt x="552448" y="107633"/>
                </a:lnTo>
                <a:lnTo>
                  <a:pt x="563820" y="114002"/>
                </a:lnTo>
                <a:lnTo>
                  <a:pt x="575285" y="121644"/>
                </a:lnTo>
                <a:lnTo>
                  <a:pt x="586748" y="130379"/>
                </a:lnTo>
                <a:lnTo>
                  <a:pt x="598303" y="140205"/>
                </a:lnTo>
                <a:lnTo>
                  <a:pt x="609949" y="151213"/>
                </a:lnTo>
                <a:lnTo>
                  <a:pt x="621231" y="162223"/>
                </a:lnTo>
                <a:lnTo>
                  <a:pt x="626326" y="165407"/>
                </a:lnTo>
                <a:lnTo>
                  <a:pt x="631057" y="167227"/>
                </a:lnTo>
                <a:lnTo>
                  <a:pt x="635515" y="167863"/>
                </a:lnTo>
                <a:lnTo>
                  <a:pt x="643885" y="167590"/>
                </a:lnTo>
                <a:lnTo>
                  <a:pt x="670088" y="164861"/>
                </a:lnTo>
                <a:lnTo>
                  <a:pt x="680006" y="165589"/>
                </a:lnTo>
                <a:lnTo>
                  <a:pt x="693198" y="168136"/>
                </a:lnTo>
                <a:lnTo>
                  <a:pt x="725770" y="176598"/>
                </a:lnTo>
                <a:lnTo>
                  <a:pt x="744422" y="182239"/>
                </a:lnTo>
                <a:lnTo>
                  <a:pt x="763801" y="189608"/>
                </a:lnTo>
                <a:lnTo>
                  <a:pt x="779905" y="196796"/>
                </a:lnTo>
                <a:lnTo>
                  <a:pt x="796372" y="204438"/>
                </a:lnTo>
                <a:lnTo>
                  <a:pt x="800648" y="204984"/>
                </a:lnTo>
                <a:lnTo>
                  <a:pt x="804743" y="204348"/>
                </a:lnTo>
                <a:lnTo>
                  <a:pt x="809110" y="202437"/>
                </a:lnTo>
                <a:lnTo>
                  <a:pt x="813841" y="199435"/>
                </a:lnTo>
                <a:lnTo>
                  <a:pt x="819209" y="195340"/>
                </a:lnTo>
                <a:lnTo>
                  <a:pt x="824941" y="189972"/>
                </a:lnTo>
                <a:lnTo>
                  <a:pt x="838043" y="175961"/>
                </a:lnTo>
                <a:lnTo>
                  <a:pt x="845322" y="167227"/>
                </a:lnTo>
                <a:lnTo>
                  <a:pt x="860515" y="147665"/>
                </a:lnTo>
                <a:lnTo>
                  <a:pt x="877984" y="126830"/>
                </a:lnTo>
                <a:lnTo>
                  <a:pt x="892996" y="106632"/>
                </a:lnTo>
                <a:lnTo>
                  <a:pt x="907462" y="89618"/>
                </a:lnTo>
                <a:lnTo>
                  <a:pt x="919291" y="73242"/>
                </a:lnTo>
                <a:lnTo>
                  <a:pt x="939034" y="43763"/>
                </a:lnTo>
                <a:lnTo>
                  <a:pt x="948314" y="31662"/>
                </a:lnTo>
                <a:lnTo>
                  <a:pt x="957412" y="21472"/>
                </a:lnTo>
                <a:lnTo>
                  <a:pt x="966419" y="13284"/>
                </a:lnTo>
                <a:lnTo>
                  <a:pt x="975700" y="7097"/>
                </a:lnTo>
                <a:lnTo>
                  <a:pt x="985344" y="2912"/>
                </a:lnTo>
                <a:lnTo>
                  <a:pt x="995170" y="637"/>
                </a:lnTo>
                <a:lnTo>
                  <a:pt x="1004996" y="0"/>
                </a:lnTo>
                <a:lnTo>
                  <a:pt x="1014003" y="1092"/>
                </a:lnTo>
                <a:lnTo>
                  <a:pt x="1022556" y="3457"/>
                </a:lnTo>
                <a:lnTo>
                  <a:pt x="1031108" y="7188"/>
                </a:lnTo>
                <a:lnTo>
                  <a:pt x="1039842" y="12192"/>
                </a:lnTo>
                <a:lnTo>
                  <a:pt x="1048850" y="18379"/>
                </a:lnTo>
                <a:lnTo>
                  <a:pt x="1058039" y="25839"/>
                </a:lnTo>
                <a:lnTo>
                  <a:pt x="1067410" y="34392"/>
                </a:lnTo>
                <a:lnTo>
                  <a:pt x="1081604" y="49313"/>
                </a:lnTo>
                <a:lnTo>
                  <a:pt x="1095979" y="66236"/>
                </a:lnTo>
                <a:lnTo>
                  <a:pt x="1126822" y="104176"/>
                </a:lnTo>
                <a:lnTo>
                  <a:pt x="1187690" y="161131"/>
                </a:lnTo>
                <a:lnTo>
                  <a:pt x="1218987" y="189426"/>
                </a:lnTo>
                <a:lnTo>
                  <a:pt x="1257747" y="223090"/>
                </a:lnTo>
                <a:lnTo>
                  <a:pt x="1274669" y="235373"/>
                </a:lnTo>
                <a:lnTo>
                  <a:pt x="1283585" y="240831"/>
                </a:lnTo>
                <a:lnTo>
                  <a:pt x="1291955" y="244653"/>
                </a:lnTo>
                <a:lnTo>
                  <a:pt x="1299053" y="246382"/>
                </a:lnTo>
                <a:lnTo>
                  <a:pt x="1304785" y="245745"/>
                </a:lnTo>
                <a:lnTo>
                  <a:pt x="1310061" y="243106"/>
                </a:lnTo>
                <a:lnTo>
                  <a:pt x="1321708" y="233644"/>
                </a:lnTo>
                <a:lnTo>
                  <a:pt x="1336082" y="221634"/>
                </a:lnTo>
                <a:lnTo>
                  <a:pt x="1352005" y="208533"/>
                </a:lnTo>
                <a:lnTo>
                  <a:pt x="1368109" y="192793"/>
                </a:lnTo>
                <a:lnTo>
                  <a:pt x="1399225" y="160038"/>
                </a:lnTo>
                <a:lnTo>
                  <a:pt x="1413327" y="145299"/>
                </a:lnTo>
                <a:lnTo>
                  <a:pt x="1427884" y="132198"/>
                </a:lnTo>
                <a:lnTo>
                  <a:pt x="1442441" y="121189"/>
                </a:lnTo>
                <a:lnTo>
                  <a:pt x="1456362" y="112364"/>
                </a:lnTo>
                <a:lnTo>
                  <a:pt x="1469372" y="105813"/>
                </a:lnTo>
                <a:lnTo>
                  <a:pt x="1481746" y="100900"/>
                </a:lnTo>
                <a:lnTo>
                  <a:pt x="1493574" y="97443"/>
                </a:lnTo>
                <a:lnTo>
                  <a:pt x="1505037" y="95168"/>
                </a:lnTo>
                <a:lnTo>
                  <a:pt x="1521051" y="93348"/>
                </a:lnTo>
                <a:lnTo>
                  <a:pt x="1531423" y="93440"/>
                </a:lnTo>
                <a:lnTo>
                  <a:pt x="1541977" y="94532"/>
                </a:lnTo>
                <a:lnTo>
                  <a:pt x="1552803" y="96624"/>
                </a:lnTo>
                <a:lnTo>
                  <a:pt x="1563812" y="99899"/>
                </a:lnTo>
                <a:lnTo>
                  <a:pt x="1574912" y="104176"/>
                </a:lnTo>
                <a:lnTo>
                  <a:pt x="1586103" y="109452"/>
                </a:lnTo>
                <a:lnTo>
                  <a:pt x="1597385" y="115912"/>
                </a:lnTo>
                <a:lnTo>
                  <a:pt x="1608758" y="123464"/>
                </a:lnTo>
                <a:lnTo>
                  <a:pt x="1620131" y="132198"/>
                </a:lnTo>
                <a:lnTo>
                  <a:pt x="1631685" y="142115"/>
                </a:lnTo>
                <a:lnTo>
                  <a:pt x="1654159" y="163042"/>
                </a:lnTo>
                <a:lnTo>
                  <a:pt x="1659163" y="165681"/>
                </a:lnTo>
                <a:lnTo>
                  <a:pt x="1663712" y="167044"/>
                </a:lnTo>
                <a:lnTo>
                  <a:pt x="1672173" y="167408"/>
                </a:lnTo>
                <a:lnTo>
                  <a:pt x="1705200" y="164770"/>
                </a:lnTo>
                <a:lnTo>
                  <a:pt x="1714844" y="165953"/>
                </a:lnTo>
                <a:lnTo>
                  <a:pt x="1731403" y="169683"/>
                </a:lnTo>
                <a:lnTo>
                  <a:pt x="1764884" y="178418"/>
                </a:lnTo>
                <a:lnTo>
                  <a:pt x="1783536" y="184695"/>
                </a:lnTo>
                <a:lnTo>
                  <a:pt x="1803097" y="192793"/>
                </a:lnTo>
                <a:lnTo>
                  <a:pt x="1819110" y="200435"/>
                </a:lnTo>
                <a:lnTo>
                  <a:pt x="1827389" y="204348"/>
                </a:lnTo>
                <a:lnTo>
                  <a:pt x="1831666" y="205349"/>
                </a:lnTo>
                <a:lnTo>
                  <a:pt x="1835851" y="204984"/>
                </a:lnTo>
                <a:lnTo>
                  <a:pt x="1840127" y="203438"/>
                </a:lnTo>
                <a:lnTo>
                  <a:pt x="1844767" y="200709"/>
                </a:lnTo>
                <a:lnTo>
                  <a:pt x="1850044" y="196887"/>
                </a:lnTo>
                <a:lnTo>
                  <a:pt x="1855868" y="191792"/>
                </a:lnTo>
                <a:lnTo>
                  <a:pt x="1868878" y="178145"/>
                </a:lnTo>
                <a:lnTo>
                  <a:pt x="1876339" y="169683"/>
                </a:lnTo>
                <a:lnTo>
                  <a:pt x="1899903" y="140569"/>
                </a:lnTo>
                <a:lnTo>
                  <a:pt x="1908637" y="130288"/>
                </a:lnTo>
                <a:lnTo>
                  <a:pt x="1923923" y="109817"/>
                </a:lnTo>
                <a:lnTo>
                  <a:pt x="1938479" y="92530"/>
                </a:lnTo>
                <a:lnTo>
                  <a:pt x="1950216" y="75880"/>
                </a:lnTo>
                <a:lnTo>
                  <a:pt x="1969778" y="45855"/>
                </a:lnTo>
                <a:lnTo>
                  <a:pt x="1978876" y="33391"/>
                </a:lnTo>
                <a:lnTo>
                  <a:pt x="1987792" y="22929"/>
                </a:lnTo>
                <a:lnTo>
                  <a:pt x="1996708" y="14557"/>
                </a:lnTo>
                <a:lnTo>
                  <a:pt x="2005807" y="8188"/>
                </a:lnTo>
                <a:lnTo>
                  <a:pt x="2015178" y="3731"/>
                </a:lnTo>
                <a:lnTo>
                  <a:pt x="2024731" y="1274"/>
                </a:lnTo>
                <a:lnTo>
                  <a:pt x="2034194" y="546"/>
                </a:lnTo>
                <a:lnTo>
                  <a:pt x="2042746" y="1455"/>
                </a:lnTo>
                <a:lnTo>
                  <a:pt x="2051117" y="3731"/>
                </a:lnTo>
                <a:lnTo>
                  <a:pt x="2059396" y="7370"/>
                </a:lnTo>
                <a:lnTo>
                  <a:pt x="2067949" y="12192"/>
                </a:lnTo>
                <a:lnTo>
                  <a:pt x="2076682" y="18379"/>
                </a:lnTo>
                <a:lnTo>
                  <a:pt x="2085781" y="25749"/>
                </a:lnTo>
                <a:lnTo>
                  <a:pt x="2099792" y="38941"/>
                </a:lnTo>
                <a:lnTo>
                  <a:pt x="2114077" y="54499"/>
                </a:lnTo>
                <a:lnTo>
                  <a:pt x="2128634" y="71968"/>
                </a:lnTo>
                <a:lnTo>
                  <a:pt x="2154473" y="103903"/>
                </a:lnTo>
                <a:lnTo>
                  <a:pt x="2183769" y="131106"/>
                </a:lnTo>
                <a:lnTo>
                  <a:pt x="2238359" y="181693"/>
                </a:lnTo>
                <a:lnTo>
                  <a:pt x="2284305" y="221998"/>
                </a:lnTo>
                <a:lnTo>
                  <a:pt x="2300955" y="234281"/>
                </a:lnTo>
                <a:lnTo>
                  <a:pt x="2309781" y="239922"/>
                </a:lnTo>
                <a:lnTo>
                  <a:pt x="2318514" y="244471"/>
                </a:lnTo>
                <a:lnTo>
                  <a:pt x="2326612" y="247201"/>
                </a:lnTo>
                <a:lnTo>
                  <a:pt x="2332982" y="247383"/>
                </a:lnTo>
                <a:lnTo>
                  <a:pt x="2338713" y="245290"/>
                </a:lnTo>
                <a:lnTo>
                  <a:pt x="2344445" y="241377"/>
                </a:lnTo>
                <a:lnTo>
                  <a:pt x="2380748" y="211171"/>
                </a:lnTo>
                <a:lnTo>
                  <a:pt x="2396760" y="195431"/>
                </a:lnTo>
                <a:lnTo>
                  <a:pt x="2449531" y="140751"/>
                </a:lnTo>
                <a:lnTo>
                  <a:pt x="2464451" y="128377"/>
                </a:lnTo>
                <a:lnTo>
                  <a:pt x="2478827" y="118278"/>
                </a:lnTo>
                <a:lnTo>
                  <a:pt x="2492565" y="110453"/>
                </a:lnTo>
                <a:lnTo>
                  <a:pt x="2505393" y="104631"/>
                </a:lnTo>
                <a:lnTo>
                  <a:pt x="2517585" y="100445"/>
                </a:lnTo>
                <a:lnTo>
                  <a:pt x="2529413" y="97533"/>
                </a:lnTo>
                <a:lnTo>
                  <a:pt x="2546245" y="95259"/>
                </a:lnTo>
              </a:path>
            </a:pathLst>
          </a:custGeom>
          <a:noFill xmlns:a="http://schemas.openxmlformats.org/drawingml/2006/main"/>
          <a:ln xmlns:a="http://schemas.openxmlformats.org/drawingml/2006/main" w="14193">
            <a:solidFill>
              <a:srgbClr val="CB297B">
                <a:alpha val="60000"/>
              </a:srgbClr>
            </a:solidFill>
            <a:prstDash val="solid"/>
          </a:ln>
        </p:spPr>
      </p:sp>
      <p:sp>
        <p:nvSpPr>
          <p:cNvPr id="222" name="pdf-path-430">
            <a:extLst xmlns:a="http://schemas.openxmlformats.org/drawingml/2006/main">
              <a:ext uri="{FF2B5EF4-FFF2-40B4-BE49-F238E27FC236}">
                <a16:creationId xmlns:a16="http://schemas.microsoft.com/office/drawing/2014/main" id="{1E3E97B1-D64F-446B-B6B2-2DA13393B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61" y="323692"/>
            <a:ext cx="2533416" cy="501861"/>
          </a:xfrm>
          <a:custGeom xmlns:a="http://schemas.openxmlformats.org/drawingml/2006/main">
            <a:pathLst>
              <a:path w="2533416" h="501861">
                <a:moveTo>
                  <a:pt x="0" y="75697"/>
                </a:moveTo>
                <a:lnTo>
                  <a:pt x="16923" y="58046"/>
                </a:lnTo>
                <a:lnTo>
                  <a:pt x="35029" y="42398"/>
                </a:lnTo>
                <a:lnTo>
                  <a:pt x="44491" y="35392"/>
                </a:lnTo>
                <a:lnTo>
                  <a:pt x="54226" y="28841"/>
                </a:lnTo>
                <a:lnTo>
                  <a:pt x="64325" y="22927"/>
                </a:lnTo>
                <a:lnTo>
                  <a:pt x="74697" y="17650"/>
                </a:lnTo>
                <a:lnTo>
                  <a:pt x="85342" y="12919"/>
                </a:lnTo>
                <a:lnTo>
                  <a:pt x="96351" y="8916"/>
                </a:lnTo>
                <a:lnTo>
                  <a:pt x="107633" y="5640"/>
                </a:lnTo>
                <a:lnTo>
                  <a:pt x="119097" y="3093"/>
                </a:lnTo>
                <a:lnTo>
                  <a:pt x="130925" y="1273"/>
                </a:lnTo>
                <a:lnTo>
                  <a:pt x="143025" y="272"/>
                </a:lnTo>
                <a:lnTo>
                  <a:pt x="155308" y="0"/>
                </a:lnTo>
                <a:lnTo>
                  <a:pt x="167773" y="636"/>
                </a:lnTo>
                <a:lnTo>
                  <a:pt x="180328" y="1910"/>
                </a:lnTo>
                <a:lnTo>
                  <a:pt x="191792" y="4276"/>
                </a:lnTo>
                <a:lnTo>
                  <a:pt x="201618" y="7642"/>
                </a:lnTo>
                <a:lnTo>
                  <a:pt x="210443" y="11555"/>
                </a:lnTo>
                <a:lnTo>
                  <a:pt x="226729" y="20561"/>
                </a:lnTo>
                <a:lnTo>
                  <a:pt x="242288" y="31570"/>
                </a:lnTo>
                <a:lnTo>
                  <a:pt x="249930" y="38031"/>
                </a:lnTo>
                <a:lnTo>
                  <a:pt x="257300" y="45491"/>
                </a:lnTo>
                <a:lnTo>
                  <a:pt x="264578" y="53952"/>
                </a:lnTo>
                <a:lnTo>
                  <a:pt x="271584" y="63505"/>
                </a:lnTo>
                <a:lnTo>
                  <a:pt x="278499" y="74333"/>
                </a:lnTo>
                <a:lnTo>
                  <a:pt x="285140" y="86251"/>
                </a:lnTo>
                <a:lnTo>
                  <a:pt x="291782" y="99535"/>
                </a:lnTo>
                <a:lnTo>
                  <a:pt x="305066" y="130105"/>
                </a:lnTo>
                <a:lnTo>
                  <a:pt x="311798" y="147756"/>
                </a:lnTo>
                <a:lnTo>
                  <a:pt x="318349" y="167226"/>
                </a:lnTo>
                <a:lnTo>
                  <a:pt x="349010" y="267216"/>
                </a:lnTo>
                <a:lnTo>
                  <a:pt x="381582" y="363203"/>
                </a:lnTo>
                <a:lnTo>
                  <a:pt x="393319" y="397958"/>
                </a:lnTo>
                <a:lnTo>
                  <a:pt x="406420" y="433624"/>
                </a:lnTo>
                <a:lnTo>
                  <a:pt x="421069" y="470108"/>
                </a:lnTo>
                <a:lnTo>
                  <a:pt x="433078" y="494399"/>
                </a:lnTo>
                <a:lnTo>
                  <a:pt x="439175" y="501861"/>
                </a:lnTo>
                <a:lnTo>
                  <a:pt x="442086" y="501678"/>
                </a:lnTo>
                <a:lnTo>
                  <a:pt x="443450" y="498130"/>
                </a:lnTo>
                <a:lnTo>
                  <a:pt x="443996" y="488941"/>
                </a:lnTo>
                <a:lnTo>
                  <a:pt x="444269" y="480025"/>
                </a:lnTo>
                <a:lnTo>
                  <a:pt x="445816" y="471746"/>
                </a:lnTo>
                <a:lnTo>
                  <a:pt x="448910" y="463921"/>
                </a:lnTo>
                <a:lnTo>
                  <a:pt x="453459" y="453912"/>
                </a:lnTo>
                <a:lnTo>
                  <a:pt x="454914" y="447271"/>
                </a:lnTo>
                <a:lnTo>
                  <a:pt x="456370" y="435443"/>
                </a:lnTo>
                <a:lnTo>
                  <a:pt x="458372" y="426618"/>
                </a:lnTo>
                <a:lnTo>
                  <a:pt x="461283" y="418248"/>
                </a:lnTo>
                <a:lnTo>
                  <a:pt x="467834" y="403599"/>
                </a:lnTo>
                <a:lnTo>
                  <a:pt x="471928" y="392408"/>
                </a:lnTo>
                <a:lnTo>
                  <a:pt x="474657" y="388769"/>
                </a:lnTo>
                <a:lnTo>
                  <a:pt x="478206" y="386494"/>
                </a:lnTo>
                <a:lnTo>
                  <a:pt x="482664" y="385858"/>
                </a:lnTo>
                <a:lnTo>
                  <a:pt x="487759" y="386586"/>
                </a:lnTo>
                <a:lnTo>
                  <a:pt x="493309" y="388860"/>
                </a:lnTo>
                <a:lnTo>
                  <a:pt x="499314" y="392318"/>
                </a:lnTo>
                <a:lnTo>
                  <a:pt x="505501" y="397048"/>
                </a:lnTo>
                <a:lnTo>
                  <a:pt x="511778" y="402963"/>
                </a:lnTo>
                <a:lnTo>
                  <a:pt x="521514" y="414062"/>
                </a:lnTo>
                <a:lnTo>
                  <a:pt x="528701" y="422614"/>
                </a:lnTo>
                <a:lnTo>
                  <a:pt x="533524" y="426527"/>
                </a:lnTo>
                <a:lnTo>
                  <a:pt x="539255" y="430166"/>
                </a:lnTo>
                <a:lnTo>
                  <a:pt x="552721" y="436444"/>
                </a:lnTo>
                <a:lnTo>
                  <a:pt x="568279" y="441993"/>
                </a:lnTo>
                <a:lnTo>
                  <a:pt x="609767" y="455004"/>
                </a:lnTo>
                <a:lnTo>
                  <a:pt x="639154" y="465922"/>
                </a:lnTo>
                <a:lnTo>
                  <a:pt x="664629" y="475294"/>
                </a:lnTo>
                <a:lnTo>
                  <a:pt x="675821" y="478751"/>
                </a:lnTo>
                <a:lnTo>
                  <a:pt x="679460" y="479297"/>
                </a:lnTo>
                <a:lnTo>
                  <a:pt x="685009" y="476386"/>
                </a:lnTo>
                <a:lnTo>
                  <a:pt x="694017" y="471836"/>
                </a:lnTo>
                <a:lnTo>
                  <a:pt x="703752" y="468015"/>
                </a:lnTo>
                <a:lnTo>
                  <a:pt x="714215" y="465286"/>
                </a:lnTo>
                <a:lnTo>
                  <a:pt x="729682" y="463010"/>
                </a:lnTo>
                <a:lnTo>
                  <a:pt x="746423" y="461282"/>
                </a:lnTo>
                <a:lnTo>
                  <a:pt x="754975" y="461101"/>
                </a:lnTo>
                <a:lnTo>
                  <a:pt x="759343" y="461464"/>
                </a:lnTo>
                <a:lnTo>
                  <a:pt x="763619" y="462465"/>
                </a:lnTo>
                <a:lnTo>
                  <a:pt x="767895" y="465468"/>
                </a:lnTo>
                <a:lnTo>
                  <a:pt x="771443" y="471927"/>
                </a:lnTo>
                <a:lnTo>
                  <a:pt x="773445" y="482481"/>
                </a:lnTo>
                <a:lnTo>
                  <a:pt x="774082" y="497129"/>
                </a:lnTo>
                <a:lnTo>
                  <a:pt x="781906" y="486393"/>
                </a:lnTo>
                <a:lnTo>
                  <a:pt x="786910" y="481935"/>
                </a:lnTo>
                <a:lnTo>
                  <a:pt x="800649" y="471563"/>
                </a:lnTo>
                <a:lnTo>
                  <a:pt x="851144" y="427528"/>
                </a:lnTo>
                <a:lnTo>
                  <a:pt x="870069" y="408057"/>
                </a:lnTo>
                <a:lnTo>
                  <a:pt x="886901" y="388405"/>
                </a:lnTo>
                <a:lnTo>
                  <a:pt x="902095" y="368298"/>
                </a:lnTo>
                <a:lnTo>
                  <a:pt x="915560" y="347007"/>
                </a:lnTo>
                <a:lnTo>
                  <a:pt x="927479" y="324353"/>
                </a:lnTo>
                <a:lnTo>
                  <a:pt x="938123" y="300243"/>
                </a:lnTo>
                <a:lnTo>
                  <a:pt x="947586" y="274858"/>
                </a:lnTo>
                <a:lnTo>
                  <a:pt x="956047" y="248201"/>
                </a:lnTo>
                <a:lnTo>
                  <a:pt x="971878" y="193611"/>
                </a:lnTo>
                <a:lnTo>
                  <a:pt x="981159" y="166680"/>
                </a:lnTo>
                <a:lnTo>
                  <a:pt x="986527" y="153578"/>
                </a:lnTo>
                <a:lnTo>
                  <a:pt x="992441" y="140932"/>
                </a:lnTo>
                <a:lnTo>
                  <a:pt x="998991" y="128831"/>
                </a:lnTo>
                <a:lnTo>
                  <a:pt x="1005906" y="117185"/>
                </a:lnTo>
                <a:lnTo>
                  <a:pt x="1013184" y="106176"/>
                </a:lnTo>
                <a:lnTo>
                  <a:pt x="1020918" y="95804"/>
                </a:lnTo>
                <a:lnTo>
                  <a:pt x="1028925" y="85887"/>
                </a:lnTo>
                <a:lnTo>
                  <a:pt x="1037295" y="76516"/>
                </a:lnTo>
                <a:lnTo>
                  <a:pt x="1046029" y="67690"/>
                </a:lnTo>
                <a:lnTo>
                  <a:pt x="1054946" y="59320"/>
                </a:lnTo>
                <a:lnTo>
                  <a:pt x="1064226" y="51586"/>
                </a:lnTo>
                <a:lnTo>
                  <a:pt x="1073870" y="44308"/>
                </a:lnTo>
                <a:lnTo>
                  <a:pt x="1083787" y="37666"/>
                </a:lnTo>
                <a:lnTo>
                  <a:pt x="1094069" y="31570"/>
                </a:lnTo>
                <a:lnTo>
                  <a:pt x="1104714" y="26021"/>
                </a:lnTo>
                <a:lnTo>
                  <a:pt x="1115631" y="21107"/>
                </a:lnTo>
                <a:lnTo>
                  <a:pt x="1126913" y="16831"/>
                </a:lnTo>
                <a:lnTo>
                  <a:pt x="1138468" y="13283"/>
                </a:lnTo>
                <a:lnTo>
                  <a:pt x="1150296" y="10371"/>
                </a:lnTo>
                <a:lnTo>
                  <a:pt x="1162396" y="8188"/>
                </a:lnTo>
                <a:lnTo>
                  <a:pt x="1174770" y="6824"/>
                </a:lnTo>
                <a:lnTo>
                  <a:pt x="1187325" y="6277"/>
                </a:lnTo>
                <a:lnTo>
                  <a:pt x="1200063" y="6550"/>
                </a:lnTo>
                <a:lnTo>
                  <a:pt x="1212892" y="7551"/>
                </a:lnTo>
                <a:lnTo>
                  <a:pt x="1225357" y="9462"/>
                </a:lnTo>
                <a:lnTo>
                  <a:pt x="1236001" y="12373"/>
                </a:lnTo>
                <a:lnTo>
                  <a:pt x="1245373" y="16012"/>
                </a:lnTo>
                <a:lnTo>
                  <a:pt x="1262295" y="24474"/>
                </a:lnTo>
                <a:lnTo>
                  <a:pt x="1278309" y="34754"/>
                </a:lnTo>
                <a:lnTo>
                  <a:pt x="1286224" y="40851"/>
                </a:lnTo>
                <a:lnTo>
                  <a:pt x="1293958" y="47584"/>
                </a:lnTo>
                <a:lnTo>
                  <a:pt x="1301600" y="55317"/>
                </a:lnTo>
                <a:lnTo>
                  <a:pt x="1308970" y="64142"/>
                </a:lnTo>
                <a:lnTo>
                  <a:pt x="1316157" y="74059"/>
                </a:lnTo>
                <a:lnTo>
                  <a:pt x="1323254" y="85159"/>
                </a:lnTo>
                <a:lnTo>
                  <a:pt x="1330077" y="97533"/>
                </a:lnTo>
                <a:lnTo>
                  <a:pt x="1336901" y="111181"/>
                </a:lnTo>
                <a:lnTo>
                  <a:pt x="1343725" y="126193"/>
                </a:lnTo>
                <a:lnTo>
                  <a:pt x="1350549" y="142660"/>
                </a:lnTo>
                <a:lnTo>
                  <a:pt x="1357191" y="160857"/>
                </a:lnTo>
                <a:lnTo>
                  <a:pt x="1370383" y="203437"/>
                </a:lnTo>
                <a:lnTo>
                  <a:pt x="1385577" y="255025"/>
                </a:lnTo>
                <a:lnTo>
                  <a:pt x="1414146" y="347645"/>
                </a:lnTo>
                <a:lnTo>
                  <a:pt x="1424973" y="381308"/>
                </a:lnTo>
                <a:lnTo>
                  <a:pt x="1437165" y="416064"/>
                </a:lnTo>
                <a:lnTo>
                  <a:pt x="1450994" y="451547"/>
                </a:lnTo>
                <a:lnTo>
                  <a:pt x="1465460" y="484392"/>
                </a:lnTo>
                <a:lnTo>
                  <a:pt x="1474103" y="498403"/>
                </a:lnTo>
                <a:lnTo>
                  <a:pt x="1478380" y="501315"/>
                </a:lnTo>
                <a:lnTo>
                  <a:pt x="1480381" y="499222"/>
                </a:lnTo>
                <a:lnTo>
                  <a:pt x="1481200" y="495128"/>
                </a:lnTo>
                <a:lnTo>
                  <a:pt x="1482474" y="473656"/>
                </a:lnTo>
                <a:lnTo>
                  <a:pt x="1484931" y="465831"/>
                </a:lnTo>
                <a:lnTo>
                  <a:pt x="1489934" y="452548"/>
                </a:lnTo>
                <a:lnTo>
                  <a:pt x="1490753" y="445816"/>
                </a:lnTo>
                <a:lnTo>
                  <a:pt x="1492391" y="433260"/>
                </a:lnTo>
                <a:lnTo>
                  <a:pt x="1494392" y="424526"/>
                </a:lnTo>
                <a:lnTo>
                  <a:pt x="1497396" y="416518"/>
                </a:lnTo>
                <a:lnTo>
                  <a:pt x="1502399" y="405873"/>
                </a:lnTo>
                <a:lnTo>
                  <a:pt x="1506129" y="394410"/>
                </a:lnTo>
                <a:lnTo>
                  <a:pt x="1508677" y="390679"/>
                </a:lnTo>
                <a:lnTo>
                  <a:pt x="1512043" y="388405"/>
                </a:lnTo>
                <a:lnTo>
                  <a:pt x="1516229" y="387586"/>
                </a:lnTo>
                <a:lnTo>
                  <a:pt x="1521141" y="388223"/>
                </a:lnTo>
                <a:lnTo>
                  <a:pt x="1526510" y="390225"/>
                </a:lnTo>
                <a:lnTo>
                  <a:pt x="1532242" y="393591"/>
                </a:lnTo>
                <a:lnTo>
                  <a:pt x="1538156" y="398140"/>
                </a:lnTo>
                <a:lnTo>
                  <a:pt x="1544251" y="403963"/>
                </a:lnTo>
                <a:lnTo>
                  <a:pt x="1553622" y="414790"/>
                </a:lnTo>
                <a:lnTo>
                  <a:pt x="1556898" y="418884"/>
                </a:lnTo>
                <a:lnTo>
                  <a:pt x="1561083" y="422888"/>
                </a:lnTo>
                <a:lnTo>
                  <a:pt x="1566087" y="426527"/>
                </a:lnTo>
                <a:lnTo>
                  <a:pt x="1571819" y="429984"/>
                </a:lnTo>
                <a:lnTo>
                  <a:pt x="1585376" y="436080"/>
                </a:lnTo>
                <a:lnTo>
                  <a:pt x="1600842" y="441447"/>
                </a:lnTo>
                <a:lnTo>
                  <a:pt x="1633688" y="452002"/>
                </a:lnTo>
                <a:lnTo>
                  <a:pt x="1663530" y="463284"/>
                </a:lnTo>
                <a:lnTo>
                  <a:pt x="1695738" y="475748"/>
                </a:lnTo>
                <a:lnTo>
                  <a:pt x="1705654" y="478751"/>
                </a:lnTo>
                <a:lnTo>
                  <a:pt x="1708203" y="478023"/>
                </a:lnTo>
                <a:lnTo>
                  <a:pt x="1713479" y="474111"/>
                </a:lnTo>
                <a:lnTo>
                  <a:pt x="1722487" y="469380"/>
                </a:lnTo>
                <a:lnTo>
                  <a:pt x="1732494" y="465740"/>
                </a:lnTo>
                <a:lnTo>
                  <a:pt x="1743321" y="463375"/>
                </a:lnTo>
                <a:lnTo>
                  <a:pt x="1759335" y="461647"/>
                </a:lnTo>
                <a:lnTo>
                  <a:pt x="1776621" y="460555"/>
                </a:lnTo>
                <a:lnTo>
                  <a:pt x="1789905" y="460827"/>
                </a:lnTo>
                <a:lnTo>
                  <a:pt x="1794363" y="461737"/>
                </a:lnTo>
                <a:lnTo>
                  <a:pt x="1798730" y="463830"/>
                </a:lnTo>
                <a:lnTo>
                  <a:pt x="1803006" y="468834"/>
                </a:lnTo>
                <a:lnTo>
                  <a:pt x="1806009" y="477932"/>
                </a:lnTo>
                <a:lnTo>
                  <a:pt x="1807009" y="490943"/>
                </a:lnTo>
                <a:lnTo>
                  <a:pt x="1807101" y="498312"/>
                </a:lnTo>
                <a:lnTo>
                  <a:pt x="1808010" y="497949"/>
                </a:lnTo>
                <a:lnTo>
                  <a:pt x="1813469" y="489487"/>
                </a:lnTo>
                <a:lnTo>
                  <a:pt x="1818019" y="484665"/>
                </a:lnTo>
                <a:lnTo>
                  <a:pt x="1831575" y="474384"/>
                </a:lnTo>
                <a:lnTo>
                  <a:pt x="1839854" y="466741"/>
                </a:lnTo>
                <a:lnTo>
                  <a:pt x="1871061" y="440356"/>
                </a:lnTo>
                <a:lnTo>
                  <a:pt x="1890896" y="421159"/>
                </a:lnTo>
                <a:lnTo>
                  <a:pt x="1908728" y="401689"/>
                </a:lnTo>
                <a:lnTo>
                  <a:pt x="1924650" y="381946"/>
                </a:lnTo>
                <a:lnTo>
                  <a:pt x="1938843" y="361383"/>
                </a:lnTo>
                <a:lnTo>
                  <a:pt x="1951399" y="339456"/>
                </a:lnTo>
                <a:lnTo>
                  <a:pt x="1962591" y="316165"/>
                </a:lnTo>
                <a:lnTo>
                  <a:pt x="1972598" y="291417"/>
                </a:lnTo>
                <a:lnTo>
                  <a:pt x="1981332" y="265397"/>
                </a:lnTo>
                <a:lnTo>
                  <a:pt x="1989248" y="238283"/>
                </a:lnTo>
                <a:lnTo>
                  <a:pt x="2001076" y="197159"/>
                </a:lnTo>
                <a:lnTo>
                  <a:pt x="2010357" y="170228"/>
                </a:lnTo>
                <a:lnTo>
                  <a:pt x="2015724" y="157127"/>
                </a:lnTo>
                <a:lnTo>
                  <a:pt x="2021729" y="144480"/>
                </a:lnTo>
                <a:lnTo>
                  <a:pt x="2028280" y="132288"/>
                </a:lnTo>
                <a:lnTo>
                  <a:pt x="2035195" y="120733"/>
                </a:lnTo>
                <a:lnTo>
                  <a:pt x="2042564" y="109725"/>
                </a:lnTo>
                <a:lnTo>
                  <a:pt x="2050298" y="99171"/>
                </a:lnTo>
                <a:lnTo>
                  <a:pt x="2058486" y="89254"/>
                </a:lnTo>
                <a:lnTo>
                  <a:pt x="2075591" y="70875"/>
                </a:lnTo>
                <a:lnTo>
                  <a:pt x="2084598" y="62505"/>
                </a:lnTo>
                <a:lnTo>
                  <a:pt x="2093787" y="54680"/>
                </a:lnTo>
                <a:lnTo>
                  <a:pt x="2103340" y="47310"/>
                </a:lnTo>
                <a:lnTo>
                  <a:pt x="2113167" y="40578"/>
                </a:lnTo>
                <a:lnTo>
                  <a:pt x="2123357" y="34300"/>
                </a:lnTo>
                <a:lnTo>
                  <a:pt x="2133729" y="28659"/>
                </a:lnTo>
                <a:lnTo>
                  <a:pt x="2144556" y="23564"/>
                </a:lnTo>
                <a:lnTo>
                  <a:pt x="2155564" y="19197"/>
                </a:lnTo>
                <a:lnTo>
                  <a:pt x="2166937" y="15375"/>
                </a:lnTo>
                <a:lnTo>
                  <a:pt x="2178583" y="12373"/>
                </a:lnTo>
                <a:lnTo>
                  <a:pt x="2190502" y="10008"/>
                </a:lnTo>
                <a:lnTo>
                  <a:pt x="2202694" y="8551"/>
                </a:lnTo>
                <a:lnTo>
                  <a:pt x="2215159" y="7733"/>
                </a:lnTo>
                <a:lnTo>
                  <a:pt x="2227805" y="7824"/>
                </a:lnTo>
                <a:lnTo>
                  <a:pt x="2240543" y="8643"/>
                </a:lnTo>
                <a:lnTo>
                  <a:pt x="2253098" y="10371"/>
                </a:lnTo>
                <a:lnTo>
                  <a:pt x="2263834" y="13101"/>
                </a:lnTo>
                <a:lnTo>
                  <a:pt x="2273297" y="16649"/>
                </a:lnTo>
                <a:lnTo>
                  <a:pt x="2290219" y="25020"/>
                </a:lnTo>
                <a:lnTo>
                  <a:pt x="2306232" y="35300"/>
                </a:lnTo>
                <a:lnTo>
                  <a:pt x="2314057" y="41214"/>
                </a:lnTo>
                <a:lnTo>
                  <a:pt x="2321790" y="48038"/>
                </a:lnTo>
                <a:lnTo>
                  <a:pt x="2329342" y="55771"/>
                </a:lnTo>
                <a:lnTo>
                  <a:pt x="2336803" y="64507"/>
                </a:lnTo>
                <a:lnTo>
                  <a:pt x="2343990" y="74423"/>
                </a:lnTo>
                <a:lnTo>
                  <a:pt x="2350996" y="85614"/>
                </a:lnTo>
                <a:lnTo>
                  <a:pt x="2357820" y="97897"/>
                </a:lnTo>
                <a:lnTo>
                  <a:pt x="2364644" y="111635"/>
                </a:lnTo>
                <a:lnTo>
                  <a:pt x="2371558" y="126557"/>
                </a:lnTo>
                <a:lnTo>
                  <a:pt x="2378382" y="143116"/>
                </a:lnTo>
                <a:lnTo>
                  <a:pt x="2385205" y="161312"/>
                </a:lnTo>
                <a:lnTo>
                  <a:pt x="2398762" y="203892"/>
                </a:lnTo>
                <a:lnTo>
                  <a:pt x="2414593" y="255388"/>
                </a:lnTo>
                <a:lnTo>
                  <a:pt x="2455808" y="381672"/>
                </a:lnTo>
                <a:lnTo>
                  <a:pt x="2468091" y="416428"/>
                </a:lnTo>
                <a:lnTo>
                  <a:pt x="2482011" y="452002"/>
                </a:lnTo>
                <a:lnTo>
                  <a:pt x="2496568" y="484847"/>
                </a:lnTo>
                <a:lnTo>
                  <a:pt x="2505211" y="498949"/>
                </a:lnTo>
                <a:lnTo>
                  <a:pt x="2509488" y="501769"/>
                </a:lnTo>
                <a:lnTo>
                  <a:pt x="2511489" y="499677"/>
                </a:lnTo>
                <a:lnTo>
                  <a:pt x="2512308" y="495491"/>
                </a:lnTo>
                <a:lnTo>
                  <a:pt x="2513491" y="474020"/>
                </a:lnTo>
                <a:lnTo>
                  <a:pt x="2515857" y="466377"/>
                </a:lnTo>
                <a:lnTo>
                  <a:pt x="2521224" y="453457"/>
                </a:lnTo>
                <a:lnTo>
                  <a:pt x="2522043" y="446998"/>
                </a:lnTo>
                <a:lnTo>
                  <a:pt x="2523499" y="434898"/>
                </a:lnTo>
                <a:lnTo>
                  <a:pt x="2525409" y="426345"/>
                </a:lnTo>
                <a:lnTo>
                  <a:pt x="2528230" y="418338"/>
                </a:lnTo>
                <a:lnTo>
                  <a:pt x="2533416" y="407693"/>
                </a:lnTo>
              </a:path>
            </a:pathLst>
          </a:custGeom>
          <a:noFill xmlns:a="http://schemas.openxmlformats.org/drawingml/2006/main"/>
          <a:ln xmlns:a="http://schemas.openxmlformats.org/drawingml/2006/main" w="14193">
            <a:solidFill>
              <a:srgbClr val="CB297B">
                <a:alpha val="60000"/>
              </a:srgbClr>
            </a:solidFill>
            <a:prstDash val="solid"/>
          </a:ln>
        </p:spPr>
      </p:sp>
      <p:sp>
        <p:nvSpPr>
          <p:cNvPr id="223" name="pdf-path-432">
            <a:extLst xmlns:a="http://schemas.openxmlformats.org/drawingml/2006/main">
              <a:ext uri="{FF2B5EF4-FFF2-40B4-BE49-F238E27FC236}">
                <a16:creationId xmlns:a16="http://schemas.microsoft.com/office/drawing/2014/main" id="{8E97B7EC-C69F-4B01-9F7C-83D5AF666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696" y="2947180"/>
            <a:ext cx="326992" cy="164315"/>
          </a:xfrm>
          <a:custGeom xmlns:a="http://schemas.openxmlformats.org/drawingml/2006/main">
            <a:pathLst>
              <a:path w="326992" h="164315">
                <a:moveTo>
                  <a:pt x="304065" y="4094"/>
                </a:moveTo>
                <a:lnTo>
                  <a:pt x="13102" y="123919"/>
                </a:lnTo>
                <a:cubicBezTo>
                  <a:pt x="3275" y="128013"/>
                  <a:pt x="0" y="136110"/>
                  <a:pt x="3368" y="148211"/>
                </a:cubicBezTo>
                <a:cubicBezTo>
                  <a:pt x="6643" y="160311"/>
                  <a:pt x="13192" y="164315"/>
                  <a:pt x="23020" y="160220"/>
                </a:cubicBezTo>
                <a:lnTo>
                  <a:pt x="313891" y="40396"/>
                </a:lnTo>
                <a:cubicBezTo>
                  <a:pt x="323717" y="36302"/>
                  <a:pt x="326992" y="28296"/>
                  <a:pt x="323717" y="16195"/>
                </a:cubicBezTo>
                <a:cubicBezTo>
                  <a:pt x="320441" y="4094"/>
                  <a:pt x="313891" y="0"/>
                  <a:pt x="304065" y="4094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24" name="pdf-path-434">
            <a:extLst xmlns:a="http://schemas.openxmlformats.org/drawingml/2006/main">
              <a:ext uri="{FF2B5EF4-FFF2-40B4-BE49-F238E27FC236}">
                <a16:creationId xmlns:a16="http://schemas.microsoft.com/office/drawing/2014/main" id="{883AD201-28BA-481F-B395-9CDA3EDBE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5309" y="2851921"/>
            <a:ext cx="74242" cy="119006"/>
          </a:xfrm>
          <a:custGeom xmlns:a="http://schemas.openxmlformats.org/drawingml/2006/main">
            <a:pathLst>
              <a:path w="74242" h="119006">
                <a:moveTo>
                  <a:pt x="32117" y="105995"/>
                </a:moveTo>
                <a:lnTo>
                  <a:pt x="68874" y="32663"/>
                </a:lnTo>
                <a:cubicBezTo>
                  <a:pt x="74242" y="21836"/>
                  <a:pt x="72514" y="13102"/>
                  <a:pt x="63596" y="6551"/>
                </a:cubicBezTo>
                <a:cubicBezTo>
                  <a:pt x="54771" y="0"/>
                  <a:pt x="47584" y="2093"/>
                  <a:pt x="42215" y="12920"/>
                </a:cubicBezTo>
                <a:lnTo>
                  <a:pt x="5459" y="86252"/>
                </a:lnTo>
                <a:cubicBezTo>
                  <a:pt x="0" y="97079"/>
                  <a:pt x="1819" y="105813"/>
                  <a:pt x="10644" y="112364"/>
                </a:cubicBezTo>
                <a:cubicBezTo>
                  <a:pt x="19562" y="119006"/>
                  <a:pt x="26749" y="116822"/>
                  <a:pt x="32117" y="105995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25" name="pdf-path-436">
            <a:extLst xmlns:a="http://schemas.openxmlformats.org/drawingml/2006/main">
              <a:ext uri="{FF2B5EF4-FFF2-40B4-BE49-F238E27FC236}">
                <a16:creationId xmlns:a16="http://schemas.microsoft.com/office/drawing/2014/main" id="{E7CFB20E-0274-4B3C-AE9B-6421ADD3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6604" y="3092389"/>
            <a:ext cx="80338" cy="107905"/>
          </a:xfrm>
          <a:custGeom xmlns:a="http://schemas.openxmlformats.org/drawingml/2006/main">
            <a:pathLst>
              <a:path w="80338" h="107905">
                <a:moveTo>
                  <a:pt x="6734" y="35119"/>
                </a:moveTo>
                <a:lnTo>
                  <a:pt x="50041" y="97533"/>
                </a:lnTo>
                <a:cubicBezTo>
                  <a:pt x="56773" y="107178"/>
                  <a:pt x="64051" y="107905"/>
                  <a:pt x="71877" y="99717"/>
                </a:cubicBezTo>
                <a:cubicBezTo>
                  <a:pt x="79793" y="91438"/>
                  <a:pt x="80338" y="82521"/>
                  <a:pt x="73696" y="72786"/>
                </a:cubicBezTo>
                <a:lnTo>
                  <a:pt x="30298" y="10372"/>
                </a:lnTo>
                <a:cubicBezTo>
                  <a:pt x="23657" y="728"/>
                  <a:pt x="16286" y="0"/>
                  <a:pt x="8462" y="8279"/>
                </a:cubicBezTo>
                <a:cubicBezTo>
                  <a:pt x="546" y="16468"/>
                  <a:pt x="0" y="25475"/>
                  <a:pt x="6734" y="35119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26" name="pdf-path-438">
            <a:extLst xmlns:a="http://schemas.openxmlformats.org/drawingml/2006/main">
              <a:ext uri="{FF2B5EF4-FFF2-40B4-BE49-F238E27FC236}">
                <a16:creationId xmlns:a16="http://schemas.microsoft.com/office/drawing/2014/main" id="{C9A8BDB6-F4EF-4FBA-A7D8-4AEBDEC29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7390" y="3179823"/>
            <a:ext cx="102902" cy="71421"/>
          </a:xfrm>
          <a:custGeom xmlns:a="http://schemas.openxmlformats.org/drawingml/2006/main">
            <a:pathLst>
              <a:path w="102902" h="71421">
                <a:moveTo>
                  <a:pt x="79975" y="4004"/>
                </a:moveTo>
                <a:lnTo>
                  <a:pt x="13103" y="31025"/>
                </a:lnTo>
                <a:cubicBezTo>
                  <a:pt x="3275" y="35029"/>
                  <a:pt x="0" y="43035"/>
                  <a:pt x="3185" y="55136"/>
                </a:cubicBezTo>
                <a:cubicBezTo>
                  <a:pt x="6462" y="67327"/>
                  <a:pt x="13011" y="71421"/>
                  <a:pt x="22837" y="67418"/>
                </a:cubicBezTo>
                <a:lnTo>
                  <a:pt x="89710" y="40306"/>
                </a:lnTo>
                <a:cubicBezTo>
                  <a:pt x="99536" y="36393"/>
                  <a:pt x="102902" y="28296"/>
                  <a:pt x="99627" y="16195"/>
                </a:cubicBezTo>
                <a:cubicBezTo>
                  <a:pt x="96352" y="4004"/>
                  <a:pt x="89801" y="0"/>
                  <a:pt x="79975" y="4004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27" name="pdf-path-440">
            <a:extLst xmlns:a="http://schemas.openxmlformats.org/drawingml/2006/main">
              <a:ext uri="{FF2B5EF4-FFF2-40B4-BE49-F238E27FC236}">
                <a16:creationId xmlns:a16="http://schemas.microsoft.com/office/drawing/2014/main" id="{49A860D0-DE38-4313-A6DC-198AC11E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5835" y="3236141"/>
            <a:ext cx="40579" cy="81248"/>
          </a:xfrm>
          <a:custGeom xmlns:a="http://schemas.openxmlformats.org/drawingml/2006/main">
            <a:pathLst>
              <a:path w="40579" h="81248">
                <a:moveTo>
                  <a:pt x="38668" y="56500"/>
                </a:moveTo>
                <a:lnTo>
                  <a:pt x="32482" y="17469"/>
                </a:lnTo>
                <a:cubicBezTo>
                  <a:pt x="30480" y="5004"/>
                  <a:pt x="24475" y="0"/>
                  <a:pt x="14286" y="2366"/>
                </a:cubicBezTo>
                <a:cubicBezTo>
                  <a:pt x="4186" y="4822"/>
                  <a:pt x="0" y="12283"/>
                  <a:pt x="2002" y="24747"/>
                </a:cubicBezTo>
                <a:lnTo>
                  <a:pt x="8188" y="63779"/>
                </a:lnTo>
                <a:cubicBezTo>
                  <a:pt x="10100" y="76244"/>
                  <a:pt x="16196" y="81248"/>
                  <a:pt x="26386" y="78882"/>
                </a:cubicBezTo>
                <a:cubicBezTo>
                  <a:pt x="36484" y="76425"/>
                  <a:pt x="40579" y="69056"/>
                  <a:pt x="38668" y="56500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28" name="pdf-path-442">
            <a:extLst xmlns:a="http://schemas.openxmlformats.org/drawingml/2006/main">
              <a:ext uri="{FF2B5EF4-FFF2-40B4-BE49-F238E27FC236}">
                <a16:creationId xmlns:a16="http://schemas.microsoft.com/office/drawing/2014/main" id="{F15CE9FD-9428-4EB1-99A4-996FAB933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934" y="2964376"/>
            <a:ext cx="44854" cy="112273"/>
          </a:xfrm>
          <a:custGeom xmlns:a="http://schemas.openxmlformats.org/drawingml/2006/main">
            <a:pathLst>
              <a:path w="44854" h="112273">
                <a:moveTo>
                  <a:pt x="32754" y="94622"/>
                </a:moveTo>
                <a:lnTo>
                  <a:pt x="43033" y="24110"/>
                </a:lnTo>
                <a:cubicBezTo>
                  <a:pt x="44854" y="11646"/>
                  <a:pt x="40578" y="4367"/>
                  <a:pt x="30206" y="2184"/>
                </a:cubicBezTo>
                <a:cubicBezTo>
                  <a:pt x="19924" y="0"/>
                  <a:pt x="13829" y="5186"/>
                  <a:pt x="12008" y="17560"/>
                </a:cubicBezTo>
                <a:lnTo>
                  <a:pt x="1819" y="88162"/>
                </a:lnTo>
                <a:cubicBezTo>
                  <a:pt x="0" y="100627"/>
                  <a:pt x="4275" y="107905"/>
                  <a:pt x="14556" y="110089"/>
                </a:cubicBezTo>
                <a:cubicBezTo>
                  <a:pt x="24928" y="112273"/>
                  <a:pt x="31025" y="107086"/>
                  <a:pt x="32754" y="94622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29" name="pdf-path-444">
            <a:extLst xmlns:a="http://schemas.openxmlformats.org/drawingml/2006/main">
              <a:ext uri="{FF2B5EF4-FFF2-40B4-BE49-F238E27FC236}">
                <a16:creationId xmlns:a16="http://schemas.microsoft.com/office/drawing/2014/main" id="{36BC14B9-76F1-4E28-816C-32F7D6EDF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2125" y="3061637"/>
            <a:ext cx="73424" cy="63870"/>
          </a:xfrm>
          <a:custGeom xmlns:a="http://schemas.openxmlformats.org/drawingml/2006/main">
            <a:pathLst>
              <a:path w="73424" h="63870">
                <a:moveTo>
                  <a:pt x="61140" y="23746"/>
                </a:moveTo>
                <a:lnTo>
                  <a:pt x="24019" y="4822"/>
                </a:lnTo>
                <a:cubicBezTo>
                  <a:pt x="14556" y="0"/>
                  <a:pt x="7824" y="3457"/>
                  <a:pt x="3912" y="15194"/>
                </a:cubicBezTo>
                <a:cubicBezTo>
                  <a:pt x="0" y="26930"/>
                  <a:pt x="2820" y="35301"/>
                  <a:pt x="12282" y="40123"/>
                </a:cubicBezTo>
                <a:lnTo>
                  <a:pt x="49405" y="58956"/>
                </a:lnTo>
                <a:cubicBezTo>
                  <a:pt x="58957" y="63870"/>
                  <a:pt x="65598" y="60412"/>
                  <a:pt x="69510" y="48584"/>
                </a:cubicBezTo>
                <a:cubicBezTo>
                  <a:pt x="73424" y="36848"/>
                  <a:pt x="70693" y="28568"/>
                  <a:pt x="61140" y="23746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30" name="pdf-path-446">
            <a:extLst xmlns:a="http://schemas.openxmlformats.org/drawingml/2006/main">
              <a:ext uri="{FF2B5EF4-FFF2-40B4-BE49-F238E27FC236}">
                <a16:creationId xmlns:a16="http://schemas.microsoft.com/office/drawing/2014/main" id="{E54DD261-36E1-4372-84A1-44581F2F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002" y="3094118"/>
            <a:ext cx="50587" cy="46856"/>
          </a:xfrm>
          <a:custGeom xmlns:a="http://schemas.openxmlformats.org/drawingml/2006/main">
            <a:pathLst>
              <a:path w="50587" h="46856">
                <a:moveTo>
                  <a:pt x="36394" y="6641"/>
                </a:moveTo>
                <a:lnTo>
                  <a:pt x="20472" y="2638"/>
                </a:lnTo>
                <a:cubicBezTo>
                  <a:pt x="10281" y="0"/>
                  <a:pt x="4186" y="5004"/>
                  <a:pt x="2093" y="17559"/>
                </a:cubicBezTo>
                <a:cubicBezTo>
                  <a:pt x="0" y="30024"/>
                  <a:pt x="4004" y="37666"/>
                  <a:pt x="14193" y="40214"/>
                </a:cubicBezTo>
                <a:lnTo>
                  <a:pt x="30117" y="44217"/>
                </a:lnTo>
                <a:cubicBezTo>
                  <a:pt x="40215" y="46856"/>
                  <a:pt x="46401" y="41852"/>
                  <a:pt x="48494" y="29296"/>
                </a:cubicBezTo>
                <a:cubicBezTo>
                  <a:pt x="50587" y="16832"/>
                  <a:pt x="46583" y="9280"/>
                  <a:pt x="36394" y="6641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31" name="pdf-path-448">
            <a:extLst xmlns:a="http://schemas.openxmlformats.org/drawingml/2006/main">
              <a:ext uri="{FF2B5EF4-FFF2-40B4-BE49-F238E27FC236}">
                <a16:creationId xmlns:a16="http://schemas.microsoft.com/office/drawing/2014/main" id="{7531F41A-4512-48EB-8D64-B0150FE9A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8094" y="3038254"/>
            <a:ext cx="338092" cy="71785"/>
          </a:xfrm>
          <a:custGeom xmlns:a="http://schemas.openxmlformats.org/drawingml/2006/main">
            <a:pathLst>
              <a:path w="338092" h="71785">
                <a:moveTo>
                  <a:pt x="320441" y="1092"/>
                </a:moveTo>
                <a:lnTo>
                  <a:pt x="15102" y="32845"/>
                </a:lnTo>
                <a:cubicBezTo>
                  <a:pt x="4730" y="33936"/>
                  <a:pt x="0" y="40760"/>
                  <a:pt x="909" y="53407"/>
                </a:cubicBezTo>
                <a:cubicBezTo>
                  <a:pt x="1819" y="65963"/>
                  <a:pt x="7369" y="71785"/>
                  <a:pt x="17741" y="70693"/>
                </a:cubicBezTo>
                <a:lnTo>
                  <a:pt x="323080" y="38941"/>
                </a:lnTo>
                <a:cubicBezTo>
                  <a:pt x="333362" y="37849"/>
                  <a:pt x="338092" y="31025"/>
                  <a:pt x="337181" y="18378"/>
                </a:cubicBezTo>
                <a:cubicBezTo>
                  <a:pt x="336272" y="5823"/>
                  <a:pt x="330723" y="0"/>
                  <a:pt x="320441" y="1092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32" name="pdf-path-450">
            <a:extLst xmlns:a="http://schemas.openxmlformats.org/drawingml/2006/main">
              <a:ext uri="{FF2B5EF4-FFF2-40B4-BE49-F238E27FC236}">
                <a16:creationId xmlns:a16="http://schemas.microsoft.com/office/drawing/2014/main" id="{F6CF130E-05B8-4FB2-AB79-CE187E2ED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446" y="2959462"/>
            <a:ext cx="86799" cy="104813"/>
          </a:xfrm>
          <a:custGeom xmlns:a="http://schemas.openxmlformats.org/drawingml/2006/main">
            <a:pathLst>
              <a:path w="86799" h="104813">
                <a:moveTo>
                  <a:pt x="29480" y="95896"/>
                </a:moveTo>
                <a:lnTo>
                  <a:pt x="79431" y="35575"/>
                </a:lnTo>
                <a:cubicBezTo>
                  <a:pt x="86799" y="26658"/>
                  <a:pt x="86799" y="17742"/>
                  <a:pt x="79431" y="8917"/>
                </a:cubicBezTo>
                <a:cubicBezTo>
                  <a:pt x="72060" y="0"/>
                  <a:pt x="64691" y="0"/>
                  <a:pt x="57321" y="8917"/>
                </a:cubicBezTo>
                <a:lnTo>
                  <a:pt x="7370" y="69238"/>
                </a:lnTo>
                <a:cubicBezTo>
                  <a:pt x="0" y="78154"/>
                  <a:pt x="0" y="87071"/>
                  <a:pt x="7370" y="95896"/>
                </a:cubicBezTo>
                <a:cubicBezTo>
                  <a:pt x="14739" y="104813"/>
                  <a:pt x="22110" y="104813"/>
                  <a:pt x="29480" y="95896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33" name="pdf-path-452">
            <a:extLst xmlns:a="http://schemas.openxmlformats.org/drawingml/2006/main">
              <a:ext uri="{FF2B5EF4-FFF2-40B4-BE49-F238E27FC236}">
                <a16:creationId xmlns:a16="http://schemas.microsoft.com/office/drawing/2014/main" id="{AAC76750-448B-47ED-819C-F0224CF0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2271" y="3091024"/>
            <a:ext cx="75152" cy="114092"/>
          </a:xfrm>
          <a:custGeom xmlns:a="http://schemas.openxmlformats.org/drawingml/2006/main">
            <a:pathLst>
              <a:path w="75152" h="114092">
                <a:moveTo>
                  <a:pt x="5823" y="33754"/>
                </a:moveTo>
                <a:lnTo>
                  <a:pt x="43490" y="101810"/>
                </a:lnTo>
                <a:cubicBezTo>
                  <a:pt x="49312" y="112454"/>
                  <a:pt x="56499" y="114092"/>
                  <a:pt x="65143" y="106996"/>
                </a:cubicBezTo>
                <a:cubicBezTo>
                  <a:pt x="73787" y="99808"/>
                  <a:pt x="75152" y="90983"/>
                  <a:pt x="69329" y="80429"/>
                </a:cubicBezTo>
                <a:lnTo>
                  <a:pt x="31662" y="12282"/>
                </a:lnTo>
                <a:cubicBezTo>
                  <a:pt x="25839" y="1728"/>
                  <a:pt x="18651" y="0"/>
                  <a:pt x="10008" y="7187"/>
                </a:cubicBezTo>
                <a:cubicBezTo>
                  <a:pt x="1366" y="14284"/>
                  <a:pt x="0" y="23109"/>
                  <a:pt x="5823" y="33754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34" name="pdf-path-454">
            <a:extLst xmlns:a="http://schemas.openxmlformats.org/drawingml/2006/main">
              <a:ext uri="{FF2B5EF4-FFF2-40B4-BE49-F238E27FC236}">
                <a16:creationId xmlns:a16="http://schemas.microsoft.com/office/drawing/2014/main" id="{BAD41E97-88B4-4EF6-97F8-752E9856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598" y="3185009"/>
            <a:ext cx="102264" cy="77244"/>
          </a:xfrm>
          <a:custGeom xmlns:a="http://schemas.openxmlformats.org/drawingml/2006/main">
            <a:pathLst>
              <a:path w="102264" h="77244">
                <a:moveTo>
                  <a:pt x="77882" y="4822"/>
                </a:moveTo>
                <a:lnTo>
                  <a:pt x="12465" y="37394"/>
                </a:lnTo>
                <a:cubicBezTo>
                  <a:pt x="2822" y="42125"/>
                  <a:pt x="0" y="50404"/>
                  <a:pt x="3914" y="62141"/>
                </a:cubicBezTo>
                <a:cubicBezTo>
                  <a:pt x="7916" y="73787"/>
                  <a:pt x="14649" y="77244"/>
                  <a:pt x="24293" y="72422"/>
                </a:cubicBezTo>
                <a:lnTo>
                  <a:pt x="89801" y="39941"/>
                </a:lnTo>
                <a:cubicBezTo>
                  <a:pt x="99446" y="35119"/>
                  <a:pt x="102264" y="26839"/>
                  <a:pt x="98261" y="15194"/>
                </a:cubicBezTo>
                <a:cubicBezTo>
                  <a:pt x="94349" y="3457"/>
                  <a:pt x="87525" y="0"/>
                  <a:pt x="77882" y="4822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35" name="pdf-path-456">
            <a:extLst xmlns:a="http://schemas.openxmlformats.org/drawingml/2006/main">
              <a:ext uri="{FF2B5EF4-FFF2-40B4-BE49-F238E27FC236}">
                <a16:creationId xmlns:a16="http://schemas.microsoft.com/office/drawing/2014/main" id="{A7E2BBCC-0CBE-4152-A399-EF7C2DB81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2048" y="3243875"/>
            <a:ext cx="55045" cy="78427"/>
          </a:xfrm>
          <a:custGeom xmlns:a="http://schemas.openxmlformats.org/drawingml/2006/main">
            <a:pathLst>
              <a:path w="55045" h="78427">
                <a:moveTo>
                  <a:pt x="49314" y="45036"/>
                </a:moveTo>
                <a:lnTo>
                  <a:pt x="31298" y="12192"/>
                </a:lnTo>
                <a:cubicBezTo>
                  <a:pt x="25566" y="1729"/>
                  <a:pt x="18470" y="0"/>
                  <a:pt x="9917" y="7097"/>
                </a:cubicBezTo>
                <a:cubicBezTo>
                  <a:pt x="1366" y="14102"/>
                  <a:pt x="0" y="22928"/>
                  <a:pt x="5733" y="33391"/>
                </a:cubicBezTo>
                <a:lnTo>
                  <a:pt x="23655" y="66236"/>
                </a:lnTo>
                <a:cubicBezTo>
                  <a:pt x="29478" y="76699"/>
                  <a:pt x="36575" y="78427"/>
                  <a:pt x="45126" y="71331"/>
                </a:cubicBezTo>
                <a:cubicBezTo>
                  <a:pt x="53679" y="64325"/>
                  <a:pt x="55045" y="55500"/>
                  <a:pt x="49314" y="45036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36" name="pdf-path-458">
            <a:extLst xmlns:a="http://schemas.openxmlformats.org/drawingml/2006/main">
              <a:ext uri="{FF2B5EF4-FFF2-40B4-BE49-F238E27FC236}">
                <a16:creationId xmlns:a16="http://schemas.microsoft.com/office/drawing/2014/main" id="{B38D7201-B534-495E-9533-0E04E8763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3880" y="3055359"/>
            <a:ext cx="53315" cy="112091"/>
          </a:xfrm>
          <a:custGeom xmlns:a="http://schemas.openxmlformats.org/drawingml/2006/main">
            <a:pathLst>
              <a:path w="53315" h="112091">
                <a:moveTo>
                  <a:pt x="32845" y="95896"/>
                </a:moveTo>
                <a:lnTo>
                  <a:pt x="50221" y="27476"/>
                </a:lnTo>
                <a:cubicBezTo>
                  <a:pt x="53315" y="15376"/>
                  <a:pt x="49858" y="7460"/>
                  <a:pt x="39939" y="3730"/>
                </a:cubicBezTo>
                <a:cubicBezTo>
                  <a:pt x="30023" y="0"/>
                  <a:pt x="23564" y="4184"/>
                  <a:pt x="20470" y="16195"/>
                </a:cubicBezTo>
                <a:lnTo>
                  <a:pt x="3092" y="84705"/>
                </a:lnTo>
                <a:cubicBezTo>
                  <a:pt x="0" y="96714"/>
                  <a:pt x="3457" y="104630"/>
                  <a:pt x="13374" y="108360"/>
                </a:cubicBezTo>
                <a:cubicBezTo>
                  <a:pt x="23290" y="112091"/>
                  <a:pt x="29751" y="107905"/>
                  <a:pt x="32845" y="95896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37" name="pdf-path-460">
            <a:extLst xmlns:a="http://schemas.openxmlformats.org/drawingml/2006/main">
              <a:ext uri="{FF2B5EF4-FFF2-40B4-BE49-F238E27FC236}">
                <a16:creationId xmlns:a16="http://schemas.microsoft.com/office/drawing/2014/main" id="{6475DD1D-53BB-4D4F-8056-7A46206B1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341" y="3153165"/>
            <a:ext cx="71968" cy="70330"/>
          </a:xfrm>
          <a:custGeom xmlns:a="http://schemas.openxmlformats.org/drawingml/2006/main">
            <a:pathLst>
              <a:path w="71968" h="70330">
                <a:moveTo>
                  <a:pt x="61231" y="31389"/>
                </a:moveTo>
                <a:lnTo>
                  <a:pt x="26475" y="6369"/>
                </a:lnTo>
                <a:cubicBezTo>
                  <a:pt x="17559" y="0"/>
                  <a:pt x="10463" y="2275"/>
                  <a:pt x="5278" y="13102"/>
                </a:cubicBezTo>
                <a:cubicBezTo>
                  <a:pt x="0" y="23929"/>
                  <a:pt x="1819" y="32481"/>
                  <a:pt x="10737" y="38941"/>
                </a:cubicBezTo>
                <a:lnTo>
                  <a:pt x="45491" y="63870"/>
                </a:lnTo>
                <a:cubicBezTo>
                  <a:pt x="54407" y="70330"/>
                  <a:pt x="61503" y="68055"/>
                  <a:pt x="66690" y="57228"/>
                </a:cubicBezTo>
                <a:cubicBezTo>
                  <a:pt x="71968" y="46401"/>
                  <a:pt x="70149" y="37758"/>
                  <a:pt x="61231" y="31389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38" name="pdf-path-462">
            <a:extLst xmlns:a="http://schemas.openxmlformats.org/drawingml/2006/main">
              <a:ext uri="{FF2B5EF4-FFF2-40B4-BE49-F238E27FC236}">
                <a16:creationId xmlns:a16="http://schemas.microsoft.com/office/drawing/2014/main" id="{614F2F02-6B30-4CA8-A99D-B2AE9B03C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4034" y="3195654"/>
            <a:ext cx="50587" cy="45674"/>
          </a:xfrm>
          <a:custGeom xmlns:a="http://schemas.openxmlformats.org/drawingml/2006/main">
            <a:pathLst>
              <a:path w="50587" h="45674">
                <a:moveTo>
                  <a:pt x="36303" y="6369"/>
                </a:moveTo>
                <a:lnTo>
                  <a:pt x="20380" y="2457"/>
                </a:lnTo>
                <a:cubicBezTo>
                  <a:pt x="10281" y="0"/>
                  <a:pt x="4093" y="4913"/>
                  <a:pt x="2093" y="17105"/>
                </a:cubicBezTo>
                <a:cubicBezTo>
                  <a:pt x="0" y="29387"/>
                  <a:pt x="4093" y="36848"/>
                  <a:pt x="14195" y="39305"/>
                </a:cubicBezTo>
                <a:lnTo>
                  <a:pt x="30117" y="43217"/>
                </a:lnTo>
                <a:cubicBezTo>
                  <a:pt x="40307" y="45674"/>
                  <a:pt x="46401" y="40760"/>
                  <a:pt x="48494" y="28478"/>
                </a:cubicBezTo>
                <a:cubicBezTo>
                  <a:pt x="50587" y="16195"/>
                  <a:pt x="46494" y="8825"/>
                  <a:pt x="36303" y="6369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39" name="pdf-path-464">
            <a:extLst xmlns:a="http://schemas.openxmlformats.org/drawingml/2006/main">
              <a:ext uri="{FF2B5EF4-FFF2-40B4-BE49-F238E27FC236}">
                <a16:creationId xmlns:a16="http://schemas.microsoft.com/office/drawing/2014/main" id="{DFF799FF-046C-4D8C-AB06-CC646F4B8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249" y="3068733"/>
            <a:ext cx="337457" cy="38395"/>
          </a:xfrm>
          <a:custGeom xmlns:a="http://schemas.openxmlformats.org/drawingml/2006/main">
            <a:pathLst>
              <a:path w="337457" h="38395">
                <a:moveTo>
                  <a:pt x="321988" y="273"/>
                </a:moveTo>
                <a:lnTo>
                  <a:pt x="15559" y="0"/>
                </a:lnTo>
                <a:cubicBezTo>
                  <a:pt x="5187" y="0"/>
                  <a:pt x="0" y="6369"/>
                  <a:pt x="0" y="19016"/>
                </a:cubicBezTo>
                <a:cubicBezTo>
                  <a:pt x="0" y="31753"/>
                  <a:pt x="5187" y="38122"/>
                  <a:pt x="15468" y="38122"/>
                </a:cubicBezTo>
                <a:lnTo>
                  <a:pt x="321988" y="38395"/>
                </a:lnTo>
                <a:cubicBezTo>
                  <a:pt x="332270" y="38395"/>
                  <a:pt x="337457" y="32026"/>
                  <a:pt x="337457" y="19288"/>
                </a:cubicBezTo>
                <a:cubicBezTo>
                  <a:pt x="337457" y="6641"/>
                  <a:pt x="332361" y="273"/>
                  <a:pt x="321988" y="273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40" name="pdf-path-466">
            <a:extLst xmlns:a="http://schemas.openxmlformats.org/drawingml/2006/main">
              <a:ext uri="{FF2B5EF4-FFF2-40B4-BE49-F238E27FC236}">
                <a16:creationId xmlns:a16="http://schemas.microsoft.com/office/drawing/2014/main" id="{C14C7DF1-402D-4178-97FA-AE25C7F24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2786" y="2996311"/>
            <a:ext cx="89801" cy="100627"/>
          </a:xfrm>
          <a:custGeom xmlns:a="http://schemas.openxmlformats.org/drawingml/2006/main">
            <a:pathLst>
              <a:path w="89801" h="100627">
                <a:moveTo>
                  <a:pt x="28205" y="92530"/>
                </a:moveTo>
                <a:lnTo>
                  <a:pt x="81340" y="37121"/>
                </a:lnTo>
                <a:cubicBezTo>
                  <a:pt x="89164" y="29023"/>
                  <a:pt x="89801" y="20107"/>
                  <a:pt x="83159" y="10372"/>
                </a:cubicBezTo>
                <a:cubicBezTo>
                  <a:pt x="76609" y="728"/>
                  <a:pt x="69329" y="0"/>
                  <a:pt x="61505" y="8097"/>
                </a:cubicBezTo>
                <a:lnTo>
                  <a:pt x="8372" y="63415"/>
                </a:lnTo>
                <a:cubicBezTo>
                  <a:pt x="548" y="71604"/>
                  <a:pt x="0" y="80520"/>
                  <a:pt x="6551" y="90164"/>
                </a:cubicBezTo>
                <a:cubicBezTo>
                  <a:pt x="13194" y="99899"/>
                  <a:pt x="20381" y="100627"/>
                  <a:pt x="28205" y="92530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41" name="pdf-path-468">
            <a:extLst xmlns:a="http://schemas.openxmlformats.org/drawingml/2006/main">
              <a:ext uri="{FF2B5EF4-FFF2-40B4-BE49-F238E27FC236}">
                <a16:creationId xmlns:a16="http://schemas.microsoft.com/office/drawing/2014/main" id="{883F8E53-CCBE-4DB7-90C5-A12731F58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1791" y="3086747"/>
            <a:ext cx="77153" cy="109816"/>
          </a:xfrm>
          <a:custGeom xmlns:a="http://schemas.openxmlformats.org/drawingml/2006/main">
            <a:pathLst>
              <a:path w="77153" h="109816">
                <a:moveTo>
                  <a:pt x="6279" y="34119"/>
                </a:moveTo>
                <a:lnTo>
                  <a:pt x="46492" y="98626"/>
                </a:lnTo>
                <a:cubicBezTo>
                  <a:pt x="52680" y="108633"/>
                  <a:pt x="59867" y="109816"/>
                  <a:pt x="68056" y="102174"/>
                </a:cubicBezTo>
                <a:cubicBezTo>
                  <a:pt x="76244" y="94531"/>
                  <a:pt x="77153" y="85706"/>
                  <a:pt x="70967" y="75697"/>
                </a:cubicBezTo>
                <a:lnTo>
                  <a:pt x="30752" y="11191"/>
                </a:lnTo>
                <a:cubicBezTo>
                  <a:pt x="24475" y="1182"/>
                  <a:pt x="17287" y="0"/>
                  <a:pt x="9190" y="7643"/>
                </a:cubicBezTo>
                <a:cubicBezTo>
                  <a:pt x="1001" y="15286"/>
                  <a:pt x="0" y="24111"/>
                  <a:pt x="6279" y="34119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42" name="pdf-path-470">
            <a:extLst xmlns:a="http://schemas.openxmlformats.org/drawingml/2006/main">
              <a:ext uri="{FF2B5EF4-FFF2-40B4-BE49-F238E27FC236}">
                <a16:creationId xmlns:a16="http://schemas.microsoft.com/office/drawing/2014/main" id="{5BBC2DDA-A6C1-4DE0-8324-035095179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0395" y="3177366"/>
            <a:ext cx="101444" cy="75971"/>
          </a:xfrm>
          <a:custGeom xmlns:a="http://schemas.openxmlformats.org/drawingml/2006/main">
            <a:pathLst>
              <a:path w="101444" h="75971">
                <a:moveTo>
                  <a:pt x="77606" y="4640"/>
                </a:moveTo>
                <a:lnTo>
                  <a:pt x="12463" y="36029"/>
                </a:lnTo>
                <a:cubicBezTo>
                  <a:pt x="2911" y="40670"/>
                  <a:pt x="0" y="48858"/>
                  <a:pt x="3729" y="60685"/>
                </a:cubicBezTo>
                <a:cubicBezTo>
                  <a:pt x="7550" y="72422"/>
                  <a:pt x="14192" y="75971"/>
                  <a:pt x="23836" y="71331"/>
                </a:cubicBezTo>
                <a:lnTo>
                  <a:pt x="88889" y="39942"/>
                </a:lnTo>
                <a:cubicBezTo>
                  <a:pt x="98534" y="35301"/>
                  <a:pt x="101444" y="27113"/>
                  <a:pt x="97623" y="15376"/>
                </a:cubicBezTo>
                <a:cubicBezTo>
                  <a:pt x="93893" y="3639"/>
                  <a:pt x="87160" y="0"/>
                  <a:pt x="77606" y="4640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43" name="pdf-path-472">
            <a:extLst xmlns:a="http://schemas.openxmlformats.org/drawingml/2006/main">
              <a:ext uri="{FF2B5EF4-FFF2-40B4-BE49-F238E27FC236}">
                <a16:creationId xmlns:a16="http://schemas.microsoft.com/office/drawing/2014/main" id="{553CFE39-20A0-49F9-8A04-6648C568F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0750" y="3237688"/>
            <a:ext cx="45217" cy="81885"/>
          </a:xfrm>
          <a:custGeom xmlns:a="http://schemas.openxmlformats.org/drawingml/2006/main">
            <a:pathLst>
              <a:path w="45217" h="81885">
                <a:moveTo>
                  <a:pt x="42034" y="54135"/>
                </a:moveTo>
                <a:lnTo>
                  <a:pt x="32389" y="16195"/>
                </a:lnTo>
                <a:cubicBezTo>
                  <a:pt x="29205" y="4094"/>
                  <a:pt x="22837" y="0"/>
                  <a:pt x="13011" y="3821"/>
                </a:cubicBezTo>
                <a:cubicBezTo>
                  <a:pt x="3275" y="7733"/>
                  <a:pt x="0" y="15649"/>
                  <a:pt x="3092" y="27750"/>
                </a:cubicBezTo>
                <a:lnTo>
                  <a:pt x="12828" y="65690"/>
                </a:lnTo>
                <a:cubicBezTo>
                  <a:pt x="15922" y="77790"/>
                  <a:pt x="22380" y="81885"/>
                  <a:pt x="32117" y="78063"/>
                </a:cubicBezTo>
                <a:cubicBezTo>
                  <a:pt x="41851" y="74242"/>
                  <a:pt x="45217" y="66236"/>
                  <a:pt x="42034" y="54135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44" name="pdf-path-474">
            <a:extLst xmlns:a="http://schemas.openxmlformats.org/drawingml/2006/main">
              <a:ext uri="{FF2B5EF4-FFF2-40B4-BE49-F238E27FC236}">
                <a16:creationId xmlns:a16="http://schemas.microsoft.com/office/drawing/2014/main" id="{E670F333-AD4E-464E-8862-603A2345D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2117" y="3084473"/>
            <a:ext cx="61958" cy="110180"/>
          </a:xfrm>
          <a:custGeom xmlns:a="http://schemas.openxmlformats.org/drawingml/2006/main">
            <a:pathLst>
              <a:path w="61958" h="110180">
                <a:moveTo>
                  <a:pt x="32027" y="95805"/>
                </a:moveTo>
                <a:lnTo>
                  <a:pt x="57501" y="31025"/>
                </a:lnTo>
                <a:cubicBezTo>
                  <a:pt x="61958" y="19653"/>
                  <a:pt x="59593" y="11100"/>
                  <a:pt x="50406" y="5551"/>
                </a:cubicBezTo>
                <a:cubicBezTo>
                  <a:pt x="41216" y="0"/>
                  <a:pt x="34392" y="2911"/>
                  <a:pt x="29934" y="14376"/>
                </a:cubicBezTo>
                <a:lnTo>
                  <a:pt x="4458" y="79155"/>
                </a:lnTo>
                <a:cubicBezTo>
                  <a:pt x="0" y="90528"/>
                  <a:pt x="2365" y="98989"/>
                  <a:pt x="11555" y="104630"/>
                </a:cubicBezTo>
                <a:cubicBezTo>
                  <a:pt x="20744" y="110180"/>
                  <a:pt x="27569" y="107269"/>
                  <a:pt x="32027" y="95805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45" name="pdf-path-476">
            <a:extLst xmlns:a="http://schemas.openxmlformats.org/drawingml/2006/main">
              <a:ext uri="{FF2B5EF4-FFF2-40B4-BE49-F238E27FC236}">
                <a16:creationId xmlns:a16="http://schemas.microsoft.com/office/drawing/2014/main" id="{F4D13109-4394-4E8B-BF1B-696E1FF68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3209" y="3185919"/>
            <a:ext cx="57591" cy="87434"/>
          </a:xfrm>
          <a:custGeom xmlns:a="http://schemas.openxmlformats.org/drawingml/2006/main">
            <a:pathLst>
              <a:path w="57591" h="87434">
                <a:moveTo>
                  <a:pt x="52406" y="55227"/>
                </a:moveTo>
                <a:lnTo>
                  <a:pt x="31843" y="13010"/>
                </a:lnTo>
                <a:cubicBezTo>
                  <a:pt x="26568" y="2184"/>
                  <a:pt x="19471" y="0"/>
                  <a:pt x="10646" y="6460"/>
                </a:cubicBezTo>
                <a:cubicBezTo>
                  <a:pt x="1819" y="12829"/>
                  <a:pt x="0" y="21381"/>
                  <a:pt x="5276" y="32207"/>
                </a:cubicBezTo>
                <a:lnTo>
                  <a:pt x="25839" y="74424"/>
                </a:lnTo>
                <a:cubicBezTo>
                  <a:pt x="31025" y="85251"/>
                  <a:pt x="38122" y="87434"/>
                  <a:pt x="46947" y="80975"/>
                </a:cubicBezTo>
                <a:cubicBezTo>
                  <a:pt x="55863" y="74606"/>
                  <a:pt x="57591" y="65962"/>
                  <a:pt x="52406" y="55227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46" name="pdf-path-478">
            <a:extLst xmlns:a="http://schemas.openxmlformats.org/drawingml/2006/main">
              <a:ext uri="{FF2B5EF4-FFF2-40B4-BE49-F238E27FC236}">
                <a16:creationId xmlns:a16="http://schemas.microsoft.com/office/drawing/2014/main" id="{0C5F87DB-9339-4331-9325-C51A50D7A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8245" y="3262708"/>
            <a:ext cx="49405" cy="58138"/>
          </a:xfrm>
          <a:custGeom xmlns:a="http://schemas.openxmlformats.org/drawingml/2006/main">
            <a:pathLst>
              <a:path w="49405" h="58138">
                <a:moveTo>
                  <a:pt x="41033" y="21290"/>
                </a:moveTo>
                <a:lnTo>
                  <a:pt x="28842" y="8280"/>
                </a:lnTo>
                <a:cubicBezTo>
                  <a:pt x="21018" y="0"/>
                  <a:pt x="13647" y="637"/>
                  <a:pt x="6825" y="10190"/>
                </a:cubicBezTo>
                <a:cubicBezTo>
                  <a:pt x="0" y="19652"/>
                  <a:pt x="548" y="28569"/>
                  <a:pt x="8372" y="36848"/>
                </a:cubicBezTo>
                <a:lnTo>
                  <a:pt x="20653" y="49858"/>
                </a:lnTo>
                <a:cubicBezTo>
                  <a:pt x="28477" y="58138"/>
                  <a:pt x="35757" y="57501"/>
                  <a:pt x="42582" y="47948"/>
                </a:cubicBezTo>
                <a:cubicBezTo>
                  <a:pt x="49405" y="38486"/>
                  <a:pt x="48859" y="29570"/>
                  <a:pt x="41033" y="21290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47" name="pdf-path-480">
            <a:extLst xmlns:a="http://schemas.openxmlformats.org/drawingml/2006/main">
              <a:ext uri="{FF2B5EF4-FFF2-40B4-BE49-F238E27FC236}">
                <a16:creationId xmlns:a16="http://schemas.microsoft.com/office/drawing/2014/main" id="{3332EB67-5B22-4C33-A754-63F466FC7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7822" y="3012869"/>
            <a:ext cx="336545" cy="84342"/>
          </a:xfrm>
          <a:custGeom xmlns:a="http://schemas.openxmlformats.org/drawingml/2006/main">
            <a:pathLst>
              <a:path w="336545" h="84342">
                <a:moveTo>
                  <a:pt x="318165" y="1547"/>
                </a:moveTo>
                <a:lnTo>
                  <a:pt x="14739" y="44946"/>
                </a:lnTo>
                <a:cubicBezTo>
                  <a:pt x="4458" y="46493"/>
                  <a:pt x="0" y="53498"/>
                  <a:pt x="1182" y="66145"/>
                </a:cubicBezTo>
                <a:cubicBezTo>
                  <a:pt x="2365" y="78701"/>
                  <a:pt x="8096" y="84342"/>
                  <a:pt x="18287" y="82886"/>
                </a:cubicBezTo>
                <a:lnTo>
                  <a:pt x="321715" y="39396"/>
                </a:lnTo>
                <a:cubicBezTo>
                  <a:pt x="331996" y="37940"/>
                  <a:pt x="336545" y="30844"/>
                  <a:pt x="335362" y="18197"/>
                </a:cubicBezTo>
                <a:cubicBezTo>
                  <a:pt x="334180" y="5641"/>
                  <a:pt x="328447" y="0"/>
                  <a:pt x="318165" y="1547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48" name="pdf-path-482">
            <a:extLst xmlns:a="http://schemas.openxmlformats.org/drawingml/2006/main">
              <a:ext uri="{FF2B5EF4-FFF2-40B4-BE49-F238E27FC236}">
                <a16:creationId xmlns:a16="http://schemas.microsoft.com/office/drawing/2014/main" id="{703EC527-434D-45A2-8128-EA7F0D02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0081" y="2932076"/>
            <a:ext cx="85434" cy="107997"/>
          </a:xfrm>
          <a:custGeom xmlns:a="http://schemas.openxmlformats.org/drawingml/2006/main">
            <a:pathLst>
              <a:path w="85434" h="107997">
                <a:moveTo>
                  <a:pt x="29934" y="98444"/>
                </a:moveTo>
                <a:lnTo>
                  <a:pt x="78246" y="35666"/>
                </a:lnTo>
                <a:cubicBezTo>
                  <a:pt x="85434" y="26385"/>
                  <a:pt x="85162" y="17378"/>
                  <a:pt x="77610" y="8644"/>
                </a:cubicBezTo>
                <a:cubicBezTo>
                  <a:pt x="69967" y="0"/>
                  <a:pt x="62597" y="273"/>
                  <a:pt x="55502" y="9554"/>
                </a:cubicBezTo>
                <a:lnTo>
                  <a:pt x="7098" y="72332"/>
                </a:lnTo>
                <a:cubicBezTo>
                  <a:pt x="0" y="81612"/>
                  <a:pt x="183" y="90619"/>
                  <a:pt x="7826" y="99263"/>
                </a:cubicBezTo>
                <a:cubicBezTo>
                  <a:pt x="15378" y="107997"/>
                  <a:pt x="22746" y="107724"/>
                  <a:pt x="29934" y="98444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49" name="pdf-path-484">
            <a:extLst xmlns:a="http://schemas.openxmlformats.org/drawingml/2006/main">
              <a:ext uri="{FF2B5EF4-FFF2-40B4-BE49-F238E27FC236}">
                <a16:creationId xmlns:a16="http://schemas.microsoft.com/office/drawing/2014/main" id="{2F2B8C40-6F96-4E74-8166-5D10C2BF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4728" y="3076194"/>
            <a:ext cx="82612" cy="104812"/>
          </a:xfrm>
          <a:custGeom xmlns:a="http://schemas.openxmlformats.org/drawingml/2006/main">
            <a:pathLst>
              <a:path w="82612" h="104812">
                <a:moveTo>
                  <a:pt x="7097" y="35665"/>
                </a:moveTo>
                <a:lnTo>
                  <a:pt x="52952" y="95259"/>
                </a:lnTo>
                <a:cubicBezTo>
                  <a:pt x="60049" y="104539"/>
                  <a:pt x="67327" y="104812"/>
                  <a:pt x="74879" y="96078"/>
                </a:cubicBezTo>
                <a:cubicBezTo>
                  <a:pt x="82430" y="87343"/>
                  <a:pt x="82612" y="78336"/>
                  <a:pt x="75515" y="69147"/>
                </a:cubicBezTo>
                <a:lnTo>
                  <a:pt x="29660" y="9462"/>
                </a:lnTo>
                <a:cubicBezTo>
                  <a:pt x="22563" y="273"/>
                  <a:pt x="15193" y="0"/>
                  <a:pt x="7733" y="8734"/>
                </a:cubicBezTo>
                <a:cubicBezTo>
                  <a:pt x="181" y="17468"/>
                  <a:pt x="0" y="26476"/>
                  <a:pt x="7097" y="35665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50" name="pdf-path-486">
            <a:extLst xmlns:a="http://schemas.openxmlformats.org/drawingml/2006/main">
              <a:ext uri="{FF2B5EF4-FFF2-40B4-BE49-F238E27FC236}">
                <a16:creationId xmlns:a16="http://schemas.microsoft.com/office/drawing/2014/main" id="{1302E5A7-BB7A-41C5-BE4C-3A8BE3204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6971" y="3158624"/>
            <a:ext cx="103537" cy="58320"/>
          </a:xfrm>
          <a:custGeom xmlns:a="http://schemas.openxmlformats.org/drawingml/2006/main">
            <a:pathLst>
              <a:path w="103537" h="58320">
                <a:moveTo>
                  <a:pt x="83430" y="2365"/>
                </a:moveTo>
                <a:lnTo>
                  <a:pt x="14284" y="18470"/>
                </a:lnTo>
                <a:cubicBezTo>
                  <a:pt x="4093" y="20835"/>
                  <a:pt x="0" y="28296"/>
                  <a:pt x="1910" y="40760"/>
                </a:cubicBezTo>
                <a:cubicBezTo>
                  <a:pt x="3820" y="53225"/>
                  <a:pt x="9917" y="58320"/>
                  <a:pt x="20106" y="55954"/>
                </a:cubicBezTo>
                <a:lnTo>
                  <a:pt x="89253" y="39850"/>
                </a:lnTo>
                <a:cubicBezTo>
                  <a:pt x="99444" y="37485"/>
                  <a:pt x="103537" y="30024"/>
                  <a:pt x="101628" y="17559"/>
                </a:cubicBezTo>
                <a:cubicBezTo>
                  <a:pt x="99716" y="5095"/>
                  <a:pt x="93620" y="0"/>
                  <a:pt x="83430" y="2365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51" name="pdf-path-488">
            <a:extLst xmlns:a="http://schemas.openxmlformats.org/drawingml/2006/main">
              <a:ext uri="{FF2B5EF4-FFF2-40B4-BE49-F238E27FC236}">
                <a16:creationId xmlns:a16="http://schemas.microsoft.com/office/drawing/2014/main" id="{B0779CEE-C93D-4408-9334-574E1282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9402" y="3200931"/>
            <a:ext cx="41853" cy="81612"/>
          </a:xfrm>
          <a:custGeom xmlns:a="http://schemas.openxmlformats.org/drawingml/2006/main">
            <a:pathLst>
              <a:path w="41853" h="81612">
                <a:moveTo>
                  <a:pt x="32300" y="64507"/>
                </a:moveTo>
                <a:lnTo>
                  <a:pt x="39486" y="25748"/>
                </a:lnTo>
                <a:cubicBezTo>
                  <a:pt x="41853" y="13374"/>
                  <a:pt x="38031" y="5823"/>
                  <a:pt x="28022" y="2912"/>
                </a:cubicBezTo>
                <a:cubicBezTo>
                  <a:pt x="18105" y="0"/>
                  <a:pt x="11919" y="4822"/>
                  <a:pt x="9554" y="17195"/>
                </a:cubicBezTo>
                <a:lnTo>
                  <a:pt x="2367" y="55863"/>
                </a:lnTo>
                <a:cubicBezTo>
                  <a:pt x="0" y="68237"/>
                  <a:pt x="3821" y="75879"/>
                  <a:pt x="13831" y="78791"/>
                </a:cubicBezTo>
                <a:cubicBezTo>
                  <a:pt x="23747" y="81612"/>
                  <a:pt x="29934" y="76880"/>
                  <a:pt x="32300" y="64507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52" name="pdf-path-490">
            <a:extLst xmlns:a="http://schemas.openxmlformats.org/drawingml/2006/main">
              <a:ext uri="{FF2B5EF4-FFF2-40B4-BE49-F238E27FC236}">
                <a16:creationId xmlns:a16="http://schemas.microsoft.com/office/drawing/2014/main" id="{AC86D4C8-4D8A-4B54-99D2-F54D59224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7055" y="3028974"/>
            <a:ext cx="57774" cy="112091"/>
          </a:xfrm>
          <a:custGeom xmlns:a="http://schemas.openxmlformats.org/drawingml/2006/main">
            <a:pathLst>
              <a:path w="57774" h="112091">
                <a:moveTo>
                  <a:pt x="32482" y="96715"/>
                </a:moveTo>
                <a:lnTo>
                  <a:pt x="53953" y="29478"/>
                </a:lnTo>
                <a:cubicBezTo>
                  <a:pt x="57774" y="17651"/>
                  <a:pt x="54864" y="9371"/>
                  <a:pt x="45309" y="4640"/>
                </a:cubicBezTo>
                <a:cubicBezTo>
                  <a:pt x="35757" y="0"/>
                  <a:pt x="29116" y="3548"/>
                  <a:pt x="25293" y="15376"/>
                </a:cubicBezTo>
                <a:lnTo>
                  <a:pt x="3731" y="82612"/>
                </a:lnTo>
                <a:cubicBezTo>
                  <a:pt x="0" y="94440"/>
                  <a:pt x="2820" y="102719"/>
                  <a:pt x="12374" y="107451"/>
                </a:cubicBezTo>
                <a:cubicBezTo>
                  <a:pt x="22017" y="112091"/>
                  <a:pt x="28660" y="108542"/>
                  <a:pt x="32482" y="96715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53" name="pdf-path-492">
            <a:extLst xmlns:a="http://schemas.openxmlformats.org/drawingml/2006/main">
              <a:ext uri="{FF2B5EF4-FFF2-40B4-BE49-F238E27FC236}">
                <a16:creationId xmlns:a16="http://schemas.microsoft.com/office/drawing/2014/main" id="{F347ABF8-48C2-49A5-B8DF-0F02440D0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1604" y="3130692"/>
            <a:ext cx="64144" cy="82430"/>
          </a:xfrm>
          <a:custGeom xmlns:a="http://schemas.openxmlformats.org/drawingml/2006/main">
            <a:pathLst>
              <a:path w="64144" h="82430">
                <a:moveTo>
                  <a:pt x="57228" y="47038"/>
                </a:moveTo>
                <a:lnTo>
                  <a:pt x="30207" y="10008"/>
                </a:lnTo>
                <a:cubicBezTo>
                  <a:pt x="23292" y="455"/>
                  <a:pt x="15922" y="0"/>
                  <a:pt x="8188" y="8461"/>
                </a:cubicBezTo>
                <a:cubicBezTo>
                  <a:pt x="365" y="16923"/>
                  <a:pt x="0" y="25839"/>
                  <a:pt x="6915" y="35301"/>
                </a:cubicBezTo>
                <a:lnTo>
                  <a:pt x="33938" y="72422"/>
                </a:lnTo>
                <a:cubicBezTo>
                  <a:pt x="40853" y="81976"/>
                  <a:pt x="48222" y="82430"/>
                  <a:pt x="55955" y="73969"/>
                </a:cubicBezTo>
                <a:cubicBezTo>
                  <a:pt x="63779" y="65508"/>
                  <a:pt x="64144" y="56591"/>
                  <a:pt x="57228" y="47038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54" name="pdf-path-494">
            <a:extLst xmlns:a="http://schemas.openxmlformats.org/drawingml/2006/main">
              <a:ext uri="{FF2B5EF4-FFF2-40B4-BE49-F238E27FC236}">
                <a16:creationId xmlns:a16="http://schemas.microsoft.com/office/drawing/2014/main" id="{8B869D11-DE10-4DE4-BB36-A918218B0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5102" y="3199475"/>
            <a:ext cx="48859" cy="58411"/>
          </a:xfrm>
          <a:custGeom xmlns:a="http://schemas.openxmlformats.org/drawingml/2006/main">
            <a:pathLst>
              <a:path w="48859" h="58411">
                <a:moveTo>
                  <a:pt x="41033" y="22109"/>
                </a:moveTo>
                <a:lnTo>
                  <a:pt x="29116" y="8643"/>
                </a:lnTo>
                <a:cubicBezTo>
                  <a:pt x="21564" y="0"/>
                  <a:pt x="14195" y="364"/>
                  <a:pt x="7097" y="9553"/>
                </a:cubicBezTo>
                <a:cubicBezTo>
                  <a:pt x="0" y="18833"/>
                  <a:pt x="274" y="27750"/>
                  <a:pt x="7916" y="36393"/>
                </a:cubicBezTo>
                <a:lnTo>
                  <a:pt x="19745" y="49859"/>
                </a:lnTo>
                <a:cubicBezTo>
                  <a:pt x="27386" y="58411"/>
                  <a:pt x="34665" y="58138"/>
                  <a:pt x="41762" y="48858"/>
                </a:cubicBezTo>
                <a:cubicBezTo>
                  <a:pt x="48859" y="39668"/>
                  <a:pt x="48587" y="30752"/>
                  <a:pt x="41033" y="22109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55" name="pdf-path-496">
            <a:extLst xmlns:a="http://schemas.openxmlformats.org/drawingml/2006/main">
              <a:ext uri="{FF2B5EF4-FFF2-40B4-BE49-F238E27FC236}">
                <a16:creationId xmlns:a16="http://schemas.microsoft.com/office/drawing/2014/main" id="{7E583E8A-2C03-47CF-985D-1CA27ED40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9568" y="2943996"/>
            <a:ext cx="327081" cy="160038"/>
          </a:xfrm>
          <a:custGeom xmlns:a="http://schemas.openxmlformats.org/drawingml/2006/main">
            <a:pathLst>
              <a:path w="327081" h="160038">
                <a:moveTo>
                  <a:pt x="304337" y="3912"/>
                </a:moveTo>
                <a:lnTo>
                  <a:pt x="13100" y="120097"/>
                </a:lnTo>
                <a:cubicBezTo>
                  <a:pt x="3274" y="124009"/>
                  <a:pt x="0" y="131925"/>
                  <a:pt x="3183" y="143934"/>
                </a:cubicBezTo>
                <a:cubicBezTo>
                  <a:pt x="6368" y="156035"/>
                  <a:pt x="12918" y="160038"/>
                  <a:pt x="22745" y="156126"/>
                </a:cubicBezTo>
                <a:lnTo>
                  <a:pt x="313981" y="39941"/>
                </a:lnTo>
                <a:cubicBezTo>
                  <a:pt x="323806" y="36029"/>
                  <a:pt x="327081" y="28022"/>
                  <a:pt x="323898" y="16012"/>
                </a:cubicBezTo>
                <a:cubicBezTo>
                  <a:pt x="320623" y="4003"/>
                  <a:pt x="314163" y="0"/>
                  <a:pt x="304337" y="3912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56" name="pdf-path-498">
            <a:extLst xmlns:a="http://schemas.openxmlformats.org/drawingml/2006/main">
              <a:ext uri="{FF2B5EF4-FFF2-40B4-BE49-F238E27FC236}">
                <a16:creationId xmlns:a16="http://schemas.microsoft.com/office/drawing/2014/main" id="{EC3239C2-1806-47F1-86CA-0409AB0CB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8181" y="2848645"/>
            <a:ext cx="73605" cy="118642"/>
          </a:xfrm>
          <a:custGeom xmlns:a="http://schemas.openxmlformats.org/drawingml/2006/main">
            <a:pathLst>
              <a:path w="73605" h="118642">
                <a:moveTo>
                  <a:pt x="31571" y="105813"/>
                </a:moveTo>
                <a:lnTo>
                  <a:pt x="68237" y="32754"/>
                </a:lnTo>
                <a:cubicBezTo>
                  <a:pt x="73605" y="22018"/>
                  <a:pt x="71966" y="13284"/>
                  <a:pt x="63233" y="6642"/>
                </a:cubicBezTo>
                <a:cubicBezTo>
                  <a:pt x="54499" y="0"/>
                  <a:pt x="47493" y="2002"/>
                  <a:pt x="42034" y="12738"/>
                </a:cubicBezTo>
                <a:lnTo>
                  <a:pt x="5459" y="85797"/>
                </a:lnTo>
                <a:cubicBezTo>
                  <a:pt x="0" y="96624"/>
                  <a:pt x="1638" y="105267"/>
                  <a:pt x="10372" y="112000"/>
                </a:cubicBezTo>
                <a:cubicBezTo>
                  <a:pt x="19106" y="118642"/>
                  <a:pt x="26203" y="116640"/>
                  <a:pt x="31571" y="105813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57" name="pdf-path-500">
            <a:extLst xmlns:a="http://schemas.openxmlformats.org/drawingml/2006/main">
              <a:ext uri="{FF2B5EF4-FFF2-40B4-BE49-F238E27FC236}">
                <a16:creationId xmlns:a16="http://schemas.microsoft.com/office/drawing/2014/main" id="{C86049A2-B3F6-4C6D-A8EE-60F62BCF6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8293" y="3086838"/>
            <a:ext cx="79155" cy="109453"/>
          </a:xfrm>
          <a:custGeom xmlns:a="http://schemas.openxmlformats.org/drawingml/2006/main">
            <a:pathLst>
              <a:path w="79155" h="109453">
                <a:moveTo>
                  <a:pt x="6551" y="34756"/>
                </a:moveTo>
                <a:lnTo>
                  <a:pt x="48494" y="98626"/>
                </a:lnTo>
                <a:cubicBezTo>
                  <a:pt x="55045" y="108452"/>
                  <a:pt x="62323" y="109453"/>
                  <a:pt x="70330" y="101446"/>
                </a:cubicBezTo>
                <a:cubicBezTo>
                  <a:pt x="78428" y="93440"/>
                  <a:pt x="79155" y="84524"/>
                  <a:pt x="72695" y="74606"/>
                </a:cubicBezTo>
                <a:lnTo>
                  <a:pt x="30661" y="10827"/>
                </a:lnTo>
                <a:cubicBezTo>
                  <a:pt x="24203" y="910"/>
                  <a:pt x="16923" y="0"/>
                  <a:pt x="8825" y="8007"/>
                </a:cubicBezTo>
                <a:cubicBezTo>
                  <a:pt x="818" y="16013"/>
                  <a:pt x="0" y="24929"/>
                  <a:pt x="6551" y="34756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58" name="pdf-path-502">
            <a:extLst xmlns:a="http://schemas.openxmlformats.org/drawingml/2006/main">
              <a:ext uri="{FF2B5EF4-FFF2-40B4-BE49-F238E27FC236}">
                <a16:creationId xmlns:a16="http://schemas.microsoft.com/office/drawing/2014/main" id="{93F1ED81-56FC-476E-8012-863D6091A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5350" y="3172999"/>
            <a:ext cx="102538" cy="57410"/>
          </a:xfrm>
          <a:custGeom xmlns:a="http://schemas.openxmlformats.org/drawingml/2006/main">
            <a:pathLst>
              <a:path w="102538" h="57410">
                <a:moveTo>
                  <a:pt x="82976" y="2184"/>
                </a:moveTo>
                <a:lnTo>
                  <a:pt x="14375" y="17196"/>
                </a:lnTo>
                <a:cubicBezTo>
                  <a:pt x="4184" y="19380"/>
                  <a:pt x="0" y="26840"/>
                  <a:pt x="1819" y="39486"/>
                </a:cubicBezTo>
                <a:cubicBezTo>
                  <a:pt x="3547" y="52224"/>
                  <a:pt x="9552" y="57410"/>
                  <a:pt x="19652" y="55227"/>
                </a:cubicBezTo>
                <a:lnTo>
                  <a:pt x="88252" y="40215"/>
                </a:lnTo>
                <a:cubicBezTo>
                  <a:pt x="98350" y="38031"/>
                  <a:pt x="102538" y="30570"/>
                  <a:pt x="100808" y="17923"/>
                </a:cubicBezTo>
                <a:cubicBezTo>
                  <a:pt x="98989" y="5186"/>
                  <a:pt x="93075" y="0"/>
                  <a:pt x="82976" y="2184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59" name="pdf-path-504">
            <a:extLst xmlns:a="http://schemas.openxmlformats.org/drawingml/2006/main">
              <a:ext uri="{FF2B5EF4-FFF2-40B4-BE49-F238E27FC236}">
                <a16:creationId xmlns:a16="http://schemas.microsoft.com/office/drawing/2014/main" id="{6A41BDB5-4A75-4B2B-8589-B075F1674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5243" y="3215124"/>
            <a:ext cx="35755" cy="79883"/>
          </a:xfrm>
          <a:custGeom xmlns:a="http://schemas.openxmlformats.org/drawingml/2006/main">
            <a:pathLst>
              <a:path w="35755" h="79883">
                <a:moveTo>
                  <a:pt x="31843" y="61505"/>
                </a:moveTo>
                <a:lnTo>
                  <a:pt x="34847" y="21835"/>
                </a:lnTo>
                <a:cubicBezTo>
                  <a:pt x="35755" y="9190"/>
                  <a:pt x="31116" y="2366"/>
                  <a:pt x="20744" y="1183"/>
                </a:cubicBezTo>
                <a:cubicBezTo>
                  <a:pt x="10463" y="0"/>
                  <a:pt x="4821" y="5732"/>
                  <a:pt x="3912" y="18378"/>
                </a:cubicBezTo>
                <a:lnTo>
                  <a:pt x="910" y="57956"/>
                </a:lnTo>
                <a:cubicBezTo>
                  <a:pt x="0" y="70603"/>
                  <a:pt x="4639" y="77517"/>
                  <a:pt x="14921" y="78700"/>
                </a:cubicBezTo>
                <a:cubicBezTo>
                  <a:pt x="25293" y="79883"/>
                  <a:pt x="30842" y="74151"/>
                  <a:pt x="31843" y="61505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60" name="pdf-path-506">
            <a:extLst xmlns:a="http://schemas.openxmlformats.org/drawingml/2006/main">
              <a:ext uri="{FF2B5EF4-FFF2-40B4-BE49-F238E27FC236}">
                <a16:creationId xmlns:a16="http://schemas.microsoft.com/office/drawing/2014/main" id="{54ED69DB-9AB4-4E13-B37B-6B5C8D11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5170" y="2960282"/>
            <a:ext cx="42399" cy="113000"/>
          </a:xfrm>
          <a:custGeom xmlns:a="http://schemas.openxmlformats.org/drawingml/2006/main">
            <a:pathLst>
              <a:path w="42399" h="113000">
                <a:moveTo>
                  <a:pt x="32663" y="94986"/>
                </a:moveTo>
                <a:lnTo>
                  <a:pt x="40942" y="23382"/>
                </a:lnTo>
                <a:cubicBezTo>
                  <a:pt x="42399" y="10736"/>
                  <a:pt x="37941" y="3548"/>
                  <a:pt x="27569" y="1820"/>
                </a:cubicBezTo>
                <a:cubicBezTo>
                  <a:pt x="17197" y="0"/>
                  <a:pt x="11282" y="5459"/>
                  <a:pt x="9826" y="18105"/>
                </a:cubicBezTo>
                <a:lnTo>
                  <a:pt x="1456" y="89709"/>
                </a:lnTo>
                <a:cubicBezTo>
                  <a:pt x="0" y="102265"/>
                  <a:pt x="4458" y="109452"/>
                  <a:pt x="14921" y="111272"/>
                </a:cubicBezTo>
                <a:cubicBezTo>
                  <a:pt x="25293" y="113000"/>
                  <a:pt x="31207" y="107633"/>
                  <a:pt x="32663" y="94986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61" name="pdf-path-508">
            <a:extLst xmlns:a="http://schemas.openxmlformats.org/drawingml/2006/main">
              <a:ext uri="{FF2B5EF4-FFF2-40B4-BE49-F238E27FC236}">
                <a16:creationId xmlns:a16="http://schemas.microsoft.com/office/drawing/2014/main" id="{F271E185-D446-4C02-9B63-133A62304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7089" y="3060363"/>
            <a:ext cx="72604" cy="68601"/>
          </a:xfrm>
          <a:custGeom xmlns:a="http://schemas.openxmlformats.org/drawingml/2006/main">
            <a:pathLst>
              <a:path w="72604" h="68601">
                <a:moveTo>
                  <a:pt x="61414" y="29478"/>
                </a:moveTo>
                <a:lnTo>
                  <a:pt x="25929" y="6004"/>
                </a:lnTo>
                <a:cubicBezTo>
                  <a:pt x="16832" y="0"/>
                  <a:pt x="9826" y="2547"/>
                  <a:pt x="4913" y="13647"/>
                </a:cubicBezTo>
                <a:cubicBezTo>
                  <a:pt x="0" y="24656"/>
                  <a:pt x="2093" y="33209"/>
                  <a:pt x="11190" y="39213"/>
                </a:cubicBezTo>
                <a:lnTo>
                  <a:pt x="46675" y="62596"/>
                </a:lnTo>
                <a:cubicBezTo>
                  <a:pt x="55772" y="68601"/>
                  <a:pt x="62778" y="66054"/>
                  <a:pt x="67691" y="55044"/>
                </a:cubicBezTo>
                <a:cubicBezTo>
                  <a:pt x="72604" y="43945"/>
                  <a:pt x="70511" y="35393"/>
                  <a:pt x="61414" y="29478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62" name="pdf-path-510">
            <a:extLst xmlns:a="http://schemas.openxmlformats.org/drawingml/2006/main">
              <a:ext uri="{FF2B5EF4-FFF2-40B4-BE49-F238E27FC236}">
                <a16:creationId xmlns:a16="http://schemas.microsoft.com/office/drawing/2014/main" id="{ADD02BF3-9E4D-48DE-A0A2-B9C030DF4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3689" y="3106309"/>
            <a:ext cx="51131" cy="56046"/>
          </a:xfrm>
          <a:custGeom xmlns:a="http://schemas.openxmlformats.org/drawingml/2006/main">
            <a:pathLst>
              <a:path w="51131" h="56046">
                <a:moveTo>
                  <a:pt x="40759" y="17378"/>
                </a:moveTo>
                <a:lnTo>
                  <a:pt x="27112" y="6733"/>
                </a:lnTo>
                <a:cubicBezTo>
                  <a:pt x="18379" y="0"/>
                  <a:pt x="11190" y="1911"/>
                  <a:pt x="5640" y="12556"/>
                </a:cubicBezTo>
                <a:cubicBezTo>
                  <a:pt x="0" y="23201"/>
                  <a:pt x="1638" y="31935"/>
                  <a:pt x="10372" y="38668"/>
                </a:cubicBezTo>
                <a:lnTo>
                  <a:pt x="24110" y="49313"/>
                </a:lnTo>
                <a:cubicBezTo>
                  <a:pt x="32845" y="56046"/>
                  <a:pt x="40032" y="54135"/>
                  <a:pt x="45582" y="43490"/>
                </a:cubicBezTo>
                <a:cubicBezTo>
                  <a:pt x="51131" y="32845"/>
                  <a:pt x="49584" y="24111"/>
                  <a:pt x="40759" y="17378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63" name="pdf-path-512">
            <a:extLst xmlns:a="http://schemas.openxmlformats.org/drawingml/2006/main">
              <a:ext uri="{FF2B5EF4-FFF2-40B4-BE49-F238E27FC236}">
                <a16:creationId xmlns:a16="http://schemas.microsoft.com/office/drawing/2014/main" id="{5875FCAC-D67D-4C68-B76A-608678D6E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7326" y="2916337"/>
            <a:ext cx="315619" cy="200890"/>
          </a:xfrm>
          <a:custGeom xmlns:a="http://schemas.openxmlformats.org/drawingml/2006/main">
            <a:pathLst>
              <a:path w="315619" h="200890">
                <a:moveTo>
                  <a:pt x="290872" y="5277"/>
                </a:moveTo>
                <a:lnTo>
                  <a:pt x="12010" y="160858"/>
                </a:lnTo>
                <a:cubicBezTo>
                  <a:pt x="2548" y="166135"/>
                  <a:pt x="0" y="174505"/>
                  <a:pt x="4276" y="186151"/>
                </a:cubicBezTo>
                <a:cubicBezTo>
                  <a:pt x="8553" y="197706"/>
                  <a:pt x="15376" y="200890"/>
                  <a:pt x="24747" y="195613"/>
                </a:cubicBezTo>
                <a:lnTo>
                  <a:pt x="303609" y="40033"/>
                </a:lnTo>
                <a:cubicBezTo>
                  <a:pt x="313073" y="34847"/>
                  <a:pt x="315619" y="26385"/>
                  <a:pt x="311343" y="14830"/>
                </a:cubicBezTo>
                <a:cubicBezTo>
                  <a:pt x="307066" y="3185"/>
                  <a:pt x="300243" y="0"/>
                  <a:pt x="290872" y="5277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64" name="pdf-path-514">
            <a:extLst xmlns:a="http://schemas.openxmlformats.org/drawingml/2006/main">
              <a:ext uri="{FF2B5EF4-FFF2-40B4-BE49-F238E27FC236}">
                <a16:creationId xmlns:a16="http://schemas.microsoft.com/office/drawing/2014/main" id="{B523FBC0-BCA2-4414-8943-0753D6ECD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2110" y="2814800"/>
            <a:ext cx="66871" cy="123919"/>
          </a:xfrm>
          <a:custGeom xmlns:a="http://schemas.openxmlformats.org/drawingml/2006/main">
            <a:pathLst>
              <a:path w="66871" h="123919">
                <a:moveTo>
                  <a:pt x="32389" y="109361"/>
                </a:moveTo>
                <a:lnTo>
                  <a:pt x="62504" y="31025"/>
                </a:lnTo>
                <a:cubicBezTo>
                  <a:pt x="66871" y="19561"/>
                  <a:pt x="64416" y="11009"/>
                  <a:pt x="55136" y="5550"/>
                </a:cubicBezTo>
                <a:cubicBezTo>
                  <a:pt x="45855" y="0"/>
                  <a:pt x="38940" y="3002"/>
                  <a:pt x="34482" y="14557"/>
                </a:cubicBezTo>
                <a:lnTo>
                  <a:pt x="4367" y="92802"/>
                </a:lnTo>
                <a:cubicBezTo>
                  <a:pt x="0" y="104357"/>
                  <a:pt x="2365" y="112910"/>
                  <a:pt x="11738" y="118369"/>
                </a:cubicBezTo>
                <a:cubicBezTo>
                  <a:pt x="21016" y="123919"/>
                  <a:pt x="27931" y="120825"/>
                  <a:pt x="32389" y="109361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65" name="pdf-path-516">
            <a:extLst xmlns:a="http://schemas.openxmlformats.org/drawingml/2006/main">
              <a:ext uri="{FF2B5EF4-FFF2-40B4-BE49-F238E27FC236}">
                <a16:creationId xmlns:a16="http://schemas.microsoft.com/office/drawing/2014/main" id="{9E124D7E-C1D6-4F74-A8E1-2DD3247F4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7690" y="3099212"/>
            <a:ext cx="83341" cy="103720"/>
          </a:xfrm>
          <a:custGeom xmlns:a="http://schemas.openxmlformats.org/drawingml/2006/main">
            <a:pathLst>
              <a:path w="83341" h="103720">
                <a:moveTo>
                  <a:pt x="7278" y="35756"/>
                </a:moveTo>
                <a:lnTo>
                  <a:pt x="53861" y="94531"/>
                </a:lnTo>
                <a:cubicBezTo>
                  <a:pt x="61140" y="103629"/>
                  <a:pt x="68418" y="103720"/>
                  <a:pt x="75787" y="94804"/>
                </a:cubicBezTo>
                <a:cubicBezTo>
                  <a:pt x="83248" y="85978"/>
                  <a:pt x="83341" y="76971"/>
                  <a:pt x="76061" y="67873"/>
                </a:cubicBezTo>
                <a:lnTo>
                  <a:pt x="29478" y="9189"/>
                </a:lnTo>
                <a:cubicBezTo>
                  <a:pt x="22199" y="91"/>
                  <a:pt x="14921" y="0"/>
                  <a:pt x="7550" y="8825"/>
                </a:cubicBezTo>
                <a:cubicBezTo>
                  <a:pt x="91" y="17741"/>
                  <a:pt x="0" y="26658"/>
                  <a:pt x="7278" y="35756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66" name="pdf-path-518">
            <a:extLst xmlns:a="http://schemas.openxmlformats.org/drawingml/2006/main">
              <a:ext uri="{FF2B5EF4-FFF2-40B4-BE49-F238E27FC236}">
                <a16:creationId xmlns:a16="http://schemas.microsoft.com/office/drawing/2014/main" id="{B41DEEE1-ABB7-409A-A6F2-D267785C3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753" y="3182098"/>
            <a:ext cx="102173" cy="68419"/>
          </a:xfrm>
          <a:custGeom xmlns:a="http://schemas.openxmlformats.org/drawingml/2006/main">
            <a:pathLst>
              <a:path w="102173" h="68419">
                <a:moveTo>
                  <a:pt x="80154" y="3639"/>
                </a:moveTo>
                <a:lnTo>
                  <a:pt x="13283" y="28023"/>
                </a:lnTo>
                <a:cubicBezTo>
                  <a:pt x="3457" y="31662"/>
                  <a:pt x="0" y="39578"/>
                  <a:pt x="2820" y="51769"/>
                </a:cubicBezTo>
                <a:cubicBezTo>
                  <a:pt x="5731" y="64052"/>
                  <a:pt x="12100" y="68419"/>
                  <a:pt x="21927" y="64780"/>
                </a:cubicBezTo>
                <a:lnTo>
                  <a:pt x="88798" y="40396"/>
                </a:lnTo>
                <a:cubicBezTo>
                  <a:pt x="98624" y="36757"/>
                  <a:pt x="102173" y="28841"/>
                  <a:pt x="99261" y="16559"/>
                </a:cubicBezTo>
                <a:cubicBezTo>
                  <a:pt x="96350" y="4367"/>
                  <a:pt x="89981" y="0"/>
                  <a:pt x="80154" y="3639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67" name="pdf-path-520">
            <a:extLst xmlns:a="http://schemas.openxmlformats.org/drawingml/2006/main">
              <a:ext uri="{FF2B5EF4-FFF2-40B4-BE49-F238E27FC236}">
                <a16:creationId xmlns:a16="http://schemas.microsoft.com/office/drawing/2014/main" id="{B3BD680C-EE05-4249-84FA-9861583C3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8104" y="3237779"/>
            <a:ext cx="31116" cy="78245"/>
          </a:xfrm>
          <a:custGeom xmlns:a="http://schemas.openxmlformats.org/drawingml/2006/main">
            <a:pathLst>
              <a:path w="31116" h="78245">
                <a:moveTo>
                  <a:pt x="30570" y="59230"/>
                </a:moveTo>
                <a:lnTo>
                  <a:pt x="31025" y="19470"/>
                </a:lnTo>
                <a:cubicBezTo>
                  <a:pt x="31116" y="6824"/>
                  <a:pt x="26111" y="364"/>
                  <a:pt x="15922" y="182"/>
                </a:cubicBezTo>
                <a:cubicBezTo>
                  <a:pt x="5822" y="0"/>
                  <a:pt x="637" y="6278"/>
                  <a:pt x="546" y="19015"/>
                </a:cubicBezTo>
                <a:lnTo>
                  <a:pt x="91" y="58775"/>
                </a:lnTo>
                <a:cubicBezTo>
                  <a:pt x="0" y="71421"/>
                  <a:pt x="5004" y="77881"/>
                  <a:pt x="15102" y="78063"/>
                </a:cubicBezTo>
                <a:cubicBezTo>
                  <a:pt x="25293" y="78245"/>
                  <a:pt x="30480" y="71967"/>
                  <a:pt x="30570" y="59230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68" name="pdf-path-522">
            <a:extLst xmlns:a="http://schemas.openxmlformats.org/drawingml/2006/main">
              <a:ext uri="{FF2B5EF4-FFF2-40B4-BE49-F238E27FC236}">
                <a16:creationId xmlns:a16="http://schemas.microsoft.com/office/drawing/2014/main" id="{455223D7-8597-4D2D-9210-DCDD3B589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015" y="2932441"/>
            <a:ext cx="37212" cy="112273"/>
          </a:xfrm>
          <a:custGeom xmlns:a="http://schemas.openxmlformats.org/drawingml/2006/main">
            <a:pathLst>
              <a:path w="37212" h="112273">
                <a:moveTo>
                  <a:pt x="31753" y="93712"/>
                </a:moveTo>
                <a:lnTo>
                  <a:pt x="36392" y="21654"/>
                </a:lnTo>
                <a:cubicBezTo>
                  <a:pt x="37212" y="8916"/>
                  <a:pt x="32480" y="2092"/>
                  <a:pt x="22200" y="1001"/>
                </a:cubicBezTo>
                <a:cubicBezTo>
                  <a:pt x="11919" y="0"/>
                  <a:pt x="6277" y="5823"/>
                  <a:pt x="5457" y="18560"/>
                </a:cubicBezTo>
                <a:lnTo>
                  <a:pt x="820" y="90618"/>
                </a:lnTo>
                <a:cubicBezTo>
                  <a:pt x="0" y="103356"/>
                  <a:pt x="4730" y="110180"/>
                  <a:pt x="15011" y="111181"/>
                </a:cubicBezTo>
                <a:cubicBezTo>
                  <a:pt x="25383" y="112273"/>
                  <a:pt x="30933" y="106450"/>
                  <a:pt x="31753" y="93712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69" name="pdf-path-524">
            <a:extLst xmlns:a="http://schemas.openxmlformats.org/drawingml/2006/main">
              <a:ext uri="{FF2B5EF4-FFF2-40B4-BE49-F238E27FC236}">
                <a16:creationId xmlns:a16="http://schemas.microsoft.com/office/drawing/2014/main" id="{DF667142-7B11-4E30-8278-F379D97C4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8933" y="3029156"/>
            <a:ext cx="74880" cy="58684"/>
          </a:xfrm>
          <a:custGeom xmlns:a="http://schemas.openxmlformats.org/drawingml/2006/main">
            <a:pathLst>
              <a:path w="74880" h="58684">
                <a:moveTo>
                  <a:pt x="61596" y="18742"/>
                </a:moveTo>
                <a:lnTo>
                  <a:pt x="22746" y="3821"/>
                </a:lnTo>
                <a:cubicBezTo>
                  <a:pt x="12829" y="0"/>
                  <a:pt x="6279" y="4094"/>
                  <a:pt x="3185" y="16104"/>
                </a:cubicBezTo>
                <a:cubicBezTo>
                  <a:pt x="0" y="28204"/>
                  <a:pt x="3368" y="36120"/>
                  <a:pt x="13285" y="39942"/>
                </a:cubicBezTo>
                <a:lnTo>
                  <a:pt x="52134" y="54862"/>
                </a:lnTo>
                <a:cubicBezTo>
                  <a:pt x="62051" y="58684"/>
                  <a:pt x="68602" y="54590"/>
                  <a:pt x="71696" y="42489"/>
                </a:cubicBezTo>
                <a:cubicBezTo>
                  <a:pt x="74880" y="30479"/>
                  <a:pt x="71512" y="22563"/>
                  <a:pt x="61596" y="18742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70" name="pdf-path-526">
            <a:extLst xmlns:a="http://schemas.openxmlformats.org/drawingml/2006/main">
              <a:ext uri="{FF2B5EF4-FFF2-40B4-BE49-F238E27FC236}">
                <a16:creationId xmlns:a16="http://schemas.microsoft.com/office/drawing/2014/main" id="{742FE044-6210-4B42-82A8-1551D427B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1811" y="3059453"/>
            <a:ext cx="51770" cy="53771"/>
          </a:xfrm>
          <a:custGeom xmlns:a="http://schemas.openxmlformats.org/drawingml/2006/main">
            <a:pathLst>
              <a:path w="51770" h="53771">
                <a:moveTo>
                  <a:pt x="39577" y="13193"/>
                </a:moveTo>
                <a:lnTo>
                  <a:pt x="24656" y="5186"/>
                </a:lnTo>
                <a:cubicBezTo>
                  <a:pt x="15193" y="0"/>
                  <a:pt x="8370" y="3276"/>
                  <a:pt x="4184" y="15103"/>
                </a:cubicBezTo>
                <a:cubicBezTo>
                  <a:pt x="0" y="26840"/>
                  <a:pt x="2639" y="35301"/>
                  <a:pt x="12191" y="40487"/>
                </a:cubicBezTo>
                <a:lnTo>
                  <a:pt x="27021" y="48585"/>
                </a:lnTo>
                <a:cubicBezTo>
                  <a:pt x="36575" y="53771"/>
                  <a:pt x="43400" y="50405"/>
                  <a:pt x="47584" y="38668"/>
                </a:cubicBezTo>
                <a:cubicBezTo>
                  <a:pt x="51770" y="26840"/>
                  <a:pt x="49040" y="18379"/>
                  <a:pt x="39577" y="13193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71" name="pdf-path-528">
            <a:extLst xmlns:a="http://schemas.openxmlformats.org/drawingml/2006/main">
              <a:ext uri="{FF2B5EF4-FFF2-40B4-BE49-F238E27FC236}">
                <a16:creationId xmlns:a16="http://schemas.microsoft.com/office/drawing/2014/main" id="{352B9F73-CACF-442F-9F84-A24CA1E85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2462" y="2994764"/>
            <a:ext cx="334089" cy="118005"/>
          </a:xfrm>
          <a:custGeom xmlns:a="http://schemas.openxmlformats.org/drawingml/2006/main">
            <a:pathLst>
              <a:path w="334089" h="118005">
                <a:moveTo>
                  <a:pt x="313709" y="2548"/>
                </a:moveTo>
                <a:lnTo>
                  <a:pt x="14103" y="78154"/>
                </a:lnTo>
                <a:cubicBezTo>
                  <a:pt x="4003" y="80793"/>
                  <a:pt x="0" y="88253"/>
                  <a:pt x="2093" y="100627"/>
                </a:cubicBezTo>
                <a:cubicBezTo>
                  <a:pt x="4186" y="113091"/>
                  <a:pt x="10281" y="118005"/>
                  <a:pt x="20381" y="115457"/>
                </a:cubicBezTo>
                <a:lnTo>
                  <a:pt x="319988" y="39759"/>
                </a:lnTo>
                <a:cubicBezTo>
                  <a:pt x="330086" y="37212"/>
                  <a:pt x="334089" y="29751"/>
                  <a:pt x="331996" y="17287"/>
                </a:cubicBezTo>
                <a:cubicBezTo>
                  <a:pt x="329905" y="4914"/>
                  <a:pt x="323808" y="0"/>
                  <a:pt x="313709" y="2548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72" name="pdf-path-530">
            <a:extLst xmlns:a="http://schemas.openxmlformats.org/drawingml/2006/main">
              <a:ext uri="{FF2B5EF4-FFF2-40B4-BE49-F238E27FC236}">
                <a16:creationId xmlns:a16="http://schemas.microsoft.com/office/drawing/2014/main" id="{A3EA13F4-55A2-49BE-9915-06E5CD969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0629" y="2905601"/>
            <a:ext cx="80610" cy="113728"/>
          </a:xfrm>
          <a:custGeom xmlns:a="http://schemas.openxmlformats.org/drawingml/2006/main">
            <a:pathLst>
              <a:path w="80610" h="113728">
                <a:moveTo>
                  <a:pt x="30752" y="102629"/>
                </a:moveTo>
                <a:lnTo>
                  <a:pt x="74151" y="34756"/>
                </a:lnTo>
                <a:cubicBezTo>
                  <a:pt x="80610" y="24656"/>
                  <a:pt x="79701" y="15740"/>
                  <a:pt x="71603" y="7824"/>
                </a:cubicBezTo>
                <a:cubicBezTo>
                  <a:pt x="63505" y="0"/>
                  <a:pt x="56227" y="1001"/>
                  <a:pt x="49767" y="11100"/>
                </a:cubicBezTo>
                <a:lnTo>
                  <a:pt x="6369" y="78973"/>
                </a:lnTo>
                <a:cubicBezTo>
                  <a:pt x="0" y="88981"/>
                  <a:pt x="818" y="97988"/>
                  <a:pt x="9006" y="105813"/>
                </a:cubicBezTo>
                <a:cubicBezTo>
                  <a:pt x="17104" y="113728"/>
                  <a:pt x="24384" y="112637"/>
                  <a:pt x="30752" y="102629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73" name="pdf-path-532">
            <a:extLst xmlns:a="http://schemas.openxmlformats.org/drawingml/2006/main">
              <a:ext uri="{FF2B5EF4-FFF2-40B4-BE49-F238E27FC236}">
                <a16:creationId xmlns:a16="http://schemas.microsoft.com/office/drawing/2014/main" id="{D77D2DE5-4B2F-4B53-948F-817379451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9642" y="3093389"/>
            <a:ext cx="77699" cy="110271"/>
          </a:xfrm>
          <a:custGeom xmlns:a="http://schemas.openxmlformats.org/drawingml/2006/main">
            <a:pathLst>
              <a:path w="77699" h="110271">
                <a:moveTo>
                  <a:pt x="6279" y="34573"/>
                </a:moveTo>
                <a:lnTo>
                  <a:pt x="47129" y="99171"/>
                </a:lnTo>
                <a:cubicBezTo>
                  <a:pt x="53407" y="109179"/>
                  <a:pt x="60595" y="110271"/>
                  <a:pt x="68692" y="102447"/>
                </a:cubicBezTo>
                <a:cubicBezTo>
                  <a:pt x="76790" y="94622"/>
                  <a:pt x="77699" y="85706"/>
                  <a:pt x="71331" y="75698"/>
                </a:cubicBezTo>
                <a:lnTo>
                  <a:pt x="30570" y="11100"/>
                </a:lnTo>
                <a:cubicBezTo>
                  <a:pt x="24201" y="1092"/>
                  <a:pt x="17013" y="0"/>
                  <a:pt x="8917" y="7824"/>
                </a:cubicBezTo>
                <a:cubicBezTo>
                  <a:pt x="820" y="15649"/>
                  <a:pt x="0" y="24565"/>
                  <a:pt x="6279" y="34573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74" name="pdf-path-534">
            <a:extLst xmlns:a="http://schemas.openxmlformats.org/drawingml/2006/main">
              <a:ext uri="{FF2B5EF4-FFF2-40B4-BE49-F238E27FC236}">
                <a16:creationId xmlns:a16="http://schemas.microsoft.com/office/drawing/2014/main" id="{5BA535BB-C2EE-4294-A048-38B353ACE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8244" y="3183007"/>
            <a:ext cx="101628" cy="73059"/>
          </a:xfrm>
          <a:custGeom xmlns:a="http://schemas.openxmlformats.org/drawingml/2006/main">
            <a:pathLst>
              <a:path w="101628" h="73059">
                <a:moveTo>
                  <a:pt x="78609" y="4185"/>
                </a:moveTo>
                <a:lnTo>
                  <a:pt x="12829" y="32754"/>
                </a:lnTo>
                <a:cubicBezTo>
                  <a:pt x="3094" y="36939"/>
                  <a:pt x="0" y="45036"/>
                  <a:pt x="3366" y="57137"/>
                </a:cubicBezTo>
                <a:cubicBezTo>
                  <a:pt x="6734" y="69148"/>
                  <a:pt x="13283" y="73059"/>
                  <a:pt x="23020" y="68874"/>
                </a:cubicBezTo>
                <a:lnTo>
                  <a:pt x="88709" y="40396"/>
                </a:lnTo>
                <a:cubicBezTo>
                  <a:pt x="98443" y="36211"/>
                  <a:pt x="101628" y="28023"/>
                  <a:pt x="98261" y="16013"/>
                </a:cubicBezTo>
                <a:cubicBezTo>
                  <a:pt x="94805" y="3912"/>
                  <a:pt x="88345" y="0"/>
                  <a:pt x="78609" y="4185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75" name="pdf-path-536">
            <a:extLst xmlns:a="http://schemas.openxmlformats.org/drawingml/2006/main">
              <a:ext uri="{FF2B5EF4-FFF2-40B4-BE49-F238E27FC236}">
                <a16:creationId xmlns:a16="http://schemas.microsoft.com/office/drawing/2014/main" id="{5A7810E2-908D-4C0B-8A23-231D8D0D2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9328" y="3238416"/>
            <a:ext cx="49950" cy="81156"/>
          </a:xfrm>
          <a:custGeom xmlns:a="http://schemas.openxmlformats.org/drawingml/2006/main">
            <a:pathLst>
              <a:path w="49950" h="81156">
                <a:moveTo>
                  <a:pt x="45763" y="51132"/>
                </a:moveTo>
                <a:lnTo>
                  <a:pt x="32663" y="14830"/>
                </a:lnTo>
                <a:cubicBezTo>
                  <a:pt x="28477" y="3275"/>
                  <a:pt x="21654" y="0"/>
                  <a:pt x="12191" y="5095"/>
                </a:cubicBezTo>
                <a:cubicBezTo>
                  <a:pt x="2639" y="10190"/>
                  <a:pt x="0" y="18560"/>
                  <a:pt x="4186" y="30115"/>
                </a:cubicBezTo>
                <a:lnTo>
                  <a:pt x="17197" y="66326"/>
                </a:lnTo>
                <a:cubicBezTo>
                  <a:pt x="21381" y="77972"/>
                  <a:pt x="28205" y="81156"/>
                  <a:pt x="37758" y="76153"/>
                </a:cubicBezTo>
                <a:cubicBezTo>
                  <a:pt x="47219" y="71057"/>
                  <a:pt x="49950" y="62687"/>
                  <a:pt x="45763" y="51132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76" name="pdf-path-538">
            <a:extLst xmlns:a="http://schemas.openxmlformats.org/drawingml/2006/main">
              <a:ext uri="{FF2B5EF4-FFF2-40B4-BE49-F238E27FC236}">
                <a16:creationId xmlns:a16="http://schemas.microsoft.com/office/drawing/2014/main" id="{597E5E87-665E-4D1E-8DD3-EDE9F9397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522" y="3011050"/>
            <a:ext cx="47676" cy="113455"/>
          </a:xfrm>
          <a:custGeom xmlns:a="http://schemas.openxmlformats.org/drawingml/2006/main">
            <a:pathLst>
              <a:path w="47676" h="113455">
                <a:moveTo>
                  <a:pt x="32937" y="96169"/>
                </a:moveTo>
                <a:lnTo>
                  <a:pt x="45493" y="25475"/>
                </a:lnTo>
                <a:cubicBezTo>
                  <a:pt x="47676" y="13010"/>
                  <a:pt x="43672" y="5459"/>
                  <a:pt x="33481" y="2729"/>
                </a:cubicBezTo>
                <a:cubicBezTo>
                  <a:pt x="23200" y="0"/>
                  <a:pt x="17013" y="4913"/>
                  <a:pt x="14739" y="17378"/>
                </a:cubicBezTo>
                <a:lnTo>
                  <a:pt x="2184" y="88071"/>
                </a:lnTo>
                <a:cubicBezTo>
                  <a:pt x="0" y="100536"/>
                  <a:pt x="4003" y="108088"/>
                  <a:pt x="14193" y="110817"/>
                </a:cubicBezTo>
                <a:cubicBezTo>
                  <a:pt x="24475" y="113455"/>
                  <a:pt x="30661" y="108633"/>
                  <a:pt x="32937" y="96169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77" name="pdf-path-540">
            <a:extLst xmlns:a="http://schemas.openxmlformats.org/drawingml/2006/main">
              <a:ext uri="{FF2B5EF4-FFF2-40B4-BE49-F238E27FC236}">
                <a16:creationId xmlns:a16="http://schemas.microsoft.com/office/drawing/2014/main" id="{6E1B4E5A-5BBC-4C59-9934-CA6D74BA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1804" y="3108492"/>
            <a:ext cx="74151" cy="65508"/>
          </a:xfrm>
          <a:custGeom xmlns:a="http://schemas.openxmlformats.org/drawingml/2006/main">
            <a:pathLst>
              <a:path w="74151" h="65508">
                <a:moveTo>
                  <a:pt x="62049" y="25566"/>
                </a:moveTo>
                <a:lnTo>
                  <a:pt x="24837" y="5186"/>
                </a:lnTo>
                <a:cubicBezTo>
                  <a:pt x="15376" y="0"/>
                  <a:pt x="8462" y="3275"/>
                  <a:pt x="4276" y="14830"/>
                </a:cubicBezTo>
                <a:cubicBezTo>
                  <a:pt x="0" y="26476"/>
                  <a:pt x="2639" y="34847"/>
                  <a:pt x="12100" y="40033"/>
                </a:cubicBezTo>
                <a:lnTo>
                  <a:pt x="49312" y="60322"/>
                </a:lnTo>
                <a:cubicBezTo>
                  <a:pt x="58774" y="65508"/>
                  <a:pt x="65689" y="62324"/>
                  <a:pt x="69965" y="50678"/>
                </a:cubicBezTo>
                <a:cubicBezTo>
                  <a:pt x="74151" y="39123"/>
                  <a:pt x="71603" y="30752"/>
                  <a:pt x="62049" y="25566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78" name="pdf-path-542">
            <a:extLst xmlns:a="http://schemas.openxmlformats.org/drawingml/2006/main">
              <a:ext uri="{FF2B5EF4-FFF2-40B4-BE49-F238E27FC236}">
                <a16:creationId xmlns:a16="http://schemas.microsoft.com/office/drawing/2014/main" id="{B37E1B11-D436-40F7-8FB6-C3A089AB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137" y="3142702"/>
            <a:ext cx="49586" cy="42762"/>
          </a:xfrm>
          <a:custGeom xmlns:a="http://schemas.openxmlformats.org/drawingml/2006/main">
            <a:pathLst>
              <a:path w="49586" h="42762">
                <a:moveTo>
                  <a:pt x="34756" y="3912"/>
                </a:moveTo>
                <a:lnTo>
                  <a:pt x="18651" y="1547"/>
                </a:lnTo>
                <a:cubicBezTo>
                  <a:pt x="8370" y="0"/>
                  <a:pt x="2546" y="5459"/>
                  <a:pt x="1273" y="17924"/>
                </a:cubicBezTo>
                <a:cubicBezTo>
                  <a:pt x="0" y="30297"/>
                  <a:pt x="4550" y="37303"/>
                  <a:pt x="14830" y="38850"/>
                </a:cubicBezTo>
                <a:lnTo>
                  <a:pt x="30933" y="41216"/>
                </a:lnTo>
                <a:cubicBezTo>
                  <a:pt x="41307" y="42762"/>
                  <a:pt x="47038" y="37303"/>
                  <a:pt x="48311" y="24838"/>
                </a:cubicBezTo>
                <a:cubicBezTo>
                  <a:pt x="49586" y="12465"/>
                  <a:pt x="45037" y="5459"/>
                  <a:pt x="34756" y="3912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79" name="pdf-path-544">
            <a:extLst xmlns:a="http://schemas.openxmlformats.org/drawingml/2006/main">
              <a:ext uri="{FF2B5EF4-FFF2-40B4-BE49-F238E27FC236}">
                <a16:creationId xmlns:a16="http://schemas.microsoft.com/office/drawing/2014/main" id="{42BDEF62-AD3D-4C96-A1B3-A5A47A95E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3189" y="3028337"/>
            <a:ext cx="336728" cy="79610"/>
          </a:xfrm>
          <a:custGeom xmlns:a="http://schemas.openxmlformats.org/drawingml/2006/main">
            <a:pathLst>
              <a:path w="336728" h="79610">
                <a:moveTo>
                  <a:pt x="318622" y="1274"/>
                </a:moveTo>
                <a:lnTo>
                  <a:pt x="14832" y="40396"/>
                </a:lnTo>
                <a:cubicBezTo>
                  <a:pt x="4550" y="41762"/>
                  <a:pt x="0" y="48676"/>
                  <a:pt x="1001" y="61322"/>
                </a:cubicBezTo>
                <a:cubicBezTo>
                  <a:pt x="2093" y="73969"/>
                  <a:pt x="7733" y="79610"/>
                  <a:pt x="18015" y="78336"/>
                </a:cubicBezTo>
                <a:lnTo>
                  <a:pt x="321898" y="39213"/>
                </a:lnTo>
                <a:cubicBezTo>
                  <a:pt x="332088" y="37849"/>
                  <a:pt x="336728" y="30843"/>
                  <a:pt x="335636" y="18288"/>
                </a:cubicBezTo>
                <a:cubicBezTo>
                  <a:pt x="334544" y="5641"/>
                  <a:pt x="328904" y="0"/>
                  <a:pt x="318622" y="1274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80" name="pdf-path-546">
            <a:extLst xmlns:a="http://schemas.openxmlformats.org/drawingml/2006/main">
              <a:ext uri="{FF2B5EF4-FFF2-40B4-BE49-F238E27FC236}">
                <a16:creationId xmlns:a16="http://schemas.microsoft.com/office/drawing/2014/main" id="{54F4E63C-A24A-4DAC-A695-ADA848C47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6452" y="2947362"/>
            <a:ext cx="84886" cy="107269"/>
          </a:xfrm>
          <a:custGeom xmlns:a="http://schemas.openxmlformats.org/drawingml/2006/main">
            <a:pathLst>
              <a:path w="84886" h="107269">
                <a:moveTo>
                  <a:pt x="29386" y="97897"/>
                </a:moveTo>
                <a:lnTo>
                  <a:pt x="77789" y="35756"/>
                </a:lnTo>
                <a:cubicBezTo>
                  <a:pt x="84886" y="26658"/>
                  <a:pt x="84703" y="17651"/>
                  <a:pt x="77334" y="8825"/>
                </a:cubicBezTo>
                <a:cubicBezTo>
                  <a:pt x="69873" y="0"/>
                  <a:pt x="62595" y="182"/>
                  <a:pt x="55498" y="9371"/>
                </a:cubicBezTo>
                <a:lnTo>
                  <a:pt x="7095" y="71512"/>
                </a:lnTo>
                <a:cubicBezTo>
                  <a:pt x="0" y="80611"/>
                  <a:pt x="91" y="89618"/>
                  <a:pt x="7550" y="98443"/>
                </a:cubicBezTo>
                <a:cubicBezTo>
                  <a:pt x="14921" y="107269"/>
                  <a:pt x="22199" y="107086"/>
                  <a:pt x="29386" y="97897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81" name="pdf-path-548">
            <a:extLst xmlns:a="http://schemas.openxmlformats.org/drawingml/2006/main">
              <a:ext uri="{FF2B5EF4-FFF2-40B4-BE49-F238E27FC236}">
                <a16:creationId xmlns:a16="http://schemas.microsoft.com/office/drawing/2014/main" id="{E033B8F3-E9E4-4AF5-A28D-D2C53DC19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1097" y="3086111"/>
            <a:ext cx="83976" cy="101992"/>
          </a:xfrm>
          <a:custGeom xmlns:a="http://schemas.openxmlformats.org/drawingml/2006/main">
            <a:pathLst>
              <a:path w="83976" h="101992">
                <a:moveTo>
                  <a:pt x="7459" y="35938"/>
                </a:moveTo>
                <a:lnTo>
                  <a:pt x="54952" y="93166"/>
                </a:lnTo>
                <a:cubicBezTo>
                  <a:pt x="62323" y="101992"/>
                  <a:pt x="69601" y="101900"/>
                  <a:pt x="76788" y="92802"/>
                </a:cubicBezTo>
                <a:cubicBezTo>
                  <a:pt x="83976" y="83795"/>
                  <a:pt x="83885" y="74787"/>
                  <a:pt x="76515" y="65962"/>
                </a:cubicBezTo>
                <a:lnTo>
                  <a:pt x="29023" y="8825"/>
                </a:lnTo>
                <a:cubicBezTo>
                  <a:pt x="21653" y="0"/>
                  <a:pt x="14375" y="91"/>
                  <a:pt x="7186" y="9098"/>
                </a:cubicBezTo>
                <a:cubicBezTo>
                  <a:pt x="0" y="18196"/>
                  <a:pt x="91" y="27113"/>
                  <a:pt x="7459" y="35938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82" name="pdf-path-550">
            <a:extLst xmlns:a="http://schemas.openxmlformats.org/drawingml/2006/main">
              <a:ext uri="{FF2B5EF4-FFF2-40B4-BE49-F238E27FC236}">
                <a16:creationId xmlns:a16="http://schemas.microsoft.com/office/drawing/2014/main" id="{5DD3EB41-6127-4C07-B359-3232D298A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6158" y="3167995"/>
            <a:ext cx="103448" cy="65781"/>
          </a:xfrm>
          <a:custGeom xmlns:a="http://schemas.openxmlformats.org/drawingml/2006/main">
            <a:pathLst>
              <a:path w="103448" h="65781">
                <a:moveTo>
                  <a:pt x="81522" y="3275"/>
                </a:moveTo>
                <a:lnTo>
                  <a:pt x="13647" y="26021"/>
                </a:lnTo>
                <a:cubicBezTo>
                  <a:pt x="3640" y="29387"/>
                  <a:pt x="0" y="37121"/>
                  <a:pt x="2822" y="49221"/>
                </a:cubicBezTo>
                <a:cubicBezTo>
                  <a:pt x="5551" y="61413"/>
                  <a:pt x="11919" y="65781"/>
                  <a:pt x="21928" y="62414"/>
                </a:cubicBezTo>
                <a:lnTo>
                  <a:pt x="89801" y="39668"/>
                </a:lnTo>
                <a:cubicBezTo>
                  <a:pt x="99810" y="36302"/>
                  <a:pt x="103448" y="28568"/>
                  <a:pt x="100628" y="16468"/>
                </a:cubicBezTo>
                <a:cubicBezTo>
                  <a:pt x="97899" y="4367"/>
                  <a:pt x="91529" y="0"/>
                  <a:pt x="81522" y="3275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83" name="pdf-path-552">
            <a:extLst xmlns:a="http://schemas.openxmlformats.org/drawingml/2006/main">
              <a:ext uri="{FF2B5EF4-FFF2-40B4-BE49-F238E27FC236}">
                <a16:creationId xmlns:a16="http://schemas.microsoft.com/office/drawing/2014/main" id="{700BF469-2274-4CC7-AD88-0596FC6DA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1502" y="3218763"/>
            <a:ext cx="40124" cy="81157"/>
          </a:xfrm>
          <a:custGeom xmlns:a="http://schemas.openxmlformats.org/drawingml/2006/main">
            <a:pathLst>
              <a:path w="40124" h="81157">
                <a:moveTo>
                  <a:pt x="32391" y="63597"/>
                </a:moveTo>
                <a:lnTo>
                  <a:pt x="38303" y="24474"/>
                </a:lnTo>
                <a:cubicBezTo>
                  <a:pt x="40124" y="11919"/>
                  <a:pt x="36029" y="4549"/>
                  <a:pt x="25839" y="2275"/>
                </a:cubicBezTo>
                <a:cubicBezTo>
                  <a:pt x="15650" y="0"/>
                  <a:pt x="9645" y="5095"/>
                  <a:pt x="7733" y="17560"/>
                </a:cubicBezTo>
                <a:lnTo>
                  <a:pt x="1912" y="56683"/>
                </a:lnTo>
                <a:cubicBezTo>
                  <a:pt x="0" y="69147"/>
                  <a:pt x="4186" y="76608"/>
                  <a:pt x="14376" y="78883"/>
                </a:cubicBezTo>
                <a:cubicBezTo>
                  <a:pt x="24475" y="81157"/>
                  <a:pt x="30570" y="76062"/>
                  <a:pt x="32391" y="63597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84" name="pdf-path-554">
            <a:extLst xmlns:a="http://schemas.openxmlformats.org/drawingml/2006/main">
              <a:ext uri="{FF2B5EF4-FFF2-40B4-BE49-F238E27FC236}">
                <a16:creationId xmlns:a16="http://schemas.microsoft.com/office/drawing/2014/main" id="{03704E27-2D7C-485F-B27C-5A389F378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2333" y="3044168"/>
            <a:ext cx="57774" cy="111090"/>
          </a:xfrm>
          <a:custGeom xmlns:a="http://schemas.openxmlformats.org/drawingml/2006/main">
            <a:pathLst>
              <a:path w="57774" h="111090">
                <a:moveTo>
                  <a:pt x="32480" y="95896"/>
                </a:moveTo>
                <a:lnTo>
                  <a:pt x="54044" y="29297"/>
                </a:lnTo>
                <a:cubicBezTo>
                  <a:pt x="57774" y="17559"/>
                  <a:pt x="54952" y="9371"/>
                  <a:pt x="45400" y="4731"/>
                </a:cubicBezTo>
                <a:cubicBezTo>
                  <a:pt x="35848" y="0"/>
                  <a:pt x="29114" y="3548"/>
                  <a:pt x="25293" y="15285"/>
                </a:cubicBezTo>
                <a:lnTo>
                  <a:pt x="3731" y="81885"/>
                </a:lnTo>
                <a:cubicBezTo>
                  <a:pt x="0" y="93622"/>
                  <a:pt x="2820" y="101810"/>
                  <a:pt x="12374" y="106450"/>
                </a:cubicBezTo>
                <a:cubicBezTo>
                  <a:pt x="22017" y="111090"/>
                  <a:pt x="28659" y="107542"/>
                  <a:pt x="32480" y="95896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85" name="pdf-path-556">
            <a:extLst xmlns:a="http://schemas.openxmlformats.org/drawingml/2006/main">
              <a:ext uri="{FF2B5EF4-FFF2-40B4-BE49-F238E27FC236}">
                <a16:creationId xmlns:a16="http://schemas.microsoft.com/office/drawing/2014/main" id="{70A7E3D5-2605-49A2-9926-90B50E863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34" y="3149980"/>
            <a:ext cx="53224" cy="89982"/>
          </a:xfrm>
          <a:custGeom xmlns:a="http://schemas.openxmlformats.org/drawingml/2006/main">
            <a:pathLst>
              <a:path w="53224" h="89982">
                <a:moveTo>
                  <a:pt x="49040" y="59958"/>
                </a:moveTo>
                <a:lnTo>
                  <a:pt x="32663" y="14830"/>
                </a:lnTo>
                <a:cubicBezTo>
                  <a:pt x="28477" y="3276"/>
                  <a:pt x="21654" y="0"/>
                  <a:pt x="12191" y="5095"/>
                </a:cubicBezTo>
                <a:cubicBezTo>
                  <a:pt x="2637" y="10190"/>
                  <a:pt x="0" y="18470"/>
                  <a:pt x="4184" y="30024"/>
                </a:cubicBezTo>
                <a:lnTo>
                  <a:pt x="20563" y="75152"/>
                </a:lnTo>
                <a:cubicBezTo>
                  <a:pt x="24747" y="86707"/>
                  <a:pt x="31571" y="89982"/>
                  <a:pt x="41033" y="84887"/>
                </a:cubicBezTo>
                <a:cubicBezTo>
                  <a:pt x="50585" y="79792"/>
                  <a:pt x="53224" y="71513"/>
                  <a:pt x="49040" y="59958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86" name="pdf-path-558">
            <a:extLst xmlns:a="http://schemas.openxmlformats.org/drawingml/2006/main">
              <a:ext uri="{FF2B5EF4-FFF2-40B4-BE49-F238E27FC236}">
                <a16:creationId xmlns:a16="http://schemas.microsoft.com/office/drawing/2014/main" id="{0A06AE85-6839-4CF3-ACDC-46FAC6DDC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728" y="3229864"/>
            <a:ext cx="49677" cy="57865"/>
          </a:xfrm>
          <a:custGeom xmlns:a="http://schemas.openxmlformats.org/drawingml/2006/main">
            <a:pathLst>
              <a:path w="49677" h="57865">
                <a:moveTo>
                  <a:pt x="41033" y="20653"/>
                </a:moveTo>
                <a:lnTo>
                  <a:pt x="28477" y="8098"/>
                </a:lnTo>
                <a:cubicBezTo>
                  <a:pt x="20472" y="0"/>
                  <a:pt x="13192" y="818"/>
                  <a:pt x="6551" y="10554"/>
                </a:cubicBezTo>
                <a:cubicBezTo>
                  <a:pt x="0" y="20289"/>
                  <a:pt x="637" y="29205"/>
                  <a:pt x="8644" y="37212"/>
                </a:cubicBezTo>
                <a:lnTo>
                  <a:pt x="21199" y="49858"/>
                </a:lnTo>
                <a:cubicBezTo>
                  <a:pt x="29114" y="57865"/>
                  <a:pt x="36484" y="57046"/>
                  <a:pt x="43035" y="47311"/>
                </a:cubicBezTo>
                <a:cubicBezTo>
                  <a:pt x="49677" y="37576"/>
                  <a:pt x="49040" y="28750"/>
                  <a:pt x="41033" y="20653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87" name="pdf-path-560">
            <a:extLst xmlns:a="http://schemas.openxmlformats.org/drawingml/2006/main">
              <a:ext uri="{FF2B5EF4-FFF2-40B4-BE49-F238E27FC236}">
                <a16:creationId xmlns:a16="http://schemas.microsoft.com/office/drawing/2014/main" id="{0C0791BE-4BFD-4084-BD59-03E273A71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2011" y="3005955"/>
            <a:ext cx="3529679" cy="93621"/>
          </a:xfrm>
          <a:custGeom xmlns:a="http://schemas.openxmlformats.org/drawingml/2006/main">
            <a:pathLst>
              <a:path w="3529679" h="93621">
                <a:moveTo>
                  <a:pt x="0" y="23928"/>
                </a:moveTo>
                <a:lnTo>
                  <a:pt x="19471" y="36393"/>
                </a:lnTo>
                <a:lnTo>
                  <a:pt x="40761" y="53679"/>
                </a:lnTo>
                <a:lnTo>
                  <a:pt x="61596" y="81975"/>
                </a:lnTo>
                <a:lnTo>
                  <a:pt x="88981" y="88435"/>
                </a:lnTo>
                <a:lnTo>
                  <a:pt x="114729" y="58411"/>
                </a:lnTo>
                <a:lnTo>
                  <a:pt x="141023" y="36666"/>
                </a:lnTo>
                <a:lnTo>
                  <a:pt x="169137" y="24474"/>
                </a:lnTo>
                <a:lnTo>
                  <a:pt x="192156" y="22200"/>
                </a:lnTo>
                <a:lnTo>
                  <a:pt x="214537" y="31480"/>
                </a:lnTo>
                <a:lnTo>
                  <a:pt x="240559" y="36302"/>
                </a:lnTo>
                <a:lnTo>
                  <a:pt x="264307" y="45855"/>
                </a:lnTo>
                <a:lnTo>
                  <a:pt x="287234" y="56045"/>
                </a:lnTo>
                <a:lnTo>
                  <a:pt x="311435" y="76971"/>
                </a:lnTo>
                <a:lnTo>
                  <a:pt x="335455" y="87889"/>
                </a:lnTo>
                <a:lnTo>
                  <a:pt x="355471" y="64234"/>
                </a:lnTo>
                <a:lnTo>
                  <a:pt x="377851" y="47675"/>
                </a:lnTo>
                <a:lnTo>
                  <a:pt x="402235" y="38485"/>
                </a:lnTo>
                <a:lnTo>
                  <a:pt x="420433" y="29842"/>
                </a:lnTo>
                <a:lnTo>
                  <a:pt x="438083" y="31844"/>
                </a:lnTo>
                <a:lnTo>
                  <a:pt x="477478" y="53043"/>
                </a:lnTo>
                <a:lnTo>
                  <a:pt x="495765" y="68873"/>
                </a:lnTo>
                <a:lnTo>
                  <a:pt x="518693" y="92802"/>
                </a:lnTo>
                <a:lnTo>
                  <a:pt x="545079" y="57501"/>
                </a:lnTo>
                <a:lnTo>
                  <a:pt x="570555" y="28659"/>
                </a:lnTo>
                <a:lnTo>
                  <a:pt x="597576" y="10190"/>
                </a:lnTo>
                <a:lnTo>
                  <a:pt x="622778" y="1273"/>
                </a:lnTo>
                <a:lnTo>
                  <a:pt x="669997" y="5731"/>
                </a:lnTo>
                <a:lnTo>
                  <a:pt x="694290" y="10008"/>
                </a:lnTo>
                <a:lnTo>
                  <a:pt x="717490" y="20926"/>
                </a:lnTo>
                <a:lnTo>
                  <a:pt x="739783" y="36211"/>
                </a:lnTo>
                <a:lnTo>
                  <a:pt x="762437" y="61140"/>
                </a:lnTo>
                <a:lnTo>
                  <a:pt x="789915" y="93166"/>
                </a:lnTo>
                <a:lnTo>
                  <a:pt x="836588" y="38668"/>
                </a:lnTo>
                <a:lnTo>
                  <a:pt x="857696" y="24019"/>
                </a:lnTo>
                <a:lnTo>
                  <a:pt x="900639" y="14375"/>
                </a:lnTo>
                <a:lnTo>
                  <a:pt x="921383" y="17559"/>
                </a:lnTo>
                <a:lnTo>
                  <a:pt x="941036" y="23382"/>
                </a:lnTo>
                <a:lnTo>
                  <a:pt x="959233" y="35665"/>
                </a:lnTo>
                <a:lnTo>
                  <a:pt x="979067" y="55681"/>
                </a:lnTo>
                <a:lnTo>
                  <a:pt x="998719" y="79064"/>
                </a:lnTo>
                <a:lnTo>
                  <a:pt x="1024104" y="82521"/>
                </a:lnTo>
                <a:lnTo>
                  <a:pt x="1048851" y="55408"/>
                </a:lnTo>
                <a:lnTo>
                  <a:pt x="1074418" y="36211"/>
                </a:lnTo>
                <a:lnTo>
                  <a:pt x="1101167" y="25657"/>
                </a:lnTo>
                <a:lnTo>
                  <a:pt x="1123458" y="25475"/>
                </a:lnTo>
                <a:lnTo>
                  <a:pt x="1144838" y="26476"/>
                </a:lnTo>
                <a:lnTo>
                  <a:pt x="1168675" y="32572"/>
                </a:lnTo>
                <a:lnTo>
                  <a:pt x="1190601" y="41943"/>
                </a:lnTo>
                <a:lnTo>
                  <a:pt x="1211255" y="57319"/>
                </a:lnTo>
                <a:lnTo>
                  <a:pt x="1233181" y="78609"/>
                </a:lnTo>
                <a:lnTo>
                  <a:pt x="1260021" y="92074"/>
                </a:lnTo>
                <a:lnTo>
                  <a:pt x="1279765" y="60139"/>
                </a:lnTo>
                <a:lnTo>
                  <a:pt x="1299871" y="35665"/>
                </a:lnTo>
                <a:lnTo>
                  <a:pt x="1321254" y="20471"/>
                </a:lnTo>
                <a:lnTo>
                  <a:pt x="1339631" y="11373"/>
                </a:lnTo>
                <a:lnTo>
                  <a:pt x="1357192" y="6004"/>
                </a:lnTo>
                <a:lnTo>
                  <a:pt x="1393312" y="13102"/>
                </a:lnTo>
                <a:lnTo>
                  <a:pt x="1408597" y="23473"/>
                </a:lnTo>
                <a:lnTo>
                  <a:pt x="1425429" y="42489"/>
                </a:lnTo>
                <a:lnTo>
                  <a:pt x="1442715" y="66781"/>
                </a:lnTo>
                <a:lnTo>
                  <a:pt x="1464279" y="81793"/>
                </a:lnTo>
                <a:lnTo>
                  <a:pt x="1483476" y="62050"/>
                </a:lnTo>
                <a:lnTo>
                  <a:pt x="1504492" y="50040"/>
                </a:lnTo>
                <a:lnTo>
                  <a:pt x="1528058" y="45582"/>
                </a:lnTo>
                <a:lnTo>
                  <a:pt x="1545525" y="51678"/>
                </a:lnTo>
                <a:lnTo>
                  <a:pt x="1561720" y="66144"/>
                </a:lnTo>
                <a:lnTo>
                  <a:pt x="1580373" y="76789"/>
                </a:lnTo>
                <a:lnTo>
                  <a:pt x="1598205" y="93621"/>
                </a:lnTo>
                <a:lnTo>
                  <a:pt x="1619132" y="88981"/>
                </a:lnTo>
                <a:lnTo>
                  <a:pt x="1641057" y="53043"/>
                </a:lnTo>
                <a:lnTo>
                  <a:pt x="1664349" y="25839"/>
                </a:lnTo>
                <a:lnTo>
                  <a:pt x="1688187" y="7460"/>
                </a:lnTo>
                <a:lnTo>
                  <a:pt x="1708202" y="0"/>
                </a:lnTo>
                <a:lnTo>
                  <a:pt x="1727399" y="3821"/>
                </a:lnTo>
                <a:lnTo>
                  <a:pt x="1748782" y="3821"/>
                </a:lnTo>
                <a:lnTo>
                  <a:pt x="1769707" y="9007"/>
                </a:lnTo>
                <a:lnTo>
                  <a:pt x="1787996" y="18105"/>
                </a:lnTo>
                <a:lnTo>
                  <a:pt x="1806465" y="33573"/>
                </a:lnTo>
                <a:lnTo>
                  <a:pt x="1826845" y="57956"/>
                </a:lnTo>
                <a:lnTo>
                  <a:pt x="1850318" y="87525"/>
                </a:lnTo>
                <a:lnTo>
                  <a:pt x="1900722" y="33845"/>
                </a:lnTo>
                <a:lnTo>
                  <a:pt x="1924742" y="19470"/>
                </a:lnTo>
                <a:lnTo>
                  <a:pt x="1948854" y="13738"/>
                </a:lnTo>
                <a:lnTo>
                  <a:pt x="1971689" y="18833"/>
                </a:lnTo>
                <a:lnTo>
                  <a:pt x="1994889" y="34482"/>
                </a:lnTo>
                <a:lnTo>
                  <a:pt x="2016817" y="39941"/>
                </a:lnTo>
                <a:lnTo>
                  <a:pt x="2038379" y="54771"/>
                </a:lnTo>
                <a:lnTo>
                  <a:pt x="2059852" y="79064"/>
                </a:lnTo>
                <a:lnTo>
                  <a:pt x="2084599" y="91073"/>
                </a:lnTo>
                <a:lnTo>
                  <a:pt x="2102432" y="57592"/>
                </a:lnTo>
                <a:lnTo>
                  <a:pt x="2120537" y="31480"/>
                </a:lnTo>
                <a:lnTo>
                  <a:pt x="2138917" y="14557"/>
                </a:lnTo>
                <a:lnTo>
                  <a:pt x="2155110" y="8916"/>
                </a:lnTo>
                <a:lnTo>
                  <a:pt x="2170851" y="1638"/>
                </a:lnTo>
                <a:lnTo>
                  <a:pt x="2187683" y="3366"/>
                </a:lnTo>
                <a:lnTo>
                  <a:pt x="2204060" y="8825"/>
                </a:lnTo>
                <a:lnTo>
                  <a:pt x="2218434" y="18014"/>
                </a:lnTo>
                <a:lnTo>
                  <a:pt x="2232628" y="32026"/>
                </a:lnTo>
                <a:lnTo>
                  <a:pt x="2248733" y="53679"/>
                </a:lnTo>
                <a:lnTo>
                  <a:pt x="2269112" y="83158"/>
                </a:lnTo>
                <a:lnTo>
                  <a:pt x="2296862" y="65144"/>
                </a:lnTo>
                <a:lnTo>
                  <a:pt x="2321792" y="39122"/>
                </a:lnTo>
                <a:lnTo>
                  <a:pt x="2348267" y="22927"/>
                </a:lnTo>
                <a:lnTo>
                  <a:pt x="2375471" y="12919"/>
                </a:lnTo>
                <a:lnTo>
                  <a:pt x="2402766" y="7096"/>
                </a:lnTo>
                <a:lnTo>
                  <a:pt x="2428969" y="6187"/>
                </a:lnTo>
                <a:lnTo>
                  <a:pt x="2453261" y="11463"/>
                </a:lnTo>
                <a:lnTo>
                  <a:pt x="2476827" y="22472"/>
                </a:lnTo>
                <a:lnTo>
                  <a:pt x="2499843" y="38212"/>
                </a:lnTo>
                <a:lnTo>
                  <a:pt x="2524683" y="60776"/>
                </a:lnTo>
                <a:lnTo>
                  <a:pt x="2551796" y="86524"/>
                </a:lnTo>
                <a:lnTo>
                  <a:pt x="2578271" y="68783"/>
                </a:lnTo>
                <a:lnTo>
                  <a:pt x="2599742" y="38940"/>
                </a:lnTo>
                <a:lnTo>
                  <a:pt x="2621488" y="18833"/>
                </a:lnTo>
                <a:lnTo>
                  <a:pt x="2645416" y="9553"/>
                </a:lnTo>
                <a:lnTo>
                  <a:pt x="2667708" y="5004"/>
                </a:lnTo>
                <a:lnTo>
                  <a:pt x="2688816" y="1910"/>
                </a:lnTo>
                <a:lnTo>
                  <a:pt x="2710104" y="8370"/>
                </a:lnTo>
                <a:lnTo>
                  <a:pt x="2731032" y="18378"/>
                </a:lnTo>
                <a:lnTo>
                  <a:pt x="2750138" y="33299"/>
                </a:lnTo>
                <a:lnTo>
                  <a:pt x="2769700" y="53679"/>
                </a:lnTo>
                <a:lnTo>
                  <a:pt x="2791535" y="83886"/>
                </a:lnTo>
                <a:lnTo>
                  <a:pt x="2817374" y="79155"/>
                </a:lnTo>
                <a:lnTo>
                  <a:pt x="2839665" y="55590"/>
                </a:lnTo>
                <a:lnTo>
                  <a:pt x="2862683" y="40396"/>
                </a:lnTo>
                <a:lnTo>
                  <a:pt x="2887158" y="31753"/>
                </a:lnTo>
                <a:lnTo>
                  <a:pt x="2907447" y="25839"/>
                </a:lnTo>
                <a:lnTo>
                  <a:pt x="2927281" y="30479"/>
                </a:lnTo>
                <a:lnTo>
                  <a:pt x="2947934" y="36393"/>
                </a:lnTo>
                <a:lnTo>
                  <a:pt x="2967951" y="47947"/>
                </a:lnTo>
                <a:lnTo>
                  <a:pt x="2988149" y="66872"/>
                </a:lnTo>
                <a:lnTo>
                  <a:pt x="3010895" y="89436"/>
                </a:lnTo>
                <a:lnTo>
                  <a:pt x="3036734" y="59139"/>
                </a:lnTo>
                <a:lnTo>
                  <a:pt x="3063483" y="35210"/>
                </a:lnTo>
                <a:lnTo>
                  <a:pt x="3091869" y="21017"/>
                </a:lnTo>
                <a:lnTo>
                  <a:pt x="3116253" y="16104"/>
                </a:lnTo>
                <a:lnTo>
                  <a:pt x="3163017" y="29569"/>
                </a:lnTo>
                <a:lnTo>
                  <a:pt x="3186946" y="37939"/>
                </a:lnTo>
                <a:lnTo>
                  <a:pt x="3209056" y="52861"/>
                </a:lnTo>
                <a:lnTo>
                  <a:pt x="3231893" y="74150"/>
                </a:lnTo>
                <a:lnTo>
                  <a:pt x="3260733" y="89436"/>
                </a:lnTo>
                <a:lnTo>
                  <a:pt x="3287301" y="62414"/>
                </a:lnTo>
                <a:lnTo>
                  <a:pt x="3314414" y="42580"/>
                </a:lnTo>
                <a:lnTo>
                  <a:pt x="3342436" y="32207"/>
                </a:lnTo>
                <a:lnTo>
                  <a:pt x="3367185" y="24656"/>
                </a:lnTo>
                <a:lnTo>
                  <a:pt x="3389748" y="23109"/>
                </a:lnTo>
                <a:lnTo>
                  <a:pt x="3414221" y="31389"/>
                </a:lnTo>
                <a:lnTo>
                  <a:pt x="3437696" y="43217"/>
                </a:lnTo>
                <a:lnTo>
                  <a:pt x="3459258" y="58411"/>
                </a:lnTo>
                <a:lnTo>
                  <a:pt x="3482276" y="77335"/>
                </a:lnTo>
                <a:lnTo>
                  <a:pt x="3509481" y="91710"/>
                </a:lnTo>
                <a:lnTo>
                  <a:pt x="3529679" y="62960"/>
                </a:lnTo>
              </a:path>
            </a:pathLst>
          </a:custGeom>
          <a:noFill xmlns:a="http://schemas.openxmlformats.org/drawingml/2006/main"/>
          <a:ln xmlns:a="http://schemas.openxmlformats.org/drawingml/2006/main" w="14193">
            <a:solidFill>
              <a:srgbClr val="7C9CD6">
                <a:alpha val="80000"/>
              </a:srgbClr>
            </a:solidFill>
            <a:prstDash val="solid"/>
          </a:ln>
        </p:spPr>
      </p:sp>
      <p:sp>
        <p:nvSpPr>
          <p:cNvPr id="288" name="pdf-path-561">
            <a:extLst xmlns:a="http://schemas.openxmlformats.org/drawingml/2006/main">
              <a:ext uri="{FF2B5EF4-FFF2-40B4-BE49-F238E27FC236}">
                <a16:creationId xmlns:a16="http://schemas.microsoft.com/office/drawing/2014/main" id="{A9D2A7E7-63A1-44D7-BA1D-E43564249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2205" y="3064912"/>
            <a:ext cx="3475635" cy="248019"/>
          </a:xfrm>
          <a:custGeom xmlns:a="http://schemas.openxmlformats.org/drawingml/2006/main">
            <a:pathLst>
              <a:path w="3475635" h="248019">
                <a:moveTo>
                  <a:pt x="0" y="53316"/>
                </a:moveTo>
                <a:lnTo>
                  <a:pt x="23564" y="86343"/>
                </a:lnTo>
                <a:lnTo>
                  <a:pt x="42763" y="130742"/>
                </a:lnTo>
                <a:lnTo>
                  <a:pt x="45948" y="196432"/>
                </a:lnTo>
                <a:lnTo>
                  <a:pt x="32663" y="230733"/>
                </a:lnTo>
                <a:lnTo>
                  <a:pt x="58230" y="187607"/>
                </a:lnTo>
                <a:lnTo>
                  <a:pt x="105539" y="140023"/>
                </a:lnTo>
                <a:lnTo>
                  <a:pt x="132655" y="108816"/>
                </a:lnTo>
                <a:lnTo>
                  <a:pt x="217722" y="67145"/>
                </a:lnTo>
                <a:lnTo>
                  <a:pt x="239923" y="73696"/>
                </a:lnTo>
                <a:lnTo>
                  <a:pt x="259575" y="99899"/>
                </a:lnTo>
                <a:lnTo>
                  <a:pt x="280138" y="142297"/>
                </a:lnTo>
                <a:lnTo>
                  <a:pt x="290600" y="201709"/>
                </a:lnTo>
                <a:lnTo>
                  <a:pt x="282776" y="232006"/>
                </a:lnTo>
                <a:lnTo>
                  <a:pt x="303247" y="189153"/>
                </a:lnTo>
                <a:lnTo>
                  <a:pt x="348375" y="138567"/>
                </a:lnTo>
                <a:lnTo>
                  <a:pt x="373121" y="106177"/>
                </a:lnTo>
                <a:lnTo>
                  <a:pt x="403509" y="90164"/>
                </a:lnTo>
                <a:lnTo>
                  <a:pt x="440994" y="76061"/>
                </a:lnTo>
                <a:lnTo>
                  <a:pt x="462649" y="82067"/>
                </a:lnTo>
                <a:lnTo>
                  <a:pt x="475567" y="111090"/>
                </a:lnTo>
                <a:lnTo>
                  <a:pt x="487941" y="154216"/>
                </a:lnTo>
                <a:lnTo>
                  <a:pt x="460100" y="235827"/>
                </a:lnTo>
                <a:lnTo>
                  <a:pt x="476024" y="187698"/>
                </a:lnTo>
                <a:lnTo>
                  <a:pt x="533251" y="126102"/>
                </a:lnTo>
                <a:lnTo>
                  <a:pt x="573101" y="75698"/>
                </a:lnTo>
                <a:lnTo>
                  <a:pt x="603854" y="47220"/>
                </a:lnTo>
                <a:lnTo>
                  <a:pt x="644341" y="20016"/>
                </a:lnTo>
                <a:lnTo>
                  <a:pt x="679005" y="9190"/>
                </a:lnTo>
                <a:lnTo>
                  <a:pt x="701842" y="21199"/>
                </a:lnTo>
                <a:lnTo>
                  <a:pt x="720675" y="51405"/>
                </a:lnTo>
                <a:lnTo>
                  <a:pt x="740146" y="98170"/>
                </a:lnTo>
                <a:lnTo>
                  <a:pt x="755795" y="157855"/>
                </a:lnTo>
                <a:lnTo>
                  <a:pt x="730319" y="248019"/>
                </a:lnTo>
                <a:lnTo>
                  <a:pt x="741876" y="195704"/>
                </a:lnTo>
                <a:lnTo>
                  <a:pt x="837498" y="88345"/>
                </a:lnTo>
                <a:lnTo>
                  <a:pt x="867341" y="58411"/>
                </a:lnTo>
                <a:lnTo>
                  <a:pt x="895635" y="42853"/>
                </a:lnTo>
                <a:lnTo>
                  <a:pt x="922930" y="38122"/>
                </a:lnTo>
                <a:lnTo>
                  <a:pt x="946678" y="50404"/>
                </a:lnTo>
                <a:lnTo>
                  <a:pt x="967785" y="75789"/>
                </a:lnTo>
                <a:lnTo>
                  <a:pt x="979431" y="122645"/>
                </a:lnTo>
                <a:lnTo>
                  <a:pt x="979887" y="193339"/>
                </a:lnTo>
                <a:lnTo>
                  <a:pt x="971334" y="227457"/>
                </a:lnTo>
                <a:lnTo>
                  <a:pt x="994171" y="182238"/>
                </a:lnTo>
                <a:lnTo>
                  <a:pt x="1070232" y="96533"/>
                </a:lnTo>
                <a:lnTo>
                  <a:pt x="1105260" y="77153"/>
                </a:lnTo>
                <a:lnTo>
                  <a:pt x="1146019" y="61777"/>
                </a:lnTo>
                <a:lnTo>
                  <a:pt x="1170586" y="64234"/>
                </a:lnTo>
                <a:lnTo>
                  <a:pt x="1190601" y="88435"/>
                </a:lnTo>
                <a:lnTo>
                  <a:pt x="1211164" y="127558"/>
                </a:lnTo>
                <a:lnTo>
                  <a:pt x="1221900" y="186333"/>
                </a:lnTo>
                <a:lnTo>
                  <a:pt x="1206797" y="242288"/>
                </a:lnTo>
                <a:lnTo>
                  <a:pt x="1222992" y="188244"/>
                </a:lnTo>
                <a:lnTo>
                  <a:pt x="1269120" y="125465"/>
                </a:lnTo>
                <a:lnTo>
                  <a:pt x="1302510" y="76881"/>
                </a:lnTo>
                <a:lnTo>
                  <a:pt x="1329623" y="47584"/>
                </a:lnTo>
                <a:lnTo>
                  <a:pt x="1359740" y="24110"/>
                </a:lnTo>
                <a:lnTo>
                  <a:pt x="1383758" y="14284"/>
                </a:lnTo>
                <a:lnTo>
                  <a:pt x="1400955" y="29115"/>
                </a:lnTo>
                <a:lnTo>
                  <a:pt x="1417787" y="55136"/>
                </a:lnTo>
                <a:lnTo>
                  <a:pt x="1430524" y="97261"/>
                </a:lnTo>
                <a:lnTo>
                  <a:pt x="1434436" y="162404"/>
                </a:lnTo>
                <a:lnTo>
                  <a:pt x="1413510" y="229095"/>
                </a:lnTo>
                <a:lnTo>
                  <a:pt x="1427248" y="201072"/>
                </a:lnTo>
                <a:lnTo>
                  <a:pt x="1468100" y="164770"/>
                </a:lnTo>
                <a:lnTo>
                  <a:pt x="1496849" y="143298"/>
                </a:lnTo>
                <a:lnTo>
                  <a:pt x="1530423" y="135747"/>
                </a:lnTo>
                <a:lnTo>
                  <a:pt x="1561994" y="135109"/>
                </a:lnTo>
                <a:lnTo>
                  <a:pt x="1573003" y="160949"/>
                </a:lnTo>
                <a:lnTo>
                  <a:pt x="1576824" y="208624"/>
                </a:lnTo>
                <a:lnTo>
                  <a:pt x="1570364" y="232916"/>
                </a:lnTo>
                <a:lnTo>
                  <a:pt x="1588014" y="181147"/>
                </a:lnTo>
                <a:lnTo>
                  <a:pt x="1660711" y="75789"/>
                </a:lnTo>
                <a:lnTo>
                  <a:pt x="1692919" y="43399"/>
                </a:lnTo>
                <a:lnTo>
                  <a:pt x="1733770" y="7643"/>
                </a:lnTo>
                <a:lnTo>
                  <a:pt x="1757607" y="0"/>
                </a:lnTo>
                <a:lnTo>
                  <a:pt x="1775621" y="13193"/>
                </a:lnTo>
                <a:lnTo>
                  <a:pt x="1797820" y="40579"/>
                </a:lnTo>
                <a:lnTo>
                  <a:pt x="1817019" y="79701"/>
                </a:lnTo>
                <a:lnTo>
                  <a:pt x="1824752" y="138567"/>
                </a:lnTo>
                <a:lnTo>
                  <a:pt x="1788813" y="234463"/>
                </a:lnTo>
                <a:lnTo>
                  <a:pt x="1800459" y="193521"/>
                </a:lnTo>
                <a:lnTo>
                  <a:pt x="1853411" y="146210"/>
                </a:lnTo>
                <a:lnTo>
                  <a:pt x="1896901" y="106086"/>
                </a:lnTo>
                <a:lnTo>
                  <a:pt x="1930384" y="86161"/>
                </a:lnTo>
                <a:lnTo>
                  <a:pt x="1968323" y="70512"/>
                </a:lnTo>
                <a:lnTo>
                  <a:pt x="2001167" y="62778"/>
                </a:lnTo>
                <a:lnTo>
                  <a:pt x="2019728" y="86343"/>
                </a:lnTo>
                <a:lnTo>
                  <a:pt x="2034376" y="125647"/>
                </a:lnTo>
                <a:lnTo>
                  <a:pt x="2047387" y="184058"/>
                </a:lnTo>
                <a:lnTo>
                  <a:pt x="2034376" y="241287"/>
                </a:lnTo>
                <a:lnTo>
                  <a:pt x="2045294" y="186697"/>
                </a:lnTo>
                <a:lnTo>
                  <a:pt x="2086873" y="124373"/>
                </a:lnTo>
                <a:lnTo>
                  <a:pt x="2122721" y="73059"/>
                </a:lnTo>
                <a:lnTo>
                  <a:pt x="2152290" y="36302"/>
                </a:lnTo>
                <a:lnTo>
                  <a:pt x="2178584" y="10736"/>
                </a:lnTo>
                <a:lnTo>
                  <a:pt x="2198601" y="0"/>
                </a:lnTo>
                <a:lnTo>
                  <a:pt x="2214067" y="14557"/>
                </a:lnTo>
                <a:lnTo>
                  <a:pt x="2230263" y="39942"/>
                </a:lnTo>
                <a:lnTo>
                  <a:pt x="2242728" y="77427"/>
                </a:lnTo>
                <a:lnTo>
                  <a:pt x="2245093" y="136474"/>
                </a:lnTo>
                <a:lnTo>
                  <a:pt x="2209974" y="228913"/>
                </a:lnTo>
                <a:lnTo>
                  <a:pt x="2209154" y="202437"/>
                </a:lnTo>
                <a:lnTo>
                  <a:pt x="2276027" y="141751"/>
                </a:lnTo>
                <a:lnTo>
                  <a:pt x="2343080" y="70512"/>
                </a:lnTo>
                <a:lnTo>
                  <a:pt x="2378382" y="27659"/>
                </a:lnTo>
                <a:lnTo>
                  <a:pt x="2399581" y="15103"/>
                </a:lnTo>
                <a:lnTo>
                  <a:pt x="2422874" y="17196"/>
                </a:lnTo>
                <a:lnTo>
                  <a:pt x="2456172" y="22109"/>
                </a:lnTo>
                <a:lnTo>
                  <a:pt x="2486288" y="40215"/>
                </a:lnTo>
                <a:lnTo>
                  <a:pt x="2509581" y="79519"/>
                </a:lnTo>
                <a:lnTo>
                  <a:pt x="2524683" y="136292"/>
                </a:lnTo>
                <a:lnTo>
                  <a:pt x="2503028" y="229459"/>
                </a:lnTo>
                <a:lnTo>
                  <a:pt x="2497843" y="203892"/>
                </a:lnTo>
                <a:lnTo>
                  <a:pt x="2612481" y="77244"/>
                </a:lnTo>
                <a:lnTo>
                  <a:pt x="2640413" y="39760"/>
                </a:lnTo>
                <a:lnTo>
                  <a:pt x="2663705" y="21108"/>
                </a:lnTo>
                <a:lnTo>
                  <a:pt x="2691727" y="11191"/>
                </a:lnTo>
                <a:lnTo>
                  <a:pt x="2717293" y="12556"/>
                </a:lnTo>
                <a:lnTo>
                  <a:pt x="2737127" y="38759"/>
                </a:lnTo>
                <a:lnTo>
                  <a:pt x="2757871" y="76153"/>
                </a:lnTo>
                <a:lnTo>
                  <a:pt x="2769518" y="130379"/>
                </a:lnTo>
                <a:lnTo>
                  <a:pt x="2763421" y="210353"/>
                </a:lnTo>
                <a:lnTo>
                  <a:pt x="2760055" y="218359"/>
                </a:lnTo>
                <a:lnTo>
                  <a:pt x="2793719" y="169137"/>
                </a:lnTo>
                <a:lnTo>
                  <a:pt x="2863594" y="88891"/>
                </a:lnTo>
                <a:lnTo>
                  <a:pt x="2892708" y="76790"/>
                </a:lnTo>
                <a:lnTo>
                  <a:pt x="2930921" y="64962"/>
                </a:lnTo>
                <a:lnTo>
                  <a:pt x="2954668" y="72878"/>
                </a:lnTo>
                <a:lnTo>
                  <a:pt x="2969862" y="99990"/>
                </a:lnTo>
                <a:lnTo>
                  <a:pt x="2982053" y="147393"/>
                </a:lnTo>
                <a:lnTo>
                  <a:pt x="2957214" y="233462"/>
                </a:lnTo>
                <a:lnTo>
                  <a:pt x="2974685" y="193430"/>
                </a:lnTo>
                <a:lnTo>
                  <a:pt x="3024178" y="141387"/>
                </a:lnTo>
                <a:lnTo>
                  <a:pt x="3058296" y="102629"/>
                </a:lnTo>
                <a:lnTo>
                  <a:pt x="3093507" y="81976"/>
                </a:lnTo>
                <a:lnTo>
                  <a:pt x="3139272" y="61050"/>
                </a:lnTo>
                <a:lnTo>
                  <a:pt x="3170388" y="58957"/>
                </a:lnTo>
                <a:lnTo>
                  <a:pt x="3188765" y="81248"/>
                </a:lnTo>
                <a:lnTo>
                  <a:pt x="3204415" y="121553"/>
                </a:lnTo>
                <a:lnTo>
                  <a:pt x="3220518" y="178781"/>
                </a:lnTo>
                <a:lnTo>
                  <a:pt x="3212785" y="235099"/>
                </a:lnTo>
                <a:lnTo>
                  <a:pt x="3231982" y="189699"/>
                </a:lnTo>
                <a:lnTo>
                  <a:pt x="3316050" y="94622"/>
                </a:lnTo>
                <a:lnTo>
                  <a:pt x="3345166" y="80429"/>
                </a:lnTo>
                <a:lnTo>
                  <a:pt x="3385471" y="67509"/>
                </a:lnTo>
                <a:lnTo>
                  <a:pt x="3415312" y="64962"/>
                </a:lnTo>
                <a:lnTo>
                  <a:pt x="3438059" y="86070"/>
                </a:lnTo>
                <a:lnTo>
                  <a:pt x="3461532" y="122918"/>
                </a:lnTo>
                <a:lnTo>
                  <a:pt x="3474725" y="179509"/>
                </a:lnTo>
                <a:lnTo>
                  <a:pt x="3460805" y="237829"/>
                </a:lnTo>
                <a:lnTo>
                  <a:pt x="3475635" y="194703"/>
                </a:lnTo>
              </a:path>
            </a:pathLst>
          </a:custGeom>
          <a:noFill xmlns:a="http://schemas.openxmlformats.org/drawingml/2006/main"/>
          <a:ln xmlns:a="http://schemas.openxmlformats.org/drawingml/2006/main" w="14193">
            <a:solidFill>
              <a:srgbClr val="7C9CD6">
                <a:alpha val="80000"/>
              </a:srgbClr>
            </a:solidFill>
            <a:prstDash val="solid"/>
          </a:ln>
        </p:spPr>
      </p:sp>
      <p:sp>
        <p:nvSpPr>
          <p:cNvPr id="289" name="pdf-path-563">
            <a:extLst xmlns:a="http://schemas.openxmlformats.org/drawingml/2006/main">
              <a:ext uri="{FF2B5EF4-FFF2-40B4-BE49-F238E27FC236}">
                <a16:creationId xmlns:a16="http://schemas.microsoft.com/office/drawing/2014/main" id="{092A9EE7-09AF-4960-A83D-816985FF0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7755" y="1592446"/>
            <a:ext cx="236738" cy="122372"/>
          </a:xfrm>
          <a:custGeom xmlns:a="http://schemas.openxmlformats.org/drawingml/2006/main">
            <a:pathLst>
              <a:path w="236738" h="122372">
                <a:moveTo>
                  <a:pt x="218905" y="3185"/>
                </a:moveTo>
                <a:lnTo>
                  <a:pt x="9190" y="96169"/>
                </a:lnTo>
                <a:cubicBezTo>
                  <a:pt x="2093" y="99354"/>
                  <a:pt x="0" y="104722"/>
                  <a:pt x="2911" y="112456"/>
                </a:cubicBezTo>
                <a:cubicBezTo>
                  <a:pt x="5823" y="120097"/>
                  <a:pt x="10827" y="122372"/>
                  <a:pt x="17924" y="119279"/>
                </a:cubicBezTo>
                <a:lnTo>
                  <a:pt x="227548" y="26203"/>
                </a:lnTo>
                <a:cubicBezTo>
                  <a:pt x="234645" y="23110"/>
                  <a:pt x="236738" y="17651"/>
                  <a:pt x="233825" y="10008"/>
                </a:cubicBezTo>
                <a:cubicBezTo>
                  <a:pt x="230914" y="2274"/>
                  <a:pt x="225911" y="0"/>
                  <a:pt x="218905" y="3185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90" name="pdf-path-565">
            <a:extLst xmlns:a="http://schemas.openxmlformats.org/drawingml/2006/main">
              <a:ext uri="{FF2B5EF4-FFF2-40B4-BE49-F238E27FC236}">
                <a16:creationId xmlns:a16="http://schemas.microsoft.com/office/drawing/2014/main" id="{03D1C7AE-86CE-47E0-9260-3BD269E5B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9298" y="1527939"/>
            <a:ext cx="51224" cy="79428"/>
          </a:xfrm>
          <a:custGeom xmlns:a="http://schemas.openxmlformats.org/drawingml/2006/main">
            <a:pathLst>
              <a:path w="51224" h="79428">
                <a:moveTo>
                  <a:pt x="23746" y="70330"/>
                </a:moveTo>
                <a:lnTo>
                  <a:pt x="47674" y="20563"/>
                </a:lnTo>
                <a:cubicBezTo>
                  <a:pt x="51224" y="13283"/>
                  <a:pt x="49586" y="7643"/>
                  <a:pt x="42852" y="3821"/>
                </a:cubicBezTo>
                <a:cubicBezTo>
                  <a:pt x="36120" y="0"/>
                  <a:pt x="31025" y="1729"/>
                  <a:pt x="27476" y="9098"/>
                </a:cubicBezTo>
                <a:lnTo>
                  <a:pt x="3547" y="58775"/>
                </a:lnTo>
                <a:cubicBezTo>
                  <a:pt x="0" y="66144"/>
                  <a:pt x="1638" y="71695"/>
                  <a:pt x="8370" y="75516"/>
                </a:cubicBezTo>
                <a:cubicBezTo>
                  <a:pt x="15104" y="79428"/>
                  <a:pt x="20198" y="77608"/>
                  <a:pt x="23746" y="70330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91" name="pdf-path-567">
            <a:extLst xmlns:a="http://schemas.openxmlformats.org/drawingml/2006/main">
              <a:ext uri="{FF2B5EF4-FFF2-40B4-BE49-F238E27FC236}">
                <a16:creationId xmlns:a16="http://schemas.microsoft.com/office/drawing/2014/main" id="{975DA35B-E8D8-400C-AE09-C48B53D42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9938" y="1699351"/>
            <a:ext cx="69512" cy="58229"/>
          </a:xfrm>
          <a:custGeom xmlns:a="http://schemas.openxmlformats.org/drawingml/2006/main">
            <a:pathLst>
              <a:path w="69512" h="58229">
                <a:moveTo>
                  <a:pt x="7643" y="25202"/>
                </a:moveTo>
                <a:lnTo>
                  <a:pt x="49405" y="53771"/>
                </a:lnTo>
                <a:cubicBezTo>
                  <a:pt x="55955" y="58229"/>
                  <a:pt x="61231" y="56956"/>
                  <a:pt x="65326" y="50040"/>
                </a:cubicBezTo>
                <a:cubicBezTo>
                  <a:pt x="69512" y="43035"/>
                  <a:pt x="68328" y="37394"/>
                  <a:pt x="61869" y="32935"/>
                </a:cubicBezTo>
                <a:lnTo>
                  <a:pt x="20017" y="4367"/>
                </a:lnTo>
                <a:cubicBezTo>
                  <a:pt x="13557" y="0"/>
                  <a:pt x="8188" y="1274"/>
                  <a:pt x="4093" y="8188"/>
                </a:cubicBezTo>
                <a:cubicBezTo>
                  <a:pt x="0" y="15103"/>
                  <a:pt x="1092" y="20744"/>
                  <a:pt x="7643" y="25202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92" name="pdf-path-569">
            <a:extLst xmlns:a="http://schemas.openxmlformats.org/drawingml/2006/main">
              <a:ext uri="{FF2B5EF4-FFF2-40B4-BE49-F238E27FC236}">
                <a16:creationId xmlns:a16="http://schemas.microsoft.com/office/drawing/2014/main" id="{1D54414C-3B65-496F-98E4-C87A5CB2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581" y="1750665"/>
            <a:ext cx="57684" cy="75697"/>
          </a:xfrm>
          <a:custGeom xmlns:a="http://schemas.openxmlformats.org/drawingml/2006/main">
            <a:pathLst>
              <a:path w="57684" h="75697">
                <a:moveTo>
                  <a:pt x="34392" y="7824"/>
                </a:moveTo>
                <a:lnTo>
                  <a:pt x="4458" y="53680"/>
                </a:lnTo>
                <a:cubicBezTo>
                  <a:pt x="0" y="60412"/>
                  <a:pt x="910" y="66144"/>
                  <a:pt x="7187" y="70967"/>
                </a:cubicBezTo>
                <a:cubicBezTo>
                  <a:pt x="13466" y="75697"/>
                  <a:pt x="18834" y="74697"/>
                  <a:pt x="23292" y="67964"/>
                </a:cubicBezTo>
                <a:lnTo>
                  <a:pt x="53226" y="22109"/>
                </a:lnTo>
                <a:cubicBezTo>
                  <a:pt x="57684" y="15285"/>
                  <a:pt x="56773" y="9553"/>
                  <a:pt x="50496" y="4822"/>
                </a:cubicBezTo>
                <a:cubicBezTo>
                  <a:pt x="44218" y="0"/>
                  <a:pt x="38849" y="1000"/>
                  <a:pt x="34392" y="7824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93" name="pdf-path-571">
            <a:extLst xmlns:a="http://schemas.openxmlformats.org/drawingml/2006/main">
              <a:ext uri="{FF2B5EF4-FFF2-40B4-BE49-F238E27FC236}">
                <a16:creationId xmlns:a16="http://schemas.microsoft.com/office/drawing/2014/main" id="{00895F78-337A-4EA2-ADE9-4A8808F42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8582" y="1819448"/>
            <a:ext cx="40396" cy="51041"/>
          </a:xfrm>
          <a:custGeom xmlns:a="http://schemas.openxmlformats.org/drawingml/2006/main">
            <a:pathLst>
              <a:path w="40396" h="51041">
                <a:moveTo>
                  <a:pt x="36212" y="29478"/>
                </a:moveTo>
                <a:lnTo>
                  <a:pt x="23201" y="8006"/>
                </a:lnTo>
                <a:cubicBezTo>
                  <a:pt x="19016" y="1182"/>
                  <a:pt x="13829" y="0"/>
                  <a:pt x="7461" y="4458"/>
                </a:cubicBezTo>
                <a:cubicBezTo>
                  <a:pt x="1092" y="9007"/>
                  <a:pt x="0" y="14648"/>
                  <a:pt x="4186" y="21563"/>
                </a:cubicBezTo>
                <a:lnTo>
                  <a:pt x="17195" y="43034"/>
                </a:lnTo>
                <a:cubicBezTo>
                  <a:pt x="21381" y="49858"/>
                  <a:pt x="26568" y="51041"/>
                  <a:pt x="32935" y="46583"/>
                </a:cubicBezTo>
                <a:cubicBezTo>
                  <a:pt x="39305" y="42034"/>
                  <a:pt x="40396" y="36393"/>
                  <a:pt x="36212" y="29478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94" name="pdf-path-573">
            <a:extLst xmlns:a="http://schemas.openxmlformats.org/drawingml/2006/main">
              <a:ext uri="{FF2B5EF4-FFF2-40B4-BE49-F238E27FC236}">
                <a16:creationId xmlns:a16="http://schemas.microsoft.com/office/drawing/2014/main" id="{F8183C93-4AC0-473C-8FD2-96F5E7C0A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651" y="1602727"/>
            <a:ext cx="35028" cy="73514"/>
          </a:xfrm>
          <a:custGeom xmlns:a="http://schemas.openxmlformats.org/drawingml/2006/main">
            <a:pathLst>
              <a:path w="35028" h="73514">
                <a:moveTo>
                  <a:pt x="23838" y="62414"/>
                </a:moveTo>
                <a:lnTo>
                  <a:pt x="33300" y="16650"/>
                </a:lnTo>
                <a:cubicBezTo>
                  <a:pt x="35028" y="8552"/>
                  <a:pt x="32117" y="3639"/>
                  <a:pt x="24747" y="1820"/>
                </a:cubicBezTo>
                <a:cubicBezTo>
                  <a:pt x="17378" y="0"/>
                  <a:pt x="12829" y="3093"/>
                  <a:pt x="11099" y="11191"/>
                </a:cubicBezTo>
                <a:lnTo>
                  <a:pt x="1638" y="56864"/>
                </a:lnTo>
                <a:cubicBezTo>
                  <a:pt x="0" y="64962"/>
                  <a:pt x="2820" y="69875"/>
                  <a:pt x="10191" y="71695"/>
                </a:cubicBezTo>
                <a:cubicBezTo>
                  <a:pt x="17652" y="73514"/>
                  <a:pt x="22110" y="70421"/>
                  <a:pt x="23838" y="62414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95" name="pdf-path-575">
            <a:extLst xmlns:a="http://schemas.openxmlformats.org/drawingml/2006/main">
              <a:ext uri="{FF2B5EF4-FFF2-40B4-BE49-F238E27FC236}">
                <a16:creationId xmlns:a16="http://schemas.microsoft.com/office/drawing/2014/main" id="{496F8F6B-9C92-48B6-B216-B239434AB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2747" y="1667689"/>
            <a:ext cx="52680" cy="46583"/>
          </a:xfrm>
          <a:custGeom xmlns:a="http://schemas.openxmlformats.org/drawingml/2006/main">
            <a:pathLst>
              <a:path w="52680" h="46583">
                <a:moveTo>
                  <a:pt x="45036" y="21290"/>
                </a:moveTo>
                <a:lnTo>
                  <a:pt x="19743" y="4276"/>
                </a:lnTo>
                <a:cubicBezTo>
                  <a:pt x="13283" y="0"/>
                  <a:pt x="8098" y="1274"/>
                  <a:pt x="4003" y="8279"/>
                </a:cubicBezTo>
                <a:cubicBezTo>
                  <a:pt x="0" y="15194"/>
                  <a:pt x="1273" y="20835"/>
                  <a:pt x="7733" y="25202"/>
                </a:cubicBezTo>
                <a:lnTo>
                  <a:pt x="32935" y="42216"/>
                </a:lnTo>
                <a:cubicBezTo>
                  <a:pt x="39395" y="46583"/>
                  <a:pt x="44673" y="45218"/>
                  <a:pt x="48676" y="38304"/>
                </a:cubicBezTo>
                <a:cubicBezTo>
                  <a:pt x="52680" y="31298"/>
                  <a:pt x="51497" y="25657"/>
                  <a:pt x="45036" y="21290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96" name="pdf-path-577">
            <a:extLst xmlns:a="http://schemas.openxmlformats.org/drawingml/2006/main">
              <a:ext uri="{FF2B5EF4-FFF2-40B4-BE49-F238E27FC236}">
                <a16:creationId xmlns:a16="http://schemas.microsoft.com/office/drawing/2014/main" id="{C20CC4FF-E368-4B28-82F3-3366F15D8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7692" y="1703899"/>
            <a:ext cx="35121" cy="40306"/>
          </a:xfrm>
          <a:custGeom xmlns:a="http://schemas.openxmlformats.org/drawingml/2006/main">
            <a:pathLst>
              <a:path w="35121" h="40306">
                <a:moveTo>
                  <a:pt x="30298" y="17378"/>
                </a:moveTo>
                <a:lnTo>
                  <a:pt x="22746" y="7188"/>
                </a:lnTo>
                <a:cubicBezTo>
                  <a:pt x="18016" y="637"/>
                  <a:pt x="12556" y="0"/>
                  <a:pt x="6553" y="5186"/>
                </a:cubicBezTo>
                <a:cubicBezTo>
                  <a:pt x="546" y="10464"/>
                  <a:pt x="0" y="16378"/>
                  <a:pt x="4822" y="22929"/>
                </a:cubicBezTo>
                <a:lnTo>
                  <a:pt x="12374" y="33118"/>
                </a:lnTo>
                <a:cubicBezTo>
                  <a:pt x="17104" y="39669"/>
                  <a:pt x="22565" y="40306"/>
                  <a:pt x="28568" y="35121"/>
                </a:cubicBezTo>
                <a:cubicBezTo>
                  <a:pt x="34482" y="29843"/>
                  <a:pt x="35121" y="23929"/>
                  <a:pt x="30298" y="17378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97" name="pdf-path-579">
            <a:extLst xmlns:a="http://schemas.openxmlformats.org/drawingml/2006/main">
              <a:ext uri="{FF2B5EF4-FFF2-40B4-BE49-F238E27FC236}">
                <a16:creationId xmlns:a16="http://schemas.microsoft.com/office/drawing/2014/main" id="{ACA3C90F-AB96-4F3B-8C5C-260ECF1CD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1858" y="2010603"/>
            <a:ext cx="240013" cy="112637"/>
          </a:xfrm>
          <a:custGeom xmlns:a="http://schemas.openxmlformats.org/drawingml/2006/main">
            <a:pathLst>
              <a:path w="240013" h="112637">
                <a:moveTo>
                  <a:pt x="222635" y="2821"/>
                </a:moveTo>
                <a:lnTo>
                  <a:pt x="9463" y="86616"/>
                </a:lnTo>
                <a:cubicBezTo>
                  <a:pt x="2276" y="89436"/>
                  <a:pt x="0" y="94713"/>
                  <a:pt x="2639" y="102447"/>
                </a:cubicBezTo>
                <a:cubicBezTo>
                  <a:pt x="5278" y="110180"/>
                  <a:pt x="10191" y="112637"/>
                  <a:pt x="17378" y="109817"/>
                </a:cubicBezTo>
                <a:lnTo>
                  <a:pt x="230552" y="26021"/>
                </a:lnTo>
                <a:cubicBezTo>
                  <a:pt x="237739" y="23201"/>
                  <a:pt x="240013" y="17924"/>
                  <a:pt x="237374" y="10191"/>
                </a:cubicBezTo>
                <a:cubicBezTo>
                  <a:pt x="234736" y="2457"/>
                  <a:pt x="229823" y="0"/>
                  <a:pt x="222635" y="2821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98" name="pdf-path-581">
            <a:extLst xmlns:a="http://schemas.openxmlformats.org/drawingml/2006/main">
              <a:ext uri="{FF2B5EF4-FFF2-40B4-BE49-F238E27FC236}">
                <a16:creationId xmlns:a16="http://schemas.microsoft.com/office/drawing/2014/main" id="{711D06FA-8C12-43E4-9AAC-0597A62D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7678" y="1947188"/>
            <a:ext cx="52952" cy="78518"/>
          </a:xfrm>
          <a:custGeom xmlns:a="http://schemas.openxmlformats.org/drawingml/2006/main">
            <a:pathLst>
              <a:path w="52952" h="78518">
                <a:moveTo>
                  <a:pt x="23564" y="69784"/>
                </a:moveTo>
                <a:lnTo>
                  <a:pt x="49221" y="21017"/>
                </a:lnTo>
                <a:cubicBezTo>
                  <a:pt x="52952" y="13829"/>
                  <a:pt x="51586" y="8188"/>
                  <a:pt x="44945" y="4094"/>
                </a:cubicBezTo>
                <a:cubicBezTo>
                  <a:pt x="38303" y="0"/>
                  <a:pt x="33117" y="1547"/>
                  <a:pt x="29386" y="8734"/>
                </a:cubicBezTo>
                <a:lnTo>
                  <a:pt x="3821" y="57411"/>
                </a:lnTo>
                <a:cubicBezTo>
                  <a:pt x="0" y="64598"/>
                  <a:pt x="1456" y="70238"/>
                  <a:pt x="8005" y="74333"/>
                </a:cubicBezTo>
                <a:cubicBezTo>
                  <a:pt x="14649" y="78518"/>
                  <a:pt x="19834" y="76971"/>
                  <a:pt x="23564" y="69784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299" name="pdf-path-583">
            <a:extLst xmlns:a="http://schemas.openxmlformats.org/drawingml/2006/main">
              <a:ext uri="{FF2B5EF4-FFF2-40B4-BE49-F238E27FC236}">
                <a16:creationId xmlns:a16="http://schemas.microsoft.com/office/drawing/2014/main" id="{1B52C152-304F-4E3F-B0E6-53478D3F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7407" y="2104679"/>
            <a:ext cx="73424" cy="43945"/>
          </a:xfrm>
          <a:custGeom xmlns:a="http://schemas.openxmlformats.org/drawingml/2006/main">
            <a:pathLst>
              <a:path w="73424" h="43945">
                <a:moveTo>
                  <a:pt x="9826" y="25839"/>
                </a:moveTo>
                <a:lnTo>
                  <a:pt x="56866" y="41488"/>
                </a:lnTo>
                <a:cubicBezTo>
                  <a:pt x="64144" y="43945"/>
                  <a:pt x="68874" y="41215"/>
                  <a:pt x="71150" y="33482"/>
                </a:cubicBezTo>
                <a:cubicBezTo>
                  <a:pt x="73424" y="25657"/>
                  <a:pt x="70968" y="20471"/>
                  <a:pt x="63689" y="18105"/>
                </a:cubicBezTo>
                <a:lnTo>
                  <a:pt x="16560" y="2365"/>
                </a:lnTo>
                <a:cubicBezTo>
                  <a:pt x="9282" y="0"/>
                  <a:pt x="4550" y="2639"/>
                  <a:pt x="2276" y="10463"/>
                </a:cubicBezTo>
                <a:cubicBezTo>
                  <a:pt x="0" y="18288"/>
                  <a:pt x="2548" y="23382"/>
                  <a:pt x="9826" y="25839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00" name="pdf-path-585">
            <a:extLst xmlns:a="http://schemas.openxmlformats.org/drawingml/2006/main">
              <a:ext uri="{FF2B5EF4-FFF2-40B4-BE49-F238E27FC236}">
                <a16:creationId xmlns:a16="http://schemas.microsoft.com/office/drawing/2014/main" id="{4AB403EB-15B2-4E75-878A-225ED73AA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4802" y="2144165"/>
            <a:ext cx="38759" cy="81430"/>
          </a:xfrm>
          <a:custGeom xmlns:a="http://schemas.openxmlformats.org/drawingml/2006/main">
            <a:pathLst>
              <a:path w="38759" h="81430">
                <a:moveTo>
                  <a:pt x="14193" y="10919"/>
                </a:moveTo>
                <a:lnTo>
                  <a:pt x="1821" y="64780"/>
                </a:lnTo>
                <a:cubicBezTo>
                  <a:pt x="0" y="72695"/>
                  <a:pt x="2820" y="77609"/>
                  <a:pt x="10463" y="79519"/>
                </a:cubicBezTo>
                <a:cubicBezTo>
                  <a:pt x="18015" y="81430"/>
                  <a:pt x="22654" y="78427"/>
                  <a:pt x="24475" y="70512"/>
                </a:cubicBezTo>
                <a:lnTo>
                  <a:pt x="36940" y="16651"/>
                </a:lnTo>
                <a:cubicBezTo>
                  <a:pt x="38759" y="8735"/>
                  <a:pt x="35939" y="3821"/>
                  <a:pt x="28296" y="1912"/>
                </a:cubicBezTo>
                <a:cubicBezTo>
                  <a:pt x="20744" y="0"/>
                  <a:pt x="16103" y="3003"/>
                  <a:pt x="14193" y="10919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01" name="pdf-path-587">
            <a:extLst xmlns:a="http://schemas.openxmlformats.org/drawingml/2006/main">
              <a:ext uri="{FF2B5EF4-FFF2-40B4-BE49-F238E27FC236}">
                <a16:creationId xmlns:a16="http://schemas.microsoft.com/office/drawing/2014/main" id="{789F0DAB-D5D1-4971-BAE8-941187BF8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6993" y="2213131"/>
            <a:ext cx="47585" cy="24474"/>
          </a:xfrm>
          <a:custGeom xmlns:a="http://schemas.openxmlformats.org/drawingml/2006/main">
            <a:pathLst>
              <a:path w="47585" h="24474">
                <a:moveTo>
                  <a:pt x="36029" y="181"/>
                </a:moveTo>
                <a:lnTo>
                  <a:pt x="11738" y="0"/>
                </a:lnTo>
                <a:cubicBezTo>
                  <a:pt x="3912" y="0"/>
                  <a:pt x="91" y="4003"/>
                  <a:pt x="0" y="12101"/>
                </a:cubicBezTo>
                <a:cubicBezTo>
                  <a:pt x="0" y="20198"/>
                  <a:pt x="3821" y="24292"/>
                  <a:pt x="11555" y="24292"/>
                </a:cubicBezTo>
                <a:lnTo>
                  <a:pt x="35848" y="24474"/>
                </a:lnTo>
                <a:cubicBezTo>
                  <a:pt x="43672" y="24474"/>
                  <a:pt x="47495" y="20471"/>
                  <a:pt x="47585" y="12373"/>
                </a:cubicBezTo>
                <a:cubicBezTo>
                  <a:pt x="47585" y="4276"/>
                  <a:pt x="43764" y="181"/>
                  <a:pt x="36029" y="181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02" name="pdf-path-589">
            <a:extLst xmlns:a="http://schemas.openxmlformats.org/drawingml/2006/main">
              <a:ext uri="{FF2B5EF4-FFF2-40B4-BE49-F238E27FC236}">
                <a16:creationId xmlns:a16="http://schemas.microsoft.com/office/drawing/2014/main" id="{1FA7511F-C3B6-4B0F-9588-A898A7271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7859" y="2021703"/>
            <a:ext cx="25931" cy="72604"/>
          </a:xfrm>
          <a:custGeom xmlns:a="http://schemas.openxmlformats.org/drawingml/2006/main">
            <a:pathLst>
              <a:path w="25931" h="72604">
                <a:moveTo>
                  <a:pt x="25476" y="58957"/>
                </a:moveTo>
                <a:lnTo>
                  <a:pt x="23018" y="12192"/>
                </a:lnTo>
                <a:cubicBezTo>
                  <a:pt x="22656" y="3912"/>
                  <a:pt x="18653" y="0"/>
                  <a:pt x="11099" y="546"/>
                </a:cubicBezTo>
                <a:cubicBezTo>
                  <a:pt x="3549" y="1001"/>
                  <a:pt x="0" y="5368"/>
                  <a:pt x="455" y="13647"/>
                </a:cubicBezTo>
                <a:lnTo>
                  <a:pt x="2913" y="60412"/>
                </a:lnTo>
                <a:cubicBezTo>
                  <a:pt x="3366" y="68692"/>
                  <a:pt x="7370" y="72604"/>
                  <a:pt x="14830" y="72058"/>
                </a:cubicBezTo>
                <a:cubicBezTo>
                  <a:pt x="22382" y="71603"/>
                  <a:pt x="25931" y="67236"/>
                  <a:pt x="25476" y="58957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03" name="pdf-path-591">
            <a:extLst xmlns:a="http://schemas.openxmlformats.org/drawingml/2006/main">
              <a:ext uri="{FF2B5EF4-FFF2-40B4-BE49-F238E27FC236}">
                <a16:creationId xmlns:a16="http://schemas.microsoft.com/office/drawing/2014/main" id="{1BAC80F0-CDB9-4751-A311-A518D8F45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2507" y="2083298"/>
            <a:ext cx="55136" cy="34028"/>
          </a:xfrm>
          <a:custGeom xmlns:a="http://schemas.openxmlformats.org/drawingml/2006/main">
            <a:pathLst>
              <a:path w="55136" h="34028">
                <a:moveTo>
                  <a:pt x="44491" y="7734"/>
                </a:moveTo>
                <a:lnTo>
                  <a:pt x="15013" y="1547"/>
                </a:lnTo>
                <a:cubicBezTo>
                  <a:pt x="7461" y="0"/>
                  <a:pt x="2913" y="3275"/>
                  <a:pt x="1456" y="11555"/>
                </a:cubicBezTo>
                <a:cubicBezTo>
                  <a:pt x="0" y="19744"/>
                  <a:pt x="3094" y="24657"/>
                  <a:pt x="10646" y="26295"/>
                </a:cubicBezTo>
                <a:lnTo>
                  <a:pt x="40124" y="32482"/>
                </a:lnTo>
                <a:cubicBezTo>
                  <a:pt x="47674" y="34028"/>
                  <a:pt x="52225" y="30662"/>
                  <a:pt x="53679" y="22473"/>
                </a:cubicBezTo>
                <a:cubicBezTo>
                  <a:pt x="55136" y="14193"/>
                  <a:pt x="52043" y="9281"/>
                  <a:pt x="44491" y="7734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04" name="pdf-path-593">
            <a:extLst xmlns:a="http://schemas.openxmlformats.org/drawingml/2006/main">
              <a:ext uri="{FF2B5EF4-FFF2-40B4-BE49-F238E27FC236}">
                <a16:creationId xmlns:a16="http://schemas.microsoft.com/office/drawing/2014/main" id="{9474D936-5F36-43B6-B088-343AE9250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460" y="2101222"/>
            <a:ext cx="36301" cy="37394"/>
          </a:xfrm>
          <a:custGeom xmlns:a="http://schemas.openxmlformats.org/drawingml/2006/main">
            <a:pathLst>
              <a:path w="36301" h="37394">
                <a:moveTo>
                  <a:pt x="30023" y="13374"/>
                </a:moveTo>
                <a:lnTo>
                  <a:pt x="20833" y="5277"/>
                </a:lnTo>
                <a:cubicBezTo>
                  <a:pt x="15011" y="0"/>
                  <a:pt x="9734" y="546"/>
                  <a:pt x="4821" y="6824"/>
                </a:cubicBezTo>
                <a:cubicBezTo>
                  <a:pt x="0" y="13102"/>
                  <a:pt x="453" y="18833"/>
                  <a:pt x="6277" y="24019"/>
                </a:cubicBezTo>
                <a:lnTo>
                  <a:pt x="15374" y="32208"/>
                </a:lnTo>
                <a:cubicBezTo>
                  <a:pt x="21198" y="37394"/>
                  <a:pt x="26566" y="36848"/>
                  <a:pt x="31479" y="30662"/>
                </a:cubicBezTo>
                <a:cubicBezTo>
                  <a:pt x="36301" y="24384"/>
                  <a:pt x="35846" y="18652"/>
                  <a:pt x="30023" y="13374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05" name="pdf-path-595">
            <a:extLst xmlns:a="http://schemas.openxmlformats.org/drawingml/2006/main">
              <a:ext uri="{FF2B5EF4-FFF2-40B4-BE49-F238E27FC236}">
                <a16:creationId xmlns:a16="http://schemas.microsoft.com/office/drawing/2014/main" id="{D4541312-0201-4D7C-9C08-B5EC1D345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7969" y="1493002"/>
            <a:ext cx="230552" cy="136201"/>
          </a:xfrm>
          <a:custGeom xmlns:a="http://schemas.openxmlformats.org/drawingml/2006/main">
            <a:pathLst>
              <a:path w="230552" h="136201">
                <a:moveTo>
                  <a:pt x="211899" y="3639"/>
                </a:moveTo>
                <a:lnTo>
                  <a:pt x="8644" y="110271"/>
                </a:lnTo>
                <a:cubicBezTo>
                  <a:pt x="1821" y="113910"/>
                  <a:pt x="0" y="119369"/>
                  <a:pt x="3368" y="126830"/>
                </a:cubicBezTo>
                <a:cubicBezTo>
                  <a:pt x="6734" y="134291"/>
                  <a:pt x="11828" y="136201"/>
                  <a:pt x="18651" y="132562"/>
                </a:cubicBezTo>
                <a:lnTo>
                  <a:pt x="221906" y="25930"/>
                </a:lnTo>
                <a:cubicBezTo>
                  <a:pt x="228821" y="22291"/>
                  <a:pt x="230552" y="16741"/>
                  <a:pt x="227276" y="9372"/>
                </a:cubicBezTo>
                <a:cubicBezTo>
                  <a:pt x="223910" y="1911"/>
                  <a:pt x="218814" y="0"/>
                  <a:pt x="211899" y="3639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06" name="pdf-path-597">
            <a:extLst xmlns:a="http://schemas.openxmlformats.org/drawingml/2006/main">
              <a:ext uri="{FF2B5EF4-FFF2-40B4-BE49-F238E27FC236}">
                <a16:creationId xmlns:a16="http://schemas.microsoft.com/office/drawing/2014/main" id="{7D1FEFA0-08D2-4EC9-BC4C-9440D79B9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3144" y="1425311"/>
            <a:ext cx="47948" cy="80701"/>
          </a:xfrm>
          <a:custGeom xmlns:a="http://schemas.openxmlformats.org/drawingml/2006/main">
            <a:pathLst>
              <a:path w="47948" h="80701">
                <a:moveTo>
                  <a:pt x="23929" y="71057"/>
                </a:moveTo>
                <a:lnTo>
                  <a:pt x="44856" y="19744"/>
                </a:lnTo>
                <a:cubicBezTo>
                  <a:pt x="47948" y="12192"/>
                  <a:pt x="46038" y="6732"/>
                  <a:pt x="39123" y="3366"/>
                </a:cubicBezTo>
                <a:cubicBezTo>
                  <a:pt x="32117" y="0"/>
                  <a:pt x="27113" y="2093"/>
                  <a:pt x="24019" y="9735"/>
                </a:cubicBezTo>
                <a:lnTo>
                  <a:pt x="3094" y="60958"/>
                </a:lnTo>
                <a:cubicBezTo>
                  <a:pt x="0" y="68510"/>
                  <a:pt x="1912" y="73969"/>
                  <a:pt x="8827" y="77335"/>
                </a:cubicBezTo>
                <a:cubicBezTo>
                  <a:pt x="15831" y="80701"/>
                  <a:pt x="20835" y="78609"/>
                  <a:pt x="23929" y="71057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07" name="pdf-path-599">
            <a:extLst xmlns:a="http://schemas.openxmlformats.org/drawingml/2006/main">
              <a:ext uri="{FF2B5EF4-FFF2-40B4-BE49-F238E27FC236}">
                <a16:creationId xmlns:a16="http://schemas.microsoft.com/office/drawing/2014/main" id="{FC527605-0276-4D59-BC95-24D237DBA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609" y="1611098"/>
            <a:ext cx="74425" cy="44764"/>
          </a:xfrm>
          <a:custGeom xmlns:a="http://schemas.openxmlformats.org/drawingml/2006/main">
            <a:pathLst>
              <a:path w="74425" h="44764">
                <a:moveTo>
                  <a:pt x="9828" y="25930"/>
                </a:moveTo>
                <a:lnTo>
                  <a:pt x="57412" y="42215"/>
                </a:lnTo>
                <a:cubicBezTo>
                  <a:pt x="64690" y="44764"/>
                  <a:pt x="69603" y="42125"/>
                  <a:pt x="71968" y="34392"/>
                </a:cubicBezTo>
                <a:cubicBezTo>
                  <a:pt x="74425" y="26567"/>
                  <a:pt x="71877" y="21381"/>
                  <a:pt x="64508" y="18924"/>
                </a:cubicBezTo>
                <a:lnTo>
                  <a:pt x="17015" y="2547"/>
                </a:lnTo>
                <a:cubicBezTo>
                  <a:pt x="9645" y="0"/>
                  <a:pt x="4822" y="2638"/>
                  <a:pt x="2367" y="10371"/>
                </a:cubicBezTo>
                <a:cubicBezTo>
                  <a:pt x="0" y="18197"/>
                  <a:pt x="2457" y="23382"/>
                  <a:pt x="9828" y="25930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08" name="pdf-path-601">
            <a:extLst xmlns:a="http://schemas.openxmlformats.org/drawingml/2006/main">
              <a:ext uri="{FF2B5EF4-FFF2-40B4-BE49-F238E27FC236}">
                <a16:creationId xmlns:a16="http://schemas.microsoft.com/office/drawing/2014/main" id="{4883813B-537E-439A-8ED7-7A76A84B5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8632" y="1649128"/>
            <a:ext cx="48766" cy="80428"/>
          </a:xfrm>
          <a:custGeom xmlns:a="http://schemas.openxmlformats.org/drawingml/2006/main">
            <a:pathLst>
              <a:path w="48766" h="80428">
                <a:moveTo>
                  <a:pt x="24928" y="9553"/>
                </a:moveTo>
                <a:lnTo>
                  <a:pt x="3183" y="60412"/>
                </a:lnTo>
                <a:cubicBezTo>
                  <a:pt x="0" y="67964"/>
                  <a:pt x="1819" y="73423"/>
                  <a:pt x="8733" y="76880"/>
                </a:cubicBezTo>
                <a:cubicBezTo>
                  <a:pt x="15557" y="80428"/>
                  <a:pt x="20652" y="78427"/>
                  <a:pt x="23836" y="70876"/>
                </a:cubicBezTo>
                <a:lnTo>
                  <a:pt x="45582" y="20016"/>
                </a:lnTo>
                <a:cubicBezTo>
                  <a:pt x="48766" y="12465"/>
                  <a:pt x="46945" y="7005"/>
                  <a:pt x="40030" y="3548"/>
                </a:cubicBezTo>
                <a:cubicBezTo>
                  <a:pt x="33207" y="0"/>
                  <a:pt x="28113" y="2001"/>
                  <a:pt x="24928" y="9553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09" name="pdf-path-603">
            <a:extLst xmlns:a="http://schemas.openxmlformats.org/drawingml/2006/main">
              <a:ext uri="{FF2B5EF4-FFF2-40B4-BE49-F238E27FC236}">
                <a16:creationId xmlns:a16="http://schemas.microsoft.com/office/drawing/2014/main" id="{58B8EB38-A366-4642-9D4B-E79F8EB94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0816" y="1724462"/>
            <a:ext cx="42125" cy="50678"/>
          </a:xfrm>
          <a:custGeom xmlns:a="http://schemas.openxmlformats.org/drawingml/2006/main">
            <a:pathLst>
              <a:path w="42125" h="50678">
                <a:moveTo>
                  <a:pt x="37574" y="28751"/>
                </a:moveTo>
                <a:lnTo>
                  <a:pt x="23655" y="7734"/>
                </a:lnTo>
                <a:cubicBezTo>
                  <a:pt x="19197" y="1000"/>
                  <a:pt x="13738" y="0"/>
                  <a:pt x="7369" y="4731"/>
                </a:cubicBezTo>
                <a:cubicBezTo>
                  <a:pt x="999" y="9463"/>
                  <a:pt x="0" y="15104"/>
                  <a:pt x="4549" y="21836"/>
                </a:cubicBezTo>
                <a:lnTo>
                  <a:pt x="18468" y="42944"/>
                </a:lnTo>
                <a:cubicBezTo>
                  <a:pt x="22926" y="49677"/>
                  <a:pt x="28387" y="50678"/>
                  <a:pt x="34754" y="45946"/>
                </a:cubicBezTo>
                <a:cubicBezTo>
                  <a:pt x="41122" y="41215"/>
                  <a:pt x="42125" y="35483"/>
                  <a:pt x="37574" y="28751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10" name="pdf-path-605">
            <a:extLst xmlns:a="http://schemas.openxmlformats.org/drawingml/2006/main">
              <a:ext uri="{FF2B5EF4-FFF2-40B4-BE49-F238E27FC236}">
                <a16:creationId xmlns:a16="http://schemas.microsoft.com/office/drawing/2014/main" id="{25784F81-7D31-4A8E-90DF-4FE00B50B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0497" y="1501190"/>
            <a:ext cx="35302" cy="73605"/>
          </a:xfrm>
          <a:custGeom xmlns:a="http://schemas.openxmlformats.org/drawingml/2006/main">
            <a:pathLst>
              <a:path w="35302" h="73605">
                <a:moveTo>
                  <a:pt x="24201" y="62323"/>
                </a:moveTo>
                <a:lnTo>
                  <a:pt x="33664" y="16559"/>
                </a:lnTo>
                <a:cubicBezTo>
                  <a:pt x="35302" y="8552"/>
                  <a:pt x="32389" y="3548"/>
                  <a:pt x="24930" y="1820"/>
                </a:cubicBezTo>
                <a:cubicBezTo>
                  <a:pt x="17378" y="0"/>
                  <a:pt x="12829" y="3093"/>
                  <a:pt x="11101" y="11191"/>
                </a:cubicBezTo>
                <a:lnTo>
                  <a:pt x="1728" y="56956"/>
                </a:lnTo>
                <a:cubicBezTo>
                  <a:pt x="0" y="65052"/>
                  <a:pt x="2913" y="69965"/>
                  <a:pt x="10463" y="71785"/>
                </a:cubicBezTo>
                <a:cubicBezTo>
                  <a:pt x="17924" y="73605"/>
                  <a:pt x="22565" y="70421"/>
                  <a:pt x="24201" y="62323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11" name="pdf-path-607">
            <a:extLst xmlns:a="http://schemas.openxmlformats.org/drawingml/2006/main">
              <a:ext uri="{FF2B5EF4-FFF2-40B4-BE49-F238E27FC236}">
                <a16:creationId xmlns:a16="http://schemas.microsoft.com/office/drawing/2014/main" id="{BF9E0B92-A99F-4647-891A-B5BD38A02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6593" y="1567335"/>
            <a:ext cx="52680" cy="49313"/>
          </a:xfrm>
          <a:custGeom xmlns:a="http://schemas.openxmlformats.org/drawingml/2006/main">
            <a:pathLst>
              <a:path w="52680" h="49313">
                <a:moveTo>
                  <a:pt x="45493" y="24019"/>
                </a:moveTo>
                <a:lnTo>
                  <a:pt x="20837" y="4913"/>
                </a:lnTo>
                <a:cubicBezTo>
                  <a:pt x="14558" y="0"/>
                  <a:pt x="9099" y="910"/>
                  <a:pt x="4550" y="7734"/>
                </a:cubicBezTo>
                <a:cubicBezTo>
                  <a:pt x="0" y="14558"/>
                  <a:pt x="910" y="20380"/>
                  <a:pt x="7189" y="25294"/>
                </a:cubicBezTo>
                <a:lnTo>
                  <a:pt x="31845" y="44491"/>
                </a:lnTo>
                <a:cubicBezTo>
                  <a:pt x="38213" y="49313"/>
                  <a:pt x="43581" y="48403"/>
                  <a:pt x="48131" y="41579"/>
                </a:cubicBezTo>
                <a:cubicBezTo>
                  <a:pt x="52680" y="34755"/>
                  <a:pt x="51770" y="28933"/>
                  <a:pt x="45493" y="24019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12" name="pdf-path-609">
            <a:extLst xmlns:a="http://schemas.openxmlformats.org/drawingml/2006/main">
              <a:ext uri="{FF2B5EF4-FFF2-40B4-BE49-F238E27FC236}">
                <a16:creationId xmlns:a16="http://schemas.microsoft.com/office/drawing/2014/main" id="{9E06C2B3-2DB8-4C1E-8623-8624C5D73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357" y="1606639"/>
            <a:ext cx="35119" cy="39396"/>
          </a:xfrm>
          <a:custGeom xmlns:a="http://schemas.openxmlformats.org/drawingml/2006/main">
            <a:pathLst>
              <a:path w="35119" h="39396">
                <a:moveTo>
                  <a:pt x="30296" y="17013"/>
                </a:moveTo>
                <a:lnTo>
                  <a:pt x="22837" y="7006"/>
                </a:lnTo>
                <a:cubicBezTo>
                  <a:pt x="18015" y="637"/>
                  <a:pt x="12645" y="0"/>
                  <a:pt x="6641" y="5095"/>
                </a:cubicBezTo>
                <a:cubicBezTo>
                  <a:pt x="637" y="10190"/>
                  <a:pt x="0" y="15922"/>
                  <a:pt x="4821" y="22382"/>
                </a:cubicBezTo>
                <a:lnTo>
                  <a:pt x="12282" y="32390"/>
                </a:lnTo>
                <a:cubicBezTo>
                  <a:pt x="17104" y="38759"/>
                  <a:pt x="22472" y="39396"/>
                  <a:pt x="28477" y="34301"/>
                </a:cubicBezTo>
                <a:cubicBezTo>
                  <a:pt x="34480" y="29205"/>
                  <a:pt x="35119" y="23474"/>
                  <a:pt x="30296" y="17013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13" name="pdf-path-611">
            <a:extLst xmlns:a="http://schemas.openxmlformats.org/drawingml/2006/main">
              <a:ext uri="{FF2B5EF4-FFF2-40B4-BE49-F238E27FC236}">
                <a16:creationId xmlns:a16="http://schemas.microsoft.com/office/drawing/2014/main" id="{7A20FCF0-D8FB-41CF-93FB-0E2A450E4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1996" y="1955922"/>
            <a:ext cx="212900" cy="169501"/>
          </a:xfrm>
          <a:custGeom xmlns:a="http://schemas.openxmlformats.org/drawingml/2006/main">
            <a:pathLst>
              <a:path w="212900" h="169501">
                <a:moveTo>
                  <a:pt x="192520" y="4731"/>
                </a:moveTo>
                <a:lnTo>
                  <a:pt x="7187" y="144572"/>
                </a:lnTo>
                <a:cubicBezTo>
                  <a:pt x="910" y="149303"/>
                  <a:pt x="0" y="155035"/>
                  <a:pt x="4367" y="161768"/>
                </a:cubicBezTo>
                <a:cubicBezTo>
                  <a:pt x="8736" y="168500"/>
                  <a:pt x="14103" y="169501"/>
                  <a:pt x="20380" y="164769"/>
                </a:cubicBezTo>
                <a:lnTo>
                  <a:pt x="205712" y="24929"/>
                </a:lnTo>
                <a:cubicBezTo>
                  <a:pt x="211991" y="20198"/>
                  <a:pt x="212900" y="14466"/>
                  <a:pt x="208533" y="7734"/>
                </a:cubicBezTo>
                <a:cubicBezTo>
                  <a:pt x="204165" y="1000"/>
                  <a:pt x="198797" y="0"/>
                  <a:pt x="192520" y="4731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14" name="pdf-path-613">
            <a:extLst xmlns:a="http://schemas.openxmlformats.org/drawingml/2006/main">
              <a:ext uri="{FF2B5EF4-FFF2-40B4-BE49-F238E27FC236}">
                <a16:creationId xmlns:a16="http://schemas.microsoft.com/office/drawing/2014/main" id="{CC772E59-FD92-41A7-9C41-70F670209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6700" y="1884228"/>
            <a:ext cx="40032" cy="82522"/>
          </a:xfrm>
          <a:custGeom xmlns:a="http://schemas.openxmlformats.org/drawingml/2006/main">
            <a:pathLst>
              <a:path w="40032" h="82522">
                <a:moveTo>
                  <a:pt x="24565" y="71603"/>
                </a:moveTo>
                <a:lnTo>
                  <a:pt x="38031" y="17287"/>
                </a:lnTo>
                <a:cubicBezTo>
                  <a:pt x="40032" y="9280"/>
                  <a:pt x="37302" y="4276"/>
                  <a:pt x="29751" y="2184"/>
                </a:cubicBezTo>
                <a:cubicBezTo>
                  <a:pt x="22289" y="0"/>
                  <a:pt x="17469" y="3002"/>
                  <a:pt x="15466" y="11010"/>
                </a:cubicBezTo>
                <a:lnTo>
                  <a:pt x="2000" y="65235"/>
                </a:lnTo>
                <a:cubicBezTo>
                  <a:pt x="0" y="73241"/>
                  <a:pt x="2820" y="78336"/>
                  <a:pt x="10281" y="80429"/>
                </a:cubicBezTo>
                <a:cubicBezTo>
                  <a:pt x="17831" y="82522"/>
                  <a:pt x="22563" y="79610"/>
                  <a:pt x="24565" y="71603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15" name="pdf-path-615">
            <a:extLst xmlns:a="http://schemas.openxmlformats.org/drawingml/2006/main">
              <a:ext uri="{FF2B5EF4-FFF2-40B4-BE49-F238E27FC236}">
                <a16:creationId xmlns:a16="http://schemas.microsoft.com/office/drawing/2014/main" id="{3AB9ED17-FBC4-472B-ACEE-782D7EAB6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0275" y="2107409"/>
            <a:ext cx="73696" cy="36302"/>
          </a:xfrm>
          <a:custGeom xmlns:a="http://schemas.openxmlformats.org/drawingml/2006/main">
            <a:pathLst>
              <a:path w="73696" h="36302">
                <a:moveTo>
                  <a:pt x="10737" y="26203"/>
                </a:moveTo>
                <a:lnTo>
                  <a:pt x="59321" y="34937"/>
                </a:lnTo>
                <a:cubicBezTo>
                  <a:pt x="66873" y="36302"/>
                  <a:pt x="71240" y="32845"/>
                  <a:pt x="72514" y="24565"/>
                </a:cubicBezTo>
                <a:cubicBezTo>
                  <a:pt x="73696" y="16285"/>
                  <a:pt x="70604" y="11464"/>
                  <a:pt x="63052" y="10099"/>
                </a:cubicBezTo>
                <a:lnTo>
                  <a:pt x="14376" y="1365"/>
                </a:lnTo>
                <a:cubicBezTo>
                  <a:pt x="6915" y="0"/>
                  <a:pt x="2548" y="3458"/>
                  <a:pt x="1275" y="11737"/>
                </a:cubicBezTo>
                <a:cubicBezTo>
                  <a:pt x="0" y="20016"/>
                  <a:pt x="3185" y="24838"/>
                  <a:pt x="10737" y="26203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16" name="pdf-path-617">
            <a:extLst xmlns:a="http://schemas.openxmlformats.org/drawingml/2006/main">
              <a:ext uri="{FF2B5EF4-FFF2-40B4-BE49-F238E27FC236}">
                <a16:creationId xmlns:a16="http://schemas.microsoft.com/office/drawing/2014/main" id="{7D54C382-2914-4F8D-B80F-43AE75D58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5851" y="2137433"/>
            <a:ext cx="42215" cy="82157"/>
          </a:xfrm>
          <a:custGeom xmlns:a="http://schemas.openxmlformats.org/drawingml/2006/main">
            <a:pathLst>
              <a:path w="42215" h="82157">
                <a:moveTo>
                  <a:pt x="17922" y="10553"/>
                </a:moveTo>
                <a:lnTo>
                  <a:pt x="2274" y="64143"/>
                </a:lnTo>
                <a:cubicBezTo>
                  <a:pt x="0" y="72058"/>
                  <a:pt x="2546" y="77244"/>
                  <a:pt x="9917" y="79701"/>
                </a:cubicBezTo>
                <a:cubicBezTo>
                  <a:pt x="17195" y="82157"/>
                  <a:pt x="22017" y="79428"/>
                  <a:pt x="24292" y="71603"/>
                </a:cubicBezTo>
                <a:lnTo>
                  <a:pt x="39850" y="18015"/>
                </a:lnTo>
                <a:cubicBezTo>
                  <a:pt x="42215" y="10099"/>
                  <a:pt x="39667" y="4913"/>
                  <a:pt x="32299" y="2457"/>
                </a:cubicBezTo>
                <a:cubicBezTo>
                  <a:pt x="25021" y="0"/>
                  <a:pt x="20198" y="2729"/>
                  <a:pt x="17922" y="10553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17" name="pdf-path-619">
            <a:extLst xmlns:a="http://schemas.openxmlformats.org/drawingml/2006/main">
              <a:ext uri="{FF2B5EF4-FFF2-40B4-BE49-F238E27FC236}">
                <a16:creationId xmlns:a16="http://schemas.microsoft.com/office/drawing/2014/main" id="{CAC6D20F-80B2-4CEC-B555-123C69AD4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676" y="2206034"/>
            <a:ext cx="47584" cy="27295"/>
          </a:xfrm>
          <a:custGeom xmlns:a="http://schemas.openxmlformats.org/drawingml/2006/main">
            <a:pathLst>
              <a:path w="47584" h="27295">
                <a:moveTo>
                  <a:pt x="36484" y="2457"/>
                </a:moveTo>
                <a:lnTo>
                  <a:pt x="12739" y="637"/>
                </a:lnTo>
                <a:cubicBezTo>
                  <a:pt x="5096" y="0"/>
                  <a:pt x="1092" y="3822"/>
                  <a:pt x="548" y="11827"/>
                </a:cubicBezTo>
                <a:cubicBezTo>
                  <a:pt x="0" y="19925"/>
                  <a:pt x="3459" y="24293"/>
                  <a:pt x="11101" y="24839"/>
                </a:cubicBezTo>
                <a:lnTo>
                  <a:pt x="34847" y="26658"/>
                </a:lnTo>
                <a:cubicBezTo>
                  <a:pt x="42399" y="27295"/>
                  <a:pt x="46492" y="23565"/>
                  <a:pt x="47040" y="15467"/>
                </a:cubicBezTo>
                <a:cubicBezTo>
                  <a:pt x="47584" y="7370"/>
                  <a:pt x="44036" y="3002"/>
                  <a:pt x="36484" y="2457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18" name="pdf-path-621">
            <a:extLst xmlns:a="http://schemas.openxmlformats.org/drawingml/2006/main">
              <a:ext uri="{FF2B5EF4-FFF2-40B4-BE49-F238E27FC236}">
                <a16:creationId xmlns:a16="http://schemas.microsoft.com/office/drawing/2014/main" id="{1A7F9364-2D55-4087-B998-8C8EC934F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0976" y="1962837"/>
            <a:ext cx="37302" cy="73515"/>
          </a:xfrm>
          <a:custGeom xmlns:a="http://schemas.openxmlformats.org/drawingml/2006/main">
            <a:pathLst>
              <a:path w="37302" h="73515">
                <a:moveTo>
                  <a:pt x="35300" y="56137"/>
                </a:moveTo>
                <a:lnTo>
                  <a:pt x="23927" y="10827"/>
                </a:lnTo>
                <a:cubicBezTo>
                  <a:pt x="21927" y="2912"/>
                  <a:pt x="17286" y="0"/>
                  <a:pt x="10008" y="2184"/>
                </a:cubicBezTo>
                <a:cubicBezTo>
                  <a:pt x="2639" y="4367"/>
                  <a:pt x="0" y="9463"/>
                  <a:pt x="2000" y="17469"/>
                </a:cubicBezTo>
                <a:lnTo>
                  <a:pt x="13374" y="62687"/>
                </a:lnTo>
                <a:cubicBezTo>
                  <a:pt x="15376" y="70603"/>
                  <a:pt x="20017" y="73515"/>
                  <a:pt x="27386" y="71331"/>
                </a:cubicBezTo>
                <a:cubicBezTo>
                  <a:pt x="34664" y="69147"/>
                  <a:pt x="37302" y="64052"/>
                  <a:pt x="35300" y="56137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19" name="pdf-path-623">
            <a:extLst xmlns:a="http://schemas.openxmlformats.org/drawingml/2006/main">
              <a:ext uri="{FF2B5EF4-FFF2-40B4-BE49-F238E27FC236}">
                <a16:creationId xmlns:a16="http://schemas.microsoft.com/office/drawing/2014/main" id="{015C6954-9A8A-4A72-97DC-52C6F2FD2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9454" y="2020975"/>
            <a:ext cx="53498" cy="26385"/>
          </a:xfrm>
          <a:custGeom xmlns:a="http://schemas.openxmlformats.org/drawingml/2006/main">
            <a:pathLst>
              <a:path w="53498" h="26385">
                <a:moveTo>
                  <a:pt x="41488" y="182"/>
                </a:moveTo>
                <a:lnTo>
                  <a:pt x="11464" y="1001"/>
                </a:lnTo>
                <a:cubicBezTo>
                  <a:pt x="3821" y="1274"/>
                  <a:pt x="0" y="5551"/>
                  <a:pt x="272" y="13920"/>
                </a:cubicBezTo>
                <a:cubicBezTo>
                  <a:pt x="455" y="22291"/>
                  <a:pt x="4367" y="26385"/>
                  <a:pt x="12010" y="26203"/>
                </a:cubicBezTo>
                <a:lnTo>
                  <a:pt x="42125" y="25294"/>
                </a:lnTo>
                <a:cubicBezTo>
                  <a:pt x="49767" y="25111"/>
                  <a:pt x="53498" y="20835"/>
                  <a:pt x="53315" y="12465"/>
                </a:cubicBezTo>
                <a:cubicBezTo>
                  <a:pt x="53133" y="4095"/>
                  <a:pt x="49221" y="0"/>
                  <a:pt x="41488" y="182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20" name="pdf-path-625">
            <a:extLst xmlns:a="http://schemas.openxmlformats.org/drawingml/2006/main">
              <a:ext uri="{FF2B5EF4-FFF2-40B4-BE49-F238E27FC236}">
                <a16:creationId xmlns:a16="http://schemas.microsoft.com/office/drawing/2014/main" id="{603F4296-9D15-4F6E-B4F0-BD31130E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2587" y="2025706"/>
            <a:ext cx="38759" cy="35029"/>
          </a:xfrm>
          <a:custGeom xmlns:a="http://schemas.openxmlformats.org/drawingml/2006/main">
            <a:pathLst>
              <a:path w="38759" h="35029">
                <a:moveTo>
                  <a:pt x="30115" y="9554"/>
                </a:moveTo>
                <a:lnTo>
                  <a:pt x="19290" y="3731"/>
                </a:lnTo>
                <a:cubicBezTo>
                  <a:pt x="12374" y="0"/>
                  <a:pt x="7097" y="1820"/>
                  <a:pt x="3547" y="9099"/>
                </a:cubicBezTo>
                <a:cubicBezTo>
                  <a:pt x="0" y="16286"/>
                  <a:pt x="1728" y="21837"/>
                  <a:pt x="8644" y="25476"/>
                </a:cubicBezTo>
                <a:lnTo>
                  <a:pt x="19471" y="31298"/>
                </a:lnTo>
                <a:cubicBezTo>
                  <a:pt x="26384" y="35029"/>
                  <a:pt x="31662" y="33301"/>
                  <a:pt x="35211" y="26022"/>
                </a:cubicBezTo>
                <a:cubicBezTo>
                  <a:pt x="38759" y="18743"/>
                  <a:pt x="37030" y="13284"/>
                  <a:pt x="30115" y="9554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21" name="pdf-path-627">
            <a:extLst xmlns:a="http://schemas.openxmlformats.org/drawingml/2006/main">
              <a:ext uri="{FF2B5EF4-FFF2-40B4-BE49-F238E27FC236}">
                <a16:creationId xmlns:a16="http://schemas.microsoft.com/office/drawing/2014/main" id="{75C920A9-1163-455C-811A-3430874D4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498" y="1616375"/>
            <a:ext cx="222361" cy="154398"/>
          </a:xfrm>
          <a:custGeom xmlns:a="http://schemas.openxmlformats.org/drawingml/2006/main">
            <a:pathLst>
              <a:path w="222361" h="154398">
                <a:moveTo>
                  <a:pt x="202802" y="4185"/>
                </a:moveTo>
                <a:lnTo>
                  <a:pt x="7916" y="128923"/>
                </a:lnTo>
                <a:cubicBezTo>
                  <a:pt x="1366" y="133108"/>
                  <a:pt x="0" y="138749"/>
                  <a:pt x="3912" y="145845"/>
                </a:cubicBezTo>
                <a:cubicBezTo>
                  <a:pt x="7824" y="152942"/>
                  <a:pt x="13102" y="154398"/>
                  <a:pt x="19652" y="150212"/>
                </a:cubicBezTo>
                <a:lnTo>
                  <a:pt x="214447" y="25566"/>
                </a:lnTo>
                <a:cubicBezTo>
                  <a:pt x="221088" y="21290"/>
                  <a:pt x="222361" y="15649"/>
                  <a:pt x="218542" y="8552"/>
                </a:cubicBezTo>
                <a:cubicBezTo>
                  <a:pt x="214628" y="1456"/>
                  <a:pt x="209352" y="0"/>
                  <a:pt x="202802" y="4185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22" name="pdf-path-629">
            <a:extLst xmlns:a="http://schemas.openxmlformats.org/drawingml/2006/main">
              <a:ext uri="{FF2B5EF4-FFF2-40B4-BE49-F238E27FC236}">
                <a16:creationId xmlns:a16="http://schemas.microsoft.com/office/drawing/2014/main" id="{ACAF4363-7AB1-427B-8076-C9B532C68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3936" y="1547774"/>
            <a:ext cx="44036" cy="81885"/>
          </a:xfrm>
          <a:custGeom xmlns:a="http://schemas.openxmlformats.org/drawingml/2006/main">
            <a:pathLst>
              <a:path w="44036" h="81885">
                <a:moveTo>
                  <a:pt x="24293" y="71512"/>
                </a:moveTo>
                <a:lnTo>
                  <a:pt x="41488" y="18560"/>
                </a:lnTo>
                <a:cubicBezTo>
                  <a:pt x="44036" y="10736"/>
                  <a:pt x="41671" y="5458"/>
                  <a:pt x="34392" y="2729"/>
                </a:cubicBezTo>
                <a:cubicBezTo>
                  <a:pt x="27113" y="0"/>
                  <a:pt x="22291" y="2547"/>
                  <a:pt x="19745" y="10372"/>
                </a:cubicBezTo>
                <a:lnTo>
                  <a:pt x="2548" y="63324"/>
                </a:lnTo>
                <a:cubicBezTo>
                  <a:pt x="0" y="71148"/>
                  <a:pt x="2367" y="76425"/>
                  <a:pt x="9645" y="79155"/>
                </a:cubicBezTo>
                <a:cubicBezTo>
                  <a:pt x="16923" y="81885"/>
                  <a:pt x="21836" y="79336"/>
                  <a:pt x="24293" y="71512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23" name="pdf-path-631">
            <a:extLst xmlns:a="http://schemas.openxmlformats.org/drawingml/2006/main">
              <a:ext uri="{FF2B5EF4-FFF2-40B4-BE49-F238E27FC236}">
                <a16:creationId xmlns:a16="http://schemas.microsoft.com/office/drawing/2014/main" id="{106FA878-7C6A-41CE-A4EC-EFF92F79B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7" y="1755123"/>
            <a:ext cx="72604" cy="48767"/>
          </a:xfrm>
          <a:custGeom xmlns:a="http://schemas.openxmlformats.org/drawingml/2006/main">
            <a:pathLst>
              <a:path w="72604" h="48767">
                <a:moveTo>
                  <a:pt x="9190" y="25839"/>
                </a:moveTo>
                <a:lnTo>
                  <a:pt x="54864" y="45765"/>
                </a:lnTo>
                <a:cubicBezTo>
                  <a:pt x="61958" y="48767"/>
                  <a:pt x="66964" y="46492"/>
                  <a:pt x="69784" y="38941"/>
                </a:cubicBezTo>
                <a:cubicBezTo>
                  <a:pt x="72604" y="31298"/>
                  <a:pt x="70511" y="26021"/>
                  <a:pt x="63505" y="22928"/>
                </a:cubicBezTo>
                <a:lnTo>
                  <a:pt x="17833" y="3002"/>
                </a:lnTo>
                <a:cubicBezTo>
                  <a:pt x="10737" y="0"/>
                  <a:pt x="5733" y="2274"/>
                  <a:pt x="2911" y="9826"/>
                </a:cubicBezTo>
                <a:cubicBezTo>
                  <a:pt x="0" y="17470"/>
                  <a:pt x="2093" y="22837"/>
                  <a:pt x="9190" y="25839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24" name="pdf-path-633">
            <a:extLst xmlns:a="http://schemas.openxmlformats.org/drawingml/2006/main">
              <a:ext uri="{FF2B5EF4-FFF2-40B4-BE49-F238E27FC236}">
                <a16:creationId xmlns:a16="http://schemas.microsoft.com/office/drawing/2014/main" id="{B6B1B7F4-DE06-4B72-8382-488E6B81F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3616" y="1797794"/>
            <a:ext cx="43946" cy="81885"/>
          </a:xfrm>
          <a:custGeom xmlns:a="http://schemas.openxmlformats.org/drawingml/2006/main">
            <a:pathLst>
              <a:path w="43946" h="81885">
                <a:moveTo>
                  <a:pt x="19654" y="10373"/>
                </a:moveTo>
                <a:lnTo>
                  <a:pt x="2548" y="63416"/>
                </a:lnTo>
                <a:cubicBezTo>
                  <a:pt x="0" y="71240"/>
                  <a:pt x="2457" y="76517"/>
                  <a:pt x="9645" y="79156"/>
                </a:cubicBezTo>
                <a:cubicBezTo>
                  <a:pt x="16923" y="81885"/>
                  <a:pt x="21836" y="79337"/>
                  <a:pt x="24384" y="71512"/>
                </a:cubicBezTo>
                <a:lnTo>
                  <a:pt x="41397" y="18470"/>
                </a:lnTo>
                <a:cubicBezTo>
                  <a:pt x="43946" y="10737"/>
                  <a:pt x="41579" y="5460"/>
                  <a:pt x="34301" y="2729"/>
                </a:cubicBezTo>
                <a:cubicBezTo>
                  <a:pt x="27113" y="0"/>
                  <a:pt x="22200" y="2548"/>
                  <a:pt x="19654" y="10373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25" name="pdf-path-635">
            <a:extLst xmlns:a="http://schemas.openxmlformats.org/drawingml/2006/main">
              <a:ext uri="{FF2B5EF4-FFF2-40B4-BE49-F238E27FC236}">
                <a16:creationId xmlns:a16="http://schemas.microsoft.com/office/drawing/2014/main" id="{AEBDA0C2-522A-467B-9BA2-9E742FC95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9166" y="1874311"/>
            <a:ext cx="43400" cy="49494"/>
          </a:xfrm>
          <a:custGeom xmlns:a="http://schemas.openxmlformats.org/drawingml/2006/main">
            <a:pathLst>
              <a:path w="43400" h="49494">
                <a:moveTo>
                  <a:pt x="38303" y="26203"/>
                </a:moveTo>
                <a:lnTo>
                  <a:pt x="22291" y="6641"/>
                </a:lnTo>
                <a:cubicBezTo>
                  <a:pt x="17197" y="364"/>
                  <a:pt x="11828" y="0"/>
                  <a:pt x="6007" y="5550"/>
                </a:cubicBezTo>
                <a:cubicBezTo>
                  <a:pt x="274" y="11191"/>
                  <a:pt x="0" y="17105"/>
                  <a:pt x="5096" y="23291"/>
                </a:cubicBezTo>
                <a:lnTo>
                  <a:pt x="21109" y="42944"/>
                </a:lnTo>
                <a:cubicBezTo>
                  <a:pt x="26203" y="49131"/>
                  <a:pt x="31662" y="49494"/>
                  <a:pt x="37395" y="43945"/>
                </a:cubicBezTo>
                <a:cubicBezTo>
                  <a:pt x="43126" y="38394"/>
                  <a:pt x="43400" y="32481"/>
                  <a:pt x="38303" y="26203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26" name="pdf-path-637">
            <a:extLst xmlns:a="http://schemas.openxmlformats.org/drawingml/2006/main">
              <a:ext uri="{FF2B5EF4-FFF2-40B4-BE49-F238E27FC236}">
                <a16:creationId xmlns:a16="http://schemas.microsoft.com/office/drawing/2014/main" id="{73584ADA-E4B3-4A9C-B7BE-36F26FDB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9297" y="1626201"/>
            <a:ext cx="28022" cy="73059"/>
          </a:xfrm>
          <a:custGeom xmlns:a="http://schemas.openxmlformats.org/drawingml/2006/main">
            <a:pathLst>
              <a:path w="28022" h="73059">
                <a:moveTo>
                  <a:pt x="23018" y="61140"/>
                </a:moveTo>
                <a:lnTo>
                  <a:pt x="27202" y="14466"/>
                </a:lnTo>
                <a:cubicBezTo>
                  <a:pt x="28022" y="6187"/>
                  <a:pt x="24656" y="1728"/>
                  <a:pt x="17195" y="910"/>
                </a:cubicBezTo>
                <a:cubicBezTo>
                  <a:pt x="9826" y="0"/>
                  <a:pt x="5731" y="3730"/>
                  <a:pt x="5004" y="11919"/>
                </a:cubicBezTo>
                <a:lnTo>
                  <a:pt x="727" y="58593"/>
                </a:lnTo>
                <a:cubicBezTo>
                  <a:pt x="0" y="66872"/>
                  <a:pt x="3366" y="71331"/>
                  <a:pt x="10737" y="72241"/>
                </a:cubicBezTo>
                <a:cubicBezTo>
                  <a:pt x="18105" y="73059"/>
                  <a:pt x="22200" y="69329"/>
                  <a:pt x="23018" y="61140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27" name="pdf-path-639">
            <a:extLst xmlns:a="http://schemas.openxmlformats.org/drawingml/2006/main">
              <a:ext uri="{FF2B5EF4-FFF2-40B4-BE49-F238E27FC236}">
                <a16:creationId xmlns:a16="http://schemas.microsoft.com/office/drawing/2014/main" id="{77D84A33-A85F-481C-AEDF-50FCDCDB0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8213" y="1689615"/>
            <a:ext cx="54864" cy="42762"/>
          </a:xfrm>
          <a:custGeom xmlns:a="http://schemas.openxmlformats.org/drawingml/2006/main">
            <a:pathLst>
              <a:path w="54864" h="42762">
                <a:moveTo>
                  <a:pt x="45855" y="16378"/>
                </a:moveTo>
                <a:lnTo>
                  <a:pt x="18196" y="3367"/>
                </a:lnTo>
                <a:cubicBezTo>
                  <a:pt x="11192" y="0"/>
                  <a:pt x="6096" y="2184"/>
                  <a:pt x="3094" y="9826"/>
                </a:cubicBezTo>
                <a:cubicBezTo>
                  <a:pt x="0" y="17560"/>
                  <a:pt x="2002" y="23019"/>
                  <a:pt x="9099" y="26385"/>
                </a:cubicBezTo>
                <a:lnTo>
                  <a:pt x="36666" y="39487"/>
                </a:lnTo>
                <a:cubicBezTo>
                  <a:pt x="43672" y="42762"/>
                  <a:pt x="48768" y="40579"/>
                  <a:pt x="51770" y="32936"/>
                </a:cubicBezTo>
                <a:cubicBezTo>
                  <a:pt x="54864" y="25203"/>
                  <a:pt x="52861" y="19744"/>
                  <a:pt x="45855" y="16378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28" name="pdf-path-641">
            <a:extLst xmlns:a="http://schemas.openxmlformats.org/drawingml/2006/main">
              <a:ext uri="{FF2B5EF4-FFF2-40B4-BE49-F238E27FC236}">
                <a16:creationId xmlns:a16="http://schemas.microsoft.com/office/drawing/2014/main" id="{8E155344-9EDD-4DDA-879C-C244D5C86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8435" y="1718003"/>
            <a:ext cx="36575" cy="37212"/>
          </a:xfrm>
          <a:custGeom xmlns:a="http://schemas.openxmlformats.org/drawingml/2006/main">
            <a:pathLst>
              <a:path w="36575" h="37212">
                <a:moveTo>
                  <a:pt x="30024" y="13010"/>
                </a:moveTo>
                <a:lnTo>
                  <a:pt x="20744" y="5094"/>
                </a:lnTo>
                <a:cubicBezTo>
                  <a:pt x="14830" y="0"/>
                  <a:pt x="9463" y="636"/>
                  <a:pt x="4732" y="7005"/>
                </a:cubicBezTo>
                <a:cubicBezTo>
                  <a:pt x="0" y="13374"/>
                  <a:pt x="637" y="19106"/>
                  <a:pt x="6551" y="24201"/>
                </a:cubicBezTo>
                <a:lnTo>
                  <a:pt x="15831" y="32116"/>
                </a:lnTo>
                <a:cubicBezTo>
                  <a:pt x="21745" y="37212"/>
                  <a:pt x="27113" y="36574"/>
                  <a:pt x="31843" y="30206"/>
                </a:cubicBezTo>
                <a:cubicBezTo>
                  <a:pt x="36575" y="23837"/>
                  <a:pt x="35939" y="18105"/>
                  <a:pt x="30024" y="13010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29" name="pdf-path-643">
            <a:extLst xmlns:a="http://schemas.openxmlformats.org/drawingml/2006/main">
              <a:ext uri="{FF2B5EF4-FFF2-40B4-BE49-F238E27FC236}">
                <a16:creationId xmlns:a16="http://schemas.microsoft.com/office/drawing/2014/main" id="{0C43BF38-E645-4F50-9D44-F11E785DE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482" y="2032712"/>
            <a:ext cx="243835" cy="94532"/>
          </a:xfrm>
          <a:custGeom xmlns:a="http://schemas.openxmlformats.org/drawingml/2006/main">
            <a:pathLst>
              <a:path w="243835" h="94532">
                <a:moveTo>
                  <a:pt x="227639" y="2184"/>
                </a:moveTo>
                <a:lnTo>
                  <a:pt x="10009" y="68329"/>
                </a:lnTo>
                <a:cubicBezTo>
                  <a:pt x="2639" y="70603"/>
                  <a:pt x="0" y="75698"/>
                  <a:pt x="2095" y="83704"/>
                </a:cubicBezTo>
                <a:cubicBezTo>
                  <a:pt x="4095" y="91711"/>
                  <a:pt x="8827" y="94532"/>
                  <a:pt x="16196" y="92348"/>
                </a:cubicBezTo>
                <a:lnTo>
                  <a:pt x="233827" y="26203"/>
                </a:lnTo>
                <a:cubicBezTo>
                  <a:pt x="241105" y="23929"/>
                  <a:pt x="243835" y="18833"/>
                  <a:pt x="241743" y="10827"/>
                </a:cubicBezTo>
                <a:cubicBezTo>
                  <a:pt x="239650" y="2912"/>
                  <a:pt x="235009" y="0"/>
                  <a:pt x="227639" y="2184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30" name="pdf-path-645">
            <a:extLst xmlns:a="http://schemas.openxmlformats.org/drawingml/2006/main">
              <a:ext uri="{FF2B5EF4-FFF2-40B4-BE49-F238E27FC236}">
                <a16:creationId xmlns:a16="http://schemas.microsoft.com/office/drawing/2014/main" id="{4271AE28-C99A-427E-AE55-0461F378A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2670" y="1972299"/>
            <a:ext cx="56955" cy="76153"/>
          </a:xfrm>
          <a:custGeom xmlns:a="http://schemas.openxmlformats.org/drawingml/2006/main">
            <a:pathLst>
              <a:path w="56955" h="76153">
                <a:moveTo>
                  <a:pt x="23383" y="68237"/>
                </a:moveTo>
                <a:lnTo>
                  <a:pt x="52680" y="21927"/>
                </a:lnTo>
                <a:cubicBezTo>
                  <a:pt x="56955" y="15012"/>
                  <a:pt x="55955" y="9280"/>
                  <a:pt x="49586" y="4640"/>
                </a:cubicBezTo>
                <a:cubicBezTo>
                  <a:pt x="43307" y="0"/>
                  <a:pt x="37941" y="1092"/>
                  <a:pt x="33574" y="7916"/>
                </a:cubicBezTo>
                <a:lnTo>
                  <a:pt x="4276" y="54317"/>
                </a:lnTo>
                <a:cubicBezTo>
                  <a:pt x="0" y="61140"/>
                  <a:pt x="1001" y="66872"/>
                  <a:pt x="7370" y="71512"/>
                </a:cubicBezTo>
                <a:cubicBezTo>
                  <a:pt x="13738" y="76153"/>
                  <a:pt x="19016" y="75061"/>
                  <a:pt x="23383" y="68237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31" name="pdf-path-647">
            <a:extLst xmlns:a="http://schemas.openxmlformats.org/drawingml/2006/main">
              <a:ext uri="{FF2B5EF4-FFF2-40B4-BE49-F238E27FC236}">
                <a16:creationId xmlns:a16="http://schemas.microsoft.com/office/drawing/2014/main" id="{BE164CDB-7DC6-40D6-BD73-674853EFC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940" y="2106954"/>
            <a:ext cx="73607" cy="41125"/>
          </a:xfrm>
          <a:custGeom xmlns:a="http://schemas.openxmlformats.org/drawingml/2006/main">
            <a:pathLst>
              <a:path w="73607" h="41125">
                <a:moveTo>
                  <a:pt x="10102" y="25839"/>
                </a:moveTo>
                <a:lnTo>
                  <a:pt x="57776" y="39032"/>
                </a:lnTo>
                <a:cubicBezTo>
                  <a:pt x="65145" y="41125"/>
                  <a:pt x="69786" y="38213"/>
                  <a:pt x="71696" y="30297"/>
                </a:cubicBezTo>
                <a:cubicBezTo>
                  <a:pt x="73607" y="22382"/>
                  <a:pt x="70878" y="17378"/>
                  <a:pt x="63507" y="15285"/>
                </a:cubicBezTo>
                <a:lnTo>
                  <a:pt x="15833" y="2093"/>
                </a:lnTo>
                <a:cubicBezTo>
                  <a:pt x="8462" y="0"/>
                  <a:pt x="3823" y="2912"/>
                  <a:pt x="1912" y="10827"/>
                </a:cubicBezTo>
                <a:cubicBezTo>
                  <a:pt x="0" y="18833"/>
                  <a:pt x="2731" y="23747"/>
                  <a:pt x="10102" y="25839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32" name="pdf-path-649">
            <a:extLst xmlns:a="http://schemas.openxmlformats.org/drawingml/2006/main">
              <a:ext uri="{FF2B5EF4-FFF2-40B4-BE49-F238E27FC236}">
                <a16:creationId xmlns:a16="http://schemas.microsoft.com/office/drawing/2014/main" id="{5BD33C39-C768-45E8-9268-FA57DF8C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2872" y="2141527"/>
            <a:ext cx="49040" cy="80702"/>
          </a:xfrm>
          <a:custGeom xmlns:a="http://schemas.openxmlformats.org/drawingml/2006/main">
            <a:pathLst>
              <a:path w="49040" h="80702">
                <a:moveTo>
                  <a:pt x="24656" y="9644"/>
                </a:moveTo>
                <a:lnTo>
                  <a:pt x="3185" y="60959"/>
                </a:lnTo>
                <a:cubicBezTo>
                  <a:pt x="0" y="68510"/>
                  <a:pt x="2002" y="73969"/>
                  <a:pt x="9099" y="77336"/>
                </a:cubicBezTo>
                <a:cubicBezTo>
                  <a:pt x="16196" y="80702"/>
                  <a:pt x="21290" y="78609"/>
                  <a:pt x="24475" y="71058"/>
                </a:cubicBezTo>
                <a:lnTo>
                  <a:pt x="45946" y="19835"/>
                </a:lnTo>
                <a:cubicBezTo>
                  <a:pt x="49040" y="12283"/>
                  <a:pt x="47129" y="6824"/>
                  <a:pt x="40034" y="3366"/>
                </a:cubicBezTo>
                <a:cubicBezTo>
                  <a:pt x="32937" y="0"/>
                  <a:pt x="27841" y="2092"/>
                  <a:pt x="24656" y="9644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33" name="pdf-path-651">
            <a:extLst xmlns:a="http://schemas.openxmlformats.org/drawingml/2006/main">
              <a:ext uri="{FF2B5EF4-FFF2-40B4-BE49-F238E27FC236}">
                <a16:creationId xmlns:a16="http://schemas.microsoft.com/office/drawing/2014/main" id="{7C98F573-6062-4CFE-918B-53B68E834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2152" y="2208763"/>
            <a:ext cx="48676" cy="31844"/>
          </a:xfrm>
          <a:custGeom xmlns:a="http://schemas.openxmlformats.org/drawingml/2006/main">
            <a:pathLst>
              <a:path w="48676" h="31844">
                <a:moveTo>
                  <a:pt x="38213" y="6278"/>
                </a:moveTo>
                <a:lnTo>
                  <a:pt x="14832" y="1547"/>
                </a:lnTo>
                <a:cubicBezTo>
                  <a:pt x="7278" y="0"/>
                  <a:pt x="2820" y="3185"/>
                  <a:pt x="1456" y="11191"/>
                </a:cubicBezTo>
                <a:cubicBezTo>
                  <a:pt x="0" y="19198"/>
                  <a:pt x="3003" y="24019"/>
                  <a:pt x="10463" y="25566"/>
                </a:cubicBezTo>
                <a:lnTo>
                  <a:pt x="33846" y="30297"/>
                </a:lnTo>
                <a:cubicBezTo>
                  <a:pt x="41397" y="31844"/>
                  <a:pt x="45855" y="28568"/>
                  <a:pt x="47221" y="20562"/>
                </a:cubicBezTo>
                <a:cubicBezTo>
                  <a:pt x="48676" y="12556"/>
                  <a:pt x="45672" y="7825"/>
                  <a:pt x="38213" y="6278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34" name="pdf-path-653">
            <a:extLst xmlns:a="http://schemas.openxmlformats.org/drawingml/2006/main">
              <a:ext uri="{FF2B5EF4-FFF2-40B4-BE49-F238E27FC236}">
                <a16:creationId xmlns:a16="http://schemas.microsoft.com/office/drawing/2014/main" id="{24E7DB07-4A93-4C6C-806E-6B2D85073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2034" y="2045085"/>
            <a:ext cx="22928" cy="71785"/>
          </a:xfrm>
          <a:custGeom xmlns:a="http://schemas.openxmlformats.org/drawingml/2006/main">
            <a:pathLst>
              <a:path w="22928" h="71785">
                <a:moveTo>
                  <a:pt x="22928" y="59230"/>
                </a:moveTo>
                <a:lnTo>
                  <a:pt x="22656" y="12374"/>
                </a:lnTo>
                <a:cubicBezTo>
                  <a:pt x="22656" y="4094"/>
                  <a:pt x="18833" y="0"/>
                  <a:pt x="11282" y="0"/>
                </a:cubicBezTo>
                <a:cubicBezTo>
                  <a:pt x="3729" y="92"/>
                  <a:pt x="0" y="4186"/>
                  <a:pt x="91" y="12465"/>
                </a:cubicBezTo>
                <a:lnTo>
                  <a:pt x="272" y="59412"/>
                </a:lnTo>
                <a:cubicBezTo>
                  <a:pt x="272" y="67691"/>
                  <a:pt x="4093" y="71785"/>
                  <a:pt x="11645" y="71695"/>
                </a:cubicBezTo>
                <a:cubicBezTo>
                  <a:pt x="19197" y="71695"/>
                  <a:pt x="22928" y="67510"/>
                  <a:pt x="22928" y="59230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35" name="pdf-path-655">
            <a:extLst xmlns:a="http://schemas.openxmlformats.org/drawingml/2006/main">
              <a:ext uri="{FF2B5EF4-FFF2-40B4-BE49-F238E27FC236}">
                <a16:creationId xmlns:a16="http://schemas.microsoft.com/office/drawing/2014/main" id="{AE548420-5642-42AF-B35F-15DD42437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2952" y="2107136"/>
            <a:ext cx="55226" cy="35574"/>
          </a:xfrm>
          <a:custGeom xmlns:a="http://schemas.openxmlformats.org/drawingml/2006/main">
            <a:pathLst>
              <a:path w="55226" h="35574">
                <a:moveTo>
                  <a:pt x="44854" y="9189"/>
                </a:moveTo>
                <a:lnTo>
                  <a:pt x="15466" y="1911"/>
                </a:lnTo>
                <a:cubicBezTo>
                  <a:pt x="8007" y="0"/>
                  <a:pt x="3457" y="3185"/>
                  <a:pt x="1728" y="11372"/>
                </a:cubicBezTo>
                <a:cubicBezTo>
                  <a:pt x="0" y="19562"/>
                  <a:pt x="2913" y="24565"/>
                  <a:pt x="10372" y="26385"/>
                </a:cubicBezTo>
                <a:lnTo>
                  <a:pt x="39667" y="33663"/>
                </a:lnTo>
                <a:cubicBezTo>
                  <a:pt x="47221" y="35574"/>
                  <a:pt x="51770" y="32389"/>
                  <a:pt x="53498" y="24202"/>
                </a:cubicBezTo>
                <a:cubicBezTo>
                  <a:pt x="55226" y="16104"/>
                  <a:pt x="52315" y="11009"/>
                  <a:pt x="44854" y="9189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36" name="pdf-path-657">
            <a:extLst xmlns:a="http://schemas.openxmlformats.org/drawingml/2006/main">
              <a:ext uri="{FF2B5EF4-FFF2-40B4-BE49-F238E27FC236}">
                <a16:creationId xmlns:a16="http://schemas.microsoft.com/office/drawing/2014/main" id="{AAD3C468-DB2E-482B-8235-704EC8634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4993" y="2126424"/>
            <a:ext cx="36301" cy="38487"/>
          </a:xfrm>
          <a:custGeom xmlns:a="http://schemas.openxmlformats.org/drawingml/2006/main">
            <a:pathLst>
              <a:path w="36301" h="38487">
                <a:moveTo>
                  <a:pt x="30024" y="13921"/>
                </a:moveTo>
                <a:lnTo>
                  <a:pt x="20927" y="5460"/>
                </a:lnTo>
                <a:cubicBezTo>
                  <a:pt x="15104" y="0"/>
                  <a:pt x="9735" y="546"/>
                  <a:pt x="4913" y="6915"/>
                </a:cubicBezTo>
                <a:cubicBezTo>
                  <a:pt x="0" y="13375"/>
                  <a:pt x="455" y="19289"/>
                  <a:pt x="6279" y="24657"/>
                </a:cubicBezTo>
                <a:lnTo>
                  <a:pt x="15378" y="33118"/>
                </a:lnTo>
                <a:cubicBezTo>
                  <a:pt x="21109" y="38487"/>
                  <a:pt x="26477" y="38031"/>
                  <a:pt x="31390" y="31571"/>
                </a:cubicBezTo>
                <a:cubicBezTo>
                  <a:pt x="36301" y="25203"/>
                  <a:pt x="35757" y="19289"/>
                  <a:pt x="30024" y="13921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37" name="pdf-path-659">
            <a:extLst xmlns:a="http://schemas.openxmlformats.org/drawingml/2006/main">
              <a:ext uri="{FF2B5EF4-FFF2-40B4-BE49-F238E27FC236}">
                <a16:creationId xmlns:a16="http://schemas.microsoft.com/office/drawing/2014/main" id="{405E5129-3641-46BB-8CDB-7E7CD3AA0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2997" y="1573795"/>
            <a:ext cx="228549" cy="144390"/>
          </a:xfrm>
          <a:custGeom xmlns:a="http://schemas.openxmlformats.org/drawingml/2006/main">
            <a:pathLst>
              <a:path w="228549" h="144390">
                <a:moveTo>
                  <a:pt x="209352" y="3821"/>
                </a:moveTo>
                <a:lnTo>
                  <a:pt x="8461" y="118641"/>
                </a:lnTo>
                <a:cubicBezTo>
                  <a:pt x="1638" y="122554"/>
                  <a:pt x="0" y="128104"/>
                  <a:pt x="3640" y="135382"/>
                </a:cubicBezTo>
                <a:cubicBezTo>
                  <a:pt x="7278" y="142660"/>
                  <a:pt x="12465" y="144390"/>
                  <a:pt x="19197" y="140568"/>
                </a:cubicBezTo>
                <a:lnTo>
                  <a:pt x="220087" y="25748"/>
                </a:lnTo>
                <a:cubicBezTo>
                  <a:pt x="226910" y="21836"/>
                  <a:pt x="228549" y="16285"/>
                  <a:pt x="224910" y="9007"/>
                </a:cubicBezTo>
                <a:cubicBezTo>
                  <a:pt x="221270" y="1728"/>
                  <a:pt x="216084" y="0"/>
                  <a:pt x="209352" y="3821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38" name="pdf-path-661">
            <a:extLst xmlns:a="http://schemas.openxmlformats.org/drawingml/2006/main">
              <a:ext uri="{FF2B5EF4-FFF2-40B4-BE49-F238E27FC236}">
                <a16:creationId xmlns:a16="http://schemas.microsoft.com/office/drawing/2014/main" id="{6B5A5B86-7361-4601-AE61-27966C5AA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895" y="1506194"/>
            <a:ext cx="45493" cy="81248"/>
          </a:xfrm>
          <a:custGeom xmlns:a="http://schemas.openxmlformats.org/drawingml/2006/main">
            <a:pathLst>
              <a:path w="45493" h="81248">
                <a:moveTo>
                  <a:pt x="23657" y="71331"/>
                </a:moveTo>
                <a:lnTo>
                  <a:pt x="42671" y="19198"/>
                </a:lnTo>
                <a:cubicBezTo>
                  <a:pt x="45493" y="11555"/>
                  <a:pt x="43398" y="6187"/>
                  <a:pt x="36394" y="3094"/>
                </a:cubicBezTo>
                <a:cubicBezTo>
                  <a:pt x="29388" y="0"/>
                  <a:pt x="24565" y="2275"/>
                  <a:pt x="21745" y="10008"/>
                </a:cubicBezTo>
                <a:lnTo>
                  <a:pt x="2820" y="62051"/>
                </a:lnTo>
                <a:cubicBezTo>
                  <a:pt x="0" y="69784"/>
                  <a:pt x="2093" y="75152"/>
                  <a:pt x="9008" y="78246"/>
                </a:cubicBezTo>
                <a:cubicBezTo>
                  <a:pt x="16012" y="81248"/>
                  <a:pt x="20925" y="78974"/>
                  <a:pt x="23657" y="71331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39" name="pdf-path-663">
            <a:extLst xmlns:a="http://schemas.openxmlformats.org/drawingml/2006/main">
              <a:ext uri="{FF2B5EF4-FFF2-40B4-BE49-F238E27FC236}">
                <a16:creationId xmlns:a16="http://schemas.microsoft.com/office/drawing/2014/main" id="{2A010605-05A0-42A4-9532-BA9D69EF9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8456" y="1702626"/>
            <a:ext cx="71239" cy="51951"/>
          </a:xfrm>
          <a:custGeom xmlns:a="http://schemas.openxmlformats.org/drawingml/2006/main">
            <a:pathLst>
              <a:path w="71239" h="51951">
                <a:moveTo>
                  <a:pt x="8642" y="25839"/>
                </a:moveTo>
                <a:lnTo>
                  <a:pt x="52861" y="48493"/>
                </a:lnTo>
                <a:cubicBezTo>
                  <a:pt x="59775" y="51951"/>
                  <a:pt x="64779" y="50041"/>
                  <a:pt x="67963" y="42580"/>
                </a:cubicBezTo>
                <a:cubicBezTo>
                  <a:pt x="71239" y="35120"/>
                  <a:pt x="69420" y="29660"/>
                  <a:pt x="62597" y="26112"/>
                </a:cubicBezTo>
                <a:lnTo>
                  <a:pt x="18379" y="3457"/>
                </a:lnTo>
                <a:cubicBezTo>
                  <a:pt x="11555" y="0"/>
                  <a:pt x="6458" y="2001"/>
                  <a:pt x="3275" y="9371"/>
                </a:cubicBezTo>
                <a:cubicBezTo>
                  <a:pt x="0" y="16832"/>
                  <a:pt x="1819" y="22290"/>
                  <a:pt x="8642" y="25839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40" name="pdf-path-665">
            <a:extLst xmlns:a="http://schemas.openxmlformats.org/drawingml/2006/main">
              <a:ext uri="{FF2B5EF4-FFF2-40B4-BE49-F238E27FC236}">
                <a16:creationId xmlns:a16="http://schemas.microsoft.com/office/drawing/2014/main" id="{CB13B9EA-ACB0-4D8C-9FAA-0C9BC827B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833" y="1747390"/>
            <a:ext cx="53133" cy="78336"/>
          </a:xfrm>
          <a:custGeom xmlns:a="http://schemas.openxmlformats.org/drawingml/2006/main">
            <a:pathLst>
              <a:path w="53133" h="78336">
                <a:moveTo>
                  <a:pt x="29569" y="8644"/>
                </a:moveTo>
                <a:lnTo>
                  <a:pt x="3821" y="57319"/>
                </a:lnTo>
                <a:cubicBezTo>
                  <a:pt x="0" y="64416"/>
                  <a:pt x="1364" y="70148"/>
                  <a:pt x="8007" y="74242"/>
                </a:cubicBezTo>
                <a:cubicBezTo>
                  <a:pt x="14558" y="78336"/>
                  <a:pt x="19743" y="76881"/>
                  <a:pt x="23564" y="69693"/>
                </a:cubicBezTo>
                <a:lnTo>
                  <a:pt x="49312" y="21108"/>
                </a:lnTo>
                <a:cubicBezTo>
                  <a:pt x="53133" y="13920"/>
                  <a:pt x="51770" y="8279"/>
                  <a:pt x="45128" y="4094"/>
                </a:cubicBezTo>
                <a:cubicBezTo>
                  <a:pt x="38577" y="0"/>
                  <a:pt x="33390" y="1455"/>
                  <a:pt x="29569" y="8644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41" name="pdf-path-667">
            <a:extLst xmlns:a="http://schemas.openxmlformats.org/drawingml/2006/main">
              <a:ext uri="{FF2B5EF4-FFF2-40B4-BE49-F238E27FC236}">
                <a16:creationId xmlns:a16="http://schemas.microsoft.com/office/drawing/2014/main" id="{2A777CFD-75FA-43EC-BDCE-FE1362242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7016" y="1819539"/>
            <a:ext cx="40668" cy="51860"/>
          </a:xfrm>
          <a:custGeom xmlns:a="http://schemas.openxmlformats.org/drawingml/2006/main">
            <a:pathLst>
              <a:path w="40668" h="51860">
                <a:moveTo>
                  <a:pt x="36484" y="29751"/>
                </a:moveTo>
                <a:lnTo>
                  <a:pt x="23109" y="8007"/>
                </a:lnTo>
                <a:cubicBezTo>
                  <a:pt x="18833" y="1092"/>
                  <a:pt x="13557" y="0"/>
                  <a:pt x="7278" y="4640"/>
                </a:cubicBezTo>
                <a:cubicBezTo>
                  <a:pt x="1092" y="9371"/>
                  <a:pt x="0" y="15194"/>
                  <a:pt x="4276" y="22109"/>
                </a:cubicBezTo>
                <a:lnTo>
                  <a:pt x="17650" y="43854"/>
                </a:lnTo>
                <a:cubicBezTo>
                  <a:pt x="21927" y="50768"/>
                  <a:pt x="27113" y="51860"/>
                  <a:pt x="33390" y="47220"/>
                </a:cubicBezTo>
                <a:cubicBezTo>
                  <a:pt x="39669" y="42489"/>
                  <a:pt x="40668" y="36666"/>
                  <a:pt x="36484" y="29751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42" name="pdf-path-669">
            <a:extLst xmlns:a="http://schemas.openxmlformats.org/drawingml/2006/main">
              <a:ext uri="{FF2B5EF4-FFF2-40B4-BE49-F238E27FC236}">
                <a16:creationId xmlns:a16="http://schemas.microsoft.com/office/drawing/2014/main" id="{ACB9FB62-D45F-4F21-B526-E7C3D31AE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3432" y="1583166"/>
            <a:ext cx="34119" cy="73513"/>
          </a:xfrm>
          <a:custGeom xmlns:a="http://schemas.openxmlformats.org/drawingml/2006/main">
            <a:pathLst>
              <a:path w="34119" h="73513">
                <a:moveTo>
                  <a:pt x="24110" y="62231"/>
                </a:moveTo>
                <a:lnTo>
                  <a:pt x="32663" y="16195"/>
                </a:lnTo>
                <a:cubicBezTo>
                  <a:pt x="34119" y="8097"/>
                  <a:pt x="31116" y="3184"/>
                  <a:pt x="23564" y="1637"/>
                </a:cubicBezTo>
                <a:cubicBezTo>
                  <a:pt x="16014" y="0"/>
                  <a:pt x="11555" y="3275"/>
                  <a:pt x="10008" y="11372"/>
                </a:cubicBezTo>
                <a:lnTo>
                  <a:pt x="1547" y="57318"/>
                </a:lnTo>
                <a:cubicBezTo>
                  <a:pt x="0" y="65416"/>
                  <a:pt x="3003" y="70329"/>
                  <a:pt x="10553" y="71967"/>
                </a:cubicBezTo>
                <a:cubicBezTo>
                  <a:pt x="18105" y="73513"/>
                  <a:pt x="22656" y="70329"/>
                  <a:pt x="24110" y="62231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43" name="pdf-path-671">
            <a:extLst xmlns:a="http://schemas.openxmlformats.org/drawingml/2006/main">
              <a:ext uri="{FF2B5EF4-FFF2-40B4-BE49-F238E27FC236}">
                <a16:creationId xmlns:a16="http://schemas.microsoft.com/office/drawing/2014/main" id="{6D21527A-9760-420A-A8B8-5AEB05093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0528" y="1648037"/>
            <a:ext cx="54134" cy="45765"/>
          </a:xfrm>
          <a:custGeom xmlns:a="http://schemas.openxmlformats.org/drawingml/2006/main">
            <a:pathLst>
              <a:path w="54134" h="45765">
                <a:moveTo>
                  <a:pt x="46037" y="20380"/>
                </a:moveTo>
                <a:lnTo>
                  <a:pt x="19834" y="4094"/>
                </a:lnTo>
                <a:cubicBezTo>
                  <a:pt x="13192" y="0"/>
                  <a:pt x="7824" y="1455"/>
                  <a:pt x="3912" y="8461"/>
                </a:cubicBezTo>
                <a:cubicBezTo>
                  <a:pt x="0" y="15558"/>
                  <a:pt x="1364" y="21198"/>
                  <a:pt x="8005" y="25384"/>
                </a:cubicBezTo>
                <a:lnTo>
                  <a:pt x="34210" y="41670"/>
                </a:lnTo>
                <a:cubicBezTo>
                  <a:pt x="40942" y="45765"/>
                  <a:pt x="46220" y="44309"/>
                  <a:pt x="50132" y="37303"/>
                </a:cubicBezTo>
                <a:cubicBezTo>
                  <a:pt x="54134" y="30206"/>
                  <a:pt x="52678" y="24565"/>
                  <a:pt x="46037" y="20380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44" name="pdf-path-673">
            <a:extLst xmlns:a="http://schemas.openxmlformats.org/drawingml/2006/main">
              <a:ext uri="{FF2B5EF4-FFF2-40B4-BE49-F238E27FC236}">
                <a16:creationId xmlns:a16="http://schemas.microsoft.com/office/drawing/2014/main" id="{A7E83B7B-D241-4ED6-AAF0-AEF95FF7B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7657" y="1683156"/>
            <a:ext cx="35393" cy="38849"/>
          </a:xfrm>
          <a:custGeom xmlns:a="http://schemas.openxmlformats.org/drawingml/2006/main">
            <a:pathLst>
              <a:path w="35393" h="38849">
                <a:moveTo>
                  <a:pt x="30298" y="16103"/>
                </a:moveTo>
                <a:lnTo>
                  <a:pt x="22382" y="6459"/>
                </a:lnTo>
                <a:cubicBezTo>
                  <a:pt x="17287" y="364"/>
                  <a:pt x="11828" y="0"/>
                  <a:pt x="6097" y="5458"/>
                </a:cubicBezTo>
                <a:cubicBezTo>
                  <a:pt x="365" y="10826"/>
                  <a:pt x="0" y="16650"/>
                  <a:pt x="5094" y="22745"/>
                </a:cubicBezTo>
                <a:lnTo>
                  <a:pt x="13011" y="32389"/>
                </a:lnTo>
                <a:cubicBezTo>
                  <a:pt x="18107" y="38486"/>
                  <a:pt x="23564" y="38849"/>
                  <a:pt x="29297" y="33390"/>
                </a:cubicBezTo>
                <a:cubicBezTo>
                  <a:pt x="35028" y="28023"/>
                  <a:pt x="35393" y="22200"/>
                  <a:pt x="30298" y="16103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45" name="pdf-path-675">
            <a:extLst xmlns:a="http://schemas.openxmlformats.org/drawingml/2006/main">
              <a:ext uri="{FF2B5EF4-FFF2-40B4-BE49-F238E27FC236}">
                <a16:creationId xmlns:a16="http://schemas.microsoft.com/office/drawing/2014/main" id="{19B4DB7E-AB69-4E89-8094-F564AC3D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7744" y="2053001"/>
            <a:ext cx="249203" cy="61141"/>
          </a:xfrm>
          <a:custGeom xmlns:a="http://schemas.openxmlformats.org/drawingml/2006/main">
            <a:pathLst>
              <a:path w="249203" h="61141">
                <a:moveTo>
                  <a:pt x="235193" y="1092"/>
                </a:moveTo>
                <a:lnTo>
                  <a:pt x="10827" y="35029"/>
                </a:lnTo>
                <a:cubicBezTo>
                  <a:pt x="3277" y="36211"/>
                  <a:pt x="0" y="40942"/>
                  <a:pt x="1003" y="49222"/>
                </a:cubicBezTo>
                <a:cubicBezTo>
                  <a:pt x="2095" y="57501"/>
                  <a:pt x="6369" y="61141"/>
                  <a:pt x="14012" y="59958"/>
                </a:cubicBezTo>
                <a:lnTo>
                  <a:pt x="238376" y="26022"/>
                </a:lnTo>
                <a:cubicBezTo>
                  <a:pt x="245927" y="24839"/>
                  <a:pt x="249203" y="20199"/>
                  <a:pt x="248202" y="11828"/>
                </a:cubicBezTo>
                <a:cubicBezTo>
                  <a:pt x="247110" y="3548"/>
                  <a:pt x="242833" y="0"/>
                  <a:pt x="235193" y="1092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46" name="pdf-path-677">
            <a:extLst xmlns:a="http://schemas.openxmlformats.org/drawingml/2006/main">
              <a:ext uri="{FF2B5EF4-FFF2-40B4-BE49-F238E27FC236}">
                <a16:creationId xmlns:a16="http://schemas.microsoft.com/office/drawing/2014/main" id="{6DA29203-9C66-4717-AF10-E87C35335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6210" y="1998775"/>
            <a:ext cx="62869" cy="71149"/>
          </a:xfrm>
          <a:custGeom xmlns:a="http://schemas.openxmlformats.org/drawingml/2006/main">
            <a:pathLst>
              <a:path w="62869" h="71149">
                <a:moveTo>
                  <a:pt x="22472" y="64689"/>
                </a:moveTo>
                <a:lnTo>
                  <a:pt x="57684" y="23018"/>
                </a:lnTo>
                <a:cubicBezTo>
                  <a:pt x="62869" y="16831"/>
                  <a:pt x="62506" y="11009"/>
                  <a:pt x="56773" y="5459"/>
                </a:cubicBezTo>
                <a:cubicBezTo>
                  <a:pt x="51042" y="0"/>
                  <a:pt x="45583" y="273"/>
                  <a:pt x="40396" y="6459"/>
                </a:cubicBezTo>
                <a:lnTo>
                  <a:pt x="5187" y="48130"/>
                </a:lnTo>
                <a:cubicBezTo>
                  <a:pt x="0" y="54225"/>
                  <a:pt x="365" y="60049"/>
                  <a:pt x="6096" y="65598"/>
                </a:cubicBezTo>
                <a:cubicBezTo>
                  <a:pt x="11828" y="71149"/>
                  <a:pt x="17287" y="70784"/>
                  <a:pt x="22472" y="64689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47" name="pdf-path-679">
            <a:extLst xmlns:a="http://schemas.openxmlformats.org/drawingml/2006/main">
              <a:ext uri="{FF2B5EF4-FFF2-40B4-BE49-F238E27FC236}">
                <a16:creationId xmlns:a16="http://schemas.microsoft.com/office/drawing/2014/main" id="{CF450099-409D-49D4-B17D-A1F52497F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0201" y="2094580"/>
            <a:ext cx="72149" cy="52315"/>
          </a:xfrm>
          <a:custGeom xmlns:a="http://schemas.openxmlformats.org/drawingml/2006/main">
            <a:pathLst>
              <a:path w="72149" h="52315">
                <a:moveTo>
                  <a:pt x="8734" y="25839"/>
                </a:moveTo>
                <a:lnTo>
                  <a:pt x="53407" y="48767"/>
                </a:lnTo>
                <a:cubicBezTo>
                  <a:pt x="60321" y="52315"/>
                  <a:pt x="65508" y="50405"/>
                  <a:pt x="68783" y="43035"/>
                </a:cubicBezTo>
                <a:cubicBezTo>
                  <a:pt x="72149" y="35574"/>
                  <a:pt x="70330" y="30115"/>
                  <a:pt x="63415" y="26567"/>
                </a:cubicBezTo>
                <a:lnTo>
                  <a:pt x="18651" y="3548"/>
                </a:lnTo>
                <a:cubicBezTo>
                  <a:pt x="11738" y="0"/>
                  <a:pt x="6641" y="1911"/>
                  <a:pt x="3275" y="9371"/>
                </a:cubicBezTo>
                <a:cubicBezTo>
                  <a:pt x="0" y="16741"/>
                  <a:pt x="1821" y="22200"/>
                  <a:pt x="8734" y="25839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48" name="pdf-path-681">
            <a:extLst xmlns:a="http://schemas.openxmlformats.org/drawingml/2006/main">
              <a:ext uri="{FF2B5EF4-FFF2-40B4-BE49-F238E27FC236}">
                <a16:creationId xmlns:a16="http://schemas.microsoft.com/office/drawing/2014/main" id="{D1D8239B-EB5D-40A3-A91B-EE25D96E6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0953" y="2141800"/>
            <a:ext cx="41307" cy="82249"/>
          </a:xfrm>
          <a:custGeom xmlns:a="http://schemas.openxmlformats.org/drawingml/2006/main">
            <a:pathLst>
              <a:path w="41307" h="82249">
                <a:moveTo>
                  <a:pt x="17287" y="10645"/>
                </a:moveTo>
                <a:lnTo>
                  <a:pt x="2184" y="64325"/>
                </a:lnTo>
                <a:cubicBezTo>
                  <a:pt x="0" y="72240"/>
                  <a:pt x="2548" y="77426"/>
                  <a:pt x="9735" y="79792"/>
                </a:cubicBezTo>
                <a:cubicBezTo>
                  <a:pt x="17013" y="82249"/>
                  <a:pt x="21745" y="79519"/>
                  <a:pt x="24019" y="71603"/>
                </a:cubicBezTo>
                <a:lnTo>
                  <a:pt x="39033" y="17924"/>
                </a:lnTo>
                <a:cubicBezTo>
                  <a:pt x="41307" y="10008"/>
                  <a:pt x="38759" y="4822"/>
                  <a:pt x="31571" y="2457"/>
                </a:cubicBezTo>
                <a:cubicBezTo>
                  <a:pt x="24293" y="0"/>
                  <a:pt x="19562" y="2729"/>
                  <a:pt x="17287" y="10645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49" name="pdf-path-683">
            <a:extLst xmlns:a="http://schemas.openxmlformats.org/drawingml/2006/main">
              <a:ext uri="{FF2B5EF4-FFF2-40B4-BE49-F238E27FC236}">
                <a16:creationId xmlns:a16="http://schemas.microsoft.com/office/drawing/2014/main" id="{49B800EA-21E4-4496-BE1C-E83BF1BBE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1780" y="2210583"/>
            <a:ext cx="47493" cy="28023"/>
          </a:xfrm>
          <a:custGeom xmlns:a="http://schemas.openxmlformats.org/drawingml/2006/main">
            <a:pathLst>
              <a:path w="47493" h="28023">
                <a:moveTo>
                  <a:pt x="36394" y="2366"/>
                </a:moveTo>
                <a:lnTo>
                  <a:pt x="12648" y="637"/>
                </a:lnTo>
                <a:cubicBezTo>
                  <a:pt x="5094" y="0"/>
                  <a:pt x="1001" y="3912"/>
                  <a:pt x="546" y="12283"/>
                </a:cubicBezTo>
                <a:cubicBezTo>
                  <a:pt x="0" y="20653"/>
                  <a:pt x="3549" y="25111"/>
                  <a:pt x="11101" y="25657"/>
                </a:cubicBezTo>
                <a:lnTo>
                  <a:pt x="34847" y="27386"/>
                </a:lnTo>
                <a:cubicBezTo>
                  <a:pt x="42489" y="28023"/>
                  <a:pt x="46492" y="24111"/>
                  <a:pt x="47038" y="15740"/>
                </a:cubicBezTo>
                <a:cubicBezTo>
                  <a:pt x="47493" y="7370"/>
                  <a:pt x="43946" y="2912"/>
                  <a:pt x="36394" y="2366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50" name="pdf-path-685">
            <a:extLst xmlns:a="http://schemas.openxmlformats.org/drawingml/2006/main">
              <a:ext uri="{FF2B5EF4-FFF2-40B4-BE49-F238E27FC236}">
                <a16:creationId xmlns:a16="http://schemas.microsoft.com/office/drawing/2014/main" id="{D17D3FA0-3018-45ED-8163-EDEB1C443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4284" y="2064192"/>
            <a:ext cx="40578" cy="73149"/>
          </a:xfrm>
          <a:custGeom xmlns:a="http://schemas.openxmlformats.org/drawingml/2006/main">
            <a:pathLst>
              <a:path w="40578" h="73149">
                <a:moveTo>
                  <a:pt x="24019" y="62777"/>
                </a:moveTo>
                <a:lnTo>
                  <a:pt x="38122" y="18469"/>
                </a:lnTo>
                <a:cubicBezTo>
                  <a:pt x="40578" y="10645"/>
                  <a:pt x="38303" y="5458"/>
                  <a:pt x="31116" y="2729"/>
                </a:cubicBezTo>
                <a:cubicBezTo>
                  <a:pt x="23929" y="0"/>
                  <a:pt x="19106" y="2547"/>
                  <a:pt x="16649" y="10371"/>
                </a:cubicBezTo>
                <a:lnTo>
                  <a:pt x="2457" y="54680"/>
                </a:lnTo>
                <a:cubicBezTo>
                  <a:pt x="0" y="62505"/>
                  <a:pt x="2367" y="67691"/>
                  <a:pt x="9554" y="70421"/>
                </a:cubicBezTo>
                <a:cubicBezTo>
                  <a:pt x="16649" y="73149"/>
                  <a:pt x="21471" y="70602"/>
                  <a:pt x="24019" y="62777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51" name="pdf-path-687">
            <a:extLst xmlns:a="http://schemas.openxmlformats.org/drawingml/2006/main">
              <a:ext uri="{FF2B5EF4-FFF2-40B4-BE49-F238E27FC236}">
                <a16:creationId xmlns:a16="http://schemas.microsoft.com/office/drawing/2014/main" id="{5B46272B-2106-42AC-A9D1-7D99C5C61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8741" y="2130792"/>
            <a:ext cx="47493" cy="53406"/>
          </a:xfrm>
          <a:custGeom xmlns:a="http://schemas.openxmlformats.org/drawingml/2006/main">
            <a:pathLst>
              <a:path w="47493" h="53406">
                <a:moveTo>
                  <a:pt x="42399" y="30479"/>
                </a:moveTo>
                <a:lnTo>
                  <a:pt x="22291" y="6459"/>
                </a:lnTo>
                <a:cubicBezTo>
                  <a:pt x="17197" y="364"/>
                  <a:pt x="11738" y="0"/>
                  <a:pt x="6005" y="5550"/>
                </a:cubicBezTo>
                <a:cubicBezTo>
                  <a:pt x="274" y="11009"/>
                  <a:pt x="0" y="16831"/>
                  <a:pt x="5096" y="22927"/>
                </a:cubicBezTo>
                <a:lnTo>
                  <a:pt x="25204" y="46946"/>
                </a:lnTo>
                <a:cubicBezTo>
                  <a:pt x="30298" y="53043"/>
                  <a:pt x="35757" y="53406"/>
                  <a:pt x="41490" y="47857"/>
                </a:cubicBezTo>
                <a:cubicBezTo>
                  <a:pt x="47221" y="42398"/>
                  <a:pt x="47493" y="36574"/>
                  <a:pt x="42399" y="30479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52" name="pdf-path-689">
            <a:extLst xmlns:a="http://schemas.openxmlformats.org/drawingml/2006/main">
              <a:ext uri="{FF2B5EF4-FFF2-40B4-BE49-F238E27FC236}">
                <a16:creationId xmlns:a16="http://schemas.microsoft.com/office/drawing/2014/main" id="{B9AFF992-37B8-4292-B514-886050434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1586" y="2180195"/>
            <a:ext cx="28842" cy="41306"/>
          </a:xfrm>
          <a:custGeom xmlns:a="http://schemas.openxmlformats.org/drawingml/2006/main">
            <a:pathLst>
              <a:path w="28842" h="41306">
                <a:moveTo>
                  <a:pt x="26932" y="23655"/>
                </a:moveTo>
                <a:lnTo>
                  <a:pt x="23838" y="11009"/>
                </a:lnTo>
                <a:cubicBezTo>
                  <a:pt x="21836" y="2911"/>
                  <a:pt x="17197" y="0"/>
                  <a:pt x="9917" y="2184"/>
                </a:cubicBezTo>
                <a:cubicBezTo>
                  <a:pt x="2639" y="4366"/>
                  <a:pt x="0" y="9462"/>
                  <a:pt x="2002" y="17559"/>
                </a:cubicBezTo>
                <a:lnTo>
                  <a:pt x="5006" y="30206"/>
                </a:lnTo>
                <a:cubicBezTo>
                  <a:pt x="7006" y="38303"/>
                  <a:pt x="11647" y="41306"/>
                  <a:pt x="18925" y="39122"/>
                </a:cubicBezTo>
                <a:cubicBezTo>
                  <a:pt x="26203" y="36939"/>
                  <a:pt x="28842" y="31753"/>
                  <a:pt x="26932" y="23655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53" name="pdf-path-691">
            <a:extLst xmlns:a="http://schemas.openxmlformats.org/drawingml/2006/main">
              <a:ext uri="{FF2B5EF4-FFF2-40B4-BE49-F238E27FC236}">
                <a16:creationId xmlns:a16="http://schemas.microsoft.com/office/drawing/2014/main" id="{6B3D016C-9E6D-400F-9DEF-EFDB8844E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850" y="1558146"/>
            <a:ext cx="3697269" cy="528610"/>
          </a:xfrm>
          <a:custGeom xmlns:a="http://schemas.openxmlformats.org/drawingml/2006/main">
            <a:pathLst>
              <a:path w="3697269" h="528610">
                <a:moveTo>
                  <a:pt x="0" y="96351"/>
                </a:moveTo>
                <a:lnTo>
                  <a:pt x="40489" y="94894"/>
                </a:lnTo>
                <a:lnTo>
                  <a:pt x="81340" y="99535"/>
                </a:lnTo>
                <a:lnTo>
                  <a:pt x="121827" y="110453"/>
                </a:lnTo>
                <a:lnTo>
                  <a:pt x="161041" y="128104"/>
                </a:lnTo>
                <a:lnTo>
                  <a:pt x="199889" y="153033"/>
                </a:lnTo>
                <a:lnTo>
                  <a:pt x="239739" y="184967"/>
                </a:lnTo>
                <a:lnTo>
                  <a:pt x="280228" y="223453"/>
                </a:lnTo>
                <a:lnTo>
                  <a:pt x="320715" y="268126"/>
                </a:lnTo>
                <a:lnTo>
                  <a:pt x="360840" y="319167"/>
                </a:lnTo>
                <a:lnTo>
                  <a:pt x="399598" y="377033"/>
                </a:lnTo>
                <a:lnTo>
                  <a:pt x="435444" y="442813"/>
                </a:lnTo>
                <a:lnTo>
                  <a:pt x="466196" y="509594"/>
                </a:lnTo>
                <a:lnTo>
                  <a:pt x="502136" y="528610"/>
                </a:lnTo>
                <a:lnTo>
                  <a:pt x="556361" y="469926"/>
                </a:lnTo>
                <a:lnTo>
                  <a:pt x="598303" y="400233"/>
                </a:lnTo>
                <a:lnTo>
                  <a:pt x="638701" y="336090"/>
                </a:lnTo>
                <a:lnTo>
                  <a:pt x="682007" y="269764"/>
                </a:lnTo>
                <a:lnTo>
                  <a:pt x="726679" y="212990"/>
                </a:lnTo>
                <a:lnTo>
                  <a:pt x="772990" y="164133"/>
                </a:lnTo>
                <a:lnTo>
                  <a:pt x="816754" y="120825"/>
                </a:lnTo>
                <a:lnTo>
                  <a:pt x="862154" y="83886"/>
                </a:lnTo>
                <a:lnTo>
                  <a:pt x="908556" y="53862"/>
                </a:lnTo>
                <a:lnTo>
                  <a:pt x="954411" y="30479"/>
                </a:lnTo>
                <a:lnTo>
                  <a:pt x="1001358" y="13738"/>
                </a:lnTo>
                <a:lnTo>
                  <a:pt x="1047485" y="3547"/>
                </a:lnTo>
                <a:lnTo>
                  <a:pt x="1093250" y="0"/>
                </a:lnTo>
                <a:lnTo>
                  <a:pt x="1140471" y="3093"/>
                </a:lnTo>
                <a:lnTo>
                  <a:pt x="1188055" y="11827"/>
                </a:lnTo>
                <a:lnTo>
                  <a:pt x="1234819" y="26111"/>
                </a:lnTo>
                <a:lnTo>
                  <a:pt x="1280130" y="48493"/>
                </a:lnTo>
                <a:lnTo>
                  <a:pt x="1324348" y="78700"/>
                </a:lnTo>
                <a:lnTo>
                  <a:pt x="1368291" y="115730"/>
                </a:lnTo>
                <a:lnTo>
                  <a:pt x="1413147" y="159310"/>
                </a:lnTo>
                <a:lnTo>
                  <a:pt x="1458727" y="209442"/>
                </a:lnTo>
                <a:lnTo>
                  <a:pt x="1504584" y="265852"/>
                </a:lnTo>
                <a:lnTo>
                  <a:pt x="1550440" y="328630"/>
                </a:lnTo>
                <a:lnTo>
                  <a:pt x="1594929" y="398505"/>
                </a:lnTo>
                <a:lnTo>
                  <a:pt x="1632870" y="483209"/>
                </a:lnTo>
                <a:lnTo>
                  <a:pt x="1664258" y="515600"/>
                </a:lnTo>
                <a:lnTo>
                  <a:pt x="1701562" y="521604"/>
                </a:lnTo>
                <a:lnTo>
                  <a:pt x="1754331" y="471017"/>
                </a:lnTo>
                <a:lnTo>
                  <a:pt x="1795455" y="413335"/>
                </a:lnTo>
                <a:lnTo>
                  <a:pt x="1834032" y="359564"/>
                </a:lnTo>
                <a:lnTo>
                  <a:pt x="1877158" y="305975"/>
                </a:lnTo>
                <a:lnTo>
                  <a:pt x="1921831" y="261939"/>
                </a:lnTo>
                <a:lnTo>
                  <a:pt x="1965412" y="224272"/>
                </a:lnTo>
                <a:lnTo>
                  <a:pt x="2009539" y="191064"/>
                </a:lnTo>
                <a:lnTo>
                  <a:pt x="2056031" y="165407"/>
                </a:lnTo>
                <a:lnTo>
                  <a:pt x="2100521" y="147756"/>
                </a:lnTo>
                <a:lnTo>
                  <a:pt x="2144102" y="136656"/>
                </a:lnTo>
                <a:lnTo>
                  <a:pt x="2188775" y="132471"/>
                </a:lnTo>
                <a:lnTo>
                  <a:pt x="2233447" y="134564"/>
                </a:lnTo>
                <a:lnTo>
                  <a:pt x="2278392" y="142297"/>
                </a:lnTo>
                <a:lnTo>
                  <a:pt x="2322884" y="157036"/>
                </a:lnTo>
                <a:lnTo>
                  <a:pt x="2366737" y="179145"/>
                </a:lnTo>
                <a:lnTo>
                  <a:pt x="2410864" y="208259"/>
                </a:lnTo>
                <a:lnTo>
                  <a:pt x="2455354" y="243834"/>
                </a:lnTo>
                <a:lnTo>
                  <a:pt x="2499754" y="286141"/>
                </a:lnTo>
                <a:lnTo>
                  <a:pt x="2544063" y="335180"/>
                </a:lnTo>
                <a:lnTo>
                  <a:pt x="2588371" y="390680"/>
                </a:lnTo>
                <a:lnTo>
                  <a:pt x="2630496" y="454732"/>
                </a:lnTo>
                <a:lnTo>
                  <a:pt x="2664341" y="494491"/>
                </a:lnTo>
                <a:lnTo>
                  <a:pt x="2697915" y="522695"/>
                </a:lnTo>
                <a:lnTo>
                  <a:pt x="2735582" y="525698"/>
                </a:lnTo>
                <a:lnTo>
                  <a:pt x="2785075" y="471654"/>
                </a:lnTo>
                <a:lnTo>
                  <a:pt x="2821378" y="409969"/>
                </a:lnTo>
                <a:lnTo>
                  <a:pt x="2855587" y="352376"/>
                </a:lnTo>
                <a:lnTo>
                  <a:pt x="2893892" y="294238"/>
                </a:lnTo>
                <a:lnTo>
                  <a:pt x="2932286" y="245835"/>
                </a:lnTo>
                <a:lnTo>
                  <a:pt x="2970863" y="204165"/>
                </a:lnTo>
                <a:lnTo>
                  <a:pt x="3011258" y="167227"/>
                </a:lnTo>
                <a:lnTo>
                  <a:pt x="3052748" y="137111"/>
                </a:lnTo>
                <a:lnTo>
                  <a:pt x="3092325" y="114638"/>
                </a:lnTo>
                <a:lnTo>
                  <a:pt x="3131539" y="99353"/>
                </a:lnTo>
                <a:lnTo>
                  <a:pt x="3171570" y="91073"/>
                </a:lnTo>
                <a:lnTo>
                  <a:pt x="3211602" y="88981"/>
                </a:lnTo>
                <a:lnTo>
                  <a:pt x="3251636" y="92802"/>
                </a:lnTo>
                <a:lnTo>
                  <a:pt x="3291396" y="102810"/>
                </a:lnTo>
                <a:lnTo>
                  <a:pt x="3329880" y="119915"/>
                </a:lnTo>
                <a:lnTo>
                  <a:pt x="3367730" y="144662"/>
                </a:lnTo>
                <a:lnTo>
                  <a:pt x="3406761" y="176506"/>
                </a:lnTo>
                <a:lnTo>
                  <a:pt x="3446702" y="214628"/>
                </a:lnTo>
                <a:lnTo>
                  <a:pt x="3486371" y="258937"/>
                </a:lnTo>
                <a:lnTo>
                  <a:pt x="3525857" y="309523"/>
                </a:lnTo>
                <a:lnTo>
                  <a:pt x="3565162" y="367024"/>
                </a:lnTo>
                <a:lnTo>
                  <a:pt x="3602011" y="432259"/>
                </a:lnTo>
                <a:lnTo>
                  <a:pt x="3632763" y="497039"/>
                </a:lnTo>
                <a:lnTo>
                  <a:pt x="3661876" y="525698"/>
                </a:lnTo>
                <a:lnTo>
                  <a:pt x="3697269" y="525972"/>
                </a:lnTo>
              </a:path>
            </a:pathLst>
          </a:custGeom>
          <a:noFill xmlns:a="http://schemas.openxmlformats.org/drawingml/2006/main"/>
          <a:ln xmlns:a="http://schemas.openxmlformats.org/drawingml/2006/main" w="14193">
            <a:solidFill>
              <a:srgbClr val="7030A0">
                <a:alpha val="60000"/>
              </a:srgbClr>
            </a:solidFill>
            <a:prstDash val="solid"/>
          </a:ln>
        </p:spPr>
      </p:sp>
      <p:sp>
        <p:nvSpPr>
          <p:cNvPr id="354" name="pdf-path-692">
            <a:extLst xmlns:a="http://schemas.openxmlformats.org/drawingml/2006/main">
              <a:ext uri="{FF2B5EF4-FFF2-40B4-BE49-F238E27FC236}">
                <a16:creationId xmlns:a16="http://schemas.microsoft.com/office/drawing/2014/main" id="{55059803-823E-4ED1-859E-887511DF9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240" y="1689160"/>
            <a:ext cx="3704640" cy="496221"/>
          </a:xfrm>
          <a:custGeom xmlns:a="http://schemas.openxmlformats.org/drawingml/2006/main">
            <a:pathLst>
              <a:path w="3704640" h="496221">
                <a:moveTo>
                  <a:pt x="0" y="99081"/>
                </a:moveTo>
                <a:lnTo>
                  <a:pt x="40215" y="98717"/>
                </a:lnTo>
                <a:lnTo>
                  <a:pt x="77882" y="106632"/>
                </a:lnTo>
                <a:lnTo>
                  <a:pt x="114185" y="122009"/>
                </a:lnTo>
                <a:lnTo>
                  <a:pt x="150851" y="143480"/>
                </a:lnTo>
                <a:lnTo>
                  <a:pt x="188699" y="170321"/>
                </a:lnTo>
                <a:lnTo>
                  <a:pt x="227822" y="202983"/>
                </a:lnTo>
                <a:lnTo>
                  <a:pt x="268037" y="241833"/>
                </a:lnTo>
                <a:lnTo>
                  <a:pt x="309251" y="287597"/>
                </a:lnTo>
                <a:lnTo>
                  <a:pt x="351013" y="340276"/>
                </a:lnTo>
                <a:lnTo>
                  <a:pt x="391591" y="399415"/>
                </a:lnTo>
                <a:lnTo>
                  <a:pt x="437628" y="460010"/>
                </a:lnTo>
                <a:lnTo>
                  <a:pt x="487669" y="496221"/>
                </a:lnTo>
                <a:lnTo>
                  <a:pt x="510325" y="491489"/>
                </a:lnTo>
                <a:lnTo>
                  <a:pt x="540075" y="471746"/>
                </a:lnTo>
                <a:lnTo>
                  <a:pt x="594028" y="383311"/>
                </a:lnTo>
                <a:lnTo>
                  <a:pt x="646888" y="302518"/>
                </a:lnTo>
                <a:lnTo>
                  <a:pt x="693563" y="245563"/>
                </a:lnTo>
                <a:lnTo>
                  <a:pt x="740236" y="191338"/>
                </a:lnTo>
                <a:lnTo>
                  <a:pt x="786547" y="143026"/>
                </a:lnTo>
                <a:lnTo>
                  <a:pt x="831675" y="102629"/>
                </a:lnTo>
                <a:lnTo>
                  <a:pt x="877621" y="69329"/>
                </a:lnTo>
                <a:lnTo>
                  <a:pt x="925297" y="41670"/>
                </a:lnTo>
                <a:lnTo>
                  <a:pt x="973062" y="20836"/>
                </a:lnTo>
                <a:lnTo>
                  <a:pt x="1019828" y="7279"/>
                </a:lnTo>
                <a:lnTo>
                  <a:pt x="1066138" y="365"/>
                </a:lnTo>
                <a:lnTo>
                  <a:pt x="1112175" y="0"/>
                </a:lnTo>
                <a:lnTo>
                  <a:pt x="1156757" y="7279"/>
                </a:lnTo>
                <a:lnTo>
                  <a:pt x="1199883" y="23565"/>
                </a:lnTo>
                <a:lnTo>
                  <a:pt x="1242463" y="47858"/>
                </a:lnTo>
                <a:lnTo>
                  <a:pt x="1286133" y="76062"/>
                </a:lnTo>
                <a:lnTo>
                  <a:pt x="1330898" y="108088"/>
                </a:lnTo>
                <a:lnTo>
                  <a:pt x="1375843" y="146119"/>
                </a:lnTo>
                <a:lnTo>
                  <a:pt x="1421608" y="190792"/>
                </a:lnTo>
                <a:lnTo>
                  <a:pt x="1468464" y="241651"/>
                </a:lnTo>
                <a:lnTo>
                  <a:pt x="1516230" y="299425"/>
                </a:lnTo>
                <a:lnTo>
                  <a:pt x="1565088" y="363568"/>
                </a:lnTo>
                <a:lnTo>
                  <a:pt x="1612489" y="434170"/>
                </a:lnTo>
                <a:lnTo>
                  <a:pt x="1669900" y="489579"/>
                </a:lnTo>
                <a:lnTo>
                  <a:pt x="1683548" y="488852"/>
                </a:lnTo>
                <a:lnTo>
                  <a:pt x="1710843" y="490215"/>
                </a:lnTo>
                <a:lnTo>
                  <a:pt x="1740138" y="473839"/>
                </a:lnTo>
                <a:lnTo>
                  <a:pt x="1794363" y="398869"/>
                </a:lnTo>
                <a:lnTo>
                  <a:pt x="1847589" y="332816"/>
                </a:lnTo>
                <a:lnTo>
                  <a:pt x="1893263" y="288962"/>
                </a:lnTo>
                <a:lnTo>
                  <a:pt x="1938208" y="248565"/>
                </a:lnTo>
                <a:lnTo>
                  <a:pt x="1985975" y="213264"/>
                </a:lnTo>
                <a:lnTo>
                  <a:pt x="2030283" y="190337"/>
                </a:lnTo>
                <a:lnTo>
                  <a:pt x="2074591" y="173505"/>
                </a:lnTo>
                <a:lnTo>
                  <a:pt x="2121992" y="158402"/>
                </a:lnTo>
                <a:lnTo>
                  <a:pt x="2168848" y="150031"/>
                </a:lnTo>
                <a:lnTo>
                  <a:pt x="2216069" y="148120"/>
                </a:lnTo>
                <a:lnTo>
                  <a:pt x="2263017" y="153397"/>
                </a:lnTo>
                <a:lnTo>
                  <a:pt x="2307599" y="168410"/>
                </a:lnTo>
                <a:lnTo>
                  <a:pt x="2352088" y="189700"/>
                </a:lnTo>
                <a:lnTo>
                  <a:pt x="2397398" y="215721"/>
                </a:lnTo>
                <a:lnTo>
                  <a:pt x="2443253" y="247474"/>
                </a:lnTo>
                <a:lnTo>
                  <a:pt x="2490382" y="284867"/>
                </a:lnTo>
                <a:lnTo>
                  <a:pt x="2537967" y="328539"/>
                </a:lnTo>
                <a:lnTo>
                  <a:pt x="2585551" y="379126"/>
                </a:lnTo>
                <a:lnTo>
                  <a:pt x="2633499" y="436263"/>
                </a:lnTo>
                <a:lnTo>
                  <a:pt x="2687815" y="489852"/>
                </a:lnTo>
                <a:lnTo>
                  <a:pt x="2700554" y="489306"/>
                </a:lnTo>
                <a:lnTo>
                  <a:pt x="2710561" y="493219"/>
                </a:lnTo>
                <a:lnTo>
                  <a:pt x="2743406" y="494856"/>
                </a:lnTo>
                <a:lnTo>
                  <a:pt x="2774885" y="475386"/>
                </a:lnTo>
                <a:lnTo>
                  <a:pt x="2821288" y="395048"/>
                </a:lnTo>
                <a:lnTo>
                  <a:pt x="2866960" y="323535"/>
                </a:lnTo>
                <a:lnTo>
                  <a:pt x="2906629" y="274860"/>
                </a:lnTo>
                <a:lnTo>
                  <a:pt x="2946024" y="228367"/>
                </a:lnTo>
                <a:lnTo>
                  <a:pt x="2986511" y="187880"/>
                </a:lnTo>
                <a:lnTo>
                  <a:pt x="3023997" y="159311"/>
                </a:lnTo>
                <a:lnTo>
                  <a:pt x="3061754" y="137294"/>
                </a:lnTo>
                <a:lnTo>
                  <a:pt x="3102878" y="117732"/>
                </a:lnTo>
                <a:lnTo>
                  <a:pt x="3144003" y="104176"/>
                </a:lnTo>
                <a:lnTo>
                  <a:pt x="3184581" y="97261"/>
                </a:lnTo>
                <a:lnTo>
                  <a:pt x="3224705" y="97534"/>
                </a:lnTo>
                <a:lnTo>
                  <a:pt x="3262735" y="106451"/>
                </a:lnTo>
                <a:lnTo>
                  <a:pt x="3298583" y="123828"/>
                </a:lnTo>
                <a:lnTo>
                  <a:pt x="3335341" y="146483"/>
                </a:lnTo>
                <a:lnTo>
                  <a:pt x="3373552" y="173596"/>
                </a:lnTo>
                <a:lnTo>
                  <a:pt x="3412947" y="205985"/>
                </a:lnTo>
                <a:lnTo>
                  <a:pt x="3453799" y="244562"/>
                </a:lnTo>
                <a:lnTo>
                  <a:pt x="3495287" y="290145"/>
                </a:lnTo>
                <a:lnTo>
                  <a:pt x="3537140" y="342915"/>
                </a:lnTo>
                <a:lnTo>
                  <a:pt x="3579265" y="401962"/>
                </a:lnTo>
                <a:lnTo>
                  <a:pt x="3622300" y="464832"/>
                </a:lnTo>
                <a:lnTo>
                  <a:pt x="3661423" y="492035"/>
                </a:lnTo>
                <a:lnTo>
                  <a:pt x="3674523" y="493765"/>
                </a:lnTo>
                <a:lnTo>
                  <a:pt x="3704640" y="494492"/>
                </a:lnTo>
              </a:path>
            </a:pathLst>
          </a:custGeom>
          <a:noFill xmlns:a="http://schemas.openxmlformats.org/drawingml/2006/main"/>
          <a:ln xmlns:a="http://schemas.openxmlformats.org/drawingml/2006/main" w="14193">
            <a:solidFill>
              <a:srgbClr val="7030A0">
                <a:alpha val="60000"/>
              </a:srgbClr>
            </a:solidFill>
            <a:prstDash val="solid"/>
          </a:ln>
        </p:spPr>
      </p:sp>
      <p:sp>
        <p:nvSpPr>
          <p:cNvPr id="355" name="pdf-path-693">
            <a:extLst xmlns:a="http://schemas.openxmlformats.org/drawingml/2006/main">
              <a:ext uri="{FF2B5EF4-FFF2-40B4-BE49-F238E27FC236}">
                <a16:creationId xmlns:a16="http://schemas.microsoft.com/office/drawing/2014/main" id="{2381F75E-B68E-46A5-9AA9-B58208C3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6345" y="1621378"/>
            <a:ext cx="3688442" cy="585110"/>
          </a:xfrm>
          <a:custGeom xmlns:a="http://schemas.openxmlformats.org/drawingml/2006/main">
            <a:pathLst>
              <a:path w="3688442" h="585110">
                <a:moveTo>
                  <a:pt x="0" y="103266"/>
                </a:moveTo>
                <a:lnTo>
                  <a:pt x="39214" y="100991"/>
                </a:lnTo>
                <a:lnTo>
                  <a:pt x="81883" y="103903"/>
                </a:lnTo>
                <a:lnTo>
                  <a:pt x="126920" y="112455"/>
                </a:lnTo>
                <a:lnTo>
                  <a:pt x="174232" y="126467"/>
                </a:lnTo>
                <a:lnTo>
                  <a:pt x="221270" y="145937"/>
                </a:lnTo>
                <a:lnTo>
                  <a:pt x="264577" y="172231"/>
                </a:lnTo>
                <a:lnTo>
                  <a:pt x="304883" y="205804"/>
                </a:lnTo>
                <a:lnTo>
                  <a:pt x="342185" y="248929"/>
                </a:lnTo>
                <a:lnTo>
                  <a:pt x="378760" y="300516"/>
                </a:lnTo>
                <a:lnTo>
                  <a:pt x="421521" y="354652"/>
                </a:lnTo>
                <a:lnTo>
                  <a:pt x="465286" y="416792"/>
                </a:lnTo>
                <a:lnTo>
                  <a:pt x="497129" y="499223"/>
                </a:lnTo>
                <a:lnTo>
                  <a:pt x="483846" y="585110"/>
                </a:lnTo>
                <a:lnTo>
                  <a:pt x="502769" y="514144"/>
                </a:lnTo>
                <a:lnTo>
                  <a:pt x="558908" y="434534"/>
                </a:lnTo>
                <a:lnTo>
                  <a:pt x="621684" y="353378"/>
                </a:lnTo>
                <a:lnTo>
                  <a:pt x="672726" y="291418"/>
                </a:lnTo>
                <a:lnTo>
                  <a:pt x="722222" y="232279"/>
                </a:lnTo>
                <a:lnTo>
                  <a:pt x="768168" y="178963"/>
                </a:lnTo>
                <a:lnTo>
                  <a:pt x="823213" y="128468"/>
                </a:lnTo>
                <a:lnTo>
                  <a:pt x="871524" y="87707"/>
                </a:lnTo>
                <a:lnTo>
                  <a:pt x="913193" y="59230"/>
                </a:lnTo>
                <a:lnTo>
                  <a:pt x="956138" y="35301"/>
                </a:lnTo>
                <a:lnTo>
                  <a:pt x="998081" y="17196"/>
                </a:lnTo>
                <a:lnTo>
                  <a:pt x="1042571" y="6096"/>
                </a:lnTo>
                <a:lnTo>
                  <a:pt x="1089246" y="0"/>
                </a:lnTo>
                <a:lnTo>
                  <a:pt x="1135010" y="0"/>
                </a:lnTo>
                <a:lnTo>
                  <a:pt x="1179683" y="8188"/>
                </a:lnTo>
                <a:lnTo>
                  <a:pt x="1225174" y="22745"/>
                </a:lnTo>
                <a:lnTo>
                  <a:pt x="1275032" y="41579"/>
                </a:lnTo>
                <a:lnTo>
                  <a:pt x="1328804" y="65144"/>
                </a:lnTo>
                <a:lnTo>
                  <a:pt x="1383575" y="94259"/>
                </a:lnTo>
                <a:lnTo>
                  <a:pt x="1434617" y="131107"/>
                </a:lnTo>
                <a:lnTo>
                  <a:pt x="1481381" y="176143"/>
                </a:lnTo>
                <a:lnTo>
                  <a:pt x="1524781" y="229550"/>
                </a:lnTo>
                <a:lnTo>
                  <a:pt x="1566086" y="291145"/>
                </a:lnTo>
                <a:lnTo>
                  <a:pt x="1614308" y="354287"/>
                </a:lnTo>
                <a:lnTo>
                  <a:pt x="1666440" y="422524"/>
                </a:lnTo>
                <a:lnTo>
                  <a:pt x="1691279" y="523333"/>
                </a:lnTo>
                <a:lnTo>
                  <a:pt x="1683091" y="579288"/>
                </a:lnTo>
                <a:lnTo>
                  <a:pt x="1704288" y="513871"/>
                </a:lnTo>
                <a:lnTo>
                  <a:pt x="1757605" y="443723"/>
                </a:lnTo>
                <a:lnTo>
                  <a:pt x="1820292" y="375395"/>
                </a:lnTo>
                <a:lnTo>
                  <a:pt x="1872608" y="313981"/>
                </a:lnTo>
                <a:lnTo>
                  <a:pt x="1921374" y="264032"/>
                </a:lnTo>
                <a:lnTo>
                  <a:pt x="1966319" y="224727"/>
                </a:lnTo>
                <a:lnTo>
                  <a:pt x="2016269" y="184605"/>
                </a:lnTo>
                <a:lnTo>
                  <a:pt x="2059121" y="154307"/>
                </a:lnTo>
                <a:lnTo>
                  <a:pt x="2102976" y="134018"/>
                </a:lnTo>
                <a:lnTo>
                  <a:pt x="2151197" y="116094"/>
                </a:lnTo>
                <a:lnTo>
                  <a:pt x="2195686" y="106269"/>
                </a:lnTo>
                <a:lnTo>
                  <a:pt x="2240087" y="104358"/>
                </a:lnTo>
                <a:lnTo>
                  <a:pt x="2286944" y="107360"/>
                </a:lnTo>
                <a:lnTo>
                  <a:pt x="2335256" y="115457"/>
                </a:lnTo>
                <a:lnTo>
                  <a:pt x="2384659" y="128741"/>
                </a:lnTo>
                <a:lnTo>
                  <a:pt x="2433153" y="148303"/>
                </a:lnTo>
                <a:lnTo>
                  <a:pt x="2478189" y="177235"/>
                </a:lnTo>
                <a:lnTo>
                  <a:pt x="2522225" y="212991"/>
                </a:lnTo>
                <a:lnTo>
                  <a:pt x="2566806" y="253388"/>
                </a:lnTo>
                <a:lnTo>
                  <a:pt x="2610387" y="301426"/>
                </a:lnTo>
                <a:lnTo>
                  <a:pt x="2650783" y="366297"/>
                </a:lnTo>
                <a:lnTo>
                  <a:pt x="2696731" y="436445"/>
                </a:lnTo>
                <a:lnTo>
                  <a:pt x="2727756" y="524516"/>
                </a:lnTo>
                <a:lnTo>
                  <a:pt x="2721568" y="578742"/>
                </a:lnTo>
                <a:lnTo>
                  <a:pt x="2732941" y="513143"/>
                </a:lnTo>
                <a:lnTo>
                  <a:pt x="2784528" y="439902"/>
                </a:lnTo>
                <a:lnTo>
                  <a:pt x="2843029" y="366570"/>
                </a:lnTo>
                <a:lnTo>
                  <a:pt x="2887338" y="307340"/>
                </a:lnTo>
                <a:lnTo>
                  <a:pt x="2931648" y="256844"/>
                </a:lnTo>
                <a:lnTo>
                  <a:pt x="2974500" y="211900"/>
                </a:lnTo>
                <a:lnTo>
                  <a:pt x="3016626" y="170593"/>
                </a:lnTo>
                <a:lnTo>
                  <a:pt x="3054019" y="139386"/>
                </a:lnTo>
                <a:lnTo>
                  <a:pt x="3092049" y="116731"/>
                </a:lnTo>
                <a:lnTo>
                  <a:pt x="3132173" y="97534"/>
                </a:lnTo>
                <a:lnTo>
                  <a:pt x="3170751" y="85524"/>
                </a:lnTo>
                <a:lnTo>
                  <a:pt x="3209509" y="81975"/>
                </a:lnTo>
                <a:lnTo>
                  <a:pt x="3251634" y="83249"/>
                </a:lnTo>
                <a:lnTo>
                  <a:pt x="3296944" y="88799"/>
                </a:lnTo>
                <a:lnTo>
                  <a:pt x="3344072" y="100537"/>
                </a:lnTo>
                <a:lnTo>
                  <a:pt x="3391656" y="117642"/>
                </a:lnTo>
                <a:lnTo>
                  <a:pt x="3435511" y="141479"/>
                </a:lnTo>
                <a:lnTo>
                  <a:pt x="3474815" y="174779"/>
                </a:lnTo>
                <a:lnTo>
                  <a:pt x="3512573" y="216448"/>
                </a:lnTo>
                <a:lnTo>
                  <a:pt x="3549055" y="265124"/>
                </a:lnTo>
                <a:lnTo>
                  <a:pt x="3586269" y="319532"/>
                </a:lnTo>
                <a:lnTo>
                  <a:pt x="3629213" y="378398"/>
                </a:lnTo>
                <a:lnTo>
                  <a:pt x="3668426" y="447545"/>
                </a:lnTo>
                <a:lnTo>
                  <a:pt x="3688442" y="533432"/>
                </a:lnTo>
                <a:lnTo>
                  <a:pt x="3680435" y="579925"/>
                </a:lnTo>
              </a:path>
            </a:pathLst>
          </a:custGeom>
          <a:noFill xmlns:a="http://schemas.openxmlformats.org/drawingml/2006/main"/>
          <a:ln xmlns:a="http://schemas.openxmlformats.org/drawingml/2006/main" w="14193">
            <a:solidFill>
              <a:srgbClr val="7030A0">
                <a:alpha val="60000"/>
              </a:srgbClr>
            </a:solidFill>
            <a:prstDash val="solid"/>
          </a:ln>
        </p:spPr>
      </p:sp>
      <p:sp>
        <p:nvSpPr>
          <p:cNvPr id="356" name="pdf-path-695">
            <a:extLst xmlns:a="http://schemas.openxmlformats.org/drawingml/2006/main">
              <a:ext uri="{FF2B5EF4-FFF2-40B4-BE49-F238E27FC236}">
                <a16:creationId xmlns:a16="http://schemas.microsoft.com/office/drawing/2014/main" id="{62D368FF-9A58-4F8A-858B-0E190769D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5747" y="179120"/>
            <a:ext cx="219177" cy="182057"/>
          </a:xfrm>
          <a:custGeom xmlns:a="http://schemas.openxmlformats.org/drawingml/2006/main">
            <a:pathLst>
              <a:path w="219177" h="182057">
                <a:moveTo>
                  <a:pt x="195157" y="5185"/>
                </a:moveTo>
                <a:lnTo>
                  <a:pt x="6641" y="159675"/>
                </a:lnTo>
                <a:cubicBezTo>
                  <a:pt x="272" y="164861"/>
                  <a:pt x="0" y="170411"/>
                  <a:pt x="5822" y="176142"/>
                </a:cubicBezTo>
                <a:cubicBezTo>
                  <a:pt x="11553" y="181784"/>
                  <a:pt x="17650" y="182057"/>
                  <a:pt x="24018" y="176871"/>
                </a:cubicBezTo>
                <a:lnTo>
                  <a:pt x="212535" y="22381"/>
                </a:lnTo>
                <a:cubicBezTo>
                  <a:pt x="218903" y="17196"/>
                  <a:pt x="219177" y="11737"/>
                  <a:pt x="213353" y="6005"/>
                </a:cubicBezTo>
                <a:cubicBezTo>
                  <a:pt x="207622" y="273"/>
                  <a:pt x="201525" y="0"/>
                  <a:pt x="195157" y="5185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57" name="pdf-path-697">
            <a:extLst xmlns:a="http://schemas.openxmlformats.org/drawingml/2006/main">
              <a:ext uri="{FF2B5EF4-FFF2-40B4-BE49-F238E27FC236}">
                <a16:creationId xmlns:a16="http://schemas.microsoft.com/office/drawing/2014/main" id="{CCFDBEF5-82FD-4A9A-9EAD-F998C6A6F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3087" y="110973"/>
            <a:ext cx="36211" cy="76426"/>
          </a:xfrm>
          <a:custGeom xmlns:a="http://schemas.openxmlformats.org/drawingml/2006/main">
            <a:pathLst>
              <a:path w="36211" h="76426">
                <a:moveTo>
                  <a:pt x="27295" y="65508"/>
                </a:moveTo>
                <a:lnTo>
                  <a:pt x="35028" y="13921"/>
                </a:lnTo>
                <a:cubicBezTo>
                  <a:pt x="36211" y="6278"/>
                  <a:pt x="32389" y="2001"/>
                  <a:pt x="23746" y="1001"/>
                </a:cubicBezTo>
                <a:cubicBezTo>
                  <a:pt x="15011" y="0"/>
                  <a:pt x="10098" y="3275"/>
                  <a:pt x="8916" y="10918"/>
                </a:cubicBezTo>
                <a:lnTo>
                  <a:pt x="1092" y="62505"/>
                </a:lnTo>
                <a:cubicBezTo>
                  <a:pt x="0" y="70148"/>
                  <a:pt x="3731" y="74423"/>
                  <a:pt x="12463" y="75424"/>
                </a:cubicBezTo>
                <a:cubicBezTo>
                  <a:pt x="21198" y="76426"/>
                  <a:pt x="26111" y="73149"/>
                  <a:pt x="27295" y="65508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58" name="pdf-path-699">
            <a:extLst xmlns:a="http://schemas.openxmlformats.org/drawingml/2006/main">
              <a:ext uri="{FF2B5EF4-FFF2-40B4-BE49-F238E27FC236}">
                <a16:creationId xmlns:a16="http://schemas.microsoft.com/office/drawing/2014/main" id="{F0994760-7F7D-41A9-BCEA-1A94E821F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754" y="340705"/>
            <a:ext cx="82247" cy="25748"/>
          </a:xfrm>
          <a:custGeom xmlns:a="http://schemas.openxmlformats.org/drawingml/2006/main">
            <a:pathLst>
              <a:path w="82247" h="25748">
                <a:moveTo>
                  <a:pt x="13919" y="25475"/>
                </a:moveTo>
                <a:lnTo>
                  <a:pt x="69510" y="23201"/>
                </a:lnTo>
                <a:cubicBezTo>
                  <a:pt x="78154" y="22836"/>
                  <a:pt x="82247" y="18833"/>
                  <a:pt x="81885" y="11282"/>
                </a:cubicBezTo>
                <a:cubicBezTo>
                  <a:pt x="81429" y="3639"/>
                  <a:pt x="76971" y="0"/>
                  <a:pt x="68328" y="364"/>
                </a:cubicBezTo>
                <a:lnTo>
                  <a:pt x="12737" y="2638"/>
                </a:lnTo>
                <a:cubicBezTo>
                  <a:pt x="4093" y="2911"/>
                  <a:pt x="0" y="6914"/>
                  <a:pt x="363" y="14557"/>
                </a:cubicBezTo>
                <a:cubicBezTo>
                  <a:pt x="818" y="22200"/>
                  <a:pt x="5276" y="25748"/>
                  <a:pt x="13919" y="25475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59" name="pdf-path-701">
            <a:extLst xmlns:a="http://schemas.openxmlformats.org/drawingml/2006/main">
              <a:ext uri="{FF2B5EF4-FFF2-40B4-BE49-F238E27FC236}">
                <a16:creationId xmlns:a16="http://schemas.microsoft.com/office/drawing/2014/main" id="{431FAE50-589A-49E9-914A-110D8123E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7340" y="358628"/>
            <a:ext cx="38849" cy="77609"/>
          </a:xfrm>
          <a:custGeom xmlns:a="http://schemas.openxmlformats.org/drawingml/2006/main">
            <a:pathLst>
              <a:path w="38849" h="77609">
                <a:moveTo>
                  <a:pt x="12010" y="10736"/>
                </a:moveTo>
                <a:lnTo>
                  <a:pt x="1547" y="62687"/>
                </a:lnTo>
                <a:cubicBezTo>
                  <a:pt x="0" y="70330"/>
                  <a:pt x="3457" y="74879"/>
                  <a:pt x="11828" y="76244"/>
                </a:cubicBezTo>
                <a:cubicBezTo>
                  <a:pt x="20289" y="77609"/>
                  <a:pt x="25293" y="74515"/>
                  <a:pt x="26840" y="66872"/>
                </a:cubicBezTo>
                <a:lnTo>
                  <a:pt x="37304" y="14921"/>
                </a:lnTo>
                <a:cubicBezTo>
                  <a:pt x="38849" y="7279"/>
                  <a:pt x="35393" y="2729"/>
                  <a:pt x="26932" y="1365"/>
                </a:cubicBezTo>
                <a:cubicBezTo>
                  <a:pt x="18560" y="0"/>
                  <a:pt x="13557" y="3094"/>
                  <a:pt x="12010" y="10736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60" name="pdf-path-703">
            <a:extLst xmlns:a="http://schemas.openxmlformats.org/drawingml/2006/main">
              <a:ext uri="{FF2B5EF4-FFF2-40B4-BE49-F238E27FC236}">
                <a16:creationId xmlns:a16="http://schemas.microsoft.com/office/drawing/2014/main" id="{55045432-B5D5-41CE-9ABD-FAB8E560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8895" y="426865"/>
            <a:ext cx="55863" cy="34392"/>
          </a:xfrm>
          <a:custGeom xmlns:a="http://schemas.openxmlformats.org/drawingml/2006/main">
            <a:pathLst>
              <a:path w="55863" h="34392">
                <a:moveTo>
                  <a:pt x="44947" y="10099"/>
                </a:moveTo>
                <a:lnTo>
                  <a:pt x="19197" y="2457"/>
                </a:lnTo>
                <a:cubicBezTo>
                  <a:pt x="11010" y="0"/>
                  <a:pt x="5550" y="2366"/>
                  <a:pt x="2729" y="9645"/>
                </a:cubicBezTo>
                <a:cubicBezTo>
                  <a:pt x="0" y="16923"/>
                  <a:pt x="2639" y="21745"/>
                  <a:pt x="10918" y="24202"/>
                </a:cubicBezTo>
                <a:lnTo>
                  <a:pt x="36575" y="31935"/>
                </a:lnTo>
                <a:cubicBezTo>
                  <a:pt x="44856" y="34392"/>
                  <a:pt x="50313" y="31935"/>
                  <a:pt x="53133" y="24748"/>
                </a:cubicBezTo>
                <a:cubicBezTo>
                  <a:pt x="55863" y="17469"/>
                  <a:pt x="53133" y="12556"/>
                  <a:pt x="44947" y="10099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61" name="pdf-path-705">
            <a:extLst xmlns:a="http://schemas.openxmlformats.org/drawingml/2006/main">
              <a:ext uri="{FF2B5EF4-FFF2-40B4-BE49-F238E27FC236}">
                <a16:creationId xmlns:a16="http://schemas.microsoft.com/office/drawing/2014/main" id="{01E98D09-F96D-49EC-93CD-A1B9D18CA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089" y="185943"/>
            <a:ext cx="27841" cy="67691"/>
          </a:xfrm>
          <a:custGeom xmlns:a="http://schemas.openxmlformats.org/drawingml/2006/main">
            <a:pathLst>
              <a:path w="27841" h="67691">
                <a:moveTo>
                  <a:pt x="27659" y="55681"/>
                </a:moveTo>
                <a:lnTo>
                  <a:pt x="26658" y="11555"/>
                </a:lnTo>
                <a:cubicBezTo>
                  <a:pt x="26477" y="3821"/>
                  <a:pt x="21927" y="0"/>
                  <a:pt x="13102" y="91"/>
                </a:cubicBezTo>
                <a:cubicBezTo>
                  <a:pt x="4276" y="273"/>
                  <a:pt x="0" y="4276"/>
                  <a:pt x="91" y="12010"/>
                </a:cubicBezTo>
                <a:lnTo>
                  <a:pt x="1092" y="56136"/>
                </a:lnTo>
                <a:cubicBezTo>
                  <a:pt x="1273" y="63869"/>
                  <a:pt x="5823" y="67691"/>
                  <a:pt x="14649" y="67509"/>
                </a:cubicBezTo>
                <a:cubicBezTo>
                  <a:pt x="23474" y="67418"/>
                  <a:pt x="27841" y="63415"/>
                  <a:pt x="27659" y="55681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62" name="pdf-path-707">
            <a:extLst xmlns:a="http://schemas.openxmlformats.org/drawingml/2006/main">
              <a:ext uri="{FF2B5EF4-FFF2-40B4-BE49-F238E27FC236}">
                <a16:creationId xmlns:a16="http://schemas.microsoft.com/office/drawing/2014/main" id="{1C940BC0-9042-43C0-BA3D-DF3696D5B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281" y="247629"/>
            <a:ext cx="60049" cy="43763"/>
          </a:xfrm>
          <a:custGeom xmlns:a="http://schemas.openxmlformats.org/drawingml/2006/main">
            <a:pathLst>
              <a:path w="60049" h="43763">
                <a:moveTo>
                  <a:pt x="51313" y="20107"/>
                </a:moveTo>
                <a:lnTo>
                  <a:pt x="22563" y="4095"/>
                </a:lnTo>
                <a:cubicBezTo>
                  <a:pt x="15193" y="0"/>
                  <a:pt x="9188" y="1183"/>
                  <a:pt x="4639" y="7734"/>
                </a:cubicBezTo>
                <a:cubicBezTo>
                  <a:pt x="0" y="14285"/>
                  <a:pt x="1364" y="19653"/>
                  <a:pt x="8734" y="23747"/>
                </a:cubicBezTo>
                <a:lnTo>
                  <a:pt x="37574" y="39669"/>
                </a:lnTo>
                <a:cubicBezTo>
                  <a:pt x="44945" y="43763"/>
                  <a:pt x="50859" y="42580"/>
                  <a:pt x="55500" y="36030"/>
                </a:cubicBezTo>
                <a:cubicBezTo>
                  <a:pt x="60049" y="29478"/>
                  <a:pt x="58683" y="24111"/>
                  <a:pt x="51313" y="20107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63" name="pdf-path-709">
            <a:extLst xmlns:a="http://schemas.openxmlformats.org/drawingml/2006/main">
              <a:ext uri="{FF2B5EF4-FFF2-40B4-BE49-F238E27FC236}">
                <a16:creationId xmlns:a16="http://schemas.microsoft.com/office/drawing/2014/main" id="{36EFA974-37FA-40EE-B9B0-DC6942338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959" y="281747"/>
            <a:ext cx="39669" cy="35939"/>
          </a:xfrm>
          <a:custGeom xmlns:a="http://schemas.openxmlformats.org/drawingml/2006/main">
            <a:pathLst>
              <a:path w="39669" h="35939">
                <a:moveTo>
                  <a:pt x="33755" y="14376"/>
                </a:moveTo>
                <a:lnTo>
                  <a:pt x="24565" y="5641"/>
                </a:lnTo>
                <a:cubicBezTo>
                  <a:pt x="18651" y="182"/>
                  <a:pt x="12556" y="0"/>
                  <a:pt x="6369" y="5278"/>
                </a:cubicBezTo>
                <a:cubicBezTo>
                  <a:pt x="181" y="10554"/>
                  <a:pt x="0" y="16013"/>
                  <a:pt x="5914" y="21563"/>
                </a:cubicBezTo>
                <a:lnTo>
                  <a:pt x="15194" y="30207"/>
                </a:lnTo>
                <a:cubicBezTo>
                  <a:pt x="21109" y="35756"/>
                  <a:pt x="27204" y="35939"/>
                  <a:pt x="33390" y="30571"/>
                </a:cubicBezTo>
                <a:cubicBezTo>
                  <a:pt x="39577" y="25294"/>
                  <a:pt x="39669" y="19925"/>
                  <a:pt x="33755" y="14376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64" name="pdf-path-711">
            <a:extLst xmlns:a="http://schemas.openxmlformats.org/drawingml/2006/main">
              <a:ext uri="{FF2B5EF4-FFF2-40B4-BE49-F238E27FC236}">
                <a16:creationId xmlns:a16="http://schemas.microsoft.com/office/drawing/2014/main" id="{2F56D746-9839-498A-9288-8CEA4640B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159" y="235619"/>
            <a:ext cx="158858" cy="226457"/>
          </a:xfrm>
          <a:custGeom xmlns:a="http://schemas.openxmlformats.org/drawingml/2006/main">
            <a:pathLst>
              <a:path w="158858" h="226457">
                <a:moveTo>
                  <a:pt x="132016" y="8098"/>
                </a:moveTo>
                <a:lnTo>
                  <a:pt x="4278" y="206714"/>
                </a:lnTo>
                <a:cubicBezTo>
                  <a:pt x="0" y="213447"/>
                  <a:pt x="1547" y="218723"/>
                  <a:pt x="9099" y="222635"/>
                </a:cubicBezTo>
                <a:cubicBezTo>
                  <a:pt x="16560" y="226457"/>
                  <a:pt x="22474" y="225001"/>
                  <a:pt x="26751" y="218359"/>
                </a:cubicBezTo>
                <a:lnTo>
                  <a:pt x="154491" y="19744"/>
                </a:lnTo>
                <a:cubicBezTo>
                  <a:pt x="158858" y="13012"/>
                  <a:pt x="157220" y="7734"/>
                  <a:pt x="149759" y="3822"/>
                </a:cubicBezTo>
                <a:cubicBezTo>
                  <a:pt x="142207" y="0"/>
                  <a:pt x="136295" y="1456"/>
                  <a:pt x="132016" y="8098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65" name="pdf-path-713">
            <a:extLst xmlns:a="http://schemas.openxmlformats.org/drawingml/2006/main">
              <a:ext uri="{FF2B5EF4-FFF2-40B4-BE49-F238E27FC236}">
                <a16:creationId xmlns:a16="http://schemas.microsoft.com/office/drawing/2014/main" id="{FA252432-2FF0-4468-95B8-EB6D2BBBE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5894" y="165381"/>
            <a:ext cx="38668" cy="77608"/>
          </a:xfrm>
          <a:custGeom xmlns:a="http://schemas.openxmlformats.org/drawingml/2006/main">
            <a:pathLst>
              <a:path w="38668" h="77608">
                <a:moveTo>
                  <a:pt x="37121" y="62687"/>
                </a:moveTo>
                <a:lnTo>
                  <a:pt x="26840" y="10737"/>
                </a:lnTo>
                <a:cubicBezTo>
                  <a:pt x="25293" y="3093"/>
                  <a:pt x="20289" y="0"/>
                  <a:pt x="11919" y="1366"/>
                </a:cubicBezTo>
                <a:cubicBezTo>
                  <a:pt x="3457" y="2730"/>
                  <a:pt x="0" y="7280"/>
                  <a:pt x="1547" y="14921"/>
                </a:cubicBezTo>
                <a:lnTo>
                  <a:pt x="11828" y="66872"/>
                </a:lnTo>
                <a:cubicBezTo>
                  <a:pt x="13374" y="74515"/>
                  <a:pt x="18287" y="77608"/>
                  <a:pt x="26749" y="76244"/>
                </a:cubicBezTo>
                <a:cubicBezTo>
                  <a:pt x="35209" y="74879"/>
                  <a:pt x="38668" y="70330"/>
                  <a:pt x="37121" y="62687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66" name="pdf-path-715">
            <a:extLst xmlns:a="http://schemas.openxmlformats.org/drawingml/2006/main">
              <a:ext uri="{FF2B5EF4-FFF2-40B4-BE49-F238E27FC236}">
                <a16:creationId xmlns:a16="http://schemas.microsoft.com/office/drawing/2014/main" id="{CC4A21F9-B57C-4274-91F3-641721556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9899" y="445699"/>
            <a:ext cx="81885" cy="24292"/>
          </a:xfrm>
          <a:custGeom xmlns:a="http://schemas.openxmlformats.org/drawingml/2006/main">
            <a:pathLst>
              <a:path w="81885" h="24292">
                <a:moveTo>
                  <a:pt x="13466" y="24111"/>
                </a:moveTo>
                <a:lnTo>
                  <a:pt x="69057" y="23018"/>
                </a:lnTo>
                <a:cubicBezTo>
                  <a:pt x="77699" y="22837"/>
                  <a:pt x="81885" y="18925"/>
                  <a:pt x="81703" y="11282"/>
                </a:cubicBezTo>
                <a:cubicBezTo>
                  <a:pt x="81520" y="3731"/>
                  <a:pt x="77153" y="0"/>
                  <a:pt x="68509" y="182"/>
                </a:cubicBezTo>
                <a:lnTo>
                  <a:pt x="12828" y="1274"/>
                </a:lnTo>
                <a:cubicBezTo>
                  <a:pt x="4186" y="1455"/>
                  <a:pt x="0" y="5368"/>
                  <a:pt x="181" y="13011"/>
                </a:cubicBezTo>
                <a:cubicBezTo>
                  <a:pt x="363" y="20563"/>
                  <a:pt x="4822" y="24292"/>
                  <a:pt x="13466" y="24111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67" name="pdf-path-717">
            <a:extLst xmlns:a="http://schemas.openxmlformats.org/drawingml/2006/main">
              <a:ext uri="{FF2B5EF4-FFF2-40B4-BE49-F238E27FC236}">
                <a16:creationId xmlns:a16="http://schemas.microsoft.com/office/drawing/2014/main" id="{B6D66822-AE08-4850-9220-ED3B2C1DA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4224" y="465351"/>
            <a:ext cx="26840" cy="75425"/>
          </a:xfrm>
          <a:custGeom xmlns:a="http://schemas.openxmlformats.org/drawingml/2006/main">
            <a:pathLst>
              <a:path w="26840" h="75425">
                <a:moveTo>
                  <a:pt x="1456" y="11464"/>
                </a:moveTo>
                <a:lnTo>
                  <a:pt x="181" y="63506"/>
                </a:lnTo>
                <a:cubicBezTo>
                  <a:pt x="0" y="71149"/>
                  <a:pt x="4093" y="75061"/>
                  <a:pt x="12556" y="75243"/>
                </a:cubicBezTo>
                <a:cubicBezTo>
                  <a:pt x="20925" y="75425"/>
                  <a:pt x="25202" y="71695"/>
                  <a:pt x="25383" y="63962"/>
                </a:cubicBezTo>
                <a:lnTo>
                  <a:pt x="26657" y="11919"/>
                </a:lnTo>
                <a:cubicBezTo>
                  <a:pt x="26840" y="4276"/>
                  <a:pt x="22745" y="365"/>
                  <a:pt x="14375" y="182"/>
                </a:cubicBezTo>
                <a:cubicBezTo>
                  <a:pt x="5914" y="0"/>
                  <a:pt x="1636" y="3731"/>
                  <a:pt x="1456" y="11464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68" name="pdf-path-719">
            <a:extLst xmlns:a="http://schemas.openxmlformats.org/drawingml/2006/main">
              <a:ext uri="{FF2B5EF4-FFF2-40B4-BE49-F238E27FC236}">
                <a16:creationId xmlns:a16="http://schemas.microsoft.com/office/drawing/2014/main" id="{952CDB92-09FE-4B8B-BFBE-5516C7EEF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324" y="521215"/>
            <a:ext cx="54590" cy="31480"/>
          </a:xfrm>
          <a:custGeom xmlns:a="http://schemas.openxmlformats.org/drawingml/2006/main">
            <a:pathLst>
              <a:path w="54590" h="31480">
                <a:moveTo>
                  <a:pt x="37759" y="1638"/>
                </a:moveTo>
                <a:lnTo>
                  <a:pt x="11647" y="6641"/>
                </a:lnTo>
                <a:cubicBezTo>
                  <a:pt x="3368" y="8280"/>
                  <a:pt x="0" y="13010"/>
                  <a:pt x="1821" y="20653"/>
                </a:cubicBezTo>
                <a:cubicBezTo>
                  <a:pt x="3549" y="28387"/>
                  <a:pt x="8553" y="31480"/>
                  <a:pt x="16923" y="29842"/>
                </a:cubicBezTo>
                <a:lnTo>
                  <a:pt x="43035" y="24748"/>
                </a:lnTo>
                <a:cubicBezTo>
                  <a:pt x="51316" y="23110"/>
                  <a:pt x="54590" y="18470"/>
                  <a:pt x="52863" y="10736"/>
                </a:cubicBezTo>
                <a:cubicBezTo>
                  <a:pt x="51133" y="3002"/>
                  <a:pt x="46129" y="0"/>
                  <a:pt x="37759" y="1638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69" name="pdf-path-721">
            <a:extLst xmlns:a="http://schemas.openxmlformats.org/drawingml/2006/main">
              <a:ext uri="{FF2B5EF4-FFF2-40B4-BE49-F238E27FC236}">
                <a16:creationId xmlns:a16="http://schemas.microsoft.com/office/drawing/2014/main" id="{01B0B12D-6A16-4099-8268-7C00B2ADB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5000" y="237985"/>
            <a:ext cx="46129" cy="68783"/>
          </a:xfrm>
          <a:custGeom xmlns:a="http://schemas.openxmlformats.org/drawingml/2006/main">
            <a:pathLst>
              <a:path w="46129" h="68783">
                <a:moveTo>
                  <a:pt x="43307" y="51497"/>
                </a:moveTo>
                <a:lnTo>
                  <a:pt x="27476" y="9826"/>
                </a:lnTo>
                <a:cubicBezTo>
                  <a:pt x="24656" y="2457"/>
                  <a:pt x="19197" y="0"/>
                  <a:pt x="10918" y="2548"/>
                </a:cubicBezTo>
                <a:cubicBezTo>
                  <a:pt x="2729" y="5004"/>
                  <a:pt x="0" y="9918"/>
                  <a:pt x="2820" y="17287"/>
                </a:cubicBezTo>
                <a:lnTo>
                  <a:pt x="18742" y="59048"/>
                </a:lnTo>
                <a:cubicBezTo>
                  <a:pt x="21471" y="66327"/>
                  <a:pt x="27023" y="68783"/>
                  <a:pt x="35209" y="66327"/>
                </a:cubicBezTo>
                <a:cubicBezTo>
                  <a:pt x="43398" y="63779"/>
                  <a:pt x="46129" y="58866"/>
                  <a:pt x="43307" y="51497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70" name="pdf-path-723">
            <a:extLst xmlns:a="http://schemas.openxmlformats.org/drawingml/2006/main">
              <a:ext uri="{FF2B5EF4-FFF2-40B4-BE49-F238E27FC236}">
                <a16:creationId xmlns:a16="http://schemas.microsoft.com/office/drawing/2014/main" id="{0E9CCBD0-6231-467F-A8B5-79B0F204E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575" y="293939"/>
            <a:ext cx="59684" cy="23292"/>
          </a:xfrm>
          <a:custGeom xmlns:a="http://schemas.openxmlformats.org/drawingml/2006/main">
            <a:pathLst>
              <a:path w="59684" h="23292">
                <a:moveTo>
                  <a:pt x="46856" y="455"/>
                </a:moveTo>
                <a:lnTo>
                  <a:pt x="13192" y="92"/>
                </a:lnTo>
                <a:cubicBezTo>
                  <a:pt x="4549" y="0"/>
                  <a:pt x="181" y="3731"/>
                  <a:pt x="91" y="11373"/>
                </a:cubicBezTo>
                <a:cubicBezTo>
                  <a:pt x="0" y="18925"/>
                  <a:pt x="4276" y="22746"/>
                  <a:pt x="12829" y="22837"/>
                </a:cubicBezTo>
                <a:lnTo>
                  <a:pt x="46492" y="23201"/>
                </a:lnTo>
                <a:cubicBezTo>
                  <a:pt x="55136" y="23292"/>
                  <a:pt x="59503" y="19471"/>
                  <a:pt x="59593" y="11919"/>
                </a:cubicBezTo>
                <a:cubicBezTo>
                  <a:pt x="59684" y="4367"/>
                  <a:pt x="55408" y="546"/>
                  <a:pt x="46856" y="455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71" name="pdf-path-725">
            <a:extLst xmlns:a="http://schemas.openxmlformats.org/drawingml/2006/main">
              <a:ext uri="{FF2B5EF4-FFF2-40B4-BE49-F238E27FC236}">
                <a16:creationId xmlns:a16="http://schemas.microsoft.com/office/drawing/2014/main" id="{9427F11E-E7A4-49BC-895B-8DEBBBA6A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6082" y="294031"/>
            <a:ext cx="39669" cy="22745"/>
          </a:xfrm>
          <a:custGeom xmlns:a="http://schemas.openxmlformats.org/drawingml/2006/main">
            <a:pathLst>
              <a:path w="39669" h="22745">
                <a:moveTo>
                  <a:pt x="26658" y="0"/>
                </a:moveTo>
                <a:lnTo>
                  <a:pt x="13102" y="0"/>
                </a:lnTo>
                <a:cubicBezTo>
                  <a:pt x="4367" y="0"/>
                  <a:pt x="0" y="3821"/>
                  <a:pt x="0" y="11373"/>
                </a:cubicBezTo>
                <a:cubicBezTo>
                  <a:pt x="0" y="18924"/>
                  <a:pt x="4367" y="22745"/>
                  <a:pt x="13102" y="22745"/>
                </a:cubicBezTo>
                <a:lnTo>
                  <a:pt x="26658" y="22745"/>
                </a:lnTo>
                <a:cubicBezTo>
                  <a:pt x="35302" y="22745"/>
                  <a:pt x="39669" y="18924"/>
                  <a:pt x="39669" y="11373"/>
                </a:cubicBezTo>
                <a:cubicBezTo>
                  <a:pt x="39669" y="3821"/>
                  <a:pt x="35302" y="0"/>
                  <a:pt x="26658" y="0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72" name="pdf-path-727">
            <a:extLst xmlns:a="http://schemas.openxmlformats.org/drawingml/2006/main">
              <a:ext uri="{FF2B5EF4-FFF2-40B4-BE49-F238E27FC236}">
                <a16:creationId xmlns:a16="http://schemas.microsoft.com/office/drawing/2014/main" id="{BAF96FB9-0DA2-402C-8CB5-62AC21116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5361" y="640675"/>
            <a:ext cx="140112" cy="235827"/>
          </a:xfrm>
          <a:custGeom xmlns:a="http://schemas.openxmlformats.org/drawingml/2006/main">
            <a:pathLst>
              <a:path w="140112" h="235827">
                <a:moveTo>
                  <a:pt x="113091" y="8916"/>
                </a:moveTo>
                <a:lnTo>
                  <a:pt x="3729" y="216993"/>
                </a:lnTo>
                <a:cubicBezTo>
                  <a:pt x="0" y="223999"/>
                  <a:pt x="2093" y="229185"/>
                  <a:pt x="9826" y="232461"/>
                </a:cubicBezTo>
                <a:cubicBezTo>
                  <a:pt x="17559" y="235827"/>
                  <a:pt x="23381" y="234008"/>
                  <a:pt x="27021" y="227002"/>
                </a:cubicBezTo>
                <a:lnTo>
                  <a:pt x="136384" y="18924"/>
                </a:lnTo>
                <a:cubicBezTo>
                  <a:pt x="140112" y="11918"/>
                  <a:pt x="138019" y="6732"/>
                  <a:pt x="130286" y="3366"/>
                </a:cubicBezTo>
                <a:cubicBezTo>
                  <a:pt x="122553" y="0"/>
                  <a:pt x="116730" y="1911"/>
                  <a:pt x="113091" y="8916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73" name="pdf-path-729">
            <a:extLst xmlns:a="http://schemas.openxmlformats.org/drawingml/2006/main">
              <a:ext uri="{FF2B5EF4-FFF2-40B4-BE49-F238E27FC236}">
                <a16:creationId xmlns:a16="http://schemas.microsoft.com/office/drawing/2014/main" id="{E6D2E639-CB6B-4887-8DBF-6084AAE8F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0802" y="572256"/>
            <a:ext cx="44580" cy="77608"/>
          </a:xfrm>
          <a:custGeom xmlns:a="http://schemas.openxmlformats.org/drawingml/2006/main">
            <a:pathLst>
              <a:path w="44580" h="77608">
                <a:moveTo>
                  <a:pt x="42306" y="61413"/>
                </a:moveTo>
                <a:lnTo>
                  <a:pt x="27386" y="10372"/>
                </a:lnTo>
                <a:cubicBezTo>
                  <a:pt x="25111" y="2820"/>
                  <a:pt x="19834" y="0"/>
                  <a:pt x="11464" y="2001"/>
                </a:cubicBezTo>
                <a:cubicBezTo>
                  <a:pt x="3092" y="4003"/>
                  <a:pt x="0" y="8734"/>
                  <a:pt x="2184" y="16286"/>
                </a:cubicBezTo>
                <a:lnTo>
                  <a:pt x="17195" y="67328"/>
                </a:lnTo>
                <a:cubicBezTo>
                  <a:pt x="19378" y="74879"/>
                  <a:pt x="24656" y="77608"/>
                  <a:pt x="33026" y="75607"/>
                </a:cubicBezTo>
                <a:cubicBezTo>
                  <a:pt x="41486" y="73696"/>
                  <a:pt x="44580" y="68874"/>
                  <a:pt x="42306" y="61413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74" name="pdf-path-731">
            <a:extLst xmlns:a="http://schemas.openxmlformats.org/drawingml/2006/main">
              <a:ext uri="{FF2B5EF4-FFF2-40B4-BE49-F238E27FC236}">
                <a16:creationId xmlns:a16="http://schemas.microsoft.com/office/drawing/2014/main" id="{CB303F2D-F40A-444C-B5F0-AAAEA1CC9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186" y="820912"/>
            <a:ext cx="77336" cy="56956"/>
          </a:xfrm>
          <a:custGeom xmlns:a="http://schemas.openxmlformats.org/drawingml/2006/main">
            <a:pathLst>
              <a:path w="77336" h="56956">
                <a:moveTo>
                  <a:pt x="23381" y="52406"/>
                </a:moveTo>
                <a:lnTo>
                  <a:pt x="69238" y="23383"/>
                </a:lnTo>
                <a:cubicBezTo>
                  <a:pt x="76335" y="18833"/>
                  <a:pt x="77336" y="13465"/>
                  <a:pt x="72330" y="7187"/>
                </a:cubicBezTo>
                <a:cubicBezTo>
                  <a:pt x="67236" y="910"/>
                  <a:pt x="61140" y="0"/>
                  <a:pt x="54044" y="4458"/>
                </a:cubicBezTo>
                <a:lnTo>
                  <a:pt x="8098" y="33481"/>
                </a:lnTo>
                <a:cubicBezTo>
                  <a:pt x="1001" y="38031"/>
                  <a:pt x="0" y="43399"/>
                  <a:pt x="5094" y="49767"/>
                </a:cubicBezTo>
                <a:cubicBezTo>
                  <a:pt x="10191" y="56045"/>
                  <a:pt x="16196" y="56956"/>
                  <a:pt x="23381" y="52406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75" name="pdf-path-733">
            <a:extLst xmlns:a="http://schemas.openxmlformats.org/drawingml/2006/main">
              <a:ext uri="{FF2B5EF4-FFF2-40B4-BE49-F238E27FC236}">
                <a16:creationId xmlns:a16="http://schemas.microsoft.com/office/drawing/2014/main" id="{D2A8A1D0-A319-43CF-B7B2-0769CBBD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5873" y="834468"/>
            <a:ext cx="40396" cy="77790"/>
          </a:xfrm>
          <a:custGeom xmlns:a="http://schemas.openxmlformats.org/drawingml/2006/main">
            <a:pathLst>
              <a:path w="40396" h="77790">
                <a:moveTo>
                  <a:pt x="1728" y="15467"/>
                </a:moveTo>
                <a:lnTo>
                  <a:pt x="13557" y="67145"/>
                </a:lnTo>
                <a:cubicBezTo>
                  <a:pt x="15285" y="74697"/>
                  <a:pt x="20380" y="77790"/>
                  <a:pt x="28749" y="76153"/>
                </a:cubicBezTo>
                <a:cubicBezTo>
                  <a:pt x="37121" y="74606"/>
                  <a:pt x="40396" y="69966"/>
                  <a:pt x="38668" y="62324"/>
                </a:cubicBezTo>
                <a:lnTo>
                  <a:pt x="26840" y="10646"/>
                </a:lnTo>
                <a:cubicBezTo>
                  <a:pt x="25111" y="3094"/>
                  <a:pt x="20015" y="0"/>
                  <a:pt x="11645" y="1638"/>
                </a:cubicBezTo>
                <a:cubicBezTo>
                  <a:pt x="3275" y="3185"/>
                  <a:pt x="0" y="7825"/>
                  <a:pt x="1728" y="15467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76" name="pdf-path-735">
            <a:extLst xmlns:a="http://schemas.openxmlformats.org/drawingml/2006/main">
              <a:ext uri="{FF2B5EF4-FFF2-40B4-BE49-F238E27FC236}">
                <a16:creationId xmlns:a16="http://schemas.microsoft.com/office/drawing/2014/main" id="{106B0CF1-686C-4764-B642-8F5F4E85A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621" y="881962"/>
            <a:ext cx="55591" cy="37485"/>
          </a:xfrm>
          <a:custGeom xmlns:a="http://schemas.openxmlformats.org/drawingml/2006/main">
            <a:pathLst>
              <a:path w="55591" h="37485">
                <a:moveTo>
                  <a:pt x="34665" y="3275"/>
                </a:moveTo>
                <a:lnTo>
                  <a:pt x="10009" y="13374"/>
                </a:lnTo>
                <a:cubicBezTo>
                  <a:pt x="2184" y="16649"/>
                  <a:pt x="0" y="21654"/>
                  <a:pt x="3731" y="28659"/>
                </a:cubicBezTo>
                <a:cubicBezTo>
                  <a:pt x="7370" y="35574"/>
                  <a:pt x="13103" y="37485"/>
                  <a:pt x="21018" y="34209"/>
                </a:cubicBezTo>
                <a:lnTo>
                  <a:pt x="45583" y="24110"/>
                </a:lnTo>
                <a:cubicBezTo>
                  <a:pt x="53498" y="20835"/>
                  <a:pt x="55591" y="15739"/>
                  <a:pt x="51953" y="8825"/>
                </a:cubicBezTo>
                <a:cubicBezTo>
                  <a:pt x="48222" y="1910"/>
                  <a:pt x="42491" y="0"/>
                  <a:pt x="34665" y="3275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77" name="pdf-path-737">
            <a:extLst xmlns:a="http://schemas.openxmlformats.org/drawingml/2006/main">
              <a:ext uri="{FF2B5EF4-FFF2-40B4-BE49-F238E27FC236}">
                <a16:creationId xmlns:a16="http://schemas.microsoft.com/office/drawing/2014/main" id="{CC53801C-2E17-4545-AD52-A4816274D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190" y="639857"/>
            <a:ext cx="67782" cy="56773"/>
          </a:xfrm>
          <a:custGeom xmlns:a="http://schemas.openxmlformats.org/drawingml/2006/main">
            <a:pathLst>
              <a:path w="67782" h="56773">
                <a:moveTo>
                  <a:pt x="60959" y="34300"/>
                </a:moveTo>
                <a:lnTo>
                  <a:pt x="24110" y="5094"/>
                </a:lnTo>
                <a:cubicBezTo>
                  <a:pt x="17650" y="0"/>
                  <a:pt x="11464" y="273"/>
                  <a:pt x="5733" y="6096"/>
                </a:cubicBezTo>
                <a:cubicBezTo>
                  <a:pt x="0" y="11827"/>
                  <a:pt x="365" y="17286"/>
                  <a:pt x="6825" y="22472"/>
                </a:cubicBezTo>
                <a:lnTo>
                  <a:pt x="43672" y="51678"/>
                </a:lnTo>
                <a:cubicBezTo>
                  <a:pt x="50132" y="56773"/>
                  <a:pt x="56227" y="56499"/>
                  <a:pt x="62049" y="50677"/>
                </a:cubicBezTo>
                <a:cubicBezTo>
                  <a:pt x="67782" y="44854"/>
                  <a:pt x="67419" y="39395"/>
                  <a:pt x="60959" y="34300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78" name="pdf-path-739">
            <a:extLst xmlns:a="http://schemas.openxmlformats.org/drawingml/2006/main">
              <a:ext uri="{FF2B5EF4-FFF2-40B4-BE49-F238E27FC236}">
                <a16:creationId xmlns:a16="http://schemas.microsoft.com/office/drawing/2014/main" id="{D35032A7-BCC7-400C-A415-5AB93DE3A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873" y="651684"/>
            <a:ext cx="57502" cy="45673"/>
          </a:xfrm>
          <a:custGeom xmlns:a="http://schemas.openxmlformats.org/drawingml/2006/main">
            <a:pathLst>
              <a:path w="57502" h="45673">
                <a:moveTo>
                  <a:pt x="34575" y="4549"/>
                </a:moveTo>
                <a:lnTo>
                  <a:pt x="7826" y="22472"/>
                </a:lnTo>
                <a:cubicBezTo>
                  <a:pt x="912" y="27113"/>
                  <a:pt x="0" y="32481"/>
                  <a:pt x="5096" y="38668"/>
                </a:cubicBezTo>
                <a:cubicBezTo>
                  <a:pt x="10191" y="44854"/>
                  <a:pt x="16105" y="45673"/>
                  <a:pt x="22929" y="41124"/>
                </a:cubicBezTo>
                <a:lnTo>
                  <a:pt x="49769" y="23201"/>
                </a:lnTo>
                <a:cubicBezTo>
                  <a:pt x="56594" y="18560"/>
                  <a:pt x="57502" y="13193"/>
                  <a:pt x="52408" y="7005"/>
                </a:cubicBezTo>
                <a:cubicBezTo>
                  <a:pt x="47404" y="819"/>
                  <a:pt x="41399" y="0"/>
                  <a:pt x="34575" y="4549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79" name="pdf-path-741">
            <a:extLst xmlns:a="http://schemas.openxmlformats.org/drawingml/2006/main">
              <a:ext uri="{FF2B5EF4-FFF2-40B4-BE49-F238E27FC236}">
                <a16:creationId xmlns:a16="http://schemas.microsoft.com/office/drawing/2014/main" id="{52C877F9-A3A5-4999-B5F3-6A876C552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277" y="623388"/>
            <a:ext cx="40487" cy="36393"/>
          </a:xfrm>
          <a:custGeom xmlns:a="http://schemas.openxmlformats.org/drawingml/2006/main">
            <a:pathLst>
              <a:path w="40487" h="36393">
                <a:moveTo>
                  <a:pt x="14922" y="6096"/>
                </a:moveTo>
                <a:lnTo>
                  <a:pt x="5823" y="15104"/>
                </a:lnTo>
                <a:cubicBezTo>
                  <a:pt x="0" y="20836"/>
                  <a:pt x="365" y="26294"/>
                  <a:pt x="7006" y="31298"/>
                </a:cubicBezTo>
                <a:cubicBezTo>
                  <a:pt x="13557" y="36393"/>
                  <a:pt x="19834" y="36029"/>
                  <a:pt x="25566" y="30297"/>
                </a:cubicBezTo>
                <a:lnTo>
                  <a:pt x="34665" y="21290"/>
                </a:lnTo>
                <a:cubicBezTo>
                  <a:pt x="40487" y="15558"/>
                  <a:pt x="40124" y="10099"/>
                  <a:pt x="33481" y="5095"/>
                </a:cubicBezTo>
                <a:cubicBezTo>
                  <a:pt x="26932" y="0"/>
                  <a:pt x="20746" y="365"/>
                  <a:pt x="14922" y="6096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80" name="pdf-path-743">
            <a:extLst xmlns:a="http://schemas.openxmlformats.org/drawingml/2006/main">
              <a:ext uri="{FF2B5EF4-FFF2-40B4-BE49-F238E27FC236}">
                <a16:creationId xmlns:a16="http://schemas.microsoft.com/office/drawing/2014/main" id="{1FCE9969-C5CC-433F-BCDE-74380856C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8442" y="603736"/>
            <a:ext cx="271583" cy="102902"/>
          </a:xfrm>
          <a:custGeom xmlns:a="http://schemas.openxmlformats.org/drawingml/2006/main">
            <a:pathLst>
              <a:path w="271583" h="102902">
                <a:moveTo>
                  <a:pt x="252114" y="2548"/>
                </a:moveTo>
                <a:lnTo>
                  <a:pt x="10827" y="78518"/>
                </a:lnTo>
                <a:cubicBezTo>
                  <a:pt x="2639" y="81066"/>
                  <a:pt x="0" y="85979"/>
                  <a:pt x="2913" y="93258"/>
                </a:cubicBezTo>
                <a:cubicBezTo>
                  <a:pt x="5733" y="100536"/>
                  <a:pt x="11282" y="102902"/>
                  <a:pt x="19380" y="100354"/>
                </a:cubicBezTo>
                <a:lnTo>
                  <a:pt x="260757" y="24383"/>
                </a:lnTo>
                <a:cubicBezTo>
                  <a:pt x="268946" y="21836"/>
                  <a:pt x="271583" y="16923"/>
                  <a:pt x="268672" y="9645"/>
                </a:cubicBezTo>
                <a:cubicBezTo>
                  <a:pt x="265852" y="2366"/>
                  <a:pt x="260302" y="0"/>
                  <a:pt x="252114" y="2548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81" name="pdf-path-745">
            <a:extLst xmlns:a="http://schemas.openxmlformats.org/drawingml/2006/main">
              <a:ext uri="{FF2B5EF4-FFF2-40B4-BE49-F238E27FC236}">
                <a16:creationId xmlns:a16="http://schemas.microsoft.com/office/drawing/2014/main" id="{C79CF763-CCDD-47B3-98B9-D232CEDBF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3741" y="544598"/>
            <a:ext cx="60504" cy="72331"/>
          </a:xfrm>
          <a:custGeom xmlns:a="http://schemas.openxmlformats.org/drawingml/2006/main">
            <a:pathLst>
              <a:path w="60504" h="72331">
                <a:moveTo>
                  <a:pt x="26566" y="64416"/>
                </a:moveTo>
                <a:lnTo>
                  <a:pt x="56135" y="19561"/>
                </a:lnTo>
                <a:cubicBezTo>
                  <a:pt x="60504" y="13010"/>
                  <a:pt x="59048" y="7733"/>
                  <a:pt x="51586" y="3820"/>
                </a:cubicBezTo>
                <a:cubicBezTo>
                  <a:pt x="44218" y="0"/>
                  <a:pt x="38303" y="1365"/>
                  <a:pt x="33936" y="7915"/>
                </a:cubicBezTo>
                <a:lnTo>
                  <a:pt x="4367" y="52770"/>
                </a:lnTo>
                <a:cubicBezTo>
                  <a:pt x="0" y="59321"/>
                  <a:pt x="1545" y="64597"/>
                  <a:pt x="8916" y="68418"/>
                </a:cubicBezTo>
                <a:cubicBezTo>
                  <a:pt x="16377" y="72331"/>
                  <a:pt x="22199" y="70966"/>
                  <a:pt x="26566" y="64416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82" name="pdf-path-747">
            <a:extLst xmlns:a="http://schemas.openxmlformats.org/drawingml/2006/main">
              <a:ext uri="{FF2B5EF4-FFF2-40B4-BE49-F238E27FC236}">
                <a16:creationId xmlns:a16="http://schemas.microsoft.com/office/drawing/2014/main" id="{F65D4B73-E290-4FE3-9656-ABF73BD5C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628" y="689897"/>
            <a:ext cx="80611" cy="49767"/>
          </a:xfrm>
          <a:custGeom xmlns:a="http://schemas.openxmlformats.org/drawingml/2006/main">
            <a:pathLst>
              <a:path w="80611" h="49767">
                <a:moveTo>
                  <a:pt x="9826" y="24748"/>
                </a:moveTo>
                <a:lnTo>
                  <a:pt x="59867" y="46401"/>
                </a:lnTo>
                <a:cubicBezTo>
                  <a:pt x="67601" y="49767"/>
                  <a:pt x="73332" y="47857"/>
                  <a:pt x="76971" y="40669"/>
                </a:cubicBezTo>
                <a:cubicBezTo>
                  <a:pt x="80611" y="33573"/>
                  <a:pt x="78518" y="28296"/>
                  <a:pt x="70783" y="25021"/>
                </a:cubicBezTo>
                <a:lnTo>
                  <a:pt x="20744" y="3366"/>
                </a:lnTo>
                <a:cubicBezTo>
                  <a:pt x="13011" y="0"/>
                  <a:pt x="7278" y="1911"/>
                  <a:pt x="3638" y="9007"/>
                </a:cubicBezTo>
                <a:cubicBezTo>
                  <a:pt x="0" y="16195"/>
                  <a:pt x="2093" y="21381"/>
                  <a:pt x="9826" y="24748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83" name="pdf-path-749">
            <a:extLst xmlns:a="http://schemas.openxmlformats.org/drawingml/2006/main">
              <a:ext uri="{FF2B5EF4-FFF2-40B4-BE49-F238E27FC236}">
                <a16:creationId xmlns:a16="http://schemas.microsoft.com/office/drawing/2014/main" id="{CEAAE308-9C53-4F6F-B81B-E0AD77B41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6266" y="730566"/>
            <a:ext cx="72151" cy="64416"/>
          </a:xfrm>
          <a:custGeom xmlns:a="http://schemas.openxmlformats.org/drawingml/2006/main">
            <a:pathLst>
              <a:path w="72151" h="64416">
                <a:moveTo>
                  <a:pt x="47767" y="5459"/>
                </a:moveTo>
                <a:lnTo>
                  <a:pt x="6188" y="42398"/>
                </a:lnTo>
                <a:cubicBezTo>
                  <a:pt x="91" y="47857"/>
                  <a:pt x="0" y="53316"/>
                  <a:pt x="6097" y="58865"/>
                </a:cubicBezTo>
                <a:cubicBezTo>
                  <a:pt x="12102" y="64325"/>
                  <a:pt x="18198" y="64416"/>
                  <a:pt x="24384" y="58957"/>
                </a:cubicBezTo>
                <a:lnTo>
                  <a:pt x="65963" y="22017"/>
                </a:lnTo>
                <a:cubicBezTo>
                  <a:pt x="72058" y="16559"/>
                  <a:pt x="72151" y="11099"/>
                  <a:pt x="66054" y="5550"/>
                </a:cubicBezTo>
                <a:cubicBezTo>
                  <a:pt x="60050" y="0"/>
                  <a:pt x="53953" y="0"/>
                  <a:pt x="47767" y="5459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84" name="pdf-path-751">
            <a:extLst xmlns:a="http://schemas.openxmlformats.org/drawingml/2006/main">
              <a:ext uri="{FF2B5EF4-FFF2-40B4-BE49-F238E27FC236}">
                <a16:creationId xmlns:a16="http://schemas.microsoft.com/office/drawing/2014/main" id="{FA685A09-BF42-40C9-ADF6-C69D0E75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67" y="785064"/>
            <a:ext cx="50587" cy="44673"/>
          </a:xfrm>
          <a:custGeom xmlns:a="http://schemas.openxmlformats.org/drawingml/2006/main">
            <a:pathLst>
              <a:path w="50587" h="44673">
                <a:moveTo>
                  <a:pt x="43855" y="21745"/>
                </a:moveTo>
                <a:lnTo>
                  <a:pt x="23929" y="5278"/>
                </a:lnTo>
                <a:cubicBezTo>
                  <a:pt x="17559" y="0"/>
                  <a:pt x="11464" y="274"/>
                  <a:pt x="5733" y="6187"/>
                </a:cubicBezTo>
                <a:cubicBezTo>
                  <a:pt x="0" y="12010"/>
                  <a:pt x="274" y="17651"/>
                  <a:pt x="6643" y="22929"/>
                </a:cubicBezTo>
                <a:lnTo>
                  <a:pt x="26658" y="39396"/>
                </a:lnTo>
                <a:cubicBezTo>
                  <a:pt x="33028" y="44673"/>
                  <a:pt x="39123" y="44400"/>
                  <a:pt x="44854" y="38486"/>
                </a:cubicBezTo>
                <a:cubicBezTo>
                  <a:pt x="50587" y="32663"/>
                  <a:pt x="50313" y="27023"/>
                  <a:pt x="43855" y="21745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85" name="pdf-path-753">
            <a:extLst xmlns:a="http://schemas.openxmlformats.org/drawingml/2006/main">
              <a:ext uri="{FF2B5EF4-FFF2-40B4-BE49-F238E27FC236}">
                <a16:creationId xmlns:a16="http://schemas.microsoft.com/office/drawing/2014/main" id="{FAD593E0-6D26-4F27-B6F5-BE0E9C052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4262" y="611197"/>
            <a:ext cx="51405" cy="67600"/>
          </a:xfrm>
          <a:custGeom xmlns:a="http://schemas.openxmlformats.org/drawingml/2006/main">
            <a:pathLst>
              <a:path w="51405" h="67600">
                <a:moveTo>
                  <a:pt x="27021" y="58684"/>
                </a:moveTo>
                <a:lnTo>
                  <a:pt x="47674" y="18833"/>
                </a:lnTo>
                <a:cubicBezTo>
                  <a:pt x="51405" y="11827"/>
                  <a:pt x="49312" y="6641"/>
                  <a:pt x="41579" y="3366"/>
                </a:cubicBezTo>
                <a:cubicBezTo>
                  <a:pt x="33755" y="0"/>
                  <a:pt x="28022" y="1911"/>
                  <a:pt x="24382" y="8916"/>
                </a:cubicBezTo>
                <a:lnTo>
                  <a:pt x="3638" y="48766"/>
                </a:lnTo>
                <a:cubicBezTo>
                  <a:pt x="0" y="55863"/>
                  <a:pt x="2093" y="60958"/>
                  <a:pt x="9826" y="64324"/>
                </a:cubicBezTo>
                <a:cubicBezTo>
                  <a:pt x="17650" y="67600"/>
                  <a:pt x="23290" y="65780"/>
                  <a:pt x="27021" y="58684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86" name="pdf-path-755">
            <a:extLst xmlns:a="http://schemas.openxmlformats.org/drawingml/2006/main">
              <a:ext uri="{FF2B5EF4-FFF2-40B4-BE49-F238E27FC236}">
                <a16:creationId xmlns:a16="http://schemas.microsoft.com/office/drawing/2014/main" id="{EDF325CA-B205-4CEA-A89D-530B8106E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4262" y="674612"/>
            <a:ext cx="42761" cy="55317"/>
          </a:xfrm>
          <a:custGeom xmlns:a="http://schemas.openxmlformats.org/drawingml/2006/main">
            <a:pathLst>
              <a:path w="42761" h="55317">
                <a:moveTo>
                  <a:pt x="39486" y="37212"/>
                </a:moveTo>
                <a:lnTo>
                  <a:pt x="26749" y="9189"/>
                </a:lnTo>
                <a:cubicBezTo>
                  <a:pt x="23474" y="2093"/>
                  <a:pt x="17924" y="0"/>
                  <a:pt x="10098" y="3002"/>
                </a:cubicBezTo>
                <a:cubicBezTo>
                  <a:pt x="2274" y="5914"/>
                  <a:pt x="0" y="11009"/>
                  <a:pt x="3275" y="18196"/>
                </a:cubicBezTo>
                <a:lnTo>
                  <a:pt x="16012" y="46128"/>
                </a:lnTo>
                <a:cubicBezTo>
                  <a:pt x="19288" y="53316"/>
                  <a:pt x="24837" y="55317"/>
                  <a:pt x="32663" y="52406"/>
                </a:cubicBezTo>
                <a:cubicBezTo>
                  <a:pt x="40487" y="49404"/>
                  <a:pt x="42761" y="44308"/>
                  <a:pt x="39486" y="37212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87" name="pdf-path-757">
            <a:extLst xmlns:a="http://schemas.openxmlformats.org/drawingml/2006/main">
              <a:ext uri="{FF2B5EF4-FFF2-40B4-BE49-F238E27FC236}">
                <a16:creationId xmlns:a16="http://schemas.microsoft.com/office/drawing/2014/main" id="{B493817F-5EFE-47CF-A359-AFF9D6F7E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8463" y="728292"/>
            <a:ext cx="33300" cy="39122"/>
          </a:xfrm>
          <a:custGeom xmlns:a="http://schemas.openxmlformats.org/drawingml/2006/main">
            <a:pathLst>
              <a:path w="33300" h="39122">
                <a:moveTo>
                  <a:pt x="30661" y="21744"/>
                </a:moveTo>
                <a:lnTo>
                  <a:pt x="26568" y="10008"/>
                </a:lnTo>
                <a:cubicBezTo>
                  <a:pt x="23929" y="2547"/>
                  <a:pt x="18651" y="0"/>
                  <a:pt x="10646" y="2457"/>
                </a:cubicBezTo>
                <a:cubicBezTo>
                  <a:pt x="2639" y="4912"/>
                  <a:pt x="0" y="9917"/>
                  <a:pt x="2639" y="17377"/>
                </a:cubicBezTo>
                <a:lnTo>
                  <a:pt x="6732" y="29114"/>
                </a:lnTo>
                <a:cubicBezTo>
                  <a:pt x="9371" y="36575"/>
                  <a:pt x="14649" y="39122"/>
                  <a:pt x="22654" y="36666"/>
                </a:cubicBezTo>
                <a:cubicBezTo>
                  <a:pt x="30661" y="34209"/>
                  <a:pt x="33300" y="29205"/>
                  <a:pt x="30661" y="21744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88" name="pdf-path-759">
            <a:extLst xmlns:a="http://schemas.openxmlformats.org/drawingml/2006/main">
              <a:ext uri="{FF2B5EF4-FFF2-40B4-BE49-F238E27FC236}">
                <a16:creationId xmlns:a16="http://schemas.microsoft.com/office/drawing/2014/main" id="{32004FC2-4A7C-4D96-AC91-3950C809A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2232" y="201957"/>
            <a:ext cx="224910" cy="177052"/>
          </a:xfrm>
          <a:custGeom xmlns:a="http://schemas.openxmlformats.org/drawingml/2006/main">
            <a:pathLst>
              <a:path w="224910" h="177052">
                <a:moveTo>
                  <a:pt x="200981" y="5094"/>
                </a:moveTo>
                <a:lnTo>
                  <a:pt x="7006" y="154397"/>
                </a:lnTo>
                <a:cubicBezTo>
                  <a:pt x="455" y="159493"/>
                  <a:pt x="0" y="164952"/>
                  <a:pt x="5640" y="170774"/>
                </a:cubicBezTo>
                <a:cubicBezTo>
                  <a:pt x="11281" y="176688"/>
                  <a:pt x="17378" y="177052"/>
                  <a:pt x="23929" y="172048"/>
                </a:cubicBezTo>
                <a:lnTo>
                  <a:pt x="217904" y="22654"/>
                </a:lnTo>
                <a:cubicBezTo>
                  <a:pt x="224364" y="17650"/>
                  <a:pt x="224910" y="12191"/>
                  <a:pt x="219269" y="6278"/>
                </a:cubicBezTo>
                <a:cubicBezTo>
                  <a:pt x="213629" y="454"/>
                  <a:pt x="207532" y="0"/>
                  <a:pt x="200981" y="5094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89" name="pdf-path-761">
            <a:extLst xmlns:a="http://schemas.openxmlformats.org/drawingml/2006/main">
              <a:ext uri="{FF2B5EF4-FFF2-40B4-BE49-F238E27FC236}">
                <a16:creationId xmlns:a16="http://schemas.microsoft.com/office/drawing/2014/main" id="{47AE977A-E0E9-4FC0-BB2B-0708051B4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5942" y="133810"/>
            <a:ext cx="37393" cy="77608"/>
          </a:xfrm>
          <a:custGeom xmlns:a="http://schemas.openxmlformats.org/drawingml/2006/main">
            <a:pathLst>
              <a:path w="37393" h="77608">
                <a:moveTo>
                  <a:pt x="26749" y="66690"/>
                </a:moveTo>
                <a:lnTo>
                  <a:pt x="36031" y="14557"/>
                </a:lnTo>
                <a:cubicBezTo>
                  <a:pt x="37393" y="6914"/>
                  <a:pt x="33847" y="2457"/>
                  <a:pt x="25385" y="1182"/>
                </a:cubicBezTo>
                <a:cubicBezTo>
                  <a:pt x="16923" y="0"/>
                  <a:pt x="12010" y="3184"/>
                  <a:pt x="10646" y="10826"/>
                </a:cubicBezTo>
                <a:lnTo>
                  <a:pt x="1366" y="62960"/>
                </a:lnTo>
                <a:cubicBezTo>
                  <a:pt x="0" y="70602"/>
                  <a:pt x="3549" y="75152"/>
                  <a:pt x="12010" y="76334"/>
                </a:cubicBezTo>
                <a:cubicBezTo>
                  <a:pt x="20472" y="77608"/>
                  <a:pt x="25385" y="74333"/>
                  <a:pt x="26749" y="66690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90" name="pdf-path-763">
            <a:extLst xmlns:a="http://schemas.openxmlformats.org/drawingml/2006/main">
              <a:ext uri="{FF2B5EF4-FFF2-40B4-BE49-F238E27FC236}">
                <a16:creationId xmlns:a16="http://schemas.microsoft.com/office/drawing/2014/main" id="{A4A53102-3E5A-4BDC-88B1-5A0CA8852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2149" y="355899"/>
            <a:ext cx="82614" cy="28478"/>
          </a:xfrm>
          <a:custGeom xmlns:a="http://schemas.openxmlformats.org/drawingml/2006/main">
            <a:pathLst>
              <a:path w="82614" h="28478">
                <a:moveTo>
                  <a:pt x="14467" y="27932"/>
                </a:moveTo>
                <a:lnTo>
                  <a:pt x="69965" y="24202"/>
                </a:lnTo>
                <a:cubicBezTo>
                  <a:pt x="78611" y="23656"/>
                  <a:pt x="82614" y="19379"/>
                  <a:pt x="81977" y="11555"/>
                </a:cubicBezTo>
                <a:cubicBezTo>
                  <a:pt x="81339" y="3639"/>
                  <a:pt x="76699" y="0"/>
                  <a:pt x="68146" y="637"/>
                </a:cubicBezTo>
                <a:lnTo>
                  <a:pt x="12557" y="4276"/>
                </a:lnTo>
                <a:cubicBezTo>
                  <a:pt x="4004" y="4913"/>
                  <a:pt x="0" y="9099"/>
                  <a:pt x="637" y="17014"/>
                </a:cubicBezTo>
                <a:cubicBezTo>
                  <a:pt x="1275" y="24838"/>
                  <a:pt x="5914" y="28478"/>
                  <a:pt x="14467" y="27932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91" name="pdf-path-765">
            <a:extLst xmlns:a="http://schemas.openxmlformats.org/drawingml/2006/main">
              <a:ext uri="{FF2B5EF4-FFF2-40B4-BE49-F238E27FC236}">
                <a16:creationId xmlns:a16="http://schemas.microsoft.com/office/drawing/2014/main" id="{B245910C-18C6-420E-8FCE-CC1607C18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19" y="374914"/>
            <a:ext cx="39033" cy="77700"/>
          </a:xfrm>
          <a:custGeom xmlns:a="http://schemas.openxmlformats.org/drawingml/2006/main">
            <a:pathLst>
              <a:path w="39033" h="77700">
                <a:moveTo>
                  <a:pt x="12191" y="10826"/>
                </a:moveTo>
                <a:lnTo>
                  <a:pt x="1547" y="62687"/>
                </a:lnTo>
                <a:cubicBezTo>
                  <a:pt x="0" y="70330"/>
                  <a:pt x="3366" y="74879"/>
                  <a:pt x="11828" y="76334"/>
                </a:cubicBezTo>
                <a:cubicBezTo>
                  <a:pt x="20198" y="77700"/>
                  <a:pt x="25202" y="74606"/>
                  <a:pt x="26749" y="66963"/>
                </a:cubicBezTo>
                <a:lnTo>
                  <a:pt x="37393" y="15103"/>
                </a:lnTo>
                <a:cubicBezTo>
                  <a:pt x="39033" y="7460"/>
                  <a:pt x="35574" y="2911"/>
                  <a:pt x="27113" y="1455"/>
                </a:cubicBezTo>
                <a:cubicBezTo>
                  <a:pt x="18744" y="0"/>
                  <a:pt x="13738" y="3185"/>
                  <a:pt x="12191" y="10826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92" name="pdf-path-767">
            <a:extLst xmlns:a="http://schemas.openxmlformats.org/drawingml/2006/main">
              <a:ext uri="{FF2B5EF4-FFF2-40B4-BE49-F238E27FC236}">
                <a16:creationId xmlns:a16="http://schemas.microsoft.com/office/drawing/2014/main" id="{E764ABEA-5776-4438-9111-8ED643EF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6021" y="441604"/>
            <a:ext cx="55317" cy="28933"/>
          </a:xfrm>
          <a:custGeom xmlns:a="http://schemas.openxmlformats.org/drawingml/2006/main">
            <a:pathLst>
              <a:path w="55317" h="28933">
                <a:moveTo>
                  <a:pt x="43217" y="5095"/>
                </a:moveTo>
                <a:lnTo>
                  <a:pt x="16375" y="1183"/>
                </a:lnTo>
                <a:cubicBezTo>
                  <a:pt x="7824" y="0"/>
                  <a:pt x="2818" y="3094"/>
                  <a:pt x="1455" y="10645"/>
                </a:cubicBezTo>
                <a:cubicBezTo>
                  <a:pt x="0" y="18105"/>
                  <a:pt x="3547" y="22564"/>
                  <a:pt x="12100" y="23747"/>
                </a:cubicBezTo>
                <a:lnTo>
                  <a:pt x="38938" y="27659"/>
                </a:lnTo>
                <a:cubicBezTo>
                  <a:pt x="47491" y="28933"/>
                  <a:pt x="52495" y="25839"/>
                  <a:pt x="53861" y="18288"/>
                </a:cubicBezTo>
                <a:cubicBezTo>
                  <a:pt x="55317" y="10736"/>
                  <a:pt x="51768" y="6369"/>
                  <a:pt x="43217" y="5095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93" name="pdf-path-769">
            <a:extLst xmlns:a="http://schemas.openxmlformats.org/drawingml/2006/main">
              <a:ext uri="{FF2B5EF4-FFF2-40B4-BE49-F238E27FC236}">
                <a16:creationId xmlns:a16="http://schemas.microsoft.com/office/drawing/2014/main" id="{2420993A-B704-4796-8EBB-9072A4234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53" y="209963"/>
            <a:ext cx="26749" cy="67690"/>
          </a:xfrm>
          <a:custGeom xmlns:a="http://schemas.openxmlformats.org/drawingml/2006/main">
            <a:pathLst>
              <a:path w="26749" h="67690">
                <a:moveTo>
                  <a:pt x="25657" y="56136"/>
                </a:moveTo>
                <a:lnTo>
                  <a:pt x="26568" y="12009"/>
                </a:lnTo>
                <a:cubicBezTo>
                  <a:pt x="26749" y="4185"/>
                  <a:pt x="22563" y="273"/>
                  <a:pt x="14010" y="91"/>
                </a:cubicBezTo>
                <a:cubicBezTo>
                  <a:pt x="5459" y="0"/>
                  <a:pt x="1182" y="3821"/>
                  <a:pt x="1001" y="11555"/>
                </a:cubicBezTo>
                <a:lnTo>
                  <a:pt x="181" y="55681"/>
                </a:lnTo>
                <a:cubicBezTo>
                  <a:pt x="0" y="63415"/>
                  <a:pt x="4186" y="67418"/>
                  <a:pt x="12646" y="67509"/>
                </a:cubicBezTo>
                <a:cubicBezTo>
                  <a:pt x="21199" y="67690"/>
                  <a:pt x="25566" y="63870"/>
                  <a:pt x="25657" y="56136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94" name="pdf-path-771">
            <a:extLst xmlns:a="http://schemas.openxmlformats.org/drawingml/2006/main">
              <a:ext uri="{FF2B5EF4-FFF2-40B4-BE49-F238E27FC236}">
                <a16:creationId xmlns:a16="http://schemas.microsoft.com/office/drawing/2014/main" id="{47262844-27BC-4F4D-B54F-5A8208E6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041" y="271740"/>
            <a:ext cx="57593" cy="45674"/>
          </a:xfrm>
          <a:custGeom xmlns:a="http://schemas.openxmlformats.org/drawingml/2006/main">
            <a:pathLst>
              <a:path w="57593" h="45674">
                <a:moveTo>
                  <a:pt x="49769" y="22472"/>
                </a:moveTo>
                <a:lnTo>
                  <a:pt x="22929" y="4549"/>
                </a:lnTo>
                <a:cubicBezTo>
                  <a:pt x="16105" y="0"/>
                  <a:pt x="10102" y="819"/>
                  <a:pt x="5096" y="7006"/>
                </a:cubicBezTo>
                <a:cubicBezTo>
                  <a:pt x="0" y="13193"/>
                  <a:pt x="912" y="18560"/>
                  <a:pt x="7826" y="23201"/>
                </a:cubicBezTo>
                <a:lnTo>
                  <a:pt x="34665" y="41033"/>
                </a:lnTo>
                <a:cubicBezTo>
                  <a:pt x="41490" y="45674"/>
                  <a:pt x="47495" y="44854"/>
                  <a:pt x="52499" y="38576"/>
                </a:cubicBezTo>
                <a:cubicBezTo>
                  <a:pt x="57593" y="32390"/>
                  <a:pt x="56684" y="27022"/>
                  <a:pt x="49769" y="22472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95" name="pdf-path-773">
            <a:extLst xmlns:a="http://schemas.openxmlformats.org/drawingml/2006/main">
              <a:ext uri="{FF2B5EF4-FFF2-40B4-BE49-F238E27FC236}">
                <a16:creationId xmlns:a16="http://schemas.microsoft.com/office/drawing/2014/main" id="{8D5325FF-1643-468A-AB1E-FA83AFEA4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5536" y="307951"/>
            <a:ext cx="40579" cy="37303"/>
          </a:xfrm>
          <a:custGeom xmlns:a="http://schemas.openxmlformats.org/drawingml/2006/main">
            <a:pathLst>
              <a:path w="40579" h="37303">
                <a:moveTo>
                  <a:pt x="34665" y="15194"/>
                </a:moveTo>
                <a:lnTo>
                  <a:pt x="25385" y="6096"/>
                </a:lnTo>
                <a:cubicBezTo>
                  <a:pt x="19471" y="273"/>
                  <a:pt x="13285" y="0"/>
                  <a:pt x="6734" y="5367"/>
                </a:cubicBezTo>
                <a:cubicBezTo>
                  <a:pt x="274" y="10644"/>
                  <a:pt x="0" y="16195"/>
                  <a:pt x="5914" y="22017"/>
                </a:cubicBezTo>
                <a:lnTo>
                  <a:pt x="15196" y="31207"/>
                </a:lnTo>
                <a:cubicBezTo>
                  <a:pt x="21109" y="37029"/>
                  <a:pt x="27295" y="37303"/>
                  <a:pt x="33755" y="31935"/>
                </a:cubicBezTo>
                <a:cubicBezTo>
                  <a:pt x="40306" y="26657"/>
                  <a:pt x="40579" y="21108"/>
                  <a:pt x="34665" y="15194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96" name="pdf-path-775">
            <a:extLst xmlns:a="http://schemas.openxmlformats.org/drawingml/2006/main">
              <a:ext uri="{FF2B5EF4-FFF2-40B4-BE49-F238E27FC236}">
                <a16:creationId xmlns:a16="http://schemas.microsoft.com/office/drawing/2014/main" id="{B9D62455-3E51-483C-A53C-EE71CACDA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6583" y="206141"/>
            <a:ext cx="157857" cy="228003"/>
          </a:xfrm>
          <a:custGeom xmlns:a="http://schemas.openxmlformats.org/drawingml/2006/main">
            <a:pathLst>
              <a:path w="157857" h="228003">
                <a:moveTo>
                  <a:pt x="131017" y="8188"/>
                </a:moveTo>
                <a:lnTo>
                  <a:pt x="4278" y="208260"/>
                </a:lnTo>
                <a:cubicBezTo>
                  <a:pt x="0" y="214992"/>
                  <a:pt x="1639" y="220360"/>
                  <a:pt x="9099" y="224181"/>
                </a:cubicBezTo>
                <a:cubicBezTo>
                  <a:pt x="16651" y="228003"/>
                  <a:pt x="22565" y="226547"/>
                  <a:pt x="26841" y="219814"/>
                </a:cubicBezTo>
                <a:lnTo>
                  <a:pt x="153580" y="19743"/>
                </a:lnTo>
                <a:cubicBezTo>
                  <a:pt x="157857" y="13010"/>
                  <a:pt x="156219" y="7733"/>
                  <a:pt x="148667" y="3821"/>
                </a:cubicBezTo>
                <a:cubicBezTo>
                  <a:pt x="141206" y="0"/>
                  <a:pt x="135293" y="1455"/>
                  <a:pt x="131017" y="8188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97" name="pdf-path-777">
            <a:extLst xmlns:a="http://schemas.openxmlformats.org/drawingml/2006/main">
              <a:ext uri="{FF2B5EF4-FFF2-40B4-BE49-F238E27FC236}">
                <a16:creationId xmlns:a16="http://schemas.microsoft.com/office/drawing/2014/main" id="{7C67E033-C9FE-47C5-B3E8-4CDB3F107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226" y="136903"/>
            <a:ext cx="38940" cy="77699"/>
          </a:xfrm>
          <a:custGeom xmlns:a="http://schemas.openxmlformats.org/drawingml/2006/main">
            <a:pathLst>
              <a:path w="38940" h="77699">
                <a:moveTo>
                  <a:pt x="37393" y="62687"/>
                </a:moveTo>
                <a:lnTo>
                  <a:pt x="26840" y="10826"/>
                </a:lnTo>
                <a:cubicBezTo>
                  <a:pt x="25202" y="3184"/>
                  <a:pt x="20289" y="0"/>
                  <a:pt x="11828" y="1456"/>
                </a:cubicBezTo>
                <a:cubicBezTo>
                  <a:pt x="3366" y="2911"/>
                  <a:pt x="0" y="7370"/>
                  <a:pt x="1547" y="15104"/>
                </a:cubicBezTo>
                <a:lnTo>
                  <a:pt x="12102" y="66963"/>
                </a:lnTo>
                <a:cubicBezTo>
                  <a:pt x="13647" y="74606"/>
                  <a:pt x="18651" y="77699"/>
                  <a:pt x="27021" y="76335"/>
                </a:cubicBezTo>
                <a:cubicBezTo>
                  <a:pt x="35483" y="74879"/>
                  <a:pt x="38940" y="70329"/>
                  <a:pt x="37393" y="62687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98" name="pdf-path-779">
            <a:extLst xmlns:a="http://schemas.openxmlformats.org/drawingml/2006/main">
              <a:ext uri="{FF2B5EF4-FFF2-40B4-BE49-F238E27FC236}">
                <a16:creationId xmlns:a16="http://schemas.microsoft.com/office/drawing/2014/main" id="{0AEA2B5A-3875-4E96-B319-65346F994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0960" y="412672"/>
            <a:ext cx="82703" cy="28842"/>
          </a:xfrm>
          <a:custGeom xmlns:a="http://schemas.openxmlformats.org/drawingml/2006/main">
            <a:pathLst>
              <a:path w="82703" h="28842">
                <a:moveTo>
                  <a:pt x="14649" y="28204"/>
                </a:moveTo>
                <a:lnTo>
                  <a:pt x="70147" y="24202"/>
                </a:lnTo>
                <a:cubicBezTo>
                  <a:pt x="78700" y="23565"/>
                  <a:pt x="82703" y="19289"/>
                  <a:pt x="81975" y="11464"/>
                </a:cubicBezTo>
                <a:cubicBezTo>
                  <a:pt x="81339" y="3640"/>
                  <a:pt x="76698" y="0"/>
                  <a:pt x="68056" y="637"/>
                </a:cubicBezTo>
                <a:lnTo>
                  <a:pt x="12556" y="4640"/>
                </a:lnTo>
                <a:cubicBezTo>
                  <a:pt x="4003" y="5278"/>
                  <a:pt x="0" y="9553"/>
                  <a:pt x="727" y="17378"/>
                </a:cubicBezTo>
                <a:cubicBezTo>
                  <a:pt x="1366" y="25294"/>
                  <a:pt x="6096" y="28842"/>
                  <a:pt x="14649" y="28204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399" name="pdf-path-781">
            <a:extLst xmlns:a="http://schemas.openxmlformats.org/drawingml/2006/main">
              <a:ext uri="{FF2B5EF4-FFF2-40B4-BE49-F238E27FC236}">
                <a16:creationId xmlns:a16="http://schemas.microsoft.com/office/drawing/2014/main" id="{C2142CFF-43E5-4C09-B200-DC4D3A12F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7013" y="432689"/>
            <a:ext cx="27386" cy="76335"/>
          </a:xfrm>
          <a:custGeom xmlns:a="http://schemas.openxmlformats.org/drawingml/2006/main">
            <a:pathLst>
              <a:path w="27386" h="76335">
                <a:moveTo>
                  <a:pt x="183" y="12010"/>
                </a:moveTo>
                <a:lnTo>
                  <a:pt x="1182" y="64779"/>
                </a:lnTo>
                <a:cubicBezTo>
                  <a:pt x="1275" y="72513"/>
                  <a:pt x="5733" y="76335"/>
                  <a:pt x="14375" y="76243"/>
                </a:cubicBezTo>
                <a:cubicBezTo>
                  <a:pt x="23109" y="76153"/>
                  <a:pt x="27386" y="72149"/>
                  <a:pt x="27204" y="64416"/>
                </a:cubicBezTo>
                <a:lnTo>
                  <a:pt x="26203" y="11555"/>
                </a:lnTo>
                <a:cubicBezTo>
                  <a:pt x="26022" y="3821"/>
                  <a:pt x="21564" y="0"/>
                  <a:pt x="12918" y="91"/>
                </a:cubicBezTo>
                <a:cubicBezTo>
                  <a:pt x="4276" y="272"/>
                  <a:pt x="0" y="4185"/>
                  <a:pt x="183" y="12010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400" name="pdf-path-783">
            <a:extLst xmlns:a="http://schemas.openxmlformats.org/drawingml/2006/main">
              <a:ext uri="{FF2B5EF4-FFF2-40B4-BE49-F238E27FC236}">
                <a16:creationId xmlns:a16="http://schemas.microsoft.com/office/drawing/2014/main" id="{4EFD2217-C7D7-4E98-A58D-C0CD647FC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934" y="487187"/>
            <a:ext cx="55863" cy="32845"/>
          </a:xfrm>
          <a:custGeom xmlns:a="http://schemas.openxmlformats.org/drawingml/2006/main">
            <a:pathLst>
              <a:path w="55863" h="32845">
                <a:moveTo>
                  <a:pt x="37939" y="1911"/>
                </a:moveTo>
                <a:lnTo>
                  <a:pt x="11553" y="7916"/>
                </a:lnTo>
                <a:cubicBezTo>
                  <a:pt x="3185" y="9918"/>
                  <a:pt x="0" y="14649"/>
                  <a:pt x="2093" y="22291"/>
                </a:cubicBezTo>
                <a:cubicBezTo>
                  <a:pt x="4276" y="29934"/>
                  <a:pt x="9552" y="32845"/>
                  <a:pt x="17924" y="30935"/>
                </a:cubicBezTo>
                <a:lnTo>
                  <a:pt x="44308" y="24929"/>
                </a:lnTo>
                <a:cubicBezTo>
                  <a:pt x="52678" y="22928"/>
                  <a:pt x="55863" y="18197"/>
                  <a:pt x="53679" y="10554"/>
                </a:cubicBezTo>
                <a:cubicBezTo>
                  <a:pt x="51586" y="2912"/>
                  <a:pt x="46311" y="0"/>
                  <a:pt x="37939" y="1911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401" name="pdf-path-785">
            <a:extLst xmlns:a="http://schemas.openxmlformats.org/drawingml/2006/main">
              <a:ext uri="{FF2B5EF4-FFF2-40B4-BE49-F238E27FC236}">
                <a16:creationId xmlns:a16="http://schemas.microsoft.com/office/drawing/2014/main" id="{3EA1236D-0D12-4185-9C97-04F069C55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4423" y="209598"/>
            <a:ext cx="45946" cy="68783"/>
          </a:xfrm>
          <a:custGeom xmlns:a="http://schemas.openxmlformats.org/drawingml/2006/main">
            <a:pathLst>
              <a:path w="45946" h="68783">
                <a:moveTo>
                  <a:pt x="43126" y="51587"/>
                </a:moveTo>
                <a:lnTo>
                  <a:pt x="27386" y="9826"/>
                </a:lnTo>
                <a:cubicBezTo>
                  <a:pt x="24658" y="2457"/>
                  <a:pt x="19106" y="0"/>
                  <a:pt x="10918" y="2548"/>
                </a:cubicBezTo>
                <a:cubicBezTo>
                  <a:pt x="2639" y="5004"/>
                  <a:pt x="0" y="9918"/>
                  <a:pt x="2729" y="17287"/>
                </a:cubicBezTo>
                <a:lnTo>
                  <a:pt x="18470" y="59048"/>
                </a:lnTo>
                <a:cubicBezTo>
                  <a:pt x="21290" y="66417"/>
                  <a:pt x="26749" y="68783"/>
                  <a:pt x="35028" y="66327"/>
                </a:cubicBezTo>
                <a:cubicBezTo>
                  <a:pt x="43217" y="63870"/>
                  <a:pt x="45946" y="58957"/>
                  <a:pt x="43126" y="51587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402" name="pdf-path-787">
            <a:extLst xmlns:a="http://schemas.openxmlformats.org/drawingml/2006/main">
              <a:ext uri="{FF2B5EF4-FFF2-40B4-BE49-F238E27FC236}">
                <a16:creationId xmlns:a16="http://schemas.microsoft.com/office/drawing/2014/main" id="{D23C9C58-E95F-488B-B344-3857AC77F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633" y="265371"/>
            <a:ext cx="60141" cy="24748"/>
          </a:xfrm>
          <a:custGeom xmlns:a="http://schemas.openxmlformats.org/drawingml/2006/main">
            <a:pathLst>
              <a:path w="60141" h="24748">
                <a:moveTo>
                  <a:pt x="47495" y="1638"/>
                </a:moveTo>
                <a:lnTo>
                  <a:pt x="13831" y="364"/>
                </a:lnTo>
                <a:cubicBezTo>
                  <a:pt x="5278" y="0"/>
                  <a:pt x="729" y="3639"/>
                  <a:pt x="365" y="11282"/>
                </a:cubicBezTo>
                <a:cubicBezTo>
                  <a:pt x="0" y="18924"/>
                  <a:pt x="4186" y="22836"/>
                  <a:pt x="12739" y="23200"/>
                </a:cubicBezTo>
                <a:lnTo>
                  <a:pt x="46403" y="24474"/>
                </a:lnTo>
                <a:cubicBezTo>
                  <a:pt x="54954" y="24748"/>
                  <a:pt x="59412" y="21108"/>
                  <a:pt x="59867" y="13556"/>
                </a:cubicBezTo>
                <a:cubicBezTo>
                  <a:pt x="60141" y="5914"/>
                  <a:pt x="56046" y="1911"/>
                  <a:pt x="47495" y="1638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403" name="pdf-path-789">
            <a:extLst xmlns:a="http://schemas.openxmlformats.org/drawingml/2006/main">
              <a:ext uri="{FF2B5EF4-FFF2-40B4-BE49-F238E27FC236}">
                <a16:creationId xmlns:a16="http://schemas.microsoft.com/office/drawing/2014/main" id="{51C1EB01-C5C1-43ED-9AA3-6857B08B7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22" y="261368"/>
            <a:ext cx="42034" cy="27295"/>
          </a:xfrm>
          <a:custGeom xmlns:a="http://schemas.openxmlformats.org/drawingml/2006/main">
            <a:pathLst>
              <a:path w="42034" h="27295">
                <a:moveTo>
                  <a:pt x="25385" y="1365"/>
                </a:moveTo>
                <a:lnTo>
                  <a:pt x="12010" y="3458"/>
                </a:lnTo>
                <a:cubicBezTo>
                  <a:pt x="3457" y="4822"/>
                  <a:pt x="0" y="9190"/>
                  <a:pt x="1456" y="16741"/>
                </a:cubicBezTo>
                <a:cubicBezTo>
                  <a:pt x="3003" y="24202"/>
                  <a:pt x="8007" y="27295"/>
                  <a:pt x="16560" y="25930"/>
                </a:cubicBezTo>
                <a:lnTo>
                  <a:pt x="29934" y="23837"/>
                </a:lnTo>
                <a:cubicBezTo>
                  <a:pt x="38487" y="22563"/>
                  <a:pt x="42034" y="18105"/>
                  <a:pt x="40487" y="10645"/>
                </a:cubicBezTo>
                <a:cubicBezTo>
                  <a:pt x="38940" y="3094"/>
                  <a:pt x="33938" y="0"/>
                  <a:pt x="25385" y="1365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404" name="pdf-path-791">
            <a:extLst xmlns:a="http://schemas.openxmlformats.org/drawingml/2006/main">
              <a:ext uri="{FF2B5EF4-FFF2-40B4-BE49-F238E27FC236}">
                <a16:creationId xmlns:a16="http://schemas.microsoft.com/office/drawing/2014/main" id="{96B94054-A9CB-4038-B6EB-61E2BF75B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1581" y="635762"/>
            <a:ext cx="79701" cy="250748"/>
          </a:xfrm>
          <a:custGeom xmlns:a="http://schemas.openxmlformats.org/drawingml/2006/main">
            <a:pathLst>
              <a:path w="79701" h="250748">
                <a:moveTo>
                  <a:pt x="52771" y="10645"/>
                </a:moveTo>
                <a:lnTo>
                  <a:pt x="1728" y="235463"/>
                </a:lnTo>
                <a:cubicBezTo>
                  <a:pt x="0" y="243106"/>
                  <a:pt x="3275" y="247655"/>
                  <a:pt x="11736" y="249201"/>
                </a:cubicBezTo>
                <a:cubicBezTo>
                  <a:pt x="20107" y="250748"/>
                  <a:pt x="25111" y="247746"/>
                  <a:pt x="26840" y="240194"/>
                </a:cubicBezTo>
                <a:lnTo>
                  <a:pt x="77973" y="15376"/>
                </a:lnTo>
                <a:cubicBezTo>
                  <a:pt x="79701" y="7733"/>
                  <a:pt x="76335" y="3184"/>
                  <a:pt x="67963" y="1638"/>
                </a:cubicBezTo>
                <a:cubicBezTo>
                  <a:pt x="59593" y="0"/>
                  <a:pt x="54497" y="3093"/>
                  <a:pt x="52771" y="10645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405" name="pdf-path-793">
            <a:extLst xmlns:a="http://schemas.openxmlformats.org/drawingml/2006/main">
              <a:ext uri="{FF2B5EF4-FFF2-40B4-BE49-F238E27FC236}">
                <a16:creationId xmlns:a16="http://schemas.microsoft.com/office/drawing/2014/main" id="{CCCE458B-2ED8-4701-89AF-7AB88B121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8412" y="569709"/>
            <a:ext cx="59231" cy="74241"/>
          </a:xfrm>
          <a:custGeom xmlns:a="http://schemas.openxmlformats.org/drawingml/2006/main">
            <a:pathLst>
              <a:path w="59231" h="74241">
                <a:moveTo>
                  <a:pt x="55137" y="54680"/>
                </a:moveTo>
                <a:lnTo>
                  <a:pt x="27023" y="8370"/>
                </a:lnTo>
                <a:cubicBezTo>
                  <a:pt x="22837" y="1546"/>
                  <a:pt x="17015" y="0"/>
                  <a:pt x="9373" y="3730"/>
                </a:cubicBezTo>
                <a:cubicBezTo>
                  <a:pt x="1730" y="7460"/>
                  <a:pt x="0" y="12737"/>
                  <a:pt x="4188" y="19561"/>
                </a:cubicBezTo>
                <a:lnTo>
                  <a:pt x="32210" y="65871"/>
                </a:lnTo>
                <a:cubicBezTo>
                  <a:pt x="36394" y="72695"/>
                  <a:pt x="42308" y="74241"/>
                  <a:pt x="49860" y="70511"/>
                </a:cubicBezTo>
                <a:cubicBezTo>
                  <a:pt x="57502" y="66781"/>
                  <a:pt x="59231" y="61596"/>
                  <a:pt x="55137" y="54680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406" name="pdf-path-795">
            <a:extLst xmlns:a="http://schemas.openxmlformats.org/drawingml/2006/main">
              <a:ext uri="{FF2B5EF4-FFF2-40B4-BE49-F238E27FC236}">
                <a16:creationId xmlns:a16="http://schemas.microsoft.com/office/drawing/2014/main" id="{5B30C9C7-E0E9-4042-9C0E-18288314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955" y="832922"/>
            <a:ext cx="76790" cy="57410"/>
          </a:xfrm>
          <a:custGeom xmlns:a="http://schemas.openxmlformats.org/drawingml/2006/main">
            <a:pathLst>
              <a:path w="76790" h="57410">
                <a:moveTo>
                  <a:pt x="22928" y="52952"/>
                </a:moveTo>
                <a:lnTo>
                  <a:pt x="68600" y="23929"/>
                </a:lnTo>
                <a:cubicBezTo>
                  <a:pt x="75698" y="19470"/>
                  <a:pt x="76790" y="13920"/>
                  <a:pt x="71875" y="7460"/>
                </a:cubicBezTo>
                <a:cubicBezTo>
                  <a:pt x="66962" y="1000"/>
                  <a:pt x="61050" y="0"/>
                  <a:pt x="53953" y="4458"/>
                </a:cubicBezTo>
                <a:lnTo>
                  <a:pt x="8188" y="33481"/>
                </a:lnTo>
                <a:cubicBezTo>
                  <a:pt x="1092" y="37940"/>
                  <a:pt x="0" y="43489"/>
                  <a:pt x="4913" y="49950"/>
                </a:cubicBezTo>
                <a:cubicBezTo>
                  <a:pt x="9826" y="56410"/>
                  <a:pt x="15829" y="57410"/>
                  <a:pt x="22928" y="52952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407" name="pdf-path-797">
            <a:extLst xmlns:a="http://schemas.openxmlformats.org/drawingml/2006/main">
              <a:ext uri="{FF2B5EF4-FFF2-40B4-BE49-F238E27FC236}">
                <a16:creationId xmlns:a16="http://schemas.microsoft.com/office/drawing/2014/main" id="{5924BB91-6FCD-4647-B894-74F161923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3914" y="848844"/>
            <a:ext cx="38485" cy="76608"/>
          </a:xfrm>
          <a:custGeom xmlns:a="http://schemas.openxmlformats.org/drawingml/2006/main">
            <a:pathLst>
              <a:path w="38485" h="76608">
                <a:moveTo>
                  <a:pt x="1364" y="14466"/>
                </a:moveTo>
                <a:lnTo>
                  <a:pt x="11099" y="65871"/>
                </a:lnTo>
                <a:cubicBezTo>
                  <a:pt x="12463" y="73423"/>
                  <a:pt x="17558" y="76608"/>
                  <a:pt x="26203" y="75334"/>
                </a:cubicBezTo>
                <a:cubicBezTo>
                  <a:pt x="34845" y="74151"/>
                  <a:pt x="38485" y="69693"/>
                  <a:pt x="37119" y="62142"/>
                </a:cubicBezTo>
                <a:lnTo>
                  <a:pt x="27386" y="10736"/>
                </a:lnTo>
                <a:cubicBezTo>
                  <a:pt x="26020" y="3185"/>
                  <a:pt x="20925" y="0"/>
                  <a:pt x="12282" y="1274"/>
                </a:cubicBezTo>
                <a:cubicBezTo>
                  <a:pt x="3638" y="2457"/>
                  <a:pt x="0" y="6915"/>
                  <a:pt x="1364" y="14466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408" name="pdf-path-799">
            <a:extLst xmlns:a="http://schemas.openxmlformats.org/drawingml/2006/main">
              <a:ext uri="{FF2B5EF4-FFF2-40B4-BE49-F238E27FC236}">
                <a16:creationId xmlns:a16="http://schemas.microsoft.com/office/drawing/2014/main" id="{004016E0-EF81-4E55-A610-FACD289FD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9297" y="897338"/>
            <a:ext cx="54680" cy="36302"/>
          </a:xfrm>
          <a:custGeom xmlns:a="http://schemas.openxmlformats.org/drawingml/2006/main">
            <a:pathLst>
              <a:path w="54680" h="36302">
                <a:moveTo>
                  <a:pt x="34756" y="2912"/>
                </a:moveTo>
                <a:lnTo>
                  <a:pt x="10098" y="12100"/>
                </a:lnTo>
                <a:cubicBezTo>
                  <a:pt x="2274" y="15012"/>
                  <a:pt x="0" y="20016"/>
                  <a:pt x="3183" y="27113"/>
                </a:cubicBezTo>
                <a:cubicBezTo>
                  <a:pt x="6460" y="34209"/>
                  <a:pt x="12100" y="36302"/>
                  <a:pt x="19924" y="33300"/>
                </a:cubicBezTo>
                <a:lnTo>
                  <a:pt x="44580" y="24110"/>
                </a:lnTo>
                <a:cubicBezTo>
                  <a:pt x="52406" y="21198"/>
                  <a:pt x="54680" y="16195"/>
                  <a:pt x="51405" y="9098"/>
                </a:cubicBezTo>
                <a:cubicBezTo>
                  <a:pt x="48130" y="2001"/>
                  <a:pt x="42580" y="0"/>
                  <a:pt x="34756" y="2912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409" name="pdf-path-801">
            <a:extLst xmlns:a="http://schemas.openxmlformats.org/drawingml/2006/main">
              <a:ext uri="{FF2B5EF4-FFF2-40B4-BE49-F238E27FC236}">
                <a16:creationId xmlns:a16="http://schemas.microsoft.com/office/drawing/2014/main" id="{206426FC-83B7-4F3E-A21A-D97AA259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6453" y="630848"/>
            <a:ext cx="72876" cy="51406"/>
          </a:xfrm>
          <a:custGeom xmlns:a="http://schemas.openxmlformats.org/drawingml/2006/main">
            <a:pathLst>
              <a:path w="72876" h="51406">
                <a:moveTo>
                  <a:pt x="64142" y="27659"/>
                </a:moveTo>
                <a:lnTo>
                  <a:pt x="22654" y="4186"/>
                </a:lnTo>
                <a:cubicBezTo>
                  <a:pt x="15285" y="0"/>
                  <a:pt x="9280" y="1183"/>
                  <a:pt x="4639" y="7734"/>
                </a:cubicBezTo>
                <a:cubicBezTo>
                  <a:pt x="0" y="14285"/>
                  <a:pt x="1364" y="19562"/>
                  <a:pt x="8644" y="23747"/>
                </a:cubicBezTo>
                <a:lnTo>
                  <a:pt x="50223" y="47220"/>
                </a:lnTo>
                <a:cubicBezTo>
                  <a:pt x="57591" y="51406"/>
                  <a:pt x="63596" y="50132"/>
                  <a:pt x="68237" y="43673"/>
                </a:cubicBezTo>
                <a:cubicBezTo>
                  <a:pt x="72876" y="37121"/>
                  <a:pt x="71511" y="31754"/>
                  <a:pt x="64142" y="27659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410" name="pdf-path-803">
            <a:extLst xmlns:a="http://schemas.openxmlformats.org/drawingml/2006/main">
              <a:ext uri="{FF2B5EF4-FFF2-40B4-BE49-F238E27FC236}">
                <a16:creationId xmlns:a16="http://schemas.microsoft.com/office/drawing/2014/main" id="{7F2E5615-8526-4309-BCBB-9830D8EB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0049" y="630121"/>
            <a:ext cx="53407" cy="49131"/>
          </a:xfrm>
          <a:custGeom xmlns:a="http://schemas.openxmlformats.org/drawingml/2006/main">
            <a:pathLst>
              <a:path w="53407" h="49131">
                <a:moveTo>
                  <a:pt x="29116" y="5641"/>
                </a:moveTo>
                <a:lnTo>
                  <a:pt x="5914" y="27386"/>
                </a:lnTo>
                <a:cubicBezTo>
                  <a:pt x="0" y="32936"/>
                  <a:pt x="181" y="38394"/>
                  <a:pt x="6279" y="43762"/>
                </a:cubicBezTo>
                <a:cubicBezTo>
                  <a:pt x="12374" y="49131"/>
                  <a:pt x="18470" y="49039"/>
                  <a:pt x="24384" y="43489"/>
                </a:cubicBezTo>
                <a:lnTo>
                  <a:pt x="47493" y="21744"/>
                </a:lnTo>
                <a:cubicBezTo>
                  <a:pt x="53407" y="16195"/>
                  <a:pt x="53317" y="10645"/>
                  <a:pt x="47130" y="5367"/>
                </a:cubicBezTo>
                <a:cubicBezTo>
                  <a:pt x="41033" y="0"/>
                  <a:pt x="35028" y="91"/>
                  <a:pt x="29116" y="5641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411" name="pdf-path-805">
            <a:extLst xmlns:a="http://schemas.openxmlformats.org/drawingml/2006/main">
              <a:ext uri="{FF2B5EF4-FFF2-40B4-BE49-F238E27FC236}">
                <a16:creationId xmlns:a16="http://schemas.microsoft.com/office/drawing/2014/main" id="{83661458-79EB-4237-AA49-4F032481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9172" y="594911"/>
            <a:ext cx="35937" cy="39305"/>
          </a:xfrm>
          <a:custGeom xmlns:a="http://schemas.openxmlformats.org/drawingml/2006/main">
            <a:pathLst>
              <a:path w="35937" h="39305">
                <a:moveTo>
                  <a:pt x="8551" y="9463"/>
                </a:moveTo>
                <a:lnTo>
                  <a:pt x="3366" y="20835"/>
                </a:lnTo>
                <a:cubicBezTo>
                  <a:pt x="0" y="28114"/>
                  <a:pt x="2365" y="33300"/>
                  <a:pt x="10372" y="36302"/>
                </a:cubicBezTo>
                <a:cubicBezTo>
                  <a:pt x="18379" y="39305"/>
                  <a:pt x="24019" y="37212"/>
                  <a:pt x="27386" y="29934"/>
                </a:cubicBezTo>
                <a:lnTo>
                  <a:pt x="32571" y="18560"/>
                </a:lnTo>
                <a:cubicBezTo>
                  <a:pt x="35937" y="11282"/>
                  <a:pt x="33572" y="6096"/>
                  <a:pt x="25565" y="3093"/>
                </a:cubicBezTo>
                <a:cubicBezTo>
                  <a:pt x="17559" y="0"/>
                  <a:pt x="11917" y="2184"/>
                  <a:pt x="8551" y="9463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412" name="pdf-path-807">
            <a:extLst xmlns:a="http://schemas.openxmlformats.org/drawingml/2006/main">
              <a:ext uri="{FF2B5EF4-FFF2-40B4-BE49-F238E27FC236}">
                <a16:creationId xmlns:a16="http://schemas.microsoft.com/office/drawing/2014/main" id="{FC9216C6-340C-4BA6-8577-58E956083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0950" y="750764"/>
            <a:ext cx="281594" cy="55499"/>
          </a:xfrm>
          <a:custGeom xmlns:a="http://schemas.openxmlformats.org/drawingml/2006/main">
            <a:pathLst>
              <a:path w="281594" h="55499">
                <a:moveTo>
                  <a:pt x="265852" y="1001"/>
                </a:moveTo>
                <a:lnTo>
                  <a:pt x="12284" y="31480"/>
                </a:lnTo>
                <a:cubicBezTo>
                  <a:pt x="3731" y="32481"/>
                  <a:pt x="0" y="36848"/>
                  <a:pt x="1184" y="44491"/>
                </a:cubicBezTo>
                <a:cubicBezTo>
                  <a:pt x="2276" y="52224"/>
                  <a:pt x="7189" y="55499"/>
                  <a:pt x="15740" y="54499"/>
                </a:cubicBezTo>
                <a:lnTo>
                  <a:pt x="269310" y="24019"/>
                </a:lnTo>
                <a:cubicBezTo>
                  <a:pt x="277863" y="23018"/>
                  <a:pt x="281594" y="18651"/>
                  <a:pt x="280502" y="11009"/>
                </a:cubicBezTo>
                <a:cubicBezTo>
                  <a:pt x="279318" y="3275"/>
                  <a:pt x="274495" y="0"/>
                  <a:pt x="265852" y="1001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413" name="pdf-path-809">
            <a:extLst xmlns:a="http://schemas.openxmlformats.org/drawingml/2006/main">
              <a:ext uri="{FF2B5EF4-FFF2-40B4-BE49-F238E27FC236}">
                <a16:creationId xmlns:a16="http://schemas.microsoft.com/office/drawing/2014/main" id="{8704D5C0-8D49-4BB8-ABFB-9799E2AD0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9896" y="699905"/>
            <a:ext cx="70511" cy="66690"/>
          </a:xfrm>
          <a:custGeom xmlns:a="http://schemas.openxmlformats.org/drawingml/2006/main">
            <a:pathLst>
              <a:path w="70511" h="66690">
                <a:moveTo>
                  <a:pt x="25111" y="60685"/>
                </a:moveTo>
                <a:lnTo>
                  <a:pt x="64690" y="21654"/>
                </a:lnTo>
                <a:cubicBezTo>
                  <a:pt x="70511" y="15922"/>
                  <a:pt x="70149" y="10463"/>
                  <a:pt x="63779" y="5186"/>
                </a:cubicBezTo>
                <a:cubicBezTo>
                  <a:pt x="57319" y="0"/>
                  <a:pt x="51224" y="272"/>
                  <a:pt x="45400" y="6004"/>
                </a:cubicBezTo>
                <a:lnTo>
                  <a:pt x="5823" y="45036"/>
                </a:lnTo>
                <a:cubicBezTo>
                  <a:pt x="0" y="50768"/>
                  <a:pt x="274" y="56227"/>
                  <a:pt x="6734" y="61504"/>
                </a:cubicBezTo>
                <a:cubicBezTo>
                  <a:pt x="13192" y="66690"/>
                  <a:pt x="19290" y="66417"/>
                  <a:pt x="25111" y="60685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414" name="pdf-path-811">
            <a:extLst xmlns:a="http://schemas.openxmlformats.org/drawingml/2006/main">
              <a:ext uri="{FF2B5EF4-FFF2-40B4-BE49-F238E27FC236}">
                <a16:creationId xmlns:a16="http://schemas.microsoft.com/office/drawing/2014/main" id="{4636DD2E-9FFD-4024-BF20-EE516E63D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3226" y="789159"/>
            <a:ext cx="80338" cy="49312"/>
          </a:xfrm>
          <a:custGeom xmlns:a="http://schemas.openxmlformats.org/drawingml/2006/main">
            <a:pathLst>
              <a:path w="80338" h="49312">
                <a:moveTo>
                  <a:pt x="9735" y="24292"/>
                </a:moveTo>
                <a:lnTo>
                  <a:pt x="59503" y="45946"/>
                </a:lnTo>
                <a:cubicBezTo>
                  <a:pt x="67236" y="49312"/>
                  <a:pt x="72876" y="47492"/>
                  <a:pt x="76607" y="40578"/>
                </a:cubicBezTo>
                <a:cubicBezTo>
                  <a:pt x="80338" y="33573"/>
                  <a:pt x="78335" y="28477"/>
                  <a:pt x="70693" y="25111"/>
                </a:cubicBezTo>
                <a:lnTo>
                  <a:pt x="20835" y="3366"/>
                </a:lnTo>
                <a:cubicBezTo>
                  <a:pt x="13192" y="0"/>
                  <a:pt x="7461" y="1819"/>
                  <a:pt x="3731" y="8734"/>
                </a:cubicBezTo>
                <a:cubicBezTo>
                  <a:pt x="0" y="15739"/>
                  <a:pt x="2000" y="20925"/>
                  <a:pt x="9735" y="24292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415" name="pdf-path-813">
            <a:extLst xmlns:a="http://schemas.openxmlformats.org/drawingml/2006/main">
              <a:ext uri="{FF2B5EF4-FFF2-40B4-BE49-F238E27FC236}">
                <a16:creationId xmlns:a16="http://schemas.microsoft.com/office/drawing/2014/main" id="{2F0C912F-70F8-4D0F-AF26-728903B7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0611" y="832922"/>
            <a:ext cx="53224" cy="76426"/>
          </a:xfrm>
          <a:custGeom xmlns:a="http://schemas.openxmlformats.org/drawingml/2006/main">
            <a:pathLst>
              <a:path w="53224" h="76426">
                <a:moveTo>
                  <a:pt x="25566" y="9371"/>
                </a:moveTo>
                <a:lnTo>
                  <a:pt x="3366" y="58319"/>
                </a:lnTo>
                <a:cubicBezTo>
                  <a:pt x="0" y="65598"/>
                  <a:pt x="2456" y="70603"/>
                  <a:pt x="10553" y="73514"/>
                </a:cubicBezTo>
                <a:cubicBezTo>
                  <a:pt x="18742" y="76426"/>
                  <a:pt x="24384" y="74242"/>
                  <a:pt x="27659" y="67054"/>
                </a:cubicBezTo>
                <a:lnTo>
                  <a:pt x="49949" y="18105"/>
                </a:lnTo>
                <a:cubicBezTo>
                  <a:pt x="53224" y="10918"/>
                  <a:pt x="50768" y="5823"/>
                  <a:pt x="42671" y="2912"/>
                </a:cubicBezTo>
                <a:cubicBezTo>
                  <a:pt x="34573" y="0"/>
                  <a:pt x="28842" y="2184"/>
                  <a:pt x="25566" y="9371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416" name="pdf-path-815">
            <a:extLst xmlns:a="http://schemas.openxmlformats.org/drawingml/2006/main">
              <a:ext uri="{FF2B5EF4-FFF2-40B4-BE49-F238E27FC236}">
                <a16:creationId xmlns:a16="http://schemas.microsoft.com/office/drawing/2014/main" id="{3DF12513-5AC9-4D9F-9C08-E3F4E58CC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1255" y="896882"/>
            <a:ext cx="55226" cy="28569"/>
          </a:xfrm>
          <a:custGeom xmlns:a="http://schemas.openxmlformats.org/drawingml/2006/main">
            <a:pathLst>
              <a:path w="55226" h="28569">
                <a:moveTo>
                  <a:pt x="42944" y="4822"/>
                </a:moveTo>
                <a:lnTo>
                  <a:pt x="16105" y="1182"/>
                </a:lnTo>
                <a:cubicBezTo>
                  <a:pt x="7552" y="0"/>
                  <a:pt x="2639" y="3185"/>
                  <a:pt x="1275" y="10737"/>
                </a:cubicBezTo>
                <a:cubicBezTo>
                  <a:pt x="0" y="18288"/>
                  <a:pt x="3640" y="22655"/>
                  <a:pt x="12193" y="23838"/>
                </a:cubicBezTo>
                <a:lnTo>
                  <a:pt x="39033" y="27386"/>
                </a:lnTo>
                <a:cubicBezTo>
                  <a:pt x="47585" y="28569"/>
                  <a:pt x="52589" y="25384"/>
                  <a:pt x="53862" y="17832"/>
                </a:cubicBezTo>
                <a:cubicBezTo>
                  <a:pt x="55226" y="10281"/>
                  <a:pt x="51588" y="6005"/>
                  <a:pt x="42944" y="4822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417" name="pdf-path-817">
            <a:extLst xmlns:a="http://schemas.openxmlformats.org/drawingml/2006/main">
              <a:ext uri="{FF2B5EF4-FFF2-40B4-BE49-F238E27FC236}">
                <a16:creationId xmlns:a16="http://schemas.microsoft.com/office/drawing/2014/main" id="{F544BB19-DC1C-458A-968C-F87503345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328" y="760863"/>
            <a:ext cx="49131" cy="68146"/>
          </a:xfrm>
          <a:custGeom xmlns:a="http://schemas.openxmlformats.org/drawingml/2006/main">
            <a:pathLst>
              <a:path w="49131" h="68146">
                <a:moveTo>
                  <a:pt x="27021" y="58865"/>
                </a:moveTo>
                <a:lnTo>
                  <a:pt x="45855" y="18197"/>
                </a:lnTo>
                <a:cubicBezTo>
                  <a:pt x="49131" y="11099"/>
                  <a:pt x="46856" y="6005"/>
                  <a:pt x="38940" y="3002"/>
                </a:cubicBezTo>
                <a:cubicBezTo>
                  <a:pt x="31025" y="0"/>
                  <a:pt x="25385" y="2092"/>
                  <a:pt x="22108" y="9280"/>
                </a:cubicBezTo>
                <a:lnTo>
                  <a:pt x="3275" y="49858"/>
                </a:lnTo>
                <a:cubicBezTo>
                  <a:pt x="0" y="57046"/>
                  <a:pt x="2274" y="62141"/>
                  <a:pt x="10191" y="65143"/>
                </a:cubicBezTo>
                <a:cubicBezTo>
                  <a:pt x="18105" y="68146"/>
                  <a:pt x="23746" y="66054"/>
                  <a:pt x="27021" y="58865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418" name="pdf-path-819">
            <a:extLst xmlns:a="http://schemas.openxmlformats.org/drawingml/2006/main">
              <a:ext uri="{FF2B5EF4-FFF2-40B4-BE49-F238E27FC236}">
                <a16:creationId xmlns:a16="http://schemas.microsoft.com/office/drawing/2014/main" id="{FA621F41-48AA-47ED-BAC8-936B16B91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3420" y="823004"/>
            <a:ext cx="50223" cy="52680"/>
          </a:xfrm>
          <a:custGeom xmlns:a="http://schemas.openxmlformats.org/drawingml/2006/main">
            <a:pathLst>
              <a:path w="50223" h="52680">
                <a:moveTo>
                  <a:pt x="45308" y="32117"/>
                </a:moveTo>
                <a:lnTo>
                  <a:pt x="26020" y="7279"/>
                </a:lnTo>
                <a:cubicBezTo>
                  <a:pt x="21107" y="1001"/>
                  <a:pt x="15194" y="0"/>
                  <a:pt x="8098" y="4459"/>
                </a:cubicBezTo>
                <a:cubicBezTo>
                  <a:pt x="1092" y="8917"/>
                  <a:pt x="0" y="14285"/>
                  <a:pt x="4913" y="20653"/>
                </a:cubicBezTo>
                <a:lnTo>
                  <a:pt x="24201" y="45401"/>
                </a:lnTo>
                <a:cubicBezTo>
                  <a:pt x="29205" y="51679"/>
                  <a:pt x="35119" y="52680"/>
                  <a:pt x="42215" y="48221"/>
                </a:cubicBezTo>
                <a:cubicBezTo>
                  <a:pt x="49221" y="43763"/>
                  <a:pt x="50223" y="38395"/>
                  <a:pt x="45308" y="32117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419" name="pdf-path-821">
            <a:extLst xmlns:a="http://schemas.openxmlformats.org/drawingml/2006/main">
              <a:ext uri="{FF2B5EF4-FFF2-40B4-BE49-F238E27FC236}">
                <a16:creationId xmlns:a16="http://schemas.microsoft.com/office/drawing/2014/main" id="{9E850876-0108-4C30-ABE7-261B3BF42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5810" y="873864"/>
            <a:ext cx="31481" cy="37394"/>
          </a:xfrm>
          <a:custGeom xmlns:a="http://schemas.openxmlformats.org/drawingml/2006/main">
            <a:pathLst>
              <a:path w="31481" h="37394">
                <a:moveTo>
                  <a:pt x="29751" y="22382"/>
                </a:moveTo>
                <a:lnTo>
                  <a:pt x="27204" y="10553"/>
                </a:lnTo>
                <a:cubicBezTo>
                  <a:pt x="25476" y="3002"/>
                  <a:pt x="20381" y="0"/>
                  <a:pt x="11919" y="1455"/>
                </a:cubicBezTo>
                <a:cubicBezTo>
                  <a:pt x="3366" y="2912"/>
                  <a:pt x="0" y="7460"/>
                  <a:pt x="1638" y="15012"/>
                </a:cubicBezTo>
                <a:lnTo>
                  <a:pt x="4276" y="26749"/>
                </a:lnTo>
                <a:cubicBezTo>
                  <a:pt x="5914" y="34301"/>
                  <a:pt x="11009" y="37394"/>
                  <a:pt x="19562" y="35939"/>
                </a:cubicBezTo>
                <a:cubicBezTo>
                  <a:pt x="28022" y="34392"/>
                  <a:pt x="31481" y="29933"/>
                  <a:pt x="29751" y="22382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420" name="pdf-path-823">
            <a:extLst xmlns:a="http://schemas.openxmlformats.org/drawingml/2006/main">
              <a:ext uri="{FF2B5EF4-FFF2-40B4-BE49-F238E27FC236}">
                <a16:creationId xmlns:a16="http://schemas.microsoft.com/office/drawing/2014/main" id="{C0499A58-D704-43D1-B686-726431898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1508" y="283659"/>
            <a:ext cx="241740" cy="157036"/>
          </a:xfrm>
          <a:custGeom xmlns:a="http://schemas.openxmlformats.org/drawingml/2006/main">
            <a:pathLst>
              <a:path w="241740" h="157036">
                <a:moveTo>
                  <a:pt x="218905" y="4366"/>
                </a:moveTo>
                <a:lnTo>
                  <a:pt x="8279" y="133562"/>
                </a:lnTo>
                <a:cubicBezTo>
                  <a:pt x="1182" y="137839"/>
                  <a:pt x="0" y="143298"/>
                  <a:pt x="4913" y="149666"/>
                </a:cubicBezTo>
                <a:cubicBezTo>
                  <a:pt x="9734" y="156036"/>
                  <a:pt x="15739" y="157036"/>
                  <a:pt x="22835" y="152669"/>
                </a:cubicBezTo>
                <a:lnTo>
                  <a:pt x="233461" y="23564"/>
                </a:lnTo>
                <a:cubicBezTo>
                  <a:pt x="240648" y="19197"/>
                  <a:pt x="241740" y="13830"/>
                  <a:pt x="236919" y="7460"/>
                </a:cubicBezTo>
                <a:cubicBezTo>
                  <a:pt x="232006" y="1000"/>
                  <a:pt x="226000" y="0"/>
                  <a:pt x="218905" y="4366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421" name="pdf-path-825">
            <a:extLst xmlns:a="http://schemas.openxmlformats.org/drawingml/2006/main">
              <a:ext uri="{FF2B5EF4-FFF2-40B4-BE49-F238E27FC236}">
                <a16:creationId xmlns:a16="http://schemas.microsoft.com/office/drawing/2014/main" id="{3925C5ED-86A6-43E8-9B7A-0EBC04136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3505" y="217423"/>
            <a:ext cx="45493" cy="77517"/>
          </a:xfrm>
          <a:custGeom xmlns:a="http://schemas.openxmlformats.org/drawingml/2006/main">
            <a:pathLst>
              <a:path w="45493" h="77517">
                <a:moveTo>
                  <a:pt x="27387" y="67328"/>
                </a:moveTo>
                <a:lnTo>
                  <a:pt x="43126" y="16468"/>
                </a:lnTo>
                <a:cubicBezTo>
                  <a:pt x="45493" y="8917"/>
                  <a:pt x="42399" y="4185"/>
                  <a:pt x="34119" y="2093"/>
                </a:cubicBezTo>
                <a:cubicBezTo>
                  <a:pt x="25748" y="0"/>
                  <a:pt x="20381" y="2729"/>
                  <a:pt x="18105" y="10190"/>
                </a:cubicBezTo>
                <a:lnTo>
                  <a:pt x="2367" y="61050"/>
                </a:lnTo>
                <a:cubicBezTo>
                  <a:pt x="0" y="68601"/>
                  <a:pt x="3094" y="73332"/>
                  <a:pt x="11373" y="75424"/>
                </a:cubicBezTo>
                <a:cubicBezTo>
                  <a:pt x="19743" y="77517"/>
                  <a:pt x="25111" y="74788"/>
                  <a:pt x="27387" y="67328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422" name="pdf-path-827">
            <a:extLst xmlns:a="http://schemas.openxmlformats.org/drawingml/2006/main">
              <a:ext uri="{FF2B5EF4-FFF2-40B4-BE49-F238E27FC236}">
                <a16:creationId xmlns:a16="http://schemas.microsoft.com/office/drawing/2014/main" id="{1CD98C89-D1A0-47F1-9B37-A08B5ACC8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0970" y="422771"/>
            <a:ext cx="82795" cy="23747"/>
          </a:xfrm>
          <a:custGeom xmlns:a="http://schemas.openxmlformats.org/drawingml/2006/main">
            <a:pathLst>
              <a:path w="82795" h="23747">
                <a:moveTo>
                  <a:pt x="13011" y="22837"/>
                </a:moveTo>
                <a:lnTo>
                  <a:pt x="69420" y="23656"/>
                </a:lnTo>
                <a:cubicBezTo>
                  <a:pt x="78154" y="23747"/>
                  <a:pt x="82521" y="20017"/>
                  <a:pt x="82703" y="12465"/>
                </a:cubicBezTo>
                <a:cubicBezTo>
                  <a:pt x="82795" y="4914"/>
                  <a:pt x="78518" y="1001"/>
                  <a:pt x="69784" y="910"/>
                </a:cubicBezTo>
                <a:lnTo>
                  <a:pt x="13466" y="92"/>
                </a:lnTo>
                <a:cubicBezTo>
                  <a:pt x="4732" y="0"/>
                  <a:pt x="272" y="3731"/>
                  <a:pt x="183" y="11282"/>
                </a:cubicBezTo>
                <a:cubicBezTo>
                  <a:pt x="0" y="18833"/>
                  <a:pt x="4276" y="22655"/>
                  <a:pt x="13011" y="22837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423" name="pdf-path-829">
            <a:extLst xmlns:a="http://schemas.openxmlformats.org/drawingml/2006/main">
              <a:ext uri="{FF2B5EF4-FFF2-40B4-BE49-F238E27FC236}">
                <a16:creationId xmlns:a16="http://schemas.microsoft.com/office/drawing/2014/main" id="{25E72975-42AC-4C8B-A9E1-12B8F9F52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2003" y="441150"/>
            <a:ext cx="47767" cy="77244"/>
          </a:xfrm>
          <a:custGeom xmlns:a="http://schemas.openxmlformats.org/drawingml/2006/main">
            <a:pathLst>
              <a:path w="47767" h="77244">
                <a:moveTo>
                  <a:pt x="20381" y="9917"/>
                </a:moveTo>
                <a:lnTo>
                  <a:pt x="2639" y="60230"/>
                </a:lnTo>
                <a:cubicBezTo>
                  <a:pt x="0" y="67691"/>
                  <a:pt x="2820" y="72603"/>
                  <a:pt x="11101" y="74879"/>
                </a:cubicBezTo>
                <a:cubicBezTo>
                  <a:pt x="19380" y="77244"/>
                  <a:pt x="24839" y="74697"/>
                  <a:pt x="27476" y="67328"/>
                </a:cubicBezTo>
                <a:lnTo>
                  <a:pt x="45219" y="17013"/>
                </a:lnTo>
                <a:cubicBezTo>
                  <a:pt x="47767" y="9552"/>
                  <a:pt x="44945" y="4731"/>
                  <a:pt x="36666" y="2365"/>
                </a:cubicBezTo>
                <a:cubicBezTo>
                  <a:pt x="28479" y="0"/>
                  <a:pt x="23018" y="2547"/>
                  <a:pt x="20381" y="9917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424" name="pdf-path-831">
            <a:extLst xmlns:a="http://schemas.openxmlformats.org/drawingml/2006/main">
              <a:ext uri="{FF2B5EF4-FFF2-40B4-BE49-F238E27FC236}">
                <a16:creationId xmlns:a16="http://schemas.microsoft.com/office/drawing/2014/main" id="{E70F3E18-6201-4001-950A-4043BCA17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2830" y="507658"/>
            <a:ext cx="55955" cy="34847"/>
          </a:xfrm>
          <a:custGeom xmlns:a="http://schemas.openxmlformats.org/drawingml/2006/main">
            <a:pathLst>
              <a:path w="55955" h="34847">
                <a:moveTo>
                  <a:pt x="45126" y="10645"/>
                </a:moveTo>
                <a:lnTo>
                  <a:pt x="19562" y="2548"/>
                </a:lnTo>
                <a:cubicBezTo>
                  <a:pt x="11373" y="0"/>
                  <a:pt x="5914" y="2275"/>
                  <a:pt x="2913" y="9463"/>
                </a:cubicBezTo>
                <a:cubicBezTo>
                  <a:pt x="0" y="16650"/>
                  <a:pt x="2639" y="21563"/>
                  <a:pt x="10737" y="24202"/>
                </a:cubicBezTo>
                <a:lnTo>
                  <a:pt x="36301" y="32299"/>
                </a:lnTo>
                <a:cubicBezTo>
                  <a:pt x="44490" y="34847"/>
                  <a:pt x="50041" y="32572"/>
                  <a:pt x="52952" y="25384"/>
                </a:cubicBezTo>
                <a:cubicBezTo>
                  <a:pt x="55955" y="18105"/>
                  <a:pt x="53315" y="13284"/>
                  <a:pt x="45126" y="10645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425" name="pdf-path-833">
            <a:extLst xmlns:a="http://schemas.openxmlformats.org/drawingml/2006/main">
              <a:ext uri="{FF2B5EF4-FFF2-40B4-BE49-F238E27FC236}">
                <a16:creationId xmlns:a16="http://schemas.microsoft.com/office/drawing/2014/main" id="{3307AEF4-09FD-4525-9D87-CB1A5C718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2596" y="291665"/>
            <a:ext cx="28659" cy="68055"/>
          </a:xfrm>
          <a:custGeom xmlns:a="http://schemas.openxmlformats.org/drawingml/2006/main">
            <a:pathLst>
              <a:path w="28659" h="68055">
                <a:moveTo>
                  <a:pt x="26292" y="56500"/>
                </a:moveTo>
                <a:lnTo>
                  <a:pt x="28387" y="12465"/>
                </a:lnTo>
                <a:cubicBezTo>
                  <a:pt x="28659" y="4640"/>
                  <a:pt x="24565" y="637"/>
                  <a:pt x="15831" y="364"/>
                </a:cubicBezTo>
                <a:cubicBezTo>
                  <a:pt x="7187" y="0"/>
                  <a:pt x="2728" y="3730"/>
                  <a:pt x="2365" y="11464"/>
                </a:cubicBezTo>
                <a:lnTo>
                  <a:pt x="363" y="55591"/>
                </a:lnTo>
                <a:cubicBezTo>
                  <a:pt x="0" y="63324"/>
                  <a:pt x="4184" y="67418"/>
                  <a:pt x="12828" y="67691"/>
                </a:cubicBezTo>
                <a:cubicBezTo>
                  <a:pt x="21471" y="68055"/>
                  <a:pt x="26020" y="64325"/>
                  <a:pt x="26292" y="56500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426" name="pdf-path-835">
            <a:extLst xmlns:a="http://schemas.openxmlformats.org/drawingml/2006/main">
              <a:ext uri="{FF2B5EF4-FFF2-40B4-BE49-F238E27FC236}">
                <a16:creationId xmlns:a16="http://schemas.microsoft.com/office/drawing/2014/main" id="{F41AA7E4-AD5F-47FD-B9C0-D76E66A0B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1875" y="353534"/>
            <a:ext cx="60595" cy="42671"/>
          </a:xfrm>
          <a:custGeom xmlns:a="http://schemas.openxmlformats.org/drawingml/2006/main">
            <a:pathLst>
              <a:path w="60595" h="42671">
                <a:moveTo>
                  <a:pt x="51497" y="18833"/>
                </a:moveTo>
                <a:lnTo>
                  <a:pt x="22110" y="3820"/>
                </a:lnTo>
                <a:cubicBezTo>
                  <a:pt x="14558" y="0"/>
                  <a:pt x="8645" y="1365"/>
                  <a:pt x="4369" y="8097"/>
                </a:cubicBezTo>
                <a:cubicBezTo>
                  <a:pt x="0" y="14739"/>
                  <a:pt x="1639" y="20016"/>
                  <a:pt x="9099" y="23837"/>
                </a:cubicBezTo>
                <a:lnTo>
                  <a:pt x="38579" y="38849"/>
                </a:lnTo>
                <a:cubicBezTo>
                  <a:pt x="46038" y="42671"/>
                  <a:pt x="51953" y="41215"/>
                  <a:pt x="56320" y="34573"/>
                </a:cubicBezTo>
                <a:cubicBezTo>
                  <a:pt x="60595" y="27931"/>
                  <a:pt x="59049" y="22654"/>
                  <a:pt x="51497" y="18833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427" name="pdf-path-837">
            <a:extLst xmlns:a="http://schemas.openxmlformats.org/drawingml/2006/main">
              <a:ext uri="{FF2B5EF4-FFF2-40B4-BE49-F238E27FC236}">
                <a16:creationId xmlns:a16="http://schemas.microsoft.com/office/drawing/2014/main" id="{43EA5A05-0B67-434A-B095-0456051E6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7647" y="384195"/>
            <a:ext cx="41307" cy="34937"/>
          </a:xfrm>
          <a:custGeom xmlns:a="http://schemas.openxmlformats.org/drawingml/2006/main">
            <a:pathLst>
              <a:path w="41307" h="34937">
                <a:moveTo>
                  <a:pt x="33847" y="12100"/>
                </a:moveTo>
                <a:lnTo>
                  <a:pt x="23292" y="4731"/>
                </a:lnTo>
                <a:cubicBezTo>
                  <a:pt x="16560" y="0"/>
                  <a:pt x="10555" y="637"/>
                  <a:pt x="5279" y="6641"/>
                </a:cubicBezTo>
                <a:cubicBezTo>
                  <a:pt x="0" y="12738"/>
                  <a:pt x="729" y="18105"/>
                  <a:pt x="7463" y="22837"/>
                </a:cubicBezTo>
                <a:lnTo>
                  <a:pt x="18016" y="30207"/>
                </a:lnTo>
                <a:cubicBezTo>
                  <a:pt x="24748" y="34937"/>
                  <a:pt x="30753" y="34301"/>
                  <a:pt x="36031" y="28295"/>
                </a:cubicBezTo>
                <a:cubicBezTo>
                  <a:pt x="41307" y="22200"/>
                  <a:pt x="40579" y="16832"/>
                  <a:pt x="33847" y="12100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428" name="pdf-path-839">
            <a:extLst xmlns:a="http://schemas.openxmlformats.org/drawingml/2006/main">
              <a:ext uri="{FF2B5EF4-FFF2-40B4-BE49-F238E27FC236}">
                <a16:creationId xmlns:a16="http://schemas.microsoft.com/office/drawing/2014/main" id="{02EAB4B4-0EF5-4510-87C9-E23854812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258" y="211691"/>
            <a:ext cx="187333" cy="210626"/>
          </a:xfrm>
          <a:custGeom xmlns:a="http://schemas.openxmlformats.org/drawingml/2006/main">
            <a:pathLst>
              <a:path w="187333" h="210626">
                <a:moveTo>
                  <a:pt x="161312" y="6914"/>
                </a:moveTo>
                <a:lnTo>
                  <a:pt x="5278" y="189608"/>
                </a:lnTo>
                <a:cubicBezTo>
                  <a:pt x="0" y="195795"/>
                  <a:pt x="820" y="201255"/>
                  <a:pt x="7733" y="205894"/>
                </a:cubicBezTo>
                <a:cubicBezTo>
                  <a:pt x="14647" y="210626"/>
                  <a:pt x="20652" y="209897"/>
                  <a:pt x="25929" y="203802"/>
                </a:cubicBezTo>
                <a:lnTo>
                  <a:pt x="182056" y="21108"/>
                </a:lnTo>
                <a:cubicBezTo>
                  <a:pt x="187333" y="14921"/>
                  <a:pt x="186514" y="9463"/>
                  <a:pt x="179598" y="4731"/>
                </a:cubicBezTo>
                <a:cubicBezTo>
                  <a:pt x="172685" y="0"/>
                  <a:pt x="166589" y="728"/>
                  <a:pt x="161312" y="6914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429" name="pdf-path-841">
            <a:extLst xmlns:a="http://schemas.openxmlformats.org/drawingml/2006/main">
              <a:ext uri="{FF2B5EF4-FFF2-40B4-BE49-F238E27FC236}">
                <a16:creationId xmlns:a16="http://schemas.microsoft.com/office/drawing/2014/main" id="{E0B577E2-F6F8-48A8-B540-DE57FD774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4932" y="142088"/>
            <a:ext cx="29660" cy="76699"/>
          </a:xfrm>
          <a:custGeom xmlns:a="http://schemas.openxmlformats.org/drawingml/2006/main">
            <a:pathLst>
              <a:path w="29660" h="76699">
                <a:moveTo>
                  <a:pt x="29205" y="64144"/>
                </a:moveTo>
                <a:lnTo>
                  <a:pt x="26475" y="11465"/>
                </a:lnTo>
                <a:cubicBezTo>
                  <a:pt x="26020" y="3640"/>
                  <a:pt x="21471" y="0"/>
                  <a:pt x="12828" y="365"/>
                </a:cubicBezTo>
                <a:cubicBezTo>
                  <a:pt x="4184" y="729"/>
                  <a:pt x="0" y="4822"/>
                  <a:pt x="453" y="12556"/>
                </a:cubicBezTo>
                <a:lnTo>
                  <a:pt x="3274" y="65236"/>
                </a:lnTo>
                <a:cubicBezTo>
                  <a:pt x="3638" y="73059"/>
                  <a:pt x="8188" y="76699"/>
                  <a:pt x="16830" y="76336"/>
                </a:cubicBezTo>
                <a:cubicBezTo>
                  <a:pt x="25565" y="75971"/>
                  <a:pt x="29660" y="71968"/>
                  <a:pt x="29205" y="64144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430" name="pdf-path-843">
            <a:extLst xmlns:a="http://schemas.openxmlformats.org/drawingml/2006/main">
              <a:ext uri="{FF2B5EF4-FFF2-40B4-BE49-F238E27FC236}">
                <a16:creationId xmlns:a16="http://schemas.microsoft.com/office/drawing/2014/main" id="{261727E0-7C9D-43C5-ADB0-6C28F7CD7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8540" y="400571"/>
            <a:ext cx="83522" cy="27477"/>
          </a:xfrm>
          <a:custGeom xmlns:a="http://schemas.openxmlformats.org/drawingml/2006/main">
            <a:pathLst>
              <a:path w="83522" h="27477">
                <a:moveTo>
                  <a:pt x="14558" y="26931"/>
                </a:moveTo>
                <a:lnTo>
                  <a:pt x="70785" y="23382"/>
                </a:lnTo>
                <a:cubicBezTo>
                  <a:pt x="79520" y="22837"/>
                  <a:pt x="83522" y="18742"/>
                  <a:pt x="82886" y="11100"/>
                </a:cubicBezTo>
                <a:cubicBezTo>
                  <a:pt x="82249" y="3548"/>
                  <a:pt x="77608" y="0"/>
                  <a:pt x="68874" y="546"/>
                </a:cubicBezTo>
                <a:lnTo>
                  <a:pt x="12737" y="4094"/>
                </a:lnTo>
                <a:cubicBezTo>
                  <a:pt x="4004" y="4640"/>
                  <a:pt x="0" y="8734"/>
                  <a:pt x="546" y="16377"/>
                </a:cubicBezTo>
                <a:cubicBezTo>
                  <a:pt x="1182" y="23928"/>
                  <a:pt x="5914" y="27477"/>
                  <a:pt x="14558" y="26931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431" name="pdf-path-845">
            <a:extLst xmlns:a="http://schemas.openxmlformats.org/drawingml/2006/main">
              <a:ext uri="{FF2B5EF4-FFF2-40B4-BE49-F238E27FC236}">
                <a16:creationId xmlns:a16="http://schemas.microsoft.com/office/drawing/2014/main" id="{2C35C114-852B-4D91-887B-41DB9F42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6042" y="418950"/>
            <a:ext cx="34482" cy="77427"/>
          </a:xfrm>
          <a:custGeom xmlns:a="http://schemas.openxmlformats.org/drawingml/2006/main">
            <a:pathLst>
              <a:path w="34482" h="77427">
                <a:moveTo>
                  <a:pt x="7641" y="11191"/>
                </a:moveTo>
                <a:lnTo>
                  <a:pt x="999" y="63597"/>
                </a:lnTo>
                <a:cubicBezTo>
                  <a:pt x="0" y="71331"/>
                  <a:pt x="3821" y="75698"/>
                  <a:pt x="12463" y="76516"/>
                </a:cubicBezTo>
                <a:cubicBezTo>
                  <a:pt x="21107" y="77427"/>
                  <a:pt x="25929" y="73969"/>
                  <a:pt x="26840" y="66236"/>
                </a:cubicBezTo>
                <a:lnTo>
                  <a:pt x="33481" y="13830"/>
                </a:lnTo>
                <a:cubicBezTo>
                  <a:pt x="34482" y="6096"/>
                  <a:pt x="30661" y="1820"/>
                  <a:pt x="22017" y="910"/>
                </a:cubicBezTo>
                <a:cubicBezTo>
                  <a:pt x="13464" y="0"/>
                  <a:pt x="8642" y="3458"/>
                  <a:pt x="7641" y="11191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432" name="pdf-path-847">
            <a:extLst xmlns:a="http://schemas.openxmlformats.org/drawingml/2006/main">
              <a:ext uri="{FF2B5EF4-FFF2-40B4-BE49-F238E27FC236}">
                <a16:creationId xmlns:a16="http://schemas.microsoft.com/office/drawing/2014/main" id="{1FED8858-A422-4FFE-A853-C1558483D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9234" y="480272"/>
            <a:ext cx="54680" cy="27477"/>
          </a:xfrm>
          <a:custGeom xmlns:a="http://schemas.openxmlformats.org/drawingml/2006/main">
            <a:pathLst>
              <a:path w="54680" h="27477">
                <a:moveTo>
                  <a:pt x="39578" y="728"/>
                </a:moveTo>
                <a:lnTo>
                  <a:pt x="12556" y="3185"/>
                </a:lnTo>
                <a:cubicBezTo>
                  <a:pt x="3912" y="4004"/>
                  <a:pt x="0" y="8280"/>
                  <a:pt x="910" y="16104"/>
                </a:cubicBezTo>
                <a:cubicBezTo>
                  <a:pt x="1728" y="24019"/>
                  <a:pt x="6460" y="27477"/>
                  <a:pt x="15102" y="26749"/>
                </a:cubicBezTo>
                <a:lnTo>
                  <a:pt x="42125" y="24292"/>
                </a:lnTo>
                <a:cubicBezTo>
                  <a:pt x="50768" y="23474"/>
                  <a:pt x="54680" y="19197"/>
                  <a:pt x="53770" y="11372"/>
                </a:cubicBezTo>
                <a:cubicBezTo>
                  <a:pt x="52952" y="3458"/>
                  <a:pt x="48220" y="0"/>
                  <a:pt x="39578" y="728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433" name="pdf-path-849">
            <a:extLst xmlns:a="http://schemas.openxmlformats.org/drawingml/2006/main">
              <a:ext uri="{FF2B5EF4-FFF2-40B4-BE49-F238E27FC236}">
                <a16:creationId xmlns:a16="http://schemas.microsoft.com/office/drawing/2014/main" id="{7152FA01-1F92-4294-91DC-734EE5C3A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3758" y="216514"/>
            <a:ext cx="39577" cy="69056"/>
          </a:xfrm>
          <a:custGeom xmlns:a="http://schemas.openxmlformats.org/drawingml/2006/main">
            <a:pathLst>
              <a:path w="39577" h="69056">
                <a:moveTo>
                  <a:pt x="37667" y="53406"/>
                </a:moveTo>
                <a:lnTo>
                  <a:pt x="26930" y="10463"/>
                </a:lnTo>
                <a:cubicBezTo>
                  <a:pt x="25019" y="2911"/>
                  <a:pt x="19924" y="0"/>
                  <a:pt x="11555" y="1728"/>
                </a:cubicBezTo>
                <a:cubicBezTo>
                  <a:pt x="3183" y="3366"/>
                  <a:pt x="0" y="8006"/>
                  <a:pt x="1910" y="15649"/>
                </a:cubicBezTo>
                <a:lnTo>
                  <a:pt x="12646" y="58592"/>
                </a:lnTo>
                <a:cubicBezTo>
                  <a:pt x="14556" y="66144"/>
                  <a:pt x="19652" y="69056"/>
                  <a:pt x="28022" y="67417"/>
                </a:cubicBezTo>
                <a:cubicBezTo>
                  <a:pt x="36301" y="65689"/>
                  <a:pt x="39577" y="61050"/>
                  <a:pt x="37667" y="53406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434" name="pdf-path-851">
            <a:extLst xmlns:a="http://schemas.openxmlformats.org/drawingml/2006/main">
              <a:ext uri="{FF2B5EF4-FFF2-40B4-BE49-F238E27FC236}">
                <a16:creationId xmlns:a16="http://schemas.microsoft.com/office/drawing/2014/main" id="{66C05BEC-420B-4352-ADB2-AE87A3E24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2599" y="273560"/>
            <a:ext cx="61231" cy="28750"/>
          </a:xfrm>
          <a:custGeom xmlns:a="http://schemas.openxmlformats.org/drawingml/2006/main">
            <a:pathLst>
              <a:path w="61231" h="28750">
                <a:moveTo>
                  <a:pt x="49040" y="5004"/>
                </a:moveTo>
                <a:lnTo>
                  <a:pt x="15648" y="1092"/>
                </a:lnTo>
                <a:cubicBezTo>
                  <a:pt x="7095" y="0"/>
                  <a:pt x="2274" y="3275"/>
                  <a:pt x="1092" y="10827"/>
                </a:cubicBezTo>
                <a:cubicBezTo>
                  <a:pt x="0" y="18378"/>
                  <a:pt x="3638" y="22655"/>
                  <a:pt x="12191" y="23747"/>
                </a:cubicBezTo>
                <a:lnTo>
                  <a:pt x="45582" y="27658"/>
                </a:lnTo>
                <a:cubicBezTo>
                  <a:pt x="54042" y="28750"/>
                  <a:pt x="58955" y="25475"/>
                  <a:pt x="60047" y="17923"/>
                </a:cubicBezTo>
                <a:cubicBezTo>
                  <a:pt x="61231" y="10371"/>
                  <a:pt x="57501" y="6096"/>
                  <a:pt x="49040" y="5004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435" name="pdf-path-853">
            <a:extLst xmlns:a="http://schemas.openxmlformats.org/drawingml/2006/main">
              <a:ext uri="{FF2B5EF4-FFF2-40B4-BE49-F238E27FC236}">
                <a16:creationId xmlns:a16="http://schemas.microsoft.com/office/drawing/2014/main" id="{26234F50-C35A-46F5-8055-6ACB328E5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5287" y="282839"/>
            <a:ext cx="42852" cy="29297"/>
          </a:xfrm>
          <a:custGeom xmlns:a="http://schemas.openxmlformats.org/drawingml/2006/main">
            <a:pathLst>
              <a:path w="42852" h="29297">
                <a:moveTo>
                  <a:pt x="31479" y="5278"/>
                </a:moveTo>
                <a:lnTo>
                  <a:pt x="18377" y="2094"/>
                </a:lnTo>
                <a:cubicBezTo>
                  <a:pt x="10008" y="0"/>
                  <a:pt x="4638" y="2730"/>
                  <a:pt x="2363" y="10008"/>
                </a:cubicBezTo>
                <a:cubicBezTo>
                  <a:pt x="0" y="17378"/>
                  <a:pt x="3092" y="22109"/>
                  <a:pt x="11462" y="24111"/>
                </a:cubicBezTo>
                <a:lnTo>
                  <a:pt x="24473" y="27295"/>
                </a:lnTo>
                <a:cubicBezTo>
                  <a:pt x="32845" y="29297"/>
                  <a:pt x="38211" y="26658"/>
                  <a:pt x="40485" y="19289"/>
                </a:cubicBezTo>
                <a:cubicBezTo>
                  <a:pt x="42852" y="11919"/>
                  <a:pt x="39758" y="7280"/>
                  <a:pt x="31479" y="5278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436" name="pdf-path-855">
            <a:extLst xmlns:a="http://schemas.openxmlformats.org/drawingml/2006/main">
              <a:ext uri="{FF2B5EF4-FFF2-40B4-BE49-F238E27FC236}">
                <a16:creationId xmlns:a16="http://schemas.microsoft.com/office/drawing/2014/main" id="{CBD89B98-1DE5-432F-8102-B7E9BE986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8560" y="546963"/>
            <a:ext cx="121461" cy="242651"/>
          </a:xfrm>
          <a:custGeom xmlns:a="http://schemas.openxmlformats.org/drawingml/2006/main">
            <a:pathLst>
              <a:path w="121461" h="242651">
                <a:moveTo>
                  <a:pt x="94166" y="9463"/>
                </a:moveTo>
                <a:lnTo>
                  <a:pt x="3092" y="224819"/>
                </a:lnTo>
                <a:cubicBezTo>
                  <a:pt x="0" y="232006"/>
                  <a:pt x="2548" y="237102"/>
                  <a:pt x="10644" y="239831"/>
                </a:cubicBezTo>
                <a:cubicBezTo>
                  <a:pt x="18651" y="242651"/>
                  <a:pt x="24292" y="240377"/>
                  <a:pt x="27295" y="233098"/>
                </a:cubicBezTo>
                <a:lnTo>
                  <a:pt x="118460" y="17833"/>
                </a:lnTo>
                <a:cubicBezTo>
                  <a:pt x="121461" y="10554"/>
                  <a:pt x="119004" y="5459"/>
                  <a:pt x="110908" y="2729"/>
                </a:cubicBezTo>
                <a:cubicBezTo>
                  <a:pt x="102810" y="0"/>
                  <a:pt x="97260" y="2184"/>
                  <a:pt x="94166" y="9463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437" name="pdf-path-857">
            <a:extLst xmlns:a="http://schemas.openxmlformats.org/drawingml/2006/main">
              <a:ext uri="{FF2B5EF4-FFF2-40B4-BE49-F238E27FC236}">
                <a16:creationId xmlns:a16="http://schemas.microsoft.com/office/drawing/2014/main" id="{AB3DB600-827F-4939-9CE3-D350FAB87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7524" y="479271"/>
            <a:ext cx="50223" cy="75970"/>
          </a:xfrm>
          <a:custGeom xmlns:a="http://schemas.openxmlformats.org/drawingml/2006/main">
            <a:pathLst>
              <a:path w="50223" h="75970">
                <a:moveTo>
                  <a:pt x="47312" y="58684"/>
                </a:moveTo>
                <a:lnTo>
                  <a:pt x="27659" y="9553"/>
                </a:lnTo>
                <a:cubicBezTo>
                  <a:pt x="24748" y="2366"/>
                  <a:pt x="19197" y="0"/>
                  <a:pt x="10918" y="2547"/>
                </a:cubicBezTo>
                <a:cubicBezTo>
                  <a:pt x="2639" y="5095"/>
                  <a:pt x="0" y="9917"/>
                  <a:pt x="2820" y="17196"/>
                </a:cubicBezTo>
                <a:lnTo>
                  <a:pt x="22472" y="66326"/>
                </a:lnTo>
                <a:cubicBezTo>
                  <a:pt x="25385" y="73605"/>
                  <a:pt x="30935" y="75970"/>
                  <a:pt x="39214" y="73423"/>
                </a:cubicBezTo>
                <a:cubicBezTo>
                  <a:pt x="47493" y="70876"/>
                  <a:pt x="50223" y="65963"/>
                  <a:pt x="47312" y="58684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438" name="pdf-path-859">
            <a:extLst xmlns:a="http://schemas.openxmlformats.org/drawingml/2006/main">
              <a:ext uri="{FF2B5EF4-FFF2-40B4-BE49-F238E27FC236}">
                <a16:creationId xmlns:a16="http://schemas.microsoft.com/office/drawing/2014/main" id="{2264EB41-84C8-4EDD-8712-C5223EE97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3299" y="775330"/>
            <a:ext cx="82976" cy="24474"/>
          </a:xfrm>
          <a:custGeom xmlns:a="http://schemas.openxmlformats.org/drawingml/2006/main">
            <a:pathLst>
              <a:path w="82976" h="24474">
                <a:moveTo>
                  <a:pt x="13011" y="23110"/>
                </a:moveTo>
                <a:lnTo>
                  <a:pt x="69329" y="24292"/>
                </a:lnTo>
                <a:cubicBezTo>
                  <a:pt x="78062" y="24474"/>
                  <a:pt x="82521" y="20744"/>
                  <a:pt x="82793" y="13102"/>
                </a:cubicBezTo>
                <a:cubicBezTo>
                  <a:pt x="82976" y="5550"/>
                  <a:pt x="78700" y="1638"/>
                  <a:pt x="69965" y="1455"/>
                </a:cubicBezTo>
                <a:lnTo>
                  <a:pt x="13647" y="273"/>
                </a:lnTo>
                <a:cubicBezTo>
                  <a:pt x="4913" y="0"/>
                  <a:pt x="455" y="3731"/>
                  <a:pt x="272" y="11372"/>
                </a:cubicBezTo>
                <a:cubicBezTo>
                  <a:pt x="0" y="19016"/>
                  <a:pt x="4275" y="22928"/>
                  <a:pt x="13011" y="23110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439" name="pdf-path-861">
            <a:extLst xmlns:a="http://schemas.openxmlformats.org/drawingml/2006/main">
              <a:ext uri="{FF2B5EF4-FFF2-40B4-BE49-F238E27FC236}">
                <a16:creationId xmlns:a16="http://schemas.microsoft.com/office/drawing/2014/main" id="{4EB8ED13-358A-465E-AAF1-11C497566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2983" y="795892"/>
            <a:ext cx="31571" cy="77063"/>
          </a:xfrm>
          <a:custGeom xmlns:a="http://schemas.openxmlformats.org/drawingml/2006/main">
            <a:pathLst>
              <a:path w="31571" h="77063">
                <a:moveTo>
                  <a:pt x="5004" y="11373"/>
                </a:moveTo>
                <a:lnTo>
                  <a:pt x="637" y="63962"/>
                </a:lnTo>
                <a:cubicBezTo>
                  <a:pt x="0" y="71695"/>
                  <a:pt x="4003" y="75880"/>
                  <a:pt x="12646" y="76426"/>
                </a:cubicBezTo>
                <a:cubicBezTo>
                  <a:pt x="21290" y="77063"/>
                  <a:pt x="25931" y="73423"/>
                  <a:pt x="26568" y="65690"/>
                </a:cubicBezTo>
                <a:lnTo>
                  <a:pt x="30933" y="13011"/>
                </a:lnTo>
                <a:cubicBezTo>
                  <a:pt x="31571" y="5278"/>
                  <a:pt x="27567" y="1092"/>
                  <a:pt x="18925" y="546"/>
                </a:cubicBezTo>
                <a:cubicBezTo>
                  <a:pt x="10281" y="0"/>
                  <a:pt x="5642" y="3548"/>
                  <a:pt x="5004" y="11373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440" name="pdf-path-863">
            <a:extLst xmlns:a="http://schemas.openxmlformats.org/drawingml/2006/main">
              <a:ext uri="{FF2B5EF4-FFF2-40B4-BE49-F238E27FC236}">
                <a16:creationId xmlns:a16="http://schemas.microsoft.com/office/drawing/2014/main" id="{1E7D73A4-B2AD-4DEC-A532-DC14F4A08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6630" y="854393"/>
            <a:ext cx="54225" cy="29752"/>
          </a:xfrm>
          <a:custGeom xmlns:a="http://schemas.openxmlformats.org/drawingml/2006/main">
            <a:pathLst>
              <a:path w="54225" h="29752">
                <a:moveTo>
                  <a:pt x="38303" y="1274"/>
                </a:moveTo>
                <a:lnTo>
                  <a:pt x="11919" y="5095"/>
                </a:lnTo>
                <a:cubicBezTo>
                  <a:pt x="3547" y="6369"/>
                  <a:pt x="0" y="10827"/>
                  <a:pt x="1364" y="18652"/>
                </a:cubicBezTo>
                <a:cubicBezTo>
                  <a:pt x="2639" y="26477"/>
                  <a:pt x="7552" y="29752"/>
                  <a:pt x="15922" y="28478"/>
                </a:cubicBezTo>
                <a:lnTo>
                  <a:pt x="42306" y="24657"/>
                </a:lnTo>
                <a:cubicBezTo>
                  <a:pt x="50678" y="23383"/>
                  <a:pt x="54225" y="18925"/>
                  <a:pt x="52861" y="11100"/>
                </a:cubicBezTo>
                <a:cubicBezTo>
                  <a:pt x="51586" y="3275"/>
                  <a:pt x="46673" y="0"/>
                  <a:pt x="38303" y="1274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441" name="pdf-path-865">
            <a:extLst xmlns:a="http://schemas.openxmlformats.org/drawingml/2006/main">
              <a:ext uri="{FF2B5EF4-FFF2-40B4-BE49-F238E27FC236}">
                <a16:creationId xmlns:a16="http://schemas.microsoft.com/office/drawing/2014/main" id="{0E52B6D0-DDA9-4CC2-BA22-39AA4D26D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2371" y="545871"/>
            <a:ext cx="61777" cy="62960"/>
          </a:xfrm>
          <a:custGeom xmlns:a="http://schemas.openxmlformats.org/drawingml/2006/main">
            <a:pathLst>
              <a:path w="61777" h="62960">
                <a:moveTo>
                  <a:pt x="56318" y="41306"/>
                </a:moveTo>
                <a:lnTo>
                  <a:pt x="25383" y="6641"/>
                </a:lnTo>
                <a:cubicBezTo>
                  <a:pt x="19924" y="546"/>
                  <a:pt x="13919" y="0"/>
                  <a:pt x="7187" y="5005"/>
                </a:cubicBezTo>
                <a:cubicBezTo>
                  <a:pt x="546" y="10008"/>
                  <a:pt x="0" y="15558"/>
                  <a:pt x="5459" y="21654"/>
                </a:cubicBezTo>
                <a:lnTo>
                  <a:pt x="36303" y="56319"/>
                </a:lnTo>
                <a:cubicBezTo>
                  <a:pt x="41760" y="62415"/>
                  <a:pt x="47858" y="62960"/>
                  <a:pt x="54499" y="57957"/>
                </a:cubicBezTo>
                <a:cubicBezTo>
                  <a:pt x="61140" y="52952"/>
                  <a:pt x="61777" y="47402"/>
                  <a:pt x="56318" y="41306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442" name="pdf-path-867">
            <a:extLst xmlns:a="http://schemas.openxmlformats.org/drawingml/2006/main">
              <a:ext uri="{FF2B5EF4-FFF2-40B4-BE49-F238E27FC236}">
                <a16:creationId xmlns:a16="http://schemas.microsoft.com/office/drawing/2014/main" id="{E3E6C1BF-4DD1-4DAC-B2FC-8E132278E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4595" y="569800"/>
            <a:ext cx="61685" cy="42489"/>
          </a:xfrm>
          <a:custGeom xmlns:a="http://schemas.openxmlformats.org/drawingml/2006/main">
            <a:pathLst>
              <a:path w="61685" h="42489">
                <a:moveTo>
                  <a:pt x="39941" y="3639"/>
                </a:moveTo>
                <a:lnTo>
                  <a:pt x="9643" y="17923"/>
                </a:lnTo>
                <a:cubicBezTo>
                  <a:pt x="1910" y="21563"/>
                  <a:pt x="0" y="26930"/>
                  <a:pt x="4093" y="33846"/>
                </a:cubicBezTo>
                <a:cubicBezTo>
                  <a:pt x="8098" y="40852"/>
                  <a:pt x="14010" y="42489"/>
                  <a:pt x="21745" y="38849"/>
                </a:cubicBezTo>
                <a:lnTo>
                  <a:pt x="52132" y="24565"/>
                </a:lnTo>
                <a:cubicBezTo>
                  <a:pt x="59866" y="20926"/>
                  <a:pt x="61685" y="15558"/>
                  <a:pt x="57682" y="8644"/>
                </a:cubicBezTo>
                <a:cubicBezTo>
                  <a:pt x="53589" y="1638"/>
                  <a:pt x="47674" y="0"/>
                  <a:pt x="39941" y="3639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443" name="pdf-path-869">
            <a:extLst xmlns:a="http://schemas.openxmlformats.org/drawingml/2006/main">
              <a:ext uri="{FF2B5EF4-FFF2-40B4-BE49-F238E27FC236}">
                <a16:creationId xmlns:a16="http://schemas.microsoft.com/office/drawing/2014/main" id="{344D9B03-BEEC-40AF-9C4E-629FE1065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0458" y="546963"/>
            <a:ext cx="40942" cy="35120"/>
          </a:xfrm>
          <a:custGeom xmlns:a="http://schemas.openxmlformats.org/drawingml/2006/main">
            <a:pathLst>
              <a:path w="40942" h="35120">
                <a:moveTo>
                  <a:pt x="17376" y="4822"/>
                </a:moveTo>
                <a:lnTo>
                  <a:pt x="7097" y="12556"/>
                </a:lnTo>
                <a:cubicBezTo>
                  <a:pt x="546" y="17378"/>
                  <a:pt x="0" y="22837"/>
                  <a:pt x="5459" y="28660"/>
                </a:cubicBezTo>
                <a:cubicBezTo>
                  <a:pt x="10918" y="34574"/>
                  <a:pt x="16923" y="35120"/>
                  <a:pt x="23564" y="30207"/>
                </a:cubicBezTo>
                <a:lnTo>
                  <a:pt x="33846" y="22564"/>
                </a:lnTo>
                <a:cubicBezTo>
                  <a:pt x="40396" y="17651"/>
                  <a:pt x="40942" y="12283"/>
                  <a:pt x="35483" y="6369"/>
                </a:cubicBezTo>
                <a:cubicBezTo>
                  <a:pt x="30024" y="455"/>
                  <a:pt x="24019" y="0"/>
                  <a:pt x="17376" y="4822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444" name="pdf-path-871">
            <a:extLst xmlns:a="http://schemas.openxmlformats.org/drawingml/2006/main">
              <a:ext uri="{FF2B5EF4-FFF2-40B4-BE49-F238E27FC236}">
                <a16:creationId xmlns:a16="http://schemas.microsoft.com/office/drawing/2014/main" id="{3FD7AF7E-5280-4498-BE92-08F95C960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110" y="594911"/>
            <a:ext cx="267036" cy="114547"/>
          </a:xfrm>
          <a:custGeom xmlns:a="http://schemas.openxmlformats.org/drawingml/2006/main">
            <a:pathLst>
              <a:path w="267036" h="114547">
                <a:moveTo>
                  <a:pt x="246929" y="3002"/>
                </a:moveTo>
                <a:lnTo>
                  <a:pt x="10372" y="89891"/>
                </a:lnTo>
                <a:cubicBezTo>
                  <a:pt x="2367" y="92802"/>
                  <a:pt x="0" y="97897"/>
                  <a:pt x="3277" y="105176"/>
                </a:cubicBezTo>
                <a:cubicBezTo>
                  <a:pt x="6462" y="112455"/>
                  <a:pt x="12102" y="114547"/>
                  <a:pt x="20109" y="111636"/>
                </a:cubicBezTo>
                <a:lnTo>
                  <a:pt x="256664" y="24656"/>
                </a:lnTo>
                <a:cubicBezTo>
                  <a:pt x="264671" y="21744"/>
                  <a:pt x="267036" y="16650"/>
                  <a:pt x="263851" y="9463"/>
                </a:cubicBezTo>
                <a:cubicBezTo>
                  <a:pt x="260576" y="2184"/>
                  <a:pt x="254934" y="0"/>
                  <a:pt x="246929" y="3002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445" name="pdf-path-873">
            <a:extLst xmlns:a="http://schemas.openxmlformats.org/drawingml/2006/main">
              <a:ext uri="{FF2B5EF4-FFF2-40B4-BE49-F238E27FC236}">
                <a16:creationId xmlns:a16="http://schemas.microsoft.com/office/drawing/2014/main" id="{5ED163EE-A48D-46AD-B849-677DFD6C5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2134" y="534771"/>
            <a:ext cx="57408" cy="74515"/>
          </a:xfrm>
          <a:custGeom xmlns:a="http://schemas.openxmlformats.org/drawingml/2006/main">
            <a:pathLst>
              <a:path w="57408" h="74515">
                <a:moveTo>
                  <a:pt x="26566" y="66054"/>
                </a:moveTo>
                <a:lnTo>
                  <a:pt x="53498" y="19379"/>
                </a:lnTo>
                <a:cubicBezTo>
                  <a:pt x="57408" y="12465"/>
                  <a:pt x="55681" y="7280"/>
                  <a:pt x="48128" y="3640"/>
                </a:cubicBezTo>
                <a:cubicBezTo>
                  <a:pt x="40578" y="0"/>
                  <a:pt x="34845" y="1638"/>
                  <a:pt x="30842" y="8553"/>
                </a:cubicBezTo>
                <a:lnTo>
                  <a:pt x="3910" y="55136"/>
                </a:lnTo>
                <a:cubicBezTo>
                  <a:pt x="0" y="62051"/>
                  <a:pt x="1727" y="67328"/>
                  <a:pt x="9280" y="70967"/>
                </a:cubicBezTo>
                <a:cubicBezTo>
                  <a:pt x="16830" y="74515"/>
                  <a:pt x="22563" y="72877"/>
                  <a:pt x="26566" y="66054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446" name="pdf-path-875">
            <a:extLst xmlns:a="http://schemas.openxmlformats.org/drawingml/2006/main">
              <a:ext uri="{FF2B5EF4-FFF2-40B4-BE49-F238E27FC236}">
                <a16:creationId xmlns:a16="http://schemas.microsoft.com/office/drawing/2014/main" id="{82267A57-1068-4A74-B0B7-B9A4003D3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6571" y="692080"/>
            <a:ext cx="81611" cy="45582"/>
          </a:xfrm>
          <a:custGeom xmlns:a="http://schemas.openxmlformats.org/drawingml/2006/main">
            <a:pathLst>
              <a:path w="81611" h="45582">
                <a:moveTo>
                  <a:pt x="10372" y="24383"/>
                </a:moveTo>
                <a:lnTo>
                  <a:pt x="61777" y="42761"/>
                </a:lnTo>
                <a:cubicBezTo>
                  <a:pt x="69692" y="45582"/>
                  <a:pt x="75241" y="43399"/>
                  <a:pt x="78428" y="36211"/>
                </a:cubicBezTo>
                <a:cubicBezTo>
                  <a:pt x="81611" y="29114"/>
                  <a:pt x="79155" y="24110"/>
                  <a:pt x="71239" y="21198"/>
                </a:cubicBezTo>
                <a:lnTo>
                  <a:pt x="19834" y="2820"/>
                </a:lnTo>
                <a:cubicBezTo>
                  <a:pt x="11827" y="0"/>
                  <a:pt x="6277" y="2184"/>
                  <a:pt x="3185" y="9371"/>
                </a:cubicBezTo>
                <a:cubicBezTo>
                  <a:pt x="0" y="16468"/>
                  <a:pt x="2365" y="21472"/>
                  <a:pt x="10372" y="24383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447" name="pdf-path-877">
            <a:extLst xmlns:a="http://schemas.openxmlformats.org/drawingml/2006/main">
              <a:ext uri="{FF2B5EF4-FFF2-40B4-BE49-F238E27FC236}">
                <a16:creationId xmlns:a16="http://schemas.microsoft.com/office/drawing/2014/main" id="{A02182C0-8292-4909-B2C7-54F15A992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4395" y="729383"/>
            <a:ext cx="70147" cy="66964"/>
          </a:xfrm>
          <a:custGeom xmlns:a="http://schemas.openxmlformats.org/drawingml/2006/main">
            <a:pathLst>
              <a:path w="70147" h="66964">
                <a:moveTo>
                  <a:pt x="44945" y="6096"/>
                </a:moveTo>
                <a:lnTo>
                  <a:pt x="5733" y="45309"/>
                </a:lnTo>
                <a:cubicBezTo>
                  <a:pt x="0" y="51133"/>
                  <a:pt x="363" y="56592"/>
                  <a:pt x="6825" y="61778"/>
                </a:cubicBezTo>
                <a:cubicBezTo>
                  <a:pt x="13283" y="66964"/>
                  <a:pt x="19380" y="66691"/>
                  <a:pt x="25202" y="60868"/>
                </a:cubicBezTo>
                <a:lnTo>
                  <a:pt x="64416" y="21563"/>
                </a:lnTo>
                <a:cubicBezTo>
                  <a:pt x="70147" y="15831"/>
                  <a:pt x="69875" y="10281"/>
                  <a:pt x="63324" y="5187"/>
                </a:cubicBezTo>
                <a:cubicBezTo>
                  <a:pt x="56864" y="0"/>
                  <a:pt x="50768" y="274"/>
                  <a:pt x="44945" y="6096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448" name="pdf-path-879">
            <a:extLst xmlns:a="http://schemas.openxmlformats.org/drawingml/2006/main">
              <a:ext uri="{FF2B5EF4-FFF2-40B4-BE49-F238E27FC236}">
                <a16:creationId xmlns:a16="http://schemas.microsoft.com/office/drawing/2014/main" id="{49A31898-A959-48C2-9838-394135D82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6578" y="787248"/>
            <a:ext cx="51677" cy="44673"/>
          </a:xfrm>
          <a:custGeom xmlns:a="http://schemas.openxmlformats.org/drawingml/2006/main">
            <a:pathLst>
              <a:path w="51677" h="44673">
                <a:moveTo>
                  <a:pt x="44854" y="21837"/>
                </a:moveTo>
                <a:lnTo>
                  <a:pt x="24475" y="5278"/>
                </a:lnTo>
                <a:cubicBezTo>
                  <a:pt x="17924" y="0"/>
                  <a:pt x="11738" y="274"/>
                  <a:pt x="5914" y="6187"/>
                </a:cubicBezTo>
                <a:cubicBezTo>
                  <a:pt x="0" y="12010"/>
                  <a:pt x="365" y="17560"/>
                  <a:pt x="6825" y="22837"/>
                </a:cubicBezTo>
                <a:lnTo>
                  <a:pt x="27204" y="39396"/>
                </a:lnTo>
                <a:cubicBezTo>
                  <a:pt x="33755" y="44673"/>
                  <a:pt x="39941" y="44400"/>
                  <a:pt x="45765" y="38577"/>
                </a:cubicBezTo>
                <a:cubicBezTo>
                  <a:pt x="51677" y="32663"/>
                  <a:pt x="51314" y="27113"/>
                  <a:pt x="44854" y="21837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449" name="pdf-path-881">
            <a:extLst xmlns:a="http://schemas.openxmlformats.org/drawingml/2006/main">
              <a:ext uri="{FF2B5EF4-FFF2-40B4-BE49-F238E27FC236}">
                <a16:creationId xmlns:a16="http://schemas.microsoft.com/office/drawing/2014/main" id="{6CA8CDBA-0FFA-4C25-87FC-6C7513E58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6021" y="602553"/>
            <a:ext cx="48857" cy="68237"/>
          </a:xfrm>
          <a:custGeom xmlns:a="http://schemas.openxmlformats.org/drawingml/2006/main">
            <a:pathLst>
              <a:path w="48857" h="68237">
                <a:moveTo>
                  <a:pt x="27112" y="58866"/>
                </a:moveTo>
                <a:lnTo>
                  <a:pt x="45582" y="18196"/>
                </a:lnTo>
                <a:cubicBezTo>
                  <a:pt x="48857" y="11009"/>
                  <a:pt x="46583" y="5914"/>
                  <a:pt x="38576" y="3002"/>
                </a:cubicBezTo>
                <a:cubicBezTo>
                  <a:pt x="30661" y="0"/>
                  <a:pt x="25021" y="2092"/>
                  <a:pt x="21745" y="9280"/>
                </a:cubicBezTo>
                <a:lnTo>
                  <a:pt x="3275" y="50040"/>
                </a:lnTo>
                <a:cubicBezTo>
                  <a:pt x="0" y="57228"/>
                  <a:pt x="2274" y="62324"/>
                  <a:pt x="10281" y="65235"/>
                </a:cubicBezTo>
                <a:cubicBezTo>
                  <a:pt x="18196" y="68237"/>
                  <a:pt x="23836" y="66054"/>
                  <a:pt x="27112" y="58866"/>
                </a:cubicBezTo>
              </a:path>
            </a:pathLst>
          </a:custGeom>
          <a:solidFill xmlns:a="http://schemas.openxmlformats.org/drawingml/2006/main">
            <a:srgbClr val="CC9966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450" name="pdf-path-883">
            <a:extLst xmlns:a="http://schemas.openxmlformats.org/drawingml/2006/main">
              <a:ext uri="{FF2B5EF4-FFF2-40B4-BE49-F238E27FC236}">
                <a16:creationId xmlns:a16="http://schemas.microsoft.com/office/drawing/2014/main" id="{327D0E7A-EC96-4ADF-947A-C4A564D75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7022" y="666878"/>
            <a:ext cx="44945" cy="54863"/>
          </a:xfrm>
          <a:custGeom xmlns:a="http://schemas.openxmlformats.org/drawingml/2006/main">
            <a:pathLst>
              <a:path w="44945" h="54863">
                <a:moveTo>
                  <a:pt x="41214" y="35847"/>
                </a:moveTo>
                <a:lnTo>
                  <a:pt x="26566" y="8734"/>
                </a:lnTo>
                <a:cubicBezTo>
                  <a:pt x="22745" y="1819"/>
                  <a:pt x="17104" y="0"/>
                  <a:pt x="9460" y="3457"/>
                </a:cubicBezTo>
                <a:cubicBezTo>
                  <a:pt x="1910" y="6824"/>
                  <a:pt x="0" y="12100"/>
                  <a:pt x="3731" y="19015"/>
                </a:cubicBezTo>
                <a:lnTo>
                  <a:pt x="18377" y="46128"/>
                </a:lnTo>
                <a:cubicBezTo>
                  <a:pt x="22108" y="53133"/>
                  <a:pt x="27839" y="54863"/>
                  <a:pt x="35391" y="51405"/>
                </a:cubicBezTo>
                <a:cubicBezTo>
                  <a:pt x="43033" y="48039"/>
                  <a:pt x="44945" y="42853"/>
                  <a:pt x="41214" y="35847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451" name="pdf-path-885">
            <a:extLst xmlns:a="http://schemas.openxmlformats.org/drawingml/2006/main">
              <a:ext uri="{FF2B5EF4-FFF2-40B4-BE49-F238E27FC236}">
                <a16:creationId xmlns:a16="http://schemas.microsoft.com/office/drawing/2014/main" id="{DD092119-4C96-43F5-A832-312D42D12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4408" y="719467"/>
            <a:ext cx="35574" cy="39213"/>
          </a:xfrm>
          <a:custGeom xmlns:a="http://schemas.openxmlformats.org/drawingml/2006/main">
            <a:pathLst>
              <a:path w="35574" h="39213">
                <a:moveTo>
                  <a:pt x="32389" y="21016"/>
                </a:moveTo>
                <a:lnTo>
                  <a:pt x="27386" y="9552"/>
                </a:lnTo>
                <a:cubicBezTo>
                  <a:pt x="24292" y="2183"/>
                  <a:pt x="18651" y="0"/>
                  <a:pt x="10553" y="2820"/>
                </a:cubicBezTo>
                <a:cubicBezTo>
                  <a:pt x="2456" y="5731"/>
                  <a:pt x="0" y="10826"/>
                  <a:pt x="3185" y="18196"/>
                </a:cubicBezTo>
                <a:lnTo>
                  <a:pt x="8188" y="29660"/>
                </a:lnTo>
                <a:cubicBezTo>
                  <a:pt x="11373" y="37029"/>
                  <a:pt x="17013" y="39213"/>
                  <a:pt x="25021" y="36393"/>
                </a:cubicBezTo>
                <a:cubicBezTo>
                  <a:pt x="33118" y="33481"/>
                  <a:pt x="35574" y="28386"/>
                  <a:pt x="32389" y="21016"/>
                </a:cubicBezTo>
              </a:path>
            </a:pathLst>
          </a:custGeom>
          <a:solidFill xmlns:a="http://schemas.openxmlformats.org/drawingml/2006/main">
            <a:srgbClr val="E59999">
              <a:alpha val="80000"/>
            </a:srgbClr>
          </a:solidFill>
          <a:ln xmlns:a="http://schemas.openxmlformats.org/drawingml/2006/main" w="6551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452" name="pdf-path-887">
            <a:extLst xmlns:a="http://schemas.openxmlformats.org/drawingml/2006/main">
              <a:ext uri="{FF2B5EF4-FFF2-40B4-BE49-F238E27FC236}">
                <a16:creationId xmlns:a16="http://schemas.microsoft.com/office/drawing/2014/main" id="{315A43D5-98DC-44F2-A6E4-A407AF6AD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197" y="253998"/>
            <a:ext cx="3729386" cy="530248"/>
          </a:xfrm>
          <a:custGeom xmlns:a="http://schemas.openxmlformats.org/drawingml/2006/main">
            <a:pathLst>
              <a:path w="3729386" h="530248">
                <a:moveTo>
                  <a:pt x="0" y="17287"/>
                </a:moveTo>
                <a:lnTo>
                  <a:pt x="45948" y="5095"/>
                </a:lnTo>
                <a:lnTo>
                  <a:pt x="91712" y="0"/>
                </a:lnTo>
                <a:lnTo>
                  <a:pt x="137931" y="910"/>
                </a:lnTo>
                <a:lnTo>
                  <a:pt x="184606" y="7370"/>
                </a:lnTo>
                <a:lnTo>
                  <a:pt x="231098" y="20653"/>
                </a:lnTo>
                <a:lnTo>
                  <a:pt x="277406" y="39760"/>
                </a:lnTo>
                <a:lnTo>
                  <a:pt x="323809" y="64416"/>
                </a:lnTo>
                <a:lnTo>
                  <a:pt x="369937" y="95805"/>
                </a:lnTo>
                <a:lnTo>
                  <a:pt x="416155" y="134108"/>
                </a:lnTo>
                <a:lnTo>
                  <a:pt x="462739" y="178508"/>
                </a:lnTo>
                <a:lnTo>
                  <a:pt x="509868" y="228366"/>
                </a:lnTo>
                <a:lnTo>
                  <a:pt x="556907" y="284322"/>
                </a:lnTo>
                <a:lnTo>
                  <a:pt x="603035" y="347646"/>
                </a:lnTo>
                <a:lnTo>
                  <a:pt x="649073" y="417975"/>
                </a:lnTo>
                <a:lnTo>
                  <a:pt x="695291" y="504591"/>
                </a:lnTo>
                <a:lnTo>
                  <a:pt x="720221" y="505773"/>
                </a:lnTo>
                <a:lnTo>
                  <a:pt x="743330" y="505045"/>
                </a:lnTo>
                <a:lnTo>
                  <a:pt x="768987" y="505955"/>
                </a:lnTo>
                <a:lnTo>
                  <a:pt x="797465" y="509413"/>
                </a:lnTo>
                <a:lnTo>
                  <a:pt x="828035" y="517055"/>
                </a:lnTo>
                <a:lnTo>
                  <a:pt x="860152" y="528428"/>
                </a:lnTo>
                <a:lnTo>
                  <a:pt x="896820" y="529338"/>
                </a:lnTo>
                <a:lnTo>
                  <a:pt x="953045" y="470563"/>
                </a:lnTo>
                <a:lnTo>
                  <a:pt x="998538" y="402144"/>
                </a:lnTo>
                <a:lnTo>
                  <a:pt x="1042665" y="339912"/>
                </a:lnTo>
                <a:lnTo>
                  <a:pt x="1090702" y="275223"/>
                </a:lnTo>
                <a:lnTo>
                  <a:pt x="1139198" y="218995"/>
                </a:lnTo>
                <a:lnTo>
                  <a:pt x="1189237" y="170956"/>
                </a:lnTo>
                <a:lnTo>
                  <a:pt x="1239005" y="128649"/>
                </a:lnTo>
                <a:lnTo>
                  <a:pt x="1288681" y="92257"/>
                </a:lnTo>
                <a:lnTo>
                  <a:pt x="1338904" y="62050"/>
                </a:lnTo>
                <a:lnTo>
                  <a:pt x="1389036" y="37849"/>
                </a:lnTo>
                <a:lnTo>
                  <a:pt x="1439167" y="19289"/>
                </a:lnTo>
                <a:lnTo>
                  <a:pt x="1489116" y="6824"/>
                </a:lnTo>
                <a:lnTo>
                  <a:pt x="1539248" y="1182"/>
                </a:lnTo>
                <a:lnTo>
                  <a:pt x="1589470" y="2184"/>
                </a:lnTo>
                <a:lnTo>
                  <a:pt x="1639874" y="9190"/>
                </a:lnTo>
                <a:lnTo>
                  <a:pt x="1690097" y="22655"/>
                </a:lnTo>
                <a:lnTo>
                  <a:pt x="1740229" y="42307"/>
                </a:lnTo>
                <a:lnTo>
                  <a:pt x="1790270" y="67509"/>
                </a:lnTo>
                <a:lnTo>
                  <a:pt x="1840402" y="99263"/>
                </a:lnTo>
                <a:lnTo>
                  <a:pt x="1890898" y="137474"/>
                </a:lnTo>
                <a:lnTo>
                  <a:pt x="1941665" y="181601"/>
                </a:lnTo>
                <a:lnTo>
                  <a:pt x="1992888" y="231278"/>
                </a:lnTo>
                <a:lnTo>
                  <a:pt x="2043838" y="287596"/>
                </a:lnTo>
                <a:lnTo>
                  <a:pt x="2094425" y="351193"/>
                </a:lnTo>
                <a:lnTo>
                  <a:pt x="2145193" y="421887"/>
                </a:lnTo>
                <a:lnTo>
                  <a:pt x="2196053" y="508138"/>
                </a:lnTo>
                <a:lnTo>
                  <a:pt x="2219071" y="505228"/>
                </a:lnTo>
                <a:lnTo>
                  <a:pt x="2239634" y="500769"/>
                </a:lnTo>
                <a:lnTo>
                  <a:pt x="2263107" y="503408"/>
                </a:lnTo>
                <a:lnTo>
                  <a:pt x="2288583" y="506956"/>
                </a:lnTo>
                <a:lnTo>
                  <a:pt x="2316696" y="511050"/>
                </a:lnTo>
                <a:lnTo>
                  <a:pt x="2346448" y="519512"/>
                </a:lnTo>
                <a:lnTo>
                  <a:pt x="2378018" y="530248"/>
                </a:lnTo>
                <a:lnTo>
                  <a:pt x="2415868" y="525972"/>
                </a:lnTo>
                <a:lnTo>
                  <a:pt x="2466455" y="466833"/>
                </a:lnTo>
                <a:lnTo>
                  <a:pt x="2504758" y="401052"/>
                </a:lnTo>
                <a:lnTo>
                  <a:pt x="2542061" y="342095"/>
                </a:lnTo>
                <a:lnTo>
                  <a:pt x="2581637" y="280682"/>
                </a:lnTo>
                <a:lnTo>
                  <a:pt x="2621761" y="227548"/>
                </a:lnTo>
                <a:lnTo>
                  <a:pt x="2663796" y="182693"/>
                </a:lnTo>
                <a:lnTo>
                  <a:pt x="2705467" y="143298"/>
                </a:lnTo>
                <a:lnTo>
                  <a:pt x="2747136" y="109452"/>
                </a:lnTo>
                <a:lnTo>
                  <a:pt x="2789352" y="81975"/>
                </a:lnTo>
                <a:lnTo>
                  <a:pt x="2831386" y="60685"/>
                </a:lnTo>
                <a:lnTo>
                  <a:pt x="2873329" y="45400"/>
                </a:lnTo>
                <a:lnTo>
                  <a:pt x="2915180" y="36484"/>
                </a:lnTo>
                <a:lnTo>
                  <a:pt x="2957033" y="34209"/>
                </a:lnTo>
                <a:lnTo>
                  <a:pt x="2999067" y="38395"/>
                </a:lnTo>
                <a:lnTo>
                  <a:pt x="3041556" y="48403"/>
                </a:lnTo>
                <a:lnTo>
                  <a:pt x="3084408" y="63962"/>
                </a:lnTo>
                <a:lnTo>
                  <a:pt x="3127353" y="85068"/>
                </a:lnTo>
                <a:lnTo>
                  <a:pt x="3169933" y="112637"/>
                </a:lnTo>
                <a:lnTo>
                  <a:pt x="3212150" y="147392"/>
                </a:lnTo>
                <a:lnTo>
                  <a:pt x="3254456" y="188790"/>
                </a:lnTo>
                <a:lnTo>
                  <a:pt x="3296945" y="236010"/>
                </a:lnTo>
                <a:lnTo>
                  <a:pt x="3339525" y="288779"/>
                </a:lnTo>
                <a:lnTo>
                  <a:pt x="3381741" y="348282"/>
                </a:lnTo>
                <a:lnTo>
                  <a:pt x="3423410" y="415245"/>
                </a:lnTo>
                <a:lnTo>
                  <a:pt x="3464445" y="498585"/>
                </a:lnTo>
                <a:lnTo>
                  <a:pt x="3489647" y="506501"/>
                </a:lnTo>
                <a:lnTo>
                  <a:pt x="3512029" y="505683"/>
                </a:lnTo>
                <a:lnTo>
                  <a:pt x="3538232" y="507138"/>
                </a:lnTo>
                <a:lnTo>
                  <a:pt x="3566618" y="515690"/>
                </a:lnTo>
                <a:lnTo>
                  <a:pt x="3597189" y="528792"/>
                </a:lnTo>
                <a:lnTo>
                  <a:pt x="3634855" y="525789"/>
                </a:lnTo>
                <a:lnTo>
                  <a:pt x="3688170" y="466469"/>
                </a:lnTo>
                <a:lnTo>
                  <a:pt x="3729386" y="399233"/>
                </a:lnTo>
              </a:path>
            </a:pathLst>
          </a:custGeom>
          <a:noFill xmlns:a="http://schemas.openxmlformats.org/drawingml/2006/main"/>
          <a:ln xmlns:a="http://schemas.openxmlformats.org/drawingml/2006/main" w="14193">
            <a:solidFill>
              <a:srgbClr val="CB297B">
                <a:alpha val="60000"/>
              </a:srgbClr>
            </a:solidFill>
            <a:prstDash val="solid"/>
          </a:ln>
        </p:spPr>
      </p:sp>
      <p:sp>
        <p:nvSpPr>
          <p:cNvPr id="453" name="pdf-path-888">
            <a:extLst xmlns:a="http://schemas.openxmlformats.org/drawingml/2006/main">
              <a:ext uri="{FF2B5EF4-FFF2-40B4-BE49-F238E27FC236}">
                <a16:creationId xmlns:a16="http://schemas.microsoft.com/office/drawing/2014/main" id="{BDF6B2C3-8E50-4834-B8FF-6A7BABCE8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7811" y="387197"/>
            <a:ext cx="3672978" cy="500678"/>
          </a:xfrm>
          <a:custGeom xmlns:a="http://schemas.openxmlformats.org/drawingml/2006/main">
            <a:pathLst>
              <a:path w="3672978" h="500678">
                <a:moveTo>
                  <a:pt x="0" y="10736"/>
                </a:moveTo>
                <a:lnTo>
                  <a:pt x="51407" y="2820"/>
                </a:lnTo>
                <a:lnTo>
                  <a:pt x="102629" y="0"/>
                </a:lnTo>
                <a:lnTo>
                  <a:pt x="153671" y="3639"/>
                </a:lnTo>
                <a:lnTo>
                  <a:pt x="204711" y="14103"/>
                </a:lnTo>
                <a:lnTo>
                  <a:pt x="255844" y="29569"/>
                </a:lnTo>
                <a:lnTo>
                  <a:pt x="306977" y="51951"/>
                </a:lnTo>
                <a:lnTo>
                  <a:pt x="358654" y="81702"/>
                </a:lnTo>
                <a:lnTo>
                  <a:pt x="410698" y="116185"/>
                </a:lnTo>
                <a:lnTo>
                  <a:pt x="462649" y="155854"/>
                </a:lnTo>
                <a:lnTo>
                  <a:pt x="514690" y="200890"/>
                </a:lnTo>
                <a:lnTo>
                  <a:pt x="566097" y="253660"/>
                </a:lnTo>
                <a:lnTo>
                  <a:pt x="616864" y="314164"/>
                </a:lnTo>
                <a:lnTo>
                  <a:pt x="667906" y="379489"/>
                </a:lnTo>
                <a:lnTo>
                  <a:pt x="718856" y="449091"/>
                </a:lnTo>
                <a:lnTo>
                  <a:pt x="765438" y="499131"/>
                </a:lnTo>
                <a:lnTo>
                  <a:pt x="769443" y="487304"/>
                </a:lnTo>
                <a:lnTo>
                  <a:pt x="781090" y="492399"/>
                </a:lnTo>
                <a:lnTo>
                  <a:pt x="786456" y="492853"/>
                </a:lnTo>
                <a:lnTo>
                  <a:pt x="791641" y="491853"/>
                </a:lnTo>
                <a:lnTo>
                  <a:pt x="800013" y="491853"/>
                </a:lnTo>
                <a:lnTo>
                  <a:pt x="811386" y="490943"/>
                </a:lnTo>
                <a:lnTo>
                  <a:pt x="839045" y="485758"/>
                </a:lnTo>
                <a:lnTo>
                  <a:pt x="873072" y="459372"/>
                </a:lnTo>
                <a:lnTo>
                  <a:pt x="935031" y="376304"/>
                </a:lnTo>
                <a:lnTo>
                  <a:pt x="994807" y="300334"/>
                </a:lnTo>
                <a:lnTo>
                  <a:pt x="1051581" y="247474"/>
                </a:lnTo>
                <a:lnTo>
                  <a:pt x="1109810" y="196796"/>
                </a:lnTo>
                <a:lnTo>
                  <a:pt x="1164400" y="149849"/>
                </a:lnTo>
                <a:lnTo>
                  <a:pt x="1218990" y="109452"/>
                </a:lnTo>
                <a:lnTo>
                  <a:pt x="1275034" y="75334"/>
                </a:lnTo>
                <a:lnTo>
                  <a:pt x="1330625" y="47675"/>
                </a:lnTo>
                <a:lnTo>
                  <a:pt x="1386397" y="26476"/>
                </a:lnTo>
                <a:lnTo>
                  <a:pt x="1441806" y="13193"/>
                </a:lnTo>
                <a:lnTo>
                  <a:pt x="1497306" y="6551"/>
                </a:lnTo>
                <a:lnTo>
                  <a:pt x="1553169" y="4367"/>
                </a:lnTo>
                <a:lnTo>
                  <a:pt x="1609123" y="7733"/>
                </a:lnTo>
                <a:lnTo>
                  <a:pt x="1664806" y="18015"/>
                </a:lnTo>
                <a:lnTo>
                  <a:pt x="1720850" y="33118"/>
                </a:lnTo>
                <a:lnTo>
                  <a:pt x="1777078" y="54590"/>
                </a:lnTo>
                <a:lnTo>
                  <a:pt x="1833577" y="83886"/>
                </a:lnTo>
                <a:lnTo>
                  <a:pt x="1890260" y="118641"/>
                </a:lnTo>
                <a:lnTo>
                  <a:pt x="1946761" y="158492"/>
                </a:lnTo>
                <a:lnTo>
                  <a:pt x="2003260" y="204075"/>
                </a:lnTo>
                <a:lnTo>
                  <a:pt x="2059578" y="257390"/>
                </a:lnTo>
                <a:lnTo>
                  <a:pt x="2115534" y="316711"/>
                </a:lnTo>
                <a:lnTo>
                  <a:pt x="2171123" y="380672"/>
                </a:lnTo>
                <a:lnTo>
                  <a:pt x="2226169" y="449637"/>
                </a:lnTo>
                <a:lnTo>
                  <a:pt x="2276209" y="500678"/>
                </a:lnTo>
                <a:lnTo>
                  <a:pt x="2277210" y="485848"/>
                </a:lnTo>
                <a:lnTo>
                  <a:pt x="2286216" y="487667"/>
                </a:lnTo>
                <a:lnTo>
                  <a:pt x="2292950" y="491580"/>
                </a:lnTo>
                <a:lnTo>
                  <a:pt x="2298137" y="492490"/>
                </a:lnTo>
                <a:lnTo>
                  <a:pt x="2304595" y="491853"/>
                </a:lnTo>
                <a:lnTo>
                  <a:pt x="2313785" y="491944"/>
                </a:lnTo>
                <a:lnTo>
                  <a:pt x="2324884" y="489397"/>
                </a:lnTo>
                <a:lnTo>
                  <a:pt x="2360277" y="484666"/>
                </a:lnTo>
                <a:lnTo>
                  <a:pt x="2398034" y="456552"/>
                </a:lnTo>
                <a:lnTo>
                  <a:pt x="2448166" y="377305"/>
                </a:lnTo>
                <a:lnTo>
                  <a:pt x="2496477" y="304883"/>
                </a:lnTo>
                <a:lnTo>
                  <a:pt x="2543062" y="253751"/>
                </a:lnTo>
                <a:lnTo>
                  <a:pt x="2591191" y="205167"/>
                </a:lnTo>
                <a:lnTo>
                  <a:pt x="2636501" y="160584"/>
                </a:lnTo>
                <a:lnTo>
                  <a:pt x="2682175" y="123282"/>
                </a:lnTo>
                <a:lnTo>
                  <a:pt x="2729485" y="92620"/>
                </a:lnTo>
                <a:lnTo>
                  <a:pt x="2776706" y="67782"/>
                </a:lnTo>
                <a:lnTo>
                  <a:pt x="2824015" y="49221"/>
                </a:lnTo>
                <a:lnTo>
                  <a:pt x="2871055" y="37758"/>
                </a:lnTo>
                <a:lnTo>
                  <a:pt x="2917821" y="32481"/>
                </a:lnTo>
                <a:lnTo>
                  <a:pt x="2964857" y="32845"/>
                </a:lnTo>
                <a:lnTo>
                  <a:pt x="3012352" y="38668"/>
                </a:lnTo>
                <a:lnTo>
                  <a:pt x="3059389" y="50950"/>
                </a:lnTo>
                <a:lnTo>
                  <a:pt x="3106246" y="71149"/>
                </a:lnTo>
                <a:lnTo>
                  <a:pt x="3152828" y="98625"/>
                </a:lnTo>
                <a:lnTo>
                  <a:pt x="3199685" y="131652"/>
                </a:lnTo>
                <a:lnTo>
                  <a:pt x="3247450" y="168227"/>
                </a:lnTo>
                <a:lnTo>
                  <a:pt x="3295308" y="209624"/>
                </a:lnTo>
                <a:lnTo>
                  <a:pt x="3342801" y="258391"/>
                </a:lnTo>
                <a:lnTo>
                  <a:pt x="3389383" y="316257"/>
                </a:lnTo>
                <a:lnTo>
                  <a:pt x="3435422" y="380217"/>
                </a:lnTo>
                <a:lnTo>
                  <a:pt x="3481914" y="447999"/>
                </a:lnTo>
                <a:lnTo>
                  <a:pt x="3525948" y="495311"/>
                </a:lnTo>
                <a:lnTo>
                  <a:pt x="3530225" y="489397"/>
                </a:lnTo>
                <a:lnTo>
                  <a:pt x="3536685" y="492672"/>
                </a:lnTo>
                <a:lnTo>
                  <a:pt x="3536775" y="491216"/>
                </a:lnTo>
                <a:lnTo>
                  <a:pt x="3539505" y="490852"/>
                </a:lnTo>
                <a:lnTo>
                  <a:pt x="3547967" y="490671"/>
                </a:lnTo>
                <a:lnTo>
                  <a:pt x="3582177" y="486121"/>
                </a:lnTo>
                <a:lnTo>
                  <a:pt x="3618479" y="458735"/>
                </a:lnTo>
                <a:lnTo>
                  <a:pt x="3672978" y="376760"/>
                </a:lnTo>
              </a:path>
            </a:pathLst>
          </a:custGeom>
          <a:noFill xmlns:a="http://schemas.openxmlformats.org/drawingml/2006/main"/>
          <a:ln xmlns:a="http://schemas.openxmlformats.org/drawingml/2006/main" w="14193">
            <a:solidFill>
              <a:srgbClr val="CB297B">
                <a:alpha val="60000"/>
              </a:srgbClr>
            </a:solidFill>
            <a:prstDash val="solid"/>
          </a:ln>
        </p:spPr>
      </p:sp>
      <p:sp>
        <p:nvSpPr>
          <p:cNvPr id="454" name="pdf-path-889">
            <a:extLst xmlns:a="http://schemas.openxmlformats.org/drawingml/2006/main">
              <a:ext uri="{FF2B5EF4-FFF2-40B4-BE49-F238E27FC236}">
                <a16:creationId xmlns:a16="http://schemas.microsoft.com/office/drawing/2014/main" id="{1E550B2F-42B8-400F-8E42-F738F965E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0886" y="255090"/>
            <a:ext cx="3691808" cy="645887"/>
          </a:xfrm>
          <a:custGeom xmlns:a="http://schemas.openxmlformats.org/drawingml/2006/main">
            <a:pathLst>
              <a:path w="3691808" h="645887">
                <a:moveTo>
                  <a:pt x="0" y="45036"/>
                </a:moveTo>
                <a:lnTo>
                  <a:pt x="47129" y="26294"/>
                </a:lnTo>
                <a:lnTo>
                  <a:pt x="96259" y="11737"/>
                </a:lnTo>
                <a:lnTo>
                  <a:pt x="144753" y="2820"/>
                </a:lnTo>
                <a:lnTo>
                  <a:pt x="191608" y="1456"/>
                </a:lnTo>
                <a:lnTo>
                  <a:pt x="238648" y="5004"/>
                </a:lnTo>
                <a:lnTo>
                  <a:pt x="285685" y="12919"/>
                </a:lnTo>
                <a:lnTo>
                  <a:pt x="331269" y="29478"/>
                </a:lnTo>
                <a:lnTo>
                  <a:pt x="376121" y="51224"/>
                </a:lnTo>
                <a:lnTo>
                  <a:pt x="420248" y="76881"/>
                </a:lnTo>
                <a:lnTo>
                  <a:pt x="463920" y="111818"/>
                </a:lnTo>
                <a:lnTo>
                  <a:pt x="507501" y="153670"/>
                </a:lnTo>
                <a:lnTo>
                  <a:pt x="550808" y="198342"/>
                </a:lnTo>
                <a:lnTo>
                  <a:pt x="594025" y="246654"/>
                </a:lnTo>
                <a:lnTo>
                  <a:pt x="637789" y="302427"/>
                </a:lnTo>
                <a:lnTo>
                  <a:pt x="680460" y="367935"/>
                </a:lnTo>
                <a:lnTo>
                  <a:pt x="729409" y="386950"/>
                </a:lnTo>
                <a:lnTo>
                  <a:pt x="774718" y="425162"/>
                </a:lnTo>
                <a:lnTo>
                  <a:pt x="812841" y="463921"/>
                </a:lnTo>
                <a:lnTo>
                  <a:pt x="847049" y="502225"/>
                </a:lnTo>
                <a:lnTo>
                  <a:pt x="874980" y="547171"/>
                </a:lnTo>
                <a:lnTo>
                  <a:pt x="891631" y="604672"/>
                </a:lnTo>
                <a:lnTo>
                  <a:pt x="870978" y="645887"/>
                </a:lnTo>
                <a:lnTo>
                  <a:pt x="890994" y="571372"/>
                </a:lnTo>
                <a:lnTo>
                  <a:pt x="955046" y="493309"/>
                </a:lnTo>
                <a:lnTo>
                  <a:pt x="1026923" y="411879"/>
                </a:lnTo>
                <a:lnTo>
                  <a:pt x="1076871" y="348282"/>
                </a:lnTo>
                <a:lnTo>
                  <a:pt x="1123728" y="291144"/>
                </a:lnTo>
                <a:lnTo>
                  <a:pt x="1177226" y="235009"/>
                </a:lnTo>
                <a:lnTo>
                  <a:pt x="1232635" y="183421"/>
                </a:lnTo>
                <a:lnTo>
                  <a:pt x="1284858" y="139386"/>
                </a:lnTo>
                <a:lnTo>
                  <a:pt x="1335536" y="102629"/>
                </a:lnTo>
                <a:lnTo>
                  <a:pt x="1385758" y="72331"/>
                </a:lnTo>
                <a:lnTo>
                  <a:pt x="1437802" y="46038"/>
                </a:lnTo>
                <a:lnTo>
                  <a:pt x="1490117" y="25294"/>
                </a:lnTo>
                <a:lnTo>
                  <a:pt x="1541704" y="11464"/>
                </a:lnTo>
                <a:lnTo>
                  <a:pt x="1593382" y="3185"/>
                </a:lnTo>
                <a:lnTo>
                  <a:pt x="1644969" y="0"/>
                </a:lnTo>
                <a:lnTo>
                  <a:pt x="1696191" y="1728"/>
                </a:lnTo>
                <a:lnTo>
                  <a:pt x="1746687" y="8006"/>
                </a:lnTo>
                <a:lnTo>
                  <a:pt x="1795453" y="20744"/>
                </a:lnTo>
                <a:lnTo>
                  <a:pt x="1842946" y="39578"/>
                </a:lnTo>
                <a:lnTo>
                  <a:pt x="1889531" y="65598"/>
                </a:lnTo>
                <a:lnTo>
                  <a:pt x="1936113" y="101082"/>
                </a:lnTo>
                <a:lnTo>
                  <a:pt x="1982787" y="143025"/>
                </a:lnTo>
                <a:lnTo>
                  <a:pt x="2029371" y="189335"/>
                </a:lnTo>
                <a:lnTo>
                  <a:pt x="2075954" y="239103"/>
                </a:lnTo>
                <a:lnTo>
                  <a:pt x="2121992" y="294056"/>
                </a:lnTo>
                <a:lnTo>
                  <a:pt x="2167301" y="360019"/>
                </a:lnTo>
                <a:lnTo>
                  <a:pt x="2215340" y="372848"/>
                </a:lnTo>
                <a:lnTo>
                  <a:pt x="2261558" y="403053"/>
                </a:lnTo>
                <a:lnTo>
                  <a:pt x="2300226" y="438173"/>
                </a:lnTo>
                <a:lnTo>
                  <a:pt x="2335255" y="474657"/>
                </a:lnTo>
                <a:lnTo>
                  <a:pt x="2366371" y="513416"/>
                </a:lnTo>
                <a:lnTo>
                  <a:pt x="2391027" y="559453"/>
                </a:lnTo>
                <a:lnTo>
                  <a:pt x="2403582" y="617045"/>
                </a:lnTo>
                <a:lnTo>
                  <a:pt x="2391027" y="637971"/>
                </a:lnTo>
                <a:lnTo>
                  <a:pt x="2407222" y="563275"/>
                </a:lnTo>
                <a:lnTo>
                  <a:pt x="2467635" y="486940"/>
                </a:lnTo>
                <a:lnTo>
                  <a:pt x="2531141" y="408149"/>
                </a:lnTo>
                <a:lnTo>
                  <a:pt x="2578725" y="344825"/>
                </a:lnTo>
                <a:lnTo>
                  <a:pt x="2621850" y="290508"/>
                </a:lnTo>
                <a:lnTo>
                  <a:pt x="2667252" y="237283"/>
                </a:lnTo>
                <a:lnTo>
                  <a:pt x="2714562" y="188152"/>
                </a:lnTo>
                <a:lnTo>
                  <a:pt x="2757871" y="146937"/>
                </a:lnTo>
                <a:lnTo>
                  <a:pt x="2799267" y="113456"/>
                </a:lnTo>
                <a:lnTo>
                  <a:pt x="2841029" y="86888"/>
                </a:lnTo>
                <a:lnTo>
                  <a:pt x="2883516" y="65963"/>
                </a:lnTo>
                <a:lnTo>
                  <a:pt x="2927190" y="49404"/>
                </a:lnTo>
                <a:lnTo>
                  <a:pt x="2970679" y="37940"/>
                </a:lnTo>
                <a:lnTo>
                  <a:pt x="3013532" y="33209"/>
                </a:lnTo>
                <a:lnTo>
                  <a:pt x="3055474" y="34937"/>
                </a:lnTo>
                <a:lnTo>
                  <a:pt x="3096509" y="42853"/>
                </a:lnTo>
                <a:lnTo>
                  <a:pt x="3137542" y="57501"/>
                </a:lnTo>
                <a:lnTo>
                  <a:pt x="3178575" y="77427"/>
                </a:lnTo>
                <a:lnTo>
                  <a:pt x="3219152" y="102902"/>
                </a:lnTo>
                <a:lnTo>
                  <a:pt x="3259367" y="134837"/>
                </a:lnTo>
                <a:lnTo>
                  <a:pt x="3299582" y="172959"/>
                </a:lnTo>
                <a:lnTo>
                  <a:pt x="3340069" y="214720"/>
                </a:lnTo>
                <a:lnTo>
                  <a:pt x="3380738" y="258937"/>
                </a:lnTo>
                <a:lnTo>
                  <a:pt x="3421044" y="309796"/>
                </a:lnTo>
                <a:lnTo>
                  <a:pt x="3459530" y="371028"/>
                </a:lnTo>
                <a:lnTo>
                  <a:pt x="3507932" y="399960"/>
                </a:lnTo>
                <a:lnTo>
                  <a:pt x="3551968" y="448545"/>
                </a:lnTo>
                <a:lnTo>
                  <a:pt x="3585997" y="495765"/>
                </a:lnTo>
                <a:lnTo>
                  <a:pt x="3612744" y="546534"/>
                </a:lnTo>
                <a:lnTo>
                  <a:pt x="3626027" y="609039"/>
                </a:lnTo>
                <a:lnTo>
                  <a:pt x="3613564" y="635424"/>
                </a:lnTo>
                <a:lnTo>
                  <a:pt x="3630759" y="561728"/>
                </a:lnTo>
                <a:lnTo>
                  <a:pt x="3691808" y="484392"/>
                </a:lnTo>
              </a:path>
            </a:pathLst>
          </a:custGeom>
          <a:noFill xmlns:a="http://schemas.openxmlformats.org/drawingml/2006/main"/>
          <a:ln xmlns:a="http://schemas.openxmlformats.org/drawingml/2006/main" w="14193">
            <a:solidFill>
              <a:srgbClr val="CB297B">
                <a:alpha val="60000"/>
              </a:srgbClr>
            </a:solidFill>
            <a:prstDash val="solid"/>
          </a:ln>
        </p:spPr>
      </p:sp>
      <p:sp>
        <p:nvSpPr>
          <p:cNvPr id="455" name="pdf-text-1-0">
            <a:extLst xmlns:a="http://schemas.openxmlformats.org/drawingml/2006/main">
              <a:ext uri="{FF2B5EF4-FFF2-40B4-BE49-F238E27FC236}">
                <a16:creationId xmlns:a16="http://schemas.microsoft.com/office/drawing/2014/main" id="{DD84B317-2DC4-4EC3-81B4-CC05554A0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0654" y="3106804"/>
            <a:ext cx="2173739" cy="2369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6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6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6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Latent space of PSD</a:t>
            </a:r>
          </a:p>
        </p:txBody>
      </p:sp>
      <p:sp>
        <p:nvSpPr>
          <p:cNvPr id="456" name="pdf-path-891">
            <a:extLst xmlns:a="http://schemas.openxmlformats.org/drawingml/2006/main">
              <a:ext uri="{FF2B5EF4-FFF2-40B4-BE49-F238E27FC236}">
                <a16:creationId xmlns:a16="http://schemas.microsoft.com/office/drawing/2014/main" id="{8CC5733D-26AE-4F78-B9AD-858A208A8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528" y="1081669"/>
            <a:ext cx="1363649" cy="1340723"/>
          </a:xfrm>
          <a:custGeom xmlns:a="http://schemas.openxmlformats.org/drawingml/2006/main">
            <a:pathLst>
              <a:path w="1363649" h="1340723">
                <a:moveTo>
                  <a:pt x="0" y="670361"/>
                </a:moveTo>
                <a:cubicBezTo>
                  <a:pt x="0" y="300153"/>
                  <a:pt x="305245" y="0"/>
                  <a:pt x="681823" y="0"/>
                </a:cubicBezTo>
                <a:cubicBezTo>
                  <a:pt x="1058402" y="0"/>
                  <a:pt x="1363649" y="300153"/>
                  <a:pt x="1363649" y="670361"/>
                </a:cubicBezTo>
                <a:cubicBezTo>
                  <a:pt x="1363649" y="1040570"/>
                  <a:pt x="1058402" y="1340723"/>
                  <a:pt x="681823" y="1340723"/>
                </a:cubicBezTo>
                <a:cubicBezTo>
                  <a:pt x="305245" y="1340723"/>
                  <a:pt x="0" y="1040570"/>
                  <a:pt x="0" y="670361"/>
                </a:cubicBezTo>
              </a:path>
            </a:pathLst>
          </a:custGeom>
          <a:noFill xmlns:a="http://schemas.openxmlformats.org/drawingml/2006/main"/>
          <a:ln xmlns:a="http://schemas.openxmlformats.org/drawingml/2006/main" w="41488">
            <a:solidFill>
              <a:srgbClr val="66509B">
                <a:alpha val="60000"/>
              </a:srgbClr>
            </a:solidFill>
            <a:prstDash val="solid"/>
          </a:ln>
        </p:spPr>
      </p:sp>
      <p:sp>
        <p:nvSpPr>
          <p:cNvPr id="457" name="pdf-path-892">
            <a:extLst xmlns:a="http://schemas.openxmlformats.org/drawingml/2006/main">
              <a:ext uri="{FF2B5EF4-FFF2-40B4-BE49-F238E27FC236}">
                <a16:creationId xmlns:a16="http://schemas.microsoft.com/office/drawing/2014/main" id="{B1558FA3-3A40-4AAC-AD28-2536CAC0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361" y="1422308"/>
            <a:ext cx="653983" cy="659443"/>
          </a:xfrm>
          <a:custGeom xmlns:a="http://schemas.openxmlformats.org/drawingml/2006/main">
            <a:pathLst>
              <a:path w="653983" h="659443">
                <a:moveTo>
                  <a:pt x="0" y="329722"/>
                </a:moveTo>
                <a:cubicBezTo>
                  <a:pt x="0" y="147665"/>
                  <a:pt x="146391" y="0"/>
                  <a:pt x="326991" y="0"/>
                </a:cubicBezTo>
                <a:cubicBezTo>
                  <a:pt x="507592" y="0"/>
                  <a:pt x="653983" y="147665"/>
                  <a:pt x="653983" y="329722"/>
                </a:cubicBezTo>
                <a:cubicBezTo>
                  <a:pt x="653983" y="511778"/>
                  <a:pt x="507592" y="659443"/>
                  <a:pt x="326991" y="659443"/>
                </a:cubicBezTo>
                <a:cubicBezTo>
                  <a:pt x="146391" y="659443"/>
                  <a:pt x="0" y="511778"/>
                  <a:pt x="0" y="329722"/>
                </a:cubicBezTo>
              </a:path>
            </a:pathLst>
          </a:custGeom>
          <a:noFill xmlns:a="http://schemas.openxmlformats.org/drawingml/2006/main"/>
          <a:ln xmlns:a="http://schemas.openxmlformats.org/drawingml/2006/main" w="41488">
            <a:solidFill>
              <a:srgbClr val="7C9CD6">
                <a:alpha val="60000"/>
              </a:srgbClr>
            </a:solidFill>
            <a:prstDash val="solid"/>
          </a:ln>
        </p:spPr>
      </p:sp>
      <p:sp>
        <p:nvSpPr>
          <p:cNvPr id="458" name="pdf-path-893">
            <a:extLst xmlns:a="http://schemas.openxmlformats.org/drawingml/2006/main">
              <a:ext uri="{FF2B5EF4-FFF2-40B4-BE49-F238E27FC236}">
                <a16:creationId xmlns:a16="http://schemas.microsoft.com/office/drawing/2014/main" id="{43F9E7FA-24C9-407B-B2D9-996EB0518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2218" y="1028171"/>
            <a:ext cx="110271" cy="109179"/>
          </a:xfrm>
          <a:custGeom xmlns:a="http://schemas.openxmlformats.org/drawingml/2006/main">
            <a:pathLst>
              <a:path w="110271" h="109179">
                <a:moveTo>
                  <a:pt x="0" y="54590"/>
                </a:moveTo>
                <a:cubicBezTo>
                  <a:pt x="0" y="24475"/>
                  <a:pt x="24656" y="0"/>
                  <a:pt x="55134" y="0"/>
                </a:cubicBezTo>
                <a:cubicBezTo>
                  <a:pt x="85613" y="0"/>
                  <a:pt x="110271" y="24475"/>
                  <a:pt x="110271" y="54590"/>
                </a:cubicBezTo>
                <a:cubicBezTo>
                  <a:pt x="110271" y="84706"/>
                  <a:pt x="85613" y="109179"/>
                  <a:pt x="55134" y="109179"/>
                </a:cubicBezTo>
                <a:cubicBezTo>
                  <a:pt x="24656" y="109179"/>
                  <a:pt x="0" y="84706"/>
                  <a:pt x="0" y="54590"/>
                </a:cubicBezTo>
              </a:path>
            </a:pathLst>
          </a:custGeom>
          <a:solidFill xmlns:a="http://schemas.openxmlformats.org/drawingml/2006/main">
            <a:srgbClr val="816D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9" name="pdf-path-894">
            <a:extLst xmlns:a="http://schemas.openxmlformats.org/drawingml/2006/main">
              <a:ext uri="{FF2B5EF4-FFF2-40B4-BE49-F238E27FC236}">
                <a16:creationId xmlns:a16="http://schemas.microsoft.com/office/drawing/2014/main" id="{9E239FF0-9109-4AE9-856D-D9232EA74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3310" y="2365618"/>
            <a:ext cx="110269" cy="109179"/>
          </a:xfrm>
          <a:custGeom xmlns:a="http://schemas.openxmlformats.org/drawingml/2006/main">
            <a:pathLst>
              <a:path w="110269" h="109179">
                <a:moveTo>
                  <a:pt x="0" y="54590"/>
                </a:moveTo>
                <a:cubicBezTo>
                  <a:pt x="0" y="24474"/>
                  <a:pt x="24654" y="0"/>
                  <a:pt x="55134" y="0"/>
                </a:cubicBezTo>
                <a:cubicBezTo>
                  <a:pt x="85613" y="0"/>
                  <a:pt x="110269" y="24474"/>
                  <a:pt x="110269" y="54590"/>
                </a:cubicBezTo>
                <a:cubicBezTo>
                  <a:pt x="110269" y="84705"/>
                  <a:pt x="85613" y="109179"/>
                  <a:pt x="55134" y="109179"/>
                </a:cubicBezTo>
                <a:cubicBezTo>
                  <a:pt x="24654" y="109179"/>
                  <a:pt x="0" y="84705"/>
                  <a:pt x="0" y="54590"/>
                </a:cubicBezTo>
              </a:path>
            </a:pathLst>
          </a:custGeom>
          <a:solidFill xmlns:a="http://schemas.openxmlformats.org/drawingml/2006/main">
            <a:srgbClr val="816D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0" name="pdf-path-895">
            <a:extLst xmlns:a="http://schemas.openxmlformats.org/drawingml/2006/main">
              <a:ext uri="{FF2B5EF4-FFF2-40B4-BE49-F238E27FC236}">
                <a16:creationId xmlns:a16="http://schemas.microsoft.com/office/drawing/2014/main" id="{38BE866C-F25F-4360-BB75-915F3005C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0911" y="1236703"/>
            <a:ext cx="110271" cy="109179"/>
          </a:xfrm>
          <a:custGeom xmlns:a="http://schemas.openxmlformats.org/drawingml/2006/main">
            <a:pathLst>
              <a:path w="110271" h="109179">
                <a:moveTo>
                  <a:pt x="0" y="54590"/>
                </a:moveTo>
                <a:cubicBezTo>
                  <a:pt x="0" y="24475"/>
                  <a:pt x="24656" y="0"/>
                  <a:pt x="55134" y="0"/>
                </a:cubicBezTo>
                <a:cubicBezTo>
                  <a:pt x="85613" y="0"/>
                  <a:pt x="110271" y="24475"/>
                  <a:pt x="110271" y="54590"/>
                </a:cubicBezTo>
                <a:cubicBezTo>
                  <a:pt x="110271" y="84705"/>
                  <a:pt x="85613" y="109179"/>
                  <a:pt x="55134" y="109179"/>
                </a:cubicBezTo>
                <a:cubicBezTo>
                  <a:pt x="24656" y="109179"/>
                  <a:pt x="0" y="84705"/>
                  <a:pt x="0" y="54590"/>
                </a:cubicBezTo>
              </a:path>
            </a:pathLst>
          </a:custGeom>
          <a:solidFill xmlns:a="http://schemas.openxmlformats.org/drawingml/2006/main">
            <a:srgbClr val="816D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1" name="pdf-path-896">
            <a:extLst xmlns:a="http://schemas.openxmlformats.org/drawingml/2006/main">
              <a:ext uri="{FF2B5EF4-FFF2-40B4-BE49-F238E27FC236}">
                <a16:creationId xmlns:a16="http://schemas.microsoft.com/office/drawing/2014/main" id="{02FC02CD-6527-47BE-9D5B-848476B48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2218" y="1365535"/>
            <a:ext cx="111361" cy="110271"/>
          </a:xfrm>
          <a:custGeom xmlns:a="http://schemas.openxmlformats.org/drawingml/2006/main">
            <a:pathLst>
              <a:path w="111361" h="110271">
                <a:moveTo>
                  <a:pt x="0" y="55136"/>
                </a:moveTo>
                <a:cubicBezTo>
                  <a:pt x="0" y="24656"/>
                  <a:pt x="24928" y="0"/>
                  <a:pt x="55681" y="0"/>
                </a:cubicBezTo>
                <a:cubicBezTo>
                  <a:pt x="86433" y="0"/>
                  <a:pt x="111361" y="24656"/>
                  <a:pt x="111361" y="55136"/>
                </a:cubicBezTo>
                <a:cubicBezTo>
                  <a:pt x="111361" y="85615"/>
                  <a:pt x="86433" y="110271"/>
                  <a:pt x="55681" y="110271"/>
                </a:cubicBezTo>
                <a:cubicBezTo>
                  <a:pt x="24928" y="110271"/>
                  <a:pt x="0" y="85615"/>
                  <a:pt x="0" y="55136"/>
                </a:cubicBezTo>
              </a:path>
            </a:pathLst>
          </a:custGeom>
          <a:solidFill xmlns:a="http://schemas.openxmlformats.org/drawingml/2006/main">
            <a:srgbClr val="93AD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2" name="pdf-path-897">
            <a:extLst xmlns:a="http://schemas.openxmlformats.org/drawingml/2006/main">
              <a:ext uri="{FF2B5EF4-FFF2-40B4-BE49-F238E27FC236}">
                <a16:creationId xmlns:a16="http://schemas.microsoft.com/office/drawing/2014/main" id="{F99C3ED1-893C-4376-95C8-2278FC746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588" y="1696348"/>
            <a:ext cx="110271" cy="109179"/>
          </a:xfrm>
          <a:custGeom xmlns:a="http://schemas.openxmlformats.org/drawingml/2006/main">
            <a:pathLst>
              <a:path w="110271" h="109179">
                <a:moveTo>
                  <a:pt x="0" y="54590"/>
                </a:moveTo>
                <a:cubicBezTo>
                  <a:pt x="0" y="24475"/>
                  <a:pt x="24656" y="0"/>
                  <a:pt x="55134" y="0"/>
                </a:cubicBezTo>
                <a:cubicBezTo>
                  <a:pt x="85613" y="0"/>
                  <a:pt x="110271" y="24475"/>
                  <a:pt x="110271" y="54590"/>
                </a:cubicBezTo>
                <a:cubicBezTo>
                  <a:pt x="110271" y="84705"/>
                  <a:pt x="85613" y="109179"/>
                  <a:pt x="55134" y="109179"/>
                </a:cubicBezTo>
                <a:cubicBezTo>
                  <a:pt x="24656" y="109179"/>
                  <a:pt x="0" y="84705"/>
                  <a:pt x="0" y="54590"/>
                </a:cubicBezTo>
              </a:path>
            </a:pathLst>
          </a:custGeom>
          <a:solidFill xmlns:a="http://schemas.openxmlformats.org/drawingml/2006/main">
            <a:srgbClr val="93AD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3" name="pdf-path-898">
            <a:extLst xmlns:a="http://schemas.openxmlformats.org/drawingml/2006/main">
              <a:ext uri="{FF2B5EF4-FFF2-40B4-BE49-F238E27FC236}">
                <a16:creationId xmlns:a16="http://schemas.microsoft.com/office/drawing/2014/main" id="{6832B936-A666-49BE-856D-170E490E9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2218" y="2030437"/>
            <a:ext cx="111361" cy="109179"/>
          </a:xfrm>
          <a:custGeom xmlns:a="http://schemas.openxmlformats.org/drawingml/2006/main">
            <a:pathLst>
              <a:path w="111361" h="109179">
                <a:moveTo>
                  <a:pt x="0" y="54590"/>
                </a:moveTo>
                <a:cubicBezTo>
                  <a:pt x="0" y="24475"/>
                  <a:pt x="24928" y="0"/>
                  <a:pt x="55681" y="0"/>
                </a:cubicBezTo>
                <a:cubicBezTo>
                  <a:pt x="86433" y="0"/>
                  <a:pt x="111361" y="24475"/>
                  <a:pt x="111361" y="54590"/>
                </a:cubicBezTo>
                <a:cubicBezTo>
                  <a:pt x="111361" y="84705"/>
                  <a:pt x="86433" y="109179"/>
                  <a:pt x="55681" y="109179"/>
                </a:cubicBezTo>
                <a:cubicBezTo>
                  <a:pt x="24928" y="109179"/>
                  <a:pt x="0" y="84705"/>
                  <a:pt x="0" y="54590"/>
                </a:cubicBezTo>
              </a:path>
            </a:pathLst>
          </a:custGeom>
          <a:solidFill xmlns:a="http://schemas.openxmlformats.org/drawingml/2006/main">
            <a:srgbClr val="93AD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4" name="pdf-path-899">
            <a:extLst xmlns:a="http://schemas.openxmlformats.org/drawingml/2006/main">
              <a:ext uri="{FF2B5EF4-FFF2-40B4-BE49-F238E27FC236}">
                <a16:creationId xmlns:a16="http://schemas.microsoft.com/office/drawing/2014/main" id="{2441B489-C7CE-4DC1-826B-618F12D4C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9756" y="1696348"/>
            <a:ext cx="110269" cy="109179"/>
          </a:xfrm>
          <a:custGeom xmlns:a="http://schemas.openxmlformats.org/drawingml/2006/main">
            <a:pathLst>
              <a:path w="110269" h="109179">
                <a:moveTo>
                  <a:pt x="0" y="54590"/>
                </a:moveTo>
                <a:cubicBezTo>
                  <a:pt x="0" y="24475"/>
                  <a:pt x="24654" y="0"/>
                  <a:pt x="55134" y="0"/>
                </a:cubicBezTo>
                <a:cubicBezTo>
                  <a:pt x="85613" y="0"/>
                  <a:pt x="110269" y="24475"/>
                  <a:pt x="110269" y="54590"/>
                </a:cubicBezTo>
                <a:cubicBezTo>
                  <a:pt x="110269" y="84705"/>
                  <a:pt x="85613" y="109179"/>
                  <a:pt x="55134" y="109179"/>
                </a:cubicBezTo>
                <a:cubicBezTo>
                  <a:pt x="24654" y="109179"/>
                  <a:pt x="0" y="84705"/>
                  <a:pt x="0" y="54590"/>
                </a:cubicBezTo>
              </a:path>
            </a:pathLst>
          </a:custGeom>
          <a:solidFill xmlns:a="http://schemas.openxmlformats.org/drawingml/2006/main">
            <a:srgbClr val="93AD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5" name="pdf-path-900">
            <a:extLst xmlns:a="http://schemas.openxmlformats.org/drawingml/2006/main">
              <a:ext uri="{FF2B5EF4-FFF2-40B4-BE49-F238E27FC236}">
                <a16:creationId xmlns:a16="http://schemas.microsoft.com/office/drawing/2014/main" id="{68988FED-8AAB-44CB-BC74-3898F529A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6771" y="1696348"/>
            <a:ext cx="110271" cy="109179"/>
          </a:xfrm>
          <a:custGeom xmlns:a="http://schemas.openxmlformats.org/drawingml/2006/main">
            <a:pathLst>
              <a:path w="110271" h="109179">
                <a:moveTo>
                  <a:pt x="0" y="54590"/>
                </a:moveTo>
                <a:cubicBezTo>
                  <a:pt x="0" y="24475"/>
                  <a:pt x="24656" y="0"/>
                  <a:pt x="55136" y="0"/>
                </a:cubicBezTo>
                <a:cubicBezTo>
                  <a:pt x="85615" y="0"/>
                  <a:pt x="110271" y="24475"/>
                  <a:pt x="110271" y="54590"/>
                </a:cubicBezTo>
                <a:cubicBezTo>
                  <a:pt x="110271" y="84705"/>
                  <a:pt x="85615" y="109179"/>
                  <a:pt x="55136" y="109179"/>
                </a:cubicBezTo>
                <a:cubicBezTo>
                  <a:pt x="24656" y="109179"/>
                  <a:pt x="0" y="84705"/>
                  <a:pt x="0" y="54590"/>
                </a:cubicBezTo>
              </a:path>
            </a:pathLst>
          </a:custGeom>
          <a:solidFill xmlns:a="http://schemas.openxmlformats.org/drawingml/2006/main">
            <a:srgbClr val="816D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6" name="pdf-path-901">
            <a:extLst xmlns:a="http://schemas.openxmlformats.org/drawingml/2006/main">
              <a:ext uri="{FF2B5EF4-FFF2-40B4-BE49-F238E27FC236}">
                <a16:creationId xmlns:a16="http://schemas.microsoft.com/office/drawing/2014/main" id="{F2FB8AA7-6F91-46DF-8057-02CB78C72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847" y="1696348"/>
            <a:ext cx="110271" cy="109179"/>
          </a:xfrm>
          <a:custGeom xmlns:a="http://schemas.openxmlformats.org/drawingml/2006/main">
            <a:pathLst>
              <a:path w="110271" h="109179">
                <a:moveTo>
                  <a:pt x="0" y="54590"/>
                </a:moveTo>
                <a:cubicBezTo>
                  <a:pt x="0" y="24475"/>
                  <a:pt x="24656" y="0"/>
                  <a:pt x="55134" y="0"/>
                </a:cubicBezTo>
                <a:cubicBezTo>
                  <a:pt x="85613" y="0"/>
                  <a:pt x="110271" y="24475"/>
                  <a:pt x="110271" y="54590"/>
                </a:cubicBezTo>
                <a:cubicBezTo>
                  <a:pt x="110271" y="84705"/>
                  <a:pt x="85613" y="109179"/>
                  <a:pt x="55134" y="109179"/>
                </a:cubicBezTo>
                <a:cubicBezTo>
                  <a:pt x="24656" y="109179"/>
                  <a:pt x="0" y="84705"/>
                  <a:pt x="0" y="54590"/>
                </a:cubicBezTo>
              </a:path>
            </a:pathLst>
          </a:custGeom>
          <a:solidFill xmlns:a="http://schemas.openxmlformats.org/drawingml/2006/main">
            <a:srgbClr val="816D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7" name="pdf-path-902">
            <a:extLst xmlns:a="http://schemas.openxmlformats.org/drawingml/2006/main">
              <a:ext uri="{FF2B5EF4-FFF2-40B4-BE49-F238E27FC236}">
                <a16:creationId xmlns:a16="http://schemas.microsoft.com/office/drawing/2014/main" id="{0238F3C7-32A8-4A98-A378-89C9A346E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1341" y="1232336"/>
            <a:ext cx="111361" cy="110271"/>
          </a:xfrm>
          <a:custGeom xmlns:a="http://schemas.openxmlformats.org/drawingml/2006/main">
            <a:pathLst>
              <a:path w="111361" h="110271">
                <a:moveTo>
                  <a:pt x="0" y="55136"/>
                </a:moveTo>
                <a:cubicBezTo>
                  <a:pt x="0" y="24656"/>
                  <a:pt x="24928" y="0"/>
                  <a:pt x="55681" y="0"/>
                </a:cubicBezTo>
                <a:cubicBezTo>
                  <a:pt x="86433" y="0"/>
                  <a:pt x="111361" y="24656"/>
                  <a:pt x="111361" y="55136"/>
                </a:cubicBezTo>
                <a:cubicBezTo>
                  <a:pt x="111361" y="85615"/>
                  <a:pt x="86433" y="110271"/>
                  <a:pt x="55681" y="110271"/>
                </a:cubicBezTo>
                <a:cubicBezTo>
                  <a:pt x="24928" y="110271"/>
                  <a:pt x="0" y="85615"/>
                  <a:pt x="0" y="55136"/>
                </a:cubicBezTo>
              </a:path>
            </a:pathLst>
          </a:custGeom>
          <a:solidFill xmlns:a="http://schemas.openxmlformats.org/drawingml/2006/main">
            <a:srgbClr val="816D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8" name="pdf-path-903">
            <a:extLst xmlns:a="http://schemas.openxmlformats.org/drawingml/2006/main">
              <a:ext uri="{FF2B5EF4-FFF2-40B4-BE49-F238E27FC236}">
                <a16:creationId xmlns:a16="http://schemas.microsoft.com/office/drawing/2014/main" id="{7FFFEB69-5775-470A-9CAB-A3D87EE8B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0911" y="2154902"/>
            <a:ext cx="110271" cy="110271"/>
          </a:xfrm>
          <a:custGeom xmlns:a="http://schemas.openxmlformats.org/drawingml/2006/main">
            <a:pathLst>
              <a:path w="110271" h="110271">
                <a:moveTo>
                  <a:pt x="0" y="55135"/>
                </a:moveTo>
                <a:cubicBezTo>
                  <a:pt x="0" y="24656"/>
                  <a:pt x="24656" y="0"/>
                  <a:pt x="55134" y="0"/>
                </a:cubicBezTo>
                <a:cubicBezTo>
                  <a:pt x="85613" y="0"/>
                  <a:pt x="110271" y="24656"/>
                  <a:pt x="110271" y="55135"/>
                </a:cubicBezTo>
                <a:cubicBezTo>
                  <a:pt x="110271" y="85615"/>
                  <a:pt x="85613" y="110271"/>
                  <a:pt x="55134" y="110271"/>
                </a:cubicBezTo>
                <a:cubicBezTo>
                  <a:pt x="24656" y="110271"/>
                  <a:pt x="0" y="85615"/>
                  <a:pt x="0" y="55135"/>
                </a:cubicBezTo>
              </a:path>
            </a:pathLst>
          </a:custGeom>
          <a:solidFill xmlns:a="http://schemas.openxmlformats.org/drawingml/2006/main">
            <a:srgbClr val="816D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9" name="pdf-path-904">
            <a:extLst xmlns:a="http://schemas.openxmlformats.org/drawingml/2006/main">
              <a:ext uri="{FF2B5EF4-FFF2-40B4-BE49-F238E27FC236}">
                <a16:creationId xmlns:a16="http://schemas.microsoft.com/office/drawing/2014/main" id="{1DE317A4-AAA8-4D93-ACCD-D32F49488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6799" y="2154902"/>
            <a:ext cx="110271" cy="110271"/>
          </a:xfrm>
          <a:custGeom xmlns:a="http://schemas.openxmlformats.org/drawingml/2006/main">
            <a:pathLst>
              <a:path w="110271" h="110271">
                <a:moveTo>
                  <a:pt x="0" y="55135"/>
                </a:moveTo>
                <a:cubicBezTo>
                  <a:pt x="0" y="24656"/>
                  <a:pt x="24656" y="0"/>
                  <a:pt x="55136" y="0"/>
                </a:cubicBezTo>
                <a:cubicBezTo>
                  <a:pt x="85615" y="0"/>
                  <a:pt x="110271" y="24656"/>
                  <a:pt x="110271" y="55135"/>
                </a:cubicBezTo>
                <a:cubicBezTo>
                  <a:pt x="110271" y="85615"/>
                  <a:pt x="85615" y="110271"/>
                  <a:pt x="55136" y="110271"/>
                </a:cubicBezTo>
                <a:cubicBezTo>
                  <a:pt x="24656" y="110271"/>
                  <a:pt x="0" y="85615"/>
                  <a:pt x="0" y="55135"/>
                </a:cubicBezTo>
              </a:path>
            </a:pathLst>
          </a:custGeom>
          <a:solidFill xmlns:a="http://schemas.openxmlformats.org/drawingml/2006/main">
            <a:srgbClr val="816D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0" name="pdf-path-905">
            <a:extLst xmlns:a="http://schemas.openxmlformats.org/drawingml/2006/main">
              <a:ext uri="{FF2B5EF4-FFF2-40B4-BE49-F238E27FC236}">
                <a16:creationId xmlns:a16="http://schemas.microsoft.com/office/drawing/2014/main" id="{A941715D-7DB1-4E1A-8684-50A45C86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8023" y="2775041"/>
            <a:ext cx="152851" cy="155034"/>
          </a:xfrm>
          <a:custGeom xmlns:a="http://schemas.openxmlformats.org/drawingml/2006/main">
            <a:pathLst>
              <a:path w="152851" h="155034">
                <a:moveTo>
                  <a:pt x="152851" y="155034"/>
                </a:moveTo>
                <a:lnTo>
                  <a:pt x="0" y="77517"/>
                </a:lnTo>
                <a:lnTo>
                  <a:pt x="152851" y="0"/>
                </a:lnTo>
                <a:lnTo>
                  <a:pt x="152851" y="155034"/>
                </a:lnTo>
              </a:path>
            </a:pathLst>
          </a:custGeom>
          <a:solidFill xmlns:a="http://schemas.openxmlformats.org/drawingml/2006/main">
            <a:srgbClr val="CB297B"/>
          </a:solidFill>
          <a:ln xmlns:a="http://schemas.openxmlformats.org/drawingml/2006/main" w="8734">
            <a:solidFill>
              <a:srgbClr val="CB297B"/>
            </a:solidFill>
            <a:prstDash val="solid"/>
          </a:ln>
        </p:spPr>
      </p:sp>
      <p:sp>
        <p:nvSpPr>
          <p:cNvPr id="471" name="pdf-path-907">
            <a:extLst xmlns:a="http://schemas.openxmlformats.org/drawingml/2006/main">
              <a:ext uri="{FF2B5EF4-FFF2-40B4-BE49-F238E27FC236}">
                <a16:creationId xmlns:a16="http://schemas.microsoft.com/office/drawing/2014/main" id="{581C5CDE-EC9E-4FB8-B511-AA17D994E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9733" y="2775041"/>
            <a:ext cx="65508" cy="155034"/>
          </a:xfrm>
          <a:custGeom xmlns:a="http://schemas.openxmlformats.org/drawingml/2006/main">
            <a:pathLst>
              <a:path w="65508" h="155034">
                <a:moveTo>
                  <a:pt x="65508" y="155034"/>
                </a:moveTo>
                <a:lnTo>
                  <a:pt x="0" y="77517"/>
                </a:lnTo>
                <a:lnTo>
                  <a:pt x="65508" y="0"/>
                </a:lnTo>
                <a:lnTo>
                  <a:pt x="65508" y="15503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734">
            <a:solidFill>
              <a:srgbClr val="FFFFFF"/>
            </a:solidFill>
            <a:prstDash val="solid"/>
          </a:ln>
        </p:spPr>
      </p:sp>
      <p:sp>
        <p:nvSpPr>
          <p:cNvPr id="472" name="pdf-path-909">
            <a:extLst xmlns:a="http://schemas.openxmlformats.org/drawingml/2006/main">
              <a:ext uri="{FF2B5EF4-FFF2-40B4-BE49-F238E27FC236}">
                <a16:creationId xmlns:a16="http://schemas.microsoft.com/office/drawing/2014/main" id="{EBC63615-C433-4A2E-B639-07FEF1881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0819" y="647135"/>
            <a:ext cx="2207607" cy="2206515"/>
          </a:xfrm>
          <a:custGeom xmlns:a="http://schemas.openxmlformats.org/drawingml/2006/main">
            <a:pathLst>
              <a:path w="2207607" h="2206515">
                <a:moveTo>
                  <a:pt x="0" y="1103258"/>
                </a:moveTo>
                <a:cubicBezTo>
                  <a:pt x="0" y="493946"/>
                  <a:pt x="494219" y="0"/>
                  <a:pt x="1103805" y="0"/>
                </a:cubicBezTo>
                <a:cubicBezTo>
                  <a:pt x="1713389" y="0"/>
                  <a:pt x="2207607" y="493946"/>
                  <a:pt x="2207607" y="1103258"/>
                </a:cubicBezTo>
                <a:cubicBezTo>
                  <a:pt x="2207607" y="1712569"/>
                  <a:pt x="1713389" y="2206515"/>
                  <a:pt x="1103805" y="2206515"/>
                </a:cubicBezTo>
                <a:cubicBezTo>
                  <a:pt x="494219" y="2206515"/>
                  <a:pt x="0" y="1712569"/>
                  <a:pt x="0" y="1103258"/>
                </a:cubicBezTo>
              </a:path>
            </a:pathLst>
          </a:custGeom>
          <a:noFill xmlns:a="http://schemas.openxmlformats.org/drawingml/2006/main"/>
          <a:ln xmlns:a="http://schemas.openxmlformats.org/drawingml/2006/main" w="41488">
            <a:solidFill>
              <a:srgbClr val="CB297B">
                <a:alpha val="70000"/>
              </a:srgbClr>
            </a:solidFill>
            <a:prstDash val="solid"/>
          </a:ln>
        </p:spPr>
      </p:sp>
      <p:sp>
        <p:nvSpPr>
          <p:cNvPr id="473" name="pdf-path-910">
            <a:extLst xmlns:a="http://schemas.openxmlformats.org/drawingml/2006/main">
              <a:ext uri="{FF2B5EF4-FFF2-40B4-BE49-F238E27FC236}">
                <a16:creationId xmlns:a16="http://schemas.microsoft.com/office/drawing/2014/main" id="{5856B3F4-C402-4CF2-85B2-C9AF78036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2218" y="591453"/>
            <a:ext cx="111361" cy="110271"/>
          </a:xfrm>
          <a:custGeom xmlns:a="http://schemas.openxmlformats.org/drawingml/2006/main">
            <a:pathLst>
              <a:path w="111361" h="110271">
                <a:moveTo>
                  <a:pt x="0" y="55136"/>
                </a:moveTo>
                <a:cubicBezTo>
                  <a:pt x="0" y="24656"/>
                  <a:pt x="24928" y="0"/>
                  <a:pt x="55681" y="0"/>
                </a:cubicBezTo>
                <a:cubicBezTo>
                  <a:pt x="86433" y="0"/>
                  <a:pt x="111361" y="24656"/>
                  <a:pt x="111361" y="55136"/>
                </a:cubicBezTo>
                <a:cubicBezTo>
                  <a:pt x="111361" y="85615"/>
                  <a:pt x="86433" y="110271"/>
                  <a:pt x="55681" y="110271"/>
                </a:cubicBezTo>
                <a:cubicBezTo>
                  <a:pt x="24928" y="110271"/>
                  <a:pt x="0" y="85615"/>
                  <a:pt x="0" y="55136"/>
                </a:cubicBezTo>
              </a:path>
            </a:pathLst>
          </a:custGeom>
          <a:solidFill xmlns:a="http://schemas.openxmlformats.org/drawingml/2006/main">
            <a:srgbClr val="CB29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4" name="pdf-path-911">
            <a:extLst xmlns:a="http://schemas.openxmlformats.org/drawingml/2006/main">
              <a:ext uri="{FF2B5EF4-FFF2-40B4-BE49-F238E27FC236}">
                <a16:creationId xmlns:a16="http://schemas.microsoft.com/office/drawing/2014/main" id="{66A933A4-9D32-4A44-BE3C-04E839504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4046" y="1696348"/>
            <a:ext cx="111363" cy="109179"/>
          </a:xfrm>
          <a:custGeom xmlns:a="http://schemas.openxmlformats.org/drawingml/2006/main">
            <a:pathLst>
              <a:path w="111363" h="109179">
                <a:moveTo>
                  <a:pt x="0" y="54590"/>
                </a:moveTo>
                <a:cubicBezTo>
                  <a:pt x="0" y="24475"/>
                  <a:pt x="24930" y="0"/>
                  <a:pt x="55681" y="0"/>
                </a:cubicBezTo>
                <a:cubicBezTo>
                  <a:pt x="86434" y="0"/>
                  <a:pt x="111363" y="24475"/>
                  <a:pt x="111363" y="54590"/>
                </a:cubicBezTo>
                <a:cubicBezTo>
                  <a:pt x="111363" y="84705"/>
                  <a:pt x="86434" y="109179"/>
                  <a:pt x="55681" y="109179"/>
                </a:cubicBezTo>
                <a:cubicBezTo>
                  <a:pt x="24930" y="109179"/>
                  <a:pt x="0" y="84705"/>
                  <a:pt x="0" y="54590"/>
                </a:cubicBezTo>
              </a:path>
            </a:pathLst>
          </a:custGeom>
          <a:solidFill xmlns:a="http://schemas.openxmlformats.org/drawingml/2006/main">
            <a:srgbClr val="CB29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5" name="pdf-path-912">
            <a:extLst xmlns:a="http://schemas.openxmlformats.org/drawingml/2006/main">
              <a:ext uri="{FF2B5EF4-FFF2-40B4-BE49-F238E27FC236}">
                <a16:creationId xmlns:a16="http://schemas.microsoft.com/office/drawing/2014/main" id="{3AAD02E7-1601-4F99-AC12-5AD6C6421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9033" y="1251988"/>
            <a:ext cx="110271" cy="109179"/>
          </a:xfrm>
          <a:custGeom xmlns:a="http://schemas.openxmlformats.org/drawingml/2006/main">
            <a:pathLst>
              <a:path w="110271" h="109179">
                <a:moveTo>
                  <a:pt x="0" y="54590"/>
                </a:moveTo>
                <a:cubicBezTo>
                  <a:pt x="0" y="24475"/>
                  <a:pt x="24656" y="0"/>
                  <a:pt x="55135" y="0"/>
                </a:cubicBezTo>
                <a:cubicBezTo>
                  <a:pt x="85614" y="0"/>
                  <a:pt x="110271" y="24475"/>
                  <a:pt x="110271" y="54590"/>
                </a:cubicBezTo>
                <a:cubicBezTo>
                  <a:pt x="110271" y="84705"/>
                  <a:pt x="85614" y="109179"/>
                  <a:pt x="55135" y="109179"/>
                </a:cubicBezTo>
                <a:cubicBezTo>
                  <a:pt x="24656" y="109179"/>
                  <a:pt x="0" y="84705"/>
                  <a:pt x="0" y="54590"/>
                </a:cubicBezTo>
              </a:path>
            </a:pathLst>
          </a:custGeom>
          <a:solidFill xmlns:a="http://schemas.openxmlformats.org/drawingml/2006/main">
            <a:srgbClr val="CB29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6" name="pdf-path-913">
            <a:extLst xmlns:a="http://schemas.openxmlformats.org/drawingml/2006/main">
              <a:ext uri="{FF2B5EF4-FFF2-40B4-BE49-F238E27FC236}">
                <a16:creationId xmlns:a16="http://schemas.microsoft.com/office/drawing/2014/main" id="{497244C7-4A34-4369-9DD1-439BB3357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6848" y="2137433"/>
            <a:ext cx="111364" cy="109179"/>
          </a:xfrm>
          <a:custGeom xmlns:a="http://schemas.openxmlformats.org/drawingml/2006/main">
            <a:pathLst>
              <a:path w="111364" h="109179">
                <a:moveTo>
                  <a:pt x="0" y="54590"/>
                </a:moveTo>
                <a:cubicBezTo>
                  <a:pt x="0" y="24475"/>
                  <a:pt x="24930" y="0"/>
                  <a:pt x="55681" y="0"/>
                </a:cubicBezTo>
                <a:cubicBezTo>
                  <a:pt x="86433" y="0"/>
                  <a:pt x="111364" y="24475"/>
                  <a:pt x="111364" y="54590"/>
                </a:cubicBezTo>
                <a:cubicBezTo>
                  <a:pt x="111364" y="84705"/>
                  <a:pt x="86433" y="109179"/>
                  <a:pt x="55681" y="109179"/>
                </a:cubicBezTo>
                <a:cubicBezTo>
                  <a:pt x="24930" y="109179"/>
                  <a:pt x="0" y="84705"/>
                  <a:pt x="0" y="54590"/>
                </a:cubicBezTo>
              </a:path>
            </a:pathLst>
          </a:custGeom>
          <a:solidFill xmlns:a="http://schemas.openxmlformats.org/drawingml/2006/main">
            <a:srgbClr val="CB29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7" name="pdf-path-914">
            <a:extLst xmlns:a="http://schemas.openxmlformats.org/drawingml/2006/main">
              <a:ext uri="{FF2B5EF4-FFF2-40B4-BE49-F238E27FC236}">
                <a16:creationId xmlns:a16="http://schemas.microsoft.com/office/drawing/2014/main" id="{1B6E38ED-4B51-46CC-980F-9F6140057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5846" y="690806"/>
            <a:ext cx="110271" cy="110271"/>
          </a:xfrm>
          <a:custGeom xmlns:a="http://schemas.openxmlformats.org/drawingml/2006/main">
            <a:pathLst>
              <a:path w="110271" h="110271">
                <a:moveTo>
                  <a:pt x="0" y="55136"/>
                </a:moveTo>
                <a:cubicBezTo>
                  <a:pt x="0" y="24657"/>
                  <a:pt x="24656" y="0"/>
                  <a:pt x="55136" y="0"/>
                </a:cubicBezTo>
                <a:cubicBezTo>
                  <a:pt x="85615" y="0"/>
                  <a:pt x="110271" y="24657"/>
                  <a:pt x="110271" y="55136"/>
                </a:cubicBezTo>
                <a:cubicBezTo>
                  <a:pt x="110271" y="85615"/>
                  <a:pt x="85615" y="110271"/>
                  <a:pt x="55136" y="110271"/>
                </a:cubicBezTo>
                <a:cubicBezTo>
                  <a:pt x="24656" y="110271"/>
                  <a:pt x="0" y="85615"/>
                  <a:pt x="0" y="55136"/>
                </a:cubicBezTo>
              </a:path>
            </a:pathLst>
          </a:custGeom>
          <a:solidFill xmlns:a="http://schemas.openxmlformats.org/drawingml/2006/main">
            <a:srgbClr val="CB29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8" name="pdf-path-915">
            <a:extLst xmlns:a="http://schemas.openxmlformats.org/drawingml/2006/main">
              <a:ext uri="{FF2B5EF4-FFF2-40B4-BE49-F238E27FC236}">
                <a16:creationId xmlns:a16="http://schemas.microsoft.com/office/drawing/2014/main" id="{823D011A-588C-44CC-BDDD-FA80353F2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4581" y="2704074"/>
            <a:ext cx="110271" cy="109179"/>
          </a:xfrm>
          <a:custGeom xmlns:a="http://schemas.openxmlformats.org/drawingml/2006/main">
            <a:pathLst>
              <a:path w="110271" h="109179">
                <a:moveTo>
                  <a:pt x="0" y="54590"/>
                </a:moveTo>
                <a:cubicBezTo>
                  <a:pt x="0" y="24474"/>
                  <a:pt x="24658" y="0"/>
                  <a:pt x="55137" y="0"/>
                </a:cubicBezTo>
                <a:cubicBezTo>
                  <a:pt x="85615" y="0"/>
                  <a:pt x="110271" y="24474"/>
                  <a:pt x="110271" y="54590"/>
                </a:cubicBezTo>
                <a:cubicBezTo>
                  <a:pt x="110271" y="84705"/>
                  <a:pt x="85615" y="109179"/>
                  <a:pt x="55137" y="109179"/>
                </a:cubicBezTo>
                <a:cubicBezTo>
                  <a:pt x="24658" y="109179"/>
                  <a:pt x="0" y="84705"/>
                  <a:pt x="0" y="54590"/>
                </a:cubicBezTo>
              </a:path>
            </a:pathLst>
          </a:custGeom>
          <a:solidFill xmlns:a="http://schemas.openxmlformats.org/drawingml/2006/main">
            <a:srgbClr val="CB29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9" name="pdf-path-916">
            <a:extLst xmlns:a="http://schemas.openxmlformats.org/drawingml/2006/main">
              <a:ext uri="{FF2B5EF4-FFF2-40B4-BE49-F238E27FC236}">
                <a16:creationId xmlns:a16="http://schemas.microsoft.com/office/drawing/2014/main" id="{34F2D6A4-18B9-461F-9585-2E7D4AE3C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1759" y="925542"/>
            <a:ext cx="110271" cy="109179"/>
          </a:xfrm>
          <a:custGeom xmlns:a="http://schemas.openxmlformats.org/drawingml/2006/main">
            <a:pathLst>
              <a:path w="110271" h="109179">
                <a:moveTo>
                  <a:pt x="0" y="54590"/>
                </a:moveTo>
                <a:cubicBezTo>
                  <a:pt x="0" y="24475"/>
                  <a:pt x="24656" y="0"/>
                  <a:pt x="55134" y="0"/>
                </a:cubicBezTo>
                <a:cubicBezTo>
                  <a:pt x="85613" y="0"/>
                  <a:pt x="110271" y="24475"/>
                  <a:pt x="110271" y="54590"/>
                </a:cubicBezTo>
                <a:cubicBezTo>
                  <a:pt x="110271" y="84705"/>
                  <a:pt x="85613" y="109179"/>
                  <a:pt x="55134" y="109179"/>
                </a:cubicBezTo>
                <a:cubicBezTo>
                  <a:pt x="24656" y="109179"/>
                  <a:pt x="0" y="84705"/>
                  <a:pt x="0" y="54590"/>
                </a:cubicBezTo>
              </a:path>
            </a:pathLst>
          </a:custGeom>
          <a:solidFill xmlns:a="http://schemas.openxmlformats.org/drawingml/2006/main">
            <a:srgbClr val="CB29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0" name="pdf-path-917">
            <a:extLst xmlns:a="http://schemas.openxmlformats.org/drawingml/2006/main">
              <a:ext uri="{FF2B5EF4-FFF2-40B4-BE49-F238E27FC236}">
                <a16:creationId xmlns:a16="http://schemas.microsoft.com/office/drawing/2014/main" id="{7810543D-3530-451E-A6CC-64CDA0340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7216" y="2470430"/>
            <a:ext cx="110271" cy="109179"/>
          </a:xfrm>
          <a:custGeom xmlns:a="http://schemas.openxmlformats.org/drawingml/2006/main">
            <a:pathLst>
              <a:path w="110271" h="109179">
                <a:moveTo>
                  <a:pt x="0" y="54590"/>
                </a:moveTo>
                <a:cubicBezTo>
                  <a:pt x="0" y="24474"/>
                  <a:pt x="24656" y="0"/>
                  <a:pt x="55136" y="0"/>
                </a:cubicBezTo>
                <a:cubicBezTo>
                  <a:pt x="85615" y="0"/>
                  <a:pt x="110271" y="24474"/>
                  <a:pt x="110271" y="54590"/>
                </a:cubicBezTo>
                <a:cubicBezTo>
                  <a:pt x="110271" y="84705"/>
                  <a:pt x="85615" y="109179"/>
                  <a:pt x="55136" y="109179"/>
                </a:cubicBezTo>
                <a:cubicBezTo>
                  <a:pt x="24656" y="109179"/>
                  <a:pt x="0" y="84705"/>
                  <a:pt x="0" y="54590"/>
                </a:cubicBezTo>
              </a:path>
            </a:pathLst>
          </a:custGeom>
          <a:solidFill xmlns:a="http://schemas.openxmlformats.org/drawingml/2006/main">
            <a:srgbClr val="CB29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1" name="pdf-path-100000">
            <a:extLst xmlns:a="http://schemas.openxmlformats.org/drawingml/2006/main">
              <a:ext uri="{FF2B5EF4-FFF2-40B4-BE49-F238E27FC236}">
                <a16:creationId xmlns:a16="http://schemas.microsoft.com/office/drawing/2014/main" id="{655AC32C-41D8-41ED-84E9-4F95DF296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593" y="2665912"/>
            <a:ext cx="214755" cy="53644"/>
          </a:xfrm>
          <a:custGeom xmlns:a="http://schemas.openxmlformats.org/drawingml/2006/main">
            <a:pathLst>
              <a:path w="214755" h="53644">
                <a:moveTo>
                  <a:pt x="164663" y="27267"/>
                </a:moveTo>
                <a:cubicBezTo>
                  <a:pt x="164663" y="16457"/>
                  <a:pt x="166499" y="9209"/>
                  <a:pt x="170170" y="5524"/>
                </a:cubicBezTo>
                <a:cubicBezTo>
                  <a:pt x="173840" y="1841"/>
                  <a:pt x="180413" y="0"/>
                  <a:pt x="189887" y="0"/>
                </a:cubicBezTo>
                <a:cubicBezTo>
                  <a:pt x="199242" y="0"/>
                  <a:pt x="205725" y="1812"/>
                  <a:pt x="209337" y="5435"/>
                </a:cubicBezTo>
                <a:cubicBezTo>
                  <a:pt x="212949" y="9057"/>
                  <a:pt x="214755" y="16039"/>
                  <a:pt x="214755" y="26378"/>
                </a:cubicBezTo>
                <a:cubicBezTo>
                  <a:pt x="214755" y="37188"/>
                  <a:pt x="212919" y="44433"/>
                  <a:pt x="209248" y="48116"/>
                </a:cubicBezTo>
                <a:cubicBezTo>
                  <a:pt x="205577" y="51801"/>
                  <a:pt x="199005" y="53644"/>
                  <a:pt x="189531" y="53644"/>
                </a:cubicBezTo>
                <a:cubicBezTo>
                  <a:pt x="180176" y="53644"/>
                  <a:pt x="173692" y="51833"/>
                  <a:pt x="170081" y="48210"/>
                </a:cubicBezTo>
                <a:cubicBezTo>
                  <a:pt x="166469" y="44587"/>
                  <a:pt x="164663" y="37606"/>
                  <a:pt x="164663" y="27267"/>
                </a:cubicBezTo>
                <a:moveTo>
                  <a:pt x="82243" y="27267"/>
                </a:moveTo>
                <a:cubicBezTo>
                  <a:pt x="82243" y="16457"/>
                  <a:pt x="84108" y="9209"/>
                  <a:pt x="87838" y="5524"/>
                </a:cubicBezTo>
                <a:cubicBezTo>
                  <a:pt x="91569" y="1841"/>
                  <a:pt x="98111" y="0"/>
                  <a:pt x="107466" y="0"/>
                </a:cubicBezTo>
                <a:cubicBezTo>
                  <a:pt x="116940" y="0"/>
                  <a:pt x="123483" y="1812"/>
                  <a:pt x="127095" y="5435"/>
                </a:cubicBezTo>
                <a:cubicBezTo>
                  <a:pt x="130706" y="9057"/>
                  <a:pt x="132512" y="16039"/>
                  <a:pt x="132512" y="26378"/>
                </a:cubicBezTo>
                <a:cubicBezTo>
                  <a:pt x="132512" y="37188"/>
                  <a:pt x="130676" y="44433"/>
                  <a:pt x="127006" y="48116"/>
                </a:cubicBezTo>
                <a:cubicBezTo>
                  <a:pt x="123334" y="51801"/>
                  <a:pt x="116762" y="53644"/>
                  <a:pt x="107289" y="53644"/>
                </a:cubicBezTo>
                <a:cubicBezTo>
                  <a:pt x="97934" y="53644"/>
                  <a:pt x="91420" y="51833"/>
                  <a:pt x="87749" y="48210"/>
                </a:cubicBezTo>
                <a:cubicBezTo>
                  <a:pt x="84079" y="44587"/>
                  <a:pt x="82243" y="37606"/>
                  <a:pt x="82243" y="27267"/>
                </a:cubicBezTo>
                <a:moveTo>
                  <a:pt x="0" y="27266"/>
                </a:moveTo>
                <a:cubicBezTo>
                  <a:pt x="0" y="16457"/>
                  <a:pt x="1836" y="9209"/>
                  <a:pt x="5507" y="5524"/>
                </a:cubicBezTo>
                <a:cubicBezTo>
                  <a:pt x="9177" y="1841"/>
                  <a:pt x="15750" y="0"/>
                  <a:pt x="25224" y="0"/>
                </a:cubicBezTo>
                <a:cubicBezTo>
                  <a:pt x="34579" y="0"/>
                  <a:pt x="41063" y="1812"/>
                  <a:pt x="44674" y="5435"/>
                </a:cubicBezTo>
                <a:cubicBezTo>
                  <a:pt x="48286" y="9057"/>
                  <a:pt x="50092" y="16039"/>
                  <a:pt x="50092" y="26378"/>
                </a:cubicBezTo>
                <a:cubicBezTo>
                  <a:pt x="50092" y="37188"/>
                  <a:pt x="48256" y="44433"/>
                  <a:pt x="44586" y="48116"/>
                </a:cubicBezTo>
                <a:cubicBezTo>
                  <a:pt x="40914" y="51801"/>
                  <a:pt x="34401" y="53644"/>
                  <a:pt x="25046" y="53644"/>
                </a:cubicBezTo>
                <a:cubicBezTo>
                  <a:pt x="15572" y="53644"/>
                  <a:pt x="9030" y="51833"/>
                  <a:pt x="5418" y="48210"/>
                </a:cubicBezTo>
                <a:cubicBezTo>
                  <a:pt x="1806" y="44587"/>
                  <a:pt x="0" y="37606"/>
                  <a:pt x="0" y="27266"/>
                </a:cubicBezTo>
              </a:path>
            </a:pathLst>
          </a:custGeom>
          <a:solidFill xmlns:a="http://schemas.openxmlformats.org/drawingml/2006/main">
            <a:srgbClr val="DB6AA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4512228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2026-10-09T20:09:17.1650000Z</dcterms:created>
  <dcterms:modified xsi:type="dcterms:W3CDTF">2026-10-09T20:09:17.1650000Z</dcterms:modified>
</coreProperties>
</file>