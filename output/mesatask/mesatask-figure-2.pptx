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984b43352e4e37" /><Relationship Type="http://schemas.openxmlformats.org/officeDocument/2006/relationships/extended-properties" Target="/docProps/app.xml" Id="R8cc4ca3229984579" /><Relationship Type="http://schemas.openxmlformats.org/officeDocument/2006/relationships/officeDocument" Target="/ppt/presentation.xml" Id="R86e5c43e6c4b4b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91d8650fc64596"/>
  </p:sldMasterIdLst>
  <p:notesMasterIdLst>
    <p:notesMasterId xmlns:r="http://schemas.openxmlformats.org/officeDocument/2006/relationships" r:id="R2b35a65b0571443a"/>
  </p:notesMasterIdLst>
  <p:sldIdLst>
    <p:sldId xmlns:r="http://schemas.openxmlformats.org/officeDocument/2006/relationships" id="256" r:id="Rafd93485edf24823"/>
  </p:sldIdLst>
  <p:sldSz cx="13373100" cy="6572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9dd4aec19046ef" /><Relationship Type="http://schemas.openxmlformats.org/officeDocument/2006/relationships/slideMaster" Target="/ppt/slideMasters/slideMaster1.xml" Id="Rd991d8650fc64596" /><Relationship Type="http://schemas.openxmlformats.org/officeDocument/2006/relationships/notesMaster" Target="/ppt/notesMasters/notesMaster1.xml" Id="R2b35a65b0571443a" /><Relationship Type="http://schemas.openxmlformats.org/officeDocument/2006/relationships/presProps" Target="/ppt/presProps.xml" Id="R215d352dc12848b3" /><Relationship Type="http://schemas.openxmlformats.org/officeDocument/2006/relationships/tableStyles" Target="/ppt/tableStyles.xml" Id="R586da43c63a941e5" /><Relationship Type="http://schemas.openxmlformats.org/officeDocument/2006/relationships/slide" Target="/ppt/slides/slide1.xml" Id="Rafd93485edf248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6f2b6c43d041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5f12dc71da46db" /><Relationship Type="http://schemas.openxmlformats.org/officeDocument/2006/relationships/notesMaster" Target="/ppt/notesMasters/notesMaster1.xml" Id="Ree5ec0fdcf294d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"MesaTask: Towards Task-Driven Tabletop Scene Generation via 3D Spatial Reasoning",</a:t>
            </a:r>
          </a:p>
          <a:p xmlns:a="http://schemas.openxmlformats.org/drawingml/2006/main">
            <a:r>
              <a:t>  "paper_url": "https://arxiv.org/pdf/2509.22281v1",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"Native extracted geometry and ordinary live text; source raster photos/icons are separately preserved. Source clipping and cross-format QA pending. Source circular error photos retain reviewed elliptical clipping. Two physical simulation object illustrations cropped back to their source-visible regions. Paragraph word spacing and font metrics approximate source Aptos.",</a:t>
            </a:r>
          </a:p>
          <a:p xmlns:a="http://schemas.openxmlformats.org/drawingml/2006/main">
            <a:r>
              <a:t>  "page": 5,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"45ed869dd42c02f733b74aab7dda7f58c295b12485be0d8f07139a71db585258",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62,</a:t>
            </a:r>
          </a:p>
          <a:p xmlns:a="http://schemas.openxmlformats.org/drawingml/2006/main">
            <a:r>
              <a:t>    89,</a:t>
            </a:r>
          </a:p>
          <a:p xmlns:a="http://schemas.openxmlformats.org/drawingml/2006/main">
            <a:r>
              <a:t>    530,</a:t>
            </a:r>
          </a:p>
          <a:p xmlns:a="http://schemas.openxmlformats.org/drawingml/2006/main">
            <a:r>
              <a:t>    319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"39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crosses crop boundary: 1",</a:t>
            </a:r>
          </a:p>
          <a:p xmlns:a="http://schemas.openxmlformats.org/drawingml/2006/main">
            <a:r>
              <a:t>    "path partially intersects raster inset: 5",</a:t>
            </a:r>
          </a:p>
          <a:p xmlns:a="http://schemas.openxmlformats.org/drawingml/2006/main">
            <a:r>
              <a:t>    "path partially intersects raster inset: 6",</a:t>
            </a:r>
          </a:p>
          <a:p xmlns:a="http://schemas.openxmlformats.org/drawingml/2006/main">
            <a:r>
              <a:t>    "path partially intersects raster inset: 7",</a:t>
            </a:r>
          </a:p>
          <a:p xmlns:a="http://schemas.openxmlformats.org/drawingml/2006/main">
            <a:r>
              <a:t>    "path partially intersects raster inset: 8",</a:t>
            </a:r>
          </a:p>
          <a:p xmlns:a="http://schemas.openxmlformats.org/drawingml/2006/main">
            <a:r>
              <a:t>    "rotated text needs manual reconstruction: …",</a:t>
            </a:r>
          </a:p>
          <a:p xmlns:a="http://schemas.openxmlformats.org/drawingml/2006/main">
            <a:r>
              <a:t>    "unhandled image/shading at seq 78: [373.91094970703125, 172.2910919189453, 447.8917236328125, 213.90524291992188]; requires reviewed raster region",</a:t>
            </a:r>
          </a:p>
          <a:p xmlns:a="http://schemas.openxmlformats.org/drawingml/2006/main">
            <a:r>
              <a:t>    "unhandled image/shading at seq 79: [280.3338623046875, 171.18959045410156, 354.31463623046875, 212.80374145507812]; requires reviewed raster region",</a:t>
            </a:r>
          </a:p>
          <a:p xmlns:a="http://schemas.openxmlformats.org/drawingml/2006/main">
            <a:r>
              <a:t>    "unhandled image/shading at seq 204: [68.78559875488281, 271.53228759765625, 111.93180084228516, 287.7010803222656];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638b2ab50f40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4fa0a09afd41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6acb5cdcf47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a6db4cd1344a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f201f5909044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86563b1b54a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31B350-1D4D-487A-A5F5-7493D26F51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7310" y="2482850"/>
            <a:ext cx="10698480" cy="94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156FBE-EFF0-4AC7-B2CA-97FB088751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05965" y="3614738"/>
            <a:ext cx="9361170" cy="73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7D59E7E-4626-4977-B74F-4DBEEB32D1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7310" y="2738438"/>
            <a:ext cx="1069848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B7A221-16C7-4BBA-86A2-E9C21C53A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2237" y="511175"/>
            <a:ext cx="11868626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F11509-007C-4E24-B4F6-B0764AA005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2237" y="1825625"/>
            <a:ext cx="11868626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1pPr>
            <a:lvl2pPr marL="5111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2pPr>
            <a:lvl3pPr marL="8032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3pPr>
            <a:lvl4pPr marL="10953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4pPr>
            <a:lvl5pPr marL="13874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5pPr>
            <a:lvl6pPr marL="16795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6pPr>
            <a:lvl7pPr marL="19716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7pPr>
            <a:lvl8pPr marL="22637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8pPr>
            <a:lvl9pPr marL="25558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58954A-5FEA-4E96-9940-78325938D0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2237" y="511175"/>
            <a:ext cx="11868626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85EA7C-4A26-459E-9480-68500E31DF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2237" y="1825625"/>
            <a:ext cx="5516404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1pPr>
            <a:lvl2pPr marL="5111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2pPr>
            <a:lvl3pPr marL="8032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3pPr>
            <a:lvl4pPr marL="10953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4pPr>
            <a:lvl5pPr marL="13874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5pPr>
            <a:lvl6pPr marL="16795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6pPr>
            <a:lvl7pPr marL="19716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7pPr>
            <a:lvl8pPr marL="22637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8pPr>
            <a:lvl9pPr marL="25558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8EC0E50-8EE5-4A72-AD66-1C72F103C20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104459" y="1825625"/>
            <a:ext cx="5516404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1pPr>
            <a:lvl2pPr marL="5111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2pPr>
            <a:lvl3pPr marL="8032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3pPr>
            <a:lvl4pPr marL="10953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4pPr>
            <a:lvl5pPr marL="13874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5pPr>
            <a:lvl6pPr marL="16795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6pPr>
            <a:lvl7pPr marL="19716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7pPr>
            <a:lvl8pPr marL="22637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8pPr>
            <a:lvl9pPr marL="25558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BF4561-3284-48E5-90DB-753E8DCF49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2237" y="511175"/>
            <a:ext cx="11868626" cy="803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60178C-D9C0-41CE-9794-3FB12A112D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2237" y="1825625"/>
            <a:ext cx="5516404" cy="408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90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1pPr>
            <a:lvl2pPr marL="5111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2pPr>
            <a:lvl3pPr marL="8032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3pPr>
            <a:lvl4pPr marL="10953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4pPr>
            <a:lvl5pPr marL="13874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5pPr>
            <a:lvl6pPr marL="16795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6pPr>
            <a:lvl7pPr marL="19716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7pPr>
            <a:lvl8pPr marL="22637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8pPr>
            <a:lvl9pPr marL="2555875" indent="-219075">
              <a:lnSpc>
                <a:spcPct val="110000"/>
              </a:lnSpc>
              <a:spcBef>
                <a:spcPts val="0"/>
              </a:spcBef>
              <a:spcAft>
                <a:spcPts val="11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b25a400ec048de" /><Relationship Type="http://schemas.openxmlformats.org/officeDocument/2006/relationships/slideLayout" Target="/ppt/slideLayouts/slideLayout1.xml" Id="Rb099676163764279" /><Relationship Type="http://schemas.openxmlformats.org/officeDocument/2006/relationships/slideLayout" Target="/ppt/slideLayouts/slideLayout2.xml" Id="Rad299f424e494d82" /><Relationship Type="http://schemas.openxmlformats.org/officeDocument/2006/relationships/slideLayout" Target="/ppt/slideLayouts/slideLayout3.xml" Id="Rea7d101e9d84482d" /><Relationship Type="http://schemas.openxmlformats.org/officeDocument/2006/relationships/slideLayout" Target="/ppt/slideLayouts/slideLayout4.xml" Id="R1f30b9cffc264d8a" /><Relationship Type="http://schemas.openxmlformats.org/officeDocument/2006/relationships/slideLayout" Target="/ppt/slideLayouts/slideLayout5.xml" Id="Rfaff141882c34753" /><Relationship Type="http://schemas.openxmlformats.org/officeDocument/2006/relationships/slideLayout" Target="/ppt/slideLayouts/slideLayout6.xml" Id="R147587f3ef9545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99676163764279"/>
    <p:sldLayoutId xmlns:r="http://schemas.openxmlformats.org/officeDocument/2006/relationships" id="2147483650" r:id="Rad299f424e494d82"/>
    <p:sldLayoutId xmlns:r="http://schemas.openxmlformats.org/officeDocument/2006/relationships" id="2147483651" r:id="Rea7d101e9d84482d"/>
    <p:sldLayoutId xmlns:r="http://schemas.openxmlformats.org/officeDocument/2006/relationships" id="2147483652" r:id="R1f30b9cffc264d8a"/>
    <p:sldLayoutId xmlns:r="http://schemas.openxmlformats.org/officeDocument/2006/relationships" id="2147483653" r:id="Rfaff141882c34753"/>
    <p:sldLayoutId xmlns:r="http://schemas.openxmlformats.org/officeDocument/2006/relationships" id="2147483654" r:id="R147587f3ef9545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e7b73e65345f2" /><Relationship Type="http://schemas.openxmlformats.org/officeDocument/2006/relationships/image" Target="/ppt/media/image.png" Id="R8c0ba5d0fd5e46ac" /><Relationship Type="http://schemas.openxmlformats.org/officeDocument/2006/relationships/image" Target="/ppt/media/image2.png" Id="R65eb5624c067455f" /><Relationship Type="http://schemas.openxmlformats.org/officeDocument/2006/relationships/image" Target="/ppt/media/image3.png" Id="Rc214966cdcd14595" /><Relationship Type="http://schemas.openxmlformats.org/officeDocument/2006/relationships/image" Target="/ppt/media/image4.png" Id="Re29c0255be9a4a7a" /><Relationship Type="http://schemas.openxmlformats.org/officeDocument/2006/relationships/image" Target="/ppt/media/image5.png" Id="Re3805ce31bd24739" /><Relationship Type="http://schemas.openxmlformats.org/officeDocument/2006/relationships/image" Target="/ppt/media/image6.png" Id="R0dc6ae4b1cb34756" /><Relationship Type="http://schemas.openxmlformats.org/officeDocument/2006/relationships/image" Target="/ppt/media/image7.png" Id="R2af3a25584794783" /><Relationship Type="http://schemas.openxmlformats.org/officeDocument/2006/relationships/image" Target="/ppt/media/image8.png" Id="R0c68ca6b7091463c" /><Relationship Type="http://schemas.openxmlformats.org/officeDocument/2006/relationships/image" Target="/ppt/media/image9.png" Id="Rd028d8d583184279" /><Relationship Type="http://schemas.openxmlformats.org/officeDocument/2006/relationships/image" Target="/ppt/media/image10.png" Id="R89026a82f68e4baf" /><Relationship Type="http://schemas.openxmlformats.org/officeDocument/2006/relationships/image" Target="/ppt/media/image11.png" Id="R018c056623164f9e" /><Relationship Type="http://schemas.openxmlformats.org/officeDocument/2006/relationships/image" Target="/ppt/media/image12.png" Id="Rb090158aa2c94a77" /><Relationship Type="http://schemas.openxmlformats.org/officeDocument/2006/relationships/image" Target="/ppt/media/image13.png" Id="Rd14fcd425f3843af" /><Relationship Type="http://schemas.openxmlformats.org/officeDocument/2006/relationships/image" Target="/ppt/media/image14.png" Id="Rebb79c8320e04793" /><Relationship Type="http://schemas.openxmlformats.org/officeDocument/2006/relationships/image" Target="/ppt/media/image15.png" Id="R9540d931ebc24a07" /><Relationship Type="http://schemas.openxmlformats.org/officeDocument/2006/relationships/image" Target="/ppt/media/image16.png" Id="Rdaffb6e047aa4232" /><Relationship Type="http://schemas.openxmlformats.org/officeDocument/2006/relationships/image" Target="/ppt/media/image17.png" Id="Rbb3508c9d76d4b14" /><Relationship Type="http://schemas.openxmlformats.org/officeDocument/2006/relationships/image" Target="/ppt/media/image18.png" Id="R4486decb1c2c4ba6" /><Relationship Type="http://schemas.openxmlformats.org/officeDocument/2006/relationships/image" Target="/ppt/media/image19.png" Id="Rb85b378a55ab47a1" /><Relationship Type="http://schemas.openxmlformats.org/officeDocument/2006/relationships/image" Target="/ppt/media/image20.png" Id="R7ed35dd627a34c40" /><Relationship Type="http://schemas.openxmlformats.org/officeDocument/2006/relationships/image" Target="/ppt/media/image21.png" Id="Rae2b05ee7c6a4792" /><Relationship Type="http://schemas.openxmlformats.org/officeDocument/2006/relationships/image" Target="/ppt/media/image22.png" Id="Rc35d1aa214ff491b" /><Relationship Type="http://schemas.openxmlformats.org/officeDocument/2006/relationships/image" Target="/ppt/media/image23.png" Id="R4a6623400fec4b8b" /><Relationship Type="http://schemas.openxmlformats.org/officeDocument/2006/relationships/image" Target="/ppt/media/image24.png" Id="R3701cb28740143de" /><Relationship Type="http://schemas.openxmlformats.org/officeDocument/2006/relationships/image" Target="/ppt/media/image25.png" Id="R887c2f18bcf04452" /><Relationship Type="http://schemas.openxmlformats.org/officeDocument/2006/relationships/image" Target="/ppt/media/image26.png" Id="R156ae8b962b84d7d" /><Relationship Type="http://schemas.openxmlformats.org/officeDocument/2006/relationships/image" Target="/ppt/media/image27.png" Id="R07d8ee5678d64e75" /><Relationship Type="http://schemas.openxmlformats.org/officeDocument/2006/relationships/image" Target="/ppt/media/image28.png" Id="R1759f248c1634f31" /><Relationship Type="http://schemas.openxmlformats.org/officeDocument/2006/relationships/image" Target="/ppt/media/image29.png" Id="R3d6f091af6c649e0" /><Relationship Type="http://schemas.openxmlformats.org/officeDocument/2006/relationships/image" Target="/ppt/media/image30.png" Id="Ra8cdd275e2444ad0" /><Relationship Type="http://schemas.openxmlformats.org/officeDocument/2006/relationships/image" Target="/ppt/media/image31.png" Id="Re478b30c8660470d" /><Relationship Type="http://schemas.openxmlformats.org/officeDocument/2006/relationships/image" Target="/ppt/media/image32.png" Id="Rd317a75997ad48e4" /><Relationship Type="http://schemas.openxmlformats.org/officeDocument/2006/relationships/image" Target="/ppt/media/image33.png" Id="Rb7f0e079076c44d1" /><Relationship Type="http://schemas.openxmlformats.org/officeDocument/2006/relationships/image" Target="/ppt/media/image34.png" Id="R71120f452e244c23" /><Relationship Type="http://schemas.openxmlformats.org/officeDocument/2006/relationships/image" Target="/ppt/media/image35.png" Id="Rda13a4f297fa4af8" /><Relationship Type="http://schemas.openxmlformats.org/officeDocument/2006/relationships/image" Target="/ppt/media/image36.png" Id="Rf0e072d2e28b4ec3" /><Relationship Type="http://schemas.openxmlformats.org/officeDocument/2006/relationships/image" Target="/ppt/media/image37.png" Id="Rf306ba52134c41f8" /><Relationship Type="http://schemas.openxmlformats.org/officeDocument/2006/relationships/image" Target="/ppt/media/image38.png" Id="R0474d4c9ba3f4db3" /><Relationship Type="http://schemas.openxmlformats.org/officeDocument/2006/relationships/image" Target="/ppt/media/image39.png" Id="R7dbb09af5f78432d" /><Relationship Type="http://schemas.openxmlformats.org/officeDocument/2006/relationships/image" Target="/ppt/media/image40.png" Id="Rbaa4a08815154b52" /><Relationship Type="http://schemas.openxmlformats.org/officeDocument/2006/relationships/image" Target="/ppt/media/image41.png" Id="R3aa206b4d9394a49" /><Relationship Type="http://schemas.openxmlformats.org/officeDocument/2006/relationships/image" Target="/ppt/media/image42.png" Id="R5f7070022d8a4547" /><Relationship Type="http://schemas.openxmlformats.org/officeDocument/2006/relationships/image" Target="/ppt/media/image43.png" Id="R42ef8dedbdf74c18" /><Relationship Type="http://schemas.openxmlformats.org/officeDocument/2006/relationships/notesSlide" Target="/ppt/notesSlides/notesSlide1.xml" Id="Rd286a6c9c58943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0" name="pdf-path-2">
            <a:extLst xmlns:a="http://schemas.openxmlformats.org/drawingml/2006/main">
              <a:ext uri="{FF2B5EF4-FFF2-40B4-BE49-F238E27FC236}">
                <a16:creationId xmlns:a16="http://schemas.microsoft.com/office/drawing/2014/main" id="{DB83E3B1-5ED1-4B74-8115-2356D54C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3067" y="1646375"/>
            <a:ext cx="1401057" cy="606852"/>
          </a:xfrm>
          <a:custGeom xmlns:a="http://schemas.openxmlformats.org/drawingml/2006/main">
            <a:pathLst>
              <a:path w="1401057" h="606852">
                <a:moveTo>
                  <a:pt x="0" y="151714"/>
                </a:moveTo>
                <a:lnTo>
                  <a:pt x="1097632" y="151714"/>
                </a:lnTo>
                <a:lnTo>
                  <a:pt x="1097632" y="0"/>
                </a:lnTo>
                <a:lnTo>
                  <a:pt x="1401057" y="303425"/>
                </a:lnTo>
                <a:lnTo>
                  <a:pt x="1097632" y="606852"/>
                </a:lnTo>
                <a:lnTo>
                  <a:pt x="1097632" y="455141"/>
                </a:lnTo>
                <a:lnTo>
                  <a:pt x="0" y="455141"/>
                </a:lnTo>
                <a:lnTo>
                  <a:pt x="151712" y="303425"/>
                </a:lnTo>
                <a:lnTo>
                  <a:pt x="0" y="151714"/>
                </a:lnTo>
              </a:path>
            </a:pathLst>
          </a:custGeom>
          <a:solidFill xmlns:a="http://schemas.openxmlformats.org/drawingml/2006/main">
            <a:srgbClr val="009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3">
            <a:extLst xmlns:a="http://schemas.openxmlformats.org/drawingml/2006/main">
              <a:ext uri="{FF2B5EF4-FFF2-40B4-BE49-F238E27FC236}">
                <a16:creationId xmlns:a16="http://schemas.microsoft.com/office/drawing/2014/main" id="{9F1180D0-F20A-4D72-BB10-FB843C1C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9467" y="4472178"/>
            <a:ext cx="3051681" cy="1577832"/>
          </a:xfrm>
          <a:custGeom xmlns:a="http://schemas.openxmlformats.org/drawingml/2006/main">
            <a:pathLst>
              <a:path w="3051681" h="1577832">
                <a:moveTo>
                  <a:pt x="0" y="262978"/>
                </a:moveTo>
                <a:cubicBezTo>
                  <a:pt x="0" y="117739"/>
                  <a:pt x="117737" y="0"/>
                  <a:pt x="262976" y="0"/>
                </a:cubicBezTo>
                <a:lnTo>
                  <a:pt x="2788701" y="0"/>
                </a:lnTo>
                <a:cubicBezTo>
                  <a:pt x="2933941" y="0"/>
                  <a:pt x="3051681" y="117739"/>
                  <a:pt x="3051681" y="262978"/>
                </a:cubicBezTo>
                <a:lnTo>
                  <a:pt x="3051681" y="1314855"/>
                </a:lnTo>
                <a:cubicBezTo>
                  <a:pt x="3051681" y="1460093"/>
                  <a:pt x="2933941" y="1577832"/>
                  <a:pt x="2788701" y="1577832"/>
                </a:cubicBezTo>
                <a:lnTo>
                  <a:pt x="262976" y="1577832"/>
                </a:lnTo>
                <a:cubicBezTo>
                  <a:pt x="117737" y="1577832"/>
                  <a:pt x="0" y="1460093"/>
                  <a:pt x="0" y="1314855"/>
                </a:cubicBezTo>
                <a:lnTo>
                  <a:pt x="0" y="262978"/>
                </a:lnTo>
              </a:path>
            </a:pathLst>
          </a:custGeom>
          <a:solidFill xmlns:a="http://schemas.openxmlformats.org/drawingml/2006/main">
            <a:srgbClr val="FB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4">
            <a:extLst xmlns:a="http://schemas.openxmlformats.org/drawingml/2006/main">
              <a:ext uri="{FF2B5EF4-FFF2-40B4-BE49-F238E27FC236}">
                <a16:creationId xmlns:a16="http://schemas.microsoft.com/office/drawing/2014/main" id="{DE6E9A70-0776-4B48-A6FD-694583A2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9467" y="4472178"/>
            <a:ext cx="3051681" cy="1577833"/>
          </a:xfrm>
          <a:custGeom xmlns:a="http://schemas.openxmlformats.org/drawingml/2006/main">
            <a:pathLst>
              <a:path w="3051681" h="1577833">
                <a:moveTo>
                  <a:pt x="0" y="262978"/>
                </a:moveTo>
                <a:cubicBezTo>
                  <a:pt x="0" y="117739"/>
                  <a:pt x="117739" y="0"/>
                  <a:pt x="262978" y="0"/>
                </a:cubicBezTo>
                <a:lnTo>
                  <a:pt x="2788705" y="0"/>
                </a:lnTo>
                <a:cubicBezTo>
                  <a:pt x="2933943" y="0"/>
                  <a:pt x="3051681" y="117739"/>
                  <a:pt x="3051681" y="262978"/>
                </a:cubicBezTo>
                <a:lnTo>
                  <a:pt x="3051681" y="1314855"/>
                </a:lnTo>
                <a:cubicBezTo>
                  <a:pt x="3051681" y="1460093"/>
                  <a:pt x="2933943" y="1577833"/>
                  <a:pt x="2788705" y="1577833"/>
                </a:cubicBezTo>
                <a:lnTo>
                  <a:pt x="262978" y="1577833"/>
                </a:lnTo>
                <a:cubicBezTo>
                  <a:pt x="117739" y="1577833"/>
                  <a:pt x="0" y="1460093"/>
                  <a:pt x="0" y="1314855"/>
                </a:cubicBezTo>
                <a:lnTo>
                  <a:pt x="0" y="262978"/>
                </a:lnTo>
              </a:path>
            </a:pathLst>
          </a:custGeom>
          <a:noFill xmlns:a="http://schemas.openxmlformats.org/drawingml/2006/main"/>
          <a:ln xmlns:a="http://schemas.openxmlformats.org/drawingml/2006/main" w="40450">
            <a:solidFill>
              <a:srgbClr val="1298B6"/>
            </a:solidFill>
            <a:prstDash val="dash"/>
          </a:ln>
        </p:spPr>
      </p:sp>
      <p:sp>
        <p:nvSpPr>
          <p:cNvPr id="4" name="pdf-path-5">
            <a:extLst xmlns:a="http://schemas.openxmlformats.org/drawingml/2006/main">
              <a:ext uri="{FF2B5EF4-FFF2-40B4-BE49-F238E27FC236}">
                <a16:creationId xmlns:a16="http://schemas.microsoft.com/office/drawing/2014/main" id="{2AC5DA07-E129-4D7C-90B3-227A4CCB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06" y="243554"/>
            <a:ext cx="3897934" cy="6259109"/>
          </a:xfrm>
          <a:custGeom xmlns:a="http://schemas.openxmlformats.org/drawingml/2006/main">
            <a:pathLst>
              <a:path w="3897934" h="6259109">
                <a:moveTo>
                  <a:pt x="0" y="649670"/>
                </a:moveTo>
                <a:cubicBezTo>
                  <a:pt x="0" y="290867"/>
                  <a:pt x="290867" y="0"/>
                  <a:pt x="649671" y="0"/>
                </a:cubicBezTo>
                <a:lnTo>
                  <a:pt x="3248263" y="0"/>
                </a:lnTo>
                <a:cubicBezTo>
                  <a:pt x="3607067" y="0"/>
                  <a:pt x="3897934" y="290867"/>
                  <a:pt x="3897934" y="649670"/>
                </a:cubicBezTo>
                <a:lnTo>
                  <a:pt x="3897934" y="5609439"/>
                </a:lnTo>
                <a:cubicBezTo>
                  <a:pt x="3897934" y="5968242"/>
                  <a:pt x="3607067" y="6259109"/>
                  <a:pt x="3248263" y="6259109"/>
                </a:cubicBezTo>
                <a:lnTo>
                  <a:pt x="649671" y="6259109"/>
                </a:lnTo>
                <a:cubicBezTo>
                  <a:pt x="290867" y="6259109"/>
                  <a:pt x="0" y="5968242"/>
                  <a:pt x="0" y="5609439"/>
                </a:cubicBezTo>
                <a:lnTo>
                  <a:pt x="0" y="649670"/>
                </a:lnTo>
              </a:path>
            </a:pathLst>
          </a:custGeom>
          <a:noFill xmlns:a="http://schemas.openxmlformats.org/drawingml/2006/main"/>
          <a:ln xmlns:a="http://schemas.openxmlformats.org/drawingml/2006/main" w="53933">
            <a:solidFill>
              <a:srgbClr val="2775C5"/>
            </a:solidFill>
            <a:prstDash val="solid"/>
          </a:ln>
        </p:spPr>
      </p:sp>
      <p:sp>
        <p:nvSpPr>
          <p:cNvPr id="5" name="pdf-path-6">
            <a:extLst xmlns:a="http://schemas.openxmlformats.org/drawingml/2006/main">
              <a:ext uri="{FF2B5EF4-FFF2-40B4-BE49-F238E27FC236}">
                <a16:creationId xmlns:a16="http://schemas.microsoft.com/office/drawing/2014/main" id="{AED3FCC0-6AA5-4B70-9A71-0EEFABB0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9703" y="148796"/>
            <a:ext cx="9049124" cy="2301446"/>
          </a:xfrm>
          <a:custGeom xmlns:a="http://schemas.openxmlformats.org/drawingml/2006/main">
            <a:pathLst>
              <a:path w="9049124" h="2301446">
                <a:moveTo>
                  <a:pt x="0" y="383579"/>
                </a:moveTo>
                <a:cubicBezTo>
                  <a:pt x="0" y="171734"/>
                  <a:pt x="171734" y="0"/>
                  <a:pt x="383578" y="0"/>
                </a:cubicBezTo>
                <a:lnTo>
                  <a:pt x="8665546" y="0"/>
                </a:lnTo>
                <a:cubicBezTo>
                  <a:pt x="8877391" y="0"/>
                  <a:pt x="9049124" y="171734"/>
                  <a:pt x="9049124" y="383579"/>
                </a:cubicBezTo>
                <a:lnTo>
                  <a:pt x="9049124" y="1917867"/>
                </a:lnTo>
                <a:cubicBezTo>
                  <a:pt x="9049124" y="2129712"/>
                  <a:pt x="8877391" y="2301446"/>
                  <a:pt x="8665546" y="2301446"/>
                </a:cubicBezTo>
                <a:lnTo>
                  <a:pt x="383578" y="2301446"/>
                </a:lnTo>
                <a:cubicBezTo>
                  <a:pt x="171734" y="2301446"/>
                  <a:pt x="0" y="2129712"/>
                  <a:pt x="0" y="1917867"/>
                </a:cubicBezTo>
                <a:lnTo>
                  <a:pt x="0" y="383579"/>
                </a:lnTo>
              </a:path>
            </a:pathLst>
          </a:custGeom>
          <a:noFill xmlns:a="http://schemas.openxmlformats.org/drawingml/2006/main"/>
          <a:ln xmlns:a="http://schemas.openxmlformats.org/drawingml/2006/main" w="53933">
            <a:solidFill>
              <a:srgbClr val="2775C5"/>
            </a:solidFill>
            <a:prstDash val="solid"/>
          </a:ln>
        </p:spPr>
      </p:sp>
      <p:sp>
        <p:nvSpPr>
          <p:cNvPr id="6" name="pdf-path-7">
            <a:extLst xmlns:a="http://schemas.openxmlformats.org/drawingml/2006/main">
              <a:ext uri="{FF2B5EF4-FFF2-40B4-BE49-F238E27FC236}">
                <a16:creationId xmlns:a16="http://schemas.microsoft.com/office/drawing/2014/main" id="{351B7353-9A6C-4ED9-BBFC-3F9BC998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9710" y="4556051"/>
            <a:ext cx="5547169" cy="1637011"/>
          </a:xfrm>
          <a:custGeom xmlns:a="http://schemas.openxmlformats.org/drawingml/2006/main">
            <a:pathLst>
              <a:path w="5547169" h="1637011">
                <a:moveTo>
                  <a:pt x="0" y="272839"/>
                </a:moveTo>
                <a:cubicBezTo>
                  <a:pt x="0" y="122154"/>
                  <a:pt x="122154" y="0"/>
                  <a:pt x="272839" y="0"/>
                </a:cubicBezTo>
                <a:lnTo>
                  <a:pt x="5274329" y="0"/>
                </a:lnTo>
                <a:cubicBezTo>
                  <a:pt x="5425013" y="0"/>
                  <a:pt x="5547169" y="122154"/>
                  <a:pt x="5547169" y="272839"/>
                </a:cubicBezTo>
                <a:lnTo>
                  <a:pt x="5547169" y="1364171"/>
                </a:lnTo>
                <a:cubicBezTo>
                  <a:pt x="5547169" y="1514856"/>
                  <a:pt x="5425013" y="1637011"/>
                  <a:pt x="5274329" y="1637011"/>
                </a:cubicBezTo>
                <a:lnTo>
                  <a:pt x="272839" y="1637011"/>
                </a:lnTo>
                <a:cubicBezTo>
                  <a:pt x="122154" y="1637011"/>
                  <a:pt x="0" y="1514856"/>
                  <a:pt x="0" y="1364171"/>
                </a:cubicBezTo>
                <a:lnTo>
                  <a:pt x="0" y="272839"/>
                </a:lnTo>
              </a:path>
            </a:pathLst>
          </a:custGeom>
          <a:noFill xmlns:a="http://schemas.openxmlformats.org/drawingml/2006/main"/>
          <a:ln xmlns:a="http://schemas.openxmlformats.org/drawingml/2006/main" w="53933">
            <a:solidFill>
              <a:srgbClr val="2775C5"/>
            </a:solidFill>
            <a:prstDash val="solid"/>
          </a:ln>
        </p:spPr>
      </p:sp>
      <p:sp>
        <p:nvSpPr>
          <p:cNvPr id="7" name="pdf-path-8">
            <a:extLst xmlns:a="http://schemas.openxmlformats.org/drawingml/2006/main">
              <a:ext uri="{FF2B5EF4-FFF2-40B4-BE49-F238E27FC236}">
                <a16:creationId xmlns:a16="http://schemas.microsoft.com/office/drawing/2014/main" id="{0CFA0CC5-E4F3-4165-B650-C629E261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9701" y="2523006"/>
            <a:ext cx="9049126" cy="3670054"/>
          </a:xfrm>
          <a:custGeom xmlns:a="http://schemas.openxmlformats.org/drawingml/2006/main">
            <a:pathLst>
              <a:path w="9049126" h="3670054">
                <a:moveTo>
                  <a:pt x="331853" y="0"/>
                </a:moveTo>
                <a:lnTo>
                  <a:pt x="8717273" y="0"/>
                </a:lnTo>
                <a:cubicBezTo>
                  <a:pt x="8900551" y="0"/>
                  <a:pt x="9049126" y="144227"/>
                  <a:pt x="9049126" y="322139"/>
                </a:cubicBezTo>
                <a:lnTo>
                  <a:pt x="9049126" y="979423"/>
                </a:lnTo>
                <a:lnTo>
                  <a:pt x="9049126" y="1610655"/>
                </a:lnTo>
                <a:lnTo>
                  <a:pt x="9049126" y="3132604"/>
                </a:lnTo>
                <a:cubicBezTo>
                  <a:pt x="9049126" y="3429429"/>
                  <a:pt x="8801245" y="3670054"/>
                  <a:pt x="8495468" y="3670054"/>
                </a:cubicBezTo>
                <a:lnTo>
                  <a:pt x="6280910" y="3670054"/>
                </a:lnTo>
                <a:cubicBezTo>
                  <a:pt x="5975135" y="3670054"/>
                  <a:pt x="5727255" y="3429429"/>
                  <a:pt x="5727255" y="3132604"/>
                </a:cubicBezTo>
                <a:lnTo>
                  <a:pt x="5727255" y="1932796"/>
                </a:lnTo>
                <a:lnTo>
                  <a:pt x="331853" y="1932796"/>
                </a:lnTo>
                <a:cubicBezTo>
                  <a:pt x="148576" y="1932796"/>
                  <a:pt x="0" y="1788568"/>
                  <a:pt x="0" y="1610655"/>
                </a:cubicBezTo>
                <a:lnTo>
                  <a:pt x="0" y="322139"/>
                </a:lnTo>
                <a:cubicBezTo>
                  <a:pt x="0" y="144227"/>
                  <a:pt x="148576" y="0"/>
                  <a:pt x="33185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33">
            <a:solidFill>
              <a:srgbClr val="2775C5"/>
            </a:solidFill>
            <a:prstDash val="solid"/>
          </a:ln>
        </p:spPr>
      </p:sp>
      <p:sp>
        <p:nvSpPr>
          <p:cNvPr id="8" name="pdf-path-9">
            <a:extLst xmlns:a="http://schemas.openxmlformats.org/drawingml/2006/main">
              <a:ext uri="{FF2B5EF4-FFF2-40B4-BE49-F238E27FC236}">
                <a16:creationId xmlns:a16="http://schemas.microsoft.com/office/drawing/2014/main" id="{CDAA74E9-F980-4355-9FB1-43755669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7954" y="3817146"/>
            <a:ext cx="2454891" cy="557204"/>
          </a:xfrm>
          <a:custGeom xmlns:a="http://schemas.openxmlformats.org/drawingml/2006/main">
            <a:pathLst>
              <a:path w="2454891" h="557204">
                <a:moveTo>
                  <a:pt x="0" y="92869"/>
                </a:moveTo>
                <a:cubicBezTo>
                  <a:pt x="0" y="41579"/>
                  <a:pt x="41579" y="0"/>
                  <a:pt x="92870" y="0"/>
                </a:cubicBezTo>
                <a:lnTo>
                  <a:pt x="2362020" y="0"/>
                </a:lnTo>
                <a:cubicBezTo>
                  <a:pt x="2413312" y="0"/>
                  <a:pt x="2454891" y="41579"/>
                  <a:pt x="2454891" y="92869"/>
                </a:cubicBezTo>
                <a:lnTo>
                  <a:pt x="2454891" y="464335"/>
                </a:lnTo>
                <a:cubicBezTo>
                  <a:pt x="2454891" y="515625"/>
                  <a:pt x="2413312" y="557204"/>
                  <a:pt x="2362020" y="557204"/>
                </a:cubicBezTo>
                <a:lnTo>
                  <a:pt x="92870" y="557204"/>
                </a:lnTo>
                <a:cubicBezTo>
                  <a:pt x="41579" y="557204"/>
                  <a:pt x="0" y="515625"/>
                  <a:pt x="0" y="464335"/>
                </a:cubicBezTo>
                <a:lnTo>
                  <a:pt x="0" y="92869"/>
                </a:lnTo>
              </a:path>
            </a:pathLst>
          </a:custGeom>
          <a:solidFill xmlns:a="http://schemas.openxmlformats.org/drawingml/2006/main">
            <a:srgbClr val="E4F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path-10">
            <a:extLst xmlns:a="http://schemas.openxmlformats.org/drawingml/2006/main">
              <a:ext uri="{FF2B5EF4-FFF2-40B4-BE49-F238E27FC236}">
                <a16:creationId xmlns:a16="http://schemas.microsoft.com/office/drawing/2014/main" id="{CB6F60D7-B568-40FF-B0FD-E70F3D50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7954" y="3817146"/>
            <a:ext cx="2454890" cy="557205"/>
          </a:xfrm>
          <a:custGeom xmlns:a="http://schemas.openxmlformats.org/drawingml/2006/main">
            <a:pathLst>
              <a:path w="2454890" h="557205">
                <a:moveTo>
                  <a:pt x="0" y="92869"/>
                </a:moveTo>
                <a:cubicBezTo>
                  <a:pt x="0" y="41579"/>
                  <a:pt x="41579" y="0"/>
                  <a:pt x="92869" y="0"/>
                </a:cubicBezTo>
                <a:lnTo>
                  <a:pt x="2362021" y="0"/>
                </a:lnTo>
                <a:cubicBezTo>
                  <a:pt x="2413311" y="0"/>
                  <a:pt x="2454890" y="41579"/>
                  <a:pt x="2454890" y="92869"/>
                </a:cubicBezTo>
                <a:lnTo>
                  <a:pt x="2454890" y="464335"/>
                </a:lnTo>
                <a:cubicBezTo>
                  <a:pt x="2454890" y="515626"/>
                  <a:pt x="2413311" y="557205"/>
                  <a:pt x="2362021" y="557205"/>
                </a:cubicBezTo>
                <a:lnTo>
                  <a:pt x="92869" y="557205"/>
                </a:lnTo>
                <a:cubicBezTo>
                  <a:pt x="41579" y="557205"/>
                  <a:pt x="0" y="515626"/>
                  <a:pt x="0" y="464335"/>
                </a:cubicBezTo>
                <a:lnTo>
                  <a:pt x="0" y="92869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196B24"/>
            </a:solidFill>
            <a:prstDash val="solid"/>
          </a:ln>
        </p:spPr>
      </p:sp>
      <p:sp>
        <p:nvSpPr>
          <p:cNvPr id="10" name="pdf-path-11">
            <a:extLst xmlns:a="http://schemas.openxmlformats.org/drawingml/2006/main">
              <a:ext uri="{FF2B5EF4-FFF2-40B4-BE49-F238E27FC236}">
                <a16:creationId xmlns:a16="http://schemas.microsoft.com/office/drawing/2014/main" id="{14469D03-33CF-48CF-A22F-0079B582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7513" y="2616956"/>
            <a:ext cx="2454889" cy="557205"/>
          </a:xfrm>
          <a:custGeom xmlns:a="http://schemas.openxmlformats.org/drawingml/2006/main">
            <a:pathLst>
              <a:path w="2454889" h="557205">
                <a:moveTo>
                  <a:pt x="0" y="92869"/>
                </a:moveTo>
                <a:cubicBezTo>
                  <a:pt x="0" y="41578"/>
                  <a:pt x="41578" y="0"/>
                  <a:pt x="92869" y="0"/>
                </a:cubicBezTo>
                <a:lnTo>
                  <a:pt x="2362019" y="0"/>
                </a:lnTo>
                <a:cubicBezTo>
                  <a:pt x="2413310" y="0"/>
                  <a:pt x="2454889" y="41578"/>
                  <a:pt x="2454889" y="92869"/>
                </a:cubicBezTo>
                <a:lnTo>
                  <a:pt x="2454889" y="464336"/>
                </a:lnTo>
                <a:cubicBezTo>
                  <a:pt x="2454889" y="515626"/>
                  <a:pt x="2413310" y="557205"/>
                  <a:pt x="2362019" y="557205"/>
                </a:cubicBezTo>
                <a:lnTo>
                  <a:pt x="92869" y="557205"/>
                </a:lnTo>
                <a:cubicBezTo>
                  <a:pt x="41578" y="557205"/>
                  <a:pt x="0" y="515626"/>
                  <a:pt x="0" y="464336"/>
                </a:cubicBezTo>
                <a:lnTo>
                  <a:pt x="0" y="92869"/>
                </a:lnTo>
              </a:path>
            </a:pathLst>
          </a:custGeom>
          <a:solidFill xmlns:a="http://schemas.openxmlformats.org/drawingml/2006/main">
            <a:srgbClr val="E4F3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12">
            <a:extLst xmlns:a="http://schemas.openxmlformats.org/drawingml/2006/main">
              <a:ext uri="{FF2B5EF4-FFF2-40B4-BE49-F238E27FC236}">
                <a16:creationId xmlns:a16="http://schemas.microsoft.com/office/drawing/2014/main" id="{D614F760-5CF8-4DD2-B530-3D9B830D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7513" y="2616956"/>
            <a:ext cx="2454890" cy="557205"/>
          </a:xfrm>
          <a:custGeom xmlns:a="http://schemas.openxmlformats.org/drawingml/2006/main">
            <a:pathLst>
              <a:path w="2454890" h="557205">
                <a:moveTo>
                  <a:pt x="0" y="92869"/>
                </a:moveTo>
                <a:cubicBezTo>
                  <a:pt x="0" y="41579"/>
                  <a:pt x="41579" y="0"/>
                  <a:pt x="92869" y="0"/>
                </a:cubicBezTo>
                <a:lnTo>
                  <a:pt x="2362021" y="0"/>
                </a:lnTo>
                <a:cubicBezTo>
                  <a:pt x="2413311" y="0"/>
                  <a:pt x="2454890" y="41579"/>
                  <a:pt x="2454890" y="92869"/>
                </a:cubicBezTo>
                <a:lnTo>
                  <a:pt x="2454890" y="464335"/>
                </a:lnTo>
                <a:cubicBezTo>
                  <a:pt x="2454890" y="515626"/>
                  <a:pt x="2413311" y="557205"/>
                  <a:pt x="2362021" y="557205"/>
                </a:cubicBezTo>
                <a:lnTo>
                  <a:pt x="92869" y="557205"/>
                </a:lnTo>
                <a:cubicBezTo>
                  <a:pt x="41579" y="557205"/>
                  <a:pt x="0" y="515626"/>
                  <a:pt x="0" y="464335"/>
                </a:cubicBezTo>
                <a:lnTo>
                  <a:pt x="0" y="92869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196B24"/>
            </a:solidFill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F21E3-24BC-4835-97C2-D7CE8F83FC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ba5d0fd5e46ac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865624" y="1198479"/>
            <a:ext cx="895927" cy="692638"/>
          </a:xfrm>
          <a:prstGeom xmlns:a="http://schemas.openxmlformats.org/drawingml/2006/main" prst="rect">
            <a:avLst/>
          </a:prstGeom>
        </p:spPr>
      </p:pic>
      <p:sp>
        <p:nvSpPr>
          <p:cNvPr id="13" name="pdf-source-image-0">
            <a:extLst xmlns:a="http://schemas.openxmlformats.org/drawingml/2006/main">
              <a:ext uri="{FF2B5EF4-FFF2-40B4-BE49-F238E27FC236}">
                <a16:creationId xmlns:a16="http://schemas.microsoft.com/office/drawing/2014/main" id="{E48BFAD1-BBBD-448A-A397-B2CD7492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5624" y="1198479"/>
            <a:ext cx="895927" cy="692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C0E38-87AD-4AB9-BCB9-95ED875032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b5624c067455f"/>
          <a:srcRect xmlns:a="http://schemas.openxmlformats.org/drawingml/2006/main" l="0" t="4806" r="0" b="48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1426" y="271872"/>
            <a:ext cx="2272261" cy="2053856"/>
          </a:xfrm>
          <a:prstGeom xmlns:a="http://schemas.openxmlformats.org/drawingml/2006/main" prst="rect">
            <a:avLst/>
          </a:prstGeom>
        </p:spPr>
      </p:pic>
      <p:sp>
        <p:nvSpPr>
          <p:cNvPr id="15" name="pdf-source-image-1">
            <a:extLst xmlns:a="http://schemas.openxmlformats.org/drawingml/2006/main">
              <a:ext uri="{FF2B5EF4-FFF2-40B4-BE49-F238E27FC236}">
                <a16:creationId xmlns:a16="http://schemas.microsoft.com/office/drawing/2014/main" id="{8F804BEC-00CA-4D94-8155-C08E054C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426" y="271872"/>
            <a:ext cx="2272261" cy="2053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pdf-path-15">
            <a:extLst xmlns:a="http://schemas.openxmlformats.org/drawingml/2006/main">
              <a:ext uri="{FF2B5EF4-FFF2-40B4-BE49-F238E27FC236}">
                <a16:creationId xmlns:a16="http://schemas.microsoft.com/office/drawing/2014/main" id="{FBC5EFE3-0B91-4F1A-A9E1-877446A0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1201" y="251648"/>
            <a:ext cx="2312711" cy="2094306"/>
          </a:xfrm>
          <a:custGeom xmlns:a="http://schemas.openxmlformats.org/drawingml/2006/main">
            <a:pathLst>
              <a:path w="2312711" h="2094306">
                <a:moveTo>
                  <a:pt x="0" y="0"/>
                </a:moveTo>
                <a:lnTo>
                  <a:pt x="2312711" y="0"/>
                </a:lnTo>
                <a:lnTo>
                  <a:pt x="2312711" y="2094306"/>
                </a:lnTo>
                <a:lnTo>
                  <a:pt x="0" y="20943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0450">
            <a:solidFill>
              <a:srgbClr val="8C8C8C"/>
            </a:solidFill>
            <a:prstDash val="dash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11FBC-E0E0-44E2-A569-2E95B7B2E9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4966cdcd14595"/>
          <a:srcRect xmlns:a="http://schemas.openxmlformats.org/drawingml/2006/main" l="5071" t="0" r="50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1430" y="2611784"/>
            <a:ext cx="2821672" cy="1766315"/>
          </a:xfrm>
          <a:prstGeom xmlns:a="http://schemas.openxmlformats.org/drawingml/2006/main" prst="rect">
            <a:avLst/>
          </a:prstGeom>
        </p:spPr>
      </p:pic>
      <p:sp>
        <p:nvSpPr>
          <p:cNvPr id="18" name="pdf-source-image-2">
            <a:extLst xmlns:a="http://schemas.openxmlformats.org/drawingml/2006/main">
              <a:ext uri="{FF2B5EF4-FFF2-40B4-BE49-F238E27FC236}">
                <a16:creationId xmlns:a16="http://schemas.microsoft.com/office/drawing/2014/main" id="{1C274F5C-5FD4-4837-B577-92FDE1F3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430" y="2611784"/>
            <a:ext cx="2821672" cy="1766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pdf-path-17">
            <a:extLst xmlns:a="http://schemas.openxmlformats.org/drawingml/2006/main">
              <a:ext uri="{FF2B5EF4-FFF2-40B4-BE49-F238E27FC236}">
                <a16:creationId xmlns:a16="http://schemas.microsoft.com/office/drawing/2014/main" id="{9161C821-D373-4CAE-94BA-D39E1D32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1205" y="2591559"/>
            <a:ext cx="2654955" cy="1806765"/>
          </a:xfrm>
          <a:custGeom xmlns:a="http://schemas.openxmlformats.org/drawingml/2006/main">
            <a:pathLst>
              <a:path w="2654955" h="1806765">
                <a:moveTo>
                  <a:pt x="0" y="0"/>
                </a:moveTo>
                <a:lnTo>
                  <a:pt x="2654955" y="0"/>
                </a:lnTo>
                <a:lnTo>
                  <a:pt x="2654955" y="1806765"/>
                </a:lnTo>
                <a:lnTo>
                  <a:pt x="0" y="18067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0450">
            <a:solidFill>
              <a:srgbClr val="007428"/>
            </a:solidFill>
            <a:prstDash val="dash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DC892-AD7A-4EBE-948A-3DB3DBD8EB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c0255be9a4a7a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88026" y="539415"/>
            <a:ext cx="687808" cy="434816"/>
          </a:xfrm>
          <a:prstGeom xmlns:a="http://schemas.openxmlformats.org/drawingml/2006/main" prst="rect">
            <a:avLst/>
          </a:prstGeom>
        </p:spPr>
      </p:pic>
      <p:sp>
        <p:nvSpPr>
          <p:cNvPr id="21" name="pdf-source-image-3">
            <a:extLst xmlns:a="http://schemas.openxmlformats.org/drawingml/2006/main">
              <a:ext uri="{FF2B5EF4-FFF2-40B4-BE49-F238E27FC236}">
                <a16:creationId xmlns:a16="http://schemas.microsoft.com/office/drawing/2014/main" id="{88F6E776-D49F-403E-860C-DFB74AB1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8026" y="539415"/>
            <a:ext cx="687808" cy="434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30D65D-AA6B-468C-87D4-CA332D825F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05ce31bd247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83026" y="792839"/>
            <a:ext cx="759377" cy="763692"/>
          </a:xfrm>
          <a:prstGeom xmlns:a="http://schemas.openxmlformats.org/drawingml/2006/main" prst="rect">
            <a:avLst/>
          </a:prstGeom>
        </p:spPr>
      </p:pic>
      <p:sp>
        <p:nvSpPr>
          <p:cNvPr id="23" name="pdf-source-image-4">
            <a:extLst xmlns:a="http://schemas.openxmlformats.org/drawingml/2006/main">
              <a:ext uri="{FF2B5EF4-FFF2-40B4-BE49-F238E27FC236}">
                <a16:creationId xmlns:a16="http://schemas.microsoft.com/office/drawing/2014/main" id="{45327C40-1909-44F6-8685-161CD281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3026" y="792839"/>
            <a:ext cx="759377" cy="763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A7AE3894-0AD0-4EF0-A909-400F484A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2467" y="578682"/>
            <a:ext cx="1109173" cy="143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5" b="1" i="0">
                <a:solidFill>
                  <a:srgbClr val="286C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5" b="1" i="0">
                <a:solidFill>
                  <a:srgbClr val="286C8B"/>
                </a:solidFill>
                <a:latin typeface="Arial"/>
                <a:ea typeface="Arial"/>
                <a:cs typeface="Arial"/>
              </a:defRPr>
            </a:pPr>
            <a:r>
              <a:rPr sz="1055" b="1" i="0">
                <a:solidFill>
                  <a:srgbClr val="286C8B"/>
                </a:solidFill>
                <a:latin typeface="Arial"/>
                <a:ea typeface="Arial"/>
                <a:cs typeface="Arial"/>
              </a:rPr>
              <a:t>3D Asset Library</a:t>
            </a:r>
          </a:p>
        </p:txBody>
      </p:sp>
      <p:sp>
        <p:nvSpPr>
          <p:cNvPr id="25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F1C7724D-4FE5-41F4-A87B-CFA47920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3469" y="966119"/>
            <a:ext cx="607964" cy="161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“a white </a:t>
            </a:r>
          </a:p>
        </p:txBody>
      </p:sp>
      <p:sp>
        <p:nvSpPr>
          <p:cNvPr id="26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BDF3A196-D264-47ED-A807-A629A22B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4368" y="1164593"/>
            <a:ext cx="412594" cy="161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bowl”</a:t>
            </a:r>
          </a:p>
        </p:txBody>
      </p:sp>
      <p:sp>
        <p:nvSpPr>
          <p:cNvPr id="27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DCAF63AC-2575-4096-8A1D-9A425D54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6102" y="1781586"/>
            <a:ext cx="493362" cy="161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“a half </a:t>
            </a:r>
          </a:p>
        </p:txBody>
      </p:sp>
      <p:sp>
        <p:nvSpPr>
          <p:cNvPr id="28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86DCC659-2C69-4145-A192-9E2FF494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889" y="1980060"/>
            <a:ext cx="518265" cy="161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lemon”</a:t>
            </a:r>
          </a:p>
        </p:txBody>
      </p:sp>
      <p:sp>
        <p:nvSpPr>
          <p:cNvPr id="29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5C31DB11-D910-4AB0-A3B0-4AFF27E8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1158" y="455228"/>
            <a:ext cx="1460684" cy="19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8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8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Image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4C1D00-A498-483B-AEA6-838D98C01A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6ae4b1cb34756"/>
          <a:srcRect xmlns:a="http://schemas.openxmlformats.org/drawingml/2006/main" l="0" t="797" r="0" b="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9053" y="368432"/>
            <a:ext cx="2286208" cy="1956081"/>
          </a:xfrm>
          <a:prstGeom xmlns:a="http://schemas.openxmlformats.org/drawingml/2006/main" prst="rect">
            <a:avLst/>
          </a:prstGeom>
        </p:spPr>
      </p:pic>
      <p:sp>
        <p:nvSpPr>
          <p:cNvPr id="31" name="pdf-source-image-5">
            <a:extLst xmlns:a="http://schemas.openxmlformats.org/drawingml/2006/main">
              <a:ext uri="{FF2B5EF4-FFF2-40B4-BE49-F238E27FC236}">
                <a16:creationId xmlns:a16="http://schemas.microsoft.com/office/drawing/2014/main" id="{80E7B8AC-3D19-4943-BD59-D6B9BA3E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9053" y="368432"/>
            <a:ext cx="2286208" cy="1956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pdf-path-27">
            <a:extLst xmlns:a="http://schemas.openxmlformats.org/drawingml/2006/main">
              <a:ext uri="{FF2B5EF4-FFF2-40B4-BE49-F238E27FC236}">
                <a16:creationId xmlns:a16="http://schemas.microsoft.com/office/drawing/2014/main" id="{A2462B31-52A4-410B-878C-C349FB3E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8828" y="348208"/>
            <a:ext cx="2326659" cy="1996531"/>
          </a:xfrm>
          <a:custGeom xmlns:a="http://schemas.openxmlformats.org/drawingml/2006/main">
            <a:pathLst>
              <a:path w="2326659" h="1996531">
                <a:moveTo>
                  <a:pt x="0" y="0"/>
                </a:moveTo>
                <a:lnTo>
                  <a:pt x="2326659" y="0"/>
                </a:lnTo>
                <a:lnTo>
                  <a:pt x="2326659" y="1996531"/>
                </a:lnTo>
                <a:lnTo>
                  <a:pt x="0" y="19965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0450">
            <a:solidFill>
              <a:srgbClr val="8C8C8C"/>
            </a:solidFill>
            <a:prstDash val="dash"/>
          </a:ln>
        </p:spPr>
      </p:sp>
      <p:sp>
        <p:nvSpPr>
          <p:cNvPr id="33" name="pdf-path-28">
            <a:extLst xmlns:a="http://schemas.openxmlformats.org/drawingml/2006/main">
              <a:ext uri="{FF2B5EF4-FFF2-40B4-BE49-F238E27FC236}">
                <a16:creationId xmlns:a16="http://schemas.microsoft.com/office/drawing/2014/main" id="{CF4FC435-3945-44C8-B593-6BFD6ECB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2360" y="1494836"/>
            <a:ext cx="158184" cy="232689"/>
          </a:xfrm>
          <a:custGeom xmlns:a="http://schemas.openxmlformats.org/drawingml/2006/main">
            <a:pathLst>
              <a:path w="158184" h="232689">
                <a:moveTo>
                  <a:pt x="158184" y="0"/>
                </a:moveTo>
                <a:lnTo>
                  <a:pt x="0" y="232689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34" name="pdf-path-29">
            <a:extLst xmlns:a="http://schemas.openxmlformats.org/drawingml/2006/main">
              <a:ext uri="{FF2B5EF4-FFF2-40B4-BE49-F238E27FC236}">
                <a16:creationId xmlns:a16="http://schemas.microsoft.com/office/drawing/2014/main" id="{6FE0BF19-A426-4ECB-972A-FD52CB1B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2247" y="1727527"/>
            <a:ext cx="350114" cy="95"/>
          </a:xfrm>
          <a:custGeom xmlns:a="http://schemas.openxmlformats.org/drawingml/2006/main">
            <a:pathLst>
              <a:path w="350114" h="95">
                <a:moveTo>
                  <a:pt x="350114" y="0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35" name="pdf-path-30">
            <a:extLst xmlns:a="http://schemas.openxmlformats.org/drawingml/2006/main">
              <a:ext uri="{FF2B5EF4-FFF2-40B4-BE49-F238E27FC236}">
                <a16:creationId xmlns:a16="http://schemas.microsoft.com/office/drawing/2014/main" id="{ECED4945-4B47-4898-AD7B-8506720A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2248" y="1727526"/>
            <a:ext cx="40063" cy="223608"/>
          </a:xfrm>
          <a:custGeom xmlns:a="http://schemas.openxmlformats.org/drawingml/2006/main">
            <a:pathLst>
              <a:path w="40063" h="223608">
                <a:moveTo>
                  <a:pt x="40063" y="2236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36" name="pdf-path-31">
            <a:extLst xmlns:a="http://schemas.openxmlformats.org/drawingml/2006/main">
              <a:ext uri="{FF2B5EF4-FFF2-40B4-BE49-F238E27FC236}">
                <a16:creationId xmlns:a16="http://schemas.microsoft.com/office/drawing/2014/main" id="{3AFFEA9D-3A3C-431D-A2EC-8C3C2BCF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2360" y="1727526"/>
            <a:ext cx="13157" cy="223608"/>
          </a:xfrm>
          <a:custGeom xmlns:a="http://schemas.openxmlformats.org/drawingml/2006/main">
            <a:pathLst>
              <a:path w="13157" h="223608">
                <a:moveTo>
                  <a:pt x="13157" y="2236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37" name="pdf-path-32">
            <a:extLst xmlns:a="http://schemas.openxmlformats.org/drawingml/2006/main">
              <a:ext uri="{FF2B5EF4-FFF2-40B4-BE49-F238E27FC236}">
                <a16:creationId xmlns:a16="http://schemas.microsoft.com/office/drawing/2014/main" id="{3297C228-91E8-4CD7-8D67-7A53E05E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5517" y="1671971"/>
            <a:ext cx="145026" cy="279163"/>
          </a:xfrm>
          <a:custGeom xmlns:a="http://schemas.openxmlformats.org/drawingml/2006/main">
            <a:pathLst>
              <a:path w="145026" h="279163">
                <a:moveTo>
                  <a:pt x="0" y="279163"/>
                </a:moveTo>
                <a:lnTo>
                  <a:pt x="1450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38" name="pdf-path-33">
            <a:extLst xmlns:a="http://schemas.openxmlformats.org/drawingml/2006/main">
              <a:ext uri="{FF2B5EF4-FFF2-40B4-BE49-F238E27FC236}">
                <a16:creationId xmlns:a16="http://schemas.microsoft.com/office/drawing/2014/main" id="{E1F858F3-8D1F-49EB-98C0-8E468DE1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9652" y="1494836"/>
            <a:ext cx="266097" cy="95"/>
          </a:xfrm>
          <a:custGeom xmlns:a="http://schemas.openxmlformats.org/drawingml/2006/main">
            <a:pathLst>
              <a:path w="266097" h="95">
                <a:moveTo>
                  <a:pt x="0" y="0"/>
                </a:moveTo>
                <a:lnTo>
                  <a:pt x="266097" y="1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39" name="pdf-path-34">
            <a:extLst xmlns:a="http://schemas.openxmlformats.org/drawingml/2006/main">
              <a:ext uri="{FF2B5EF4-FFF2-40B4-BE49-F238E27FC236}">
                <a16:creationId xmlns:a16="http://schemas.microsoft.com/office/drawing/2014/main" id="{1A1A21F5-3319-4FF8-BD72-882F91CE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5747" y="1491416"/>
            <a:ext cx="4796" cy="180554"/>
          </a:xfrm>
          <a:custGeom xmlns:a="http://schemas.openxmlformats.org/drawingml/2006/main">
            <a:pathLst>
              <a:path w="4796" h="180554">
                <a:moveTo>
                  <a:pt x="4796" y="18055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40" name="pdf-path-35">
            <a:extLst xmlns:a="http://schemas.openxmlformats.org/drawingml/2006/main">
              <a:ext uri="{FF2B5EF4-FFF2-40B4-BE49-F238E27FC236}">
                <a16:creationId xmlns:a16="http://schemas.microsoft.com/office/drawing/2014/main" id="{6839E5A0-D968-4FBD-956E-DF5370A3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913" y="1783083"/>
            <a:ext cx="134994" cy="168052"/>
          </a:xfrm>
          <a:custGeom xmlns:a="http://schemas.openxmlformats.org/drawingml/2006/main">
            <a:pathLst>
              <a:path w="134994" h="168052">
                <a:moveTo>
                  <a:pt x="0" y="168052"/>
                </a:moveTo>
                <a:lnTo>
                  <a:pt x="134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41" name="pdf-path-36">
            <a:extLst xmlns:a="http://schemas.openxmlformats.org/drawingml/2006/main">
              <a:ext uri="{FF2B5EF4-FFF2-40B4-BE49-F238E27FC236}">
                <a16:creationId xmlns:a16="http://schemas.microsoft.com/office/drawing/2014/main" id="{90736B1B-EB21-41C3-897C-BEB86CFC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8919" y="1491416"/>
            <a:ext cx="5346" cy="90277"/>
          </a:xfrm>
          <a:custGeom xmlns:a="http://schemas.openxmlformats.org/drawingml/2006/main">
            <a:pathLst>
              <a:path w="5346" h="90277">
                <a:moveTo>
                  <a:pt x="5346" y="902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42" name="pdf-path-37">
            <a:extLst xmlns:a="http://schemas.openxmlformats.org/drawingml/2006/main">
              <a:ext uri="{FF2B5EF4-FFF2-40B4-BE49-F238E27FC236}">
                <a16:creationId xmlns:a16="http://schemas.microsoft.com/office/drawing/2014/main" id="{4AFE5CEF-8ACA-4511-9592-043FDAA8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7513" y="1948864"/>
            <a:ext cx="335186" cy="95"/>
          </a:xfrm>
          <a:custGeom xmlns:a="http://schemas.openxmlformats.org/drawingml/2006/main">
            <a:pathLst>
              <a:path w="335186" h="95">
                <a:moveTo>
                  <a:pt x="335186" y="0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43" name="pdf-path-38">
            <a:extLst xmlns:a="http://schemas.openxmlformats.org/drawingml/2006/main">
              <a:ext uri="{FF2B5EF4-FFF2-40B4-BE49-F238E27FC236}">
                <a16:creationId xmlns:a16="http://schemas.microsoft.com/office/drawing/2014/main" id="{404FC06B-29B5-441C-AC5F-79418316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7450" y="1489147"/>
            <a:ext cx="242202" cy="236110"/>
          </a:xfrm>
          <a:custGeom xmlns:a="http://schemas.openxmlformats.org/drawingml/2006/main">
            <a:pathLst>
              <a:path w="242202" h="236110">
                <a:moveTo>
                  <a:pt x="242202" y="0"/>
                </a:moveTo>
                <a:lnTo>
                  <a:pt x="0" y="236110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44" name="pdf-path-39">
            <a:extLst xmlns:a="http://schemas.openxmlformats.org/drawingml/2006/main">
              <a:ext uri="{FF2B5EF4-FFF2-40B4-BE49-F238E27FC236}">
                <a16:creationId xmlns:a16="http://schemas.microsoft.com/office/drawing/2014/main" id="{224B3ED0-B803-4AAF-94A1-A2AE74C6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5813" y="1632250"/>
            <a:ext cx="48723" cy="156596"/>
          </a:xfrm>
          <a:custGeom xmlns:a="http://schemas.openxmlformats.org/drawingml/2006/main">
            <a:pathLst>
              <a:path w="48723" h="156596">
                <a:moveTo>
                  <a:pt x="0" y="0"/>
                </a:moveTo>
                <a:lnTo>
                  <a:pt x="48723" y="156596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45" name="pdf-path-40">
            <a:extLst xmlns:a="http://schemas.openxmlformats.org/drawingml/2006/main">
              <a:ext uri="{FF2B5EF4-FFF2-40B4-BE49-F238E27FC236}">
                <a16:creationId xmlns:a16="http://schemas.microsoft.com/office/drawing/2014/main" id="{DCB00491-D09C-4E5E-9928-22F0FC39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7932" y="1634904"/>
            <a:ext cx="69761" cy="156596"/>
          </a:xfrm>
          <a:custGeom xmlns:a="http://schemas.openxmlformats.org/drawingml/2006/main">
            <a:pathLst>
              <a:path w="69761" h="156596">
                <a:moveTo>
                  <a:pt x="0" y="0"/>
                </a:moveTo>
                <a:lnTo>
                  <a:pt x="69761" y="156596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46" name="pdf-path-41">
            <a:extLst xmlns:a="http://schemas.openxmlformats.org/drawingml/2006/main">
              <a:ext uri="{FF2B5EF4-FFF2-40B4-BE49-F238E27FC236}">
                <a16:creationId xmlns:a16="http://schemas.microsoft.com/office/drawing/2014/main" id="{8F162C92-86A7-42D5-B182-6EE8843C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4538" y="1788845"/>
            <a:ext cx="134550" cy="95"/>
          </a:xfrm>
          <a:custGeom xmlns:a="http://schemas.openxmlformats.org/drawingml/2006/main">
            <a:pathLst>
              <a:path w="134550" h="95">
                <a:moveTo>
                  <a:pt x="0" y="0"/>
                </a:moveTo>
                <a:lnTo>
                  <a:pt x="134550" y="1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47" name="pdf-path-42">
            <a:extLst xmlns:a="http://schemas.openxmlformats.org/drawingml/2006/main">
              <a:ext uri="{FF2B5EF4-FFF2-40B4-BE49-F238E27FC236}">
                <a16:creationId xmlns:a16="http://schemas.microsoft.com/office/drawing/2014/main" id="{B4B4844F-8E6A-48FF-B503-2D3BEA64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5813" y="1634904"/>
            <a:ext cx="112118" cy="95"/>
          </a:xfrm>
          <a:custGeom xmlns:a="http://schemas.openxmlformats.org/drawingml/2006/main">
            <a:pathLst>
              <a:path w="112118" h="95">
                <a:moveTo>
                  <a:pt x="0" y="0"/>
                </a:moveTo>
                <a:lnTo>
                  <a:pt x="112118" y="1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48" name="pdf-path-43">
            <a:extLst xmlns:a="http://schemas.openxmlformats.org/drawingml/2006/main">
              <a:ext uri="{FF2B5EF4-FFF2-40B4-BE49-F238E27FC236}">
                <a16:creationId xmlns:a16="http://schemas.microsoft.com/office/drawing/2014/main" id="{6107A98D-0F24-4CCA-A386-EEDC8465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3986" y="1788845"/>
            <a:ext cx="10552" cy="116783"/>
          </a:xfrm>
          <a:custGeom xmlns:a="http://schemas.openxmlformats.org/drawingml/2006/main">
            <a:pathLst>
              <a:path w="10552" h="116783">
                <a:moveTo>
                  <a:pt x="10552" y="0"/>
                </a:moveTo>
                <a:lnTo>
                  <a:pt x="0" y="116783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49" name="pdf-path-44">
            <a:extLst xmlns:a="http://schemas.openxmlformats.org/drawingml/2006/main">
              <a:ext uri="{FF2B5EF4-FFF2-40B4-BE49-F238E27FC236}">
                <a16:creationId xmlns:a16="http://schemas.microsoft.com/office/drawing/2014/main" id="{E3A5578A-EBC5-4EB7-ABA2-B12CC1BC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9144" y="1634904"/>
            <a:ext cx="5276" cy="116783"/>
          </a:xfrm>
          <a:custGeom xmlns:a="http://schemas.openxmlformats.org/drawingml/2006/main">
            <a:pathLst>
              <a:path w="5276" h="116783">
                <a:moveTo>
                  <a:pt x="5276" y="0"/>
                </a:moveTo>
                <a:lnTo>
                  <a:pt x="0" y="116783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50" name="pdf-path-45">
            <a:extLst xmlns:a="http://schemas.openxmlformats.org/drawingml/2006/main">
              <a:ext uri="{FF2B5EF4-FFF2-40B4-BE49-F238E27FC236}">
                <a16:creationId xmlns:a16="http://schemas.microsoft.com/office/drawing/2014/main" id="{CC97F6C7-3881-4E2F-A39D-653025B5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3742" y="1785916"/>
            <a:ext cx="13952" cy="119711"/>
          </a:xfrm>
          <a:custGeom xmlns:a="http://schemas.openxmlformats.org/drawingml/2006/main">
            <a:pathLst>
              <a:path w="13952" h="119711">
                <a:moveTo>
                  <a:pt x="13952" y="0"/>
                </a:moveTo>
                <a:lnTo>
                  <a:pt x="0" y="119711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51" name="pdf-path-46">
            <a:extLst xmlns:a="http://schemas.openxmlformats.org/drawingml/2006/main">
              <a:ext uri="{FF2B5EF4-FFF2-40B4-BE49-F238E27FC236}">
                <a16:creationId xmlns:a16="http://schemas.microsoft.com/office/drawing/2014/main" id="{D49B16AA-A9B8-4DCF-9244-A7FF614D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2591" y="1905628"/>
            <a:ext cx="131150" cy="95"/>
          </a:xfrm>
          <a:custGeom xmlns:a="http://schemas.openxmlformats.org/drawingml/2006/main">
            <a:pathLst>
              <a:path w="131150" h="95">
                <a:moveTo>
                  <a:pt x="0" y="0"/>
                </a:moveTo>
                <a:lnTo>
                  <a:pt x="131150" y="1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52" name="pdf-path-47">
            <a:extLst xmlns:a="http://schemas.openxmlformats.org/drawingml/2006/main">
              <a:ext uri="{FF2B5EF4-FFF2-40B4-BE49-F238E27FC236}">
                <a16:creationId xmlns:a16="http://schemas.microsoft.com/office/drawing/2014/main" id="{79297C20-8F25-4292-8F38-27B728E7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9143" y="1751687"/>
            <a:ext cx="43448" cy="153941"/>
          </a:xfrm>
          <a:custGeom xmlns:a="http://schemas.openxmlformats.org/drawingml/2006/main">
            <a:pathLst>
              <a:path w="43448" h="153941">
                <a:moveTo>
                  <a:pt x="43448" y="1539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53" name="pdf-path-48">
            <a:extLst xmlns:a="http://schemas.openxmlformats.org/drawingml/2006/main">
              <a:ext uri="{FF2B5EF4-FFF2-40B4-BE49-F238E27FC236}">
                <a16:creationId xmlns:a16="http://schemas.microsoft.com/office/drawing/2014/main" id="{0227F741-C87F-4502-9F9D-292E5A21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141" y="1634904"/>
            <a:ext cx="95" cy="52420"/>
          </a:xfrm>
          <a:custGeom xmlns:a="http://schemas.openxmlformats.org/drawingml/2006/main">
            <a:pathLst>
              <a:path w="95" h="52420">
                <a:moveTo>
                  <a:pt x="0" y="0"/>
                </a:moveTo>
                <a:lnTo>
                  <a:pt x="2" y="52420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sp>
        <p:nvSpPr>
          <p:cNvPr id="54" name="pdf-path-49">
            <a:extLst xmlns:a="http://schemas.openxmlformats.org/drawingml/2006/main">
              <a:ext uri="{FF2B5EF4-FFF2-40B4-BE49-F238E27FC236}">
                <a16:creationId xmlns:a16="http://schemas.microsoft.com/office/drawing/2014/main" id="{916625B5-E1D9-4C4F-990C-036C2C43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5274" y="1802503"/>
            <a:ext cx="37070" cy="103125"/>
          </a:xfrm>
          <a:custGeom xmlns:a="http://schemas.openxmlformats.org/drawingml/2006/main">
            <a:pathLst>
              <a:path w="37070" h="103125">
                <a:moveTo>
                  <a:pt x="37070" y="103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FF0000"/>
            </a:solidFill>
            <a:prstDash val="solid"/>
          </a:ln>
        </p:spPr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688DA9-24A1-45DB-A4A5-169D60D6A0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3a255847947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41670" y="4581094"/>
            <a:ext cx="241620" cy="202788"/>
          </a:xfrm>
          <a:prstGeom xmlns:a="http://schemas.openxmlformats.org/drawingml/2006/main" prst="rect">
            <a:avLst/>
          </a:prstGeom>
        </p:spPr>
      </p:pic>
      <p:sp>
        <p:nvSpPr>
          <p:cNvPr id="56" name="pdf-source-image-6">
            <a:extLst xmlns:a="http://schemas.openxmlformats.org/drawingml/2006/main">
              <a:ext uri="{FF2B5EF4-FFF2-40B4-BE49-F238E27FC236}">
                <a16:creationId xmlns:a16="http://schemas.microsoft.com/office/drawing/2014/main" id="{49B6C04C-92B9-4F90-868C-DF35E869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1670" y="4581094"/>
            <a:ext cx="241620" cy="202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D32E8AF9-0EEC-45FA-9071-C240A937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2489" y="4585222"/>
            <a:ext cx="859038" cy="179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Wrong Size</a:t>
            </a:r>
          </a:p>
        </p:txBody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AD8C91-24A8-422D-A493-D221F58CFC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8ca6b709146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18541" y="4546577"/>
            <a:ext cx="241620" cy="198474"/>
          </a:xfrm>
          <a:prstGeom xmlns:a="http://schemas.openxmlformats.org/drawingml/2006/main" prst="rect">
            <a:avLst/>
          </a:prstGeom>
        </p:spPr>
      </p:pic>
      <p:sp>
        <p:nvSpPr>
          <p:cNvPr id="59" name="pdf-source-image-7">
            <a:extLst xmlns:a="http://schemas.openxmlformats.org/drawingml/2006/main">
              <a:ext uri="{FF2B5EF4-FFF2-40B4-BE49-F238E27FC236}">
                <a16:creationId xmlns:a16="http://schemas.microsoft.com/office/drawing/2014/main" id="{6EFDE756-9A36-408F-AAA0-27706FB0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18541" y="4546577"/>
            <a:ext cx="241620" cy="198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57272FAF-EB72-460A-8718-E6160E5E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1486" y="4559334"/>
            <a:ext cx="688053" cy="179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1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Collision</a:t>
            </a: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6ED2E3-F5D3-4F1B-A16E-2FD709E237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8d8d5831842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91655" y="5694272"/>
            <a:ext cx="241620" cy="198474"/>
          </a:xfrm>
          <a:prstGeom xmlns:a="http://schemas.openxmlformats.org/drawingml/2006/main" prst="rect">
            <a:avLst/>
          </a:prstGeom>
        </p:spPr>
      </p:pic>
      <p:sp>
        <p:nvSpPr>
          <p:cNvPr id="62" name="pdf-source-image-8">
            <a:extLst xmlns:a="http://schemas.openxmlformats.org/drawingml/2006/main">
              <a:ext uri="{FF2B5EF4-FFF2-40B4-BE49-F238E27FC236}">
                <a16:creationId xmlns:a16="http://schemas.microsoft.com/office/drawing/2014/main" id="{A3233257-F0E7-4DA2-91CE-C2A7CBDA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1655" y="5694272"/>
            <a:ext cx="241620" cy="198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5F809B70-0216-4C15-BED6-CAAD2881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6926" y="5728601"/>
            <a:ext cx="858477" cy="179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Redundant</a:t>
            </a:r>
          </a:p>
        </p:txBody>
      </p:sp>
      <p:sp>
        <p:nvSpPr>
          <p:cNvPr id="64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E8AC7D1B-83CF-4E03-BD07-9901D482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1315" y="5728601"/>
            <a:ext cx="610942" cy="179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1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1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Objects</a:t>
            </a:r>
          </a:p>
        </p:txBody>
      </p:sp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1AC4273-1460-42A2-A559-4978FB8CB8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26a82f68e4baf"/>
          <a:srcRect xmlns:a="http://schemas.openxmlformats.org/drawingml/2006/main" l="0" t="8419" r="0" b="84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98654" y="4800069"/>
            <a:ext cx="989633" cy="776241"/>
          </a:xfrm>
          <a:prstGeom xmlns:a="http://schemas.openxmlformats.org/drawingml/2006/main" prst="rect">
            <a:avLst/>
          </a:prstGeom>
        </p:spPr>
      </p:pic>
      <p:sp>
        <p:nvSpPr>
          <p:cNvPr id="66" name="pdf-source-image-9">
            <a:extLst xmlns:a="http://schemas.openxmlformats.org/drawingml/2006/main">
              <a:ext uri="{FF2B5EF4-FFF2-40B4-BE49-F238E27FC236}">
                <a16:creationId xmlns:a16="http://schemas.microsoft.com/office/drawing/2014/main" id="{57C8B1AE-77B0-4D2A-9977-0D2871F7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8654" y="4800069"/>
            <a:ext cx="989633" cy="776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E35259-6CC6-41A9-9950-18DA7AE963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c056623164f9e"/>
          <a:srcRect xmlns:a="http://schemas.openxmlformats.org/drawingml/2006/main" l="0" t="8340" r="0" b="83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1269" y="4854587"/>
            <a:ext cx="929038" cy="736712"/>
          </a:xfrm>
          <a:prstGeom xmlns:a="http://schemas.openxmlformats.org/drawingml/2006/main" prst="rect">
            <a:avLst/>
          </a:prstGeom>
        </p:spPr>
      </p:pic>
      <p:sp>
        <p:nvSpPr>
          <p:cNvPr id="68" name="pdf-source-image-10">
            <a:extLst xmlns:a="http://schemas.openxmlformats.org/drawingml/2006/main">
              <a:ext uri="{FF2B5EF4-FFF2-40B4-BE49-F238E27FC236}">
                <a16:creationId xmlns:a16="http://schemas.microsoft.com/office/drawing/2014/main" id="{70389FDB-419E-4DEC-92F6-6B4CB9F5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1269" y="4854587"/>
            <a:ext cx="929038" cy="736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C47F022-541C-4AFA-819A-4D3C202C8D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0158aa2c94a77"/>
          <a:srcRect xmlns:a="http://schemas.openxmlformats.org/drawingml/2006/main" l="0" t="8304" r="0" b="83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44503" y="4935814"/>
            <a:ext cx="870359" cy="736712"/>
          </a:xfrm>
          <a:prstGeom xmlns:a="http://schemas.openxmlformats.org/drawingml/2006/main" prst="rect">
            <a:avLst/>
          </a:prstGeom>
        </p:spPr>
      </p:pic>
      <p:sp>
        <p:nvSpPr>
          <p:cNvPr id="70" name="pdf-source-image-11">
            <a:extLst xmlns:a="http://schemas.openxmlformats.org/drawingml/2006/main">
              <a:ext uri="{FF2B5EF4-FFF2-40B4-BE49-F238E27FC236}">
                <a16:creationId xmlns:a16="http://schemas.microsoft.com/office/drawing/2014/main" id="{82345809-0B12-4A32-BA0B-CC840761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503" y="4935814"/>
            <a:ext cx="870359" cy="736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53442DD-5B28-4AD0-B936-890BB01303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fcd425f3843af"/>
          <a:srcRect xmlns:a="http://schemas.openxmlformats.org/drawingml/2006/main" l="3356" t="0" r="33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3766" y="2619990"/>
            <a:ext cx="2910910" cy="1755204"/>
          </a:xfrm>
          <a:prstGeom xmlns:a="http://schemas.openxmlformats.org/drawingml/2006/main" prst="rect">
            <a:avLst/>
          </a:prstGeom>
        </p:spPr>
      </p:pic>
      <p:sp>
        <p:nvSpPr>
          <p:cNvPr id="72" name="pdf-source-image-12">
            <a:extLst xmlns:a="http://schemas.openxmlformats.org/drawingml/2006/main">
              <a:ext uri="{FF2B5EF4-FFF2-40B4-BE49-F238E27FC236}">
                <a16:creationId xmlns:a16="http://schemas.microsoft.com/office/drawing/2014/main" id="{AC5B17C7-3A8B-4020-A06F-CCC3DC5E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3766" y="2619990"/>
            <a:ext cx="2910910" cy="1755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pdf-path-61">
            <a:extLst xmlns:a="http://schemas.openxmlformats.org/drawingml/2006/main">
              <a:ext uri="{FF2B5EF4-FFF2-40B4-BE49-F238E27FC236}">
                <a16:creationId xmlns:a16="http://schemas.microsoft.com/office/drawing/2014/main" id="{ACE6ABD3-B196-49A8-A043-27F838C0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3541" y="2599766"/>
            <a:ext cx="2737727" cy="1795654"/>
          </a:xfrm>
          <a:custGeom xmlns:a="http://schemas.openxmlformats.org/drawingml/2006/main">
            <a:pathLst>
              <a:path w="2737727" h="1795654">
                <a:moveTo>
                  <a:pt x="0" y="0"/>
                </a:moveTo>
                <a:lnTo>
                  <a:pt x="2737727" y="0"/>
                </a:lnTo>
                <a:lnTo>
                  <a:pt x="2737727" y="1795654"/>
                </a:lnTo>
                <a:lnTo>
                  <a:pt x="0" y="17956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0450">
            <a:solidFill>
              <a:srgbClr val="007428"/>
            </a:solidFill>
            <a:prstDash val="dash"/>
          </a:ln>
        </p:spPr>
      </p:sp>
      <p:pic>
        <p:nvPic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5C39143-CEE5-4417-B5C9-82FC856AF6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79c8320e047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88898" y="3800144"/>
            <a:ext cx="647197" cy="647197"/>
          </a:xfrm>
          <a:prstGeom xmlns:a="http://schemas.openxmlformats.org/drawingml/2006/main" prst="rect">
            <a:avLst/>
          </a:prstGeom>
        </p:spPr>
      </p:pic>
      <p:sp>
        <p:nvSpPr>
          <p:cNvPr id="75" name="pdf-source-image-13">
            <a:extLst xmlns:a="http://schemas.openxmlformats.org/drawingml/2006/main">
              <a:ext uri="{FF2B5EF4-FFF2-40B4-BE49-F238E27FC236}">
                <a16:creationId xmlns:a16="http://schemas.microsoft.com/office/drawing/2014/main" id="{0A3833F8-C92C-4195-94BA-3673B878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8898" y="3800144"/>
            <a:ext cx="647197" cy="6471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770F76A-D90C-4D4D-929B-556E7353D0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0d931ebc24a07"/>
          <a:srcRect xmlns:a="http://schemas.openxmlformats.org/drawingml/2006/main" l="154" t="0" r="1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4574" y="3907997"/>
            <a:ext cx="547037" cy="447372"/>
          </a:xfrm>
          <a:prstGeom xmlns:a="http://schemas.openxmlformats.org/drawingml/2006/main" prst="rect">
            <a:avLst/>
          </a:prstGeom>
        </p:spPr>
      </p:pic>
      <p:sp>
        <p:nvSpPr>
          <p:cNvPr id="77" name="pdf-source-image-14">
            <a:extLst xmlns:a="http://schemas.openxmlformats.org/drawingml/2006/main">
              <a:ext uri="{FF2B5EF4-FFF2-40B4-BE49-F238E27FC236}">
                <a16:creationId xmlns:a16="http://schemas.microsoft.com/office/drawing/2014/main" id="{82989FFF-1F1A-4ED7-8BD8-CC8DA72D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4574" y="3907997"/>
            <a:ext cx="547037" cy="447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0EDF4C46-CA8C-484B-B273-7AAB37EE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7583" y="502688"/>
            <a:ext cx="1012490" cy="19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6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6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Point Cloud</a:t>
            </a:r>
          </a:p>
        </p:txBody>
      </p:sp>
      <p:sp>
        <p:nvSpPr>
          <p:cNvPr id="79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E4502155-6CD5-464A-BE2A-86A1A6F0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7224" y="2074287"/>
            <a:ext cx="305620" cy="249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80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35CFEC69-C733-4C7F-A104-906E6C39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0418" y="2668639"/>
            <a:ext cx="831880" cy="197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1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1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Isometric</a:t>
            </a:r>
          </a:p>
        </p:txBody>
      </p:sp>
      <p:sp>
        <p:nvSpPr>
          <p:cNvPr id="81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793FA1D1-A5BB-4E88-8C88-459D22D9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5594" y="2668639"/>
            <a:ext cx="937844" cy="197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1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1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Placement</a:t>
            </a:r>
          </a:p>
        </p:txBody>
      </p:sp>
      <p:sp>
        <p:nvSpPr>
          <p:cNvPr id="82" name="pdf-path-68">
            <a:extLst xmlns:a="http://schemas.openxmlformats.org/drawingml/2006/main">
              <a:ext uri="{FF2B5EF4-FFF2-40B4-BE49-F238E27FC236}">
                <a16:creationId xmlns:a16="http://schemas.microsoft.com/office/drawing/2014/main" id="{3106D612-4F37-40F8-BD21-15F1100C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9101" y="335853"/>
            <a:ext cx="1140930" cy="2034151"/>
          </a:xfrm>
          <a:custGeom xmlns:a="http://schemas.openxmlformats.org/drawingml/2006/main">
            <a:pathLst>
              <a:path w="1140930" h="2034151">
                <a:moveTo>
                  <a:pt x="0" y="190158"/>
                </a:moveTo>
                <a:cubicBezTo>
                  <a:pt x="0" y="85136"/>
                  <a:pt x="85138" y="0"/>
                  <a:pt x="190160" y="0"/>
                </a:cubicBezTo>
                <a:lnTo>
                  <a:pt x="950770" y="0"/>
                </a:lnTo>
                <a:cubicBezTo>
                  <a:pt x="1055793" y="0"/>
                  <a:pt x="1140930" y="85136"/>
                  <a:pt x="1140930" y="190158"/>
                </a:cubicBezTo>
                <a:lnTo>
                  <a:pt x="1140930" y="1843992"/>
                </a:lnTo>
                <a:cubicBezTo>
                  <a:pt x="1140930" y="1949014"/>
                  <a:pt x="1055793" y="2034151"/>
                  <a:pt x="950770" y="2034151"/>
                </a:cubicBezTo>
                <a:lnTo>
                  <a:pt x="190160" y="2034151"/>
                </a:lnTo>
                <a:cubicBezTo>
                  <a:pt x="85138" y="2034151"/>
                  <a:pt x="0" y="1949014"/>
                  <a:pt x="0" y="1843992"/>
                </a:cubicBezTo>
                <a:lnTo>
                  <a:pt x="0" y="190158"/>
                </a:lnTo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69">
            <a:extLst xmlns:a="http://schemas.openxmlformats.org/drawingml/2006/main">
              <a:ext uri="{FF2B5EF4-FFF2-40B4-BE49-F238E27FC236}">
                <a16:creationId xmlns:a16="http://schemas.microsoft.com/office/drawing/2014/main" id="{DBC86736-4C7C-4EDE-8BDA-8EB9DCDB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9101" y="335853"/>
            <a:ext cx="1140930" cy="2034150"/>
          </a:xfrm>
          <a:custGeom xmlns:a="http://schemas.openxmlformats.org/drawingml/2006/main">
            <a:pathLst>
              <a:path w="1140930" h="2034150">
                <a:moveTo>
                  <a:pt x="0" y="190159"/>
                </a:moveTo>
                <a:cubicBezTo>
                  <a:pt x="0" y="85137"/>
                  <a:pt x="85137" y="0"/>
                  <a:pt x="190159" y="0"/>
                </a:cubicBezTo>
                <a:lnTo>
                  <a:pt x="950771" y="0"/>
                </a:lnTo>
                <a:cubicBezTo>
                  <a:pt x="1055793" y="0"/>
                  <a:pt x="1140930" y="85137"/>
                  <a:pt x="1140930" y="190159"/>
                </a:cubicBezTo>
                <a:lnTo>
                  <a:pt x="1140930" y="1843991"/>
                </a:lnTo>
                <a:cubicBezTo>
                  <a:pt x="1140930" y="1949014"/>
                  <a:pt x="1055793" y="2034150"/>
                  <a:pt x="950771" y="2034150"/>
                </a:cubicBezTo>
                <a:lnTo>
                  <a:pt x="190159" y="2034150"/>
                </a:lnTo>
                <a:cubicBezTo>
                  <a:pt x="85137" y="2034150"/>
                  <a:pt x="0" y="1949014"/>
                  <a:pt x="0" y="1843991"/>
                </a:cubicBezTo>
                <a:lnTo>
                  <a:pt x="0" y="190159"/>
                </a:lnTo>
              </a:path>
            </a:pathLst>
          </a:custGeom>
          <a:noFill xmlns:a="http://schemas.openxmlformats.org/drawingml/2006/main"/>
          <a:ln xmlns:a="http://schemas.openxmlformats.org/drawingml/2006/main" w="40450">
            <a:solidFill>
              <a:srgbClr val="8C8C8C"/>
            </a:solidFill>
            <a:prstDash val="solid"/>
          </a:ln>
        </p:spPr>
      </p:sp>
      <p:pic>
        <p:nvPic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7E6BCF1-A4EB-4E05-94DB-A674F47FBC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fb6e047aa4232"/>
          <a:srcRect xmlns:a="http://schemas.openxmlformats.org/drawingml/2006/main" l="2444" t="0" r="24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04399" y="879533"/>
            <a:ext cx="505576" cy="531554"/>
          </a:xfrm>
          <a:prstGeom xmlns:a="http://schemas.openxmlformats.org/drawingml/2006/main" prst="rect">
            <a:avLst/>
          </a:prstGeom>
        </p:spPr>
      </p:pic>
      <p:sp>
        <p:nvSpPr>
          <p:cNvPr id="85" name="pdf-source-image-15">
            <a:extLst xmlns:a="http://schemas.openxmlformats.org/drawingml/2006/main">
              <a:ext uri="{FF2B5EF4-FFF2-40B4-BE49-F238E27FC236}">
                <a16:creationId xmlns:a16="http://schemas.microsoft.com/office/drawing/2014/main" id="{6E5A1106-FBAA-492F-9EC2-A1CB0570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4399" y="879533"/>
            <a:ext cx="505576" cy="531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3DD4B5D7-1BB2-4C74-B336-85C579CC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3671" y="3650707"/>
            <a:ext cx="887072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Manual Craft</a:t>
            </a:r>
          </a:p>
        </p:txBody>
      </p:sp>
      <p:sp>
        <p:nvSpPr>
          <p:cNvPr id="87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FF5F408F-DE65-4330-8E87-F5CD1AE7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6548" y="3275334"/>
            <a:ext cx="1359529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Physical Simulation</a:t>
            </a:r>
          </a:p>
        </p:txBody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1665B98-EE50-49E8-9926-94875A3D0B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508c9d76d4b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30814" y="4641499"/>
            <a:ext cx="2601729" cy="1320280"/>
          </a:xfrm>
          <a:prstGeom xmlns:a="http://schemas.openxmlformats.org/drawingml/2006/main" prst="rect">
            <a:avLst/>
          </a:prstGeom>
        </p:spPr>
      </p:pic>
      <p:sp>
        <p:nvSpPr>
          <p:cNvPr id="89" name="pdf-source-image-16">
            <a:extLst xmlns:a="http://schemas.openxmlformats.org/drawingml/2006/main">
              <a:ext uri="{FF2B5EF4-FFF2-40B4-BE49-F238E27FC236}">
                <a16:creationId xmlns:a16="http://schemas.microsoft.com/office/drawing/2014/main" id="{61D856D8-644F-4B06-A3E4-2515FA92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0814" y="4641499"/>
            <a:ext cx="2601729" cy="132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11B7CD6-8BEF-4B0C-8CC4-FCB4693565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6decb1c2c4b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99677" y="3812684"/>
            <a:ext cx="437365" cy="437366"/>
          </a:xfrm>
          <a:prstGeom xmlns:a="http://schemas.openxmlformats.org/drawingml/2006/main" prst="rect">
            <a:avLst/>
          </a:prstGeom>
        </p:spPr>
      </p:pic>
      <p:sp>
        <p:nvSpPr>
          <p:cNvPr id="91" name="pdf-source-image-17">
            <a:extLst xmlns:a="http://schemas.openxmlformats.org/drawingml/2006/main">
              <a:ext uri="{FF2B5EF4-FFF2-40B4-BE49-F238E27FC236}">
                <a16:creationId xmlns:a16="http://schemas.microsoft.com/office/drawing/2014/main" id="{801CFF2E-DB6C-44C1-A6D5-B95A1F20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9677" y="3812684"/>
            <a:ext cx="437365" cy="437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5293F9CE-2FE7-450F-9AEE-5E29BBD0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9149" y="4215926"/>
            <a:ext cx="364470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8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8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2000+</a:t>
            </a:r>
          </a:p>
        </p:txBody>
      </p:sp>
      <p:sp>
        <p:nvSpPr>
          <p:cNvPr id="93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DBDDBD51-A064-4EA3-8F33-FCD0459F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5668" y="4215926"/>
            <a:ext cx="379635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Hours</a:t>
            </a:r>
          </a:p>
        </p:txBody>
      </p:sp>
      <p:sp>
        <p:nvSpPr>
          <p:cNvPr id="94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86DBD0B8-9630-4700-9886-0B1D1C74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2186" y="1877390"/>
            <a:ext cx="1062538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32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 retrieval</a:t>
            </a:r>
          </a:p>
        </p:txBody>
      </p:sp>
      <p:pic>
        <p:nvPic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5634533-F60F-4BFC-9BF0-9B79C547CC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378a55ab47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5768" y="2587403"/>
            <a:ext cx="552367" cy="552368"/>
          </a:xfrm>
          <a:prstGeom xmlns:a="http://schemas.openxmlformats.org/drawingml/2006/main" prst="rect">
            <a:avLst/>
          </a:prstGeom>
        </p:spPr>
      </p:pic>
      <p:sp>
        <p:nvSpPr>
          <p:cNvPr id="96" name="pdf-source-image-22">
            <a:extLst xmlns:a="http://schemas.openxmlformats.org/drawingml/2006/main">
              <a:ext uri="{FF2B5EF4-FFF2-40B4-BE49-F238E27FC236}">
                <a16:creationId xmlns:a16="http://schemas.microsoft.com/office/drawing/2014/main" id="{65B820C1-D2FB-4162-9534-1C6B1A19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5768" y="2587403"/>
            <a:ext cx="552367" cy="552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EE955A5-ECE1-41DB-966A-C1951877BE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35dd627a34c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701" y="607309"/>
            <a:ext cx="742119" cy="737804"/>
          </a:xfrm>
          <a:prstGeom xmlns:a="http://schemas.openxmlformats.org/drawingml/2006/main" prst="rect">
            <a:avLst/>
          </a:prstGeom>
        </p:spPr>
      </p:pic>
      <p:sp>
        <p:nvSpPr>
          <p:cNvPr id="98" name="pdf-source-image-23">
            <a:extLst xmlns:a="http://schemas.openxmlformats.org/drawingml/2006/main">
              <a:ext uri="{FF2B5EF4-FFF2-40B4-BE49-F238E27FC236}">
                <a16:creationId xmlns:a16="http://schemas.microsoft.com/office/drawing/2014/main" id="{0149BE6A-7267-478D-8E2F-B77E8441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01" y="607309"/>
            <a:ext cx="742119" cy="737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235A2BF-173F-461A-8D47-FA012E0EAC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b05ee7c6a47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64131" y="1353742"/>
            <a:ext cx="569533" cy="573848"/>
          </a:xfrm>
          <a:prstGeom xmlns:a="http://schemas.openxmlformats.org/drawingml/2006/main" prst="rect">
            <a:avLst/>
          </a:prstGeom>
        </p:spPr>
      </p:pic>
      <p:sp>
        <p:nvSpPr>
          <p:cNvPr id="100" name="pdf-source-image-24">
            <a:extLst xmlns:a="http://schemas.openxmlformats.org/drawingml/2006/main">
              <a:ext uri="{FF2B5EF4-FFF2-40B4-BE49-F238E27FC236}">
                <a16:creationId xmlns:a16="http://schemas.microsoft.com/office/drawing/2014/main" id="{E2C99A30-A703-4DB5-AA6A-44AA1C33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4131" y="1353742"/>
            <a:ext cx="569533" cy="57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pdf-path-87">
            <a:extLst xmlns:a="http://schemas.openxmlformats.org/drawingml/2006/main">
              <a:ext uri="{FF2B5EF4-FFF2-40B4-BE49-F238E27FC236}">
                <a16:creationId xmlns:a16="http://schemas.microsoft.com/office/drawing/2014/main" id="{B4E054A7-DC9C-4EE2-9831-C4D163B9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662" y="648161"/>
            <a:ext cx="2624808" cy="526300"/>
          </a:xfrm>
          <a:custGeom xmlns:a="http://schemas.openxmlformats.org/drawingml/2006/main">
            <a:pathLst>
              <a:path w="2624808" h="526300">
                <a:moveTo>
                  <a:pt x="412357" y="87721"/>
                </a:moveTo>
                <a:cubicBezTo>
                  <a:pt x="412357" y="39274"/>
                  <a:pt x="451630" y="0"/>
                  <a:pt x="500076" y="0"/>
                </a:cubicBezTo>
                <a:lnTo>
                  <a:pt x="781098" y="0"/>
                </a:lnTo>
                <a:lnTo>
                  <a:pt x="1334212" y="0"/>
                </a:lnTo>
                <a:lnTo>
                  <a:pt x="2537087" y="0"/>
                </a:lnTo>
                <a:cubicBezTo>
                  <a:pt x="2585533" y="0"/>
                  <a:pt x="2624808" y="39274"/>
                  <a:pt x="2624808" y="87721"/>
                </a:cubicBezTo>
                <a:lnTo>
                  <a:pt x="2624808" y="87717"/>
                </a:lnTo>
                <a:lnTo>
                  <a:pt x="2624808" y="219292"/>
                </a:lnTo>
                <a:lnTo>
                  <a:pt x="2624808" y="438580"/>
                </a:lnTo>
                <a:cubicBezTo>
                  <a:pt x="2624808" y="487026"/>
                  <a:pt x="2585533" y="526300"/>
                  <a:pt x="2537087" y="526300"/>
                </a:cubicBezTo>
                <a:lnTo>
                  <a:pt x="1334212" y="526300"/>
                </a:lnTo>
                <a:lnTo>
                  <a:pt x="781098" y="526300"/>
                </a:lnTo>
                <a:lnTo>
                  <a:pt x="500076" y="526300"/>
                </a:lnTo>
                <a:cubicBezTo>
                  <a:pt x="451630" y="526300"/>
                  <a:pt x="412357" y="487026"/>
                  <a:pt x="412357" y="438580"/>
                </a:cubicBezTo>
                <a:lnTo>
                  <a:pt x="412357" y="219292"/>
                </a:lnTo>
                <a:lnTo>
                  <a:pt x="0" y="237755"/>
                </a:lnTo>
                <a:lnTo>
                  <a:pt x="412357" y="87717"/>
                </a:lnTo>
                <a:lnTo>
                  <a:pt x="412357" y="87721"/>
                </a:lnTo>
              </a:path>
            </a:pathLst>
          </a:custGeom>
          <a:solidFill xmlns:a="http://schemas.openxmlformats.org/drawingml/2006/main">
            <a:srgbClr val="FDF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88">
            <a:extLst xmlns:a="http://schemas.openxmlformats.org/drawingml/2006/main">
              <a:ext uri="{FF2B5EF4-FFF2-40B4-BE49-F238E27FC236}">
                <a16:creationId xmlns:a16="http://schemas.microsoft.com/office/drawing/2014/main" id="{16A8AD2C-C525-4F01-AF9B-B981AB22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662" y="648161"/>
            <a:ext cx="2624807" cy="526299"/>
          </a:xfrm>
          <a:custGeom xmlns:a="http://schemas.openxmlformats.org/drawingml/2006/main">
            <a:pathLst>
              <a:path w="2624807" h="526299">
                <a:moveTo>
                  <a:pt x="412357" y="87719"/>
                </a:moveTo>
                <a:cubicBezTo>
                  <a:pt x="412357" y="39273"/>
                  <a:pt x="451630" y="0"/>
                  <a:pt x="500076" y="0"/>
                </a:cubicBezTo>
                <a:lnTo>
                  <a:pt x="781098" y="0"/>
                </a:lnTo>
                <a:lnTo>
                  <a:pt x="1334211" y="0"/>
                </a:lnTo>
                <a:lnTo>
                  <a:pt x="2537089" y="0"/>
                </a:lnTo>
                <a:cubicBezTo>
                  <a:pt x="2585534" y="0"/>
                  <a:pt x="2624807" y="39273"/>
                  <a:pt x="2624807" y="87719"/>
                </a:cubicBezTo>
                <a:lnTo>
                  <a:pt x="2624807" y="87717"/>
                </a:lnTo>
                <a:lnTo>
                  <a:pt x="2624807" y="219291"/>
                </a:lnTo>
                <a:lnTo>
                  <a:pt x="2624807" y="438579"/>
                </a:lnTo>
                <a:cubicBezTo>
                  <a:pt x="2624807" y="487026"/>
                  <a:pt x="2585534" y="526299"/>
                  <a:pt x="2537089" y="526299"/>
                </a:cubicBezTo>
                <a:lnTo>
                  <a:pt x="1334211" y="526299"/>
                </a:lnTo>
                <a:lnTo>
                  <a:pt x="781098" y="526299"/>
                </a:lnTo>
                <a:lnTo>
                  <a:pt x="500076" y="526299"/>
                </a:lnTo>
                <a:cubicBezTo>
                  <a:pt x="451630" y="526299"/>
                  <a:pt x="412357" y="487026"/>
                  <a:pt x="412357" y="438579"/>
                </a:cubicBezTo>
                <a:lnTo>
                  <a:pt x="412357" y="219291"/>
                </a:lnTo>
                <a:lnTo>
                  <a:pt x="0" y="237755"/>
                </a:lnTo>
                <a:lnTo>
                  <a:pt x="412357" y="87717"/>
                </a:lnTo>
                <a:lnTo>
                  <a:pt x="412357" y="87719"/>
                </a:lnTo>
              </a:path>
            </a:pathLst>
          </a:custGeom>
          <a:noFill xmlns:a="http://schemas.openxmlformats.org/drawingml/2006/main"/>
          <a:ln xmlns:a="http://schemas.openxmlformats.org/drawingml/2006/main" w="35955">
            <a:solidFill>
              <a:srgbClr val="000000"/>
            </a:solidFill>
            <a:prstDash val="solid"/>
          </a:ln>
        </p:spPr>
      </p:sp>
      <p:sp>
        <p:nvSpPr>
          <p:cNvPr id="103" name="pdf-path-89">
            <a:extLst xmlns:a="http://schemas.openxmlformats.org/drawingml/2006/main">
              <a:ext uri="{FF2B5EF4-FFF2-40B4-BE49-F238E27FC236}">
                <a16:creationId xmlns:a16="http://schemas.microsoft.com/office/drawing/2014/main" id="{DB709B40-0B65-4641-BDEA-B3545807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595" y="1281200"/>
            <a:ext cx="2381657" cy="652039"/>
          </a:xfrm>
          <a:custGeom xmlns:a="http://schemas.openxmlformats.org/drawingml/2006/main">
            <a:pathLst>
              <a:path w="2381657" h="652039">
                <a:moveTo>
                  <a:pt x="0" y="108675"/>
                </a:moveTo>
                <a:cubicBezTo>
                  <a:pt x="0" y="48655"/>
                  <a:pt x="48655" y="0"/>
                  <a:pt x="108674" y="0"/>
                </a:cubicBezTo>
                <a:lnTo>
                  <a:pt x="1290595" y="0"/>
                </a:lnTo>
                <a:lnTo>
                  <a:pt x="1843709" y="0"/>
                </a:lnTo>
                <a:lnTo>
                  <a:pt x="2103776" y="0"/>
                </a:lnTo>
                <a:cubicBezTo>
                  <a:pt x="2163794" y="0"/>
                  <a:pt x="2212451" y="48655"/>
                  <a:pt x="2212451" y="108675"/>
                </a:cubicBezTo>
                <a:lnTo>
                  <a:pt x="2212451" y="380355"/>
                </a:lnTo>
                <a:lnTo>
                  <a:pt x="2381657" y="433960"/>
                </a:lnTo>
                <a:lnTo>
                  <a:pt x="2212451" y="543368"/>
                </a:lnTo>
                <a:lnTo>
                  <a:pt x="2212451" y="543365"/>
                </a:lnTo>
                <a:cubicBezTo>
                  <a:pt x="2212451" y="603384"/>
                  <a:pt x="2163794" y="652039"/>
                  <a:pt x="2103776" y="652039"/>
                </a:cubicBezTo>
                <a:lnTo>
                  <a:pt x="1843709" y="652039"/>
                </a:lnTo>
                <a:lnTo>
                  <a:pt x="1290595" y="652039"/>
                </a:lnTo>
                <a:lnTo>
                  <a:pt x="108674" y="652039"/>
                </a:lnTo>
                <a:cubicBezTo>
                  <a:pt x="48655" y="652039"/>
                  <a:pt x="0" y="603384"/>
                  <a:pt x="0" y="543365"/>
                </a:cubicBezTo>
                <a:lnTo>
                  <a:pt x="0" y="543368"/>
                </a:lnTo>
                <a:lnTo>
                  <a:pt x="0" y="380355"/>
                </a:lnTo>
                <a:lnTo>
                  <a:pt x="0" y="108675"/>
                </a:lnTo>
              </a:path>
            </a:pathLst>
          </a:custGeom>
          <a:solidFill xmlns:a="http://schemas.openxmlformats.org/drawingml/2006/main">
            <a:srgbClr val="E4E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df-path-90">
            <a:extLst xmlns:a="http://schemas.openxmlformats.org/drawingml/2006/main">
              <a:ext uri="{FF2B5EF4-FFF2-40B4-BE49-F238E27FC236}">
                <a16:creationId xmlns:a16="http://schemas.microsoft.com/office/drawing/2014/main" id="{18F2CE41-0D67-41BC-957D-ECB3E012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595" y="1281200"/>
            <a:ext cx="2381658" cy="652040"/>
          </a:xfrm>
          <a:custGeom xmlns:a="http://schemas.openxmlformats.org/drawingml/2006/main">
            <a:pathLst>
              <a:path w="2381658" h="652040">
                <a:moveTo>
                  <a:pt x="0" y="108675"/>
                </a:moveTo>
                <a:cubicBezTo>
                  <a:pt x="0" y="48655"/>
                  <a:pt x="48655" y="0"/>
                  <a:pt x="108675" y="0"/>
                </a:cubicBezTo>
                <a:lnTo>
                  <a:pt x="1290596" y="0"/>
                </a:lnTo>
                <a:lnTo>
                  <a:pt x="1843708" y="0"/>
                </a:lnTo>
                <a:lnTo>
                  <a:pt x="2103776" y="0"/>
                </a:lnTo>
                <a:cubicBezTo>
                  <a:pt x="2163795" y="0"/>
                  <a:pt x="2212450" y="48655"/>
                  <a:pt x="2212450" y="108675"/>
                </a:cubicBezTo>
                <a:lnTo>
                  <a:pt x="2212450" y="380357"/>
                </a:lnTo>
                <a:lnTo>
                  <a:pt x="2381658" y="433960"/>
                </a:lnTo>
                <a:lnTo>
                  <a:pt x="2212450" y="543368"/>
                </a:lnTo>
                <a:lnTo>
                  <a:pt x="2212450" y="543365"/>
                </a:lnTo>
                <a:cubicBezTo>
                  <a:pt x="2212450" y="603385"/>
                  <a:pt x="2163795" y="652040"/>
                  <a:pt x="2103776" y="652040"/>
                </a:cubicBezTo>
                <a:lnTo>
                  <a:pt x="1843708" y="652040"/>
                </a:lnTo>
                <a:lnTo>
                  <a:pt x="1290596" y="652040"/>
                </a:lnTo>
                <a:lnTo>
                  <a:pt x="108675" y="652040"/>
                </a:lnTo>
                <a:cubicBezTo>
                  <a:pt x="48655" y="652040"/>
                  <a:pt x="0" y="603385"/>
                  <a:pt x="0" y="543365"/>
                </a:cubicBezTo>
                <a:lnTo>
                  <a:pt x="0" y="543368"/>
                </a:lnTo>
                <a:lnTo>
                  <a:pt x="0" y="380357"/>
                </a:lnTo>
                <a:lnTo>
                  <a:pt x="0" y="108675"/>
                </a:lnTo>
              </a:path>
            </a:pathLst>
          </a:custGeom>
          <a:noFill xmlns:a="http://schemas.openxmlformats.org/drawingml/2006/main"/>
          <a:ln xmlns:a="http://schemas.openxmlformats.org/drawingml/2006/main" w="35955">
            <a:solidFill>
              <a:srgbClr val="000000"/>
            </a:solidFill>
            <a:prstDash val="solid"/>
          </a:ln>
        </p:spPr>
      </p:sp>
      <p:sp>
        <p:nvSpPr>
          <p:cNvPr id="105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8B857CFE-2959-46DC-B0BF-F1875E11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864" y="1458869"/>
            <a:ext cx="121981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6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64B3E3BD-9DF8-485B-9A3C-34F768EE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012" y="1458869"/>
            <a:ext cx="293090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Infer</a:t>
            </a:r>
          </a:p>
        </p:txBody>
      </p:sp>
      <p:sp>
        <p:nvSpPr>
          <p:cNvPr id="107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4EC9E048-2EFC-404D-A3B2-4A72EC12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6858" y="1458869"/>
            <a:ext cx="580430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common</a:t>
            </a:r>
          </a:p>
        </p:txBody>
      </p:sp>
      <p:sp>
        <p:nvSpPr>
          <p:cNvPr id="108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DC872354-3AF6-4096-BC95-63A0C281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2593" y="1458869"/>
            <a:ext cx="408416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</a:t>
            </a:r>
          </a:p>
        </p:txBody>
      </p:sp>
      <p:sp>
        <p:nvSpPr>
          <p:cNvPr id="109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3C927509-B43E-40FB-99BB-DCC14E79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864" y="1640084"/>
            <a:ext cx="121981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10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A5429415-6FAB-4A39-B098-C759E1BC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012" y="1640084"/>
            <a:ext cx="1519483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Imagine spatial relation</a:t>
            </a:r>
          </a:p>
        </p:txBody>
      </p:sp>
      <p:sp>
        <p:nvSpPr>
          <p:cNvPr id="111" name="pdf-path-97">
            <a:extLst xmlns:a="http://schemas.openxmlformats.org/drawingml/2006/main">
              <a:ext uri="{FF2B5EF4-FFF2-40B4-BE49-F238E27FC236}">
                <a16:creationId xmlns:a16="http://schemas.microsoft.com/office/drawing/2014/main" id="{980637A7-3A4C-4DD5-87EC-BD5DBB23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510" y="2084871"/>
            <a:ext cx="1373503" cy="1403849"/>
          </a:xfrm>
          <a:custGeom xmlns:a="http://schemas.openxmlformats.org/drawingml/2006/main">
            <a:pathLst>
              <a:path w="1373503" h="1403849">
                <a:moveTo>
                  <a:pt x="0" y="0"/>
                </a:moveTo>
                <a:lnTo>
                  <a:pt x="1373503" y="0"/>
                </a:lnTo>
                <a:lnTo>
                  <a:pt x="1373503" y="1403849"/>
                </a:lnTo>
                <a:lnTo>
                  <a:pt x="0" y="1403849"/>
                </a:lnTo>
                <a:close/>
              </a:path>
            </a:pathLst>
          </a:custGeom>
          <a:solidFill xmlns:a="http://schemas.openxmlformats.org/drawingml/2006/main">
            <a:srgbClr val="E4E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38C88078-8D0B-4F75-BBA1-E437FAFD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950" y="2239820"/>
            <a:ext cx="318297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Infer</a:t>
            </a:r>
          </a:p>
        </p:txBody>
      </p:sp>
      <p:sp>
        <p:nvSpPr>
          <p:cNvPr id="113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728B4B93-04CB-443D-A7B2-504BAA47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62" y="2239820"/>
            <a:ext cx="455694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</a:t>
            </a:r>
          </a:p>
        </p:txBody>
      </p:sp>
      <p:sp>
        <p:nvSpPr>
          <p:cNvPr id="114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362CB145-A8B2-4356-9BC6-36FD0961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653" y="2239820"/>
            <a:ext cx="246664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List</a:t>
            </a:r>
          </a:p>
        </p:txBody>
      </p:sp>
      <p:sp>
        <p:nvSpPr>
          <p:cNvPr id="115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721CE107-90FA-4584-839D-9CA75F84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093" y="2238625"/>
            <a:ext cx="143821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：</a:t>
            </a:r>
          </a:p>
        </p:txBody>
      </p:sp>
      <p:sp>
        <p:nvSpPr>
          <p:cNvPr id="116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C7559C2B-A02A-43E0-BE0F-C7299C75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950" y="2403776"/>
            <a:ext cx="407312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Lemon</a:t>
            </a:r>
          </a:p>
        </p:txBody>
      </p:sp>
      <p:sp>
        <p:nvSpPr>
          <p:cNvPr id="117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43E5A9EA-B0A7-40F0-9474-A02F148D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950" y="2563419"/>
            <a:ext cx="298236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Knife</a:t>
            </a:r>
          </a:p>
        </p:txBody>
      </p:sp>
      <p:sp>
        <p:nvSpPr>
          <p:cNvPr id="118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3388664D-68D2-4545-8020-F4B055C7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950" y="2727374"/>
            <a:ext cx="289046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Bowl</a:t>
            </a:r>
          </a:p>
        </p:txBody>
      </p:sp>
      <p:sp>
        <p:nvSpPr>
          <p:cNvPr id="119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F1982ABD-679E-4EAE-8342-052F0EC9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950" y="2885486"/>
            <a:ext cx="382791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1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1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Spoon </a:t>
            </a:r>
          </a:p>
        </p:txBody>
      </p:sp>
      <p:sp>
        <p:nvSpPr>
          <p:cNvPr id="120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5520C70B-3B17-46EB-A37C-D2C7D960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950" y="3050972"/>
            <a:ext cx="482977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Cooking</a:t>
            </a:r>
          </a:p>
        </p:txBody>
      </p:sp>
      <p:sp>
        <p:nvSpPr>
          <p:cNvPr id="121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BAA36E59-4922-4ADA-92D9-4F7D012E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72" y="3050972"/>
            <a:ext cx="196984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pot</a:t>
            </a:r>
          </a:p>
        </p:txBody>
      </p:sp>
      <p:sp>
        <p:nvSpPr>
          <p:cNvPr id="122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FCA2815C-72D3-47BA-8948-B3F1DEA8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950" y="3209083"/>
            <a:ext cx="763316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Cutting board</a:t>
            </a:r>
          </a:p>
        </p:txBody>
      </p:sp>
      <p:sp>
        <p:nvSpPr>
          <p:cNvPr id="123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8C0AC591-5E27-489D-8F4A-FD1DE2D9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610" y="2091089"/>
            <a:ext cx="2257982" cy="1414902"/>
          </a:xfrm>
          <a:custGeom xmlns:a="http://schemas.openxmlformats.org/drawingml/2006/main">
            <a:pathLst>
              <a:path w="2257982" h="1414902">
                <a:moveTo>
                  <a:pt x="0" y="0"/>
                </a:moveTo>
                <a:lnTo>
                  <a:pt x="2257982" y="0"/>
                </a:lnTo>
                <a:lnTo>
                  <a:pt x="2257982" y="1414902"/>
                </a:lnTo>
                <a:lnTo>
                  <a:pt x="0" y="1414902"/>
                </a:lnTo>
                <a:close/>
              </a:path>
            </a:pathLst>
          </a:custGeom>
          <a:solidFill xmlns:a="http://schemas.openxmlformats.org/drawingml/2006/main">
            <a:srgbClr val="E4E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7AFD5044-4999-4F5D-8C0E-0D2A0313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9049" y="2170785"/>
            <a:ext cx="634993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125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61F3ED1C-D966-44A6-93EB-A79D8486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8718" y="2170785"/>
            <a:ext cx="455694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</a:t>
            </a:r>
          </a:p>
        </p:txBody>
      </p:sp>
      <p:sp>
        <p:nvSpPr>
          <p:cNvPr id="126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1EE2C2BE-2AEA-4889-8F01-65130F7F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8609" y="2170785"/>
            <a:ext cx="578105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relation:</a:t>
            </a:r>
          </a:p>
        </p:txBody>
      </p:sp>
      <p:sp>
        <p:nvSpPr>
          <p:cNvPr id="127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8E60A6D0-622F-4DE4-854E-6565240C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9049" y="2334742"/>
            <a:ext cx="431633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Cutting</a:t>
            </a:r>
          </a:p>
        </p:txBody>
      </p:sp>
      <p:sp>
        <p:nvSpPr>
          <p:cNvPr id="128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5E290AA1-5D8B-464C-AC8C-3D112E0B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9952" y="2334742"/>
            <a:ext cx="449995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boards,</a:t>
            </a:r>
          </a:p>
        </p:txBody>
      </p:sp>
      <p:sp>
        <p:nvSpPr>
          <p:cNvPr id="129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08BB546B-EE8C-4542-A769-E88160B7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1080" y="2334742"/>
            <a:ext cx="324194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knife,</a:t>
            </a:r>
          </a:p>
        </p:txBody>
      </p:sp>
      <p:sp>
        <p:nvSpPr>
          <p:cNvPr id="130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BFC83BA9-47BE-4428-88BF-8D998C32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6364" y="2334742"/>
            <a:ext cx="226741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31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6AB8A999-75B7-4E1C-B82C-80B491B1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2770" y="2334742"/>
            <a:ext cx="368998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2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spoon</a:t>
            </a:r>
          </a:p>
        </p:txBody>
      </p:sp>
      <p:sp>
        <p:nvSpPr>
          <p:cNvPr id="132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A63E0E28-E846-4C8E-AFBE-D2E3FDC8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9049" y="2494384"/>
            <a:ext cx="192700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</a:p>
        </p:txBody>
      </p:sp>
      <p:sp>
        <p:nvSpPr>
          <p:cNvPr id="133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2DC0678A-BD98-4FDB-850F-CFCAA931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5635" y="2494384"/>
            <a:ext cx="153439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3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3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43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134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E32F6BA9-6AF0-43B5-8E52-80E9D250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1772" y="2494384"/>
            <a:ext cx="192671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48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35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DB3159DC-D9F5-4219-88AA-BD3ECF3C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8358" y="2494384"/>
            <a:ext cx="194769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132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left</a:t>
            </a:r>
          </a:p>
        </p:txBody>
      </p:sp>
      <p:sp>
        <p:nvSpPr>
          <p:cNvPr id="136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0C539BF3-5458-4E09-A1D8-C4261CC4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9371" y="2494384"/>
            <a:ext cx="41082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37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3D1DCC63-B63B-404F-9B7F-2F85B8FA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5394" y="2494384"/>
            <a:ext cx="426811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1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1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01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Nearby</a:t>
            </a:r>
          </a:p>
        </p:txBody>
      </p:sp>
      <p:sp>
        <p:nvSpPr>
          <p:cNvPr id="138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DA93F9F3-1669-4C3B-B784-BA4934BD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5690" y="2494384"/>
            <a:ext cx="101342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</a:p>
        </p:txBody>
      </p:sp>
      <p:sp>
        <p:nvSpPr>
          <p:cNvPr id="139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3F5DB331-2EC2-4B7A-8DA8-F1A4C6E8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0141" y="2494384"/>
            <a:ext cx="76405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0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24ABD1EF-61C0-4615-B0A0-CBE58CAA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9962" y="2494384"/>
            <a:ext cx="320787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white</a:t>
            </a:r>
          </a:p>
        </p:txBody>
      </p:sp>
      <p:sp>
        <p:nvSpPr>
          <p:cNvPr id="141" name="pdf-text-67-0">
            <a:extLst xmlns:a="http://schemas.openxmlformats.org/drawingml/2006/main">
              <a:ext uri="{FF2B5EF4-FFF2-40B4-BE49-F238E27FC236}">
                <a16:creationId xmlns:a16="http://schemas.microsoft.com/office/drawing/2014/main" id="{996679B1-D3AC-4765-B89D-912371F6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9049" y="2658340"/>
            <a:ext cx="284602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bowl</a:t>
            </a:r>
          </a:p>
        </p:txBody>
      </p:sp>
      <p:sp>
        <p:nvSpPr>
          <p:cNvPr id="142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7A7D73B0-35A4-40D2-A63F-7DAFDE52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4288" y="2658340"/>
            <a:ext cx="226741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2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2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43" name="pdf-text-71-0">
            <a:extLst xmlns:a="http://schemas.openxmlformats.org/drawingml/2006/main">
              <a:ext uri="{FF2B5EF4-FFF2-40B4-BE49-F238E27FC236}">
                <a16:creationId xmlns:a16="http://schemas.microsoft.com/office/drawing/2014/main" id="{CC9284BB-3925-42FA-A103-4FABC687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8852" y="2658340"/>
            <a:ext cx="76405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4" name="pdf-text-73-0">
            <a:extLst xmlns:a="http://schemas.openxmlformats.org/drawingml/2006/main">
              <a:ext uri="{FF2B5EF4-FFF2-40B4-BE49-F238E27FC236}">
                <a16:creationId xmlns:a16="http://schemas.microsoft.com/office/drawing/2014/main" id="{ACA49AA7-E15D-466A-B810-3BDAF8C4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2853" y="2658340"/>
            <a:ext cx="308100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glass</a:t>
            </a:r>
          </a:p>
        </p:txBody>
      </p:sp>
      <p:sp>
        <p:nvSpPr>
          <p:cNvPr id="145" name="pdf-text-75-0">
            <a:extLst xmlns:a="http://schemas.openxmlformats.org/drawingml/2006/main">
              <a:ext uri="{FF2B5EF4-FFF2-40B4-BE49-F238E27FC236}">
                <a16:creationId xmlns:a16="http://schemas.microsoft.com/office/drawing/2014/main" id="{DD9F0AF4-9FFF-4078-A0C9-19073E84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8316" y="2658340"/>
            <a:ext cx="151455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jar</a:t>
            </a:r>
          </a:p>
        </p:txBody>
      </p:sp>
      <p:sp>
        <p:nvSpPr>
          <p:cNvPr id="146" name="pdf-text-76-0">
            <a:extLst xmlns:a="http://schemas.openxmlformats.org/drawingml/2006/main">
              <a:ext uri="{FF2B5EF4-FFF2-40B4-BE49-F238E27FC236}">
                <a16:creationId xmlns:a16="http://schemas.microsoft.com/office/drawing/2014/main" id="{93F03F82-38D3-475F-862F-DB08C580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6632" y="2658340"/>
            <a:ext cx="41082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47" name="pdf-text-78-0">
            <a:extLst xmlns:a="http://schemas.openxmlformats.org/drawingml/2006/main">
              <a:ext uri="{FF2B5EF4-FFF2-40B4-BE49-F238E27FC236}">
                <a16:creationId xmlns:a16="http://schemas.microsoft.com/office/drawing/2014/main" id="{5550D57C-7A29-45F7-9A7C-6C1B3429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6925" y="2658340"/>
            <a:ext cx="115240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44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148" name="pdf-text-80-0">
            <a:extLst xmlns:a="http://schemas.openxmlformats.org/drawingml/2006/main">
              <a:ext uri="{FF2B5EF4-FFF2-40B4-BE49-F238E27FC236}">
                <a16:creationId xmlns:a16="http://schemas.microsoft.com/office/drawing/2014/main" id="{B788C730-2276-427E-8BDF-C8671E86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9128" y="2658340"/>
            <a:ext cx="192672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48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49" name="pdf-text-82-0">
            <a:extLst xmlns:a="http://schemas.openxmlformats.org/drawingml/2006/main">
              <a:ext uri="{FF2B5EF4-FFF2-40B4-BE49-F238E27FC236}">
                <a16:creationId xmlns:a16="http://schemas.microsoft.com/office/drawing/2014/main" id="{5FBD4DD3-994D-4364-AB3E-F98D373A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0074" y="2658340"/>
            <a:ext cx="410518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4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54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middle</a:t>
            </a:r>
          </a:p>
        </p:txBody>
      </p:sp>
      <p:sp>
        <p:nvSpPr>
          <p:cNvPr id="150" name="pdf-text-83-0">
            <a:extLst xmlns:a="http://schemas.openxmlformats.org/drawingml/2006/main">
              <a:ext uri="{FF2B5EF4-FFF2-40B4-BE49-F238E27FC236}">
                <a16:creationId xmlns:a16="http://schemas.microsoft.com/office/drawing/2014/main" id="{1F118E15-AB4E-42E4-94AA-C204153C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6819" y="2658340"/>
            <a:ext cx="41082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151" name="pdf-text-85-0">
            <a:extLst xmlns:a="http://schemas.openxmlformats.org/drawingml/2006/main">
              <a:ext uri="{FF2B5EF4-FFF2-40B4-BE49-F238E27FC236}">
                <a16:creationId xmlns:a16="http://schemas.microsoft.com/office/drawing/2014/main" id="{93C288A2-2E2B-46F5-9656-73BCCEC9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9049" y="2817982"/>
            <a:ext cx="411508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there’s</a:t>
            </a:r>
          </a:p>
        </p:txBody>
      </p:sp>
      <p:sp>
        <p:nvSpPr>
          <p:cNvPr id="152" name="pdf-text-87-0">
            <a:extLst xmlns:a="http://schemas.openxmlformats.org/drawingml/2006/main">
              <a:ext uri="{FF2B5EF4-FFF2-40B4-BE49-F238E27FC236}">
                <a16:creationId xmlns:a16="http://schemas.microsoft.com/office/drawing/2014/main" id="{8EDA1B92-7860-4A97-87C7-E7532A7C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2807" y="2817982"/>
            <a:ext cx="76405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53" name="pdf-text-89-0">
            <a:extLst xmlns:a="http://schemas.openxmlformats.org/drawingml/2006/main">
              <a:ext uri="{FF2B5EF4-FFF2-40B4-BE49-F238E27FC236}">
                <a16:creationId xmlns:a16="http://schemas.microsoft.com/office/drawing/2014/main" id="{9B785D7A-9396-4CED-9B02-34FBF9B4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1729" y="2817982"/>
            <a:ext cx="472564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wooden</a:t>
            </a:r>
          </a:p>
        </p:txBody>
      </p:sp>
      <p:sp>
        <p:nvSpPr>
          <p:cNvPr id="154" name="pdf-text-91-0">
            <a:extLst xmlns:a="http://schemas.openxmlformats.org/drawingml/2006/main">
              <a:ext uri="{FF2B5EF4-FFF2-40B4-BE49-F238E27FC236}">
                <a16:creationId xmlns:a16="http://schemas.microsoft.com/office/drawing/2014/main" id="{263B387D-997A-4D71-B35D-28CAFF85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6071" y="2817982"/>
            <a:ext cx="302838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plate</a:t>
            </a:r>
          </a:p>
        </p:txBody>
      </p:sp>
      <p:sp>
        <p:nvSpPr>
          <p:cNvPr id="155" name="pdf-text-93-0">
            <a:extLst xmlns:a="http://schemas.openxmlformats.org/drawingml/2006/main">
              <a:ext uri="{FF2B5EF4-FFF2-40B4-BE49-F238E27FC236}">
                <a16:creationId xmlns:a16="http://schemas.microsoft.com/office/drawing/2014/main" id="{5F1C7832-4D7C-4D7C-AE91-2A7F97CA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1873" y="2817982"/>
            <a:ext cx="250101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156" name="pdf-text-95-0">
            <a:extLst xmlns:a="http://schemas.openxmlformats.org/drawingml/2006/main">
              <a:ext uri="{FF2B5EF4-FFF2-40B4-BE49-F238E27FC236}">
                <a16:creationId xmlns:a16="http://schemas.microsoft.com/office/drawing/2014/main" id="{9BFF437B-96DE-4DD3-8FFC-B01AD1F1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9049" y="2981938"/>
            <a:ext cx="643002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chopsticks</a:t>
            </a:r>
          </a:p>
        </p:txBody>
      </p:sp>
      <p:sp>
        <p:nvSpPr>
          <p:cNvPr id="157" name="pdf-text-96-0">
            <a:extLst xmlns:a="http://schemas.openxmlformats.org/drawingml/2006/main">
              <a:ext uri="{FF2B5EF4-FFF2-40B4-BE49-F238E27FC236}">
                <a16:creationId xmlns:a16="http://schemas.microsoft.com/office/drawing/2014/main" id="{75BB3F25-BCB7-4DC2-8B3A-44E65E12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7257" y="2981938"/>
            <a:ext cx="41082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58" name="pdf-text-98-0">
            <a:extLst xmlns:a="http://schemas.openxmlformats.org/drawingml/2006/main">
              <a:ext uri="{FF2B5EF4-FFF2-40B4-BE49-F238E27FC236}">
                <a16:creationId xmlns:a16="http://schemas.microsoft.com/office/drawing/2014/main" id="{D10168D8-23CA-4797-B95D-7B1668A2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9168" y="2981938"/>
            <a:ext cx="178162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1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0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10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159" name="pdf-text-100-0">
            <a:extLst xmlns:a="http://schemas.openxmlformats.org/drawingml/2006/main">
              <a:ext uri="{FF2B5EF4-FFF2-40B4-BE49-F238E27FC236}">
                <a16:creationId xmlns:a16="http://schemas.microsoft.com/office/drawing/2014/main" id="{2309DB0A-5143-4B91-9281-5E4B910D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5911" y="2981938"/>
            <a:ext cx="192671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8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48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60" name="pdf-text-102-0">
            <a:extLst xmlns:a="http://schemas.openxmlformats.org/drawingml/2006/main">
              <a:ext uri="{FF2B5EF4-FFF2-40B4-BE49-F238E27FC236}">
                <a16:creationId xmlns:a16="http://schemas.microsoft.com/office/drawing/2014/main" id="{A9E83C65-9D78-40F4-A60E-4F8A42D4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8385" y="2981938"/>
            <a:ext cx="262221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19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19" b="0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19" b="0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right</a:t>
            </a:r>
          </a:p>
        </p:txBody>
      </p:sp>
      <p:sp>
        <p:nvSpPr>
          <p:cNvPr id="161" name="pdf-text-103-0">
            <a:extLst xmlns:a="http://schemas.openxmlformats.org/drawingml/2006/main">
              <a:ext uri="{FF2B5EF4-FFF2-40B4-BE49-F238E27FC236}">
                <a16:creationId xmlns:a16="http://schemas.microsoft.com/office/drawing/2014/main" id="{B0376AD9-A846-4B2F-BEF2-0FEB5FD4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6814" y="2981938"/>
            <a:ext cx="41082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162" name="pdf-text-104-0">
            <a:extLst xmlns:a="http://schemas.openxmlformats.org/drawingml/2006/main">
              <a:ext uri="{FF2B5EF4-FFF2-40B4-BE49-F238E27FC236}">
                <a16:creationId xmlns:a16="http://schemas.microsoft.com/office/drawing/2014/main" id="{21E413D7-037E-41A4-9A6E-EE75C0F8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8725" y="2981938"/>
            <a:ext cx="309569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there</a:t>
            </a:r>
          </a:p>
        </p:txBody>
      </p:sp>
      <p:sp>
        <p:nvSpPr>
          <p:cNvPr id="163" name="pdf-text-105-0">
            <a:extLst xmlns:a="http://schemas.openxmlformats.org/drawingml/2006/main">
              <a:ext uri="{FF2B5EF4-FFF2-40B4-BE49-F238E27FC236}">
                <a16:creationId xmlns:a16="http://schemas.microsoft.com/office/drawing/2014/main" id="{2EF16F9C-485F-49EC-A358-AB657B42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8053" y="2981938"/>
            <a:ext cx="192700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</a:p>
        </p:txBody>
      </p:sp>
      <p:sp>
        <p:nvSpPr>
          <p:cNvPr id="164" name="pdf-text-107-0">
            <a:extLst xmlns:a="http://schemas.openxmlformats.org/drawingml/2006/main">
              <a:ext uri="{FF2B5EF4-FFF2-40B4-BE49-F238E27FC236}">
                <a16:creationId xmlns:a16="http://schemas.microsoft.com/office/drawing/2014/main" id="{F97CCE9C-87FE-4D97-B03A-B2481662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9049" y="3141580"/>
            <a:ext cx="76405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5" name="pdf-text-109-0">
            <a:extLst xmlns:a="http://schemas.openxmlformats.org/drawingml/2006/main">
              <a:ext uri="{FF2B5EF4-FFF2-40B4-BE49-F238E27FC236}">
                <a16:creationId xmlns:a16="http://schemas.microsoft.com/office/drawing/2014/main" id="{614EA5D2-083C-4E35-AB5B-67771A47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9770" y="3141580"/>
            <a:ext cx="320787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white</a:t>
            </a:r>
          </a:p>
        </p:txBody>
      </p:sp>
      <p:sp>
        <p:nvSpPr>
          <p:cNvPr id="166" name="pdf-text-111-0">
            <a:extLst xmlns:a="http://schemas.openxmlformats.org/drawingml/2006/main">
              <a:ext uri="{FF2B5EF4-FFF2-40B4-BE49-F238E27FC236}">
                <a16:creationId xmlns:a16="http://schemas.microsoft.com/office/drawing/2014/main" id="{2C5AA18A-273D-433D-9255-FE491711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5436" y="3141580"/>
            <a:ext cx="234320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pot,</a:t>
            </a:r>
          </a:p>
        </p:txBody>
      </p:sp>
      <p:sp>
        <p:nvSpPr>
          <p:cNvPr id="167" name="pdf-text-113-0">
            <a:extLst xmlns:a="http://schemas.openxmlformats.org/drawingml/2006/main">
              <a:ext uri="{FF2B5EF4-FFF2-40B4-BE49-F238E27FC236}">
                <a16:creationId xmlns:a16="http://schemas.microsoft.com/office/drawing/2014/main" id="{95D756CD-85CE-4180-8FBA-D8747B30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5708" y="3141580"/>
            <a:ext cx="76405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8" name="pdf-text-115-0">
            <a:extLst xmlns:a="http://schemas.openxmlformats.org/drawingml/2006/main">
              <a:ext uri="{FF2B5EF4-FFF2-40B4-BE49-F238E27FC236}">
                <a16:creationId xmlns:a16="http://schemas.microsoft.com/office/drawing/2014/main" id="{A81FA541-06E0-4024-996E-8EBD328C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6339" y="3141580"/>
            <a:ext cx="284602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bowl</a:t>
            </a:r>
          </a:p>
        </p:txBody>
      </p:sp>
      <p:sp>
        <p:nvSpPr>
          <p:cNvPr id="169" name="pdf-text-117-0">
            <a:extLst xmlns:a="http://schemas.openxmlformats.org/drawingml/2006/main">
              <a:ext uri="{FF2B5EF4-FFF2-40B4-BE49-F238E27FC236}">
                <a16:creationId xmlns:a16="http://schemas.microsoft.com/office/drawing/2014/main" id="{11FC4B51-C4A6-491B-BBAB-3C5CB6CC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8207" y="3141580"/>
            <a:ext cx="117483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70" name="pdf-text-119-0">
            <a:extLst xmlns:a="http://schemas.openxmlformats.org/drawingml/2006/main">
              <a:ext uri="{FF2B5EF4-FFF2-40B4-BE49-F238E27FC236}">
                <a16:creationId xmlns:a16="http://schemas.microsoft.com/office/drawing/2014/main" id="{BB421D40-2B2A-44BF-A264-7FCB58F3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1535" y="3141580"/>
            <a:ext cx="382306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4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4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yellow</a:t>
            </a:r>
          </a:p>
        </p:txBody>
      </p:sp>
      <p:sp>
        <p:nvSpPr>
          <p:cNvPr id="171" name="pdf-text-121-0">
            <a:extLst xmlns:a="http://schemas.openxmlformats.org/drawingml/2006/main">
              <a:ext uri="{FF2B5EF4-FFF2-40B4-BE49-F238E27FC236}">
                <a16:creationId xmlns:a16="http://schemas.microsoft.com/office/drawing/2014/main" id="{4C204ADD-E53B-4723-A0D0-91FB3C56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9049" y="3305537"/>
            <a:ext cx="440790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3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lemons</a:t>
            </a:r>
          </a:p>
        </p:txBody>
      </p:sp>
      <p:sp>
        <p:nvSpPr>
          <p:cNvPr id="172" name="pdf-text-122-0">
            <a:extLst xmlns:a="http://schemas.openxmlformats.org/drawingml/2006/main">
              <a:ext uri="{FF2B5EF4-FFF2-40B4-BE49-F238E27FC236}">
                <a16:creationId xmlns:a16="http://schemas.microsoft.com/office/drawing/2014/main" id="{7B4A2360-7638-4C86-A967-066DFA1D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5008" y="3305537"/>
            <a:ext cx="41082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73" name="pdf-path-196">
            <a:extLst xmlns:a="http://schemas.openxmlformats.org/drawingml/2006/main">
              <a:ext uri="{FF2B5EF4-FFF2-40B4-BE49-F238E27FC236}">
                <a16:creationId xmlns:a16="http://schemas.microsoft.com/office/drawing/2014/main" id="{EE57B114-AC09-4AE9-8EB0-5D296D58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158" y="4669436"/>
            <a:ext cx="1512284" cy="537599"/>
          </a:xfrm>
          <a:custGeom xmlns:a="http://schemas.openxmlformats.org/drawingml/2006/main">
            <a:pathLst>
              <a:path w="1512284" h="537599">
                <a:moveTo>
                  <a:pt x="0" y="89601"/>
                </a:moveTo>
                <a:cubicBezTo>
                  <a:pt x="0" y="40116"/>
                  <a:pt x="40116" y="0"/>
                  <a:pt x="89601" y="0"/>
                </a:cubicBezTo>
                <a:lnTo>
                  <a:pt x="1422683" y="0"/>
                </a:lnTo>
                <a:cubicBezTo>
                  <a:pt x="1472168" y="0"/>
                  <a:pt x="1512284" y="40116"/>
                  <a:pt x="1512284" y="89601"/>
                </a:cubicBezTo>
                <a:lnTo>
                  <a:pt x="1512284" y="447997"/>
                </a:lnTo>
                <a:cubicBezTo>
                  <a:pt x="1512284" y="497482"/>
                  <a:pt x="1472168" y="537599"/>
                  <a:pt x="1422683" y="537599"/>
                </a:cubicBezTo>
                <a:lnTo>
                  <a:pt x="89601" y="537599"/>
                </a:lnTo>
                <a:cubicBezTo>
                  <a:pt x="40116" y="537599"/>
                  <a:pt x="0" y="497482"/>
                  <a:pt x="0" y="447997"/>
                </a:cubicBezTo>
                <a:lnTo>
                  <a:pt x="0" y="89601"/>
                </a:lnTo>
              </a:path>
            </a:pathLst>
          </a:custGeom>
          <a:solidFill xmlns:a="http://schemas.openxmlformats.org/drawingml/2006/main">
            <a:srgbClr val="B0C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df-path-197">
            <a:extLst xmlns:a="http://schemas.openxmlformats.org/drawingml/2006/main">
              <a:ext uri="{FF2B5EF4-FFF2-40B4-BE49-F238E27FC236}">
                <a16:creationId xmlns:a16="http://schemas.microsoft.com/office/drawing/2014/main" id="{FC77FAA8-B401-4058-B7A9-3F2A6904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158" y="4669436"/>
            <a:ext cx="1512284" cy="537598"/>
          </a:xfrm>
          <a:custGeom xmlns:a="http://schemas.openxmlformats.org/drawingml/2006/main">
            <a:pathLst>
              <a:path w="1512284" h="537598">
                <a:moveTo>
                  <a:pt x="0" y="89601"/>
                </a:moveTo>
                <a:cubicBezTo>
                  <a:pt x="0" y="40116"/>
                  <a:pt x="40116" y="0"/>
                  <a:pt x="89601" y="0"/>
                </a:cubicBezTo>
                <a:lnTo>
                  <a:pt x="1422683" y="0"/>
                </a:lnTo>
                <a:cubicBezTo>
                  <a:pt x="1472168" y="0"/>
                  <a:pt x="1512284" y="40116"/>
                  <a:pt x="1512284" y="89601"/>
                </a:cubicBezTo>
                <a:lnTo>
                  <a:pt x="1512284" y="447996"/>
                </a:lnTo>
                <a:cubicBezTo>
                  <a:pt x="1512284" y="497482"/>
                  <a:pt x="1472168" y="537598"/>
                  <a:pt x="1422683" y="537598"/>
                </a:cubicBezTo>
                <a:lnTo>
                  <a:pt x="89601" y="537598"/>
                </a:lnTo>
                <a:cubicBezTo>
                  <a:pt x="40116" y="537598"/>
                  <a:pt x="0" y="497482"/>
                  <a:pt x="0" y="447996"/>
                </a:cubicBezTo>
                <a:lnTo>
                  <a:pt x="0" y="89601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196B24"/>
            </a:solidFill>
            <a:prstDash val="solid"/>
          </a:ln>
        </p:spPr>
      </p:sp>
      <p:sp>
        <p:nvSpPr>
          <p:cNvPr id="175" name="pdf-text-123-0">
            <a:extLst xmlns:a="http://schemas.openxmlformats.org/drawingml/2006/main">
              <a:ext uri="{FF2B5EF4-FFF2-40B4-BE49-F238E27FC236}">
                <a16:creationId xmlns:a16="http://schemas.microsoft.com/office/drawing/2014/main" id="{8B4E85B7-6E7D-4F09-86D3-7AE59D4B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385" y="4744864"/>
            <a:ext cx="346963" cy="179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76" name="pdf-text-124-0">
            <a:extLst xmlns:a="http://schemas.openxmlformats.org/drawingml/2006/main">
              <a:ext uri="{FF2B5EF4-FFF2-40B4-BE49-F238E27FC236}">
                <a16:creationId xmlns:a16="http://schemas.microsoft.com/office/drawing/2014/main" id="{CDD78C82-1129-4974-BE80-B60BABB6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3" y="4744864"/>
            <a:ext cx="61184" cy="179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77" name="pdf-text-125-0">
            <a:extLst xmlns:a="http://schemas.openxmlformats.org/drawingml/2006/main">
              <a:ext uri="{FF2B5EF4-FFF2-40B4-BE49-F238E27FC236}">
                <a16:creationId xmlns:a16="http://schemas.microsoft.com/office/drawing/2014/main" id="{4E12BC20-D250-462A-8FA3-AF40E888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377" y="4744864"/>
            <a:ext cx="168225" cy="179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178" name="pdf-text-126-0">
            <a:extLst xmlns:a="http://schemas.openxmlformats.org/drawingml/2006/main">
              <a:ext uri="{FF2B5EF4-FFF2-40B4-BE49-F238E27FC236}">
                <a16:creationId xmlns:a16="http://schemas.microsoft.com/office/drawing/2014/main" id="{CD70C742-D624-4689-B117-6390B4A0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918" y="4744864"/>
            <a:ext cx="61184" cy="179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1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1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79" name="pdf-text-127-0">
            <a:extLst xmlns:a="http://schemas.openxmlformats.org/drawingml/2006/main">
              <a:ext uri="{FF2B5EF4-FFF2-40B4-BE49-F238E27FC236}">
                <a16:creationId xmlns:a16="http://schemas.microsoft.com/office/drawing/2014/main" id="{2EC404A0-1F89-4980-8897-DA0707F0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593" y="4744864"/>
            <a:ext cx="504301" cy="179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1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1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1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180" name="pdf-text-128-0">
            <a:extLst xmlns:a="http://schemas.openxmlformats.org/drawingml/2006/main">
              <a:ext uri="{FF2B5EF4-FFF2-40B4-BE49-F238E27FC236}">
                <a16:creationId xmlns:a16="http://schemas.microsoft.com/office/drawing/2014/main" id="{6ABA24D5-28C0-41CE-A5FD-80655AB6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163" y="4960596"/>
            <a:ext cx="511626" cy="179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pic>
        <p:nvPic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ADB89278-4189-4A97-A01A-D9CE78B318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d1aa214ff49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22277" y="4227293"/>
            <a:ext cx="970794" cy="1164954"/>
          </a:xfrm>
          <a:prstGeom xmlns:a="http://schemas.openxmlformats.org/drawingml/2006/main" prst="rect">
            <a:avLst/>
          </a:prstGeom>
        </p:spPr>
      </p:pic>
      <p:sp>
        <p:nvSpPr>
          <p:cNvPr id="182" name="pdf-source-image-26">
            <a:extLst xmlns:a="http://schemas.openxmlformats.org/drawingml/2006/main">
              <a:ext uri="{FF2B5EF4-FFF2-40B4-BE49-F238E27FC236}">
                <a16:creationId xmlns:a16="http://schemas.microsoft.com/office/drawing/2014/main" id="{7C9DBDAD-5174-4B0D-A691-EDA784AC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2277" y="4227293"/>
            <a:ext cx="970794" cy="1164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D8426E0-9597-46BB-BA65-FF757283F8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623400fec4b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50953" y="4292013"/>
            <a:ext cx="970794" cy="1164954"/>
          </a:xfrm>
          <a:prstGeom xmlns:a="http://schemas.openxmlformats.org/drawingml/2006/main" prst="rect">
            <a:avLst/>
          </a:prstGeom>
        </p:spPr>
      </p:pic>
      <p:sp>
        <p:nvSpPr>
          <p:cNvPr id="184" name="pdf-source-image-27">
            <a:extLst xmlns:a="http://schemas.openxmlformats.org/drawingml/2006/main">
              <a:ext uri="{FF2B5EF4-FFF2-40B4-BE49-F238E27FC236}">
                <a16:creationId xmlns:a16="http://schemas.microsoft.com/office/drawing/2014/main" id="{B5C48F88-24E2-4CC1-9A0B-CCEA57FC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0953" y="4292013"/>
            <a:ext cx="970794" cy="1164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CA745D0-7844-4FDB-A82D-752AC7F034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1cb28740143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83944" y="4356733"/>
            <a:ext cx="970794" cy="1164954"/>
          </a:xfrm>
          <a:prstGeom xmlns:a="http://schemas.openxmlformats.org/drawingml/2006/main" prst="rect">
            <a:avLst/>
          </a:prstGeom>
        </p:spPr>
      </p:pic>
      <p:sp>
        <p:nvSpPr>
          <p:cNvPr id="186" name="pdf-source-image-28">
            <a:extLst xmlns:a="http://schemas.openxmlformats.org/drawingml/2006/main">
              <a:ext uri="{FF2B5EF4-FFF2-40B4-BE49-F238E27FC236}">
                <a16:creationId xmlns:a16="http://schemas.microsoft.com/office/drawing/2014/main" id="{19553857-878F-4953-A12B-445FBE40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3944" y="4356733"/>
            <a:ext cx="970794" cy="1164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2F18A8A-D5AA-4E7B-8370-E084A49DB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c2f18bcf044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12620" y="4417138"/>
            <a:ext cx="970794" cy="1169268"/>
          </a:xfrm>
          <a:prstGeom xmlns:a="http://schemas.openxmlformats.org/drawingml/2006/main" prst="rect">
            <a:avLst/>
          </a:prstGeom>
        </p:spPr>
      </p:pic>
      <p:sp>
        <p:nvSpPr>
          <p:cNvPr id="188" name="pdf-source-image-29">
            <a:extLst xmlns:a="http://schemas.openxmlformats.org/drawingml/2006/main">
              <a:ext uri="{FF2B5EF4-FFF2-40B4-BE49-F238E27FC236}">
                <a16:creationId xmlns:a16="http://schemas.microsoft.com/office/drawing/2014/main" id="{F30132BD-7D88-4851-8AF2-AF400D72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2620" y="4417138"/>
            <a:ext cx="970794" cy="1169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C2357411-1AD1-4DE1-AA68-3B5C6D0CAF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ae8b962b84d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45611" y="4481858"/>
            <a:ext cx="970794" cy="1169268"/>
          </a:xfrm>
          <a:prstGeom xmlns:a="http://schemas.openxmlformats.org/drawingml/2006/main" prst="rect">
            <a:avLst/>
          </a:prstGeom>
        </p:spPr>
      </p:pic>
      <p:sp>
        <p:nvSpPr>
          <p:cNvPr id="190" name="pdf-source-image-30">
            <a:extLst xmlns:a="http://schemas.openxmlformats.org/drawingml/2006/main">
              <a:ext uri="{FF2B5EF4-FFF2-40B4-BE49-F238E27FC236}">
                <a16:creationId xmlns:a16="http://schemas.microsoft.com/office/drawing/2014/main" id="{71CB7CD8-FB83-4BAC-BAA1-B2AF6CBA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5611" y="4481858"/>
            <a:ext cx="970794" cy="1169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1" name="pdf-text-129-0">
            <a:extLst xmlns:a="http://schemas.openxmlformats.org/drawingml/2006/main">
              <a:ext uri="{FF2B5EF4-FFF2-40B4-BE49-F238E27FC236}">
                <a16:creationId xmlns:a16="http://schemas.microsoft.com/office/drawing/2014/main" id="{9DE74CA9-FF88-443C-9536-48FDB2AE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6346" y="5826075"/>
            <a:ext cx="1059940" cy="215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3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3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3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Generated </a:t>
            </a:r>
          </a:p>
        </p:txBody>
      </p:sp>
      <p:sp>
        <p:nvSpPr>
          <p:cNvPr id="192" name="pdf-text-130-0">
            <a:extLst xmlns:a="http://schemas.openxmlformats.org/drawingml/2006/main">
              <a:ext uri="{FF2B5EF4-FFF2-40B4-BE49-F238E27FC236}">
                <a16:creationId xmlns:a16="http://schemas.microsoft.com/office/drawing/2014/main" id="{A699C52E-1F3E-4F48-BD15-33603535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4819" y="6080639"/>
            <a:ext cx="702235" cy="215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4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Images</a:t>
            </a:r>
          </a:p>
        </p:txBody>
      </p:sp>
      <p:sp>
        <p:nvSpPr>
          <p:cNvPr id="193" name="pdf-text-131-0">
            <a:extLst xmlns:a="http://schemas.openxmlformats.org/drawingml/2006/main">
              <a:ext uri="{FF2B5EF4-FFF2-40B4-BE49-F238E27FC236}">
                <a16:creationId xmlns:a16="http://schemas.microsoft.com/office/drawing/2014/main" id="{34976306-C4B1-4695-B9EC-9C075EFF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3528" y="734010"/>
            <a:ext cx="713693" cy="143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“Generate</a:t>
            </a:r>
          </a:p>
        </p:txBody>
      </p:sp>
      <p:sp>
        <p:nvSpPr>
          <p:cNvPr id="194" name="pdf-text-132-0">
            <a:extLst xmlns:a="http://schemas.openxmlformats.org/drawingml/2006/main">
              <a:ext uri="{FF2B5EF4-FFF2-40B4-BE49-F238E27FC236}">
                <a16:creationId xmlns:a16="http://schemas.microsoft.com/office/drawing/2014/main" id="{45FFBA36-E9EE-43EB-9736-B2773BD3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1848" y="734010"/>
            <a:ext cx="946046" cy="143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7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7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7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some diverse </a:t>
            </a:r>
          </a:p>
        </p:txBody>
      </p:sp>
      <p:sp>
        <p:nvSpPr>
          <p:cNvPr id="195" name="pdf-text-133-0">
            <a:extLst xmlns:a="http://schemas.openxmlformats.org/drawingml/2006/main">
              <a:ext uri="{FF2B5EF4-FFF2-40B4-BE49-F238E27FC236}">
                <a16:creationId xmlns:a16="http://schemas.microsoft.com/office/drawing/2014/main" id="{03C52B54-47B1-449F-AE49-9C5EC0A2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537" y="910910"/>
            <a:ext cx="42346" cy="143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{</a:t>
            </a:r>
          </a:p>
        </p:txBody>
      </p:sp>
      <p:sp>
        <p:nvSpPr>
          <p:cNvPr id="196" name="pdf-text-134-0">
            <a:extLst xmlns:a="http://schemas.openxmlformats.org/drawingml/2006/main">
              <a:ext uri="{FF2B5EF4-FFF2-40B4-BE49-F238E27FC236}">
                <a16:creationId xmlns:a16="http://schemas.microsoft.com/office/drawing/2014/main" id="{A3EFB4B3-C8EC-4B0A-A70C-FB5B7DE4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481" y="910910"/>
            <a:ext cx="1054595" cy="143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132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Kitchen Counter</a:t>
            </a:r>
          </a:p>
        </p:txBody>
      </p:sp>
      <p:sp>
        <p:nvSpPr>
          <p:cNvPr id="197" name="pdf-text-135-0">
            <a:extLst xmlns:a="http://schemas.openxmlformats.org/drawingml/2006/main">
              <a:ext uri="{FF2B5EF4-FFF2-40B4-BE49-F238E27FC236}">
                <a16:creationId xmlns:a16="http://schemas.microsoft.com/office/drawing/2014/main" id="{0F910991-0372-4D63-A760-FC593801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670" y="910910"/>
            <a:ext cx="42346" cy="143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198" name="pdf-text-136-0">
            <a:extLst xmlns:a="http://schemas.openxmlformats.org/drawingml/2006/main">
              <a:ext uri="{FF2B5EF4-FFF2-40B4-BE49-F238E27FC236}">
                <a16:creationId xmlns:a16="http://schemas.microsoft.com/office/drawing/2014/main" id="{576A9DFC-B1CE-485B-873E-A0E64726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2074" y="910910"/>
            <a:ext cx="906306" cy="143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descriptions.</a:t>
            </a:r>
          </a:p>
        </p:txBody>
      </p:sp>
      <p:sp>
        <p:nvSpPr>
          <p:cNvPr id="199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57EB8BC2-7EFE-444A-BCAA-6477CB5F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189" y="4058140"/>
            <a:ext cx="278107" cy="530927"/>
          </a:xfrm>
          <a:custGeom xmlns:a="http://schemas.openxmlformats.org/drawingml/2006/main">
            <a:pathLst>
              <a:path w="278107" h="530927">
                <a:moveTo>
                  <a:pt x="0" y="391875"/>
                </a:moveTo>
                <a:lnTo>
                  <a:pt x="69527" y="391875"/>
                </a:lnTo>
                <a:lnTo>
                  <a:pt x="69527" y="0"/>
                </a:lnTo>
                <a:lnTo>
                  <a:pt x="208581" y="0"/>
                </a:lnTo>
                <a:lnTo>
                  <a:pt x="208581" y="391875"/>
                </a:lnTo>
                <a:lnTo>
                  <a:pt x="278107" y="391875"/>
                </a:lnTo>
                <a:lnTo>
                  <a:pt x="139054" y="530927"/>
                </a:lnTo>
                <a:lnTo>
                  <a:pt x="0" y="391875"/>
                </a:lnTo>
              </a:path>
            </a:pathLst>
          </a:custGeom>
          <a:solidFill xmlns:a="http://schemas.openxmlformats.org/drawingml/2006/main">
            <a:srgbClr val="B0C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df-path-223">
            <a:extLst xmlns:a="http://schemas.openxmlformats.org/drawingml/2006/main">
              <a:ext uri="{FF2B5EF4-FFF2-40B4-BE49-F238E27FC236}">
                <a16:creationId xmlns:a16="http://schemas.microsoft.com/office/drawing/2014/main" id="{3D1E7746-F335-4D9A-9FA9-F50177B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189" y="4058140"/>
            <a:ext cx="278108" cy="530929"/>
          </a:xfrm>
          <a:custGeom xmlns:a="http://schemas.openxmlformats.org/drawingml/2006/main">
            <a:pathLst>
              <a:path w="278108" h="530929">
                <a:moveTo>
                  <a:pt x="0" y="391875"/>
                </a:moveTo>
                <a:lnTo>
                  <a:pt x="69527" y="391875"/>
                </a:lnTo>
                <a:lnTo>
                  <a:pt x="69527" y="0"/>
                </a:lnTo>
                <a:lnTo>
                  <a:pt x="208581" y="0"/>
                </a:lnTo>
                <a:lnTo>
                  <a:pt x="208581" y="391875"/>
                </a:lnTo>
                <a:lnTo>
                  <a:pt x="278108" y="391875"/>
                </a:lnTo>
                <a:lnTo>
                  <a:pt x="139054" y="530929"/>
                </a:lnTo>
                <a:lnTo>
                  <a:pt x="0" y="391875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042433"/>
            </a:solidFill>
            <a:prstDash val="solid"/>
          </a:ln>
        </p:spPr>
      </p:sp>
      <p:sp>
        <p:nvSpPr>
          <p:cNvPr id="201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F5254950-47B8-44B1-A669-0BC6301A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119" y="3609633"/>
            <a:ext cx="3377087" cy="339064"/>
          </a:xfrm>
          <a:custGeom xmlns:a="http://schemas.openxmlformats.org/drawingml/2006/main">
            <a:pathLst>
              <a:path w="3377087" h="339064">
                <a:moveTo>
                  <a:pt x="0" y="0"/>
                </a:moveTo>
                <a:lnTo>
                  <a:pt x="3377087" y="0"/>
                </a:lnTo>
                <a:lnTo>
                  <a:pt x="3377087" y="339064"/>
                </a:lnTo>
                <a:lnTo>
                  <a:pt x="0" y="339064"/>
                </a:lnTo>
                <a:close/>
              </a:path>
            </a:pathLst>
          </a:custGeom>
          <a:solidFill xmlns:a="http://schemas.openxmlformats.org/drawingml/2006/main">
            <a:srgbClr val="E4E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df-text-137-0">
            <a:extLst xmlns:a="http://schemas.openxmlformats.org/drawingml/2006/main">
              <a:ext uri="{FF2B5EF4-FFF2-40B4-BE49-F238E27FC236}">
                <a16:creationId xmlns:a16="http://schemas.microsoft.com/office/drawing/2014/main" id="{317FD982-6E0C-46DF-9AF2-1CE32557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558" y="3711113"/>
            <a:ext cx="1255581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7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7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7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Description = “{Infer</a:t>
            </a:r>
          </a:p>
        </p:txBody>
      </p:sp>
      <p:sp>
        <p:nvSpPr>
          <p:cNvPr id="203" name="pdf-text-138-0">
            <a:extLst xmlns:a="http://schemas.openxmlformats.org/drawingml/2006/main">
              <a:ext uri="{FF2B5EF4-FFF2-40B4-BE49-F238E27FC236}">
                <a16:creationId xmlns:a16="http://schemas.microsoft.com/office/drawing/2014/main" id="{25DF8F8B-9FB0-43A3-9ADE-125968B5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9221" y="3711113"/>
            <a:ext cx="415208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</a:t>
            </a:r>
          </a:p>
        </p:txBody>
      </p:sp>
      <p:sp>
        <p:nvSpPr>
          <p:cNvPr id="204" name="pdf-text-139-0">
            <a:extLst xmlns:a="http://schemas.openxmlformats.org/drawingml/2006/main">
              <a:ext uri="{FF2B5EF4-FFF2-40B4-BE49-F238E27FC236}">
                <a16:creationId xmlns:a16="http://schemas.microsoft.com/office/drawing/2014/main" id="{8D01C7A6-26F6-4CD4-A8C4-8838921B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7427" y="3711113"/>
            <a:ext cx="271033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4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4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4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List}</a:t>
            </a:r>
          </a:p>
        </p:txBody>
      </p:sp>
      <p:sp>
        <p:nvSpPr>
          <p:cNvPr id="205" name="pdf-text-140-0">
            <a:extLst xmlns:a="http://schemas.openxmlformats.org/drawingml/2006/main">
              <a:ext uri="{FF2B5EF4-FFF2-40B4-BE49-F238E27FC236}">
                <a16:creationId xmlns:a16="http://schemas.microsoft.com/office/drawing/2014/main" id="{57CB1AD1-5B2A-47EF-9118-9AAACE8C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1812" y="3711113"/>
            <a:ext cx="43118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206" name="pdf-text-141-0">
            <a:extLst xmlns:a="http://schemas.openxmlformats.org/drawingml/2006/main">
              <a:ext uri="{FF2B5EF4-FFF2-40B4-BE49-F238E27FC236}">
                <a16:creationId xmlns:a16="http://schemas.microsoft.com/office/drawing/2014/main" id="{5FDE5A3C-E0A6-4F5C-94A0-BA745535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9228" y="3711113"/>
            <a:ext cx="460152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9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{Object</a:t>
            </a:r>
          </a:p>
        </p:txBody>
      </p:sp>
      <p:sp>
        <p:nvSpPr>
          <p:cNvPr id="207" name="pdf-text-142-0">
            <a:extLst xmlns:a="http://schemas.openxmlformats.org/drawingml/2006/main">
              <a:ext uri="{FF2B5EF4-FFF2-40B4-BE49-F238E27FC236}">
                <a16:creationId xmlns:a16="http://schemas.microsoft.com/office/drawing/2014/main" id="{C843F900-EED0-4995-B68D-C6A77789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2376" y="3711113"/>
            <a:ext cx="529308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relation}</a:t>
            </a:r>
          </a:p>
        </p:txBody>
      </p:sp>
      <p:sp>
        <p:nvSpPr>
          <p:cNvPr id="208" name="pdf-text-143-0">
            <a:extLst xmlns:a="http://schemas.openxmlformats.org/drawingml/2006/main">
              <a:ext uri="{FF2B5EF4-FFF2-40B4-BE49-F238E27FC236}">
                <a16:creationId xmlns:a16="http://schemas.microsoft.com/office/drawing/2014/main" id="{5C44AC86-646C-4CC2-B260-FAE5DCA6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5190" y="3711113"/>
            <a:ext cx="74790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  <p:sp>
        <p:nvSpPr>
          <p:cNvPr id="209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396BE715-D07E-4432-B18C-494D9884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53264" y="508559"/>
            <a:ext cx="755694" cy="1817168"/>
          </a:xfrm>
          <a:custGeom xmlns:a="http://schemas.openxmlformats.org/drawingml/2006/main">
            <a:pathLst>
              <a:path w="755694" h="1817168">
                <a:moveTo>
                  <a:pt x="0" y="125952"/>
                </a:moveTo>
                <a:cubicBezTo>
                  <a:pt x="0" y="56390"/>
                  <a:pt x="56390" y="0"/>
                  <a:pt x="125952" y="0"/>
                </a:cubicBezTo>
                <a:lnTo>
                  <a:pt x="629742" y="0"/>
                </a:lnTo>
                <a:cubicBezTo>
                  <a:pt x="699304" y="0"/>
                  <a:pt x="755694" y="56390"/>
                  <a:pt x="755694" y="125952"/>
                </a:cubicBezTo>
                <a:lnTo>
                  <a:pt x="755694" y="1691217"/>
                </a:lnTo>
                <a:cubicBezTo>
                  <a:pt x="755694" y="1760777"/>
                  <a:pt x="699304" y="1817168"/>
                  <a:pt x="629742" y="1817168"/>
                </a:cubicBezTo>
                <a:lnTo>
                  <a:pt x="125952" y="1817168"/>
                </a:lnTo>
                <a:cubicBezTo>
                  <a:pt x="56390" y="1817168"/>
                  <a:pt x="0" y="1760777"/>
                  <a:pt x="0" y="1691217"/>
                </a:cubicBezTo>
                <a:lnTo>
                  <a:pt x="0" y="125952"/>
                </a:lnTo>
              </a:path>
            </a:pathLst>
          </a:custGeom>
          <a:noFill xmlns:a="http://schemas.openxmlformats.org/drawingml/2006/main"/>
          <a:ln xmlns:a="http://schemas.openxmlformats.org/drawingml/2006/main" w="40450">
            <a:solidFill>
              <a:srgbClr val="8C8C8C"/>
            </a:solidFill>
            <a:prstDash val="dash"/>
          </a:ln>
        </p:spPr>
      </p:sp>
      <p:sp>
        <p:nvSpPr>
          <p:cNvPr id="210" name="pdf-path-237">
            <a:extLst xmlns:a="http://schemas.openxmlformats.org/drawingml/2006/main">
              <a:ext uri="{FF2B5EF4-FFF2-40B4-BE49-F238E27FC236}">
                <a16:creationId xmlns:a16="http://schemas.microsoft.com/office/drawing/2014/main" id="{B52E27F3-668B-4A43-AA23-4DAEFF4A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26915" y="2050463"/>
            <a:ext cx="208763" cy="450898"/>
          </a:xfrm>
          <a:custGeom xmlns:a="http://schemas.openxmlformats.org/drawingml/2006/main">
            <a:pathLst>
              <a:path w="208763" h="450898">
                <a:moveTo>
                  <a:pt x="0" y="0"/>
                </a:moveTo>
                <a:lnTo>
                  <a:pt x="91334" y="0"/>
                </a:lnTo>
                <a:cubicBezTo>
                  <a:pt x="141776" y="0"/>
                  <a:pt x="182668" y="40892"/>
                  <a:pt x="182668" y="91334"/>
                </a:cubicBezTo>
                <a:lnTo>
                  <a:pt x="182670" y="398707"/>
                </a:lnTo>
                <a:lnTo>
                  <a:pt x="208763" y="398707"/>
                </a:lnTo>
                <a:lnTo>
                  <a:pt x="156573" y="450898"/>
                </a:lnTo>
                <a:lnTo>
                  <a:pt x="104381" y="398707"/>
                </a:lnTo>
                <a:lnTo>
                  <a:pt x="130477" y="398707"/>
                </a:lnTo>
                <a:lnTo>
                  <a:pt x="130477" y="91334"/>
                </a:lnTo>
                <a:cubicBezTo>
                  <a:pt x="130477" y="69716"/>
                  <a:pt x="112952" y="52191"/>
                  <a:pt x="91334" y="52191"/>
                </a:cubicBezTo>
                <a:lnTo>
                  <a:pt x="0" y="52191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18668E31-0CE6-4033-8601-2C9C132C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26914" y="2050463"/>
            <a:ext cx="208764" cy="450897"/>
          </a:xfrm>
          <a:custGeom xmlns:a="http://schemas.openxmlformats.org/drawingml/2006/main">
            <a:pathLst>
              <a:path w="208764" h="450897">
                <a:moveTo>
                  <a:pt x="0" y="0"/>
                </a:moveTo>
                <a:lnTo>
                  <a:pt x="91334" y="0"/>
                </a:lnTo>
                <a:cubicBezTo>
                  <a:pt x="141777" y="0"/>
                  <a:pt x="182669" y="40892"/>
                  <a:pt x="182669" y="91334"/>
                </a:cubicBezTo>
                <a:lnTo>
                  <a:pt x="182669" y="398706"/>
                </a:lnTo>
                <a:lnTo>
                  <a:pt x="208764" y="398706"/>
                </a:lnTo>
                <a:lnTo>
                  <a:pt x="156572" y="450897"/>
                </a:lnTo>
                <a:lnTo>
                  <a:pt x="104381" y="398706"/>
                </a:lnTo>
                <a:lnTo>
                  <a:pt x="130477" y="398706"/>
                </a:lnTo>
                <a:lnTo>
                  <a:pt x="130477" y="91334"/>
                </a:lnTo>
                <a:cubicBezTo>
                  <a:pt x="130477" y="69716"/>
                  <a:pt x="112953" y="52190"/>
                  <a:pt x="91334" y="52190"/>
                </a:cubicBezTo>
                <a:lnTo>
                  <a:pt x="0" y="5219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042433"/>
            </a:solidFill>
            <a:prstDash val="solid"/>
          </a:ln>
        </p:spPr>
      </p:sp>
      <p:sp>
        <p:nvSpPr>
          <p:cNvPr id="212" name="pdf-text-155-0">
            <a:extLst xmlns:a="http://schemas.openxmlformats.org/drawingml/2006/main">
              <a:ext uri="{FF2B5EF4-FFF2-40B4-BE49-F238E27FC236}">
                <a16:creationId xmlns:a16="http://schemas.microsoft.com/office/drawing/2014/main" id="{F2359D12-899E-4D5A-8F60-146906EF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7662" y="2720414"/>
            <a:ext cx="1002052" cy="197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6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6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 Scene</a:t>
            </a:r>
          </a:p>
        </p:txBody>
      </p:sp>
      <p:pic>
        <p:nvPic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1E1D715E-5867-4C9D-BB4C-8D0BD116C0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8ee5678d64e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44130" y="4688483"/>
            <a:ext cx="2508207" cy="1312656"/>
          </a:xfrm>
          <a:prstGeom xmlns:a="http://schemas.openxmlformats.org/drawingml/2006/main" prst="rect">
            <a:avLst/>
          </a:prstGeom>
        </p:spPr>
      </p:pic>
      <p:sp>
        <p:nvSpPr>
          <p:cNvPr id="214" name="pdf-source-image-42">
            <a:extLst xmlns:a="http://schemas.openxmlformats.org/drawingml/2006/main">
              <a:ext uri="{FF2B5EF4-FFF2-40B4-BE49-F238E27FC236}">
                <a16:creationId xmlns:a16="http://schemas.microsoft.com/office/drawing/2014/main" id="{A032BFA4-24D0-4C62-9F8D-B4A9CF55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4130" y="4688483"/>
            <a:ext cx="2508207" cy="1312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5" name="pdf-path-256">
            <a:extLst xmlns:a="http://schemas.openxmlformats.org/drawingml/2006/main">
              <a:ext uri="{FF2B5EF4-FFF2-40B4-BE49-F238E27FC236}">
                <a16:creationId xmlns:a16="http://schemas.microsoft.com/office/drawing/2014/main" id="{3CEF5A89-45C0-4BBE-B161-0A2BC9E8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4360" y="497728"/>
            <a:ext cx="1017385" cy="444920"/>
          </a:xfrm>
          <a:custGeom xmlns:a="http://schemas.openxmlformats.org/drawingml/2006/main">
            <a:pathLst>
              <a:path w="1017385" h="444920">
                <a:moveTo>
                  <a:pt x="0" y="74156"/>
                </a:moveTo>
                <a:cubicBezTo>
                  <a:pt x="0" y="33201"/>
                  <a:pt x="33199" y="0"/>
                  <a:pt x="74155" y="0"/>
                </a:cubicBezTo>
                <a:lnTo>
                  <a:pt x="943231" y="0"/>
                </a:lnTo>
                <a:cubicBezTo>
                  <a:pt x="984186" y="0"/>
                  <a:pt x="1017385" y="33201"/>
                  <a:pt x="1017385" y="74156"/>
                </a:cubicBezTo>
                <a:lnTo>
                  <a:pt x="1017385" y="370766"/>
                </a:lnTo>
                <a:cubicBezTo>
                  <a:pt x="1017385" y="411719"/>
                  <a:pt x="984186" y="444920"/>
                  <a:pt x="943231" y="444920"/>
                </a:cubicBezTo>
                <a:lnTo>
                  <a:pt x="74155" y="444920"/>
                </a:lnTo>
                <a:cubicBezTo>
                  <a:pt x="33199" y="444920"/>
                  <a:pt x="0" y="411719"/>
                  <a:pt x="0" y="370766"/>
                </a:cubicBezTo>
                <a:lnTo>
                  <a:pt x="0" y="7415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df-path-257">
            <a:extLst xmlns:a="http://schemas.openxmlformats.org/drawingml/2006/main">
              <a:ext uri="{FF2B5EF4-FFF2-40B4-BE49-F238E27FC236}">
                <a16:creationId xmlns:a16="http://schemas.microsoft.com/office/drawing/2014/main" id="{03015D40-CC6F-4080-A008-D8870C35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4360" y="497728"/>
            <a:ext cx="1017386" cy="444919"/>
          </a:xfrm>
          <a:custGeom xmlns:a="http://schemas.openxmlformats.org/drawingml/2006/main">
            <a:pathLst>
              <a:path w="1017386" h="444919">
                <a:moveTo>
                  <a:pt x="0" y="74155"/>
                </a:moveTo>
                <a:cubicBezTo>
                  <a:pt x="0" y="33200"/>
                  <a:pt x="33200" y="0"/>
                  <a:pt x="74155" y="0"/>
                </a:cubicBezTo>
                <a:lnTo>
                  <a:pt x="943232" y="0"/>
                </a:lnTo>
                <a:cubicBezTo>
                  <a:pt x="984186" y="0"/>
                  <a:pt x="1017386" y="33200"/>
                  <a:pt x="1017386" y="74155"/>
                </a:cubicBezTo>
                <a:lnTo>
                  <a:pt x="1017386" y="370765"/>
                </a:lnTo>
                <a:cubicBezTo>
                  <a:pt x="1017386" y="411719"/>
                  <a:pt x="984186" y="444919"/>
                  <a:pt x="943232" y="444919"/>
                </a:cubicBezTo>
                <a:lnTo>
                  <a:pt x="74155" y="444919"/>
                </a:lnTo>
                <a:cubicBezTo>
                  <a:pt x="33200" y="444919"/>
                  <a:pt x="0" y="411719"/>
                  <a:pt x="0" y="370765"/>
                </a:cubicBezTo>
                <a:lnTo>
                  <a:pt x="0" y="74155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1A6A24"/>
            </a:solidFill>
            <a:prstDash val="solid"/>
          </a:ln>
        </p:spPr>
      </p:sp>
      <p:sp>
        <p:nvSpPr>
          <p:cNvPr id="217" name="pdf-text-156-0">
            <a:extLst xmlns:a="http://schemas.openxmlformats.org/drawingml/2006/main">
              <a:ext uri="{FF2B5EF4-FFF2-40B4-BE49-F238E27FC236}">
                <a16:creationId xmlns:a16="http://schemas.microsoft.com/office/drawing/2014/main" id="{0411E982-088C-40B0-9E67-4B530F66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1661" y="526025"/>
            <a:ext cx="459854" cy="161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8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Depth </a:t>
            </a:r>
          </a:p>
        </p:txBody>
      </p:sp>
      <p:sp>
        <p:nvSpPr>
          <p:cNvPr id="218" name="pdf-text-157-0">
            <a:extLst xmlns:a="http://schemas.openxmlformats.org/drawingml/2006/main">
              <a:ext uri="{FF2B5EF4-FFF2-40B4-BE49-F238E27FC236}">
                <a16:creationId xmlns:a16="http://schemas.microsoft.com/office/drawing/2014/main" id="{C99A2F22-44F2-472B-A168-04C23333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5075" y="724498"/>
            <a:ext cx="821159" cy="161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5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Anything V2</a:t>
            </a:r>
          </a:p>
        </p:txBody>
      </p:sp>
      <p:sp>
        <p:nvSpPr>
          <p:cNvPr id="219" name="pdf-path-260">
            <a:extLst xmlns:a="http://schemas.openxmlformats.org/drawingml/2006/main">
              <a:ext uri="{FF2B5EF4-FFF2-40B4-BE49-F238E27FC236}">
                <a16:creationId xmlns:a16="http://schemas.microsoft.com/office/drawing/2014/main" id="{7884C07B-11BC-476D-BA86-B2598AA8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1119" y="1003010"/>
            <a:ext cx="1017385" cy="551229"/>
          </a:xfrm>
          <a:custGeom xmlns:a="http://schemas.openxmlformats.org/drawingml/2006/main">
            <a:pathLst>
              <a:path w="1017385" h="551229">
                <a:moveTo>
                  <a:pt x="0" y="91873"/>
                </a:moveTo>
                <a:cubicBezTo>
                  <a:pt x="0" y="41133"/>
                  <a:pt x="41132" y="0"/>
                  <a:pt x="91873" y="0"/>
                </a:cubicBezTo>
                <a:lnTo>
                  <a:pt x="925512" y="0"/>
                </a:lnTo>
                <a:cubicBezTo>
                  <a:pt x="976252" y="0"/>
                  <a:pt x="1017385" y="41133"/>
                  <a:pt x="1017385" y="91873"/>
                </a:cubicBezTo>
                <a:lnTo>
                  <a:pt x="1017385" y="459357"/>
                </a:lnTo>
                <a:cubicBezTo>
                  <a:pt x="1017385" y="510097"/>
                  <a:pt x="976252" y="551229"/>
                  <a:pt x="925512" y="551229"/>
                </a:cubicBezTo>
                <a:lnTo>
                  <a:pt x="91873" y="551229"/>
                </a:lnTo>
                <a:cubicBezTo>
                  <a:pt x="41132" y="551229"/>
                  <a:pt x="0" y="510097"/>
                  <a:pt x="0" y="459357"/>
                </a:cubicBezTo>
                <a:lnTo>
                  <a:pt x="0" y="9187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df-path-261">
            <a:extLst xmlns:a="http://schemas.openxmlformats.org/drawingml/2006/main">
              <a:ext uri="{FF2B5EF4-FFF2-40B4-BE49-F238E27FC236}">
                <a16:creationId xmlns:a16="http://schemas.microsoft.com/office/drawing/2014/main" id="{2981D191-662A-4743-95C2-8A272BB4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1119" y="1003010"/>
            <a:ext cx="1017386" cy="551229"/>
          </a:xfrm>
          <a:custGeom xmlns:a="http://schemas.openxmlformats.org/drawingml/2006/main">
            <a:pathLst>
              <a:path w="1017386" h="551229">
                <a:moveTo>
                  <a:pt x="0" y="91873"/>
                </a:moveTo>
                <a:cubicBezTo>
                  <a:pt x="0" y="41133"/>
                  <a:pt x="41133" y="0"/>
                  <a:pt x="91873" y="0"/>
                </a:cubicBezTo>
                <a:lnTo>
                  <a:pt x="925513" y="0"/>
                </a:lnTo>
                <a:cubicBezTo>
                  <a:pt x="976254" y="0"/>
                  <a:pt x="1017386" y="41133"/>
                  <a:pt x="1017386" y="91873"/>
                </a:cubicBezTo>
                <a:lnTo>
                  <a:pt x="1017386" y="459357"/>
                </a:lnTo>
                <a:cubicBezTo>
                  <a:pt x="1017386" y="510097"/>
                  <a:pt x="976254" y="551229"/>
                  <a:pt x="925513" y="551229"/>
                </a:cubicBezTo>
                <a:lnTo>
                  <a:pt x="91873" y="551229"/>
                </a:lnTo>
                <a:cubicBezTo>
                  <a:pt x="41133" y="551229"/>
                  <a:pt x="0" y="510097"/>
                  <a:pt x="0" y="459357"/>
                </a:cubicBezTo>
                <a:lnTo>
                  <a:pt x="0" y="91873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1A6A24"/>
            </a:solidFill>
            <a:prstDash val="solid"/>
          </a:ln>
        </p:spPr>
      </p:sp>
      <p:sp>
        <p:nvSpPr>
          <p:cNvPr id="221" name="pdf-text-158-0">
            <a:extLst xmlns:a="http://schemas.openxmlformats.org/drawingml/2006/main">
              <a:ext uri="{FF2B5EF4-FFF2-40B4-BE49-F238E27FC236}">
                <a16:creationId xmlns:a16="http://schemas.microsoft.com/office/drawing/2014/main" id="{BA4AC0F5-7D4A-4DC3-9737-8198D048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0187" y="1072221"/>
            <a:ext cx="898225" cy="197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3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Grounded </a:t>
            </a:r>
          </a:p>
        </p:txBody>
      </p:sp>
      <p:sp>
        <p:nvSpPr>
          <p:cNvPr id="222" name="pdf-text-159-0">
            <a:extLst xmlns:a="http://schemas.openxmlformats.org/drawingml/2006/main">
              <a:ext uri="{FF2B5EF4-FFF2-40B4-BE49-F238E27FC236}">
                <a16:creationId xmlns:a16="http://schemas.microsoft.com/office/drawing/2014/main" id="{A5AED2A1-8E36-4DCA-8A04-0CA9BB50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6145" y="1305212"/>
            <a:ext cx="385510" cy="197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</a:t>
            </a:r>
          </a:p>
        </p:txBody>
      </p:sp>
      <p:sp>
        <p:nvSpPr>
          <p:cNvPr id="223" name="pdf-path-264">
            <a:extLst xmlns:a="http://schemas.openxmlformats.org/drawingml/2006/main">
              <a:ext uri="{FF2B5EF4-FFF2-40B4-BE49-F238E27FC236}">
                <a16:creationId xmlns:a16="http://schemas.microsoft.com/office/drawing/2014/main" id="{82CDC2AB-ABC8-439B-9A90-C25A7251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691" y="1633405"/>
            <a:ext cx="1017388" cy="610819"/>
          </a:xfrm>
          <a:custGeom xmlns:a="http://schemas.openxmlformats.org/drawingml/2006/main">
            <a:pathLst>
              <a:path w="1017388" h="610819">
                <a:moveTo>
                  <a:pt x="0" y="101806"/>
                </a:moveTo>
                <a:cubicBezTo>
                  <a:pt x="0" y="45581"/>
                  <a:pt x="45580" y="0"/>
                  <a:pt x="101805" y="0"/>
                </a:cubicBezTo>
                <a:lnTo>
                  <a:pt x="915582" y="0"/>
                </a:lnTo>
                <a:cubicBezTo>
                  <a:pt x="971807" y="0"/>
                  <a:pt x="1017388" y="45581"/>
                  <a:pt x="1017388" y="101806"/>
                </a:cubicBezTo>
                <a:lnTo>
                  <a:pt x="1017388" y="509014"/>
                </a:lnTo>
                <a:cubicBezTo>
                  <a:pt x="1017388" y="565240"/>
                  <a:pt x="971807" y="610819"/>
                  <a:pt x="915582" y="610819"/>
                </a:cubicBezTo>
                <a:lnTo>
                  <a:pt x="101805" y="610819"/>
                </a:lnTo>
                <a:cubicBezTo>
                  <a:pt x="45580" y="610819"/>
                  <a:pt x="0" y="565240"/>
                  <a:pt x="0" y="509014"/>
                </a:cubicBezTo>
                <a:lnTo>
                  <a:pt x="0" y="10180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df-path-265">
            <a:extLst xmlns:a="http://schemas.openxmlformats.org/drawingml/2006/main">
              <a:ext uri="{FF2B5EF4-FFF2-40B4-BE49-F238E27FC236}">
                <a16:creationId xmlns:a16="http://schemas.microsoft.com/office/drawing/2014/main" id="{19E68F2A-5D49-4D9D-8D15-D63C9D3E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691" y="1633405"/>
            <a:ext cx="1017386" cy="610818"/>
          </a:xfrm>
          <a:custGeom xmlns:a="http://schemas.openxmlformats.org/drawingml/2006/main">
            <a:pathLst>
              <a:path w="1017386" h="610818">
                <a:moveTo>
                  <a:pt x="0" y="101805"/>
                </a:moveTo>
                <a:cubicBezTo>
                  <a:pt x="0" y="45579"/>
                  <a:pt x="45579" y="0"/>
                  <a:pt x="101805" y="0"/>
                </a:cubicBezTo>
                <a:lnTo>
                  <a:pt x="915582" y="0"/>
                </a:lnTo>
                <a:cubicBezTo>
                  <a:pt x="971807" y="0"/>
                  <a:pt x="1017386" y="45579"/>
                  <a:pt x="1017386" y="101805"/>
                </a:cubicBezTo>
                <a:lnTo>
                  <a:pt x="1017386" y="509013"/>
                </a:lnTo>
                <a:cubicBezTo>
                  <a:pt x="1017386" y="565238"/>
                  <a:pt x="971807" y="610818"/>
                  <a:pt x="915582" y="610818"/>
                </a:cubicBezTo>
                <a:lnTo>
                  <a:pt x="101805" y="610818"/>
                </a:lnTo>
                <a:cubicBezTo>
                  <a:pt x="45579" y="610818"/>
                  <a:pt x="0" y="565238"/>
                  <a:pt x="0" y="509013"/>
                </a:cubicBezTo>
                <a:lnTo>
                  <a:pt x="0" y="101805"/>
                </a:lnTo>
              </a:path>
            </a:pathLst>
          </a:custGeom>
          <a:noFill xmlns:a="http://schemas.openxmlformats.org/drawingml/2006/main"/>
          <a:ln xmlns:a="http://schemas.openxmlformats.org/drawingml/2006/main" w="26967">
            <a:solidFill>
              <a:srgbClr val="1A6A24"/>
            </a:solidFill>
            <a:prstDash val="solid"/>
          </a:ln>
        </p:spPr>
      </p:sp>
      <p:sp>
        <p:nvSpPr>
          <p:cNvPr id="225" name="pdf-text-160-0">
            <a:extLst xmlns:a="http://schemas.openxmlformats.org/drawingml/2006/main">
              <a:ext uri="{FF2B5EF4-FFF2-40B4-BE49-F238E27FC236}">
                <a16:creationId xmlns:a16="http://schemas.microsoft.com/office/drawing/2014/main" id="{B385DCB7-5D34-479B-982D-0E3309B2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8167" y="1687545"/>
            <a:ext cx="406687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2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2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 </a:t>
            </a:r>
          </a:p>
        </p:txBody>
      </p:sp>
      <p:sp>
        <p:nvSpPr>
          <p:cNvPr id="226" name="pdf-text-161-0">
            <a:extLst xmlns:a="http://schemas.openxmlformats.org/drawingml/2006/main">
              <a:ext uri="{FF2B5EF4-FFF2-40B4-BE49-F238E27FC236}">
                <a16:creationId xmlns:a16="http://schemas.microsoft.com/office/drawing/2014/main" id="{8E9A7D00-DCBB-42EF-8FA2-F96F28AA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6976" y="1864445"/>
            <a:ext cx="629222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Language </a:t>
            </a:r>
          </a:p>
        </p:txBody>
      </p:sp>
      <p:sp>
        <p:nvSpPr>
          <p:cNvPr id="227" name="pdf-text-162-0">
            <a:extLst xmlns:a="http://schemas.openxmlformats.org/drawingml/2006/main">
              <a:ext uri="{FF2B5EF4-FFF2-40B4-BE49-F238E27FC236}">
                <a16:creationId xmlns:a16="http://schemas.microsoft.com/office/drawing/2014/main" id="{91495D30-E191-4377-91A6-513AD782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2594" y="2045661"/>
            <a:ext cx="388009" cy="143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7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7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pic>
        <p:nvPic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C30C24A-C876-4B48-A3AE-11A7F816F6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9f248c1634f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2350" y="3400425"/>
            <a:ext cx="2486025" cy="285750"/>
          </a:xfrm>
          <a:prstGeom xmlns:a="http://schemas.openxmlformats.org/drawingml/2006/main" prst="rect">
            <a:avLst/>
          </a:prstGeom>
        </p:spPr>
      </p:pic>
      <p:sp>
        <p:nvSpPr>
          <p:cNvPr id="229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0B79D7D3-8135-4DCF-A0D1-F2EEA730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3400425"/>
            <a:ext cx="2486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84FD521-583D-490A-BEA4-BE2F9CDB61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f091af6c649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2350" y="3400425"/>
            <a:ext cx="2486025" cy="285750"/>
          </a:xfrm>
          <a:prstGeom xmlns:a="http://schemas.openxmlformats.org/drawingml/2006/main" prst="rect">
            <a:avLst/>
          </a:prstGeom>
        </p:spPr>
      </p:pic>
      <p:sp>
        <p:nvSpPr>
          <p:cNvPr id="231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68612468-3863-465B-927A-3F245F89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3400425"/>
            <a:ext cx="2486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463B6C55-A8CD-4D33-805B-B75BF5A05B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dd275e2444a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" y="5629275"/>
            <a:ext cx="1257300" cy="542925"/>
          </a:xfrm>
          <a:prstGeom xmlns:a="http://schemas.openxmlformats.org/drawingml/2006/main" prst="rect">
            <a:avLst/>
          </a:prstGeom>
        </p:spPr>
      </p:pic>
      <p:sp>
        <p:nvSpPr>
          <p:cNvPr id="233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4681C813-A816-4B3C-AAC0-C714DAA6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" y="5629275"/>
            <a:ext cx="1257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7EFFB39F-FF46-428A-B27B-296A5C88F2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8b30c866047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" y="5629275"/>
            <a:ext cx="1257300" cy="542925"/>
          </a:xfrm>
          <a:prstGeom xmlns:a="http://schemas.openxmlformats.org/drawingml/2006/main" prst="rect">
            <a:avLst/>
          </a:prstGeom>
        </p:spPr>
      </p:pic>
      <p:sp>
        <p:nvSpPr>
          <p:cNvPr id="235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C72BF62A-E638-472A-A936-2EF85040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" y="5629275"/>
            <a:ext cx="1257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5C147E4-74C7-4DB0-9EC2-F0D3B3DDDE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7a75997ad48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" y="5629275"/>
            <a:ext cx="1257300" cy="542925"/>
          </a:xfrm>
          <a:prstGeom xmlns:a="http://schemas.openxmlformats.org/drawingml/2006/main" prst="rect">
            <a:avLst/>
          </a:prstGeom>
        </p:spPr>
      </p:pic>
      <p:sp>
        <p:nvSpPr>
          <p:cNvPr id="237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7FFA9473-03D7-456C-8EFB-9E852EE0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" y="5629275"/>
            <a:ext cx="1257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B377ADFB-DB37-47DF-8CC8-7AAF4DE51A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0e079076c44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87050" y="28575"/>
            <a:ext cx="2200275" cy="457200"/>
          </a:xfrm>
          <a:prstGeom xmlns:a="http://schemas.openxmlformats.org/drawingml/2006/main" prst="rect">
            <a:avLst/>
          </a:prstGeom>
        </p:spPr>
      </p:pic>
      <p:sp>
        <p:nvSpPr>
          <p:cNvPr id="239" name="pdf-raster-5">
            <a:extLst xmlns:a="http://schemas.openxmlformats.org/drawingml/2006/main">
              <a:ext uri="{FF2B5EF4-FFF2-40B4-BE49-F238E27FC236}">
                <a16:creationId xmlns:a16="http://schemas.microsoft.com/office/drawing/2014/main" id="{1862714A-7BD5-49D5-B869-C5CF5697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28575"/>
            <a:ext cx="2200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43E004E-8A82-4A16-A1F0-F962E441A5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20f452e244c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87050" y="28575"/>
            <a:ext cx="2200275" cy="457200"/>
          </a:xfrm>
          <a:prstGeom xmlns:a="http://schemas.openxmlformats.org/drawingml/2006/main" prst="rect">
            <a:avLst/>
          </a:prstGeom>
        </p:spPr>
      </p:pic>
      <p:sp>
        <p:nvSpPr>
          <p:cNvPr id="241" name="pdf-raster-6">
            <a:extLst xmlns:a="http://schemas.openxmlformats.org/drawingml/2006/main">
              <a:ext uri="{FF2B5EF4-FFF2-40B4-BE49-F238E27FC236}">
                <a16:creationId xmlns:a16="http://schemas.microsoft.com/office/drawing/2014/main" id="{4803F166-A2F2-46A9-8F91-A001AB46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28575"/>
            <a:ext cx="2200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04AA09F8-A9D1-41FA-9897-8BDB25C171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3a4f297fa4a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" y="28575"/>
            <a:ext cx="2200275" cy="428625"/>
          </a:xfrm>
          <a:prstGeom xmlns:a="http://schemas.openxmlformats.org/drawingml/2006/main" prst="rect">
            <a:avLst/>
          </a:prstGeom>
        </p:spPr>
      </p:pic>
      <p:sp>
        <p:nvSpPr>
          <p:cNvPr id="243" name="pdf-raster-7">
            <a:extLst xmlns:a="http://schemas.openxmlformats.org/drawingml/2006/main">
              <a:ext uri="{FF2B5EF4-FFF2-40B4-BE49-F238E27FC236}">
                <a16:creationId xmlns:a16="http://schemas.microsoft.com/office/drawing/2014/main" id="{A4E162A6-9190-4F6A-A9BB-3636CFDE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28575"/>
            <a:ext cx="2200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4F7D7B4D-A653-4DE9-924E-F964890530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072d2e28b4e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" y="28575"/>
            <a:ext cx="2200275" cy="428625"/>
          </a:xfrm>
          <a:prstGeom xmlns:a="http://schemas.openxmlformats.org/drawingml/2006/main" prst="rect">
            <a:avLst/>
          </a:prstGeom>
        </p:spPr>
      </p:pic>
      <p:sp>
        <p:nvSpPr>
          <p:cNvPr id="245" name="pdf-raster-8">
            <a:extLst xmlns:a="http://schemas.openxmlformats.org/drawingml/2006/main">
              <a:ext uri="{FF2B5EF4-FFF2-40B4-BE49-F238E27FC236}">
                <a16:creationId xmlns:a16="http://schemas.microsoft.com/office/drawing/2014/main" id="{11048508-C345-48A6-B3C3-42BB4B3D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28575"/>
            <a:ext cx="2200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B1A3897D-1EF1-4B1F-A5D6-75A64D07EC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6ba52134c41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7025" y="6086475"/>
            <a:ext cx="2171700" cy="428625"/>
          </a:xfrm>
          <a:prstGeom xmlns:a="http://schemas.openxmlformats.org/drawingml/2006/main" prst="rect">
            <a:avLst/>
          </a:prstGeom>
        </p:spPr>
      </p:pic>
      <p:sp>
        <p:nvSpPr>
          <p:cNvPr id="247" name="pdf-raster-9">
            <a:extLst xmlns:a="http://schemas.openxmlformats.org/drawingml/2006/main">
              <a:ext uri="{FF2B5EF4-FFF2-40B4-BE49-F238E27FC236}">
                <a16:creationId xmlns:a16="http://schemas.microsoft.com/office/drawing/2014/main" id="{3F205A3F-468A-48D5-84EF-8F95E040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7025" y="6086475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8FD2E710-B940-4D6E-A69F-24797F9C2D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4d4c9ba3f4d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7025" y="6086475"/>
            <a:ext cx="2171700" cy="428625"/>
          </a:xfrm>
          <a:prstGeom xmlns:a="http://schemas.openxmlformats.org/drawingml/2006/main" prst="rect">
            <a:avLst/>
          </a:prstGeom>
        </p:spPr>
      </p:pic>
      <p:sp>
        <p:nvSpPr>
          <p:cNvPr id="249" name="pdf-raster-10">
            <a:extLst xmlns:a="http://schemas.openxmlformats.org/drawingml/2006/main">
              <a:ext uri="{FF2B5EF4-FFF2-40B4-BE49-F238E27FC236}">
                <a16:creationId xmlns:a16="http://schemas.microsoft.com/office/drawing/2014/main" id="{4956602B-4620-40A4-A388-0C4D1786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7025" y="6086475"/>
            <a:ext cx="2171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D53A401A-DA27-44DD-A542-8262C1B76E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b09af5f7843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6086475"/>
            <a:ext cx="2200275" cy="428625"/>
          </a:xfrm>
          <a:prstGeom xmlns:a="http://schemas.openxmlformats.org/drawingml/2006/main" prst="rect">
            <a:avLst/>
          </a:prstGeom>
        </p:spPr>
      </p:pic>
      <p:sp>
        <p:nvSpPr>
          <p:cNvPr id="251" name="pdf-raster-11">
            <a:extLst xmlns:a="http://schemas.openxmlformats.org/drawingml/2006/main">
              <a:ext uri="{FF2B5EF4-FFF2-40B4-BE49-F238E27FC236}">
                <a16:creationId xmlns:a16="http://schemas.microsoft.com/office/drawing/2014/main" id="{C25AC7CA-A5D1-41C6-B256-576FD7C4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6086475"/>
            <a:ext cx="2200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FF625A51-A918-4ACA-8DD2-EE3ECB53CD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4a08815154b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6086475"/>
            <a:ext cx="2200275" cy="428625"/>
          </a:xfrm>
          <a:prstGeom xmlns:a="http://schemas.openxmlformats.org/drawingml/2006/main" prst="rect">
            <a:avLst/>
          </a:prstGeom>
        </p:spPr>
      </p:pic>
      <p:sp>
        <p:nvSpPr>
          <p:cNvPr id="253" name="pdf-raster-12">
            <a:extLst xmlns:a="http://schemas.openxmlformats.org/drawingml/2006/main">
              <a:ext uri="{FF2B5EF4-FFF2-40B4-BE49-F238E27FC236}">
                <a16:creationId xmlns:a16="http://schemas.microsoft.com/office/drawing/2014/main" id="{72EB833E-2626-48EB-AC0D-DE41125D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6086475"/>
            <a:ext cx="2200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70EE3280-8272-41DA-BF6C-7DC2029232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206b4d9394a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0925" y="2657475"/>
            <a:ext cx="800100" cy="457200"/>
          </a:xfrm>
          <a:prstGeom xmlns:a="http://schemas.openxmlformats.org/drawingml/2006/main" prst="rect">
            <a:avLst/>
          </a:prstGeom>
        </p:spPr>
      </p:pic>
      <p:sp>
        <p:nvSpPr>
          <p:cNvPr id="255" name="pdf-raster-13">
            <a:extLst xmlns:a="http://schemas.openxmlformats.org/drawingml/2006/main">
              <a:ext uri="{FF2B5EF4-FFF2-40B4-BE49-F238E27FC236}">
                <a16:creationId xmlns:a16="http://schemas.microsoft.com/office/drawing/2014/main" id="{B9592FB9-2A05-488C-9410-7E6EAA90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925" y="2657475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0CB716CA-D1CF-4230-A3C9-E484D70043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070022d8a45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2550" y="2657475"/>
            <a:ext cx="828675" cy="457200"/>
          </a:xfrm>
          <a:prstGeom xmlns:a="http://schemas.openxmlformats.org/drawingml/2006/main" prst="rect">
            <a:avLst/>
          </a:prstGeom>
        </p:spPr>
      </p:pic>
      <p:sp>
        <p:nvSpPr>
          <p:cNvPr id="257" name="pdf-raster-14">
            <a:extLst xmlns:a="http://schemas.openxmlformats.org/drawingml/2006/main">
              <a:ext uri="{FF2B5EF4-FFF2-40B4-BE49-F238E27FC236}">
                <a16:creationId xmlns:a16="http://schemas.microsoft.com/office/drawing/2014/main" id="{BDC916A2-4C4B-4205-8716-4B194713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550" y="2657475"/>
            <a:ext cx="828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E4C413ED-1458-4B9C-BA6B-6566C2B709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f8dedbdf74c18"/>
          <a:srcRect xmlns:a="http://schemas.openxmlformats.org/drawingml/2006/main" l="0" t="620" r="0" b="6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1453" y="5214938"/>
            <a:ext cx="1237297" cy="357188"/>
          </a:xfrm>
          <a:prstGeom xmlns:a="http://schemas.openxmlformats.org/drawingml/2006/main" prst="rect">
            <a:avLst/>
          </a:prstGeom>
        </p:spPr>
      </p:pic>
      <p:sp>
        <p:nvSpPr>
          <p:cNvPr id="259" name="pdf-raster-15">
            <a:extLst xmlns:a="http://schemas.openxmlformats.org/drawingml/2006/main">
              <a:ext uri="{FF2B5EF4-FFF2-40B4-BE49-F238E27FC236}">
                <a16:creationId xmlns:a16="http://schemas.microsoft.com/office/drawing/2014/main" id="{74241EEA-B3BE-414C-A8C4-B722F122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453" y="5214938"/>
            <a:ext cx="1237297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67534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2026-10-09T21:42:49.8040000Z</dcterms:created>
  <dcterms:modified xsi:type="dcterms:W3CDTF">2026-10-09T21:42:49.8040000Z</dcterms:modified>
</coreProperties>
</file>