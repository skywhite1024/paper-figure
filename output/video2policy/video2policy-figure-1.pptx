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8fa002ba5b46da" /><Relationship Type="http://schemas.openxmlformats.org/officeDocument/2006/relationships/extended-properties" Target="/docProps/app.xml" Id="Rcc5e8e431b804069" /><Relationship Type="http://schemas.openxmlformats.org/officeDocument/2006/relationships/officeDocument" Target="/ppt/presentation.xml" Id="Rafb00fe2c4a841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355c2672174c83"/>
  </p:sldMasterIdLst>
  <p:notesMasterIdLst>
    <p:notesMasterId xmlns:r="http://schemas.openxmlformats.org/officeDocument/2006/relationships" r:id="R1a74a1d9bed24fc6"/>
  </p:notesMasterIdLst>
  <p:sldIdLst>
    <p:sldId xmlns:r="http://schemas.openxmlformats.org/officeDocument/2006/relationships" id="256" r:id="Ra19c310fb788441c"/>
  </p:sldIdLst>
  <p:sldSz cx="12601575" cy="5029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6d08d543f14d65" /><Relationship Type="http://schemas.openxmlformats.org/officeDocument/2006/relationships/slideMaster" Target="/ppt/slideMasters/slideMaster1.xml" Id="R8e355c2672174c83" /><Relationship Type="http://schemas.openxmlformats.org/officeDocument/2006/relationships/notesMaster" Target="/ppt/notesMasters/notesMaster1.xml" Id="R1a74a1d9bed24fc6" /><Relationship Type="http://schemas.openxmlformats.org/officeDocument/2006/relationships/presProps" Target="/ppt/presProps.xml" Id="Rc903b901c8f94890" /><Relationship Type="http://schemas.openxmlformats.org/officeDocument/2006/relationships/tableStyles" Target="/ppt/tableStyles.xml" Id="R78409a91b31c4ae9" /><Relationship Type="http://schemas.openxmlformats.org/officeDocument/2006/relationships/slide" Target="/ppt/slides/slide1.xml" Id="Ra19c310fb78844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f873b4030c48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fae677d5334e68" /><Relationship Type="http://schemas.openxmlformats.org/officeDocument/2006/relationships/notesMaster" Target="/ppt/notesMasters/notesMaster1.xml" Id="R2bbcf02c065f4a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"Video2Policy: Scaling up Manipulation Tasks in Simulation through Internet Videos",</a:t>
            </a:r>
          </a:p>
          <a:p xmlns:a="http://schemas.openxmlformats.org/drawingml/2006/main">
            <a:r>
              <a:t>  "paper_url": "https://arxiv.org/abs/2502.09886v1",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"http://arxiv.org/licenses/nonexclusive-distrib/1.0/; private user-requested adaptation, no public redistribution authorization.",</a:t>
            </a:r>
          </a:p>
          <a:p xmlns:a="http://schemas.openxmlformats.org/drawingml/2006/main">
            <a:r>
              <a:t>  "notes": "Source-native figure paths and typeable labels reconstructed from the inspected original PDF; source photo/icon details remain separate raster subassets. Independent target-application QA pending. Reviewed source text rotation preserved as native rotated text; curved wording remains separate typeable characters at source positions.",</a:t>
            </a:r>
          </a:p>
          <a:p xmlns:a="http://schemas.openxmlformats.org/drawingml/2006/main">
            <a:r>
              <a:t>  "page": 2,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"780490cdf94fb207440f0552ef753929142dd61a3fbda60921e708dfcad1e257",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78,</a:t>
            </a:r>
          </a:p>
          <a:p xmlns:a="http://schemas.openxmlformats.org/drawingml/2006/main">
            <a:r>
              <a:t>    61,</a:t>
            </a:r>
          </a:p>
          <a:p xmlns:a="http://schemas.openxmlformats.org/drawingml/2006/main">
            <a:r>
              <a:t>    519,</a:t>
            </a:r>
          </a:p>
          <a:p xmlns:a="http://schemas.openxmlformats.org/drawingml/2006/main">
            <a:r>
              <a:t>    237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"85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"rotated text needs manual reconstruction: …",</a:t>
            </a:r>
          </a:p>
          <a:p xmlns:a="http://schemas.openxmlformats.org/drawingml/2006/main">
            <a:r>
              <a:t>    "rotated text needs manual reconstruction: …",</a:t>
            </a:r>
          </a:p>
          <a:p xmlns:a="http://schemas.openxmlformats.org/drawingml/2006/main">
            <a:r>
              <a:t>    "rotated text needs manual reconstruction: …",</a:t>
            </a:r>
          </a:p>
          <a:p xmlns:a="http://schemas.openxmlformats.org/drawingml/2006/main">
            <a:r>
              <a:t>    "rotated text needs manual reconstruction: …",</a:t>
            </a:r>
          </a:p>
          <a:p xmlns:a="http://schemas.openxmlformats.org/drawingml/2006/main">
            <a:r>
              <a:t>    "rotated text needs manual reconstruction: …"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1602164f24f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0d484b2ca84d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b5d583fb264f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8e433b47042c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0a3bdc39541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2b422cb0542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A0D1D4-7AFB-4A4B-87D0-28B6C15B6C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60158" y="1899920"/>
            <a:ext cx="10081260" cy="726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798534-D374-4B4F-9960-EC23F537BF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90236" y="2766060"/>
            <a:ext cx="8821103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373836-C3B1-4E09-98CE-030D3FDACD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60158" y="2095500"/>
            <a:ext cx="1008126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BDEA13-5306-48BB-9251-94728F3615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39" y="391160"/>
            <a:ext cx="11183898" cy="61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E3A3E5D-AEBA-4132-BAAA-5BEA814E0D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8839" y="1397000"/>
            <a:ext cx="11183898" cy="312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6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1pPr>
            <a:lvl2pPr marL="3911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2pPr>
            <a:lvl3pPr marL="6146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3pPr>
            <a:lvl4pPr marL="8382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4pPr>
            <a:lvl5pPr marL="106172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5pPr>
            <a:lvl6pPr marL="12852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6pPr>
            <a:lvl7pPr marL="15087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7pPr>
            <a:lvl8pPr marL="17322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8pPr>
            <a:lvl9pPr marL="19558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D16E84-9E6A-4C51-AE64-D9D033FFF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39" y="391160"/>
            <a:ext cx="11183898" cy="61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1820A4-8ABA-4446-A593-4C73936757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8839" y="1397000"/>
            <a:ext cx="5198150" cy="312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6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1pPr>
            <a:lvl2pPr marL="3911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2pPr>
            <a:lvl3pPr marL="6146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3pPr>
            <a:lvl4pPr marL="8382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4pPr>
            <a:lvl5pPr marL="106172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5pPr>
            <a:lvl6pPr marL="12852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6pPr>
            <a:lvl7pPr marL="15087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7pPr>
            <a:lvl8pPr marL="17322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8pPr>
            <a:lvl9pPr marL="19558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375B0B-3719-489A-A892-9BFF879FFFE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694587" y="1397000"/>
            <a:ext cx="5198150" cy="312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6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1pPr>
            <a:lvl2pPr marL="3911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2pPr>
            <a:lvl3pPr marL="6146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3pPr>
            <a:lvl4pPr marL="8382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4pPr>
            <a:lvl5pPr marL="106172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5pPr>
            <a:lvl6pPr marL="12852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6pPr>
            <a:lvl7pPr marL="15087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7pPr>
            <a:lvl8pPr marL="17322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8pPr>
            <a:lvl9pPr marL="19558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B8F7BB-5C4C-43DF-AEB4-E4F974424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8839" y="391160"/>
            <a:ext cx="11183898" cy="61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23BD56-960C-4E5E-96A5-357374CAC9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8839" y="1397000"/>
            <a:ext cx="5198150" cy="312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76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1pPr>
            <a:lvl2pPr marL="3911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2pPr>
            <a:lvl3pPr marL="6146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3pPr>
            <a:lvl4pPr marL="8382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4pPr>
            <a:lvl5pPr marL="106172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5pPr>
            <a:lvl6pPr marL="128524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6pPr>
            <a:lvl7pPr marL="150876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7pPr>
            <a:lvl8pPr marL="173228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8pPr>
            <a:lvl9pPr marL="1955800" indent="-167640">
              <a:lnSpc>
                <a:spcPct val="110000"/>
              </a:lnSpc>
              <a:spcBef>
                <a:spcPts val="0"/>
              </a:spcBef>
              <a:spcAft>
                <a:spcPts val="88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64014d4c6e4f0f" /><Relationship Type="http://schemas.openxmlformats.org/officeDocument/2006/relationships/slideLayout" Target="/ppt/slideLayouts/slideLayout1.xml" Id="Rf4226e9c005a410a" /><Relationship Type="http://schemas.openxmlformats.org/officeDocument/2006/relationships/slideLayout" Target="/ppt/slideLayouts/slideLayout2.xml" Id="R99eb12647233410f" /><Relationship Type="http://schemas.openxmlformats.org/officeDocument/2006/relationships/slideLayout" Target="/ppt/slideLayouts/slideLayout3.xml" Id="Re73a836e354c467e" /><Relationship Type="http://schemas.openxmlformats.org/officeDocument/2006/relationships/slideLayout" Target="/ppt/slideLayouts/slideLayout4.xml" Id="Ra4f4dc6b975f433a" /><Relationship Type="http://schemas.openxmlformats.org/officeDocument/2006/relationships/slideLayout" Target="/ppt/slideLayouts/slideLayout5.xml" Id="Re16c1f140fd84119" /><Relationship Type="http://schemas.openxmlformats.org/officeDocument/2006/relationships/slideLayout" Target="/ppt/slideLayouts/slideLayout6.xml" Id="Rb2b4fcc3800244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226e9c005a410a"/>
    <p:sldLayoutId xmlns:r="http://schemas.openxmlformats.org/officeDocument/2006/relationships" id="2147483650" r:id="R99eb12647233410f"/>
    <p:sldLayoutId xmlns:r="http://schemas.openxmlformats.org/officeDocument/2006/relationships" id="2147483651" r:id="Re73a836e354c467e"/>
    <p:sldLayoutId xmlns:r="http://schemas.openxmlformats.org/officeDocument/2006/relationships" id="2147483652" r:id="Ra4f4dc6b975f433a"/>
    <p:sldLayoutId xmlns:r="http://schemas.openxmlformats.org/officeDocument/2006/relationships" id="2147483653" r:id="Re16c1f140fd84119"/>
    <p:sldLayoutId xmlns:r="http://schemas.openxmlformats.org/officeDocument/2006/relationships" id="2147483654" r:id="Rb2b4fcc3800244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3d0c02606947df" /><Relationship Type="http://schemas.openxmlformats.org/officeDocument/2006/relationships/image" Target="/ppt/media/image.png" Id="R912242ea1f9f4bad" /><Relationship Type="http://schemas.openxmlformats.org/officeDocument/2006/relationships/image" Target="/ppt/media/image2.png" Id="Ra1b41446feeb4c7d" /><Relationship Type="http://schemas.openxmlformats.org/officeDocument/2006/relationships/image" Target="/ppt/media/image3.png" Id="R1bd83f2feb234815" /><Relationship Type="http://schemas.openxmlformats.org/officeDocument/2006/relationships/image" Target="/ppt/media/image4.png" Id="R77a96b4761d44ede" /><Relationship Type="http://schemas.openxmlformats.org/officeDocument/2006/relationships/image" Target="/ppt/media/image5.png" Id="R194b53d684ab46e5" /><Relationship Type="http://schemas.openxmlformats.org/officeDocument/2006/relationships/image" Target="/ppt/media/image6.png" Id="R2e1600bfda974ec9" /><Relationship Type="http://schemas.openxmlformats.org/officeDocument/2006/relationships/image" Target="/ppt/media/image7.png" Id="R86196bc66dcb4cd3" /><Relationship Type="http://schemas.openxmlformats.org/officeDocument/2006/relationships/image" Target="/ppt/media/image8.png" Id="Rfd24155d5c0b4764" /><Relationship Type="http://schemas.openxmlformats.org/officeDocument/2006/relationships/image" Target="/ppt/media/image9.png" Id="Re8bbbbca24cc46d0" /><Relationship Type="http://schemas.openxmlformats.org/officeDocument/2006/relationships/image" Target="/ppt/media/image10.png" Id="Rab773baffd754d47" /><Relationship Type="http://schemas.openxmlformats.org/officeDocument/2006/relationships/image" Target="/ppt/media/image11.png" Id="R56299acda7b647d3" /><Relationship Type="http://schemas.openxmlformats.org/officeDocument/2006/relationships/image" Target="/ppt/media/image12.png" Id="R883b417510df4465" /><Relationship Type="http://schemas.openxmlformats.org/officeDocument/2006/relationships/image" Target="/ppt/media/image13.png" Id="Re325074bcab2461e" /><Relationship Type="http://schemas.openxmlformats.org/officeDocument/2006/relationships/image" Target="/ppt/media/image14.png" Id="Ra97a9f4e31814d3f" /><Relationship Type="http://schemas.openxmlformats.org/officeDocument/2006/relationships/image" Target="/ppt/media/image15.png" Id="R4ec7d9d32ce14b01" /><Relationship Type="http://schemas.openxmlformats.org/officeDocument/2006/relationships/image" Target="/ppt/media/image16.png" Id="Rdb53ddeca7f84139" /><Relationship Type="http://schemas.openxmlformats.org/officeDocument/2006/relationships/image" Target="/ppt/media/image17.png" Id="R321b4fd05aa743c8" /><Relationship Type="http://schemas.openxmlformats.org/officeDocument/2006/relationships/image" Target="/ppt/media/image18.png" Id="R524030b011d04b5b" /><Relationship Type="http://schemas.openxmlformats.org/officeDocument/2006/relationships/image" Target="/ppt/media/image19.png" Id="R893eefeb5376468b" /><Relationship Type="http://schemas.openxmlformats.org/officeDocument/2006/relationships/image" Target="/ppt/media/image20.png" Id="R49cb56ef646d4999" /><Relationship Type="http://schemas.openxmlformats.org/officeDocument/2006/relationships/image" Target="/ppt/media/image21.png" Id="R07be245240be4cf7" /><Relationship Type="http://schemas.openxmlformats.org/officeDocument/2006/relationships/image" Target="/ppt/media/image22.png" Id="Rb5b5172618684034" /><Relationship Type="http://schemas.openxmlformats.org/officeDocument/2006/relationships/image" Target="/ppt/media/image23.png" Id="R3dd37788278f40fc" /><Relationship Type="http://schemas.openxmlformats.org/officeDocument/2006/relationships/image" Target="/ppt/media/image24.png" Id="R27097a1e5b584936" /><Relationship Type="http://schemas.openxmlformats.org/officeDocument/2006/relationships/image" Target="/ppt/media/image25.png" Id="Rf544d22a76984494" /><Relationship Type="http://schemas.openxmlformats.org/officeDocument/2006/relationships/image" Target="/ppt/media/image26.png" Id="R0f61bd4ab72b442e" /><Relationship Type="http://schemas.openxmlformats.org/officeDocument/2006/relationships/image" Target="/ppt/media/image27.png" Id="R39d0aab83fdd4469" /><Relationship Type="http://schemas.openxmlformats.org/officeDocument/2006/relationships/image" Target="/ppt/media/image28.png" Id="R556fa9279f614dd4" /><Relationship Type="http://schemas.openxmlformats.org/officeDocument/2006/relationships/image" Target="/ppt/media/image29.png" Id="R51fc577691ca4a27" /><Relationship Type="http://schemas.openxmlformats.org/officeDocument/2006/relationships/image" Target="/ppt/media/image30.png" Id="R39ed318588ad4c66" /><Relationship Type="http://schemas.openxmlformats.org/officeDocument/2006/relationships/notesSlide" Target="/ppt/notesSlides/notesSlide1.xml" Id="R0f3629314fcf41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52EB404D-CDE1-4FB0-8C1B-68F311033E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242ea1f9f4bad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8865" y="290960"/>
            <a:ext cx="1061464" cy="599531"/>
          </a:xfrm>
          <a:prstGeom xmlns:a="http://schemas.openxmlformats.org/drawingml/2006/main" prst="rect">
            <a:avLst/>
          </a:prstGeom>
        </p:spPr>
      </p:pic>
      <p:sp>
        <p:nvSpPr>
          <p:cNvPr id="2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A413E7A2-E3B0-4613-83B9-8DF2445B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865" y="290960"/>
            <a:ext cx="1061464" cy="599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CE5F3-7F5C-4CF7-9C4B-A6ACFCE532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41446feeb4c7d"/>
          <a:srcRect xmlns:a="http://schemas.openxmlformats.org/drawingml/2006/main" l="0" t="839" r="0" b="8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8567" y="811863"/>
            <a:ext cx="1061464" cy="589702"/>
          </a:xfrm>
          <a:prstGeom xmlns:a="http://schemas.openxmlformats.org/drawingml/2006/main" prst="rect">
            <a:avLst/>
          </a:prstGeom>
        </p:spPr>
      </p:pic>
      <p:sp>
        <p:nvSpPr>
          <p:cNvPr id="4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2A266444-CA4A-4A39-B3FA-3741A7DA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567" y="811863"/>
            <a:ext cx="1061464" cy="58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pdf-path-5">
            <a:extLst xmlns:a="http://schemas.openxmlformats.org/drawingml/2006/main">
              <a:ext uri="{FF2B5EF4-FFF2-40B4-BE49-F238E27FC236}">
                <a16:creationId xmlns:a16="http://schemas.microsoft.com/office/drawing/2014/main" id="{8F2415F2-4FEA-463D-A629-D6E2869D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82" y="168171"/>
            <a:ext cx="2427673" cy="4737144"/>
          </a:xfrm>
          <a:custGeom xmlns:a="http://schemas.openxmlformats.org/drawingml/2006/main">
            <a:pathLst>
              <a:path w="2427673" h="4737144">
                <a:moveTo>
                  <a:pt x="0" y="404536"/>
                </a:moveTo>
                <a:cubicBezTo>
                  <a:pt x="0" y="181104"/>
                  <a:pt x="181156" y="0"/>
                  <a:pt x="404614" y="0"/>
                </a:cubicBezTo>
                <a:lnTo>
                  <a:pt x="2023006" y="0"/>
                </a:lnTo>
                <a:cubicBezTo>
                  <a:pt x="2246438" y="0"/>
                  <a:pt x="2427673" y="181104"/>
                  <a:pt x="2427673" y="404536"/>
                </a:cubicBezTo>
                <a:lnTo>
                  <a:pt x="2427673" y="4332608"/>
                </a:lnTo>
                <a:cubicBezTo>
                  <a:pt x="2427673" y="4556039"/>
                  <a:pt x="2246438" y="4737144"/>
                  <a:pt x="2023006" y="4737144"/>
                </a:cubicBezTo>
                <a:lnTo>
                  <a:pt x="404614" y="4737144"/>
                </a:lnTo>
                <a:cubicBezTo>
                  <a:pt x="181156" y="4737144"/>
                  <a:pt x="0" y="4556039"/>
                  <a:pt x="0" y="4332608"/>
                </a:cubicBezTo>
                <a:lnTo>
                  <a:pt x="0" y="404536"/>
                </a:lnTo>
              </a:path>
            </a:pathLst>
          </a:custGeom>
          <a:noFill xmlns:a="http://schemas.openxmlformats.org/drawingml/2006/main"/>
          <a:ln xmlns:a="http://schemas.openxmlformats.org/drawingml/2006/main" w="26209">
            <a:solidFill>
              <a:srgbClr val="FFC000"/>
            </a:solidFill>
            <a:prstDash val="solid"/>
          </a:ln>
        </p:spPr>
      </p:sp>
      <p:sp>
        <p:nvSpPr>
          <p:cNvPr id="6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9EFAA1C0-116A-46BA-B0C3-9B9ADFBE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902" y="4633083"/>
            <a:ext cx="1508461" cy="206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28" b="1" i="0">
                <a:solidFill>
                  <a:srgbClr val="FFC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28" b="1" i="0">
                <a:solidFill>
                  <a:srgbClr val="FFC000"/>
                </a:solidFill>
                <a:latin typeface="Arial"/>
                <a:ea typeface="Arial"/>
                <a:cs typeface="Arial"/>
              </a:defRPr>
            </a:pPr>
            <a:r>
              <a:rPr sz="1628" b="1" i="0">
                <a:solidFill>
                  <a:srgbClr val="FFC000"/>
                </a:solidFill>
                <a:latin typeface="Arial"/>
                <a:ea typeface="Arial"/>
                <a:cs typeface="Arial"/>
              </a:rPr>
              <a:t>Internet Videos</a:t>
            </a:r>
          </a:p>
        </p:txBody>
      </p:sp>
      <p:sp>
        <p:nvSpPr>
          <p:cNvPr id="7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55A879C1-05A4-4B6F-9F45-C1F88AF4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6866" y="4161976"/>
            <a:ext cx="1563658" cy="206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28" b="1" i="0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28" b="1" i="0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628" b="1" i="0">
                <a:solidFill>
                  <a:srgbClr val="ED7D31"/>
                </a:solidFill>
                <a:latin typeface="Arial"/>
                <a:ea typeface="Arial"/>
                <a:cs typeface="Arial"/>
              </a:rPr>
              <a:t>Policy Learning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F47DD-610D-4FCE-A6B2-569A26285B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83f2feb234815"/>
          <a:srcRect xmlns:a="http://schemas.openxmlformats.org/drawingml/2006/main" l="316" t="0" r="3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2182" y="2954449"/>
            <a:ext cx="1090949" cy="825583"/>
          </a:xfrm>
          <a:prstGeom xmlns:a="http://schemas.openxmlformats.org/drawingml/2006/main" prst="rect">
            <a:avLst/>
          </a:prstGeom>
        </p:spPr>
      </p:pic>
      <p:sp>
        <p:nvSpPr>
          <p:cNvPr id="9" name="pdf-source-image-2">
            <a:extLst xmlns:a="http://schemas.openxmlformats.org/drawingml/2006/main">
              <a:ext uri="{FF2B5EF4-FFF2-40B4-BE49-F238E27FC236}">
                <a16:creationId xmlns:a16="http://schemas.microsoft.com/office/drawing/2014/main" id="{4925EDCB-18E3-49C0-8E58-19A7F5CF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2182" y="2954449"/>
            <a:ext cx="1090949" cy="825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pdf-path-9">
            <a:extLst xmlns:a="http://schemas.openxmlformats.org/drawingml/2006/main">
              <a:ext uri="{FF2B5EF4-FFF2-40B4-BE49-F238E27FC236}">
                <a16:creationId xmlns:a16="http://schemas.microsoft.com/office/drawing/2014/main" id="{1E3304E0-C1CA-4E82-8D25-93CF6B9F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8706" y="158342"/>
            <a:ext cx="3744610" cy="4265513"/>
          </a:xfrm>
          <a:custGeom xmlns:a="http://schemas.openxmlformats.org/drawingml/2006/main">
            <a:pathLst>
              <a:path w="3744610" h="4265513">
                <a:moveTo>
                  <a:pt x="0" y="624036"/>
                </a:moveTo>
                <a:cubicBezTo>
                  <a:pt x="0" y="279388"/>
                  <a:pt x="279388" y="0"/>
                  <a:pt x="624036" y="0"/>
                </a:cubicBezTo>
                <a:lnTo>
                  <a:pt x="3120442" y="0"/>
                </a:lnTo>
                <a:cubicBezTo>
                  <a:pt x="3465091" y="0"/>
                  <a:pt x="3744610" y="279388"/>
                  <a:pt x="3744610" y="624036"/>
                </a:cubicBezTo>
                <a:lnTo>
                  <a:pt x="3744610" y="3641346"/>
                </a:lnTo>
                <a:cubicBezTo>
                  <a:pt x="3744610" y="3985994"/>
                  <a:pt x="3465091" y="4265513"/>
                  <a:pt x="3120442" y="4265513"/>
                </a:cubicBezTo>
                <a:lnTo>
                  <a:pt x="624036" y="4265513"/>
                </a:lnTo>
                <a:cubicBezTo>
                  <a:pt x="279388" y="4265513"/>
                  <a:pt x="0" y="3985994"/>
                  <a:pt x="0" y="3641346"/>
                </a:cubicBezTo>
                <a:lnTo>
                  <a:pt x="0" y="624036"/>
                </a:lnTo>
              </a:path>
            </a:pathLst>
          </a:custGeom>
          <a:noFill xmlns:a="http://schemas.openxmlformats.org/drawingml/2006/main"/>
          <a:ln xmlns:a="http://schemas.openxmlformats.org/drawingml/2006/main" w="26209">
            <a:solidFill>
              <a:srgbClr val="7030A0"/>
            </a:solidFill>
            <a:prstDash val="solid"/>
          </a:ln>
        </p:spPr>
      </p:sp>
      <p:sp>
        <p:nvSpPr>
          <p:cNvPr id="11" name="pdf-path-10">
            <a:extLst xmlns:a="http://schemas.openxmlformats.org/drawingml/2006/main">
              <a:ext uri="{FF2B5EF4-FFF2-40B4-BE49-F238E27FC236}">
                <a16:creationId xmlns:a16="http://schemas.microsoft.com/office/drawing/2014/main" id="{80BABE01-FC6E-4306-ABBF-5A1BBD45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339" y="168171"/>
            <a:ext cx="3744610" cy="4265513"/>
          </a:xfrm>
          <a:custGeom xmlns:a="http://schemas.openxmlformats.org/drawingml/2006/main">
            <a:pathLst>
              <a:path w="3744610" h="4265513">
                <a:moveTo>
                  <a:pt x="0" y="624036"/>
                </a:moveTo>
                <a:cubicBezTo>
                  <a:pt x="0" y="279388"/>
                  <a:pt x="279388" y="0"/>
                  <a:pt x="624036" y="0"/>
                </a:cubicBezTo>
                <a:lnTo>
                  <a:pt x="3120443" y="0"/>
                </a:lnTo>
                <a:cubicBezTo>
                  <a:pt x="3465090" y="0"/>
                  <a:pt x="3744610" y="279388"/>
                  <a:pt x="3744610" y="624036"/>
                </a:cubicBezTo>
                <a:lnTo>
                  <a:pt x="3744610" y="3641346"/>
                </a:lnTo>
                <a:cubicBezTo>
                  <a:pt x="3744610" y="3985994"/>
                  <a:pt x="3465090" y="4265513"/>
                  <a:pt x="3120443" y="4265513"/>
                </a:cubicBezTo>
                <a:lnTo>
                  <a:pt x="624036" y="4265513"/>
                </a:lnTo>
                <a:cubicBezTo>
                  <a:pt x="279388" y="4265513"/>
                  <a:pt x="0" y="3985994"/>
                  <a:pt x="0" y="3641346"/>
                </a:cubicBezTo>
                <a:lnTo>
                  <a:pt x="0" y="624036"/>
                </a:lnTo>
              </a:path>
            </a:pathLst>
          </a:custGeom>
          <a:noFill xmlns:a="http://schemas.openxmlformats.org/drawingml/2006/main"/>
          <a:ln xmlns:a="http://schemas.openxmlformats.org/drawingml/2006/main" w="26209">
            <a:solidFill>
              <a:srgbClr val="ED7D31"/>
            </a:solidFill>
            <a:prstDash val="solid"/>
          </a:ln>
        </p:spPr>
      </p:sp>
      <p:sp>
        <p:nvSpPr>
          <p:cNvPr id="12" name="pdf-path-11-part-0">
            <a:extLst xmlns:a="http://schemas.openxmlformats.org/drawingml/2006/main">
              <a:ext uri="{FF2B5EF4-FFF2-40B4-BE49-F238E27FC236}">
                <a16:creationId xmlns:a16="http://schemas.microsoft.com/office/drawing/2014/main" id="{4A120207-6435-4BCB-86DF-15EFDCBD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3731" y="1219675"/>
            <a:ext cx="573977" cy="1954405"/>
          </a:xfrm>
          <a:custGeom xmlns:a="http://schemas.openxmlformats.org/drawingml/2006/main">
            <a:pathLst>
              <a:path w="573977" h="1954405">
                <a:moveTo>
                  <a:pt x="1441" y="1954405"/>
                </a:moveTo>
                <a:lnTo>
                  <a:pt x="8780" y="1953881"/>
                </a:lnTo>
                <a:lnTo>
                  <a:pt x="16774" y="1952701"/>
                </a:lnTo>
                <a:lnTo>
                  <a:pt x="24768" y="1950604"/>
                </a:lnTo>
                <a:lnTo>
                  <a:pt x="32499" y="1947853"/>
                </a:lnTo>
                <a:lnTo>
                  <a:pt x="40100" y="1944314"/>
                </a:lnTo>
                <a:lnTo>
                  <a:pt x="47701" y="1940121"/>
                </a:lnTo>
                <a:lnTo>
                  <a:pt x="55170" y="1935141"/>
                </a:lnTo>
                <a:lnTo>
                  <a:pt x="62377" y="1929637"/>
                </a:lnTo>
                <a:lnTo>
                  <a:pt x="69585" y="1923609"/>
                </a:lnTo>
                <a:lnTo>
                  <a:pt x="76530" y="1916926"/>
                </a:lnTo>
                <a:lnTo>
                  <a:pt x="83607" y="1909587"/>
                </a:lnTo>
                <a:lnTo>
                  <a:pt x="90553" y="1901594"/>
                </a:lnTo>
                <a:lnTo>
                  <a:pt x="103918" y="1884427"/>
                </a:lnTo>
                <a:lnTo>
                  <a:pt x="117023" y="1864901"/>
                </a:lnTo>
                <a:lnTo>
                  <a:pt x="129866" y="1843278"/>
                </a:lnTo>
                <a:lnTo>
                  <a:pt x="142446" y="1819821"/>
                </a:lnTo>
                <a:lnTo>
                  <a:pt x="154633" y="1794398"/>
                </a:lnTo>
                <a:lnTo>
                  <a:pt x="166558" y="1767142"/>
                </a:lnTo>
                <a:lnTo>
                  <a:pt x="178091" y="1738181"/>
                </a:lnTo>
                <a:lnTo>
                  <a:pt x="189229" y="1707516"/>
                </a:lnTo>
                <a:lnTo>
                  <a:pt x="199974" y="1675410"/>
                </a:lnTo>
                <a:lnTo>
                  <a:pt x="210327" y="1641601"/>
                </a:lnTo>
                <a:lnTo>
                  <a:pt x="220287" y="1606611"/>
                </a:lnTo>
                <a:lnTo>
                  <a:pt x="229722" y="1570181"/>
                </a:lnTo>
                <a:lnTo>
                  <a:pt x="238764" y="1532440"/>
                </a:lnTo>
                <a:lnTo>
                  <a:pt x="247282" y="1493651"/>
                </a:lnTo>
                <a:lnTo>
                  <a:pt x="255144" y="1453813"/>
                </a:lnTo>
                <a:lnTo>
                  <a:pt x="262614" y="1413058"/>
                </a:lnTo>
                <a:lnTo>
                  <a:pt x="269429" y="1371255"/>
                </a:lnTo>
                <a:lnTo>
                  <a:pt x="275587" y="1328796"/>
                </a:lnTo>
                <a:lnTo>
                  <a:pt x="281223" y="1285551"/>
                </a:lnTo>
                <a:lnTo>
                  <a:pt x="286072" y="1241782"/>
                </a:lnTo>
                <a:lnTo>
                  <a:pt x="290265" y="1197358"/>
                </a:lnTo>
                <a:lnTo>
                  <a:pt x="293802" y="1152541"/>
                </a:lnTo>
                <a:lnTo>
                  <a:pt x="296555" y="1107330"/>
                </a:lnTo>
                <a:lnTo>
                  <a:pt x="298520" y="1061727"/>
                </a:lnTo>
                <a:lnTo>
                  <a:pt x="299700" y="1016123"/>
                </a:lnTo>
                <a:lnTo>
                  <a:pt x="300092" y="970519"/>
                </a:lnTo>
                <a:lnTo>
                  <a:pt x="300092" y="970650"/>
                </a:lnTo>
                <a:lnTo>
                  <a:pt x="300880" y="925440"/>
                </a:lnTo>
                <a:lnTo>
                  <a:pt x="300880" y="925571"/>
                </a:lnTo>
                <a:lnTo>
                  <a:pt x="302190" y="880229"/>
                </a:lnTo>
                <a:lnTo>
                  <a:pt x="302190" y="880360"/>
                </a:lnTo>
                <a:lnTo>
                  <a:pt x="304156" y="835150"/>
                </a:lnTo>
                <a:lnTo>
                  <a:pt x="304156" y="835412"/>
                </a:lnTo>
                <a:lnTo>
                  <a:pt x="306907" y="790464"/>
                </a:lnTo>
                <a:lnTo>
                  <a:pt x="306907" y="790726"/>
                </a:lnTo>
                <a:lnTo>
                  <a:pt x="310445" y="746039"/>
                </a:lnTo>
                <a:lnTo>
                  <a:pt x="310445" y="746301"/>
                </a:lnTo>
                <a:lnTo>
                  <a:pt x="314639" y="702139"/>
                </a:lnTo>
                <a:lnTo>
                  <a:pt x="314639" y="702401"/>
                </a:lnTo>
                <a:lnTo>
                  <a:pt x="319487" y="658763"/>
                </a:lnTo>
                <a:lnTo>
                  <a:pt x="319487" y="659025"/>
                </a:lnTo>
                <a:lnTo>
                  <a:pt x="325123" y="616042"/>
                </a:lnTo>
                <a:lnTo>
                  <a:pt x="324992" y="616174"/>
                </a:lnTo>
                <a:lnTo>
                  <a:pt x="331281" y="573846"/>
                </a:lnTo>
                <a:lnTo>
                  <a:pt x="331151" y="574108"/>
                </a:lnTo>
                <a:lnTo>
                  <a:pt x="337965" y="532567"/>
                </a:lnTo>
                <a:lnTo>
                  <a:pt x="337965" y="532829"/>
                </a:lnTo>
                <a:lnTo>
                  <a:pt x="345303" y="492205"/>
                </a:lnTo>
                <a:lnTo>
                  <a:pt x="345303" y="492467"/>
                </a:lnTo>
                <a:lnTo>
                  <a:pt x="353167" y="452892"/>
                </a:lnTo>
                <a:lnTo>
                  <a:pt x="353035" y="453154"/>
                </a:lnTo>
                <a:lnTo>
                  <a:pt x="361553" y="414627"/>
                </a:lnTo>
                <a:lnTo>
                  <a:pt x="361553" y="414757"/>
                </a:lnTo>
                <a:lnTo>
                  <a:pt x="370464" y="377410"/>
                </a:lnTo>
                <a:lnTo>
                  <a:pt x="370333" y="377672"/>
                </a:lnTo>
                <a:lnTo>
                  <a:pt x="379768" y="341635"/>
                </a:lnTo>
                <a:lnTo>
                  <a:pt x="379768" y="341765"/>
                </a:lnTo>
                <a:lnTo>
                  <a:pt x="389597" y="306908"/>
                </a:lnTo>
                <a:lnTo>
                  <a:pt x="389465" y="307301"/>
                </a:lnTo>
                <a:lnTo>
                  <a:pt x="399818" y="273884"/>
                </a:lnTo>
                <a:lnTo>
                  <a:pt x="399687" y="274146"/>
                </a:lnTo>
                <a:lnTo>
                  <a:pt x="410302" y="242302"/>
                </a:lnTo>
                <a:lnTo>
                  <a:pt x="410171" y="242564"/>
                </a:lnTo>
                <a:lnTo>
                  <a:pt x="421309" y="212293"/>
                </a:lnTo>
                <a:lnTo>
                  <a:pt x="421179" y="212686"/>
                </a:lnTo>
                <a:lnTo>
                  <a:pt x="432580" y="184119"/>
                </a:lnTo>
                <a:lnTo>
                  <a:pt x="432449" y="184512"/>
                </a:lnTo>
                <a:lnTo>
                  <a:pt x="444112" y="157647"/>
                </a:lnTo>
                <a:lnTo>
                  <a:pt x="443849" y="158040"/>
                </a:lnTo>
                <a:lnTo>
                  <a:pt x="455905" y="133142"/>
                </a:lnTo>
                <a:lnTo>
                  <a:pt x="455643" y="133535"/>
                </a:lnTo>
                <a:lnTo>
                  <a:pt x="467831" y="110602"/>
                </a:lnTo>
                <a:lnTo>
                  <a:pt x="467569" y="111127"/>
                </a:lnTo>
                <a:lnTo>
                  <a:pt x="480018" y="90159"/>
                </a:lnTo>
                <a:lnTo>
                  <a:pt x="479625" y="90814"/>
                </a:lnTo>
                <a:lnTo>
                  <a:pt x="492336" y="71944"/>
                </a:lnTo>
                <a:lnTo>
                  <a:pt x="491811" y="72730"/>
                </a:lnTo>
                <a:lnTo>
                  <a:pt x="504655" y="56087"/>
                </a:lnTo>
                <a:lnTo>
                  <a:pt x="504130" y="56743"/>
                </a:lnTo>
                <a:lnTo>
                  <a:pt x="510682" y="49405"/>
                </a:lnTo>
                <a:lnTo>
                  <a:pt x="508062" y="51632"/>
                </a:lnTo>
                <a:lnTo>
                  <a:pt x="523262" y="41673"/>
                </a:lnTo>
                <a:lnTo>
                  <a:pt x="508848" y="19788"/>
                </a:lnTo>
                <a:lnTo>
                  <a:pt x="492205" y="30665"/>
                </a:lnTo>
                <a:lnTo>
                  <a:pt x="484211" y="39576"/>
                </a:lnTo>
                <a:lnTo>
                  <a:pt x="470845" y="57005"/>
                </a:lnTo>
                <a:lnTo>
                  <a:pt x="457609" y="76530"/>
                </a:lnTo>
                <a:lnTo>
                  <a:pt x="444898" y="98022"/>
                </a:lnTo>
                <a:lnTo>
                  <a:pt x="432317" y="121479"/>
                </a:lnTo>
                <a:lnTo>
                  <a:pt x="420130" y="146902"/>
                </a:lnTo>
                <a:lnTo>
                  <a:pt x="408336" y="174159"/>
                </a:lnTo>
                <a:lnTo>
                  <a:pt x="396803" y="203120"/>
                </a:lnTo>
                <a:lnTo>
                  <a:pt x="385534" y="233784"/>
                </a:lnTo>
                <a:lnTo>
                  <a:pt x="374789" y="265891"/>
                </a:lnTo>
                <a:lnTo>
                  <a:pt x="364436" y="299700"/>
                </a:lnTo>
                <a:lnTo>
                  <a:pt x="354476" y="334820"/>
                </a:lnTo>
                <a:lnTo>
                  <a:pt x="344911" y="371120"/>
                </a:lnTo>
                <a:lnTo>
                  <a:pt x="336000" y="408861"/>
                </a:lnTo>
                <a:lnTo>
                  <a:pt x="327481" y="447650"/>
                </a:lnTo>
                <a:lnTo>
                  <a:pt x="319487" y="487488"/>
                </a:lnTo>
                <a:lnTo>
                  <a:pt x="312149" y="528242"/>
                </a:lnTo>
                <a:lnTo>
                  <a:pt x="305334" y="569915"/>
                </a:lnTo>
                <a:lnTo>
                  <a:pt x="299045" y="612504"/>
                </a:lnTo>
                <a:lnTo>
                  <a:pt x="293410" y="655749"/>
                </a:lnTo>
                <a:lnTo>
                  <a:pt x="288561" y="699518"/>
                </a:lnTo>
                <a:lnTo>
                  <a:pt x="284237" y="743943"/>
                </a:lnTo>
                <a:lnTo>
                  <a:pt x="280698" y="788760"/>
                </a:lnTo>
                <a:lnTo>
                  <a:pt x="277947" y="833970"/>
                </a:lnTo>
                <a:lnTo>
                  <a:pt x="275981" y="879312"/>
                </a:lnTo>
                <a:lnTo>
                  <a:pt x="274671" y="924915"/>
                </a:lnTo>
                <a:lnTo>
                  <a:pt x="273883" y="970257"/>
                </a:lnTo>
                <a:lnTo>
                  <a:pt x="273491" y="1015861"/>
                </a:lnTo>
                <a:lnTo>
                  <a:pt x="273491" y="1015598"/>
                </a:lnTo>
                <a:lnTo>
                  <a:pt x="272311" y="1060940"/>
                </a:lnTo>
                <a:lnTo>
                  <a:pt x="272311" y="1060809"/>
                </a:lnTo>
                <a:lnTo>
                  <a:pt x="270346" y="1106019"/>
                </a:lnTo>
                <a:lnTo>
                  <a:pt x="270346" y="1105889"/>
                </a:lnTo>
                <a:lnTo>
                  <a:pt x="267593" y="1150706"/>
                </a:lnTo>
                <a:lnTo>
                  <a:pt x="267725" y="1150575"/>
                </a:lnTo>
                <a:lnTo>
                  <a:pt x="264186" y="1195131"/>
                </a:lnTo>
                <a:lnTo>
                  <a:pt x="264186" y="1194999"/>
                </a:lnTo>
                <a:lnTo>
                  <a:pt x="259993" y="1239161"/>
                </a:lnTo>
                <a:lnTo>
                  <a:pt x="259993" y="1238899"/>
                </a:lnTo>
                <a:lnTo>
                  <a:pt x="255144" y="1282537"/>
                </a:lnTo>
                <a:lnTo>
                  <a:pt x="255144" y="1282275"/>
                </a:lnTo>
                <a:lnTo>
                  <a:pt x="249641" y="1325389"/>
                </a:lnTo>
                <a:lnTo>
                  <a:pt x="249641" y="1325127"/>
                </a:lnTo>
                <a:lnTo>
                  <a:pt x="243482" y="1367323"/>
                </a:lnTo>
                <a:lnTo>
                  <a:pt x="243482" y="1367192"/>
                </a:lnTo>
                <a:lnTo>
                  <a:pt x="236798" y="1408734"/>
                </a:lnTo>
                <a:lnTo>
                  <a:pt x="236798" y="1408472"/>
                </a:lnTo>
                <a:lnTo>
                  <a:pt x="229460" y="1449096"/>
                </a:lnTo>
                <a:lnTo>
                  <a:pt x="229460" y="1448833"/>
                </a:lnTo>
                <a:lnTo>
                  <a:pt x="221598" y="1488540"/>
                </a:lnTo>
                <a:lnTo>
                  <a:pt x="221598" y="1488278"/>
                </a:lnTo>
                <a:lnTo>
                  <a:pt x="213210" y="1526805"/>
                </a:lnTo>
                <a:lnTo>
                  <a:pt x="213210" y="1526543"/>
                </a:lnTo>
                <a:lnTo>
                  <a:pt x="204299" y="1564022"/>
                </a:lnTo>
                <a:lnTo>
                  <a:pt x="204299" y="1563760"/>
                </a:lnTo>
                <a:lnTo>
                  <a:pt x="194864" y="1599928"/>
                </a:lnTo>
                <a:lnTo>
                  <a:pt x="194995" y="1599666"/>
                </a:lnTo>
                <a:lnTo>
                  <a:pt x="185166" y="1634393"/>
                </a:lnTo>
                <a:lnTo>
                  <a:pt x="185297" y="1634131"/>
                </a:lnTo>
                <a:lnTo>
                  <a:pt x="175076" y="1667547"/>
                </a:lnTo>
                <a:lnTo>
                  <a:pt x="175076" y="1667154"/>
                </a:lnTo>
                <a:lnTo>
                  <a:pt x="164461" y="1698998"/>
                </a:lnTo>
                <a:lnTo>
                  <a:pt x="164592" y="1698736"/>
                </a:lnTo>
                <a:lnTo>
                  <a:pt x="153585" y="1729007"/>
                </a:lnTo>
                <a:lnTo>
                  <a:pt x="153715" y="1728614"/>
                </a:lnTo>
                <a:lnTo>
                  <a:pt x="142315" y="1757182"/>
                </a:lnTo>
                <a:lnTo>
                  <a:pt x="142446" y="1756920"/>
                </a:lnTo>
                <a:lnTo>
                  <a:pt x="130782" y="1783653"/>
                </a:lnTo>
                <a:lnTo>
                  <a:pt x="130914" y="1783260"/>
                </a:lnTo>
                <a:lnTo>
                  <a:pt x="118989" y="1808159"/>
                </a:lnTo>
                <a:lnTo>
                  <a:pt x="119251" y="1807766"/>
                </a:lnTo>
                <a:lnTo>
                  <a:pt x="106933" y="1830698"/>
                </a:lnTo>
                <a:lnTo>
                  <a:pt x="107195" y="1830174"/>
                </a:lnTo>
                <a:lnTo>
                  <a:pt x="94745" y="1851141"/>
                </a:lnTo>
                <a:lnTo>
                  <a:pt x="95139" y="1850486"/>
                </a:lnTo>
                <a:lnTo>
                  <a:pt x="82427" y="1869356"/>
                </a:lnTo>
                <a:lnTo>
                  <a:pt x="82951" y="1868701"/>
                </a:lnTo>
                <a:lnTo>
                  <a:pt x="70109" y="1885213"/>
                </a:lnTo>
                <a:lnTo>
                  <a:pt x="70503" y="1884689"/>
                </a:lnTo>
                <a:lnTo>
                  <a:pt x="64081" y="1892158"/>
                </a:lnTo>
                <a:lnTo>
                  <a:pt x="64474" y="1891634"/>
                </a:lnTo>
                <a:lnTo>
                  <a:pt x="57922" y="1898449"/>
                </a:lnTo>
                <a:lnTo>
                  <a:pt x="58315" y="1898055"/>
                </a:lnTo>
                <a:lnTo>
                  <a:pt x="51763" y="1904346"/>
                </a:lnTo>
                <a:lnTo>
                  <a:pt x="52287" y="1903821"/>
                </a:lnTo>
                <a:lnTo>
                  <a:pt x="45735" y="1909456"/>
                </a:lnTo>
                <a:lnTo>
                  <a:pt x="46259" y="1909063"/>
                </a:lnTo>
                <a:lnTo>
                  <a:pt x="39707" y="1914043"/>
                </a:lnTo>
                <a:lnTo>
                  <a:pt x="40361" y="1913519"/>
                </a:lnTo>
                <a:lnTo>
                  <a:pt x="33679" y="1917974"/>
                </a:lnTo>
                <a:lnTo>
                  <a:pt x="34465" y="1917450"/>
                </a:lnTo>
                <a:lnTo>
                  <a:pt x="27781" y="1921119"/>
                </a:lnTo>
                <a:lnTo>
                  <a:pt x="28830" y="1920726"/>
                </a:lnTo>
                <a:lnTo>
                  <a:pt x="22146" y="1923740"/>
                </a:lnTo>
                <a:lnTo>
                  <a:pt x="23064" y="1923347"/>
                </a:lnTo>
                <a:lnTo>
                  <a:pt x="16380" y="1925837"/>
                </a:lnTo>
                <a:lnTo>
                  <a:pt x="17560" y="1925444"/>
                </a:lnTo>
                <a:lnTo>
                  <a:pt x="10877" y="1927279"/>
                </a:lnTo>
                <a:lnTo>
                  <a:pt x="12318" y="1926885"/>
                </a:lnTo>
                <a:lnTo>
                  <a:pt x="5503" y="1927933"/>
                </a:lnTo>
                <a:lnTo>
                  <a:pt x="6683" y="1927803"/>
                </a:lnTo>
                <a:lnTo>
                  <a:pt x="0" y="1928196"/>
                </a:lnTo>
                <a:lnTo>
                  <a:pt x="1441" y="1954405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1-part-1">
            <a:extLst xmlns:a="http://schemas.openxmlformats.org/drawingml/2006/main">
              <a:ext uri="{FF2B5EF4-FFF2-40B4-BE49-F238E27FC236}">
                <a16:creationId xmlns:a16="http://schemas.microsoft.com/office/drawing/2014/main" id="{C30B7A3E-A4F0-436C-9BC6-CD2C83E0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3731" y="1219675"/>
            <a:ext cx="573977" cy="1954405"/>
          </a:xfrm>
          <a:custGeom xmlns:a="http://schemas.openxmlformats.org/drawingml/2006/main">
            <a:pathLst>
              <a:path w="573977" h="1954405">
                <a:moveTo>
                  <a:pt x="522869" y="71550"/>
                </a:moveTo>
                <a:lnTo>
                  <a:pt x="573977" y="0"/>
                </a:lnTo>
                <a:lnTo>
                  <a:pt x="486177" y="2097"/>
                </a:lnTo>
                <a:lnTo>
                  <a:pt x="522869" y="7155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ABC67-30BA-4BCB-8D7F-47F318AF74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96b4761d44ede"/>
          <a:srcRect xmlns:a="http://schemas.openxmlformats.org/drawingml/2006/main" l="50" t="0" r="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37731" y="2600627"/>
            <a:ext cx="422620" cy="294851"/>
          </a:xfrm>
          <a:prstGeom xmlns:a="http://schemas.openxmlformats.org/drawingml/2006/main" prst="rect">
            <a:avLst/>
          </a:prstGeom>
        </p:spPr>
      </p:pic>
      <p:sp>
        <p:nvSpPr>
          <p:cNvPr id="15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926518C0-BBC5-4E46-9515-8C2DA118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7731" y="2600627"/>
            <a:ext cx="422620" cy="294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F6BBB-1872-42C6-95BE-717F6808C3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b53d684ab46e5"/>
          <a:srcRect xmlns:a="http://schemas.openxmlformats.org/drawingml/2006/main" l="0" t="781" r="0" b="7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29149" y="2522000"/>
            <a:ext cx="432448" cy="343993"/>
          </a:xfrm>
          <a:prstGeom xmlns:a="http://schemas.openxmlformats.org/drawingml/2006/main" prst="rect">
            <a:avLst/>
          </a:prstGeom>
        </p:spPr>
      </p:pic>
      <p:sp>
        <p:nvSpPr>
          <p:cNvPr id="17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3CE70F15-D8A9-4E8C-8C43-383E13D8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9149" y="2522000"/>
            <a:ext cx="432448" cy="343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9C3B3D-0E6C-4AF3-9648-0F1FEF479C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600bfda974ec9"/>
          <a:srcRect xmlns:a="http://schemas.openxmlformats.org/drawingml/2006/main" l="0" t="1357" r="0" b="1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1839" y="2580971"/>
            <a:ext cx="540560" cy="304679"/>
          </a:xfrm>
          <a:prstGeom xmlns:a="http://schemas.openxmlformats.org/drawingml/2006/main" prst="rect">
            <a:avLst/>
          </a:prstGeom>
        </p:spPr>
      </p:pic>
      <p:sp>
        <p:nvSpPr>
          <p:cNvPr id="19" name="pdf-source-image-5">
            <a:extLst xmlns:a="http://schemas.openxmlformats.org/drawingml/2006/main">
              <a:ext uri="{FF2B5EF4-FFF2-40B4-BE49-F238E27FC236}">
                <a16:creationId xmlns:a16="http://schemas.microsoft.com/office/drawing/2014/main" id="{D62389F2-3163-45AA-BE87-3AB37743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1839" y="2580971"/>
            <a:ext cx="540560" cy="304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F65844-F53E-417F-8900-BD5E6B44BB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96bc66dcb4c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89996" y="2600627"/>
            <a:ext cx="235881" cy="265366"/>
          </a:xfrm>
          <a:prstGeom xmlns:a="http://schemas.openxmlformats.org/drawingml/2006/main" prst="rect">
            <a:avLst/>
          </a:prstGeom>
        </p:spPr>
      </p:pic>
      <p:sp>
        <p:nvSpPr>
          <p:cNvPr id="21" name="pdf-source-image-6">
            <a:extLst xmlns:a="http://schemas.openxmlformats.org/drawingml/2006/main">
              <a:ext uri="{FF2B5EF4-FFF2-40B4-BE49-F238E27FC236}">
                <a16:creationId xmlns:a16="http://schemas.microsoft.com/office/drawing/2014/main" id="{2CE8933F-B239-4BB5-B3A4-2D495661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9996" y="2600627"/>
            <a:ext cx="235881" cy="265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8E065C-5B64-4FA8-BF48-D6CB3629B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4155d5c0b4764"/>
          <a:srcRect xmlns:a="http://schemas.openxmlformats.org/drawingml/2006/main" l="0" t="714" r="0" b="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09183" y="2580971"/>
            <a:ext cx="393135" cy="294851"/>
          </a:xfrm>
          <a:prstGeom xmlns:a="http://schemas.openxmlformats.org/drawingml/2006/main" prst="rect">
            <a:avLst/>
          </a:prstGeom>
        </p:spPr>
      </p:pic>
      <p:sp>
        <p:nvSpPr>
          <p:cNvPr id="23" name="pdf-source-image-7">
            <a:extLst xmlns:a="http://schemas.openxmlformats.org/drawingml/2006/main">
              <a:ext uri="{FF2B5EF4-FFF2-40B4-BE49-F238E27FC236}">
                <a16:creationId xmlns:a16="http://schemas.microsoft.com/office/drawing/2014/main" id="{25FC7273-813B-4430-BA19-00BD692D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9183" y="2580971"/>
            <a:ext cx="393135" cy="2948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028FB-02A6-49CA-B795-9360FC84EF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bbbca24cc46d0"/>
          <a:srcRect xmlns:a="http://schemas.openxmlformats.org/drawingml/2006/main" l="0" t="284" r="0" b="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8543" y="2580970"/>
            <a:ext cx="216224" cy="245709"/>
          </a:xfrm>
          <a:prstGeom xmlns:a="http://schemas.openxmlformats.org/drawingml/2006/main" prst="rect">
            <a:avLst/>
          </a:prstGeom>
        </p:spPr>
      </p:pic>
      <p:sp>
        <p:nvSpPr>
          <p:cNvPr id="25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B1B735F4-37E1-4449-9288-5818F961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8543" y="2580970"/>
            <a:ext cx="216224" cy="245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E75B2-5200-488F-A071-BEF84B6730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73baffd754d47"/>
          <a:srcRect xmlns:a="http://schemas.openxmlformats.org/drawingml/2006/main" l="241" t="0" r="2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643" y="2826679"/>
            <a:ext cx="1081121" cy="943524"/>
          </a:xfrm>
          <a:prstGeom xmlns:a="http://schemas.openxmlformats.org/drawingml/2006/main" prst="rect">
            <a:avLst/>
          </a:prstGeom>
        </p:spPr>
      </p:pic>
      <p:sp>
        <p:nvSpPr>
          <p:cNvPr id="27" name="pdf-source-image-9">
            <a:extLst xmlns:a="http://schemas.openxmlformats.org/drawingml/2006/main">
              <a:ext uri="{FF2B5EF4-FFF2-40B4-BE49-F238E27FC236}">
                <a16:creationId xmlns:a16="http://schemas.microsoft.com/office/drawing/2014/main" id="{4359FE44-4E80-4BB2-BBE8-087BA2E8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1643" y="2826679"/>
            <a:ext cx="1081121" cy="943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67038-C71A-4C20-80D9-218AD72F8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99acda7b647d3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93" y="1706245"/>
            <a:ext cx="1061464" cy="599531"/>
          </a:xfrm>
          <a:prstGeom xmlns:a="http://schemas.openxmlformats.org/drawingml/2006/main" prst="rect">
            <a:avLst/>
          </a:prstGeom>
        </p:spPr>
      </p:pic>
      <p:sp>
        <p:nvSpPr>
          <p:cNvPr id="29" name="pdf-source-image-10">
            <a:extLst xmlns:a="http://schemas.openxmlformats.org/drawingml/2006/main">
              <a:ext uri="{FF2B5EF4-FFF2-40B4-BE49-F238E27FC236}">
                <a16:creationId xmlns:a16="http://schemas.microsoft.com/office/drawing/2014/main" id="{B8B841B7-E4C9-456E-ABF4-88362E73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93" y="1706245"/>
            <a:ext cx="1061464" cy="599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5D36AC-1FC9-4522-BC23-A6742043EF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b417510df4465"/>
          <a:srcRect xmlns:a="http://schemas.openxmlformats.org/drawingml/2006/main" l="443" t="0" r="4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93" y="3042904"/>
            <a:ext cx="1051636" cy="599531"/>
          </a:xfrm>
          <a:prstGeom xmlns:a="http://schemas.openxmlformats.org/drawingml/2006/main" prst="rect">
            <a:avLst/>
          </a:prstGeom>
        </p:spPr>
      </p:pic>
      <p:sp>
        <p:nvSpPr>
          <p:cNvPr id="31" name="pdf-source-image-11">
            <a:extLst xmlns:a="http://schemas.openxmlformats.org/drawingml/2006/main">
              <a:ext uri="{FF2B5EF4-FFF2-40B4-BE49-F238E27FC236}">
                <a16:creationId xmlns:a16="http://schemas.microsoft.com/office/drawing/2014/main" id="{977C8B27-C62C-41BA-9EE8-006FCD37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93" y="3042904"/>
            <a:ext cx="1051636" cy="599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53B888-0462-479A-BD7A-6D09969129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5074bcab2461e"/>
          <a:srcRect xmlns:a="http://schemas.openxmlformats.org/drawingml/2006/main" l="443" t="0" r="4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940" y="3455695"/>
            <a:ext cx="1051636" cy="599531"/>
          </a:xfrm>
          <a:prstGeom xmlns:a="http://schemas.openxmlformats.org/drawingml/2006/main" prst="rect">
            <a:avLst/>
          </a:prstGeom>
        </p:spPr>
      </p:pic>
      <p:sp>
        <p:nvSpPr>
          <p:cNvPr id="33" name="pdf-source-image-12">
            <a:extLst xmlns:a="http://schemas.openxmlformats.org/drawingml/2006/main">
              <a:ext uri="{FF2B5EF4-FFF2-40B4-BE49-F238E27FC236}">
                <a16:creationId xmlns:a16="http://schemas.microsoft.com/office/drawing/2014/main" id="{E4FF9964-E9BA-4D10-A399-A887A52C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940" y="3455695"/>
            <a:ext cx="1051636" cy="599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A15C6D-7481-4AAE-A776-83BC49B12B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a9f4e31814d3f"/>
          <a:srcRect xmlns:a="http://schemas.openxmlformats.org/drawingml/2006/main" l="443" t="0" r="4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8613" y="3809516"/>
            <a:ext cx="1051636" cy="599531"/>
          </a:xfrm>
          <a:prstGeom xmlns:a="http://schemas.openxmlformats.org/drawingml/2006/main" prst="rect">
            <a:avLst/>
          </a:prstGeom>
        </p:spPr>
      </p:pic>
      <p:sp>
        <p:nvSpPr>
          <p:cNvPr id="35" name="pdf-source-image-13">
            <a:extLst xmlns:a="http://schemas.openxmlformats.org/drawingml/2006/main">
              <a:ext uri="{FF2B5EF4-FFF2-40B4-BE49-F238E27FC236}">
                <a16:creationId xmlns:a16="http://schemas.microsoft.com/office/drawing/2014/main" id="{DB11AB2C-0914-4F53-B353-CC818E1A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613" y="3809516"/>
            <a:ext cx="1051636" cy="599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E094BB-E995-4CE8-A657-87A0C00ED5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c7d9d32ce14b01"/>
          <a:srcRect xmlns:a="http://schemas.openxmlformats.org/drawingml/2006/main" l="0" t="380" r="0" b="3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7583" y="1313110"/>
            <a:ext cx="1051636" cy="589702"/>
          </a:xfrm>
          <a:prstGeom xmlns:a="http://schemas.openxmlformats.org/drawingml/2006/main" prst="rect">
            <a:avLst/>
          </a:prstGeom>
        </p:spPr>
      </p:pic>
      <p:sp>
        <p:nvSpPr>
          <p:cNvPr id="37" name="pdf-source-image-14">
            <a:extLst xmlns:a="http://schemas.openxmlformats.org/drawingml/2006/main">
              <a:ext uri="{FF2B5EF4-FFF2-40B4-BE49-F238E27FC236}">
                <a16:creationId xmlns:a16="http://schemas.microsoft.com/office/drawing/2014/main" id="{2A66C233-4383-4B0B-A568-C38F2503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7583" y="1313110"/>
            <a:ext cx="1051636" cy="589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2BBF52-64B7-4DE9-983A-32A056C06A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3ddeca7f84139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254" y="2128865"/>
            <a:ext cx="1061464" cy="599531"/>
          </a:xfrm>
          <a:prstGeom xmlns:a="http://schemas.openxmlformats.org/drawingml/2006/main" prst="rect">
            <a:avLst/>
          </a:prstGeom>
        </p:spPr>
      </p:pic>
      <p:sp>
        <p:nvSpPr>
          <p:cNvPr id="39" name="pdf-source-image-15">
            <a:extLst xmlns:a="http://schemas.openxmlformats.org/drawingml/2006/main">
              <a:ext uri="{FF2B5EF4-FFF2-40B4-BE49-F238E27FC236}">
                <a16:creationId xmlns:a16="http://schemas.microsoft.com/office/drawing/2014/main" id="{08D46C75-9BBA-4C26-B1AE-5C2413F9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254" y="2128865"/>
            <a:ext cx="1061464" cy="599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C2CFFF-FEA0-4B80-8CFA-5A481C7612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b4fd05aa743c8"/>
          <a:srcRect xmlns:a="http://schemas.openxmlformats.org/drawingml/2006/main" l="0" t="20" r="0" b="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8098" y="2551485"/>
            <a:ext cx="1061464" cy="599531"/>
          </a:xfrm>
          <a:prstGeom xmlns:a="http://schemas.openxmlformats.org/drawingml/2006/main" prst="rect">
            <a:avLst/>
          </a:prstGeom>
        </p:spPr>
      </p:pic>
      <p:sp>
        <p:nvSpPr>
          <p:cNvPr id="41" name="pdf-source-image-16">
            <a:extLst xmlns:a="http://schemas.openxmlformats.org/drawingml/2006/main">
              <a:ext uri="{FF2B5EF4-FFF2-40B4-BE49-F238E27FC236}">
                <a16:creationId xmlns:a16="http://schemas.microsoft.com/office/drawing/2014/main" id="{ADAAA1C9-C81C-4D7C-ABD5-FB63DB99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098" y="2551485"/>
            <a:ext cx="1061464" cy="599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D051E5F7-091C-42F4-8D67-DE96CB1C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6783" y="4290753"/>
            <a:ext cx="235881" cy="235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3" name="pdf-text-3-2">
            <a:extLst xmlns:a="http://schemas.openxmlformats.org/drawingml/2006/main">
              <a:ext uri="{FF2B5EF4-FFF2-40B4-BE49-F238E27FC236}">
                <a16:creationId xmlns:a16="http://schemas.microsoft.com/office/drawing/2014/main" id="{E18DB56D-6145-423A-AFCF-54B17A1D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6783" y="4516962"/>
            <a:ext cx="235881" cy="235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7F0637-4AF4-4F69-8CCD-2F9F39297B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030b011d04b5b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0214" y="2954448"/>
            <a:ext cx="1081121" cy="884554"/>
          </a:xfrm>
          <a:prstGeom xmlns:a="http://schemas.openxmlformats.org/drawingml/2006/main" prst="rect">
            <a:avLst/>
          </a:prstGeom>
        </p:spPr>
      </p:pic>
      <p:sp>
        <p:nvSpPr>
          <p:cNvPr id="45" name="pdf-source-image-17">
            <a:extLst xmlns:a="http://schemas.openxmlformats.org/drawingml/2006/main">
              <a:ext uri="{FF2B5EF4-FFF2-40B4-BE49-F238E27FC236}">
                <a16:creationId xmlns:a16="http://schemas.microsoft.com/office/drawing/2014/main" id="{9BF18CC1-45CC-42B5-9B3D-D8785FAD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0214" y="2954448"/>
            <a:ext cx="1081121" cy="884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2EC576-FEFB-417D-9B8F-55D48328FE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eefeb5376468b"/>
          <a:srcRect xmlns:a="http://schemas.openxmlformats.org/drawingml/2006/main" l="405" t="0" r="4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8589" y="2964277"/>
            <a:ext cx="1071292" cy="864897"/>
          </a:xfrm>
          <a:prstGeom xmlns:a="http://schemas.openxmlformats.org/drawingml/2006/main" prst="rect">
            <a:avLst/>
          </a:prstGeom>
        </p:spPr>
      </p:pic>
      <p:sp>
        <p:nvSpPr>
          <p:cNvPr id="47" name="pdf-source-image-18">
            <a:extLst xmlns:a="http://schemas.openxmlformats.org/drawingml/2006/main">
              <a:ext uri="{FF2B5EF4-FFF2-40B4-BE49-F238E27FC236}">
                <a16:creationId xmlns:a16="http://schemas.microsoft.com/office/drawing/2014/main" id="{62611E65-16AF-4AAE-AA38-B6F46AE5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8589" y="2964277"/>
            <a:ext cx="1071292" cy="864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A8A5AE7F-7296-4C0C-A1DF-47E53853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648957" y="3963495"/>
            <a:ext cx="128096" cy="12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9" name="pdf-path-30">
            <a:extLst xmlns:a="http://schemas.openxmlformats.org/drawingml/2006/main">
              <a:ext uri="{FF2B5EF4-FFF2-40B4-BE49-F238E27FC236}">
                <a16:creationId xmlns:a16="http://schemas.microsoft.com/office/drawing/2014/main" id="{EEBC78EA-3C62-4476-927F-C7659D18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677" y="2448353"/>
            <a:ext cx="1159748" cy="1425114"/>
          </a:xfrm>
          <a:custGeom xmlns:a="http://schemas.openxmlformats.org/drawingml/2006/main">
            <a:pathLst>
              <a:path w="1159748" h="1425114">
                <a:moveTo>
                  <a:pt x="0" y="1425114"/>
                </a:moveTo>
                <a:lnTo>
                  <a:pt x="1159748" y="1425114"/>
                </a:lnTo>
                <a:lnTo>
                  <a:pt x="1159748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52">
            <a:solidFill>
              <a:srgbClr val="7030A0"/>
            </a:solidFill>
            <a:prstDash val="dash"/>
          </a:ln>
        </p:spPr>
      </p:sp>
      <p:sp>
        <p:nvSpPr>
          <p:cNvPr id="50" name="pdf-path-31">
            <a:extLst xmlns:a="http://schemas.openxmlformats.org/drawingml/2006/main">
              <a:ext uri="{FF2B5EF4-FFF2-40B4-BE49-F238E27FC236}">
                <a16:creationId xmlns:a16="http://schemas.microsoft.com/office/drawing/2014/main" id="{2DF800B4-2094-47E1-87AD-E38ECE87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6223" y="2458181"/>
            <a:ext cx="1159748" cy="1425114"/>
          </a:xfrm>
          <a:custGeom xmlns:a="http://schemas.openxmlformats.org/drawingml/2006/main">
            <a:pathLst>
              <a:path w="1159748" h="1425114">
                <a:moveTo>
                  <a:pt x="0" y="1425114"/>
                </a:moveTo>
                <a:lnTo>
                  <a:pt x="1159748" y="1425114"/>
                </a:lnTo>
                <a:lnTo>
                  <a:pt x="1159748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52">
            <a:solidFill>
              <a:srgbClr val="7030A0"/>
            </a:solidFill>
            <a:prstDash val="dash"/>
          </a:ln>
        </p:spPr>
      </p:sp>
      <p:sp>
        <p:nvSpPr>
          <p:cNvPr id="51" name="pdf-path-32">
            <a:extLst xmlns:a="http://schemas.openxmlformats.org/drawingml/2006/main">
              <a:ext uri="{FF2B5EF4-FFF2-40B4-BE49-F238E27FC236}">
                <a16:creationId xmlns:a16="http://schemas.microsoft.com/office/drawing/2014/main" id="{561237D5-B13C-4AFB-817C-0E49793B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4769" y="2448353"/>
            <a:ext cx="1159748" cy="1425114"/>
          </a:xfrm>
          <a:custGeom xmlns:a="http://schemas.openxmlformats.org/drawingml/2006/main">
            <a:pathLst>
              <a:path w="1159748" h="1425114">
                <a:moveTo>
                  <a:pt x="0" y="1425114"/>
                </a:moveTo>
                <a:lnTo>
                  <a:pt x="1159748" y="1425114"/>
                </a:lnTo>
                <a:lnTo>
                  <a:pt x="1159748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52">
            <a:solidFill>
              <a:srgbClr val="7030A0"/>
            </a:solidFill>
            <a:prstDash val="dash"/>
          </a:ln>
        </p:spPr>
      </p:sp>
      <p:sp>
        <p:nvSpPr>
          <p:cNvPr id="52" name="pdf-path-33">
            <a:extLst xmlns:a="http://schemas.openxmlformats.org/drawingml/2006/main">
              <a:ext uri="{FF2B5EF4-FFF2-40B4-BE49-F238E27FC236}">
                <a16:creationId xmlns:a16="http://schemas.microsoft.com/office/drawing/2014/main" id="{6B39E358-01CD-42CE-B963-D4920FD5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677" y="463022"/>
            <a:ext cx="1090949" cy="914039"/>
          </a:xfrm>
          <a:custGeom xmlns:a="http://schemas.openxmlformats.org/drawingml/2006/main">
            <a:pathLst>
              <a:path w="1090949" h="914039">
                <a:moveTo>
                  <a:pt x="0" y="152274"/>
                </a:moveTo>
                <a:cubicBezTo>
                  <a:pt x="0" y="68143"/>
                  <a:pt x="68143" y="0"/>
                  <a:pt x="152274" y="0"/>
                </a:cubicBezTo>
                <a:lnTo>
                  <a:pt x="938544" y="0"/>
                </a:lnTo>
                <a:cubicBezTo>
                  <a:pt x="1022675" y="0"/>
                  <a:pt x="1090949" y="68143"/>
                  <a:pt x="1090949" y="152274"/>
                </a:cubicBezTo>
                <a:lnTo>
                  <a:pt x="1090949" y="761633"/>
                </a:lnTo>
                <a:cubicBezTo>
                  <a:pt x="1090949" y="845764"/>
                  <a:pt x="1022675" y="914039"/>
                  <a:pt x="938544" y="914039"/>
                </a:cubicBezTo>
                <a:lnTo>
                  <a:pt x="152274" y="914039"/>
                </a:lnTo>
                <a:cubicBezTo>
                  <a:pt x="68143" y="914039"/>
                  <a:pt x="0" y="845764"/>
                  <a:pt x="0" y="761633"/>
                </a:cubicBezTo>
                <a:lnTo>
                  <a:pt x="0" y="15227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13104">
            <a:solidFill>
              <a:srgbClr val="172C51"/>
            </a:solidFill>
            <a:prstDash val="solid"/>
          </a:ln>
        </p:spPr>
      </p:sp>
      <p:sp>
        <p:nvSpPr>
          <p:cNvPr id="53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F49E92C0-BEE0-446F-8CAB-7DC02214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2022" y="785864"/>
            <a:ext cx="409012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 </a:t>
            </a:r>
          </a:p>
        </p:txBody>
      </p:sp>
      <p:sp>
        <p:nvSpPr>
          <p:cNvPr id="54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981F9476-F439-4CFF-94E3-2D2466E1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6834" y="943778"/>
            <a:ext cx="610862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Grounding</a:t>
            </a:r>
          </a:p>
        </p:txBody>
      </p:sp>
      <p:sp>
        <p:nvSpPr>
          <p:cNvPr id="55" name="pdf-path-37">
            <a:extLst xmlns:a="http://schemas.openxmlformats.org/drawingml/2006/main">
              <a:ext uri="{FF2B5EF4-FFF2-40B4-BE49-F238E27FC236}">
                <a16:creationId xmlns:a16="http://schemas.microsoft.com/office/drawing/2014/main" id="{0AAC4F72-20BF-43E6-9A5D-52052693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4850" y="463022"/>
            <a:ext cx="1149919" cy="914039"/>
          </a:xfrm>
          <a:custGeom xmlns:a="http://schemas.openxmlformats.org/drawingml/2006/main">
            <a:pathLst>
              <a:path w="1149919" h="914039">
                <a:moveTo>
                  <a:pt x="0" y="152274"/>
                </a:moveTo>
                <a:cubicBezTo>
                  <a:pt x="0" y="68143"/>
                  <a:pt x="68143" y="0"/>
                  <a:pt x="152274" y="0"/>
                </a:cubicBezTo>
                <a:lnTo>
                  <a:pt x="997514" y="0"/>
                </a:lnTo>
                <a:cubicBezTo>
                  <a:pt x="1081645" y="0"/>
                  <a:pt x="1149919" y="68143"/>
                  <a:pt x="1149919" y="152274"/>
                </a:cubicBezTo>
                <a:lnTo>
                  <a:pt x="1149919" y="761633"/>
                </a:lnTo>
                <a:cubicBezTo>
                  <a:pt x="1149919" y="845764"/>
                  <a:pt x="1081645" y="914039"/>
                  <a:pt x="997514" y="914039"/>
                </a:cubicBezTo>
                <a:lnTo>
                  <a:pt x="152274" y="914039"/>
                </a:lnTo>
                <a:cubicBezTo>
                  <a:pt x="68143" y="914039"/>
                  <a:pt x="0" y="845764"/>
                  <a:pt x="0" y="761633"/>
                </a:cubicBezTo>
                <a:lnTo>
                  <a:pt x="0" y="15227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13104">
            <a:solidFill>
              <a:srgbClr val="172C51"/>
            </a:solidFill>
            <a:prstDash val="solid"/>
          </a:ln>
        </p:spPr>
      </p:sp>
      <p:sp>
        <p:nvSpPr>
          <p:cNvPr id="56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A8266017-2B7D-447C-8A44-6B5A06B2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8680" y="785864"/>
            <a:ext cx="408628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 </a:t>
            </a:r>
          </a:p>
        </p:txBody>
      </p:sp>
      <p:sp>
        <p:nvSpPr>
          <p:cNvPr id="57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61C02992-4FF6-4EED-A702-0F4BA9E5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2055" y="943778"/>
            <a:ext cx="866016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Reconstruction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9DDDC3-AE39-4691-A649-3087ABD43D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b56ef646d4999"/>
          <a:srcRect xmlns:a="http://schemas.openxmlformats.org/drawingml/2006/main" l="0" t="158" r="0" b="1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21667" y="1411394"/>
            <a:ext cx="776442" cy="442277"/>
          </a:xfrm>
          <a:prstGeom xmlns:a="http://schemas.openxmlformats.org/drawingml/2006/main" prst="rect">
            <a:avLst/>
          </a:prstGeom>
        </p:spPr>
      </p:pic>
      <p:sp>
        <p:nvSpPr>
          <p:cNvPr id="59" name="pdf-source-image-19">
            <a:extLst xmlns:a="http://schemas.openxmlformats.org/drawingml/2006/main">
              <a:ext uri="{FF2B5EF4-FFF2-40B4-BE49-F238E27FC236}">
                <a16:creationId xmlns:a16="http://schemas.microsoft.com/office/drawing/2014/main" id="{14B78526-9C08-40EC-9981-0FA12FC9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1667" y="1411394"/>
            <a:ext cx="776442" cy="442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A313FC3-74B7-467F-A6F9-158B6010C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e245240be4cf7"/>
          <a:srcRect xmlns:a="http://schemas.openxmlformats.org/drawingml/2006/main" l="0" t="158" r="0" b="1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37891" y="1706245"/>
            <a:ext cx="776442" cy="442277"/>
          </a:xfrm>
          <a:prstGeom xmlns:a="http://schemas.openxmlformats.org/drawingml/2006/main" prst="rect">
            <a:avLst/>
          </a:prstGeom>
        </p:spPr>
      </p:pic>
      <p:sp>
        <p:nvSpPr>
          <p:cNvPr id="61" name="pdf-source-image-20">
            <a:extLst xmlns:a="http://schemas.openxmlformats.org/drawingml/2006/main">
              <a:ext uri="{FF2B5EF4-FFF2-40B4-BE49-F238E27FC236}">
                <a16:creationId xmlns:a16="http://schemas.microsoft.com/office/drawing/2014/main" id="{3A07F6C1-7984-4CC9-B325-89BB365A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7891" y="1706245"/>
            <a:ext cx="776442" cy="442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pdf-path-43-part-0">
            <a:extLst xmlns:a="http://schemas.openxmlformats.org/drawingml/2006/main">
              <a:ext uri="{FF2B5EF4-FFF2-40B4-BE49-F238E27FC236}">
                <a16:creationId xmlns:a16="http://schemas.microsoft.com/office/drawing/2014/main" id="{24DC16AF-2B44-4BB2-B68C-58A9BB93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1180" y="704498"/>
                </a:moveTo>
                <a:lnTo>
                  <a:pt x="6814" y="703843"/>
                </a:lnTo>
                <a:lnTo>
                  <a:pt x="12973" y="702139"/>
                </a:lnTo>
                <a:lnTo>
                  <a:pt x="18870" y="699125"/>
                </a:lnTo>
                <a:lnTo>
                  <a:pt x="24636" y="695324"/>
                </a:lnTo>
                <a:lnTo>
                  <a:pt x="30010" y="690738"/>
                </a:lnTo>
                <a:lnTo>
                  <a:pt x="35382" y="685103"/>
                </a:lnTo>
                <a:lnTo>
                  <a:pt x="40493" y="678944"/>
                </a:lnTo>
                <a:lnTo>
                  <a:pt x="45603" y="671867"/>
                </a:lnTo>
                <a:lnTo>
                  <a:pt x="46258" y="670688"/>
                </a:lnTo>
                <a:lnTo>
                  <a:pt x="35121" y="663874"/>
                </a:lnTo>
                <a:lnTo>
                  <a:pt x="34465" y="664791"/>
                </a:lnTo>
                <a:lnTo>
                  <a:pt x="34727" y="664398"/>
                </a:lnTo>
                <a:lnTo>
                  <a:pt x="30010" y="671081"/>
                </a:lnTo>
                <a:lnTo>
                  <a:pt x="30271" y="670819"/>
                </a:lnTo>
                <a:lnTo>
                  <a:pt x="25423" y="676716"/>
                </a:lnTo>
                <a:lnTo>
                  <a:pt x="25685" y="676323"/>
                </a:lnTo>
                <a:lnTo>
                  <a:pt x="20837" y="681434"/>
                </a:lnTo>
                <a:lnTo>
                  <a:pt x="21230" y="680910"/>
                </a:lnTo>
                <a:lnTo>
                  <a:pt x="16380" y="685234"/>
                </a:lnTo>
                <a:lnTo>
                  <a:pt x="17036" y="684710"/>
                </a:lnTo>
                <a:lnTo>
                  <a:pt x="12056" y="687986"/>
                </a:lnTo>
                <a:lnTo>
                  <a:pt x="12711" y="687593"/>
                </a:lnTo>
                <a:lnTo>
                  <a:pt x="7732" y="690083"/>
                </a:lnTo>
                <a:lnTo>
                  <a:pt x="8780" y="689690"/>
                </a:lnTo>
                <a:lnTo>
                  <a:pt x="3800" y="691131"/>
                </a:lnTo>
                <a:lnTo>
                  <a:pt x="4979" y="690869"/>
                </a:lnTo>
                <a:lnTo>
                  <a:pt x="0" y="691393"/>
                </a:lnTo>
                <a:lnTo>
                  <a:pt x="1180" y="70449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43-part-1">
            <a:extLst xmlns:a="http://schemas.openxmlformats.org/drawingml/2006/main">
              <a:ext uri="{FF2B5EF4-FFF2-40B4-BE49-F238E27FC236}">
                <a16:creationId xmlns:a16="http://schemas.microsoft.com/office/drawing/2014/main" id="{D238DD58-B261-414B-8723-55EB5A3A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64868" y="635044"/>
                </a:moveTo>
                <a:lnTo>
                  <a:pt x="68536" y="626395"/>
                </a:lnTo>
                <a:lnTo>
                  <a:pt x="72862" y="615387"/>
                </a:lnTo>
                <a:lnTo>
                  <a:pt x="80724" y="591799"/>
                </a:lnTo>
                <a:lnTo>
                  <a:pt x="82689" y="584854"/>
                </a:lnTo>
                <a:lnTo>
                  <a:pt x="70109" y="581315"/>
                </a:lnTo>
                <a:lnTo>
                  <a:pt x="68143" y="588130"/>
                </a:lnTo>
                <a:lnTo>
                  <a:pt x="68275" y="587867"/>
                </a:lnTo>
                <a:lnTo>
                  <a:pt x="60411" y="611063"/>
                </a:lnTo>
                <a:lnTo>
                  <a:pt x="60543" y="610800"/>
                </a:lnTo>
                <a:lnTo>
                  <a:pt x="56349" y="621546"/>
                </a:lnTo>
                <a:lnTo>
                  <a:pt x="56480" y="621415"/>
                </a:lnTo>
                <a:lnTo>
                  <a:pt x="52811" y="629933"/>
                </a:lnTo>
                <a:lnTo>
                  <a:pt x="64868" y="63504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43-part-2">
            <a:extLst xmlns:a="http://schemas.openxmlformats.org/drawingml/2006/main">
              <a:ext uri="{FF2B5EF4-FFF2-40B4-BE49-F238E27FC236}">
                <a16:creationId xmlns:a16="http://schemas.microsoft.com/office/drawing/2014/main" id="{1E3D37F9-4863-4DA6-AFA4-28C57C13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92780" y="546588"/>
                </a:moveTo>
                <a:lnTo>
                  <a:pt x="94615" y="538988"/>
                </a:lnTo>
                <a:lnTo>
                  <a:pt x="100381" y="510158"/>
                </a:lnTo>
                <a:lnTo>
                  <a:pt x="102870" y="494695"/>
                </a:lnTo>
                <a:lnTo>
                  <a:pt x="90028" y="492598"/>
                </a:lnTo>
                <a:lnTo>
                  <a:pt x="87538" y="507930"/>
                </a:lnTo>
                <a:lnTo>
                  <a:pt x="87538" y="507668"/>
                </a:lnTo>
                <a:lnTo>
                  <a:pt x="81772" y="536367"/>
                </a:lnTo>
                <a:lnTo>
                  <a:pt x="81772" y="536105"/>
                </a:lnTo>
                <a:lnTo>
                  <a:pt x="79937" y="543574"/>
                </a:lnTo>
                <a:lnTo>
                  <a:pt x="92780" y="54658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43-part-3">
            <a:extLst xmlns:a="http://schemas.openxmlformats.org/drawingml/2006/main">
              <a:ext uri="{FF2B5EF4-FFF2-40B4-BE49-F238E27FC236}">
                <a16:creationId xmlns:a16="http://schemas.microsoft.com/office/drawing/2014/main" id="{F73A3318-3C21-47F2-BF14-53D9996B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108374" y="455512"/>
                </a:moveTo>
                <a:lnTo>
                  <a:pt x="109160" y="449091"/>
                </a:lnTo>
                <a:lnTo>
                  <a:pt x="112043" y="417247"/>
                </a:lnTo>
                <a:lnTo>
                  <a:pt x="112830" y="402832"/>
                </a:lnTo>
                <a:lnTo>
                  <a:pt x="99856" y="402177"/>
                </a:lnTo>
                <a:lnTo>
                  <a:pt x="99070" y="416330"/>
                </a:lnTo>
                <a:lnTo>
                  <a:pt x="99070" y="416199"/>
                </a:lnTo>
                <a:lnTo>
                  <a:pt x="96187" y="447780"/>
                </a:lnTo>
                <a:lnTo>
                  <a:pt x="96187" y="447519"/>
                </a:lnTo>
                <a:lnTo>
                  <a:pt x="95400" y="453939"/>
                </a:lnTo>
                <a:lnTo>
                  <a:pt x="108374" y="455512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43-part-4">
            <a:extLst xmlns:a="http://schemas.openxmlformats.org/drawingml/2006/main">
              <a:ext uri="{FF2B5EF4-FFF2-40B4-BE49-F238E27FC236}">
                <a16:creationId xmlns:a16="http://schemas.microsoft.com/office/drawing/2014/main" id="{5B93D146-0E2B-40E8-96F6-774DBC35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114271" y="363387"/>
                </a:moveTo>
                <a:lnTo>
                  <a:pt x="114534" y="352380"/>
                </a:lnTo>
                <a:lnTo>
                  <a:pt x="114534" y="352511"/>
                </a:lnTo>
                <a:lnTo>
                  <a:pt x="115057" y="336262"/>
                </a:lnTo>
                <a:lnTo>
                  <a:pt x="115057" y="336654"/>
                </a:lnTo>
                <a:lnTo>
                  <a:pt x="116499" y="320536"/>
                </a:lnTo>
                <a:lnTo>
                  <a:pt x="116499" y="320929"/>
                </a:lnTo>
                <a:lnTo>
                  <a:pt x="117809" y="312018"/>
                </a:lnTo>
                <a:lnTo>
                  <a:pt x="104836" y="310052"/>
                </a:lnTo>
                <a:lnTo>
                  <a:pt x="103526" y="319095"/>
                </a:lnTo>
                <a:lnTo>
                  <a:pt x="101953" y="335606"/>
                </a:lnTo>
                <a:lnTo>
                  <a:pt x="101429" y="352118"/>
                </a:lnTo>
                <a:lnTo>
                  <a:pt x="101166" y="363126"/>
                </a:lnTo>
                <a:lnTo>
                  <a:pt x="114271" y="363387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43-part-5">
            <a:extLst xmlns:a="http://schemas.openxmlformats.org/drawingml/2006/main">
              <a:ext uri="{FF2B5EF4-FFF2-40B4-BE49-F238E27FC236}">
                <a16:creationId xmlns:a16="http://schemas.microsoft.com/office/drawing/2014/main" id="{9F940089-B7F6-48B8-B974-1FE2D07C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126066" y="274277"/>
                </a:moveTo>
                <a:lnTo>
                  <a:pt x="126196" y="273491"/>
                </a:lnTo>
                <a:lnTo>
                  <a:pt x="126196" y="273884"/>
                </a:lnTo>
                <a:lnTo>
                  <a:pt x="131176" y="258158"/>
                </a:lnTo>
                <a:lnTo>
                  <a:pt x="131045" y="258421"/>
                </a:lnTo>
                <a:lnTo>
                  <a:pt x="136942" y="242957"/>
                </a:lnTo>
                <a:lnTo>
                  <a:pt x="136811" y="243219"/>
                </a:lnTo>
                <a:lnTo>
                  <a:pt x="143494" y="227887"/>
                </a:lnTo>
                <a:lnTo>
                  <a:pt x="143363" y="228149"/>
                </a:lnTo>
                <a:lnTo>
                  <a:pt x="144149" y="226577"/>
                </a:lnTo>
                <a:lnTo>
                  <a:pt x="132356" y="220811"/>
                </a:lnTo>
                <a:lnTo>
                  <a:pt x="131569" y="222514"/>
                </a:lnTo>
                <a:lnTo>
                  <a:pt x="124755" y="238108"/>
                </a:lnTo>
                <a:lnTo>
                  <a:pt x="118726" y="253965"/>
                </a:lnTo>
                <a:lnTo>
                  <a:pt x="113616" y="269953"/>
                </a:lnTo>
                <a:lnTo>
                  <a:pt x="113354" y="271001"/>
                </a:lnTo>
                <a:lnTo>
                  <a:pt x="126066" y="274277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43-part-6">
            <a:extLst xmlns:a="http://schemas.openxmlformats.org/drawingml/2006/main">
              <a:ext uri="{FF2B5EF4-FFF2-40B4-BE49-F238E27FC236}">
                <a16:creationId xmlns:a16="http://schemas.microsoft.com/office/drawing/2014/main" id="{A6B82EE5-77E0-4D09-B9AC-B2DE06AF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162496" y="192505"/>
                </a:moveTo>
                <a:lnTo>
                  <a:pt x="167344" y="184380"/>
                </a:lnTo>
                <a:lnTo>
                  <a:pt x="167214" y="184642"/>
                </a:lnTo>
                <a:lnTo>
                  <a:pt x="176648" y="170489"/>
                </a:lnTo>
                <a:lnTo>
                  <a:pt x="176517" y="170751"/>
                </a:lnTo>
                <a:lnTo>
                  <a:pt x="186608" y="156992"/>
                </a:lnTo>
                <a:lnTo>
                  <a:pt x="186477" y="157254"/>
                </a:lnTo>
                <a:lnTo>
                  <a:pt x="191981" y="150309"/>
                </a:lnTo>
                <a:lnTo>
                  <a:pt x="181890" y="142053"/>
                </a:lnTo>
                <a:lnTo>
                  <a:pt x="176124" y="149129"/>
                </a:lnTo>
                <a:lnTo>
                  <a:pt x="165903" y="163151"/>
                </a:lnTo>
                <a:lnTo>
                  <a:pt x="156206" y="177435"/>
                </a:lnTo>
                <a:lnTo>
                  <a:pt x="151226" y="185690"/>
                </a:lnTo>
                <a:lnTo>
                  <a:pt x="162496" y="192505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df-path-43-part-7">
            <a:extLst xmlns:a="http://schemas.openxmlformats.org/drawingml/2006/main">
              <a:ext uri="{FF2B5EF4-FFF2-40B4-BE49-F238E27FC236}">
                <a16:creationId xmlns:a16="http://schemas.microsoft.com/office/drawing/2014/main" id="{1C316B21-9AC3-4F8C-90DA-2DE8C42D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217797" y="121217"/>
                </a:moveTo>
                <a:lnTo>
                  <a:pt x="219894" y="118858"/>
                </a:lnTo>
                <a:lnTo>
                  <a:pt x="219500" y="119251"/>
                </a:lnTo>
                <a:lnTo>
                  <a:pt x="244530" y="96056"/>
                </a:lnTo>
                <a:lnTo>
                  <a:pt x="244268" y="96318"/>
                </a:lnTo>
                <a:lnTo>
                  <a:pt x="256061" y="86752"/>
                </a:lnTo>
                <a:lnTo>
                  <a:pt x="247675" y="76530"/>
                </a:lnTo>
                <a:lnTo>
                  <a:pt x="235750" y="86359"/>
                </a:lnTo>
                <a:lnTo>
                  <a:pt x="210327" y="109946"/>
                </a:lnTo>
                <a:lnTo>
                  <a:pt x="208099" y="112306"/>
                </a:lnTo>
                <a:lnTo>
                  <a:pt x="217797" y="121217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43-part-8">
            <a:extLst xmlns:a="http://schemas.openxmlformats.org/drawingml/2006/main">
              <a:ext uri="{FF2B5EF4-FFF2-40B4-BE49-F238E27FC236}">
                <a16:creationId xmlns:a16="http://schemas.microsoft.com/office/drawing/2014/main" id="{308C03FC-4D63-48C1-A49E-81E107AD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287382" y="64474"/>
                </a:moveTo>
                <a:lnTo>
                  <a:pt x="298651" y="57528"/>
                </a:lnTo>
                <a:lnTo>
                  <a:pt x="298520" y="57660"/>
                </a:lnTo>
                <a:lnTo>
                  <a:pt x="313067" y="49404"/>
                </a:lnTo>
                <a:lnTo>
                  <a:pt x="312804" y="49535"/>
                </a:lnTo>
                <a:lnTo>
                  <a:pt x="327743" y="42065"/>
                </a:lnTo>
                <a:lnTo>
                  <a:pt x="327481" y="42197"/>
                </a:lnTo>
                <a:lnTo>
                  <a:pt x="332592" y="39969"/>
                </a:lnTo>
                <a:lnTo>
                  <a:pt x="327350" y="27913"/>
                </a:lnTo>
                <a:lnTo>
                  <a:pt x="321977" y="30272"/>
                </a:lnTo>
                <a:lnTo>
                  <a:pt x="306776" y="37872"/>
                </a:lnTo>
                <a:lnTo>
                  <a:pt x="291968" y="46259"/>
                </a:lnTo>
                <a:lnTo>
                  <a:pt x="280437" y="53335"/>
                </a:lnTo>
                <a:lnTo>
                  <a:pt x="287382" y="6447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df-path-43-part-9">
            <a:extLst xmlns:a="http://schemas.openxmlformats.org/drawingml/2006/main">
              <a:ext uri="{FF2B5EF4-FFF2-40B4-BE49-F238E27FC236}">
                <a16:creationId xmlns:a16="http://schemas.microsoft.com/office/drawing/2014/main" id="{5E911A05-7A08-4FCE-B96C-3BCA9A5F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368630" y="26078"/>
                </a:moveTo>
                <a:lnTo>
                  <a:pt x="372954" y="24636"/>
                </a:lnTo>
                <a:lnTo>
                  <a:pt x="372561" y="24767"/>
                </a:lnTo>
                <a:lnTo>
                  <a:pt x="388286" y="20574"/>
                </a:lnTo>
                <a:lnTo>
                  <a:pt x="388024" y="20705"/>
                </a:lnTo>
                <a:lnTo>
                  <a:pt x="403880" y="17298"/>
                </a:lnTo>
                <a:lnTo>
                  <a:pt x="403488" y="17429"/>
                </a:lnTo>
                <a:lnTo>
                  <a:pt x="418689" y="15070"/>
                </a:lnTo>
                <a:lnTo>
                  <a:pt x="416723" y="2097"/>
                </a:lnTo>
                <a:lnTo>
                  <a:pt x="401260" y="4456"/>
                </a:lnTo>
                <a:lnTo>
                  <a:pt x="385141" y="7863"/>
                </a:lnTo>
                <a:lnTo>
                  <a:pt x="369023" y="12187"/>
                </a:lnTo>
                <a:lnTo>
                  <a:pt x="364567" y="13629"/>
                </a:lnTo>
                <a:lnTo>
                  <a:pt x="368630" y="2607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43-part-10">
            <a:extLst xmlns:a="http://schemas.openxmlformats.org/drawingml/2006/main">
              <a:ext uri="{FF2B5EF4-FFF2-40B4-BE49-F238E27FC236}">
                <a16:creationId xmlns:a16="http://schemas.microsoft.com/office/drawing/2014/main" id="{F7736C5F-EE1F-4A4E-B8DD-3E70BC12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456822" y="13105"/>
                </a:moveTo>
                <a:lnTo>
                  <a:pt x="466389" y="13367"/>
                </a:lnTo>
                <a:lnTo>
                  <a:pt x="466127" y="13367"/>
                </a:lnTo>
                <a:lnTo>
                  <a:pt x="482114" y="14415"/>
                </a:lnTo>
                <a:lnTo>
                  <a:pt x="481853" y="14415"/>
                </a:lnTo>
                <a:lnTo>
                  <a:pt x="497970" y="15988"/>
                </a:lnTo>
                <a:lnTo>
                  <a:pt x="497709" y="15988"/>
                </a:lnTo>
                <a:lnTo>
                  <a:pt x="508192" y="17560"/>
                </a:lnTo>
                <a:lnTo>
                  <a:pt x="510027" y="4586"/>
                </a:lnTo>
                <a:lnTo>
                  <a:pt x="499412" y="3014"/>
                </a:lnTo>
                <a:lnTo>
                  <a:pt x="483163" y="1311"/>
                </a:lnTo>
                <a:lnTo>
                  <a:pt x="466782" y="262"/>
                </a:lnTo>
                <a:lnTo>
                  <a:pt x="457085" y="0"/>
                </a:lnTo>
                <a:lnTo>
                  <a:pt x="456822" y="13105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43-part-11">
            <a:extLst xmlns:a="http://schemas.openxmlformats.org/drawingml/2006/main">
              <a:ext uri="{FF2B5EF4-FFF2-40B4-BE49-F238E27FC236}">
                <a16:creationId xmlns:a16="http://schemas.microsoft.com/office/drawing/2014/main" id="{64255120-797C-4B76-B074-4E39E874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545933" y="25030"/>
                </a:moveTo>
                <a:lnTo>
                  <a:pt x="574502" y="33023"/>
                </a:lnTo>
                <a:lnTo>
                  <a:pt x="573977" y="32892"/>
                </a:lnTo>
                <a:lnTo>
                  <a:pt x="595468" y="40624"/>
                </a:lnTo>
                <a:lnTo>
                  <a:pt x="599923" y="28306"/>
                </a:lnTo>
                <a:lnTo>
                  <a:pt x="578301" y="20443"/>
                </a:lnTo>
                <a:lnTo>
                  <a:pt x="549471" y="12449"/>
                </a:lnTo>
                <a:lnTo>
                  <a:pt x="545933" y="2503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43-part-12">
            <a:extLst xmlns:a="http://schemas.openxmlformats.org/drawingml/2006/main">
              <a:ext uri="{FF2B5EF4-FFF2-40B4-BE49-F238E27FC236}">
                <a16:creationId xmlns:a16="http://schemas.microsoft.com/office/drawing/2014/main" id="{F8B2872B-3EA0-404F-B091-799930D8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631113" y="55825"/>
                </a:moveTo>
                <a:lnTo>
                  <a:pt x="631505" y="55956"/>
                </a:lnTo>
                <a:lnTo>
                  <a:pt x="630982" y="55825"/>
                </a:lnTo>
                <a:lnTo>
                  <a:pt x="657714" y="70109"/>
                </a:lnTo>
                <a:lnTo>
                  <a:pt x="657321" y="69978"/>
                </a:lnTo>
                <a:lnTo>
                  <a:pt x="675668" y="81510"/>
                </a:lnTo>
                <a:lnTo>
                  <a:pt x="682744" y="70371"/>
                </a:lnTo>
                <a:lnTo>
                  <a:pt x="664136" y="58708"/>
                </a:lnTo>
                <a:lnTo>
                  <a:pt x="637009" y="44162"/>
                </a:lnTo>
                <a:lnTo>
                  <a:pt x="636485" y="43900"/>
                </a:lnTo>
                <a:lnTo>
                  <a:pt x="631113" y="55825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43-part-13">
            <a:extLst xmlns:a="http://schemas.openxmlformats.org/drawingml/2006/main">
              <a:ext uri="{FF2B5EF4-FFF2-40B4-BE49-F238E27FC236}">
                <a16:creationId xmlns:a16="http://schemas.microsoft.com/office/drawing/2014/main" id="{AAC8083B-146A-4C07-8B5D-C418C782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706725" y="104050"/>
                </a:moveTo>
                <a:lnTo>
                  <a:pt x="715374" y="111520"/>
                </a:lnTo>
                <a:lnTo>
                  <a:pt x="715244" y="111388"/>
                </a:lnTo>
                <a:lnTo>
                  <a:pt x="725334" y="120692"/>
                </a:lnTo>
                <a:lnTo>
                  <a:pt x="725071" y="120430"/>
                </a:lnTo>
                <a:lnTo>
                  <a:pt x="734507" y="130128"/>
                </a:lnTo>
                <a:lnTo>
                  <a:pt x="734244" y="129865"/>
                </a:lnTo>
                <a:lnTo>
                  <a:pt x="743156" y="139825"/>
                </a:lnTo>
                <a:lnTo>
                  <a:pt x="742893" y="139563"/>
                </a:lnTo>
                <a:lnTo>
                  <a:pt x="743156" y="139956"/>
                </a:lnTo>
                <a:lnTo>
                  <a:pt x="753378" y="131700"/>
                </a:lnTo>
                <a:lnTo>
                  <a:pt x="752985" y="131176"/>
                </a:lnTo>
                <a:lnTo>
                  <a:pt x="743942" y="121085"/>
                </a:lnTo>
                <a:lnTo>
                  <a:pt x="734376" y="111126"/>
                </a:lnTo>
                <a:lnTo>
                  <a:pt x="724023" y="101691"/>
                </a:lnTo>
                <a:lnTo>
                  <a:pt x="715244" y="94090"/>
                </a:lnTo>
                <a:lnTo>
                  <a:pt x="706725" y="10405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43-part-14">
            <a:extLst xmlns:a="http://schemas.openxmlformats.org/drawingml/2006/main">
              <a:ext uri="{FF2B5EF4-FFF2-40B4-BE49-F238E27FC236}">
                <a16:creationId xmlns:a16="http://schemas.microsoft.com/office/drawing/2014/main" id="{B4A686C9-B228-4853-9880-495F9DF1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764386" y="169965"/>
                </a:moveTo>
                <a:lnTo>
                  <a:pt x="768054" y="181497"/>
                </a:lnTo>
                <a:lnTo>
                  <a:pt x="780634" y="177566"/>
                </a:lnTo>
                <a:lnTo>
                  <a:pt x="776966" y="166034"/>
                </a:lnTo>
                <a:lnTo>
                  <a:pt x="764386" y="169965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43-part-15">
            <a:extLst xmlns:a="http://schemas.openxmlformats.org/drawingml/2006/main">
              <a:ext uri="{FF2B5EF4-FFF2-40B4-BE49-F238E27FC236}">
                <a16:creationId xmlns:a16="http://schemas.microsoft.com/office/drawing/2014/main" id="{C7D11668-CB4D-4C64-8EAC-AD6C45DD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971" y="220589"/>
            <a:ext cx="808285" cy="704498"/>
          </a:xfrm>
          <a:custGeom xmlns:a="http://schemas.openxmlformats.org/drawingml/2006/main">
            <a:pathLst>
              <a:path w="808285" h="704498">
                <a:moveTo>
                  <a:pt x="732935" y="178221"/>
                </a:moveTo>
                <a:lnTo>
                  <a:pt x="792953" y="242302"/>
                </a:lnTo>
                <a:lnTo>
                  <a:pt x="808285" y="155812"/>
                </a:lnTo>
                <a:lnTo>
                  <a:pt x="732935" y="178221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44">
            <a:extLst xmlns:a="http://schemas.openxmlformats.org/drawingml/2006/main">
              <a:ext uri="{FF2B5EF4-FFF2-40B4-BE49-F238E27FC236}">
                <a16:creationId xmlns:a16="http://schemas.microsoft.com/office/drawing/2014/main" id="{FC770DE0-B486-40E3-8259-16530841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1165" y="463022"/>
            <a:ext cx="953352" cy="914039"/>
          </a:xfrm>
          <a:custGeom xmlns:a="http://schemas.openxmlformats.org/drawingml/2006/main">
            <a:pathLst>
              <a:path w="953352" h="914039">
                <a:moveTo>
                  <a:pt x="0" y="152274"/>
                </a:moveTo>
                <a:cubicBezTo>
                  <a:pt x="0" y="68143"/>
                  <a:pt x="68143" y="0"/>
                  <a:pt x="152274" y="0"/>
                </a:cubicBezTo>
                <a:lnTo>
                  <a:pt x="800947" y="0"/>
                </a:lnTo>
                <a:cubicBezTo>
                  <a:pt x="885078" y="0"/>
                  <a:pt x="953352" y="68143"/>
                  <a:pt x="953352" y="152274"/>
                </a:cubicBezTo>
                <a:lnTo>
                  <a:pt x="953352" y="761633"/>
                </a:lnTo>
                <a:cubicBezTo>
                  <a:pt x="953352" y="845764"/>
                  <a:pt x="885078" y="914039"/>
                  <a:pt x="800947" y="914039"/>
                </a:cubicBezTo>
                <a:lnTo>
                  <a:pt x="152274" y="914039"/>
                </a:lnTo>
                <a:cubicBezTo>
                  <a:pt x="68143" y="914039"/>
                  <a:pt x="0" y="845764"/>
                  <a:pt x="0" y="761633"/>
                </a:cubicBezTo>
                <a:lnTo>
                  <a:pt x="0" y="15227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13104">
            <a:solidFill>
              <a:srgbClr val="172C51"/>
            </a:solidFill>
            <a:prstDash val="solid"/>
          </a:ln>
        </p:spPr>
      </p:sp>
      <p:sp>
        <p:nvSpPr>
          <p:cNvPr id="79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E3F6F482-4370-4CB9-B5EB-A207F766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8415" y="707504"/>
            <a:ext cx="408477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 </a:t>
            </a:r>
          </a:p>
        </p:txBody>
      </p:sp>
      <p:sp>
        <p:nvSpPr>
          <p:cNvPr id="80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7DA936A1-25F7-44CC-AD79-87C762C4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3255" y="864491"/>
            <a:ext cx="467552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6D Pos </a:t>
            </a:r>
          </a:p>
        </p:txBody>
      </p:sp>
      <p:sp>
        <p:nvSpPr>
          <p:cNvPr id="81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353C4EA2-0C2E-4CFA-B67C-05EB32F3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6169" y="1022139"/>
            <a:ext cx="503035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Tracking</a:t>
            </a:r>
          </a:p>
        </p:txBody>
      </p:sp>
      <p:sp>
        <p:nvSpPr>
          <p:cNvPr id="82" name="pdf-path-49-part-0">
            <a:extLst xmlns:a="http://schemas.openxmlformats.org/drawingml/2006/main">
              <a:ext uri="{FF2B5EF4-FFF2-40B4-BE49-F238E27FC236}">
                <a16:creationId xmlns:a16="http://schemas.microsoft.com/office/drawing/2014/main" id="{3D00241B-82DE-4953-9697-AA85D33C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1441" y="704498"/>
                </a:moveTo>
                <a:lnTo>
                  <a:pt x="6814" y="703974"/>
                </a:lnTo>
                <a:lnTo>
                  <a:pt x="12842" y="702139"/>
                </a:lnTo>
                <a:lnTo>
                  <a:pt x="18608" y="699256"/>
                </a:lnTo>
                <a:lnTo>
                  <a:pt x="24112" y="695456"/>
                </a:lnTo>
                <a:lnTo>
                  <a:pt x="29354" y="690738"/>
                </a:lnTo>
                <a:lnTo>
                  <a:pt x="34465" y="685234"/>
                </a:lnTo>
                <a:lnTo>
                  <a:pt x="39444" y="678944"/>
                </a:lnTo>
                <a:lnTo>
                  <a:pt x="44293" y="671868"/>
                </a:lnTo>
                <a:lnTo>
                  <a:pt x="45603" y="669902"/>
                </a:lnTo>
                <a:lnTo>
                  <a:pt x="34333" y="663088"/>
                </a:lnTo>
                <a:lnTo>
                  <a:pt x="33285" y="664922"/>
                </a:lnTo>
                <a:lnTo>
                  <a:pt x="33416" y="664660"/>
                </a:lnTo>
                <a:lnTo>
                  <a:pt x="28830" y="671343"/>
                </a:lnTo>
                <a:lnTo>
                  <a:pt x="29092" y="670950"/>
                </a:lnTo>
                <a:lnTo>
                  <a:pt x="24374" y="676847"/>
                </a:lnTo>
                <a:lnTo>
                  <a:pt x="24636" y="676454"/>
                </a:lnTo>
                <a:lnTo>
                  <a:pt x="19918" y="681565"/>
                </a:lnTo>
                <a:lnTo>
                  <a:pt x="20442" y="681172"/>
                </a:lnTo>
                <a:lnTo>
                  <a:pt x="15725" y="685365"/>
                </a:lnTo>
                <a:lnTo>
                  <a:pt x="16380" y="684841"/>
                </a:lnTo>
                <a:lnTo>
                  <a:pt x="11532" y="688248"/>
                </a:lnTo>
                <a:lnTo>
                  <a:pt x="12318" y="687724"/>
                </a:lnTo>
                <a:lnTo>
                  <a:pt x="7469" y="690214"/>
                </a:lnTo>
                <a:lnTo>
                  <a:pt x="8517" y="689821"/>
                </a:lnTo>
                <a:lnTo>
                  <a:pt x="3669" y="691262"/>
                </a:lnTo>
                <a:lnTo>
                  <a:pt x="4849" y="691000"/>
                </a:lnTo>
                <a:lnTo>
                  <a:pt x="0" y="691525"/>
                </a:lnTo>
                <a:lnTo>
                  <a:pt x="1441" y="70449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49-part-1">
            <a:extLst xmlns:a="http://schemas.openxmlformats.org/drawingml/2006/main">
              <a:ext uri="{FF2B5EF4-FFF2-40B4-BE49-F238E27FC236}">
                <a16:creationId xmlns:a16="http://schemas.microsoft.com/office/drawing/2014/main" id="{9728923D-9A26-4B0B-A8F6-47C352A0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63557" y="633734"/>
                </a:moveTo>
                <a:lnTo>
                  <a:pt x="66571" y="626395"/>
                </a:lnTo>
                <a:lnTo>
                  <a:pt x="70633" y="615518"/>
                </a:lnTo>
                <a:lnTo>
                  <a:pt x="78233" y="591930"/>
                </a:lnTo>
                <a:lnTo>
                  <a:pt x="80592" y="583412"/>
                </a:lnTo>
                <a:lnTo>
                  <a:pt x="68012" y="580005"/>
                </a:lnTo>
                <a:lnTo>
                  <a:pt x="65653" y="588261"/>
                </a:lnTo>
                <a:lnTo>
                  <a:pt x="65784" y="587999"/>
                </a:lnTo>
                <a:lnTo>
                  <a:pt x="58183" y="611325"/>
                </a:lnTo>
                <a:lnTo>
                  <a:pt x="58314" y="611063"/>
                </a:lnTo>
                <a:lnTo>
                  <a:pt x="54383" y="621808"/>
                </a:lnTo>
                <a:lnTo>
                  <a:pt x="54383" y="621546"/>
                </a:lnTo>
                <a:lnTo>
                  <a:pt x="51500" y="628885"/>
                </a:lnTo>
                <a:lnTo>
                  <a:pt x="63557" y="63373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49-part-2">
            <a:extLst xmlns:a="http://schemas.openxmlformats.org/drawingml/2006/main">
              <a:ext uri="{FF2B5EF4-FFF2-40B4-BE49-F238E27FC236}">
                <a16:creationId xmlns:a16="http://schemas.microsoft.com/office/drawing/2014/main" id="{92FCE8ED-E0B7-4D0D-AC32-6AEE000A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90289" y="545016"/>
                </a:moveTo>
                <a:lnTo>
                  <a:pt x="91600" y="539119"/>
                </a:lnTo>
                <a:lnTo>
                  <a:pt x="97235" y="510289"/>
                </a:lnTo>
                <a:lnTo>
                  <a:pt x="99987" y="493122"/>
                </a:lnTo>
                <a:lnTo>
                  <a:pt x="87013" y="491026"/>
                </a:lnTo>
                <a:lnTo>
                  <a:pt x="84393" y="508193"/>
                </a:lnTo>
                <a:lnTo>
                  <a:pt x="84393" y="507930"/>
                </a:lnTo>
                <a:lnTo>
                  <a:pt x="78757" y="536498"/>
                </a:lnTo>
                <a:lnTo>
                  <a:pt x="78889" y="536236"/>
                </a:lnTo>
                <a:lnTo>
                  <a:pt x="77448" y="542133"/>
                </a:lnTo>
                <a:lnTo>
                  <a:pt x="90289" y="54501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49-part-3">
            <a:extLst xmlns:a="http://schemas.openxmlformats.org/drawingml/2006/main">
              <a:ext uri="{FF2B5EF4-FFF2-40B4-BE49-F238E27FC236}">
                <a16:creationId xmlns:a16="http://schemas.microsoft.com/office/drawing/2014/main" id="{3D05B87A-1E2F-4609-B9C2-0D3A30C9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105229" y="453940"/>
                </a:moveTo>
                <a:lnTo>
                  <a:pt x="105753" y="449222"/>
                </a:lnTo>
                <a:lnTo>
                  <a:pt x="108636" y="417378"/>
                </a:lnTo>
                <a:lnTo>
                  <a:pt x="109423" y="401260"/>
                </a:lnTo>
                <a:lnTo>
                  <a:pt x="96448" y="400473"/>
                </a:lnTo>
                <a:lnTo>
                  <a:pt x="95531" y="416461"/>
                </a:lnTo>
                <a:lnTo>
                  <a:pt x="95531" y="416330"/>
                </a:lnTo>
                <a:lnTo>
                  <a:pt x="92780" y="447911"/>
                </a:lnTo>
                <a:lnTo>
                  <a:pt x="92780" y="447650"/>
                </a:lnTo>
                <a:lnTo>
                  <a:pt x="92255" y="452236"/>
                </a:lnTo>
                <a:lnTo>
                  <a:pt x="105229" y="45394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49-part-4">
            <a:extLst xmlns:a="http://schemas.openxmlformats.org/drawingml/2006/main">
              <a:ext uri="{FF2B5EF4-FFF2-40B4-BE49-F238E27FC236}">
                <a16:creationId xmlns:a16="http://schemas.microsoft.com/office/drawing/2014/main" id="{E4E86C37-BE73-42E5-8FB2-F0D3518E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110732" y="361684"/>
                </a:moveTo>
                <a:lnTo>
                  <a:pt x="110995" y="352511"/>
                </a:lnTo>
                <a:lnTo>
                  <a:pt x="111388" y="336262"/>
                </a:lnTo>
                <a:lnTo>
                  <a:pt x="111388" y="336654"/>
                </a:lnTo>
                <a:lnTo>
                  <a:pt x="112567" y="320536"/>
                </a:lnTo>
                <a:lnTo>
                  <a:pt x="112567" y="320929"/>
                </a:lnTo>
                <a:lnTo>
                  <a:pt x="114009" y="310184"/>
                </a:lnTo>
                <a:lnTo>
                  <a:pt x="100905" y="308480"/>
                </a:lnTo>
                <a:lnTo>
                  <a:pt x="99594" y="319357"/>
                </a:lnTo>
                <a:lnTo>
                  <a:pt x="98283" y="335868"/>
                </a:lnTo>
                <a:lnTo>
                  <a:pt x="97891" y="352249"/>
                </a:lnTo>
                <a:lnTo>
                  <a:pt x="97628" y="361422"/>
                </a:lnTo>
                <a:lnTo>
                  <a:pt x="110732" y="36168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49-part-5">
            <a:extLst xmlns:a="http://schemas.openxmlformats.org/drawingml/2006/main">
              <a:ext uri="{FF2B5EF4-FFF2-40B4-BE49-F238E27FC236}">
                <a16:creationId xmlns:a16="http://schemas.microsoft.com/office/drawing/2014/main" id="{470E9B5A-E3AC-4B90-93F0-838E605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121085" y="272443"/>
                </a:moveTo>
                <a:lnTo>
                  <a:pt x="125016" y="257897"/>
                </a:lnTo>
                <a:lnTo>
                  <a:pt x="124886" y="258289"/>
                </a:lnTo>
                <a:lnTo>
                  <a:pt x="129865" y="242696"/>
                </a:lnTo>
                <a:lnTo>
                  <a:pt x="129865" y="242958"/>
                </a:lnTo>
                <a:lnTo>
                  <a:pt x="135369" y="227625"/>
                </a:lnTo>
                <a:lnTo>
                  <a:pt x="135369" y="227888"/>
                </a:lnTo>
                <a:lnTo>
                  <a:pt x="137204" y="223432"/>
                </a:lnTo>
                <a:lnTo>
                  <a:pt x="125016" y="218452"/>
                </a:lnTo>
                <a:lnTo>
                  <a:pt x="123182" y="223039"/>
                </a:lnTo>
                <a:lnTo>
                  <a:pt x="117416" y="238633"/>
                </a:lnTo>
                <a:lnTo>
                  <a:pt x="112436" y="254358"/>
                </a:lnTo>
                <a:lnTo>
                  <a:pt x="108505" y="269035"/>
                </a:lnTo>
                <a:lnTo>
                  <a:pt x="121085" y="272443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49-part-6">
            <a:extLst xmlns:a="http://schemas.openxmlformats.org/drawingml/2006/main">
              <a:ext uri="{FF2B5EF4-FFF2-40B4-BE49-F238E27FC236}">
                <a16:creationId xmlns:a16="http://schemas.microsoft.com/office/drawing/2014/main" id="{FB321FA6-DD57-4BB5-BECF-4F4D9DAC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153585" y="188574"/>
                </a:moveTo>
                <a:lnTo>
                  <a:pt x="163543" y="170097"/>
                </a:lnTo>
                <a:lnTo>
                  <a:pt x="163282" y="170621"/>
                </a:lnTo>
                <a:lnTo>
                  <a:pt x="180449" y="144149"/>
                </a:lnTo>
                <a:lnTo>
                  <a:pt x="169441" y="136942"/>
                </a:lnTo>
                <a:lnTo>
                  <a:pt x="152143" y="163675"/>
                </a:lnTo>
                <a:lnTo>
                  <a:pt x="142053" y="182284"/>
                </a:lnTo>
                <a:lnTo>
                  <a:pt x="153585" y="18857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49-part-7">
            <a:extLst xmlns:a="http://schemas.openxmlformats.org/drawingml/2006/main">
              <a:ext uri="{FF2B5EF4-FFF2-40B4-BE49-F238E27FC236}">
                <a16:creationId xmlns:a16="http://schemas.microsoft.com/office/drawing/2014/main" id="{01285A44-6D7F-4E69-98D9-3EECB4BF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204037" y="114140"/>
                </a:moveTo>
                <a:lnTo>
                  <a:pt x="220679" y="95794"/>
                </a:lnTo>
                <a:lnTo>
                  <a:pt x="220286" y="96187"/>
                </a:lnTo>
                <a:lnTo>
                  <a:pt x="231556" y="85310"/>
                </a:lnTo>
                <a:lnTo>
                  <a:pt x="231294" y="85442"/>
                </a:lnTo>
                <a:lnTo>
                  <a:pt x="240468" y="77316"/>
                </a:lnTo>
                <a:lnTo>
                  <a:pt x="231687" y="67619"/>
                </a:lnTo>
                <a:lnTo>
                  <a:pt x="222514" y="75875"/>
                </a:lnTo>
                <a:lnTo>
                  <a:pt x="211113" y="86883"/>
                </a:lnTo>
                <a:lnTo>
                  <a:pt x="194339" y="105229"/>
                </a:lnTo>
                <a:lnTo>
                  <a:pt x="204037" y="11414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49-part-8">
            <a:extLst xmlns:a="http://schemas.openxmlformats.org/drawingml/2006/main">
              <a:ext uri="{FF2B5EF4-FFF2-40B4-BE49-F238E27FC236}">
                <a16:creationId xmlns:a16="http://schemas.microsoft.com/office/drawing/2014/main" id="{2B4556C5-22CC-4614-86C7-58AA7901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270870" y="54122"/>
                </a:moveTo>
                <a:lnTo>
                  <a:pt x="278208" y="49273"/>
                </a:lnTo>
                <a:lnTo>
                  <a:pt x="277946" y="49404"/>
                </a:lnTo>
                <a:lnTo>
                  <a:pt x="290526" y="41935"/>
                </a:lnTo>
                <a:lnTo>
                  <a:pt x="290265" y="42065"/>
                </a:lnTo>
                <a:lnTo>
                  <a:pt x="302975" y="35382"/>
                </a:lnTo>
                <a:lnTo>
                  <a:pt x="302714" y="35644"/>
                </a:lnTo>
                <a:lnTo>
                  <a:pt x="315687" y="29747"/>
                </a:lnTo>
                <a:lnTo>
                  <a:pt x="315294" y="29878"/>
                </a:lnTo>
                <a:lnTo>
                  <a:pt x="315555" y="29747"/>
                </a:lnTo>
                <a:lnTo>
                  <a:pt x="310839" y="17560"/>
                </a:lnTo>
                <a:lnTo>
                  <a:pt x="310445" y="17691"/>
                </a:lnTo>
                <a:lnTo>
                  <a:pt x="297079" y="23719"/>
                </a:lnTo>
                <a:lnTo>
                  <a:pt x="283974" y="30534"/>
                </a:lnTo>
                <a:lnTo>
                  <a:pt x="271132" y="38266"/>
                </a:lnTo>
                <a:lnTo>
                  <a:pt x="263662" y="43245"/>
                </a:lnTo>
                <a:lnTo>
                  <a:pt x="270870" y="54122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49-part-9">
            <a:extLst xmlns:a="http://schemas.openxmlformats.org/drawingml/2006/main">
              <a:ext uri="{FF2B5EF4-FFF2-40B4-BE49-F238E27FC236}">
                <a16:creationId xmlns:a16="http://schemas.microsoft.com/office/drawing/2014/main" id="{01C76CD3-6EBF-4EC3-89CC-2FCBD1B8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352248" y="17953"/>
                </a:moveTo>
                <a:lnTo>
                  <a:pt x="354345" y="17429"/>
                </a:lnTo>
                <a:lnTo>
                  <a:pt x="353952" y="17429"/>
                </a:lnTo>
                <a:lnTo>
                  <a:pt x="367450" y="15070"/>
                </a:lnTo>
                <a:lnTo>
                  <a:pt x="366926" y="15070"/>
                </a:lnTo>
                <a:lnTo>
                  <a:pt x="380423" y="13629"/>
                </a:lnTo>
                <a:lnTo>
                  <a:pt x="379899" y="13629"/>
                </a:lnTo>
                <a:lnTo>
                  <a:pt x="393528" y="13105"/>
                </a:lnTo>
                <a:lnTo>
                  <a:pt x="393135" y="13105"/>
                </a:lnTo>
                <a:lnTo>
                  <a:pt x="402570" y="13367"/>
                </a:lnTo>
                <a:lnTo>
                  <a:pt x="402832" y="262"/>
                </a:lnTo>
                <a:lnTo>
                  <a:pt x="393266" y="0"/>
                </a:lnTo>
                <a:lnTo>
                  <a:pt x="379244" y="525"/>
                </a:lnTo>
                <a:lnTo>
                  <a:pt x="365353" y="2097"/>
                </a:lnTo>
                <a:lnTo>
                  <a:pt x="351331" y="4587"/>
                </a:lnTo>
                <a:lnTo>
                  <a:pt x="348973" y="5242"/>
                </a:lnTo>
                <a:lnTo>
                  <a:pt x="352248" y="17953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49-part-10">
            <a:extLst xmlns:a="http://schemas.openxmlformats.org/drawingml/2006/main">
              <a:ext uri="{FF2B5EF4-FFF2-40B4-BE49-F238E27FC236}">
                <a16:creationId xmlns:a16="http://schemas.microsoft.com/office/drawing/2014/main" id="{4793FCF4-31F2-4963-9C5F-B9CD8EE1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440573" y="17429"/>
                </a:moveTo>
                <a:lnTo>
                  <a:pt x="446076" y="18346"/>
                </a:lnTo>
                <a:lnTo>
                  <a:pt x="445684" y="18346"/>
                </a:lnTo>
                <a:lnTo>
                  <a:pt x="459050" y="21229"/>
                </a:lnTo>
                <a:lnTo>
                  <a:pt x="458657" y="21099"/>
                </a:lnTo>
                <a:lnTo>
                  <a:pt x="471892" y="24636"/>
                </a:lnTo>
                <a:lnTo>
                  <a:pt x="471500" y="24505"/>
                </a:lnTo>
                <a:lnTo>
                  <a:pt x="490239" y="30796"/>
                </a:lnTo>
                <a:lnTo>
                  <a:pt x="494302" y="18346"/>
                </a:lnTo>
                <a:lnTo>
                  <a:pt x="475431" y="12056"/>
                </a:lnTo>
                <a:lnTo>
                  <a:pt x="461933" y="8387"/>
                </a:lnTo>
                <a:lnTo>
                  <a:pt x="448304" y="5504"/>
                </a:lnTo>
                <a:lnTo>
                  <a:pt x="442800" y="4587"/>
                </a:lnTo>
                <a:lnTo>
                  <a:pt x="440573" y="17429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49-part-11">
            <a:extLst xmlns:a="http://schemas.openxmlformats.org/drawingml/2006/main">
              <a:ext uri="{FF2B5EF4-FFF2-40B4-BE49-F238E27FC236}">
                <a16:creationId xmlns:a16="http://schemas.microsoft.com/office/drawing/2014/main" id="{11443774-2CC2-460F-9F53-6CA23A5D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525359" y="45604"/>
                </a:moveTo>
                <a:lnTo>
                  <a:pt x="545015" y="55957"/>
                </a:lnTo>
                <a:lnTo>
                  <a:pt x="544491" y="55694"/>
                </a:lnTo>
                <a:lnTo>
                  <a:pt x="567162" y="69978"/>
                </a:lnTo>
                <a:lnTo>
                  <a:pt x="566769" y="69716"/>
                </a:lnTo>
                <a:lnTo>
                  <a:pt x="569521" y="71813"/>
                </a:lnTo>
                <a:lnTo>
                  <a:pt x="577384" y="61329"/>
                </a:lnTo>
                <a:lnTo>
                  <a:pt x="574370" y="59102"/>
                </a:lnTo>
                <a:lnTo>
                  <a:pt x="551306" y="44424"/>
                </a:lnTo>
                <a:lnTo>
                  <a:pt x="531518" y="34072"/>
                </a:lnTo>
                <a:lnTo>
                  <a:pt x="525359" y="4560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49-part-12">
            <a:extLst xmlns:a="http://schemas.openxmlformats.org/drawingml/2006/main">
              <a:ext uri="{FF2B5EF4-FFF2-40B4-BE49-F238E27FC236}">
                <a16:creationId xmlns:a16="http://schemas.microsoft.com/office/drawing/2014/main" id="{4059F145-36C1-4EC0-A9A1-5D609C55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599662" y="96056"/>
                </a:moveTo>
                <a:lnTo>
                  <a:pt x="606869" y="102477"/>
                </a:lnTo>
                <a:lnTo>
                  <a:pt x="606476" y="102084"/>
                </a:lnTo>
                <a:lnTo>
                  <a:pt x="624036" y="120562"/>
                </a:lnTo>
                <a:lnTo>
                  <a:pt x="623643" y="120037"/>
                </a:lnTo>
                <a:lnTo>
                  <a:pt x="634389" y="133797"/>
                </a:lnTo>
                <a:lnTo>
                  <a:pt x="644610" y="125672"/>
                </a:lnTo>
                <a:lnTo>
                  <a:pt x="633733" y="111782"/>
                </a:lnTo>
                <a:lnTo>
                  <a:pt x="615780" y="92780"/>
                </a:lnTo>
                <a:lnTo>
                  <a:pt x="608441" y="86359"/>
                </a:lnTo>
                <a:lnTo>
                  <a:pt x="599662" y="9605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49-part-13">
            <a:extLst xmlns:a="http://schemas.openxmlformats.org/drawingml/2006/main">
              <a:ext uri="{FF2B5EF4-FFF2-40B4-BE49-F238E27FC236}">
                <a16:creationId xmlns:a16="http://schemas.microsoft.com/office/drawing/2014/main" id="{7DEED3F7-799B-4CB1-8336-61943AAB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653783" y="165379"/>
                </a:moveTo>
                <a:lnTo>
                  <a:pt x="659811" y="181366"/>
                </a:lnTo>
                <a:lnTo>
                  <a:pt x="672129" y="176649"/>
                </a:lnTo>
                <a:lnTo>
                  <a:pt x="665971" y="160792"/>
                </a:lnTo>
                <a:lnTo>
                  <a:pt x="653783" y="165379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49-part-14">
            <a:extLst xmlns:a="http://schemas.openxmlformats.org/drawingml/2006/main">
              <a:ext uri="{FF2B5EF4-FFF2-40B4-BE49-F238E27FC236}">
                <a16:creationId xmlns:a16="http://schemas.microsoft.com/office/drawing/2014/main" id="{296FD5B5-ACCC-413C-9051-670509E8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3983" y="220457"/>
            <a:ext cx="700828" cy="704498"/>
          </a:xfrm>
          <a:custGeom xmlns:a="http://schemas.openxmlformats.org/drawingml/2006/main">
            <a:pathLst>
              <a:path w="700828" h="704498">
                <a:moveTo>
                  <a:pt x="624560" y="175863"/>
                </a:moveTo>
                <a:lnTo>
                  <a:pt x="681958" y="242433"/>
                </a:lnTo>
                <a:lnTo>
                  <a:pt x="700828" y="156599"/>
                </a:lnTo>
                <a:lnTo>
                  <a:pt x="624560" y="175863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50">
            <a:extLst xmlns:a="http://schemas.openxmlformats.org/drawingml/2006/main">
              <a:ext uri="{FF2B5EF4-FFF2-40B4-BE49-F238E27FC236}">
                <a16:creationId xmlns:a16="http://schemas.microsoft.com/office/drawing/2014/main" id="{98B5E0BF-A70B-4DA8-AE32-923D858A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6990" y="2379554"/>
            <a:ext cx="3571368" cy="95"/>
          </a:xfrm>
          <a:custGeom xmlns:a="http://schemas.openxmlformats.org/drawingml/2006/main">
            <a:pathLst>
              <a:path w="3571368" h="95">
                <a:moveTo>
                  <a:pt x="0" y="0"/>
                </a:moveTo>
                <a:lnTo>
                  <a:pt x="357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04">
            <a:solidFill>
              <a:srgbClr val="7030A0"/>
            </a:solidFill>
            <a:prstDash val="dash"/>
          </a:ln>
        </p:spPr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D141BE0-1AB1-41F5-8C3C-13DAB04EC9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5172618684034"/>
          <a:srcRect xmlns:a="http://schemas.openxmlformats.org/drawingml/2006/main" l="211" t="0" r="2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19012" y="1588305"/>
            <a:ext cx="540560" cy="314508"/>
          </a:xfrm>
          <a:prstGeom xmlns:a="http://schemas.openxmlformats.org/drawingml/2006/main" prst="rect">
            <a:avLst/>
          </a:prstGeom>
        </p:spPr>
      </p:pic>
      <p:sp>
        <p:nvSpPr>
          <p:cNvPr id="99" name="pdf-source-image-21">
            <a:extLst xmlns:a="http://schemas.openxmlformats.org/drawingml/2006/main">
              <a:ext uri="{FF2B5EF4-FFF2-40B4-BE49-F238E27FC236}">
                <a16:creationId xmlns:a16="http://schemas.microsoft.com/office/drawing/2014/main" id="{FAF01828-3CAE-4B4A-BD8F-CF3AC4AE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012" y="1588305"/>
            <a:ext cx="540560" cy="314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997B7E7-0AC6-42D1-8540-40C4339232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37788278f40fc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7342" y="1607962"/>
            <a:ext cx="245709" cy="265366"/>
          </a:xfrm>
          <a:prstGeom xmlns:a="http://schemas.openxmlformats.org/drawingml/2006/main" prst="rect">
            <a:avLst/>
          </a:prstGeom>
        </p:spPr>
      </p:pic>
      <p:sp>
        <p:nvSpPr>
          <p:cNvPr id="101" name="pdf-source-image-22">
            <a:extLst xmlns:a="http://schemas.openxmlformats.org/drawingml/2006/main">
              <a:ext uri="{FF2B5EF4-FFF2-40B4-BE49-F238E27FC236}">
                <a16:creationId xmlns:a16="http://schemas.microsoft.com/office/drawing/2014/main" id="{2024FDDE-7329-4455-A1A0-54545050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7342" y="1607962"/>
            <a:ext cx="245709" cy="265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5BD3730-FA12-412C-9E23-9867AEF320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97a1e5b584936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04813" y="1411394"/>
            <a:ext cx="786269" cy="442277"/>
          </a:xfrm>
          <a:prstGeom xmlns:a="http://schemas.openxmlformats.org/drawingml/2006/main" prst="rect">
            <a:avLst/>
          </a:prstGeom>
        </p:spPr>
      </p:pic>
      <p:sp>
        <p:nvSpPr>
          <p:cNvPr id="103" name="pdf-source-image-23">
            <a:extLst xmlns:a="http://schemas.openxmlformats.org/drawingml/2006/main">
              <a:ext uri="{FF2B5EF4-FFF2-40B4-BE49-F238E27FC236}">
                <a16:creationId xmlns:a16="http://schemas.microsoft.com/office/drawing/2014/main" id="{FDAD0819-15D8-4E92-88FF-1042E0EE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4813" y="1411394"/>
            <a:ext cx="786269" cy="442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pdf-path-54-part-0">
            <a:extLst xmlns:a="http://schemas.openxmlformats.org/drawingml/2006/main">
              <a:ext uri="{FF2B5EF4-FFF2-40B4-BE49-F238E27FC236}">
                <a16:creationId xmlns:a16="http://schemas.microsoft.com/office/drawing/2014/main" id="{BA7BDCAD-57AB-4652-AFC7-2FC4326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804882" y="12973"/>
                </a:moveTo>
                <a:lnTo>
                  <a:pt x="1815889" y="13759"/>
                </a:lnTo>
                <a:lnTo>
                  <a:pt x="1814972" y="13629"/>
                </a:lnTo>
                <a:lnTo>
                  <a:pt x="1826112" y="15988"/>
                </a:lnTo>
                <a:lnTo>
                  <a:pt x="1825194" y="15856"/>
                </a:lnTo>
                <a:lnTo>
                  <a:pt x="1836202" y="19788"/>
                </a:lnTo>
                <a:lnTo>
                  <a:pt x="1835547" y="19394"/>
                </a:lnTo>
                <a:lnTo>
                  <a:pt x="1846423" y="24898"/>
                </a:lnTo>
                <a:lnTo>
                  <a:pt x="1845899" y="24505"/>
                </a:lnTo>
                <a:lnTo>
                  <a:pt x="1851141" y="27781"/>
                </a:lnTo>
                <a:lnTo>
                  <a:pt x="1858087" y="16642"/>
                </a:lnTo>
                <a:lnTo>
                  <a:pt x="1852582" y="13236"/>
                </a:lnTo>
                <a:lnTo>
                  <a:pt x="1841050" y="7469"/>
                </a:lnTo>
                <a:lnTo>
                  <a:pt x="1829256" y="3276"/>
                </a:lnTo>
                <a:lnTo>
                  <a:pt x="1817200" y="786"/>
                </a:lnTo>
                <a:lnTo>
                  <a:pt x="1805799" y="0"/>
                </a:lnTo>
                <a:lnTo>
                  <a:pt x="1804882" y="12973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54-part-1">
            <a:extLst xmlns:a="http://schemas.openxmlformats.org/drawingml/2006/main">
              <a:ext uri="{FF2B5EF4-FFF2-40B4-BE49-F238E27FC236}">
                <a16:creationId xmlns:a16="http://schemas.microsoft.com/office/drawing/2014/main" id="{E1C79B53-5A7B-4A3A-8A99-369B8410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880233" y="51500"/>
                </a:moveTo>
                <a:lnTo>
                  <a:pt x="1887179" y="58708"/>
                </a:lnTo>
                <a:lnTo>
                  <a:pt x="1886916" y="58446"/>
                </a:lnTo>
                <a:lnTo>
                  <a:pt x="1897269" y="70371"/>
                </a:lnTo>
                <a:lnTo>
                  <a:pt x="1897007" y="69978"/>
                </a:lnTo>
                <a:lnTo>
                  <a:pt x="1906966" y="83214"/>
                </a:lnTo>
                <a:lnTo>
                  <a:pt x="1906835" y="82951"/>
                </a:lnTo>
                <a:lnTo>
                  <a:pt x="1912732" y="91338"/>
                </a:lnTo>
                <a:lnTo>
                  <a:pt x="1923477" y="83868"/>
                </a:lnTo>
                <a:lnTo>
                  <a:pt x="1917581" y="75351"/>
                </a:lnTo>
                <a:lnTo>
                  <a:pt x="1907359" y="61853"/>
                </a:lnTo>
                <a:lnTo>
                  <a:pt x="1896744" y="49666"/>
                </a:lnTo>
                <a:lnTo>
                  <a:pt x="1889668" y="42458"/>
                </a:lnTo>
                <a:lnTo>
                  <a:pt x="1880233" y="5150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54-part-2">
            <a:extLst xmlns:a="http://schemas.openxmlformats.org/drawingml/2006/main">
              <a:ext uri="{FF2B5EF4-FFF2-40B4-BE49-F238E27FC236}">
                <a16:creationId xmlns:a16="http://schemas.microsoft.com/office/drawing/2014/main" id="{3F7A2343-CACC-4110-92FC-74FCC9F9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933045" y="124230"/>
                </a:moveTo>
                <a:lnTo>
                  <a:pt x="1935403" y="128424"/>
                </a:lnTo>
                <a:lnTo>
                  <a:pt x="1935403" y="128162"/>
                </a:lnTo>
                <a:lnTo>
                  <a:pt x="1944445" y="145460"/>
                </a:lnTo>
                <a:lnTo>
                  <a:pt x="1944314" y="145198"/>
                </a:lnTo>
                <a:lnTo>
                  <a:pt x="1953094" y="163413"/>
                </a:lnTo>
                <a:lnTo>
                  <a:pt x="1953094" y="163282"/>
                </a:lnTo>
                <a:lnTo>
                  <a:pt x="1956239" y="170489"/>
                </a:lnTo>
                <a:lnTo>
                  <a:pt x="1968164" y="165117"/>
                </a:lnTo>
                <a:lnTo>
                  <a:pt x="1965019" y="157909"/>
                </a:lnTo>
                <a:lnTo>
                  <a:pt x="1956107" y="139432"/>
                </a:lnTo>
                <a:lnTo>
                  <a:pt x="1946935" y="122003"/>
                </a:lnTo>
                <a:lnTo>
                  <a:pt x="1944445" y="117678"/>
                </a:lnTo>
                <a:lnTo>
                  <a:pt x="1933045" y="12423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54-part-3">
            <a:extLst xmlns:a="http://schemas.openxmlformats.org/drawingml/2006/main">
              <a:ext uri="{FF2B5EF4-FFF2-40B4-BE49-F238E27FC236}">
                <a16:creationId xmlns:a16="http://schemas.microsoft.com/office/drawing/2014/main" id="{725DFFDE-21FF-4940-AAEF-C66DA072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971178" y="206396"/>
                </a:moveTo>
                <a:lnTo>
                  <a:pt x="1977206" y="222514"/>
                </a:lnTo>
                <a:lnTo>
                  <a:pt x="1977075" y="222383"/>
                </a:lnTo>
                <a:lnTo>
                  <a:pt x="1984545" y="243744"/>
                </a:lnTo>
                <a:lnTo>
                  <a:pt x="1984414" y="243613"/>
                </a:lnTo>
                <a:lnTo>
                  <a:pt x="1988214" y="255538"/>
                </a:lnTo>
                <a:lnTo>
                  <a:pt x="2000794" y="251606"/>
                </a:lnTo>
                <a:lnTo>
                  <a:pt x="1996863" y="239550"/>
                </a:lnTo>
                <a:lnTo>
                  <a:pt x="1989525" y="218058"/>
                </a:lnTo>
                <a:lnTo>
                  <a:pt x="1983496" y="201809"/>
                </a:lnTo>
                <a:lnTo>
                  <a:pt x="1971178" y="20639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54-part-4">
            <a:extLst xmlns:a="http://schemas.openxmlformats.org/drawingml/2006/main">
              <a:ext uri="{FF2B5EF4-FFF2-40B4-BE49-F238E27FC236}">
                <a16:creationId xmlns:a16="http://schemas.microsoft.com/office/drawing/2014/main" id="{73CE5C8F-97F4-40AA-BCDB-F304F29A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999090" y="293016"/>
                </a:moveTo>
                <a:lnTo>
                  <a:pt x="2003939" y="311101"/>
                </a:lnTo>
                <a:lnTo>
                  <a:pt x="2003808" y="310839"/>
                </a:lnTo>
                <a:lnTo>
                  <a:pt x="2011147" y="343731"/>
                </a:lnTo>
                <a:lnTo>
                  <a:pt x="2023989" y="340848"/>
                </a:lnTo>
                <a:lnTo>
                  <a:pt x="2016650" y="307824"/>
                </a:lnTo>
                <a:lnTo>
                  <a:pt x="2011802" y="289609"/>
                </a:lnTo>
                <a:lnTo>
                  <a:pt x="1999090" y="29301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54-part-5">
            <a:extLst xmlns:a="http://schemas.openxmlformats.org/drawingml/2006/main">
              <a:ext uri="{FF2B5EF4-FFF2-40B4-BE49-F238E27FC236}">
                <a16:creationId xmlns:a16="http://schemas.microsoft.com/office/drawing/2014/main" id="{638784DB-8DCE-49ED-B50C-A51A9174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2018616" y="381996"/>
                </a:moveTo>
                <a:lnTo>
                  <a:pt x="2023072" y="407812"/>
                </a:lnTo>
                <a:lnTo>
                  <a:pt x="2022940" y="407550"/>
                </a:lnTo>
                <a:lnTo>
                  <a:pt x="2026479" y="432841"/>
                </a:lnTo>
                <a:lnTo>
                  <a:pt x="2026479" y="432710"/>
                </a:lnTo>
                <a:lnTo>
                  <a:pt x="2026610" y="433497"/>
                </a:lnTo>
                <a:lnTo>
                  <a:pt x="2039583" y="431924"/>
                </a:lnTo>
                <a:lnTo>
                  <a:pt x="2039583" y="431138"/>
                </a:lnTo>
                <a:lnTo>
                  <a:pt x="2035914" y="405715"/>
                </a:lnTo>
                <a:lnTo>
                  <a:pt x="2031459" y="379768"/>
                </a:lnTo>
                <a:lnTo>
                  <a:pt x="2018616" y="38199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54-part-6">
            <a:extLst xmlns:a="http://schemas.openxmlformats.org/drawingml/2006/main">
              <a:ext uri="{FF2B5EF4-FFF2-40B4-BE49-F238E27FC236}">
                <a16:creationId xmlns:a16="http://schemas.microsoft.com/office/drawing/2014/main" id="{465561C9-A8F9-4133-AE02-B4994CBB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2030672" y="472417"/>
                </a:moveTo>
                <a:lnTo>
                  <a:pt x="2031589" y="483687"/>
                </a:lnTo>
                <a:lnTo>
                  <a:pt x="2031589" y="483424"/>
                </a:lnTo>
                <a:lnTo>
                  <a:pt x="2033293" y="509372"/>
                </a:lnTo>
                <a:lnTo>
                  <a:pt x="2033293" y="509240"/>
                </a:lnTo>
                <a:lnTo>
                  <a:pt x="2033948" y="524442"/>
                </a:lnTo>
                <a:lnTo>
                  <a:pt x="2047053" y="523787"/>
                </a:lnTo>
                <a:lnTo>
                  <a:pt x="2046397" y="508585"/>
                </a:lnTo>
                <a:lnTo>
                  <a:pt x="2044694" y="482507"/>
                </a:lnTo>
                <a:lnTo>
                  <a:pt x="2043645" y="471238"/>
                </a:lnTo>
                <a:lnTo>
                  <a:pt x="2030672" y="472417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54-part-7">
            <a:extLst xmlns:a="http://schemas.openxmlformats.org/drawingml/2006/main">
              <a:ext uri="{FF2B5EF4-FFF2-40B4-BE49-F238E27FC236}">
                <a16:creationId xmlns:a16="http://schemas.microsoft.com/office/drawing/2014/main" id="{9F31C69E-6D49-413C-A2C7-94BBC0E8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2034604" y="563231"/>
                </a:moveTo>
                <a:lnTo>
                  <a:pt x="2034211" y="573584"/>
                </a:lnTo>
                <a:lnTo>
                  <a:pt x="2034211" y="573190"/>
                </a:lnTo>
                <a:lnTo>
                  <a:pt x="2033163" y="586164"/>
                </a:lnTo>
                <a:lnTo>
                  <a:pt x="2033293" y="585770"/>
                </a:lnTo>
                <a:lnTo>
                  <a:pt x="2031328" y="598744"/>
                </a:lnTo>
                <a:lnTo>
                  <a:pt x="2031459" y="598482"/>
                </a:lnTo>
                <a:lnTo>
                  <a:pt x="2028838" y="611456"/>
                </a:lnTo>
                <a:lnTo>
                  <a:pt x="2028969" y="611063"/>
                </a:lnTo>
                <a:lnTo>
                  <a:pt x="2028314" y="613683"/>
                </a:lnTo>
                <a:lnTo>
                  <a:pt x="2041025" y="616959"/>
                </a:lnTo>
                <a:lnTo>
                  <a:pt x="2041680" y="614076"/>
                </a:lnTo>
                <a:lnTo>
                  <a:pt x="2044301" y="600841"/>
                </a:lnTo>
                <a:lnTo>
                  <a:pt x="2046268" y="587474"/>
                </a:lnTo>
                <a:lnTo>
                  <a:pt x="2047315" y="574108"/>
                </a:lnTo>
                <a:lnTo>
                  <a:pt x="2047708" y="563625"/>
                </a:lnTo>
                <a:lnTo>
                  <a:pt x="2034604" y="563231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54-part-8">
            <a:extLst xmlns:a="http://schemas.openxmlformats.org/drawingml/2006/main">
              <a:ext uri="{FF2B5EF4-FFF2-40B4-BE49-F238E27FC236}">
                <a16:creationId xmlns:a16="http://schemas.microsoft.com/office/drawing/2014/main" id="{64F928E8-6D4A-4F4B-A3C7-3DDAFEB1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2016913" y="650376"/>
                </a:moveTo>
                <a:lnTo>
                  <a:pt x="2012195" y="661777"/>
                </a:lnTo>
                <a:lnTo>
                  <a:pt x="2012326" y="661384"/>
                </a:lnTo>
                <a:lnTo>
                  <a:pt x="2006429" y="674226"/>
                </a:lnTo>
                <a:lnTo>
                  <a:pt x="2006429" y="673964"/>
                </a:lnTo>
                <a:lnTo>
                  <a:pt x="2000008" y="686676"/>
                </a:lnTo>
                <a:lnTo>
                  <a:pt x="2000139" y="686413"/>
                </a:lnTo>
                <a:lnTo>
                  <a:pt x="1994242" y="696635"/>
                </a:lnTo>
                <a:lnTo>
                  <a:pt x="2005643" y="703187"/>
                </a:lnTo>
                <a:lnTo>
                  <a:pt x="2011540" y="692835"/>
                </a:lnTo>
                <a:lnTo>
                  <a:pt x="2018224" y="679861"/>
                </a:lnTo>
                <a:lnTo>
                  <a:pt x="2024251" y="666888"/>
                </a:lnTo>
                <a:lnTo>
                  <a:pt x="2028969" y="655356"/>
                </a:lnTo>
                <a:lnTo>
                  <a:pt x="2016913" y="65037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54-part-9">
            <a:extLst xmlns:a="http://schemas.openxmlformats.org/drawingml/2006/main">
              <a:ext uri="{FF2B5EF4-FFF2-40B4-BE49-F238E27FC236}">
                <a16:creationId xmlns:a16="http://schemas.microsoft.com/office/drawing/2014/main" id="{A8B4B765-1942-40D6-9E67-D2AD4103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973144" y="728872"/>
                </a:moveTo>
                <a:lnTo>
                  <a:pt x="1968032" y="735948"/>
                </a:lnTo>
                <a:lnTo>
                  <a:pt x="1968164" y="735686"/>
                </a:lnTo>
                <a:lnTo>
                  <a:pt x="1948376" y="760192"/>
                </a:lnTo>
                <a:lnTo>
                  <a:pt x="1948638" y="759929"/>
                </a:lnTo>
                <a:lnTo>
                  <a:pt x="1940514" y="768840"/>
                </a:lnTo>
                <a:lnTo>
                  <a:pt x="1950211" y="777752"/>
                </a:lnTo>
                <a:lnTo>
                  <a:pt x="1958466" y="768578"/>
                </a:lnTo>
                <a:lnTo>
                  <a:pt x="1978516" y="743811"/>
                </a:lnTo>
                <a:lnTo>
                  <a:pt x="1983758" y="736604"/>
                </a:lnTo>
                <a:lnTo>
                  <a:pt x="1973144" y="728872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54-part-10">
            <a:extLst xmlns:a="http://schemas.openxmlformats.org/drawingml/2006/main">
              <a:ext uri="{FF2B5EF4-FFF2-40B4-BE49-F238E27FC236}">
                <a16:creationId xmlns:a16="http://schemas.microsoft.com/office/drawing/2014/main" id="{EDE345FA-589E-450F-AEDC-09268D55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913518" y="796884"/>
                </a:moveTo>
                <a:lnTo>
                  <a:pt x="1902642" y="807499"/>
                </a:lnTo>
                <a:lnTo>
                  <a:pt x="1902903" y="807368"/>
                </a:lnTo>
                <a:lnTo>
                  <a:pt x="1876694" y="830563"/>
                </a:lnTo>
                <a:lnTo>
                  <a:pt x="1876826" y="830300"/>
                </a:lnTo>
                <a:lnTo>
                  <a:pt x="1875122" y="831742"/>
                </a:lnTo>
                <a:lnTo>
                  <a:pt x="1883378" y="841964"/>
                </a:lnTo>
                <a:lnTo>
                  <a:pt x="1885212" y="840391"/>
                </a:lnTo>
                <a:lnTo>
                  <a:pt x="1911684" y="817066"/>
                </a:lnTo>
                <a:lnTo>
                  <a:pt x="1922692" y="806319"/>
                </a:lnTo>
                <a:lnTo>
                  <a:pt x="1913518" y="79688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54-part-11">
            <a:extLst xmlns:a="http://schemas.openxmlformats.org/drawingml/2006/main">
              <a:ext uri="{FF2B5EF4-FFF2-40B4-BE49-F238E27FC236}">
                <a16:creationId xmlns:a16="http://schemas.microsoft.com/office/drawing/2014/main" id="{6A47EC7F-4B35-4055-BFE5-8ED6D473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844589" y="855986"/>
                </a:moveTo>
                <a:lnTo>
                  <a:pt x="1818773" y="874725"/>
                </a:lnTo>
                <a:lnTo>
                  <a:pt x="1819035" y="874594"/>
                </a:lnTo>
                <a:lnTo>
                  <a:pt x="1801999" y="885995"/>
                </a:lnTo>
                <a:lnTo>
                  <a:pt x="1809206" y="896872"/>
                </a:lnTo>
                <a:lnTo>
                  <a:pt x="1826505" y="885340"/>
                </a:lnTo>
                <a:lnTo>
                  <a:pt x="1852321" y="866469"/>
                </a:lnTo>
                <a:lnTo>
                  <a:pt x="1844589" y="85598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54-part-12">
            <a:extLst xmlns:a="http://schemas.openxmlformats.org/drawingml/2006/main">
              <a:ext uri="{FF2B5EF4-FFF2-40B4-BE49-F238E27FC236}">
                <a16:creationId xmlns:a16="http://schemas.microsoft.com/office/drawing/2014/main" id="{309278B3-E7AE-441D-9886-33FBC085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769107" y="907093"/>
                </a:moveTo>
                <a:lnTo>
                  <a:pt x="1753906" y="916397"/>
                </a:lnTo>
                <a:lnTo>
                  <a:pt x="1754167" y="916266"/>
                </a:lnTo>
                <a:lnTo>
                  <a:pt x="1724027" y="933302"/>
                </a:lnTo>
                <a:lnTo>
                  <a:pt x="1730448" y="944703"/>
                </a:lnTo>
                <a:lnTo>
                  <a:pt x="1760720" y="927667"/>
                </a:lnTo>
                <a:lnTo>
                  <a:pt x="1775921" y="918232"/>
                </a:lnTo>
                <a:lnTo>
                  <a:pt x="1769107" y="907093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54-part-13">
            <a:extLst xmlns:a="http://schemas.openxmlformats.org/drawingml/2006/main">
              <a:ext uri="{FF2B5EF4-FFF2-40B4-BE49-F238E27FC236}">
                <a16:creationId xmlns:a16="http://schemas.microsoft.com/office/drawing/2014/main" id="{AA504C62-791E-4475-80DB-A373B9B7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689431" y="951517"/>
                </a:moveTo>
                <a:lnTo>
                  <a:pt x="1682617" y="955056"/>
                </a:lnTo>
                <a:lnTo>
                  <a:pt x="1682748" y="955056"/>
                </a:lnTo>
                <a:lnTo>
                  <a:pt x="1644746" y="973271"/>
                </a:lnTo>
                <a:lnTo>
                  <a:pt x="1644876" y="973140"/>
                </a:lnTo>
                <a:lnTo>
                  <a:pt x="1642648" y="974188"/>
                </a:lnTo>
                <a:lnTo>
                  <a:pt x="1647890" y="986244"/>
                </a:lnTo>
                <a:lnTo>
                  <a:pt x="1650249" y="985196"/>
                </a:lnTo>
                <a:lnTo>
                  <a:pt x="1688514" y="966718"/>
                </a:lnTo>
                <a:lnTo>
                  <a:pt x="1695460" y="963180"/>
                </a:lnTo>
                <a:lnTo>
                  <a:pt x="1689431" y="951517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54-part-14">
            <a:extLst xmlns:a="http://schemas.openxmlformats.org/drawingml/2006/main">
              <a:ext uri="{FF2B5EF4-FFF2-40B4-BE49-F238E27FC236}">
                <a16:creationId xmlns:a16="http://schemas.microsoft.com/office/drawing/2014/main" id="{75DA2166-974E-4104-A5EF-0C0044CA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606611" y="990044"/>
                </a:moveTo>
                <a:lnTo>
                  <a:pt x="1605562" y="990438"/>
                </a:lnTo>
                <a:lnTo>
                  <a:pt x="1605825" y="990438"/>
                </a:lnTo>
                <a:lnTo>
                  <a:pt x="1565331" y="1006688"/>
                </a:lnTo>
                <a:lnTo>
                  <a:pt x="1565463" y="1006688"/>
                </a:lnTo>
                <a:lnTo>
                  <a:pt x="1558387" y="1009308"/>
                </a:lnTo>
                <a:lnTo>
                  <a:pt x="1562842" y="1021626"/>
                </a:lnTo>
                <a:lnTo>
                  <a:pt x="1570049" y="1018874"/>
                </a:lnTo>
                <a:lnTo>
                  <a:pt x="1610804" y="1002494"/>
                </a:lnTo>
                <a:lnTo>
                  <a:pt x="1611984" y="1002101"/>
                </a:lnTo>
                <a:lnTo>
                  <a:pt x="1606611" y="99004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54-part-15">
            <a:extLst xmlns:a="http://schemas.openxmlformats.org/drawingml/2006/main">
              <a:ext uri="{FF2B5EF4-FFF2-40B4-BE49-F238E27FC236}">
                <a16:creationId xmlns:a16="http://schemas.microsoft.com/office/drawing/2014/main" id="{19E62C10-CC2C-4620-B2A7-63D93C5A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521563" y="1022675"/>
                </a:moveTo>
                <a:lnTo>
                  <a:pt x="1481332" y="1036041"/>
                </a:lnTo>
                <a:lnTo>
                  <a:pt x="1481463" y="1036041"/>
                </a:lnTo>
                <a:lnTo>
                  <a:pt x="1471897" y="1038924"/>
                </a:lnTo>
                <a:lnTo>
                  <a:pt x="1475697" y="1051505"/>
                </a:lnTo>
                <a:lnTo>
                  <a:pt x="1485263" y="1048491"/>
                </a:lnTo>
                <a:lnTo>
                  <a:pt x="1525756" y="1035124"/>
                </a:lnTo>
                <a:lnTo>
                  <a:pt x="1521563" y="1022675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54-part-16">
            <a:extLst xmlns:a="http://schemas.openxmlformats.org/drawingml/2006/main">
              <a:ext uri="{FF2B5EF4-FFF2-40B4-BE49-F238E27FC236}">
                <a16:creationId xmlns:a16="http://schemas.microsoft.com/office/drawing/2014/main" id="{93A7DEEF-56BD-42C8-BA31-7E563294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434417" y="1050063"/>
                </a:moveTo>
                <a:lnTo>
                  <a:pt x="1393532" y="1061071"/>
                </a:lnTo>
                <a:lnTo>
                  <a:pt x="1393793" y="1061071"/>
                </a:lnTo>
                <a:lnTo>
                  <a:pt x="1383966" y="1063430"/>
                </a:lnTo>
                <a:lnTo>
                  <a:pt x="1386979" y="1076141"/>
                </a:lnTo>
                <a:lnTo>
                  <a:pt x="1396939" y="1073782"/>
                </a:lnTo>
                <a:lnTo>
                  <a:pt x="1437825" y="1062775"/>
                </a:lnTo>
                <a:lnTo>
                  <a:pt x="1434417" y="1050063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54-part-17">
            <a:extLst xmlns:a="http://schemas.openxmlformats.org/drawingml/2006/main">
              <a:ext uri="{FF2B5EF4-FFF2-40B4-BE49-F238E27FC236}">
                <a16:creationId xmlns:a16="http://schemas.microsoft.com/office/drawing/2014/main" id="{A422CA09-0639-4F64-9337-ABD71B3A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345831" y="1072341"/>
                </a:moveTo>
                <a:lnTo>
                  <a:pt x="1302848" y="1081252"/>
                </a:lnTo>
                <a:lnTo>
                  <a:pt x="1302980" y="1081121"/>
                </a:lnTo>
                <a:lnTo>
                  <a:pt x="1294724" y="1082562"/>
                </a:lnTo>
                <a:lnTo>
                  <a:pt x="1296952" y="1095536"/>
                </a:lnTo>
                <a:lnTo>
                  <a:pt x="1305338" y="1094094"/>
                </a:lnTo>
                <a:lnTo>
                  <a:pt x="1348583" y="1085183"/>
                </a:lnTo>
                <a:lnTo>
                  <a:pt x="1345831" y="1072341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54-part-18">
            <a:extLst xmlns:a="http://schemas.openxmlformats.org/drawingml/2006/main">
              <a:ext uri="{FF2B5EF4-FFF2-40B4-BE49-F238E27FC236}">
                <a16:creationId xmlns:a16="http://schemas.microsoft.com/office/drawing/2014/main" id="{A5FF84B2-BB2B-4DF9-B406-1CBAF44E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256197" y="1089377"/>
                </a:moveTo>
                <a:lnTo>
                  <a:pt x="1209807" y="1096060"/>
                </a:lnTo>
                <a:lnTo>
                  <a:pt x="1210069" y="1096060"/>
                </a:lnTo>
                <a:lnTo>
                  <a:pt x="1204434" y="1096715"/>
                </a:lnTo>
                <a:lnTo>
                  <a:pt x="1205875" y="1109689"/>
                </a:lnTo>
                <a:lnTo>
                  <a:pt x="1211642" y="1109034"/>
                </a:lnTo>
                <a:lnTo>
                  <a:pt x="1258032" y="1102350"/>
                </a:lnTo>
                <a:lnTo>
                  <a:pt x="1256197" y="1089377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54-part-19">
            <a:extLst xmlns:a="http://schemas.openxmlformats.org/drawingml/2006/main">
              <a:ext uri="{FF2B5EF4-FFF2-40B4-BE49-F238E27FC236}">
                <a16:creationId xmlns:a16="http://schemas.microsoft.com/office/drawing/2014/main" id="{82CFCEFB-1363-4F72-B61B-D264C332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165383" y="1101171"/>
                </a:moveTo>
                <a:lnTo>
                  <a:pt x="1162761" y="1101432"/>
                </a:lnTo>
                <a:lnTo>
                  <a:pt x="1163024" y="1101432"/>
                </a:lnTo>
                <a:lnTo>
                  <a:pt x="1115454" y="1105364"/>
                </a:lnTo>
                <a:lnTo>
                  <a:pt x="1115586" y="1105364"/>
                </a:lnTo>
                <a:lnTo>
                  <a:pt x="1113619" y="1105495"/>
                </a:lnTo>
                <a:lnTo>
                  <a:pt x="1114275" y="1118469"/>
                </a:lnTo>
                <a:lnTo>
                  <a:pt x="1116372" y="1118469"/>
                </a:lnTo>
                <a:lnTo>
                  <a:pt x="1164203" y="1114537"/>
                </a:lnTo>
                <a:lnTo>
                  <a:pt x="1166824" y="1114144"/>
                </a:lnTo>
                <a:lnTo>
                  <a:pt x="1165383" y="1101171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54-part-20">
            <a:extLst xmlns:a="http://schemas.openxmlformats.org/drawingml/2006/main">
              <a:ext uri="{FF2B5EF4-FFF2-40B4-BE49-F238E27FC236}">
                <a16:creationId xmlns:a16="http://schemas.microsoft.com/office/drawing/2014/main" id="{92EABC16-411C-4026-B237-D4CAB728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074306" y="1107330"/>
                </a:moveTo>
                <a:lnTo>
                  <a:pt x="1067885" y="1107723"/>
                </a:lnTo>
                <a:lnTo>
                  <a:pt x="1068016" y="1107723"/>
                </a:lnTo>
                <a:lnTo>
                  <a:pt x="1022150" y="1108509"/>
                </a:lnTo>
                <a:lnTo>
                  <a:pt x="1022282" y="1121482"/>
                </a:lnTo>
                <a:lnTo>
                  <a:pt x="1068409" y="1120828"/>
                </a:lnTo>
                <a:lnTo>
                  <a:pt x="1074962" y="1120434"/>
                </a:lnTo>
                <a:lnTo>
                  <a:pt x="1074306" y="1107330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54-part-21">
            <a:extLst xmlns:a="http://schemas.openxmlformats.org/drawingml/2006/main">
              <a:ext uri="{FF2B5EF4-FFF2-40B4-BE49-F238E27FC236}">
                <a16:creationId xmlns:a16="http://schemas.microsoft.com/office/drawing/2014/main" id="{9991E92A-EB6E-4927-9B2B-CA68FF99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982837" y="1109034"/>
                </a:moveTo>
                <a:lnTo>
                  <a:pt x="972616" y="1109164"/>
                </a:lnTo>
                <a:lnTo>
                  <a:pt x="930288" y="1110868"/>
                </a:lnTo>
                <a:lnTo>
                  <a:pt x="930812" y="1123973"/>
                </a:lnTo>
                <a:lnTo>
                  <a:pt x="973009" y="1122269"/>
                </a:lnTo>
                <a:lnTo>
                  <a:pt x="972877" y="1122269"/>
                </a:lnTo>
                <a:lnTo>
                  <a:pt x="982968" y="1122138"/>
                </a:lnTo>
                <a:lnTo>
                  <a:pt x="982837" y="110903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54-part-22">
            <a:extLst xmlns:a="http://schemas.openxmlformats.org/drawingml/2006/main">
              <a:ext uri="{FF2B5EF4-FFF2-40B4-BE49-F238E27FC236}">
                <a16:creationId xmlns:a16="http://schemas.microsoft.com/office/drawing/2014/main" id="{22E0A7C4-D127-4D99-B1CB-CB5E64C8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890844" y="1113096"/>
                </a:moveTo>
                <a:lnTo>
                  <a:pt x="877084" y="1114013"/>
                </a:lnTo>
                <a:lnTo>
                  <a:pt x="838425" y="1117420"/>
                </a:lnTo>
                <a:lnTo>
                  <a:pt x="839605" y="1130394"/>
                </a:lnTo>
                <a:lnTo>
                  <a:pt x="878132" y="1127118"/>
                </a:lnTo>
                <a:lnTo>
                  <a:pt x="877870" y="1127118"/>
                </a:lnTo>
                <a:lnTo>
                  <a:pt x="891630" y="1126200"/>
                </a:lnTo>
                <a:lnTo>
                  <a:pt x="890844" y="111309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54-part-23">
            <a:extLst xmlns:a="http://schemas.openxmlformats.org/drawingml/2006/main">
              <a:ext uri="{FF2B5EF4-FFF2-40B4-BE49-F238E27FC236}">
                <a16:creationId xmlns:a16="http://schemas.microsoft.com/office/drawing/2014/main" id="{7B4460FD-B377-44A4-BF04-DE51C6EF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799243" y="1121482"/>
                </a:moveTo>
                <a:lnTo>
                  <a:pt x="782600" y="1123317"/>
                </a:lnTo>
                <a:lnTo>
                  <a:pt x="747087" y="1128166"/>
                </a:lnTo>
                <a:lnTo>
                  <a:pt x="748791" y="1141139"/>
                </a:lnTo>
                <a:lnTo>
                  <a:pt x="784173" y="1136422"/>
                </a:lnTo>
                <a:lnTo>
                  <a:pt x="784041" y="1136422"/>
                </a:lnTo>
                <a:lnTo>
                  <a:pt x="800684" y="1134587"/>
                </a:lnTo>
                <a:lnTo>
                  <a:pt x="799243" y="1121482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54-part-24">
            <a:extLst xmlns:a="http://schemas.openxmlformats.org/drawingml/2006/main">
              <a:ext uri="{FF2B5EF4-FFF2-40B4-BE49-F238E27FC236}">
                <a16:creationId xmlns:a16="http://schemas.microsoft.com/office/drawing/2014/main" id="{C01C0371-A2AB-48D8-91E2-59DB7D6B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708036" y="1134063"/>
                </a:moveTo>
                <a:lnTo>
                  <a:pt x="689952" y="1136946"/>
                </a:lnTo>
                <a:lnTo>
                  <a:pt x="656273" y="1143105"/>
                </a:lnTo>
                <a:lnTo>
                  <a:pt x="658632" y="1156078"/>
                </a:lnTo>
                <a:lnTo>
                  <a:pt x="692179" y="1149920"/>
                </a:lnTo>
                <a:lnTo>
                  <a:pt x="692048" y="1149920"/>
                </a:lnTo>
                <a:lnTo>
                  <a:pt x="710133" y="1147036"/>
                </a:lnTo>
                <a:lnTo>
                  <a:pt x="708036" y="1134063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54-part-25">
            <a:extLst xmlns:a="http://schemas.openxmlformats.org/drawingml/2006/main">
              <a:ext uri="{FF2B5EF4-FFF2-40B4-BE49-F238E27FC236}">
                <a16:creationId xmlns:a16="http://schemas.microsoft.com/office/drawing/2014/main" id="{C58502B1-E51B-466B-9429-431FC6F2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617614" y="1150837"/>
                </a:moveTo>
                <a:lnTo>
                  <a:pt x="600055" y="1154375"/>
                </a:lnTo>
                <a:lnTo>
                  <a:pt x="566245" y="1162238"/>
                </a:lnTo>
                <a:lnTo>
                  <a:pt x="569259" y="1175080"/>
                </a:lnTo>
                <a:lnTo>
                  <a:pt x="602938" y="1167217"/>
                </a:lnTo>
                <a:lnTo>
                  <a:pt x="602806" y="1167217"/>
                </a:lnTo>
                <a:lnTo>
                  <a:pt x="620236" y="1163679"/>
                </a:lnTo>
                <a:lnTo>
                  <a:pt x="617614" y="1150837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54-part-26">
            <a:extLst xmlns:a="http://schemas.openxmlformats.org/drawingml/2006/main">
              <a:ext uri="{FF2B5EF4-FFF2-40B4-BE49-F238E27FC236}">
                <a16:creationId xmlns:a16="http://schemas.microsoft.com/office/drawing/2014/main" id="{0F19948C-BA8E-4B8D-918D-6744CE4E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527980" y="1171804"/>
                </a:moveTo>
                <a:lnTo>
                  <a:pt x="513303" y="1175473"/>
                </a:lnTo>
                <a:lnTo>
                  <a:pt x="477266" y="1185695"/>
                </a:lnTo>
                <a:lnTo>
                  <a:pt x="480804" y="1198275"/>
                </a:lnTo>
                <a:lnTo>
                  <a:pt x="516841" y="1188184"/>
                </a:lnTo>
                <a:lnTo>
                  <a:pt x="516710" y="1188184"/>
                </a:lnTo>
                <a:lnTo>
                  <a:pt x="531256" y="1184515"/>
                </a:lnTo>
                <a:lnTo>
                  <a:pt x="527980" y="117180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54-part-27">
            <a:extLst xmlns:a="http://schemas.openxmlformats.org/drawingml/2006/main">
              <a:ext uri="{FF2B5EF4-FFF2-40B4-BE49-F238E27FC236}">
                <a16:creationId xmlns:a16="http://schemas.microsoft.com/office/drawing/2014/main" id="{7B9A05FC-3A64-44EE-9D4A-6A3152B7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439525" y="1197226"/>
                </a:moveTo>
                <a:lnTo>
                  <a:pt x="430876" y="1199847"/>
                </a:lnTo>
                <a:lnTo>
                  <a:pt x="391431" y="1213214"/>
                </a:lnTo>
                <a:lnTo>
                  <a:pt x="389465" y="1213869"/>
                </a:lnTo>
                <a:lnTo>
                  <a:pt x="393921" y="1226188"/>
                </a:lnTo>
                <a:lnTo>
                  <a:pt x="395755" y="1225532"/>
                </a:lnTo>
                <a:lnTo>
                  <a:pt x="395624" y="1225663"/>
                </a:lnTo>
                <a:lnTo>
                  <a:pt x="434938" y="1212297"/>
                </a:lnTo>
                <a:lnTo>
                  <a:pt x="434807" y="1212428"/>
                </a:lnTo>
                <a:lnTo>
                  <a:pt x="443325" y="1209676"/>
                </a:lnTo>
                <a:lnTo>
                  <a:pt x="439525" y="119722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54-part-28">
            <a:extLst xmlns:a="http://schemas.openxmlformats.org/drawingml/2006/main">
              <a:ext uri="{FF2B5EF4-FFF2-40B4-BE49-F238E27FC236}">
                <a16:creationId xmlns:a16="http://schemas.microsoft.com/office/drawing/2014/main" id="{E3B61DAD-11CA-46E9-A39A-5DDA47DD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352380" y="1227498"/>
                </a:moveTo>
                <a:lnTo>
                  <a:pt x="316342" y="1241913"/>
                </a:lnTo>
                <a:lnTo>
                  <a:pt x="303631" y="1247417"/>
                </a:lnTo>
                <a:lnTo>
                  <a:pt x="308873" y="1259473"/>
                </a:lnTo>
                <a:lnTo>
                  <a:pt x="321453" y="1253969"/>
                </a:lnTo>
                <a:lnTo>
                  <a:pt x="321322" y="1254100"/>
                </a:lnTo>
                <a:lnTo>
                  <a:pt x="357228" y="1239685"/>
                </a:lnTo>
                <a:lnTo>
                  <a:pt x="352380" y="122749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54-part-29">
            <a:extLst xmlns:a="http://schemas.openxmlformats.org/drawingml/2006/main">
              <a:ext uri="{FF2B5EF4-FFF2-40B4-BE49-F238E27FC236}">
                <a16:creationId xmlns:a16="http://schemas.microsoft.com/office/drawing/2014/main" id="{E433C654-33B1-4C4A-8FFC-55072274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267593" y="1263666"/>
                </a:moveTo>
                <a:lnTo>
                  <a:pt x="247413" y="1273233"/>
                </a:lnTo>
                <a:lnTo>
                  <a:pt x="220548" y="1286993"/>
                </a:lnTo>
                <a:lnTo>
                  <a:pt x="226445" y="1298656"/>
                </a:lnTo>
                <a:lnTo>
                  <a:pt x="253309" y="1284896"/>
                </a:lnTo>
                <a:lnTo>
                  <a:pt x="253048" y="1285027"/>
                </a:lnTo>
                <a:lnTo>
                  <a:pt x="273228" y="1275460"/>
                </a:lnTo>
                <a:lnTo>
                  <a:pt x="267593" y="126366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54-part-30">
            <a:extLst xmlns:a="http://schemas.openxmlformats.org/drawingml/2006/main">
              <a:ext uri="{FF2B5EF4-FFF2-40B4-BE49-F238E27FC236}">
                <a16:creationId xmlns:a16="http://schemas.microsoft.com/office/drawing/2014/main" id="{EBE8694D-BCB6-4304-978B-45B95573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85953" y="1306256"/>
                </a:moveTo>
                <a:lnTo>
                  <a:pt x="185036" y="1306780"/>
                </a:lnTo>
                <a:lnTo>
                  <a:pt x="156598" y="1324209"/>
                </a:lnTo>
                <a:lnTo>
                  <a:pt x="141266" y="1334562"/>
                </a:lnTo>
                <a:lnTo>
                  <a:pt x="148605" y="1345438"/>
                </a:lnTo>
                <a:lnTo>
                  <a:pt x="163806" y="1335086"/>
                </a:lnTo>
                <a:lnTo>
                  <a:pt x="163544" y="1335217"/>
                </a:lnTo>
                <a:lnTo>
                  <a:pt x="191719" y="1317919"/>
                </a:lnTo>
                <a:lnTo>
                  <a:pt x="191587" y="1318050"/>
                </a:lnTo>
                <a:lnTo>
                  <a:pt x="192374" y="1317657"/>
                </a:lnTo>
                <a:lnTo>
                  <a:pt x="185953" y="1306256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54-part-31">
            <a:extLst xmlns:a="http://schemas.openxmlformats.org/drawingml/2006/main">
              <a:ext uri="{FF2B5EF4-FFF2-40B4-BE49-F238E27FC236}">
                <a16:creationId xmlns:a16="http://schemas.microsoft.com/office/drawing/2014/main" id="{15C52017-14D8-463E-8502-195659A6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109160" y="1357888"/>
                </a:moveTo>
                <a:lnTo>
                  <a:pt x="105622" y="1360509"/>
                </a:lnTo>
                <a:lnTo>
                  <a:pt x="83344" y="1379248"/>
                </a:lnTo>
                <a:lnTo>
                  <a:pt x="69060" y="1392746"/>
                </a:lnTo>
                <a:lnTo>
                  <a:pt x="78103" y="1402312"/>
                </a:lnTo>
                <a:lnTo>
                  <a:pt x="92256" y="1388814"/>
                </a:lnTo>
                <a:lnTo>
                  <a:pt x="91862" y="1389208"/>
                </a:lnTo>
                <a:lnTo>
                  <a:pt x="113878" y="1370730"/>
                </a:lnTo>
                <a:lnTo>
                  <a:pt x="113615" y="1370861"/>
                </a:lnTo>
                <a:lnTo>
                  <a:pt x="117023" y="1368371"/>
                </a:lnTo>
                <a:lnTo>
                  <a:pt x="109160" y="1357888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54-part-32">
            <a:extLst xmlns:a="http://schemas.openxmlformats.org/drawingml/2006/main">
              <a:ext uri="{FF2B5EF4-FFF2-40B4-BE49-F238E27FC236}">
                <a16:creationId xmlns:a16="http://schemas.microsoft.com/office/drawing/2014/main" id="{279F101D-9CA1-47ED-8727-D804F537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41803" y="1422231"/>
                </a:moveTo>
                <a:lnTo>
                  <a:pt x="37348" y="1427735"/>
                </a:lnTo>
                <a:lnTo>
                  <a:pt x="30010" y="1437694"/>
                </a:lnTo>
                <a:lnTo>
                  <a:pt x="23326" y="1447654"/>
                </a:lnTo>
                <a:lnTo>
                  <a:pt x="16904" y="1458268"/>
                </a:lnTo>
                <a:lnTo>
                  <a:pt x="13367" y="1468621"/>
                </a:lnTo>
                <a:lnTo>
                  <a:pt x="25816" y="1472683"/>
                </a:lnTo>
                <a:lnTo>
                  <a:pt x="29092" y="1463117"/>
                </a:lnTo>
                <a:lnTo>
                  <a:pt x="28436" y="1464427"/>
                </a:lnTo>
                <a:lnTo>
                  <a:pt x="34465" y="1454599"/>
                </a:lnTo>
                <a:lnTo>
                  <a:pt x="34202" y="1454861"/>
                </a:lnTo>
                <a:lnTo>
                  <a:pt x="40886" y="1445164"/>
                </a:lnTo>
                <a:lnTo>
                  <a:pt x="40755" y="1445295"/>
                </a:lnTo>
                <a:lnTo>
                  <a:pt x="47831" y="1435597"/>
                </a:lnTo>
                <a:lnTo>
                  <a:pt x="47700" y="1435860"/>
                </a:lnTo>
                <a:lnTo>
                  <a:pt x="52025" y="1430487"/>
                </a:lnTo>
                <a:lnTo>
                  <a:pt x="41803" y="1422231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54-part-33">
            <a:extLst xmlns:a="http://schemas.openxmlformats.org/drawingml/2006/main">
              <a:ext uri="{FF2B5EF4-FFF2-40B4-BE49-F238E27FC236}">
                <a16:creationId xmlns:a16="http://schemas.microsoft.com/office/drawing/2014/main" id="{07562155-0DDE-44E8-A305-054AB844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097" y="849604"/>
            <a:ext cx="2047708" cy="1540303"/>
          </a:xfrm>
          <a:custGeom xmlns:a="http://schemas.openxmlformats.org/drawingml/2006/main">
            <a:pathLst>
              <a:path w="2047708" h="1540303">
                <a:moveTo>
                  <a:pt x="-16905" y="1454074"/>
                </a:moveTo>
                <a:lnTo>
                  <a:pt x="0" y="1540303"/>
                </a:lnTo>
                <a:lnTo>
                  <a:pt x="58839" y="1475042"/>
                </a:lnTo>
                <a:lnTo>
                  <a:pt x="-16905" y="1454074"/>
                </a:lnTo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E839EA0E-9FD3-49C0-A55F-96091460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495" y="4137078"/>
            <a:ext cx="1780095" cy="206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28" b="1" i="0">
                <a:solidFill>
                  <a:srgbClr val="7030A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28" b="1" i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1628" b="1" i="0">
                <a:solidFill>
                  <a:srgbClr val="7030A0"/>
                </a:solidFill>
                <a:latin typeface="Arial"/>
                <a:ea typeface="Arial"/>
                <a:cs typeface="Arial"/>
              </a:rPr>
              <a:t>Scene Generation</a:t>
            </a:r>
          </a:p>
        </p:txBody>
      </p:sp>
      <p:sp>
        <p:nvSpPr>
          <p:cNvPr id="139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E287533E-DB2E-4EC3-88FE-51D7399B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7001" y="2119509"/>
            <a:ext cx="939587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generation</a:t>
            </a:r>
          </a:p>
        </p:txBody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70E6AC4-7B17-42F9-91C1-85CD8FBA74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4d22a76984494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60189" y="2826679"/>
            <a:ext cx="1081121" cy="982837"/>
          </a:xfrm>
          <a:prstGeom xmlns:a="http://schemas.openxmlformats.org/drawingml/2006/main" prst="rect">
            <a:avLst/>
          </a:prstGeom>
        </p:spPr>
      </p:pic>
      <p:sp>
        <p:nvSpPr>
          <p:cNvPr id="141" name="pdf-source-image-24">
            <a:extLst xmlns:a="http://schemas.openxmlformats.org/drawingml/2006/main">
              <a:ext uri="{FF2B5EF4-FFF2-40B4-BE49-F238E27FC236}">
                <a16:creationId xmlns:a16="http://schemas.microsoft.com/office/drawing/2014/main" id="{86CD8666-ABF0-40B2-81AB-D1CDA823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0189" y="2826679"/>
            <a:ext cx="1081121" cy="9828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B31CEB6-3DC1-44DA-9723-8F154FB7ED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1bd4ab72b442e"/>
          <a:srcRect xmlns:a="http://schemas.openxmlformats.org/drawingml/2006/main" l="0" t="242" r="0" b="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98564" y="2826679"/>
            <a:ext cx="1081121" cy="973009"/>
          </a:xfrm>
          <a:prstGeom xmlns:a="http://schemas.openxmlformats.org/drawingml/2006/main" prst="rect">
            <a:avLst/>
          </a:prstGeom>
        </p:spPr>
      </p:pic>
      <p:sp>
        <p:nvSpPr>
          <p:cNvPr id="143" name="pdf-source-image-25">
            <a:extLst xmlns:a="http://schemas.openxmlformats.org/drawingml/2006/main">
              <a:ext uri="{FF2B5EF4-FFF2-40B4-BE49-F238E27FC236}">
                <a16:creationId xmlns:a16="http://schemas.microsoft.com/office/drawing/2014/main" id="{39ACD614-E1C9-4C9B-997C-9E5F5AB3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8564" y="2826679"/>
            <a:ext cx="1081121" cy="973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474E784-C4C4-4FB5-9EDF-817F9E6A96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0aab83fdd4469"/>
          <a:srcRect xmlns:a="http://schemas.openxmlformats.org/drawingml/2006/main" l="1525" t="0" r="15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58487" y="4753040"/>
            <a:ext cx="255538" cy="245709"/>
          </a:xfrm>
          <a:prstGeom xmlns:a="http://schemas.openxmlformats.org/drawingml/2006/main" prst="rect">
            <a:avLst/>
          </a:prstGeom>
        </p:spPr>
      </p:pic>
      <p:sp>
        <p:nvSpPr>
          <p:cNvPr id="145" name="pdf-source-image-26">
            <a:extLst xmlns:a="http://schemas.openxmlformats.org/drawingml/2006/main">
              <a:ext uri="{FF2B5EF4-FFF2-40B4-BE49-F238E27FC236}">
                <a16:creationId xmlns:a16="http://schemas.microsoft.com/office/drawing/2014/main" id="{432EFE15-619C-4572-8BA6-628F0D31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8487" y="4753040"/>
            <a:ext cx="255538" cy="2457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pdf-path-60">
            <a:extLst xmlns:a="http://schemas.openxmlformats.org/drawingml/2006/main">
              <a:ext uri="{FF2B5EF4-FFF2-40B4-BE49-F238E27FC236}">
                <a16:creationId xmlns:a16="http://schemas.microsoft.com/office/drawing/2014/main" id="{9509F268-0C80-439D-8C76-D957B05E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6622" y="2733376"/>
            <a:ext cx="3571368" cy="95"/>
          </a:xfrm>
          <a:custGeom xmlns:a="http://schemas.openxmlformats.org/drawingml/2006/main">
            <a:pathLst>
              <a:path w="3571368" h="95">
                <a:moveTo>
                  <a:pt x="0" y="0"/>
                </a:moveTo>
                <a:lnTo>
                  <a:pt x="357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104">
            <a:solidFill>
              <a:srgbClr val="ED7D31"/>
            </a:solidFill>
            <a:prstDash val="dash"/>
          </a:ln>
        </p:spPr>
      </p:sp>
      <p:sp>
        <p:nvSpPr>
          <p:cNvPr id="147" name="pdf-path-61">
            <a:extLst xmlns:a="http://schemas.openxmlformats.org/drawingml/2006/main">
              <a:ext uri="{FF2B5EF4-FFF2-40B4-BE49-F238E27FC236}">
                <a16:creationId xmlns:a16="http://schemas.microsoft.com/office/drawing/2014/main" id="{C9F42235-58A8-4DA9-8CFE-B231EC2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8178" y="787358"/>
            <a:ext cx="1218717" cy="914039"/>
          </a:xfrm>
          <a:custGeom xmlns:a="http://schemas.openxmlformats.org/drawingml/2006/main">
            <a:pathLst>
              <a:path w="1218717" h="914039">
                <a:moveTo>
                  <a:pt x="0" y="152274"/>
                </a:moveTo>
                <a:cubicBezTo>
                  <a:pt x="0" y="68143"/>
                  <a:pt x="68143" y="0"/>
                  <a:pt x="152274" y="0"/>
                </a:cubicBezTo>
                <a:lnTo>
                  <a:pt x="1066312" y="0"/>
                </a:lnTo>
                <a:cubicBezTo>
                  <a:pt x="1150443" y="0"/>
                  <a:pt x="1218717" y="68143"/>
                  <a:pt x="1218717" y="152274"/>
                </a:cubicBezTo>
                <a:lnTo>
                  <a:pt x="1218717" y="761633"/>
                </a:lnTo>
                <a:cubicBezTo>
                  <a:pt x="1218717" y="845764"/>
                  <a:pt x="1150443" y="914039"/>
                  <a:pt x="1066312" y="914039"/>
                </a:cubicBezTo>
                <a:lnTo>
                  <a:pt x="152274" y="914039"/>
                </a:lnTo>
                <a:cubicBezTo>
                  <a:pt x="68143" y="914039"/>
                  <a:pt x="0" y="845764"/>
                  <a:pt x="0" y="761633"/>
                </a:cubicBezTo>
                <a:lnTo>
                  <a:pt x="0" y="152274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13104">
            <a:solidFill>
              <a:srgbClr val="172C51"/>
            </a:solidFill>
            <a:prstDash val="solid"/>
          </a:ln>
        </p:spPr>
      </p:sp>
      <p:sp>
        <p:nvSpPr>
          <p:cNvPr id="148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AC696B4C-4910-4744-9B93-2B5B80B8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3869" y="1108628"/>
            <a:ext cx="884506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9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Reinforcement </a:t>
            </a:r>
          </a:p>
        </p:txBody>
      </p:sp>
      <p:sp>
        <p:nvSpPr>
          <p:cNvPr id="149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2B3F7712-15EF-400A-BB77-D2EE3641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5275" y="1266410"/>
            <a:ext cx="505327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6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8A56BE8-7EE8-4058-8C09-BB6DA7C725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fa9279f614dd4"/>
          <a:srcRect xmlns:a="http://schemas.openxmlformats.org/drawingml/2006/main" l="1677" t="0" r="16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4526" y="841348"/>
            <a:ext cx="186739" cy="206396"/>
          </a:xfrm>
          <a:prstGeom xmlns:a="http://schemas.openxmlformats.org/drawingml/2006/main" prst="rect">
            <a:avLst/>
          </a:prstGeom>
        </p:spPr>
      </p:pic>
      <p:sp>
        <p:nvSpPr>
          <p:cNvPr id="151" name="pdf-source-image-27">
            <a:extLst xmlns:a="http://schemas.openxmlformats.org/drawingml/2006/main">
              <a:ext uri="{FF2B5EF4-FFF2-40B4-BE49-F238E27FC236}">
                <a16:creationId xmlns:a16="http://schemas.microsoft.com/office/drawing/2014/main" id="{0295EAFC-223B-48AC-B6B9-0B89D7F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4526" y="841348"/>
            <a:ext cx="186739" cy="206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67706C9-B9E7-4A33-AEC5-C55A4FEAB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c577691ca4a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8038" y="978946"/>
            <a:ext cx="511075" cy="511075"/>
          </a:xfrm>
          <a:prstGeom xmlns:a="http://schemas.openxmlformats.org/drawingml/2006/main" prst="rect">
            <a:avLst/>
          </a:prstGeom>
        </p:spPr>
      </p:pic>
      <p:sp>
        <p:nvSpPr>
          <p:cNvPr id="153" name="pdf-source-image-28">
            <a:extLst xmlns:a="http://schemas.openxmlformats.org/drawingml/2006/main">
              <a:ext uri="{FF2B5EF4-FFF2-40B4-BE49-F238E27FC236}">
                <a16:creationId xmlns:a16="http://schemas.microsoft.com/office/drawing/2014/main" id="{A4E098EA-3E7D-47DE-9241-BEFD0473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8038" y="978946"/>
            <a:ext cx="511075" cy="51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pdf-path-67-part-0">
            <a:extLst xmlns:a="http://schemas.openxmlformats.org/drawingml/2006/main">
              <a:ext uri="{FF2B5EF4-FFF2-40B4-BE49-F238E27FC236}">
                <a16:creationId xmlns:a16="http://schemas.microsoft.com/office/drawing/2014/main" id="{C7E79CFA-3ECE-4771-AC2F-61DA8488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0" y="439656"/>
                </a:moveTo>
                <a:lnTo>
                  <a:pt x="392" y="429172"/>
                </a:lnTo>
                <a:lnTo>
                  <a:pt x="1703" y="418558"/>
                </a:lnTo>
                <a:lnTo>
                  <a:pt x="3931" y="407812"/>
                </a:lnTo>
                <a:lnTo>
                  <a:pt x="7076" y="397198"/>
                </a:lnTo>
                <a:lnTo>
                  <a:pt x="10877" y="386845"/>
                </a:lnTo>
                <a:lnTo>
                  <a:pt x="11139" y="386189"/>
                </a:lnTo>
                <a:lnTo>
                  <a:pt x="23195" y="391562"/>
                </a:lnTo>
                <a:lnTo>
                  <a:pt x="22933" y="391955"/>
                </a:lnTo>
                <a:lnTo>
                  <a:pt x="23195" y="391562"/>
                </a:lnTo>
                <a:lnTo>
                  <a:pt x="19394" y="401522"/>
                </a:lnTo>
                <a:lnTo>
                  <a:pt x="19525" y="401129"/>
                </a:lnTo>
                <a:lnTo>
                  <a:pt x="16643" y="411219"/>
                </a:lnTo>
                <a:lnTo>
                  <a:pt x="16773" y="410826"/>
                </a:lnTo>
                <a:lnTo>
                  <a:pt x="14546" y="421047"/>
                </a:lnTo>
                <a:lnTo>
                  <a:pt x="14676" y="420524"/>
                </a:lnTo>
                <a:lnTo>
                  <a:pt x="13367" y="430614"/>
                </a:lnTo>
                <a:lnTo>
                  <a:pt x="13367" y="429959"/>
                </a:lnTo>
                <a:lnTo>
                  <a:pt x="12973" y="440180"/>
                </a:lnTo>
                <a:lnTo>
                  <a:pt x="0" y="439656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67-part-1">
            <a:extLst xmlns:a="http://schemas.openxmlformats.org/drawingml/2006/main">
              <a:ext uri="{FF2B5EF4-FFF2-40B4-BE49-F238E27FC236}">
                <a16:creationId xmlns:a16="http://schemas.microsoft.com/office/drawing/2014/main" id="{876FBCA8-CE2A-4F0C-AB2B-FBE577AA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30664" y="350808"/>
                </a:moveTo>
                <a:lnTo>
                  <a:pt x="34465" y="345303"/>
                </a:lnTo>
                <a:lnTo>
                  <a:pt x="42196" y="335213"/>
                </a:lnTo>
                <a:lnTo>
                  <a:pt x="50583" y="324992"/>
                </a:lnTo>
                <a:lnTo>
                  <a:pt x="59887" y="314901"/>
                </a:lnTo>
                <a:lnTo>
                  <a:pt x="64998" y="309790"/>
                </a:lnTo>
                <a:lnTo>
                  <a:pt x="74302" y="319095"/>
                </a:lnTo>
                <a:lnTo>
                  <a:pt x="69191" y="324074"/>
                </a:lnTo>
                <a:lnTo>
                  <a:pt x="69454" y="323943"/>
                </a:lnTo>
                <a:lnTo>
                  <a:pt x="60411" y="333771"/>
                </a:lnTo>
                <a:lnTo>
                  <a:pt x="60542" y="333509"/>
                </a:lnTo>
                <a:lnTo>
                  <a:pt x="52287" y="343469"/>
                </a:lnTo>
                <a:lnTo>
                  <a:pt x="52417" y="343207"/>
                </a:lnTo>
                <a:lnTo>
                  <a:pt x="44948" y="353166"/>
                </a:lnTo>
                <a:lnTo>
                  <a:pt x="45079" y="352904"/>
                </a:lnTo>
                <a:lnTo>
                  <a:pt x="41410" y="358277"/>
                </a:lnTo>
                <a:lnTo>
                  <a:pt x="30664" y="350808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67-part-2">
            <a:extLst xmlns:a="http://schemas.openxmlformats.org/drawingml/2006/main">
              <a:ext uri="{FF2B5EF4-FFF2-40B4-BE49-F238E27FC236}">
                <a16:creationId xmlns:a16="http://schemas.microsoft.com/office/drawing/2014/main" id="{93991313-7FA0-4B93-A329-E7052C8C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94614" y="282926"/>
                </a:moveTo>
                <a:lnTo>
                  <a:pt x="103394" y="275718"/>
                </a:lnTo>
                <a:lnTo>
                  <a:pt x="115844" y="266153"/>
                </a:lnTo>
                <a:lnTo>
                  <a:pt x="128948" y="256586"/>
                </a:lnTo>
                <a:lnTo>
                  <a:pt x="136942" y="251213"/>
                </a:lnTo>
                <a:lnTo>
                  <a:pt x="144412" y="261959"/>
                </a:lnTo>
                <a:lnTo>
                  <a:pt x="136418" y="267463"/>
                </a:lnTo>
                <a:lnTo>
                  <a:pt x="136680" y="267332"/>
                </a:lnTo>
                <a:lnTo>
                  <a:pt x="123707" y="276767"/>
                </a:lnTo>
                <a:lnTo>
                  <a:pt x="123837" y="276636"/>
                </a:lnTo>
                <a:lnTo>
                  <a:pt x="111388" y="286071"/>
                </a:lnTo>
                <a:lnTo>
                  <a:pt x="111519" y="285940"/>
                </a:lnTo>
                <a:lnTo>
                  <a:pt x="102870" y="293017"/>
                </a:lnTo>
                <a:lnTo>
                  <a:pt x="94614" y="282926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67-part-3">
            <a:extLst xmlns:a="http://schemas.openxmlformats.org/drawingml/2006/main">
              <a:ext uri="{FF2B5EF4-FFF2-40B4-BE49-F238E27FC236}">
                <a16:creationId xmlns:a16="http://schemas.microsoft.com/office/drawing/2014/main" id="{72B7470D-FF4F-4609-AE85-A5BD68B4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70358" y="229853"/>
                </a:moveTo>
                <a:lnTo>
                  <a:pt x="172062" y="228805"/>
                </a:lnTo>
                <a:lnTo>
                  <a:pt x="187656" y="219632"/>
                </a:lnTo>
                <a:lnTo>
                  <a:pt x="216355" y="203906"/>
                </a:lnTo>
                <a:lnTo>
                  <a:pt x="222645" y="215438"/>
                </a:lnTo>
                <a:lnTo>
                  <a:pt x="193946" y="231032"/>
                </a:lnTo>
                <a:lnTo>
                  <a:pt x="194208" y="231032"/>
                </a:lnTo>
                <a:lnTo>
                  <a:pt x="178745" y="240074"/>
                </a:lnTo>
                <a:lnTo>
                  <a:pt x="178876" y="239943"/>
                </a:lnTo>
                <a:lnTo>
                  <a:pt x="177303" y="240992"/>
                </a:lnTo>
                <a:lnTo>
                  <a:pt x="170358" y="229853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67-part-4">
            <a:extLst xmlns:a="http://schemas.openxmlformats.org/drawingml/2006/main">
              <a:ext uri="{FF2B5EF4-FFF2-40B4-BE49-F238E27FC236}">
                <a16:creationId xmlns:a16="http://schemas.microsoft.com/office/drawing/2014/main" id="{3D9D645C-3610-493A-9176-D16F6602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251738" y="186215"/>
                </a:moveTo>
                <a:lnTo>
                  <a:pt x="255013" y="184511"/>
                </a:lnTo>
                <a:lnTo>
                  <a:pt x="291968" y="167738"/>
                </a:lnTo>
                <a:lnTo>
                  <a:pt x="299831" y="164461"/>
                </a:lnTo>
                <a:lnTo>
                  <a:pt x="304942" y="176517"/>
                </a:lnTo>
                <a:lnTo>
                  <a:pt x="297079" y="179794"/>
                </a:lnTo>
                <a:lnTo>
                  <a:pt x="297209" y="179663"/>
                </a:lnTo>
                <a:lnTo>
                  <a:pt x="260648" y="196437"/>
                </a:lnTo>
                <a:lnTo>
                  <a:pt x="260780" y="196305"/>
                </a:lnTo>
                <a:lnTo>
                  <a:pt x="257504" y="197878"/>
                </a:lnTo>
                <a:lnTo>
                  <a:pt x="251738" y="186215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67-part-5">
            <a:extLst xmlns:a="http://schemas.openxmlformats.org/drawingml/2006/main">
              <a:ext uri="{FF2B5EF4-FFF2-40B4-BE49-F238E27FC236}">
                <a16:creationId xmlns:a16="http://schemas.microsoft.com/office/drawing/2014/main" id="{308298B9-6D68-4B1B-83FA-FEBE55F4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336392" y="149391"/>
                </a:moveTo>
                <a:lnTo>
                  <a:pt x="371250" y="135894"/>
                </a:lnTo>
                <a:lnTo>
                  <a:pt x="385534" y="130914"/>
                </a:lnTo>
                <a:lnTo>
                  <a:pt x="389990" y="143233"/>
                </a:lnTo>
                <a:lnTo>
                  <a:pt x="375705" y="148212"/>
                </a:lnTo>
                <a:lnTo>
                  <a:pt x="375968" y="148212"/>
                </a:lnTo>
                <a:lnTo>
                  <a:pt x="341110" y="161579"/>
                </a:lnTo>
                <a:lnTo>
                  <a:pt x="336392" y="149391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67-part-6">
            <a:extLst xmlns:a="http://schemas.openxmlformats.org/drawingml/2006/main">
              <a:ext uri="{FF2B5EF4-FFF2-40B4-BE49-F238E27FC236}">
                <a16:creationId xmlns:a16="http://schemas.microsoft.com/office/drawing/2014/main" id="{3D85BCD3-1D29-4387-BEAD-EDE73376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422882" y="117940"/>
                </a:moveTo>
                <a:lnTo>
                  <a:pt x="457477" y="106802"/>
                </a:lnTo>
                <a:lnTo>
                  <a:pt x="473072" y="102084"/>
                </a:lnTo>
                <a:lnTo>
                  <a:pt x="476742" y="114664"/>
                </a:lnTo>
                <a:lnTo>
                  <a:pt x="461409" y="119251"/>
                </a:lnTo>
                <a:lnTo>
                  <a:pt x="461540" y="119251"/>
                </a:lnTo>
                <a:lnTo>
                  <a:pt x="426945" y="130390"/>
                </a:lnTo>
                <a:lnTo>
                  <a:pt x="422882" y="117940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67-part-7">
            <a:extLst xmlns:a="http://schemas.openxmlformats.org/drawingml/2006/main">
              <a:ext uri="{FF2B5EF4-FFF2-40B4-BE49-F238E27FC236}">
                <a16:creationId xmlns:a16="http://schemas.microsoft.com/office/drawing/2014/main" id="{C8726E93-7749-40C4-9A9A-59EA0538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510813" y="90945"/>
                </a:moveTo>
                <a:lnTo>
                  <a:pt x="549865" y="80331"/>
                </a:lnTo>
                <a:lnTo>
                  <a:pt x="561658" y="77317"/>
                </a:lnTo>
                <a:lnTo>
                  <a:pt x="564804" y="90028"/>
                </a:lnTo>
                <a:lnTo>
                  <a:pt x="553009" y="93042"/>
                </a:lnTo>
                <a:lnTo>
                  <a:pt x="553141" y="92911"/>
                </a:lnTo>
                <a:lnTo>
                  <a:pt x="514351" y="103657"/>
                </a:lnTo>
                <a:lnTo>
                  <a:pt x="510813" y="90945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67-part-8">
            <a:extLst xmlns:a="http://schemas.openxmlformats.org/drawingml/2006/main">
              <a:ext uri="{FF2B5EF4-FFF2-40B4-BE49-F238E27FC236}">
                <a16:creationId xmlns:a16="http://schemas.microsoft.com/office/drawing/2014/main" id="{88C09424-B941-4471-8113-D5DDBCF5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599923" y="67881"/>
                </a:moveTo>
                <a:lnTo>
                  <a:pt x="647100" y="57136"/>
                </a:lnTo>
                <a:lnTo>
                  <a:pt x="651163" y="56349"/>
                </a:lnTo>
                <a:lnTo>
                  <a:pt x="653783" y="69192"/>
                </a:lnTo>
                <a:lnTo>
                  <a:pt x="649851" y="69978"/>
                </a:lnTo>
                <a:lnTo>
                  <a:pt x="649983" y="69978"/>
                </a:lnTo>
                <a:lnTo>
                  <a:pt x="602806" y="80593"/>
                </a:lnTo>
                <a:lnTo>
                  <a:pt x="599923" y="67881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67-part-9">
            <a:extLst xmlns:a="http://schemas.openxmlformats.org/drawingml/2006/main">
              <a:ext uri="{FF2B5EF4-FFF2-40B4-BE49-F238E27FC236}">
                <a16:creationId xmlns:a16="http://schemas.microsoft.com/office/drawing/2014/main" id="{A5C5B8B2-8928-41FB-B7F3-A1E504FD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689689" y="48355"/>
                </a:moveTo>
                <a:lnTo>
                  <a:pt x="697421" y="46783"/>
                </a:lnTo>
                <a:lnTo>
                  <a:pt x="741453" y="38790"/>
                </a:lnTo>
                <a:lnTo>
                  <a:pt x="743680" y="51632"/>
                </a:lnTo>
                <a:lnTo>
                  <a:pt x="699910" y="59626"/>
                </a:lnTo>
                <a:lnTo>
                  <a:pt x="700042" y="59626"/>
                </a:lnTo>
                <a:lnTo>
                  <a:pt x="692311" y="61198"/>
                </a:lnTo>
                <a:lnTo>
                  <a:pt x="689689" y="48355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67-part-10">
            <a:extLst xmlns:a="http://schemas.openxmlformats.org/drawingml/2006/main">
              <a:ext uri="{FF2B5EF4-FFF2-40B4-BE49-F238E27FC236}">
                <a16:creationId xmlns:a16="http://schemas.microsoft.com/office/drawing/2014/main" id="{A73B27C2-0379-4417-B86A-BA5CB5DF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780241" y="32368"/>
                </a:moveTo>
                <a:lnTo>
                  <a:pt x="800947" y="28961"/>
                </a:lnTo>
                <a:lnTo>
                  <a:pt x="832266" y="24636"/>
                </a:lnTo>
                <a:lnTo>
                  <a:pt x="834102" y="37610"/>
                </a:lnTo>
                <a:lnTo>
                  <a:pt x="802782" y="41935"/>
                </a:lnTo>
                <a:lnTo>
                  <a:pt x="802912" y="41935"/>
                </a:lnTo>
                <a:lnTo>
                  <a:pt x="782338" y="45210"/>
                </a:lnTo>
                <a:lnTo>
                  <a:pt x="780241" y="32368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67-part-11">
            <a:extLst xmlns:a="http://schemas.openxmlformats.org/drawingml/2006/main">
              <a:ext uri="{FF2B5EF4-FFF2-40B4-BE49-F238E27FC236}">
                <a16:creationId xmlns:a16="http://schemas.microsoft.com/office/drawing/2014/main" id="{98F48C55-6369-43AA-B73C-439A223E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871449" y="19526"/>
                </a:moveTo>
                <a:lnTo>
                  <a:pt x="907486" y="15201"/>
                </a:lnTo>
                <a:lnTo>
                  <a:pt x="923604" y="13498"/>
                </a:lnTo>
                <a:lnTo>
                  <a:pt x="924915" y="26602"/>
                </a:lnTo>
                <a:lnTo>
                  <a:pt x="908796" y="28175"/>
                </a:lnTo>
                <a:lnTo>
                  <a:pt x="908927" y="28175"/>
                </a:lnTo>
                <a:lnTo>
                  <a:pt x="872890" y="32499"/>
                </a:lnTo>
                <a:lnTo>
                  <a:pt x="871449" y="19526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67-part-12">
            <a:extLst xmlns:a="http://schemas.openxmlformats.org/drawingml/2006/main">
              <a:ext uri="{FF2B5EF4-FFF2-40B4-BE49-F238E27FC236}">
                <a16:creationId xmlns:a16="http://schemas.microsoft.com/office/drawing/2014/main" id="{5D37E59A-FDCE-4601-A3C3-D8E82866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962918" y="9698"/>
                </a:moveTo>
                <a:lnTo>
                  <a:pt x="1015204" y="5635"/>
                </a:lnTo>
                <a:lnTo>
                  <a:pt x="1016122" y="18740"/>
                </a:lnTo>
                <a:lnTo>
                  <a:pt x="963835" y="22671"/>
                </a:lnTo>
                <a:lnTo>
                  <a:pt x="962918" y="9698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67-part-13">
            <a:extLst xmlns:a="http://schemas.openxmlformats.org/drawingml/2006/main">
              <a:ext uri="{FF2B5EF4-FFF2-40B4-BE49-F238E27FC236}">
                <a16:creationId xmlns:a16="http://schemas.microsoft.com/office/drawing/2014/main" id="{D61BD217-5B79-421C-8340-0FD86833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054518" y="3407"/>
                </a:moveTo>
                <a:lnTo>
                  <a:pt x="1070899" y="2490"/>
                </a:lnTo>
                <a:lnTo>
                  <a:pt x="1107068" y="1180"/>
                </a:lnTo>
                <a:lnTo>
                  <a:pt x="1107461" y="14284"/>
                </a:lnTo>
                <a:lnTo>
                  <a:pt x="1071424" y="15594"/>
                </a:lnTo>
                <a:lnTo>
                  <a:pt x="1071555" y="15594"/>
                </a:lnTo>
                <a:lnTo>
                  <a:pt x="1055304" y="16512"/>
                </a:lnTo>
                <a:lnTo>
                  <a:pt x="1054518" y="3407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67-part-14">
            <a:extLst xmlns:a="http://schemas.openxmlformats.org/drawingml/2006/main">
              <a:ext uri="{FF2B5EF4-FFF2-40B4-BE49-F238E27FC236}">
                <a16:creationId xmlns:a16="http://schemas.microsoft.com/office/drawing/2014/main" id="{719670C5-B91E-4B38-8530-12CC4CEC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146512" y="393"/>
                </a:moveTo>
                <a:lnTo>
                  <a:pt x="1181108" y="0"/>
                </a:lnTo>
                <a:lnTo>
                  <a:pt x="1199061" y="131"/>
                </a:lnTo>
                <a:lnTo>
                  <a:pt x="1198930" y="13236"/>
                </a:lnTo>
                <a:lnTo>
                  <a:pt x="1181108" y="13105"/>
                </a:lnTo>
                <a:lnTo>
                  <a:pt x="1181239" y="13105"/>
                </a:lnTo>
                <a:lnTo>
                  <a:pt x="1146643" y="13498"/>
                </a:lnTo>
                <a:lnTo>
                  <a:pt x="1146512" y="393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path-67-part-15">
            <a:extLst xmlns:a="http://schemas.openxmlformats.org/drawingml/2006/main">
              <a:ext uri="{FF2B5EF4-FFF2-40B4-BE49-F238E27FC236}">
                <a16:creationId xmlns:a16="http://schemas.microsoft.com/office/drawing/2014/main" id="{7B67B4C3-CEBB-43AE-8C71-1465111A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238375" y="524"/>
                </a:moveTo>
                <a:lnTo>
                  <a:pt x="1290792" y="1573"/>
                </a:lnTo>
                <a:lnTo>
                  <a:pt x="1290530" y="14677"/>
                </a:lnTo>
                <a:lnTo>
                  <a:pt x="1238113" y="13629"/>
                </a:lnTo>
                <a:lnTo>
                  <a:pt x="1238375" y="524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df-path-67-part-16">
            <a:extLst xmlns:a="http://schemas.openxmlformats.org/drawingml/2006/main">
              <a:ext uri="{FF2B5EF4-FFF2-40B4-BE49-F238E27FC236}">
                <a16:creationId xmlns:a16="http://schemas.microsoft.com/office/drawing/2014/main" id="{D990017D-08C9-47D0-8119-2978A601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330237" y="2752"/>
                </a:moveTo>
                <a:lnTo>
                  <a:pt x="1346225" y="3276"/>
                </a:lnTo>
                <a:lnTo>
                  <a:pt x="1382655" y="4718"/>
                </a:lnTo>
                <a:lnTo>
                  <a:pt x="1382131" y="17822"/>
                </a:lnTo>
                <a:lnTo>
                  <a:pt x="1345700" y="16380"/>
                </a:lnTo>
                <a:lnTo>
                  <a:pt x="1345832" y="16380"/>
                </a:lnTo>
                <a:lnTo>
                  <a:pt x="1329844" y="15857"/>
                </a:lnTo>
                <a:lnTo>
                  <a:pt x="1330237" y="2752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67-part-17">
            <a:extLst xmlns:a="http://schemas.openxmlformats.org/drawingml/2006/main">
              <a:ext uri="{FF2B5EF4-FFF2-40B4-BE49-F238E27FC236}">
                <a16:creationId xmlns:a16="http://schemas.microsoft.com/office/drawing/2014/main" id="{4B79C92F-3526-4B08-B525-7E3B4921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421969" y="6683"/>
                </a:moveTo>
                <a:lnTo>
                  <a:pt x="1454730" y="8387"/>
                </a:lnTo>
                <a:lnTo>
                  <a:pt x="1474386" y="9698"/>
                </a:lnTo>
                <a:lnTo>
                  <a:pt x="1473601" y="22802"/>
                </a:lnTo>
                <a:lnTo>
                  <a:pt x="1453812" y="21491"/>
                </a:lnTo>
                <a:lnTo>
                  <a:pt x="1453944" y="21491"/>
                </a:lnTo>
                <a:lnTo>
                  <a:pt x="1421314" y="19788"/>
                </a:lnTo>
                <a:lnTo>
                  <a:pt x="1421969" y="6683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67-part-18">
            <a:extLst xmlns:a="http://schemas.openxmlformats.org/drawingml/2006/main">
              <a:ext uri="{FF2B5EF4-FFF2-40B4-BE49-F238E27FC236}">
                <a16:creationId xmlns:a16="http://schemas.microsoft.com/office/drawing/2014/main" id="{902B29DB-72EE-474B-9657-4451C9F1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513701" y="12318"/>
                </a:moveTo>
                <a:lnTo>
                  <a:pt x="1561139" y="15988"/>
                </a:lnTo>
                <a:lnTo>
                  <a:pt x="1565987" y="16380"/>
                </a:lnTo>
                <a:lnTo>
                  <a:pt x="1564938" y="29485"/>
                </a:lnTo>
                <a:lnTo>
                  <a:pt x="1559959" y="28961"/>
                </a:lnTo>
                <a:lnTo>
                  <a:pt x="1560090" y="28961"/>
                </a:lnTo>
                <a:lnTo>
                  <a:pt x="1512652" y="25423"/>
                </a:lnTo>
                <a:lnTo>
                  <a:pt x="1513701" y="12318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67-part-19">
            <a:extLst xmlns:a="http://schemas.openxmlformats.org/drawingml/2006/main">
              <a:ext uri="{FF2B5EF4-FFF2-40B4-BE49-F238E27FC236}">
                <a16:creationId xmlns:a16="http://schemas.microsoft.com/office/drawing/2014/main" id="{B58CDFCF-C392-4495-AC79-928CFFC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605170" y="19788"/>
                </a:moveTo>
                <a:lnTo>
                  <a:pt x="1613294" y="20443"/>
                </a:lnTo>
                <a:lnTo>
                  <a:pt x="1657456" y="24899"/>
                </a:lnTo>
                <a:lnTo>
                  <a:pt x="1656146" y="37872"/>
                </a:lnTo>
                <a:lnTo>
                  <a:pt x="1611984" y="33548"/>
                </a:lnTo>
                <a:lnTo>
                  <a:pt x="1612115" y="33548"/>
                </a:lnTo>
                <a:lnTo>
                  <a:pt x="1603991" y="32892"/>
                </a:lnTo>
                <a:lnTo>
                  <a:pt x="1605170" y="19788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67-part-20">
            <a:extLst xmlns:a="http://schemas.openxmlformats.org/drawingml/2006/main">
              <a:ext uri="{FF2B5EF4-FFF2-40B4-BE49-F238E27FC236}">
                <a16:creationId xmlns:a16="http://schemas.microsoft.com/office/drawing/2014/main" id="{22DEFA0D-928F-4BD9-BDBA-87A452EC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696639" y="29223"/>
                </a:moveTo>
                <a:lnTo>
                  <a:pt x="1714722" y="31189"/>
                </a:lnTo>
                <a:lnTo>
                  <a:pt x="1748664" y="35382"/>
                </a:lnTo>
                <a:lnTo>
                  <a:pt x="1747092" y="48355"/>
                </a:lnTo>
                <a:lnTo>
                  <a:pt x="1713150" y="44162"/>
                </a:lnTo>
                <a:lnTo>
                  <a:pt x="1713282" y="44162"/>
                </a:lnTo>
                <a:lnTo>
                  <a:pt x="1695197" y="42196"/>
                </a:lnTo>
                <a:lnTo>
                  <a:pt x="1696639" y="29223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67-part-21">
            <a:extLst xmlns:a="http://schemas.openxmlformats.org/drawingml/2006/main">
              <a:ext uri="{FF2B5EF4-FFF2-40B4-BE49-F238E27FC236}">
                <a16:creationId xmlns:a16="http://schemas.microsoft.com/office/drawing/2014/main" id="{78BCF17D-E462-4191-8232-C22B6368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787715" y="40493"/>
                </a:moveTo>
                <a:lnTo>
                  <a:pt x="1811958" y="43769"/>
                </a:lnTo>
                <a:lnTo>
                  <a:pt x="1839740" y="47963"/>
                </a:lnTo>
                <a:lnTo>
                  <a:pt x="1837774" y="60936"/>
                </a:lnTo>
                <a:lnTo>
                  <a:pt x="1810124" y="56743"/>
                </a:lnTo>
                <a:lnTo>
                  <a:pt x="1810255" y="56743"/>
                </a:lnTo>
                <a:lnTo>
                  <a:pt x="1786012" y="53467"/>
                </a:lnTo>
                <a:lnTo>
                  <a:pt x="1787715" y="40493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67-part-22">
            <a:extLst xmlns:a="http://schemas.openxmlformats.org/drawingml/2006/main">
              <a:ext uri="{FF2B5EF4-FFF2-40B4-BE49-F238E27FC236}">
                <a16:creationId xmlns:a16="http://schemas.microsoft.com/office/drawing/2014/main" id="{5901A986-C5B7-4405-BA85-6B4AC2CE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878660" y="53991"/>
                </a:moveTo>
                <a:lnTo>
                  <a:pt x="1904083" y="58184"/>
                </a:lnTo>
                <a:lnTo>
                  <a:pt x="1930423" y="62771"/>
                </a:lnTo>
                <a:lnTo>
                  <a:pt x="1928195" y="75745"/>
                </a:lnTo>
                <a:lnTo>
                  <a:pt x="1901855" y="71158"/>
                </a:lnTo>
                <a:lnTo>
                  <a:pt x="1876563" y="66964"/>
                </a:lnTo>
                <a:lnTo>
                  <a:pt x="1878660" y="53991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67-part-23">
            <a:extLst xmlns:a="http://schemas.openxmlformats.org/drawingml/2006/main">
              <a:ext uri="{FF2B5EF4-FFF2-40B4-BE49-F238E27FC236}">
                <a16:creationId xmlns:a16="http://schemas.microsoft.com/office/drawing/2014/main" id="{6C3CB35A-86EF-477F-8E1E-919CAE01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1969212" y="69978"/>
                </a:moveTo>
                <a:lnTo>
                  <a:pt x="1990180" y="74041"/>
                </a:lnTo>
                <a:lnTo>
                  <a:pt x="2020713" y="80462"/>
                </a:lnTo>
                <a:lnTo>
                  <a:pt x="2017961" y="93304"/>
                </a:lnTo>
                <a:lnTo>
                  <a:pt x="1987558" y="86883"/>
                </a:lnTo>
                <a:lnTo>
                  <a:pt x="1966723" y="82820"/>
                </a:lnTo>
                <a:lnTo>
                  <a:pt x="1969212" y="69978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67-part-24">
            <a:extLst xmlns:a="http://schemas.openxmlformats.org/drawingml/2006/main">
              <a:ext uri="{FF2B5EF4-FFF2-40B4-BE49-F238E27FC236}">
                <a16:creationId xmlns:a16="http://schemas.microsoft.com/office/drawing/2014/main" id="{7FF48663-FF84-43FF-AAEA-570997DC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2059109" y="88979"/>
                </a:moveTo>
                <a:lnTo>
                  <a:pt x="2069461" y="91338"/>
                </a:lnTo>
                <a:lnTo>
                  <a:pt x="2106154" y="100512"/>
                </a:lnTo>
                <a:lnTo>
                  <a:pt x="2110348" y="101560"/>
                </a:lnTo>
                <a:lnTo>
                  <a:pt x="2106941" y="114271"/>
                </a:lnTo>
                <a:lnTo>
                  <a:pt x="2102878" y="113092"/>
                </a:lnTo>
                <a:lnTo>
                  <a:pt x="2103009" y="113223"/>
                </a:lnTo>
                <a:lnTo>
                  <a:pt x="2066317" y="104050"/>
                </a:lnTo>
                <a:lnTo>
                  <a:pt x="2066447" y="104050"/>
                </a:lnTo>
                <a:lnTo>
                  <a:pt x="2056226" y="101691"/>
                </a:lnTo>
                <a:lnTo>
                  <a:pt x="2059109" y="88979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67-part-25">
            <a:extLst xmlns:a="http://schemas.openxmlformats.org/drawingml/2006/main">
              <a:ext uri="{FF2B5EF4-FFF2-40B4-BE49-F238E27FC236}">
                <a16:creationId xmlns:a16="http://schemas.microsoft.com/office/drawing/2014/main" id="{1F46EC7B-6510-4118-993A-966DB490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2148351" y="112044"/>
                </a:moveTo>
                <a:lnTo>
                  <a:pt x="2173511" y="119513"/>
                </a:lnTo>
                <a:lnTo>
                  <a:pt x="2189106" y="124493"/>
                </a:lnTo>
                <a:lnTo>
                  <a:pt x="2198671" y="127638"/>
                </a:lnTo>
                <a:lnTo>
                  <a:pt x="2194479" y="140087"/>
                </a:lnTo>
                <a:lnTo>
                  <a:pt x="2184912" y="136942"/>
                </a:lnTo>
                <a:lnTo>
                  <a:pt x="2185043" y="136942"/>
                </a:lnTo>
                <a:lnTo>
                  <a:pt x="2169580" y="131962"/>
                </a:lnTo>
                <a:lnTo>
                  <a:pt x="2169711" y="132094"/>
                </a:lnTo>
                <a:lnTo>
                  <a:pt x="2144682" y="124624"/>
                </a:lnTo>
                <a:lnTo>
                  <a:pt x="2148351" y="112044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df-path-67-part-26">
            <a:extLst xmlns:a="http://schemas.openxmlformats.org/drawingml/2006/main">
              <a:ext uri="{FF2B5EF4-FFF2-40B4-BE49-F238E27FC236}">
                <a16:creationId xmlns:a16="http://schemas.microsoft.com/office/drawing/2014/main" id="{A98F2746-896A-4546-B816-B2A28956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2235889" y="141136"/>
                </a:moveTo>
                <a:lnTo>
                  <a:pt x="2245062" y="144805"/>
                </a:lnTo>
                <a:lnTo>
                  <a:pt x="2257642" y="150047"/>
                </a:lnTo>
                <a:lnTo>
                  <a:pt x="2269436" y="155288"/>
                </a:lnTo>
                <a:lnTo>
                  <a:pt x="2280706" y="160530"/>
                </a:lnTo>
                <a:lnTo>
                  <a:pt x="2284507" y="162496"/>
                </a:lnTo>
                <a:lnTo>
                  <a:pt x="2278479" y="174159"/>
                </a:lnTo>
                <a:lnTo>
                  <a:pt x="2274809" y="172324"/>
                </a:lnTo>
                <a:lnTo>
                  <a:pt x="2275071" y="172455"/>
                </a:lnTo>
                <a:lnTo>
                  <a:pt x="2263932" y="167214"/>
                </a:lnTo>
                <a:lnTo>
                  <a:pt x="2264064" y="167214"/>
                </a:lnTo>
                <a:lnTo>
                  <a:pt x="2252400" y="161972"/>
                </a:lnTo>
                <a:lnTo>
                  <a:pt x="2252532" y="162103"/>
                </a:lnTo>
                <a:lnTo>
                  <a:pt x="2240082" y="156861"/>
                </a:lnTo>
                <a:lnTo>
                  <a:pt x="2240214" y="156992"/>
                </a:lnTo>
                <a:lnTo>
                  <a:pt x="2231171" y="153323"/>
                </a:lnTo>
                <a:lnTo>
                  <a:pt x="2235889" y="141136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df-path-67-part-27">
            <a:extLst xmlns:a="http://schemas.openxmlformats.org/drawingml/2006/main">
              <a:ext uri="{FF2B5EF4-FFF2-40B4-BE49-F238E27FC236}">
                <a16:creationId xmlns:a16="http://schemas.microsoft.com/office/drawing/2014/main" id="{F5E1B3DF-6AF1-4A58-963C-148D460E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2317660" y="186084"/>
                </a:moveTo>
                <a:lnTo>
                  <a:pt x="2318709" y="187132"/>
                </a:lnTo>
                <a:lnTo>
                  <a:pt x="2309930" y="196830"/>
                </a:lnTo>
                <a:lnTo>
                  <a:pt x="2308881" y="195912"/>
                </a:lnTo>
                <a:lnTo>
                  <a:pt x="2317660" y="186084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df-path-67-part-28">
            <a:extLst xmlns:a="http://schemas.openxmlformats.org/drawingml/2006/main">
              <a:ext uri="{FF2B5EF4-FFF2-40B4-BE49-F238E27FC236}">
                <a16:creationId xmlns:a16="http://schemas.microsoft.com/office/drawing/2014/main" id="{3BDE87B3-3E9E-4274-9B58-8B7A251D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2004" y="544663"/>
            <a:ext cx="2355925" cy="440180"/>
          </a:xfrm>
          <a:custGeom xmlns:a="http://schemas.openxmlformats.org/drawingml/2006/main">
            <a:pathLst>
              <a:path w="2355925" h="440180">
                <a:moveTo>
                  <a:pt x="2336400" y="156861"/>
                </a:moveTo>
                <a:lnTo>
                  <a:pt x="2355925" y="242564"/>
                </a:lnTo>
                <a:lnTo>
                  <a:pt x="2275726" y="206789"/>
                </a:lnTo>
                <a:lnTo>
                  <a:pt x="2336400" y="156861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DB75454C-DAD6-4D1A-B64D-838D460D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4633" y="663604"/>
            <a:ext cx="258093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</a:t>
            </a:r>
          </a:p>
        </p:txBody>
      </p:sp>
      <p:sp>
        <p:nvSpPr>
          <p:cNvPr id="184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B11986C2-A998-4D99-9722-654F79C5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8992" y="663604"/>
            <a:ext cx="42547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85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5C73AE15-4453-4CAB-B1B9-0DC05D8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3154" y="663604"/>
            <a:ext cx="1241664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tune reward functions</a:t>
            </a:r>
          </a:p>
        </p:txBody>
      </p:sp>
      <p:sp>
        <p:nvSpPr>
          <p:cNvPr id="186" name="pdf-path-71">
            <a:extLst xmlns:a="http://schemas.openxmlformats.org/drawingml/2006/main">
              <a:ext uri="{FF2B5EF4-FFF2-40B4-BE49-F238E27FC236}">
                <a16:creationId xmlns:a16="http://schemas.microsoft.com/office/drawing/2014/main" id="{5ADD3A67-834D-400A-98D5-80EB4F70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4563" y="364738"/>
            <a:ext cx="3321989" cy="1710137"/>
          </a:xfrm>
          <a:custGeom xmlns:a="http://schemas.openxmlformats.org/drawingml/2006/main">
            <a:pathLst>
              <a:path w="3321989" h="1710137">
                <a:moveTo>
                  <a:pt x="0" y="1710137"/>
                </a:moveTo>
                <a:lnTo>
                  <a:pt x="3321989" y="1710137"/>
                </a:lnTo>
                <a:lnTo>
                  <a:pt x="3321989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52">
            <a:solidFill>
              <a:srgbClr val="ED7D31"/>
            </a:solidFill>
            <a:prstDash val="dash"/>
          </a:ln>
        </p:spPr>
      </p:sp>
      <p:sp>
        <p:nvSpPr>
          <p:cNvPr id="187" name="pdf-path-72-part-0">
            <a:extLst xmlns:a="http://schemas.openxmlformats.org/drawingml/2006/main">
              <a:ext uri="{FF2B5EF4-FFF2-40B4-BE49-F238E27FC236}">
                <a16:creationId xmlns:a16="http://schemas.microsoft.com/office/drawing/2014/main" id="{E2937F5F-7FD8-4178-8B39-A886833C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2358416" y="206920"/>
                </a:moveTo>
                <a:lnTo>
                  <a:pt x="2358023" y="212424"/>
                </a:lnTo>
                <a:lnTo>
                  <a:pt x="2358285" y="211507"/>
                </a:lnTo>
                <a:lnTo>
                  <a:pt x="2356974" y="217011"/>
                </a:lnTo>
                <a:lnTo>
                  <a:pt x="2357237" y="216093"/>
                </a:lnTo>
                <a:lnTo>
                  <a:pt x="2355009" y="221728"/>
                </a:lnTo>
                <a:lnTo>
                  <a:pt x="2355402" y="220942"/>
                </a:lnTo>
                <a:lnTo>
                  <a:pt x="2352388" y="226446"/>
                </a:lnTo>
                <a:lnTo>
                  <a:pt x="2352781" y="225922"/>
                </a:lnTo>
                <a:lnTo>
                  <a:pt x="2349112" y="231426"/>
                </a:lnTo>
                <a:lnTo>
                  <a:pt x="2349374" y="230901"/>
                </a:lnTo>
                <a:lnTo>
                  <a:pt x="2344918" y="236405"/>
                </a:lnTo>
                <a:lnTo>
                  <a:pt x="2345311" y="236012"/>
                </a:lnTo>
                <a:lnTo>
                  <a:pt x="2339938" y="241385"/>
                </a:lnTo>
                <a:lnTo>
                  <a:pt x="2340201" y="241123"/>
                </a:lnTo>
                <a:lnTo>
                  <a:pt x="2334566" y="246365"/>
                </a:lnTo>
                <a:lnTo>
                  <a:pt x="2343477" y="255931"/>
                </a:lnTo>
                <a:lnTo>
                  <a:pt x="2349243" y="250689"/>
                </a:lnTo>
                <a:lnTo>
                  <a:pt x="2354878" y="244923"/>
                </a:lnTo>
                <a:lnTo>
                  <a:pt x="2359727" y="239026"/>
                </a:lnTo>
                <a:lnTo>
                  <a:pt x="2363789" y="232998"/>
                </a:lnTo>
                <a:lnTo>
                  <a:pt x="2367196" y="226839"/>
                </a:lnTo>
                <a:lnTo>
                  <a:pt x="2369554" y="220418"/>
                </a:lnTo>
                <a:lnTo>
                  <a:pt x="2371128" y="213866"/>
                </a:lnTo>
                <a:lnTo>
                  <a:pt x="2371520" y="207968"/>
                </a:lnTo>
                <a:lnTo>
                  <a:pt x="2358416" y="206920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df-path-72-part-1">
            <a:extLst xmlns:a="http://schemas.openxmlformats.org/drawingml/2006/main">
              <a:ext uri="{FF2B5EF4-FFF2-40B4-BE49-F238E27FC236}">
                <a16:creationId xmlns:a16="http://schemas.microsoft.com/office/drawing/2014/main" id="{E00C6C89-194F-4E1E-BFCA-CA154E92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2303377" y="267463"/>
                </a:moveTo>
                <a:lnTo>
                  <a:pt x="2294072" y="272574"/>
                </a:lnTo>
                <a:lnTo>
                  <a:pt x="2294204" y="272443"/>
                </a:lnTo>
                <a:lnTo>
                  <a:pt x="2283851" y="277816"/>
                </a:lnTo>
                <a:lnTo>
                  <a:pt x="2284113" y="277685"/>
                </a:lnTo>
                <a:lnTo>
                  <a:pt x="2272974" y="282926"/>
                </a:lnTo>
                <a:lnTo>
                  <a:pt x="2273106" y="282796"/>
                </a:lnTo>
                <a:lnTo>
                  <a:pt x="2261442" y="288037"/>
                </a:lnTo>
                <a:lnTo>
                  <a:pt x="2261574" y="288037"/>
                </a:lnTo>
                <a:lnTo>
                  <a:pt x="2256856" y="290003"/>
                </a:lnTo>
                <a:lnTo>
                  <a:pt x="2261967" y="302059"/>
                </a:lnTo>
                <a:lnTo>
                  <a:pt x="2266684" y="300093"/>
                </a:lnTo>
                <a:lnTo>
                  <a:pt x="2278479" y="294720"/>
                </a:lnTo>
                <a:lnTo>
                  <a:pt x="2289748" y="289478"/>
                </a:lnTo>
                <a:lnTo>
                  <a:pt x="2300232" y="284106"/>
                </a:lnTo>
                <a:lnTo>
                  <a:pt x="2309667" y="278995"/>
                </a:lnTo>
                <a:lnTo>
                  <a:pt x="2303377" y="267463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pdf-path-72-part-2">
            <a:extLst xmlns:a="http://schemas.openxmlformats.org/drawingml/2006/main">
              <a:ext uri="{FF2B5EF4-FFF2-40B4-BE49-F238E27FC236}">
                <a16:creationId xmlns:a16="http://schemas.microsoft.com/office/drawing/2014/main" id="{93A3C51C-CF90-4DC4-A3EB-28B1AE0A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2220557" y="304024"/>
                </a:moveTo>
                <a:lnTo>
                  <a:pt x="2208763" y="308218"/>
                </a:lnTo>
                <a:lnTo>
                  <a:pt x="2193954" y="313197"/>
                </a:lnTo>
                <a:lnTo>
                  <a:pt x="2194085" y="313197"/>
                </a:lnTo>
                <a:lnTo>
                  <a:pt x="2178622" y="318046"/>
                </a:lnTo>
                <a:lnTo>
                  <a:pt x="2178753" y="318046"/>
                </a:lnTo>
                <a:lnTo>
                  <a:pt x="2171022" y="320274"/>
                </a:lnTo>
                <a:lnTo>
                  <a:pt x="2174822" y="332854"/>
                </a:lnTo>
                <a:lnTo>
                  <a:pt x="2182553" y="330627"/>
                </a:lnTo>
                <a:lnTo>
                  <a:pt x="2198148" y="325647"/>
                </a:lnTo>
                <a:lnTo>
                  <a:pt x="2213087" y="320536"/>
                </a:lnTo>
                <a:lnTo>
                  <a:pt x="2224880" y="316343"/>
                </a:lnTo>
                <a:lnTo>
                  <a:pt x="2220557" y="304024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df-path-72-part-3">
            <a:extLst xmlns:a="http://schemas.openxmlformats.org/drawingml/2006/main">
              <a:ext uri="{FF2B5EF4-FFF2-40B4-BE49-F238E27FC236}">
                <a16:creationId xmlns:a16="http://schemas.microsoft.com/office/drawing/2014/main" id="{60EA1200-9ADD-4F8F-A20F-A119E247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2133411" y="331151"/>
                </a:moveTo>
                <a:lnTo>
                  <a:pt x="2111920" y="336916"/>
                </a:lnTo>
                <a:lnTo>
                  <a:pt x="2112052" y="336916"/>
                </a:lnTo>
                <a:lnTo>
                  <a:pt x="2082829" y="344256"/>
                </a:lnTo>
                <a:lnTo>
                  <a:pt x="2085973" y="356966"/>
                </a:lnTo>
                <a:lnTo>
                  <a:pt x="2115196" y="349628"/>
                </a:lnTo>
                <a:lnTo>
                  <a:pt x="2136819" y="343731"/>
                </a:lnTo>
                <a:lnTo>
                  <a:pt x="2133411" y="331151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pdf-path-72-part-4">
            <a:extLst xmlns:a="http://schemas.openxmlformats.org/drawingml/2006/main">
              <a:ext uri="{FF2B5EF4-FFF2-40B4-BE49-F238E27FC236}">
                <a16:creationId xmlns:a16="http://schemas.microsoft.com/office/drawing/2014/main" id="{95C1D5A1-4EB5-4076-8C1A-040D6292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2044694" y="353035"/>
                </a:moveTo>
                <a:lnTo>
                  <a:pt x="2036831" y="354739"/>
                </a:lnTo>
                <a:lnTo>
                  <a:pt x="2036963" y="354739"/>
                </a:lnTo>
                <a:lnTo>
                  <a:pt x="1996601" y="363257"/>
                </a:lnTo>
                <a:lnTo>
                  <a:pt x="1996601" y="363126"/>
                </a:lnTo>
                <a:lnTo>
                  <a:pt x="1993587" y="363781"/>
                </a:lnTo>
                <a:lnTo>
                  <a:pt x="1996076" y="376623"/>
                </a:lnTo>
                <a:lnTo>
                  <a:pt x="1999222" y="376099"/>
                </a:lnTo>
                <a:lnTo>
                  <a:pt x="2039715" y="367581"/>
                </a:lnTo>
                <a:lnTo>
                  <a:pt x="2047577" y="365747"/>
                </a:lnTo>
                <a:lnTo>
                  <a:pt x="2044694" y="353035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72-part-5">
            <a:extLst xmlns:a="http://schemas.openxmlformats.org/drawingml/2006/main">
              <a:ext uri="{FF2B5EF4-FFF2-40B4-BE49-F238E27FC236}">
                <a16:creationId xmlns:a16="http://schemas.microsoft.com/office/drawing/2014/main" id="{75576655-ABCA-4DD5-A9DE-4D30C6E5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954928" y="371251"/>
                </a:moveTo>
                <a:lnTo>
                  <a:pt x="1954536" y="371382"/>
                </a:lnTo>
                <a:lnTo>
                  <a:pt x="1954666" y="371382"/>
                </a:lnTo>
                <a:lnTo>
                  <a:pt x="1910897" y="378982"/>
                </a:lnTo>
                <a:lnTo>
                  <a:pt x="1903559" y="380162"/>
                </a:lnTo>
                <a:lnTo>
                  <a:pt x="1905655" y="393135"/>
                </a:lnTo>
                <a:lnTo>
                  <a:pt x="1913125" y="391956"/>
                </a:lnTo>
                <a:lnTo>
                  <a:pt x="1956895" y="384224"/>
                </a:lnTo>
                <a:lnTo>
                  <a:pt x="1957418" y="384093"/>
                </a:lnTo>
                <a:lnTo>
                  <a:pt x="1954928" y="371251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72-part-6">
            <a:extLst xmlns:a="http://schemas.openxmlformats.org/drawingml/2006/main">
              <a:ext uri="{FF2B5EF4-FFF2-40B4-BE49-F238E27FC236}">
                <a16:creationId xmlns:a16="http://schemas.microsoft.com/office/drawing/2014/main" id="{CD08CEA7-CF27-4779-9C78-BF7875BE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864769" y="386452"/>
                </a:moveTo>
                <a:lnTo>
                  <a:pt x="1819035" y="393266"/>
                </a:lnTo>
                <a:lnTo>
                  <a:pt x="1819166" y="393266"/>
                </a:lnTo>
                <a:lnTo>
                  <a:pt x="1813006" y="394053"/>
                </a:lnTo>
                <a:lnTo>
                  <a:pt x="1814841" y="407157"/>
                </a:lnTo>
                <a:lnTo>
                  <a:pt x="1821000" y="406240"/>
                </a:lnTo>
                <a:lnTo>
                  <a:pt x="1866735" y="399425"/>
                </a:lnTo>
                <a:lnTo>
                  <a:pt x="1864769" y="386452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72-part-7">
            <a:extLst xmlns:a="http://schemas.openxmlformats.org/drawingml/2006/main">
              <a:ext uri="{FF2B5EF4-FFF2-40B4-BE49-F238E27FC236}">
                <a16:creationId xmlns:a16="http://schemas.microsoft.com/office/drawing/2014/main" id="{48E374B4-0A01-4EB6-9E01-436A714D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774086" y="399425"/>
                </a:moveTo>
                <a:lnTo>
                  <a:pt x="1771204" y="399818"/>
                </a:lnTo>
                <a:lnTo>
                  <a:pt x="1722192" y="405846"/>
                </a:lnTo>
                <a:lnTo>
                  <a:pt x="1723765" y="418820"/>
                </a:lnTo>
                <a:lnTo>
                  <a:pt x="1772907" y="412792"/>
                </a:lnTo>
                <a:lnTo>
                  <a:pt x="1775790" y="412399"/>
                </a:lnTo>
                <a:lnTo>
                  <a:pt x="1774086" y="399425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path-72-part-8">
            <a:extLst xmlns:a="http://schemas.openxmlformats.org/drawingml/2006/main">
              <a:ext uri="{FF2B5EF4-FFF2-40B4-BE49-F238E27FC236}">
                <a16:creationId xmlns:a16="http://schemas.microsoft.com/office/drawing/2014/main" id="{36CEE3D6-FECB-434A-9752-E0BDAE9E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683141" y="410171"/>
                </a:moveTo>
                <a:lnTo>
                  <a:pt x="1672003" y="411481"/>
                </a:lnTo>
                <a:lnTo>
                  <a:pt x="1631116" y="415544"/>
                </a:lnTo>
                <a:lnTo>
                  <a:pt x="1632427" y="428517"/>
                </a:lnTo>
                <a:lnTo>
                  <a:pt x="1673313" y="424455"/>
                </a:lnTo>
                <a:lnTo>
                  <a:pt x="1684583" y="423275"/>
                </a:lnTo>
                <a:lnTo>
                  <a:pt x="1683141" y="410171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72-part-9">
            <a:extLst xmlns:a="http://schemas.openxmlformats.org/drawingml/2006/main">
              <a:ext uri="{FF2B5EF4-FFF2-40B4-BE49-F238E27FC236}">
                <a16:creationId xmlns:a16="http://schemas.microsoft.com/office/drawing/2014/main" id="{9816973F-75A4-40E3-9257-4CC7F0DA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592065" y="419082"/>
                </a:moveTo>
                <a:lnTo>
                  <a:pt x="1568869" y="421048"/>
                </a:lnTo>
                <a:lnTo>
                  <a:pt x="1569001" y="421048"/>
                </a:lnTo>
                <a:lnTo>
                  <a:pt x="1539778" y="423275"/>
                </a:lnTo>
                <a:lnTo>
                  <a:pt x="1540826" y="436380"/>
                </a:lnTo>
                <a:lnTo>
                  <a:pt x="1570049" y="434152"/>
                </a:lnTo>
                <a:lnTo>
                  <a:pt x="1593114" y="432056"/>
                </a:lnTo>
                <a:lnTo>
                  <a:pt x="1592065" y="419082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path-72-part-10">
            <a:extLst xmlns:a="http://schemas.openxmlformats.org/drawingml/2006/main">
              <a:ext uri="{FF2B5EF4-FFF2-40B4-BE49-F238E27FC236}">
                <a16:creationId xmlns:a16="http://schemas.microsoft.com/office/drawing/2014/main" id="{41737929-7E57-4650-9C81-F9D331AB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500727" y="426158"/>
                </a:moveTo>
                <a:lnTo>
                  <a:pt x="1462855" y="428648"/>
                </a:lnTo>
                <a:lnTo>
                  <a:pt x="1448439" y="429435"/>
                </a:lnTo>
                <a:lnTo>
                  <a:pt x="1449096" y="442539"/>
                </a:lnTo>
                <a:lnTo>
                  <a:pt x="1463641" y="441753"/>
                </a:lnTo>
                <a:lnTo>
                  <a:pt x="1501513" y="439263"/>
                </a:lnTo>
                <a:lnTo>
                  <a:pt x="1500727" y="426158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72-part-11">
            <a:extLst xmlns:a="http://schemas.openxmlformats.org/drawingml/2006/main">
              <a:ext uri="{FF2B5EF4-FFF2-40B4-BE49-F238E27FC236}">
                <a16:creationId xmlns:a16="http://schemas.microsoft.com/office/drawing/2014/main" id="{E2128412-B9E7-4003-A362-87B02EC7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409257" y="431400"/>
                </a:moveTo>
                <a:lnTo>
                  <a:pt x="1408996" y="431531"/>
                </a:lnTo>
                <a:lnTo>
                  <a:pt x="1356839" y="433628"/>
                </a:lnTo>
                <a:lnTo>
                  <a:pt x="1357495" y="446732"/>
                </a:lnTo>
                <a:lnTo>
                  <a:pt x="1409651" y="444505"/>
                </a:lnTo>
                <a:lnTo>
                  <a:pt x="1409913" y="444505"/>
                </a:lnTo>
                <a:lnTo>
                  <a:pt x="1409257" y="431400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df-path-72-part-12">
            <a:extLst xmlns:a="http://schemas.openxmlformats.org/drawingml/2006/main">
              <a:ext uri="{FF2B5EF4-FFF2-40B4-BE49-F238E27FC236}">
                <a16:creationId xmlns:a16="http://schemas.microsoft.com/office/drawing/2014/main" id="{782D9230-F039-4517-A84F-E18C51C5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317656" y="434807"/>
                </a:moveTo>
                <a:lnTo>
                  <a:pt x="1299835" y="435463"/>
                </a:lnTo>
                <a:lnTo>
                  <a:pt x="1299966" y="435463"/>
                </a:lnTo>
                <a:lnTo>
                  <a:pt x="1265370" y="436118"/>
                </a:lnTo>
                <a:lnTo>
                  <a:pt x="1265632" y="449222"/>
                </a:lnTo>
                <a:lnTo>
                  <a:pt x="1300228" y="448436"/>
                </a:lnTo>
                <a:lnTo>
                  <a:pt x="1318051" y="447912"/>
                </a:lnTo>
                <a:lnTo>
                  <a:pt x="1317656" y="434807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df-path-72-part-13">
            <a:extLst xmlns:a="http://schemas.openxmlformats.org/drawingml/2006/main">
              <a:ext uri="{FF2B5EF4-FFF2-40B4-BE49-F238E27FC236}">
                <a16:creationId xmlns:a16="http://schemas.microsoft.com/office/drawing/2014/main" id="{AFCD6075-6F13-4680-BE14-9905FE53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226187" y="436642"/>
                </a:moveTo>
                <a:lnTo>
                  <a:pt x="1190019" y="436773"/>
                </a:lnTo>
                <a:lnTo>
                  <a:pt x="1190150" y="436773"/>
                </a:lnTo>
                <a:lnTo>
                  <a:pt x="1173770" y="436511"/>
                </a:lnTo>
                <a:lnTo>
                  <a:pt x="1173638" y="449615"/>
                </a:lnTo>
                <a:lnTo>
                  <a:pt x="1190019" y="449878"/>
                </a:lnTo>
                <a:lnTo>
                  <a:pt x="1226187" y="449747"/>
                </a:lnTo>
                <a:lnTo>
                  <a:pt x="1226187" y="436642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df-path-72-part-14">
            <a:extLst xmlns:a="http://schemas.openxmlformats.org/drawingml/2006/main">
              <a:ext uri="{FF2B5EF4-FFF2-40B4-BE49-F238E27FC236}">
                <a16:creationId xmlns:a16="http://schemas.microsoft.com/office/drawing/2014/main" id="{675513B7-46C4-40DB-AB7A-F31AAF59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134718" y="436118"/>
                </a:moveTo>
                <a:lnTo>
                  <a:pt x="1082301" y="434283"/>
                </a:lnTo>
                <a:lnTo>
                  <a:pt x="1081776" y="447388"/>
                </a:lnTo>
                <a:lnTo>
                  <a:pt x="1134194" y="449222"/>
                </a:lnTo>
                <a:lnTo>
                  <a:pt x="1134718" y="436118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df-path-72-part-15">
            <a:extLst xmlns:a="http://schemas.openxmlformats.org/drawingml/2006/main">
              <a:ext uri="{FF2B5EF4-FFF2-40B4-BE49-F238E27FC236}">
                <a16:creationId xmlns:a16="http://schemas.microsoft.com/office/drawing/2014/main" id="{23BDE232-6459-477A-B78F-CA0F4314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043117" y="432056"/>
                </a:moveTo>
                <a:lnTo>
                  <a:pt x="1025950" y="431138"/>
                </a:lnTo>
                <a:lnTo>
                  <a:pt x="1026082" y="431138"/>
                </a:lnTo>
                <a:lnTo>
                  <a:pt x="990962" y="428386"/>
                </a:lnTo>
                <a:lnTo>
                  <a:pt x="990044" y="441491"/>
                </a:lnTo>
                <a:lnTo>
                  <a:pt x="1025164" y="444112"/>
                </a:lnTo>
                <a:lnTo>
                  <a:pt x="1042463" y="445160"/>
                </a:lnTo>
                <a:lnTo>
                  <a:pt x="1043117" y="432056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df-path-72-part-16">
            <a:extLst xmlns:a="http://schemas.openxmlformats.org/drawingml/2006/main">
              <a:ext uri="{FF2B5EF4-FFF2-40B4-BE49-F238E27FC236}">
                <a16:creationId xmlns:a16="http://schemas.microsoft.com/office/drawing/2014/main" id="{192021ED-8828-45E8-AF87-57260F7B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952042" y="424848"/>
                </a:moveTo>
                <a:lnTo>
                  <a:pt x="917838" y="421441"/>
                </a:lnTo>
                <a:lnTo>
                  <a:pt x="917969" y="421441"/>
                </a:lnTo>
                <a:lnTo>
                  <a:pt x="900017" y="419213"/>
                </a:lnTo>
                <a:lnTo>
                  <a:pt x="898444" y="432186"/>
                </a:lnTo>
                <a:lnTo>
                  <a:pt x="916397" y="434414"/>
                </a:lnTo>
                <a:lnTo>
                  <a:pt x="950731" y="437953"/>
                </a:lnTo>
                <a:lnTo>
                  <a:pt x="952042" y="424848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df-path-72-part-17">
            <a:extLst xmlns:a="http://schemas.openxmlformats.org/drawingml/2006/main">
              <a:ext uri="{FF2B5EF4-FFF2-40B4-BE49-F238E27FC236}">
                <a16:creationId xmlns:a16="http://schemas.microsoft.com/office/drawing/2014/main" id="{D115A915-0EE4-49AA-8FFD-E220BF8C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861227" y="414364"/>
                </a:moveTo>
                <a:lnTo>
                  <a:pt x="811955" y="407419"/>
                </a:lnTo>
                <a:lnTo>
                  <a:pt x="812085" y="407419"/>
                </a:lnTo>
                <a:lnTo>
                  <a:pt x="809465" y="406895"/>
                </a:lnTo>
                <a:lnTo>
                  <a:pt x="807237" y="419868"/>
                </a:lnTo>
                <a:lnTo>
                  <a:pt x="809989" y="420261"/>
                </a:lnTo>
                <a:lnTo>
                  <a:pt x="859262" y="427338"/>
                </a:lnTo>
                <a:lnTo>
                  <a:pt x="861227" y="414364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df-path-72-part-18">
            <a:extLst xmlns:a="http://schemas.openxmlformats.org/drawingml/2006/main">
              <a:ext uri="{FF2B5EF4-FFF2-40B4-BE49-F238E27FC236}">
                <a16:creationId xmlns:a16="http://schemas.microsoft.com/office/drawing/2014/main" id="{861F903D-A72A-4FDE-8DC6-47E87CC8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770676" y="400473"/>
                </a:moveTo>
                <a:lnTo>
                  <a:pt x="760060" y="398770"/>
                </a:lnTo>
                <a:lnTo>
                  <a:pt x="760192" y="398770"/>
                </a:lnTo>
                <a:lnTo>
                  <a:pt x="719175" y="391170"/>
                </a:lnTo>
                <a:lnTo>
                  <a:pt x="716816" y="404012"/>
                </a:lnTo>
                <a:lnTo>
                  <a:pt x="757833" y="411612"/>
                </a:lnTo>
                <a:lnTo>
                  <a:pt x="768448" y="413447"/>
                </a:lnTo>
                <a:lnTo>
                  <a:pt x="770676" y="400473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pdf-path-72-part-19">
            <a:extLst xmlns:a="http://schemas.openxmlformats.org/drawingml/2006/main">
              <a:ext uri="{FF2B5EF4-FFF2-40B4-BE49-F238E27FC236}">
                <a16:creationId xmlns:a16="http://schemas.microsoft.com/office/drawing/2014/main" id="{131F4E5E-60F6-4835-BB63-A8BED854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680779" y="383307"/>
                </a:moveTo>
                <a:lnTo>
                  <a:pt x="658893" y="378720"/>
                </a:lnTo>
                <a:lnTo>
                  <a:pt x="659156" y="378720"/>
                </a:lnTo>
                <a:lnTo>
                  <a:pt x="629802" y="371906"/>
                </a:lnTo>
                <a:lnTo>
                  <a:pt x="626788" y="384748"/>
                </a:lnTo>
                <a:lnTo>
                  <a:pt x="656142" y="391562"/>
                </a:lnTo>
                <a:lnTo>
                  <a:pt x="678157" y="396149"/>
                </a:lnTo>
                <a:lnTo>
                  <a:pt x="680779" y="383307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pdf-path-72-part-20">
            <a:extLst xmlns:a="http://schemas.openxmlformats.org/drawingml/2006/main">
              <a:ext uri="{FF2B5EF4-FFF2-40B4-BE49-F238E27FC236}">
                <a16:creationId xmlns:a16="http://schemas.microsoft.com/office/drawing/2014/main" id="{3F9022B3-8830-4137-910D-A1311BBE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591669" y="362732"/>
                </a:moveTo>
                <a:lnTo>
                  <a:pt x="562183" y="355263"/>
                </a:lnTo>
                <a:lnTo>
                  <a:pt x="562313" y="355263"/>
                </a:lnTo>
                <a:lnTo>
                  <a:pt x="541216" y="349366"/>
                </a:lnTo>
                <a:lnTo>
                  <a:pt x="537677" y="361946"/>
                </a:lnTo>
                <a:lnTo>
                  <a:pt x="558776" y="367843"/>
                </a:lnTo>
                <a:lnTo>
                  <a:pt x="588522" y="375444"/>
                </a:lnTo>
                <a:lnTo>
                  <a:pt x="591669" y="362732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df-path-72-part-21">
            <a:extLst xmlns:a="http://schemas.openxmlformats.org/drawingml/2006/main">
              <a:ext uri="{FF2B5EF4-FFF2-40B4-BE49-F238E27FC236}">
                <a16:creationId xmlns:a16="http://schemas.microsoft.com/office/drawing/2014/main" id="{BD3B40A8-B1F5-4705-AA43-94F7A5AF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503606" y="338490"/>
                </a:moveTo>
                <a:lnTo>
                  <a:pt x="470582" y="328399"/>
                </a:lnTo>
                <a:lnTo>
                  <a:pt x="470713" y="328399"/>
                </a:lnTo>
                <a:lnTo>
                  <a:pt x="453809" y="322764"/>
                </a:lnTo>
                <a:lnTo>
                  <a:pt x="449615" y="335213"/>
                </a:lnTo>
                <a:lnTo>
                  <a:pt x="466651" y="340848"/>
                </a:lnTo>
                <a:lnTo>
                  <a:pt x="499805" y="351070"/>
                </a:lnTo>
                <a:lnTo>
                  <a:pt x="503606" y="338490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pdf-path-72-part-22">
            <a:extLst xmlns:a="http://schemas.openxmlformats.org/drawingml/2006/main">
              <a:ext uri="{FF2B5EF4-FFF2-40B4-BE49-F238E27FC236}">
                <a16:creationId xmlns:a16="http://schemas.microsoft.com/office/drawing/2014/main" id="{42D1135F-2028-4BBD-BA7F-40D2F086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416723" y="310184"/>
                </a:moveTo>
                <a:lnTo>
                  <a:pt x="385010" y="298652"/>
                </a:lnTo>
                <a:lnTo>
                  <a:pt x="385142" y="298783"/>
                </a:lnTo>
                <a:lnTo>
                  <a:pt x="367712" y="291969"/>
                </a:lnTo>
                <a:lnTo>
                  <a:pt x="362994" y="304155"/>
                </a:lnTo>
                <a:lnTo>
                  <a:pt x="380423" y="310970"/>
                </a:lnTo>
                <a:lnTo>
                  <a:pt x="412267" y="322502"/>
                </a:lnTo>
                <a:lnTo>
                  <a:pt x="416723" y="310184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pdf-path-72-part-23">
            <a:extLst xmlns:a="http://schemas.openxmlformats.org/drawingml/2006/main">
              <a:ext uri="{FF2B5EF4-FFF2-40B4-BE49-F238E27FC236}">
                <a16:creationId xmlns:a16="http://schemas.microsoft.com/office/drawing/2014/main" id="{8A85EC7A-C996-43B6-917E-7D93672F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331543" y="277160"/>
                </a:moveTo>
                <a:lnTo>
                  <a:pt x="306252" y="266415"/>
                </a:lnTo>
                <a:lnTo>
                  <a:pt x="306514" y="266415"/>
                </a:lnTo>
                <a:lnTo>
                  <a:pt x="283843" y="255931"/>
                </a:lnTo>
                <a:lnTo>
                  <a:pt x="278339" y="267856"/>
                </a:lnTo>
                <a:lnTo>
                  <a:pt x="301010" y="278339"/>
                </a:lnTo>
                <a:lnTo>
                  <a:pt x="326302" y="289216"/>
                </a:lnTo>
                <a:lnTo>
                  <a:pt x="331543" y="277160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df-path-72-part-24">
            <a:extLst xmlns:a="http://schemas.openxmlformats.org/drawingml/2006/main">
              <a:ext uri="{FF2B5EF4-FFF2-40B4-BE49-F238E27FC236}">
                <a16:creationId xmlns:a16="http://schemas.microsoft.com/office/drawing/2014/main" id="{82E00CF7-73B8-423D-955A-ED1EFFF3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248723" y="238633"/>
                </a:moveTo>
                <a:lnTo>
                  <a:pt x="235357" y="231819"/>
                </a:lnTo>
                <a:lnTo>
                  <a:pt x="235487" y="231950"/>
                </a:lnTo>
                <a:lnTo>
                  <a:pt x="203120" y="213866"/>
                </a:lnTo>
                <a:lnTo>
                  <a:pt x="203251" y="213997"/>
                </a:lnTo>
                <a:lnTo>
                  <a:pt x="203120" y="213866"/>
                </a:lnTo>
                <a:lnTo>
                  <a:pt x="196437" y="225135"/>
                </a:lnTo>
                <a:lnTo>
                  <a:pt x="196567" y="225267"/>
                </a:lnTo>
                <a:lnTo>
                  <a:pt x="229197" y="243482"/>
                </a:lnTo>
                <a:lnTo>
                  <a:pt x="242826" y="250427"/>
                </a:lnTo>
                <a:lnTo>
                  <a:pt x="248723" y="238633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pdf-path-72-part-25">
            <a:extLst xmlns:a="http://schemas.openxmlformats.org/drawingml/2006/main">
              <a:ext uri="{FF2B5EF4-FFF2-40B4-BE49-F238E27FC236}">
                <a16:creationId xmlns:a16="http://schemas.microsoft.com/office/drawing/2014/main" id="{0D320593-A810-4FEA-BA0A-9E2C8B2E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169965" y="193292"/>
                </a:moveTo>
                <a:lnTo>
                  <a:pt x="159089" y="186215"/>
                </a:lnTo>
                <a:lnTo>
                  <a:pt x="159220" y="186215"/>
                </a:lnTo>
                <a:lnTo>
                  <a:pt x="145591" y="176649"/>
                </a:lnTo>
                <a:lnTo>
                  <a:pt x="145722" y="176780"/>
                </a:lnTo>
                <a:lnTo>
                  <a:pt x="132749" y="167214"/>
                </a:lnTo>
                <a:lnTo>
                  <a:pt x="132880" y="167345"/>
                </a:lnTo>
                <a:lnTo>
                  <a:pt x="127638" y="163282"/>
                </a:lnTo>
                <a:lnTo>
                  <a:pt x="119644" y="173635"/>
                </a:lnTo>
                <a:lnTo>
                  <a:pt x="124886" y="177828"/>
                </a:lnTo>
                <a:lnTo>
                  <a:pt x="137990" y="187395"/>
                </a:lnTo>
                <a:lnTo>
                  <a:pt x="151750" y="197092"/>
                </a:lnTo>
                <a:lnTo>
                  <a:pt x="162758" y="204299"/>
                </a:lnTo>
                <a:lnTo>
                  <a:pt x="169965" y="193292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pdf-path-72-part-26">
            <a:extLst xmlns:a="http://schemas.openxmlformats.org/drawingml/2006/main">
              <a:ext uri="{FF2B5EF4-FFF2-40B4-BE49-F238E27FC236}">
                <a16:creationId xmlns:a16="http://schemas.microsoft.com/office/drawing/2014/main" id="{4BE3DBF4-EC18-41AD-8491-502CB227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98152" y="138384"/>
                </a:moveTo>
                <a:lnTo>
                  <a:pt x="87931" y="128555"/>
                </a:lnTo>
                <a:lnTo>
                  <a:pt x="88062" y="128686"/>
                </a:lnTo>
                <a:lnTo>
                  <a:pt x="78364" y="118596"/>
                </a:lnTo>
                <a:lnTo>
                  <a:pt x="78496" y="118858"/>
                </a:lnTo>
                <a:lnTo>
                  <a:pt x="69454" y="108768"/>
                </a:lnTo>
                <a:lnTo>
                  <a:pt x="69584" y="109030"/>
                </a:lnTo>
                <a:lnTo>
                  <a:pt x="62901" y="100774"/>
                </a:lnTo>
                <a:lnTo>
                  <a:pt x="52680" y="109030"/>
                </a:lnTo>
                <a:lnTo>
                  <a:pt x="59625" y="117416"/>
                </a:lnTo>
                <a:lnTo>
                  <a:pt x="68799" y="127638"/>
                </a:lnTo>
                <a:lnTo>
                  <a:pt x="78758" y="137860"/>
                </a:lnTo>
                <a:lnTo>
                  <a:pt x="89110" y="147819"/>
                </a:lnTo>
                <a:lnTo>
                  <a:pt x="98152" y="138384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df-path-72-part-27">
            <a:extLst xmlns:a="http://schemas.openxmlformats.org/drawingml/2006/main">
              <a:ext uri="{FF2B5EF4-FFF2-40B4-BE49-F238E27FC236}">
                <a16:creationId xmlns:a16="http://schemas.microsoft.com/office/drawing/2014/main" id="{E362C6ED-8A69-41DC-838A-9E4C0CB2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43507" y="69061"/>
                </a:moveTo>
                <a:lnTo>
                  <a:pt x="40100" y="60543"/>
                </a:lnTo>
                <a:lnTo>
                  <a:pt x="27912" y="65392"/>
                </a:lnTo>
                <a:lnTo>
                  <a:pt x="31320" y="74041"/>
                </a:lnTo>
                <a:lnTo>
                  <a:pt x="43507" y="69061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pdf-path-72-part-28">
            <a:extLst xmlns:a="http://schemas.openxmlformats.org/drawingml/2006/main">
              <a:ext uri="{FF2B5EF4-FFF2-40B4-BE49-F238E27FC236}">
                <a16:creationId xmlns:a16="http://schemas.microsoft.com/office/drawing/2014/main" id="{6D7A9CA1-034F-4534-9A76-F1B52EA3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2962" y="1494869"/>
            <a:ext cx="2371520" cy="449878"/>
          </a:xfrm>
          <a:custGeom xmlns:a="http://schemas.openxmlformats.org/drawingml/2006/main">
            <a:pathLst>
              <a:path w="2371520" h="449878">
                <a:moveTo>
                  <a:pt x="75350" y="64475"/>
                </a:moveTo>
                <a:lnTo>
                  <a:pt x="15463" y="0"/>
                </a:lnTo>
                <a:lnTo>
                  <a:pt x="0" y="86621"/>
                </a:lnTo>
                <a:lnTo>
                  <a:pt x="75350" y="64475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EA2319C7-CE7E-459C-BF40-D16638E8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574" y="1686409"/>
            <a:ext cx="1143536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Feedback from logs</a:t>
            </a:r>
          </a:p>
        </p:txBody>
      </p:sp>
      <p:sp>
        <p:nvSpPr>
          <p:cNvPr id="217" name="pdf-path-74">
            <a:extLst xmlns:a="http://schemas.openxmlformats.org/drawingml/2006/main">
              <a:ext uri="{FF2B5EF4-FFF2-40B4-BE49-F238E27FC236}">
                <a16:creationId xmlns:a16="http://schemas.microsoft.com/office/drawing/2014/main" id="{C3814F5E-DE73-4A93-B78A-55BA596F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9554" y="1391087"/>
            <a:ext cx="165603" cy="178298"/>
          </a:xfrm>
          <a:custGeom xmlns:a="http://schemas.openxmlformats.org/drawingml/2006/main">
            <a:pathLst>
              <a:path w="165603" h="178298">
                <a:moveTo>
                  <a:pt x="83136" y="26745"/>
                </a:moveTo>
                <a:cubicBezTo>
                  <a:pt x="85587" y="26745"/>
                  <a:pt x="87593" y="28750"/>
                  <a:pt x="87593" y="31202"/>
                </a:cubicBezTo>
                <a:cubicBezTo>
                  <a:pt x="87593" y="33654"/>
                  <a:pt x="85587" y="35659"/>
                  <a:pt x="83136" y="35659"/>
                </a:cubicBezTo>
                <a:cubicBezTo>
                  <a:pt x="80684" y="35659"/>
                  <a:pt x="78678" y="33654"/>
                  <a:pt x="78678" y="31202"/>
                </a:cubicBezTo>
                <a:cubicBezTo>
                  <a:pt x="78678" y="28750"/>
                  <a:pt x="80684" y="26745"/>
                  <a:pt x="83136" y="26745"/>
                </a:cubicBezTo>
                <a:moveTo>
                  <a:pt x="109882" y="160468"/>
                </a:moveTo>
                <a:cubicBezTo>
                  <a:pt x="109882" y="158016"/>
                  <a:pt x="107876" y="156010"/>
                  <a:pt x="105424" y="156010"/>
                </a:cubicBezTo>
                <a:lnTo>
                  <a:pt x="89823" y="156010"/>
                </a:lnTo>
                <a:lnTo>
                  <a:pt x="89822" y="42791"/>
                </a:lnTo>
                <a:cubicBezTo>
                  <a:pt x="91828" y="41677"/>
                  <a:pt x="93611" y="39894"/>
                  <a:pt x="94725" y="37888"/>
                </a:cubicBezTo>
                <a:lnTo>
                  <a:pt x="137519" y="37888"/>
                </a:lnTo>
                <a:lnTo>
                  <a:pt x="125037" y="102521"/>
                </a:lnTo>
                <a:lnTo>
                  <a:pt x="134176" y="102521"/>
                </a:lnTo>
                <a:lnTo>
                  <a:pt x="143982" y="51706"/>
                </a:lnTo>
                <a:lnTo>
                  <a:pt x="156464" y="102521"/>
                </a:lnTo>
                <a:lnTo>
                  <a:pt x="165603" y="102521"/>
                </a:lnTo>
                <a:lnTo>
                  <a:pt x="149332" y="37888"/>
                </a:lnTo>
                <a:lnTo>
                  <a:pt x="152229" y="37888"/>
                </a:lnTo>
                <a:cubicBezTo>
                  <a:pt x="156018" y="37888"/>
                  <a:pt x="158916" y="34991"/>
                  <a:pt x="158916" y="31202"/>
                </a:cubicBezTo>
                <a:cubicBezTo>
                  <a:pt x="158916" y="27413"/>
                  <a:pt x="156018" y="24516"/>
                  <a:pt x="152229" y="24516"/>
                </a:cubicBezTo>
                <a:lnTo>
                  <a:pt x="94725" y="24516"/>
                </a:lnTo>
                <a:cubicBezTo>
                  <a:pt x="93611" y="22510"/>
                  <a:pt x="91828" y="20727"/>
                  <a:pt x="89822" y="19613"/>
                </a:cubicBezTo>
                <a:lnTo>
                  <a:pt x="89822" y="6686"/>
                </a:lnTo>
                <a:cubicBezTo>
                  <a:pt x="89822" y="2897"/>
                  <a:pt x="86924" y="0"/>
                  <a:pt x="83135" y="0"/>
                </a:cubicBezTo>
                <a:cubicBezTo>
                  <a:pt x="79346" y="0"/>
                  <a:pt x="76449" y="2897"/>
                  <a:pt x="76449" y="6686"/>
                </a:cubicBezTo>
                <a:lnTo>
                  <a:pt x="76449" y="19613"/>
                </a:lnTo>
                <a:cubicBezTo>
                  <a:pt x="74443" y="20727"/>
                  <a:pt x="72660" y="22510"/>
                  <a:pt x="71546" y="24516"/>
                </a:cubicBezTo>
                <a:lnTo>
                  <a:pt x="14042" y="24516"/>
                </a:lnTo>
                <a:cubicBezTo>
                  <a:pt x="10253" y="24516"/>
                  <a:pt x="7356" y="27413"/>
                  <a:pt x="7356" y="31202"/>
                </a:cubicBezTo>
                <a:cubicBezTo>
                  <a:pt x="7356" y="34322"/>
                  <a:pt x="9585" y="37220"/>
                  <a:pt x="12705" y="37665"/>
                </a:cubicBezTo>
                <a:lnTo>
                  <a:pt x="0" y="102521"/>
                </a:lnTo>
                <a:lnTo>
                  <a:pt x="9139" y="102521"/>
                </a:lnTo>
                <a:lnTo>
                  <a:pt x="18945" y="51706"/>
                </a:lnTo>
                <a:lnTo>
                  <a:pt x="31650" y="102521"/>
                </a:lnTo>
                <a:lnTo>
                  <a:pt x="40788" y="102521"/>
                </a:lnTo>
                <a:lnTo>
                  <a:pt x="24517" y="37888"/>
                </a:lnTo>
                <a:lnTo>
                  <a:pt x="71322" y="37888"/>
                </a:lnTo>
                <a:cubicBezTo>
                  <a:pt x="72437" y="39894"/>
                  <a:pt x="74220" y="41677"/>
                  <a:pt x="76226" y="42791"/>
                </a:cubicBezTo>
                <a:lnTo>
                  <a:pt x="76227" y="156010"/>
                </a:lnTo>
                <a:lnTo>
                  <a:pt x="60625" y="156010"/>
                </a:lnTo>
                <a:cubicBezTo>
                  <a:pt x="58173" y="156010"/>
                  <a:pt x="56167" y="158016"/>
                  <a:pt x="56167" y="160468"/>
                </a:cubicBezTo>
                <a:lnTo>
                  <a:pt x="56167" y="164925"/>
                </a:lnTo>
                <a:lnTo>
                  <a:pt x="29644" y="164925"/>
                </a:lnTo>
                <a:lnTo>
                  <a:pt x="29644" y="178298"/>
                </a:lnTo>
                <a:lnTo>
                  <a:pt x="136628" y="178298"/>
                </a:lnTo>
                <a:lnTo>
                  <a:pt x="136628" y="164925"/>
                </a:lnTo>
                <a:lnTo>
                  <a:pt x="109882" y="164925"/>
                </a:lnTo>
                <a:lnTo>
                  <a:pt x="109882" y="1604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df-path-75">
            <a:extLst xmlns:a="http://schemas.openxmlformats.org/drawingml/2006/main">
              <a:ext uri="{FF2B5EF4-FFF2-40B4-BE49-F238E27FC236}">
                <a16:creationId xmlns:a16="http://schemas.microsoft.com/office/drawing/2014/main" id="{72E28EA8-10CC-4E9F-82BA-F0C90CD4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536" y="1500294"/>
            <a:ext cx="53493" cy="13372"/>
          </a:xfrm>
          <a:custGeom xmlns:a="http://schemas.openxmlformats.org/drawingml/2006/main">
            <a:pathLst>
              <a:path w="53493" h="13372">
                <a:moveTo>
                  <a:pt x="53493" y="0"/>
                </a:moveTo>
                <a:lnTo>
                  <a:pt x="0" y="0"/>
                </a:lnTo>
                <a:cubicBezTo>
                  <a:pt x="0" y="7355"/>
                  <a:pt x="12036" y="13372"/>
                  <a:pt x="26746" y="13372"/>
                </a:cubicBezTo>
                <a:cubicBezTo>
                  <a:pt x="41457" y="13372"/>
                  <a:pt x="53493" y="7355"/>
                  <a:pt x="53493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76">
            <a:extLst xmlns:a="http://schemas.openxmlformats.org/drawingml/2006/main">
              <a:ext uri="{FF2B5EF4-FFF2-40B4-BE49-F238E27FC236}">
                <a16:creationId xmlns:a16="http://schemas.microsoft.com/office/drawing/2014/main" id="{DD84358B-0B54-410D-BB65-D5C05031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8351" y="1500294"/>
            <a:ext cx="53492" cy="13372"/>
          </a:xfrm>
          <a:custGeom xmlns:a="http://schemas.openxmlformats.org/drawingml/2006/main">
            <a:pathLst>
              <a:path w="53492" h="13372">
                <a:moveTo>
                  <a:pt x="0" y="0"/>
                </a:moveTo>
                <a:cubicBezTo>
                  <a:pt x="0" y="7355"/>
                  <a:pt x="12036" y="13372"/>
                  <a:pt x="26746" y="13372"/>
                </a:cubicBezTo>
                <a:cubicBezTo>
                  <a:pt x="41456" y="13372"/>
                  <a:pt x="53492" y="7355"/>
                  <a:pt x="53492" y="0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F61DFDFD-0393-4DCE-A014-990E67F4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3483" y="1559947"/>
            <a:ext cx="274127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VLM</a:t>
            </a:r>
          </a:p>
        </p:txBody>
      </p:sp>
      <p:sp>
        <p:nvSpPr>
          <p:cNvPr id="221" name="pdf-path-78-part-0">
            <a:extLst xmlns:a="http://schemas.openxmlformats.org/drawingml/2006/main">
              <a:ext uri="{FF2B5EF4-FFF2-40B4-BE49-F238E27FC236}">
                <a16:creationId xmlns:a16="http://schemas.microsoft.com/office/drawing/2014/main" id="{64901AEF-BFD3-4703-888A-E71D9798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599" y="2251654"/>
            <a:ext cx="52417" cy="315163"/>
          </a:xfrm>
          <a:custGeom xmlns:a="http://schemas.openxmlformats.org/drawingml/2006/main">
            <a:pathLst>
              <a:path w="52417" h="315163">
                <a:moveTo>
                  <a:pt x="52417" y="0"/>
                </a:moveTo>
                <a:lnTo>
                  <a:pt x="52417" y="249641"/>
                </a:lnTo>
                <a:lnTo>
                  <a:pt x="26209" y="249641"/>
                </a:lnTo>
                <a:lnTo>
                  <a:pt x="26209" y="0"/>
                </a:lnTo>
                <a:lnTo>
                  <a:pt x="52417" y="0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df-path-78-part-1">
            <a:extLst xmlns:a="http://schemas.openxmlformats.org/drawingml/2006/main">
              <a:ext uri="{FF2B5EF4-FFF2-40B4-BE49-F238E27FC236}">
                <a16:creationId xmlns:a16="http://schemas.microsoft.com/office/drawing/2014/main" id="{218A7F0B-1CBB-490A-85C7-7B2A2684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05599" y="2251654"/>
            <a:ext cx="52417" cy="315163"/>
          </a:xfrm>
          <a:custGeom xmlns:a="http://schemas.openxmlformats.org/drawingml/2006/main">
            <a:pathLst>
              <a:path w="52417" h="315163">
                <a:moveTo>
                  <a:pt x="78627" y="236536"/>
                </a:moveTo>
                <a:lnTo>
                  <a:pt x="39313" y="315163"/>
                </a:lnTo>
                <a:lnTo>
                  <a:pt x="0" y="236536"/>
                </a:lnTo>
                <a:lnTo>
                  <a:pt x="78627" y="236536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3DC94CC6-0DAF-4F50-B4F9-0A7D29CC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5433" y="1901057"/>
            <a:ext cx="720800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 Iterations</a:t>
            </a:r>
          </a:p>
        </p:txBody>
      </p:sp>
      <p:sp>
        <p:nvSpPr>
          <p:cNvPr id="224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50643432-51C7-4903-9816-B2AFAB0D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0937" y="2337699"/>
            <a:ext cx="781645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1" i="0">
                <a:solidFill>
                  <a:srgbClr val="ED7D3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1" i="0">
                <a:solidFill>
                  <a:srgbClr val="ED7D31"/>
                </a:solidFill>
                <a:latin typeface="Arial"/>
                <a:ea typeface="Arial"/>
                <a:cs typeface="Arial"/>
              </a:defRPr>
            </a:pPr>
            <a:r>
              <a:rPr sz="1009" b="1" i="0">
                <a:solidFill>
                  <a:srgbClr val="ED7D31"/>
                </a:solidFill>
                <a:latin typeface="Arial"/>
                <a:ea typeface="Arial"/>
                <a:cs typeface="Arial"/>
              </a:rPr>
              <a:t>Data engine!</a:t>
            </a:r>
          </a:p>
        </p:txBody>
      </p:sp>
      <p:sp>
        <p:nvSpPr>
          <p:cNvPr id="225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FF0A4921-98AF-4CBE-A0A2-BF4F28AE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9511" y="680947"/>
            <a:ext cx="793108" cy="157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241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Scaling up</a:t>
            </a:r>
          </a:p>
        </p:txBody>
      </p:sp>
      <p:sp>
        <p:nvSpPr>
          <p:cNvPr id="226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869C5919-1AD9-42D5-97DB-2DCA0581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4537" y="868079"/>
            <a:ext cx="534361" cy="157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241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Expert </a:t>
            </a:r>
          </a:p>
        </p:txBody>
      </p:sp>
      <p:sp>
        <p:nvSpPr>
          <p:cNvPr id="227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2C64674F-816F-459B-BC06-0B582F66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3362" y="1055477"/>
            <a:ext cx="790043" cy="15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8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Trajectory </a:t>
            </a:r>
          </a:p>
        </p:txBody>
      </p:sp>
      <p:sp>
        <p:nvSpPr>
          <p:cNvPr id="228" name="pdf-path-84">
            <a:extLst xmlns:a="http://schemas.openxmlformats.org/drawingml/2006/main">
              <a:ext uri="{FF2B5EF4-FFF2-40B4-BE49-F238E27FC236}">
                <a16:creationId xmlns:a16="http://schemas.microsoft.com/office/drawing/2014/main" id="{0246AEC8-B00A-4A80-B793-8C07E988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9208" y="4285854"/>
            <a:ext cx="243294" cy="218349"/>
          </a:xfrm>
          <a:custGeom xmlns:a="http://schemas.openxmlformats.org/drawingml/2006/main">
            <a:pathLst>
              <a:path w="243294" h="218349">
                <a:moveTo>
                  <a:pt x="225463" y="164288"/>
                </a:moveTo>
                <a:cubicBezTo>
                  <a:pt x="217674" y="160205"/>
                  <a:pt x="187182" y="149933"/>
                  <a:pt x="161554" y="139980"/>
                </a:cubicBezTo>
                <a:cubicBezTo>
                  <a:pt x="155273" y="137497"/>
                  <a:pt x="149649" y="132912"/>
                  <a:pt x="148552" y="126192"/>
                </a:cubicBezTo>
                <a:cubicBezTo>
                  <a:pt x="147262" y="118403"/>
                  <a:pt x="152664" y="112910"/>
                  <a:pt x="158413" y="107885"/>
                </a:cubicBezTo>
                <a:cubicBezTo>
                  <a:pt x="174117" y="94004"/>
                  <a:pt x="189631" y="90298"/>
                  <a:pt x="195912" y="84018"/>
                </a:cubicBezTo>
                <a:cubicBezTo>
                  <a:pt x="208387" y="71966"/>
                  <a:pt x="208734" y="52085"/>
                  <a:pt x="196682" y="39612"/>
                </a:cubicBezTo>
                <a:cubicBezTo>
                  <a:pt x="184631" y="27134"/>
                  <a:pt x="164749" y="26790"/>
                  <a:pt x="152275" y="38837"/>
                </a:cubicBezTo>
                <a:cubicBezTo>
                  <a:pt x="152015" y="39092"/>
                  <a:pt x="151755" y="39348"/>
                  <a:pt x="151504" y="39612"/>
                </a:cubicBezTo>
                <a:cubicBezTo>
                  <a:pt x="148364" y="42752"/>
                  <a:pt x="144595" y="49033"/>
                  <a:pt x="139444" y="55594"/>
                </a:cubicBezTo>
                <a:cubicBezTo>
                  <a:pt x="121635" y="77925"/>
                  <a:pt x="117175" y="80312"/>
                  <a:pt x="104550" y="80312"/>
                </a:cubicBezTo>
                <a:cubicBezTo>
                  <a:pt x="97158" y="80123"/>
                  <a:pt x="90685" y="75308"/>
                  <a:pt x="88378" y="68282"/>
                </a:cubicBezTo>
                <a:cubicBezTo>
                  <a:pt x="81183" y="48120"/>
                  <a:pt x="72674" y="23373"/>
                  <a:pt x="69157" y="16812"/>
                </a:cubicBezTo>
                <a:cubicBezTo>
                  <a:pt x="62269" y="4443"/>
                  <a:pt x="46662" y="0"/>
                  <a:pt x="34296" y="6888"/>
                </a:cubicBezTo>
                <a:cubicBezTo>
                  <a:pt x="21927" y="13772"/>
                  <a:pt x="17484" y="29378"/>
                  <a:pt x="24372" y="41747"/>
                </a:cubicBezTo>
                <a:cubicBezTo>
                  <a:pt x="31143" y="51721"/>
                  <a:pt x="38861" y="61017"/>
                  <a:pt x="47424" y="69509"/>
                </a:cubicBezTo>
                <a:cubicBezTo>
                  <a:pt x="53843" y="75969"/>
                  <a:pt x="56695" y="85165"/>
                  <a:pt x="55054" y="94130"/>
                </a:cubicBezTo>
                <a:cubicBezTo>
                  <a:pt x="52340" y="107583"/>
                  <a:pt x="39928" y="116842"/>
                  <a:pt x="26256" y="115610"/>
                </a:cubicBezTo>
                <a:cubicBezTo>
                  <a:pt x="23116" y="115359"/>
                  <a:pt x="20729" y="115200"/>
                  <a:pt x="19347" y="115200"/>
                </a:cubicBezTo>
                <a:cubicBezTo>
                  <a:pt x="8660" y="115200"/>
                  <a:pt x="0" y="123859"/>
                  <a:pt x="0" y="134545"/>
                </a:cubicBezTo>
                <a:cubicBezTo>
                  <a:pt x="0" y="145231"/>
                  <a:pt x="8660" y="153890"/>
                  <a:pt x="19347" y="153890"/>
                </a:cubicBezTo>
                <a:cubicBezTo>
                  <a:pt x="22299" y="153890"/>
                  <a:pt x="29962" y="153233"/>
                  <a:pt x="39510" y="152040"/>
                </a:cubicBezTo>
                <a:cubicBezTo>
                  <a:pt x="47349" y="150980"/>
                  <a:pt x="54974" y="155121"/>
                  <a:pt x="58353" y="162277"/>
                </a:cubicBezTo>
                <a:cubicBezTo>
                  <a:pt x="61494" y="168965"/>
                  <a:pt x="58353" y="175559"/>
                  <a:pt x="55213" y="182280"/>
                </a:cubicBezTo>
                <a:cubicBezTo>
                  <a:pt x="53144" y="186647"/>
                  <a:pt x="50741" y="190847"/>
                  <a:pt x="48019" y="194842"/>
                </a:cubicBezTo>
                <a:cubicBezTo>
                  <a:pt x="44254" y="202111"/>
                  <a:pt x="47094" y="211055"/>
                  <a:pt x="54363" y="214824"/>
                </a:cubicBezTo>
                <a:cubicBezTo>
                  <a:pt x="61176" y="218349"/>
                  <a:pt x="69550" y="216101"/>
                  <a:pt x="73680" y="209635"/>
                </a:cubicBezTo>
                <a:cubicBezTo>
                  <a:pt x="76066" y="205490"/>
                  <a:pt x="78294" y="192706"/>
                  <a:pt x="87088" y="175090"/>
                </a:cubicBezTo>
                <a:cubicBezTo>
                  <a:pt x="88194" y="172356"/>
                  <a:pt x="90262" y="170124"/>
                  <a:pt x="92900" y="168809"/>
                </a:cubicBezTo>
                <a:cubicBezTo>
                  <a:pt x="98282" y="166532"/>
                  <a:pt x="104491" y="169048"/>
                  <a:pt x="106769" y="174429"/>
                </a:cubicBezTo>
                <a:cubicBezTo>
                  <a:pt x="106950" y="174847"/>
                  <a:pt x="107100" y="175279"/>
                  <a:pt x="107222" y="175719"/>
                </a:cubicBezTo>
                <a:cubicBezTo>
                  <a:pt x="108226" y="179110"/>
                  <a:pt x="109169" y="182000"/>
                  <a:pt x="109797" y="183473"/>
                </a:cubicBezTo>
                <a:cubicBezTo>
                  <a:pt x="113159" y="190152"/>
                  <a:pt x="121296" y="192836"/>
                  <a:pt x="127974" y="189474"/>
                </a:cubicBezTo>
                <a:cubicBezTo>
                  <a:pt x="133753" y="186564"/>
                  <a:pt x="136663" y="179969"/>
                  <a:pt x="134922" y="173738"/>
                </a:cubicBezTo>
                <a:cubicBezTo>
                  <a:pt x="134293" y="172331"/>
                  <a:pt x="133561" y="170979"/>
                  <a:pt x="132723" y="169689"/>
                </a:cubicBezTo>
                <a:cubicBezTo>
                  <a:pt x="130608" y="166502"/>
                  <a:pt x="131291" y="162227"/>
                  <a:pt x="134293" y="159857"/>
                </a:cubicBezTo>
                <a:cubicBezTo>
                  <a:pt x="137263" y="157885"/>
                  <a:pt x="141211" y="158291"/>
                  <a:pt x="143716" y="160833"/>
                </a:cubicBezTo>
                <a:cubicBezTo>
                  <a:pt x="166202" y="180178"/>
                  <a:pt x="193115" y="205176"/>
                  <a:pt x="201439" y="209602"/>
                </a:cubicBezTo>
                <a:cubicBezTo>
                  <a:pt x="213772" y="216549"/>
                  <a:pt x="229400" y="212186"/>
                  <a:pt x="236346" y="199854"/>
                </a:cubicBezTo>
                <a:cubicBezTo>
                  <a:pt x="243294" y="187523"/>
                  <a:pt x="238930" y="171896"/>
                  <a:pt x="226598" y="164949"/>
                </a:cubicBezTo>
                <a:cubicBezTo>
                  <a:pt x="226184" y="164714"/>
                  <a:pt x="225765" y="164497"/>
                  <a:pt x="225338" y="164288"/>
                </a:cubicBezTo>
                <a:lnTo>
                  <a:pt x="225463" y="1642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df-path-85">
            <a:extLst xmlns:a="http://schemas.openxmlformats.org/drawingml/2006/main">
              <a:ext uri="{FF2B5EF4-FFF2-40B4-BE49-F238E27FC236}">
                <a16:creationId xmlns:a16="http://schemas.microsoft.com/office/drawing/2014/main" id="{EE2EC0E3-A7FD-4323-860B-DD98E1AA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2786" y="4303700"/>
            <a:ext cx="25124" cy="25124"/>
          </a:xfrm>
          <a:custGeom xmlns:a="http://schemas.openxmlformats.org/drawingml/2006/main">
            <a:pathLst>
              <a:path w="25124" h="25124">
                <a:moveTo>
                  <a:pt x="25124" y="12562"/>
                </a:moveTo>
                <a:cubicBezTo>
                  <a:pt x="25124" y="19500"/>
                  <a:pt x="19501" y="25124"/>
                  <a:pt x="12563" y="25124"/>
                </a:cubicBezTo>
                <a:cubicBezTo>
                  <a:pt x="5624" y="25124"/>
                  <a:pt x="0" y="19500"/>
                  <a:pt x="0" y="12562"/>
                </a:cubicBezTo>
                <a:cubicBezTo>
                  <a:pt x="0" y="5624"/>
                  <a:pt x="5624" y="0"/>
                  <a:pt x="12563" y="0"/>
                </a:cubicBezTo>
                <a:cubicBezTo>
                  <a:pt x="19501" y="0"/>
                  <a:pt x="25124" y="5624"/>
                  <a:pt x="25124" y="125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df-path-86">
            <a:extLst xmlns:a="http://schemas.openxmlformats.org/drawingml/2006/main">
              <a:ext uri="{FF2B5EF4-FFF2-40B4-BE49-F238E27FC236}">
                <a16:creationId xmlns:a16="http://schemas.microsoft.com/office/drawing/2014/main" id="{E0EBFFB3-8441-409E-98EA-09F4952E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4685" y="4347666"/>
            <a:ext cx="32726" cy="32723"/>
          </a:xfrm>
          <a:custGeom xmlns:a="http://schemas.openxmlformats.org/drawingml/2006/main">
            <a:pathLst>
              <a:path w="32726" h="32723">
                <a:moveTo>
                  <a:pt x="32726" y="16364"/>
                </a:moveTo>
                <a:cubicBezTo>
                  <a:pt x="32726" y="25400"/>
                  <a:pt x="25398" y="32723"/>
                  <a:pt x="16361" y="32723"/>
                </a:cubicBezTo>
                <a:cubicBezTo>
                  <a:pt x="7325" y="32723"/>
                  <a:pt x="0" y="25400"/>
                  <a:pt x="0" y="16364"/>
                </a:cubicBezTo>
                <a:cubicBezTo>
                  <a:pt x="0" y="7328"/>
                  <a:pt x="7325" y="0"/>
                  <a:pt x="16361" y="0"/>
                </a:cubicBezTo>
                <a:cubicBezTo>
                  <a:pt x="25398" y="0"/>
                  <a:pt x="32726" y="7328"/>
                  <a:pt x="32726" y="163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df-path-87">
            <a:extLst xmlns:a="http://schemas.openxmlformats.org/drawingml/2006/main">
              <a:ext uri="{FF2B5EF4-FFF2-40B4-BE49-F238E27FC236}">
                <a16:creationId xmlns:a16="http://schemas.microsoft.com/office/drawing/2014/main" id="{CD8E170D-87AA-44A9-BC9E-F7B9925E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1708" y="4460722"/>
            <a:ext cx="12563" cy="12562"/>
          </a:xfrm>
          <a:custGeom xmlns:a="http://schemas.openxmlformats.org/drawingml/2006/main">
            <a:pathLst>
              <a:path w="12563" h="12562">
                <a:moveTo>
                  <a:pt x="12563" y="6281"/>
                </a:moveTo>
                <a:cubicBezTo>
                  <a:pt x="12563" y="9748"/>
                  <a:pt x="9749" y="12562"/>
                  <a:pt x="6281" y="12562"/>
                </a:cubicBezTo>
                <a:cubicBezTo>
                  <a:pt x="2810" y="12562"/>
                  <a:pt x="0" y="9748"/>
                  <a:pt x="0" y="6281"/>
                </a:cubicBezTo>
                <a:cubicBezTo>
                  <a:pt x="0" y="2814"/>
                  <a:pt x="2810" y="0"/>
                  <a:pt x="6281" y="0"/>
                </a:cubicBezTo>
                <a:cubicBezTo>
                  <a:pt x="9749" y="0"/>
                  <a:pt x="12563" y="2814"/>
                  <a:pt x="12563" y="62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df-path-88">
            <a:extLst xmlns:a="http://schemas.openxmlformats.org/drawingml/2006/main">
              <a:ext uri="{FF2B5EF4-FFF2-40B4-BE49-F238E27FC236}">
                <a16:creationId xmlns:a16="http://schemas.microsoft.com/office/drawing/2014/main" id="{8BD5C89B-B650-461B-86C6-8B4BAA82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6505" y="4501548"/>
            <a:ext cx="9422" cy="9422"/>
          </a:xfrm>
          <a:custGeom xmlns:a="http://schemas.openxmlformats.org/drawingml/2006/main">
            <a:pathLst>
              <a:path w="9422" h="9422">
                <a:moveTo>
                  <a:pt x="9422" y="4711"/>
                </a:moveTo>
                <a:cubicBezTo>
                  <a:pt x="9422" y="7311"/>
                  <a:pt x="7311" y="9422"/>
                  <a:pt x="4711" y="9422"/>
                </a:cubicBezTo>
                <a:cubicBezTo>
                  <a:pt x="2107" y="9422"/>
                  <a:pt x="0" y="7311"/>
                  <a:pt x="0" y="4711"/>
                </a:cubicBezTo>
                <a:cubicBezTo>
                  <a:pt x="0" y="2111"/>
                  <a:pt x="2106" y="0"/>
                  <a:pt x="4711" y="0"/>
                </a:cubicBezTo>
                <a:cubicBezTo>
                  <a:pt x="7311" y="0"/>
                  <a:pt x="9422" y="2111"/>
                  <a:pt x="9422" y="47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df-path-89">
            <a:extLst xmlns:a="http://schemas.openxmlformats.org/drawingml/2006/main">
              <a:ext uri="{FF2B5EF4-FFF2-40B4-BE49-F238E27FC236}">
                <a16:creationId xmlns:a16="http://schemas.microsoft.com/office/drawing/2014/main" id="{7EAA1FB4-F1F8-4308-8ED6-C460C5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3614" y="4501549"/>
            <a:ext cx="21984" cy="21983"/>
          </a:xfrm>
          <a:custGeom xmlns:a="http://schemas.openxmlformats.org/drawingml/2006/main">
            <a:pathLst>
              <a:path w="21984" h="21983">
                <a:moveTo>
                  <a:pt x="21984" y="10991"/>
                </a:moveTo>
                <a:cubicBezTo>
                  <a:pt x="21984" y="17062"/>
                  <a:pt x="17060" y="21983"/>
                  <a:pt x="10992" y="21983"/>
                </a:cubicBezTo>
                <a:cubicBezTo>
                  <a:pt x="4920" y="21983"/>
                  <a:pt x="0" y="17062"/>
                  <a:pt x="0" y="10991"/>
                </a:cubicBezTo>
                <a:cubicBezTo>
                  <a:pt x="0" y="4920"/>
                  <a:pt x="4920" y="0"/>
                  <a:pt x="10992" y="0"/>
                </a:cubicBezTo>
                <a:cubicBezTo>
                  <a:pt x="17060" y="0"/>
                  <a:pt x="21984" y="4920"/>
                  <a:pt x="21984" y="109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df-path-90">
            <a:extLst xmlns:a="http://schemas.openxmlformats.org/drawingml/2006/main">
              <a:ext uri="{FF2B5EF4-FFF2-40B4-BE49-F238E27FC236}">
                <a16:creationId xmlns:a16="http://schemas.microsoft.com/office/drawing/2014/main" id="{8EAC8D83-D044-49A5-82C4-9437C750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7005" y="4407335"/>
            <a:ext cx="12562" cy="12562"/>
          </a:xfrm>
          <a:custGeom xmlns:a="http://schemas.openxmlformats.org/drawingml/2006/main">
            <a:pathLst>
              <a:path w="12562" h="12562">
                <a:moveTo>
                  <a:pt x="12562" y="6281"/>
                </a:moveTo>
                <a:cubicBezTo>
                  <a:pt x="12562" y="9748"/>
                  <a:pt x="9748" y="12562"/>
                  <a:pt x="6280" y="12562"/>
                </a:cubicBezTo>
                <a:cubicBezTo>
                  <a:pt x="2810" y="12562"/>
                  <a:pt x="0" y="9748"/>
                  <a:pt x="0" y="6281"/>
                </a:cubicBezTo>
                <a:cubicBezTo>
                  <a:pt x="0" y="2814"/>
                  <a:pt x="2810" y="0"/>
                  <a:pt x="6280" y="0"/>
                </a:cubicBezTo>
                <a:cubicBezTo>
                  <a:pt x="9748" y="0"/>
                  <a:pt x="12562" y="2814"/>
                  <a:pt x="12562" y="62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07BF7C60-E1E8-447B-BFF8-D1182F3D1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d318588ad4c66"/>
          <a:srcRect xmlns:a="http://schemas.openxmlformats.org/drawingml/2006/main" l="0" t="1238" r="0" b="1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73759" y="4222309"/>
            <a:ext cx="343993" cy="314508"/>
          </a:xfrm>
          <a:prstGeom xmlns:a="http://schemas.openxmlformats.org/drawingml/2006/main" prst="rect">
            <a:avLst/>
          </a:prstGeom>
        </p:spPr>
      </p:pic>
      <p:sp>
        <p:nvSpPr>
          <p:cNvPr id="236" name="pdf-source-image-29">
            <a:extLst xmlns:a="http://schemas.openxmlformats.org/drawingml/2006/main">
              <a:ext uri="{FF2B5EF4-FFF2-40B4-BE49-F238E27FC236}">
                <a16:creationId xmlns:a16="http://schemas.microsoft.com/office/drawing/2014/main" id="{AB154F20-F759-4C23-9F30-411B5D3E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3759" y="4222309"/>
            <a:ext cx="343993" cy="314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7" name="pdf-path-92">
            <a:extLst xmlns:a="http://schemas.openxmlformats.org/drawingml/2006/main">
              <a:ext uri="{FF2B5EF4-FFF2-40B4-BE49-F238E27FC236}">
                <a16:creationId xmlns:a16="http://schemas.microsoft.com/office/drawing/2014/main" id="{C0E0F081-CA22-412B-B549-90D68036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838" y="1442937"/>
            <a:ext cx="272319" cy="77801"/>
          </a:xfrm>
          <a:custGeom xmlns:a="http://schemas.openxmlformats.org/drawingml/2006/main">
            <a:pathLst>
              <a:path w="272319" h="77801">
                <a:moveTo>
                  <a:pt x="272319" y="38901"/>
                </a:moveTo>
                <a:cubicBezTo>
                  <a:pt x="272319" y="60387"/>
                  <a:pt x="211358" y="77801"/>
                  <a:pt x="136159" y="77801"/>
                </a:cubicBezTo>
                <a:cubicBezTo>
                  <a:pt x="60961" y="77801"/>
                  <a:pt x="0" y="60387"/>
                  <a:pt x="0" y="38901"/>
                </a:cubicBezTo>
                <a:cubicBezTo>
                  <a:pt x="0" y="17415"/>
                  <a:pt x="60960" y="0"/>
                  <a:pt x="136159" y="0"/>
                </a:cubicBezTo>
                <a:cubicBezTo>
                  <a:pt x="211358" y="0"/>
                  <a:pt x="272319" y="17415"/>
                  <a:pt x="272319" y="389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df-path-93">
            <a:extLst xmlns:a="http://schemas.openxmlformats.org/drawingml/2006/main">
              <a:ext uri="{FF2B5EF4-FFF2-40B4-BE49-F238E27FC236}">
                <a16:creationId xmlns:a16="http://schemas.microsoft.com/office/drawing/2014/main" id="{46A57889-7A8A-4BF4-AFC6-BD575FBA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838" y="1501288"/>
            <a:ext cx="272319" cy="116702"/>
          </a:xfrm>
          <a:custGeom xmlns:a="http://schemas.openxmlformats.org/drawingml/2006/main">
            <a:pathLst>
              <a:path w="272319" h="116702">
                <a:moveTo>
                  <a:pt x="233416" y="77801"/>
                </a:moveTo>
                <a:cubicBezTo>
                  <a:pt x="227581" y="77801"/>
                  <a:pt x="223690" y="73911"/>
                  <a:pt x="223690" y="68076"/>
                </a:cubicBezTo>
                <a:cubicBezTo>
                  <a:pt x="223690" y="62241"/>
                  <a:pt x="227581" y="58351"/>
                  <a:pt x="233416" y="58351"/>
                </a:cubicBezTo>
                <a:cubicBezTo>
                  <a:pt x="239251" y="58351"/>
                  <a:pt x="243141" y="62241"/>
                  <a:pt x="243141" y="68076"/>
                </a:cubicBezTo>
                <a:cubicBezTo>
                  <a:pt x="243141" y="73911"/>
                  <a:pt x="239251" y="77801"/>
                  <a:pt x="233416" y="77801"/>
                </a:cubicBezTo>
                <a:moveTo>
                  <a:pt x="136159" y="38901"/>
                </a:moveTo>
                <a:cubicBezTo>
                  <a:pt x="61271" y="38901"/>
                  <a:pt x="0" y="21395"/>
                  <a:pt x="0" y="0"/>
                </a:cubicBezTo>
                <a:lnTo>
                  <a:pt x="0" y="77801"/>
                </a:lnTo>
                <a:cubicBezTo>
                  <a:pt x="0" y="99197"/>
                  <a:pt x="61272" y="116702"/>
                  <a:pt x="136159" y="116702"/>
                </a:cubicBezTo>
                <a:cubicBezTo>
                  <a:pt x="211047" y="116702"/>
                  <a:pt x="272319" y="99197"/>
                  <a:pt x="272319" y="77801"/>
                </a:cubicBezTo>
                <a:lnTo>
                  <a:pt x="272319" y="0"/>
                </a:lnTo>
                <a:cubicBezTo>
                  <a:pt x="272319" y="21395"/>
                  <a:pt x="211047" y="38901"/>
                  <a:pt x="136159" y="389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df-path-94">
            <a:extLst xmlns:a="http://schemas.openxmlformats.org/drawingml/2006/main">
              <a:ext uri="{FF2B5EF4-FFF2-40B4-BE49-F238E27FC236}">
                <a16:creationId xmlns:a16="http://schemas.microsoft.com/office/drawing/2014/main" id="{C7281CF9-697E-4F02-8C5A-1279E380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838" y="1598540"/>
            <a:ext cx="272319" cy="116702"/>
          </a:xfrm>
          <a:custGeom xmlns:a="http://schemas.openxmlformats.org/drawingml/2006/main">
            <a:pathLst>
              <a:path w="272319" h="116702">
                <a:moveTo>
                  <a:pt x="233416" y="77801"/>
                </a:moveTo>
                <a:cubicBezTo>
                  <a:pt x="227581" y="77801"/>
                  <a:pt x="223690" y="73911"/>
                  <a:pt x="223690" y="68076"/>
                </a:cubicBezTo>
                <a:cubicBezTo>
                  <a:pt x="223690" y="62241"/>
                  <a:pt x="227581" y="58351"/>
                  <a:pt x="233416" y="58351"/>
                </a:cubicBezTo>
                <a:cubicBezTo>
                  <a:pt x="239252" y="58351"/>
                  <a:pt x="243142" y="62241"/>
                  <a:pt x="243142" y="68076"/>
                </a:cubicBezTo>
                <a:cubicBezTo>
                  <a:pt x="243142" y="73911"/>
                  <a:pt x="239252" y="77801"/>
                  <a:pt x="233416" y="77801"/>
                </a:cubicBezTo>
                <a:moveTo>
                  <a:pt x="136159" y="38901"/>
                </a:moveTo>
                <a:cubicBezTo>
                  <a:pt x="61272" y="38901"/>
                  <a:pt x="0" y="21395"/>
                  <a:pt x="0" y="0"/>
                </a:cubicBezTo>
                <a:lnTo>
                  <a:pt x="0" y="77801"/>
                </a:lnTo>
                <a:cubicBezTo>
                  <a:pt x="0" y="99197"/>
                  <a:pt x="61272" y="116702"/>
                  <a:pt x="136159" y="116702"/>
                </a:cubicBezTo>
                <a:cubicBezTo>
                  <a:pt x="211048" y="116702"/>
                  <a:pt x="272319" y="99197"/>
                  <a:pt x="272319" y="77801"/>
                </a:cubicBezTo>
                <a:lnTo>
                  <a:pt x="272319" y="0"/>
                </a:lnTo>
                <a:cubicBezTo>
                  <a:pt x="272319" y="21395"/>
                  <a:pt x="211047" y="38901"/>
                  <a:pt x="136159" y="389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df-path-95">
            <a:extLst xmlns:a="http://schemas.openxmlformats.org/drawingml/2006/main">
              <a:ext uri="{FF2B5EF4-FFF2-40B4-BE49-F238E27FC236}">
                <a16:creationId xmlns:a16="http://schemas.microsoft.com/office/drawing/2014/main" id="{285EE4C7-4DA9-4AB2-A31C-86694821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1838" y="1695791"/>
            <a:ext cx="272319" cy="116703"/>
          </a:xfrm>
          <a:custGeom xmlns:a="http://schemas.openxmlformats.org/drawingml/2006/main">
            <a:pathLst>
              <a:path w="272319" h="116703">
                <a:moveTo>
                  <a:pt x="233416" y="77801"/>
                </a:moveTo>
                <a:cubicBezTo>
                  <a:pt x="227581" y="77801"/>
                  <a:pt x="223690" y="73911"/>
                  <a:pt x="223690" y="68076"/>
                </a:cubicBezTo>
                <a:cubicBezTo>
                  <a:pt x="223690" y="62241"/>
                  <a:pt x="227581" y="58351"/>
                  <a:pt x="233416" y="58351"/>
                </a:cubicBezTo>
                <a:cubicBezTo>
                  <a:pt x="239252" y="58351"/>
                  <a:pt x="243142" y="62241"/>
                  <a:pt x="243142" y="68076"/>
                </a:cubicBezTo>
                <a:cubicBezTo>
                  <a:pt x="243142" y="73911"/>
                  <a:pt x="239252" y="77801"/>
                  <a:pt x="233416" y="77801"/>
                </a:cubicBezTo>
                <a:moveTo>
                  <a:pt x="136159" y="38901"/>
                </a:moveTo>
                <a:cubicBezTo>
                  <a:pt x="61272" y="38901"/>
                  <a:pt x="0" y="21395"/>
                  <a:pt x="0" y="0"/>
                </a:cubicBezTo>
                <a:lnTo>
                  <a:pt x="0" y="77801"/>
                </a:lnTo>
                <a:cubicBezTo>
                  <a:pt x="0" y="99197"/>
                  <a:pt x="61272" y="116703"/>
                  <a:pt x="136159" y="116703"/>
                </a:cubicBezTo>
                <a:cubicBezTo>
                  <a:pt x="211048" y="116703"/>
                  <a:pt x="272319" y="99197"/>
                  <a:pt x="272319" y="77801"/>
                </a:cubicBezTo>
                <a:lnTo>
                  <a:pt x="272319" y="0"/>
                </a:lnTo>
                <a:cubicBezTo>
                  <a:pt x="272319" y="21395"/>
                  <a:pt x="211048" y="38901"/>
                  <a:pt x="136159" y="389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df-path-96">
            <a:extLst xmlns:a="http://schemas.openxmlformats.org/drawingml/2006/main">
              <a:ext uri="{FF2B5EF4-FFF2-40B4-BE49-F238E27FC236}">
                <a16:creationId xmlns:a16="http://schemas.microsoft.com/office/drawing/2014/main" id="{3E1FA030-1FEF-433E-9D2E-D388D67E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9097" y="3908949"/>
            <a:ext cx="267458" cy="83577"/>
          </a:xfrm>
          <a:custGeom xmlns:a="http://schemas.openxmlformats.org/drawingml/2006/main">
            <a:pathLst>
              <a:path w="267458" h="83577">
                <a:moveTo>
                  <a:pt x="225667" y="0"/>
                </a:moveTo>
                <a:lnTo>
                  <a:pt x="41791" y="0"/>
                </a:lnTo>
                <a:cubicBezTo>
                  <a:pt x="18708" y="0"/>
                  <a:pt x="0" y="18707"/>
                  <a:pt x="1" y="41788"/>
                </a:cubicBezTo>
                <a:cubicBezTo>
                  <a:pt x="1" y="64867"/>
                  <a:pt x="18708" y="83577"/>
                  <a:pt x="41791" y="83577"/>
                </a:cubicBezTo>
                <a:lnTo>
                  <a:pt x="225667" y="83577"/>
                </a:lnTo>
                <a:cubicBezTo>
                  <a:pt x="248743" y="83577"/>
                  <a:pt x="267458" y="64867"/>
                  <a:pt x="267458" y="41789"/>
                </a:cubicBezTo>
                <a:cubicBezTo>
                  <a:pt x="267458" y="18707"/>
                  <a:pt x="248743" y="0"/>
                  <a:pt x="225667" y="0"/>
                </a:cubicBezTo>
                <a:moveTo>
                  <a:pt x="52935" y="58503"/>
                </a:moveTo>
                <a:cubicBezTo>
                  <a:pt x="43700" y="58503"/>
                  <a:pt x="36218" y="51023"/>
                  <a:pt x="36218" y="41788"/>
                </a:cubicBezTo>
                <a:cubicBezTo>
                  <a:pt x="36218" y="32554"/>
                  <a:pt x="43700" y="25073"/>
                  <a:pt x="52935" y="25073"/>
                </a:cubicBezTo>
                <a:cubicBezTo>
                  <a:pt x="62162" y="25073"/>
                  <a:pt x="69651" y="32554"/>
                  <a:pt x="69651" y="41788"/>
                </a:cubicBezTo>
                <a:cubicBezTo>
                  <a:pt x="69651" y="51023"/>
                  <a:pt x="62162" y="58503"/>
                  <a:pt x="52935" y="58503"/>
                </a:cubicBezTo>
                <a:moveTo>
                  <a:pt x="133729" y="58503"/>
                </a:moveTo>
                <a:cubicBezTo>
                  <a:pt x="124494" y="58503"/>
                  <a:pt x="117013" y="51023"/>
                  <a:pt x="117013" y="41788"/>
                </a:cubicBezTo>
                <a:cubicBezTo>
                  <a:pt x="117013" y="32554"/>
                  <a:pt x="124494" y="25073"/>
                  <a:pt x="133729" y="25073"/>
                </a:cubicBezTo>
                <a:cubicBezTo>
                  <a:pt x="142956" y="25073"/>
                  <a:pt x="150445" y="32554"/>
                  <a:pt x="150445" y="41788"/>
                </a:cubicBezTo>
                <a:cubicBezTo>
                  <a:pt x="150445" y="51023"/>
                  <a:pt x="142956" y="58503"/>
                  <a:pt x="133729" y="58503"/>
                </a:cubicBezTo>
                <a:moveTo>
                  <a:pt x="214524" y="58503"/>
                </a:moveTo>
                <a:cubicBezTo>
                  <a:pt x="205289" y="58503"/>
                  <a:pt x="197807" y="51023"/>
                  <a:pt x="197807" y="41788"/>
                </a:cubicBezTo>
                <a:cubicBezTo>
                  <a:pt x="197807" y="32554"/>
                  <a:pt x="205289" y="25073"/>
                  <a:pt x="214524" y="25073"/>
                </a:cubicBezTo>
                <a:cubicBezTo>
                  <a:pt x="223751" y="25073"/>
                  <a:pt x="231240" y="32554"/>
                  <a:pt x="231240" y="41789"/>
                </a:cubicBezTo>
                <a:cubicBezTo>
                  <a:pt x="231240" y="51023"/>
                  <a:pt x="223751" y="58503"/>
                  <a:pt x="214524" y="5850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df-path-97">
            <a:extLst xmlns:a="http://schemas.openxmlformats.org/drawingml/2006/main">
              <a:ext uri="{FF2B5EF4-FFF2-40B4-BE49-F238E27FC236}">
                <a16:creationId xmlns:a16="http://schemas.microsoft.com/office/drawing/2014/main" id="{029C68FF-C19B-4E83-BB0E-6AA20BBA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34609" y="3655435"/>
            <a:ext cx="16716" cy="16715"/>
          </a:xfrm>
          <a:custGeom xmlns:a="http://schemas.openxmlformats.org/drawingml/2006/main">
            <a:pathLst>
              <a:path w="16716" h="16715">
                <a:moveTo>
                  <a:pt x="16716" y="8358"/>
                </a:moveTo>
                <a:cubicBezTo>
                  <a:pt x="16716" y="12971"/>
                  <a:pt x="12979" y="16715"/>
                  <a:pt x="8358" y="16715"/>
                </a:cubicBezTo>
                <a:cubicBezTo>
                  <a:pt x="3745" y="16715"/>
                  <a:pt x="0" y="12971"/>
                  <a:pt x="0" y="8358"/>
                </a:cubicBezTo>
                <a:cubicBezTo>
                  <a:pt x="0" y="3744"/>
                  <a:pt x="3745" y="0"/>
                  <a:pt x="8358" y="0"/>
                </a:cubicBezTo>
                <a:cubicBezTo>
                  <a:pt x="12979" y="0"/>
                  <a:pt x="16716" y="3744"/>
                  <a:pt x="16716" y="83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df-path-98">
            <a:extLst xmlns:a="http://schemas.openxmlformats.org/drawingml/2006/main">
              <a:ext uri="{FF2B5EF4-FFF2-40B4-BE49-F238E27FC236}">
                <a16:creationId xmlns:a16="http://schemas.microsoft.com/office/drawing/2014/main" id="{E97C479C-50F0-4F7F-ABDE-DB89020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40835" y="3537968"/>
            <a:ext cx="144873" cy="181542"/>
          </a:xfrm>
          <a:custGeom xmlns:a="http://schemas.openxmlformats.org/drawingml/2006/main">
            <a:pathLst>
              <a:path w="144873" h="181542">
                <a:moveTo>
                  <a:pt x="120408" y="70107"/>
                </a:moveTo>
                <a:lnTo>
                  <a:pt x="83581" y="70107"/>
                </a:lnTo>
                <a:lnTo>
                  <a:pt x="83581" y="44760"/>
                </a:lnTo>
                <a:cubicBezTo>
                  <a:pt x="94241" y="38601"/>
                  <a:pt x="97890" y="24969"/>
                  <a:pt x="91738" y="14308"/>
                </a:cubicBezTo>
                <a:cubicBezTo>
                  <a:pt x="85579" y="3655"/>
                  <a:pt x="71954" y="0"/>
                  <a:pt x="61292" y="6151"/>
                </a:cubicBezTo>
                <a:cubicBezTo>
                  <a:pt x="50632" y="12310"/>
                  <a:pt x="46976" y="25942"/>
                  <a:pt x="53135" y="36595"/>
                </a:cubicBezTo>
                <a:cubicBezTo>
                  <a:pt x="55089" y="39990"/>
                  <a:pt x="57905" y="42798"/>
                  <a:pt x="61292" y="44760"/>
                </a:cubicBezTo>
                <a:lnTo>
                  <a:pt x="61292" y="70107"/>
                </a:lnTo>
                <a:lnTo>
                  <a:pt x="24458" y="70107"/>
                </a:lnTo>
                <a:cubicBezTo>
                  <a:pt x="10966" y="70137"/>
                  <a:pt x="30" y="81073"/>
                  <a:pt x="0" y="94571"/>
                </a:cubicBezTo>
                <a:lnTo>
                  <a:pt x="0" y="157086"/>
                </a:lnTo>
                <a:cubicBezTo>
                  <a:pt x="30" y="170577"/>
                  <a:pt x="10966" y="181512"/>
                  <a:pt x="24458" y="181542"/>
                </a:cubicBezTo>
                <a:lnTo>
                  <a:pt x="120408" y="181542"/>
                </a:lnTo>
                <a:cubicBezTo>
                  <a:pt x="133907" y="181512"/>
                  <a:pt x="144843" y="170577"/>
                  <a:pt x="144873" y="157086"/>
                </a:cubicBezTo>
                <a:lnTo>
                  <a:pt x="144873" y="94571"/>
                </a:lnTo>
                <a:cubicBezTo>
                  <a:pt x="144843" y="81073"/>
                  <a:pt x="133907" y="70137"/>
                  <a:pt x="120408" y="70107"/>
                </a:cubicBezTo>
                <a:moveTo>
                  <a:pt x="44577" y="142540"/>
                </a:moveTo>
                <a:cubicBezTo>
                  <a:pt x="35342" y="142540"/>
                  <a:pt x="27861" y="135059"/>
                  <a:pt x="27861" y="125825"/>
                </a:cubicBezTo>
                <a:cubicBezTo>
                  <a:pt x="27861" y="116590"/>
                  <a:pt x="35342" y="109110"/>
                  <a:pt x="44577" y="109110"/>
                </a:cubicBezTo>
                <a:cubicBezTo>
                  <a:pt x="53804" y="109110"/>
                  <a:pt x="61292" y="116590"/>
                  <a:pt x="61292" y="125825"/>
                </a:cubicBezTo>
                <a:cubicBezTo>
                  <a:pt x="61292" y="135059"/>
                  <a:pt x="53804" y="142540"/>
                  <a:pt x="44577" y="142540"/>
                </a:cubicBezTo>
                <a:moveTo>
                  <a:pt x="100297" y="142540"/>
                </a:moveTo>
                <a:cubicBezTo>
                  <a:pt x="91062" y="142540"/>
                  <a:pt x="83581" y="135059"/>
                  <a:pt x="83581" y="125825"/>
                </a:cubicBezTo>
                <a:cubicBezTo>
                  <a:pt x="83581" y="116590"/>
                  <a:pt x="91062" y="109110"/>
                  <a:pt x="100297" y="109110"/>
                </a:cubicBezTo>
                <a:cubicBezTo>
                  <a:pt x="109524" y="109110"/>
                  <a:pt x="117013" y="116590"/>
                  <a:pt x="117013" y="125825"/>
                </a:cubicBezTo>
                <a:cubicBezTo>
                  <a:pt x="117013" y="135059"/>
                  <a:pt x="109524" y="142540"/>
                  <a:pt x="100297" y="14254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df-path-99">
            <a:extLst xmlns:a="http://schemas.openxmlformats.org/drawingml/2006/main">
              <a:ext uri="{FF2B5EF4-FFF2-40B4-BE49-F238E27FC236}">
                <a16:creationId xmlns:a16="http://schemas.microsoft.com/office/drawing/2014/main" id="{FFC168E9-FDED-4AE7-A043-BD00B1E2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78888" y="3655435"/>
            <a:ext cx="16716" cy="16715"/>
          </a:xfrm>
          <a:custGeom xmlns:a="http://schemas.openxmlformats.org/drawingml/2006/main">
            <a:pathLst>
              <a:path w="16716" h="16715">
                <a:moveTo>
                  <a:pt x="16716" y="8358"/>
                </a:moveTo>
                <a:cubicBezTo>
                  <a:pt x="16716" y="12971"/>
                  <a:pt x="12979" y="16715"/>
                  <a:pt x="8359" y="16715"/>
                </a:cubicBezTo>
                <a:cubicBezTo>
                  <a:pt x="3745" y="16715"/>
                  <a:pt x="0" y="12971"/>
                  <a:pt x="0" y="8358"/>
                </a:cubicBezTo>
                <a:cubicBezTo>
                  <a:pt x="0" y="3744"/>
                  <a:pt x="3745" y="0"/>
                  <a:pt x="8359" y="0"/>
                </a:cubicBezTo>
                <a:cubicBezTo>
                  <a:pt x="12979" y="0"/>
                  <a:pt x="16716" y="3744"/>
                  <a:pt x="16716" y="835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26013EB8-0B5E-4889-BEBD-D7C874E7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8963" y="3661958"/>
            <a:ext cx="358408" cy="232060"/>
          </a:xfrm>
          <a:custGeom xmlns:a="http://schemas.openxmlformats.org/drawingml/2006/main">
            <a:pathLst>
              <a:path w="358408" h="232060">
                <a:moveTo>
                  <a:pt x="329181" y="173556"/>
                </a:moveTo>
                <a:lnTo>
                  <a:pt x="329181" y="127147"/>
                </a:lnTo>
                <a:cubicBezTo>
                  <a:pt x="329181" y="113329"/>
                  <a:pt x="317977" y="102127"/>
                  <a:pt x="304159" y="102127"/>
                </a:cubicBezTo>
                <a:lnTo>
                  <a:pt x="273460" y="102127"/>
                </a:lnTo>
                <a:lnTo>
                  <a:pt x="273460" y="74268"/>
                </a:lnTo>
                <a:lnTo>
                  <a:pt x="95156" y="74268"/>
                </a:lnTo>
                <a:lnTo>
                  <a:pt x="95156" y="107698"/>
                </a:lnTo>
                <a:lnTo>
                  <a:pt x="53306" y="107698"/>
                </a:lnTo>
                <a:cubicBezTo>
                  <a:pt x="51798" y="107698"/>
                  <a:pt x="50579" y="106480"/>
                  <a:pt x="50579" y="104972"/>
                </a:cubicBezTo>
                <a:lnTo>
                  <a:pt x="50579" y="58779"/>
                </a:lnTo>
                <a:cubicBezTo>
                  <a:pt x="69733" y="53125"/>
                  <a:pt x="80676" y="33007"/>
                  <a:pt x="75015" y="13855"/>
                </a:cubicBezTo>
                <a:cubicBezTo>
                  <a:pt x="73499" y="8722"/>
                  <a:pt x="70862" y="3990"/>
                  <a:pt x="67295" y="0"/>
                </a:cubicBezTo>
                <a:lnTo>
                  <a:pt x="50579" y="14821"/>
                </a:lnTo>
                <a:cubicBezTo>
                  <a:pt x="52912" y="17362"/>
                  <a:pt x="54242" y="20668"/>
                  <a:pt x="54309" y="24122"/>
                </a:cubicBezTo>
                <a:cubicBezTo>
                  <a:pt x="54271" y="31819"/>
                  <a:pt x="48001" y="38014"/>
                  <a:pt x="40305" y="37977"/>
                </a:cubicBezTo>
                <a:cubicBezTo>
                  <a:pt x="32615" y="37932"/>
                  <a:pt x="26411" y="31662"/>
                  <a:pt x="26449" y="23973"/>
                </a:cubicBezTo>
                <a:cubicBezTo>
                  <a:pt x="26471" y="20645"/>
                  <a:pt x="27675" y="17443"/>
                  <a:pt x="29852" y="14932"/>
                </a:cubicBezTo>
                <a:lnTo>
                  <a:pt x="13136" y="275"/>
                </a:lnTo>
                <a:cubicBezTo>
                  <a:pt x="0" y="15363"/>
                  <a:pt x="1583" y="38237"/>
                  <a:pt x="16672" y="51371"/>
                </a:cubicBezTo>
                <a:cubicBezTo>
                  <a:pt x="20089" y="54343"/>
                  <a:pt x="24027" y="56646"/>
                  <a:pt x="28292" y="58169"/>
                </a:cubicBezTo>
                <a:lnTo>
                  <a:pt x="28292" y="104972"/>
                </a:lnTo>
                <a:cubicBezTo>
                  <a:pt x="28292" y="118782"/>
                  <a:pt x="39488" y="129985"/>
                  <a:pt x="53306" y="129985"/>
                </a:cubicBezTo>
                <a:lnTo>
                  <a:pt x="95156" y="129985"/>
                </a:lnTo>
                <a:lnTo>
                  <a:pt x="95156" y="230276"/>
                </a:lnTo>
                <a:lnTo>
                  <a:pt x="273461" y="230277"/>
                </a:lnTo>
                <a:lnTo>
                  <a:pt x="273460" y="124413"/>
                </a:lnTo>
                <a:lnTo>
                  <a:pt x="304159" y="124413"/>
                </a:lnTo>
                <a:cubicBezTo>
                  <a:pt x="305667" y="124413"/>
                  <a:pt x="306893" y="125640"/>
                  <a:pt x="306893" y="127147"/>
                </a:cubicBezTo>
                <a:lnTo>
                  <a:pt x="306893" y="173556"/>
                </a:lnTo>
                <a:cubicBezTo>
                  <a:pt x="287859" y="179715"/>
                  <a:pt x="277420" y="200130"/>
                  <a:pt x="283579" y="219163"/>
                </a:cubicBezTo>
                <a:cubicBezTo>
                  <a:pt x="285118" y="223925"/>
                  <a:pt x="287628" y="228316"/>
                  <a:pt x="290957" y="232060"/>
                </a:cubicBezTo>
                <a:lnTo>
                  <a:pt x="307673" y="217239"/>
                </a:lnTo>
                <a:cubicBezTo>
                  <a:pt x="305362" y="214713"/>
                  <a:pt x="304092" y="211415"/>
                  <a:pt x="304107" y="207990"/>
                </a:cubicBezTo>
                <a:cubicBezTo>
                  <a:pt x="304114" y="200301"/>
                  <a:pt x="310355" y="194068"/>
                  <a:pt x="318044" y="194076"/>
                </a:cubicBezTo>
                <a:cubicBezTo>
                  <a:pt x="325741" y="194083"/>
                  <a:pt x="331974" y="200323"/>
                  <a:pt x="331967" y="208012"/>
                </a:cubicBezTo>
                <a:cubicBezTo>
                  <a:pt x="331959" y="211385"/>
                  <a:pt x="330734" y="214646"/>
                  <a:pt x="328512" y="217187"/>
                </a:cubicBezTo>
                <a:lnTo>
                  <a:pt x="345228" y="231837"/>
                </a:lnTo>
                <a:cubicBezTo>
                  <a:pt x="358408" y="216838"/>
                  <a:pt x="356937" y="193986"/>
                  <a:pt x="341937" y="180807"/>
                </a:cubicBezTo>
                <a:cubicBezTo>
                  <a:pt x="338222" y="177546"/>
                  <a:pt x="333884" y="175079"/>
                  <a:pt x="329181" y="173556"/>
                </a:cubicBezTo>
                <a:moveTo>
                  <a:pt x="251173" y="152272"/>
                </a:moveTo>
                <a:lnTo>
                  <a:pt x="235683" y="152272"/>
                </a:lnTo>
                <a:cubicBezTo>
                  <a:pt x="235140" y="152369"/>
                  <a:pt x="234628" y="152577"/>
                  <a:pt x="234174" y="152889"/>
                </a:cubicBezTo>
                <a:lnTo>
                  <a:pt x="217124" y="170325"/>
                </a:lnTo>
                <a:lnTo>
                  <a:pt x="204145" y="139569"/>
                </a:lnTo>
                <a:lnTo>
                  <a:pt x="179903" y="189714"/>
                </a:lnTo>
                <a:lnTo>
                  <a:pt x="162912" y="124413"/>
                </a:lnTo>
                <a:lnTo>
                  <a:pt x="149814" y="152272"/>
                </a:lnTo>
                <a:lnTo>
                  <a:pt x="123016" y="152272"/>
                </a:lnTo>
                <a:lnTo>
                  <a:pt x="123016" y="141129"/>
                </a:lnTo>
                <a:lnTo>
                  <a:pt x="142741" y="141129"/>
                </a:lnTo>
                <a:lnTo>
                  <a:pt x="165920" y="91823"/>
                </a:lnTo>
                <a:lnTo>
                  <a:pt x="183082" y="157458"/>
                </a:lnTo>
                <a:lnTo>
                  <a:pt x="204866" y="112884"/>
                </a:lnTo>
                <a:lnTo>
                  <a:pt x="220913" y="150883"/>
                </a:lnTo>
                <a:lnTo>
                  <a:pt x="226484" y="145311"/>
                </a:lnTo>
                <a:cubicBezTo>
                  <a:pt x="228937" y="142830"/>
                  <a:pt x="232205" y="141344"/>
                  <a:pt x="235683" y="141129"/>
                </a:cubicBezTo>
                <a:lnTo>
                  <a:pt x="251173" y="141129"/>
                </a:lnTo>
                <a:lnTo>
                  <a:pt x="251173" y="1522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df-path-101-part-0">
            <a:extLst xmlns:a="http://schemas.openxmlformats.org/drawingml/2006/main">
              <a:ext uri="{FF2B5EF4-FFF2-40B4-BE49-F238E27FC236}">
                <a16:creationId xmlns:a16="http://schemas.microsoft.com/office/drawing/2014/main" id="{09864854-D59C-4392-9B83-C1B74122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3939" y="2693931"/>
            <a:ext cx="52417" cy="329709"/>
          </a:xfrm>
          <a:custGeom xmlns:a="http://schemas.openxmlformats.org/drawingml/2006/main">
            <a:pathLst>
              <a:path w="52417" h="329709">
                <a:moveTo>
                  <a:pt x="52417" y="0"/>
                </a:moveTo>
                <a:lnTo>
                  <a:pt x="52417" y="264187"/>
                </a:lnTo>
                <a:lnTo>
                  <a:pt x="26208" y="264187"/>
                </a:lnTo>
                <a:lnTo>
                  <a:pt x="26208" y="0"/>
                </a:lnTo>
                <a:lnTo>
                  <a:pt x="52417" y="0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df-path-101-part-1">
            <a:extLst xmlns:a="http://schemas.openxmlformats.org/drawingml/2006/main">
              <a:ext uri="{FF2B5EF4-FFF2-40B4-BE49-F238E27FC236}">
                <a16:creationId xmlns:a16="http://schemas.microsoft.com/office/drawing/2014/main" id="{C0BD11CD-1362-4B35-BB4D-18358074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3939" y="2693931"/>
            <a:ext cx="52417" cy="329709"/>
          </a:xfrm>
          <a:custGeom xmlns:a="http://schemas.openxmlformats.org/drawingml/2006/main">
            <a:pathLst>
              <a:path w="52417" h="329709">
                <a:moveTo>
                  <a:pt x="78627" y="251082"/>
                </a:moveTo>
                <a:lnTo>
                  <a:pt x="39444" y="329709"/>
                </a:lnTo>
                <a:lnTo>
                  <a:pt x="0" y="251082"/>
                </a:lnTo>
                <a:lnTo>
                  <a:pt x="78627" y="251082"/>
                </a:lnTo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615DAB60-2205-4D02-89CA-93BBA0C3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43677" y="4148396"/>
            <a:ext cx="450842" cy="157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241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249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1DF20A28-F961-4361-B06E-A8FB19F3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7748" y="4148396"/>
            <a:ext cx="52475" cy="157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241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250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467950F8-9F6E-4040-A743-3519F423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0166" y="4148396"/>
            <a:ext cx="449580" cy="157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241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based</a:t>
            </a:r>
          </a:p>
        </p:txBody>
      </p:sp>
      <p:sp>
        <p:nvSpPr>
          <p:cNvPr id="251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EEF596F5-B0C2-40DB-9712-2E3D75C2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9733" y="4335529"/>
            <a:ext cx="768842" cy="1575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41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241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Generalist</a:t>
            </a:r>
          </a:p>
        </p:txBody>
      </p:sp>
      <p:sp>
        <p:nvSpPr>
          <p:cNvPr id="252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EF411672-B720-47F5-8C85-30379850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5798" y="4522926"/>
            <a:ext cx="513907" cy="15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38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38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Policy!</a:t>
            </a:r>
          </a:p>
        </p:txBody>
      </p:sp>
      <p:sp>
        <p:nvSpPr>
          <p:cNvPr id="253" name="pdf-path-107-part-0">
            <a:extLst xmlns:a="http://schemas.openxmlformats.org/drawingml/2006/main">
              <a:ext uri="{FF2B5EF4-FFF2-40B4-BE49-F238E27FC236}">
                <a16:creationId xmlns:a16="http://schemas.microsoft.com/office/drawing/2014/main" id="{5B189B7E-B514-46CD-925A-B7A4AB6A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0486" y="1434982"/>
            <a:ext cx="528373" cy="1059498"/>
          </a:xfrm>
          <a:custGeom xmlns:a="http://schemas.openxmlformats.org/drawingml/2006/main">
            <a:pathLst>
              <a:path w="528373" h="1059498">
                <a:moveTo>
                  <a:pt x="1704" y="1059498"/>
                </a:moveTo>
                <a:lnTo>
                  <a:pt x="14808" y="1058712"/>
                </a:lnTo>
                <a:lnTo>
                  <a:pt x="28568" y="1056222"/>
                </a:lnTo>
                <a:lnTo>
                  <a:pt x="42197" y="1052160"/>
                </a:lnTo>
                <a:lnTo>
                  <a:pt x="55694" y="1046656"/>
                </a:lnTo>
                <a:lnTo>
                  <a:pt x="68799" y="1039842"/>
                </a:lnTo>
                <a:lnTo>
                  <a:pt x="81640" y="1031717"/>
                </a:lnTo>
                <a:lnTo>
                  <a:pt x="94221" y="1022151"/>
                </a:lnTo>
                <a:lnTo>
                  <a:pt x="106540" y="1011536"/>
                </a:lnTo>
                <a:lnTo>
                  <a:pt x="118596" y="999873"/>
                </a:lnTo>
                <a:lnTo>
                  <a:pt x="130390" y="987162"/>
                </a:lnTo>
                <a:lnTo>
                  <a:pt x="141791" y="973271"/>
                </a:lnTo>
                <a:lnTo>
                  <a:pt x="152930" y="958594"/>
                </a:lnTo>
                <a:lnTo>
                  <a:pt x="163807" y="942737"/>
                </a:lnTo>
                <a:lnTo>
                  <a:pt x="174159" y="926226"/>
                </a:lnTo>
                <a:lnTo>
                  <a:pt x="184249" y="908797"/>
                </a:lnTo>
                <a:lnTo>
                  <a:pt x="193815" y="890582"/>
                </a:lnTo>
                <a:lnTo>
                  <a:pt x="203120" y="871711"/>
                </a:lnTo>
                <a:lnTo>
                  <a:pt x="212030" y="852054"/>
                </a:lnTo>
                <a:lnTo>
                  <a:pt x="220418" y="831612"/>
                </a:lnTo>
                <a:lnTo>
                  <a:pt x="228412" y="810513"/>
                </a:lnTo>
                <a:lnTo>
                  <a:pt x="242564" y="767137"/>
                </a:lnTo>
                <a:lnTo>
                  <a:pt x="254620" y="721927"/>
                </a:lnTo>
                <a:lnTo>
                  <a:pt x="259863" y="698470"/>
                </a:lnTo>
                <a:lnTo>
                  <a:pt x="264449" y="674881"/>
                </a:lnTo>
                <a:lnTo>
                  <a:pt x="268511" y="651031"/>
                </a:lnTo>
                <a:lnTo>
                  <a:pt x="271787" y="626919"/>
                </a:lnTo>
                <a:lnTo>
                  <a:pt x="274408" y="602545"/>
                </a:lnTo>
                <a:lnTo>
                  <a:pt x="276243" y="577908"/>
                </a:lnTo>
                <a:lnTo>
                  <a:pt x="277290" y="553403"/>
                </a:lnTo>
                <a:lnTo>
                  <a:pt x="277685" y="528897"/>
                </a:lnTo>
                <a:lnTo>
                  <a:pt x="278078" y="504654"/>
                </a:lnTo>
                <a:lnTo>
                  <a:pt x="278078" y="504916"/>
                </a:lnTo>
                <a:lnTo>
                  <a:pt x="279257" y="480804"/>
                </a:lnTo>
                <a:lnTo>
                  <a:pt x="279125" y="481197"/>
                </a:lnTo>
                <a:lnTo>
                  <a:pt x="281092" y="457085"/>
                </a:lnTo>
                <a:lnTo>
                  <a:pt x="280961" y="457478"/>
                </a:lnTo>
                <a:lnTo>
                  <a:pt x="283581" y="433497"/>
                </a:lnTo>
                <a:lnTo>
                  <a:pt x="283581" y="433890"/>
                </a:lnTo>
                <a:lnTo>
                  <a:pt x="286727" y="410040"/>
                </a:lnTo>
                <a:lnTo>
                  <a:pt x="286727" y="410433"/>
                </a:lnTo>
                <a:lnTo>
                  <a:pt x="290658" y="386976"/>
                </a:lnTo>
                <a:lnTo>
                  <a:pt x="290526" y="387238"/>
                </a:lnTo>
                <a:lnTo>
                  <a:pt x="295113" y="364043"/>
                </a:lnTo>
                <a:lnTo>
                  <a:pt x="294982" y="364305"/>
                </a:lnTo>
                <a:lnTo>
                  <a:pt x="300093" y="341372"/>
                </a:lnTo>
                <a:lnTo>
                  <a:pt x="299962" y="341897"/>
                </a:lnTo>
                <a:lnTo>
                  <a:pt x="311887" y="297210"/>
                </a:lnTo>
                <a:lnTo>
                  <a:pt x="311756" y="297996"/>
                </a:lnTo>
                <a:lnTo>
                  <a:pt x="325777" y="255144"/>
                </a:lnTo>
                <a:lnTo>
                  <a:pt x="325516" y="255669"/>
                </a:lnTo>
                <a:lnTo>
                  <a:pt x="333378" y="235095"/>
                </a:lnTo>
                <a:lnTo>
                  <a:pt x="333116" y="235488"/>
                </a:lnTo>
                <a:lnTo>
                  <a:pt x="341372" y="215569"/>
                </a:lnTo>
                <a:lnTo>
                  <a:pt x="341241" y="215831"/>
                </a:lnTo>
                <a:lnTo>
                  <a:pt x="349890" y="196567"/>
                </a:lnTo>
                <a:lnTo>
                  <a:pt x="349759" y="197091"/>
                </a:lnTo>
                <a:lnTo>
                  <a:pt x="358801" y="178483"/>
                </a:lnTo>
                <a:lnTo>
                  <a:pt x="358670" y="178745"/>
                </a:lnTo>
                <a:lnTo>
                  <a:pt x="368105" y="160923"/>
                </a:lnTo>
                <a:lnTo>
                  <a:pt x="367843" y="161316"/>
                </a:lnTo>
                <a:lnTo>
                  <a:pt x="377672" y="144412"/>
                </a:lnTo>
                <a:lnTo>
                  <a:pt x="377409" y="144805"/>
                </a:lnTo>
                <a:lnTo>
                  <a:pt x="387631" y="128686"/>
                </a:lnTo>
                <a:lnTo>
                  <a:pt x="387238" y="129079"/>
                </a:lnTo>
                <a:lnTo>
                  <a:pt x="397852" y="113878"/>
                </a:lnTo>
                <a:lnTo>
                  <a:pt x="397459" y="114271"/>
                </a:lnTo>
                <a:lnTo>
                  <a:pt x="408335" y="99987"/>
                </a:lnTo>
                <a:lnTo>
                  <a:pt x="407943" y="100512"/>
                </a:lnTo>
                <a:lnTo>
                  <a:pt x="418951" y="87145"/>
                </a:lnTo>
                <a:lnTo>
                  <a:pt x="418426" y="87669"/>
                </a:lnTo>
                <a:lnTo>
                  <a:pt x="429828" y="75351"/>
                </a:lnTo>
                <a:lnTo>
                  <a:pt x="429303" y="75875"/>
                </a:lnTo>
                <a:lnTo>
                  <a:pt x="440704" y="64736"/>
                </a:lnTo>
                <a:lnTo>
                  <a:pt x="440049" y="65260"/>
                </a:lnTo>
                <a:lnTo>
                  <a:pt x="451712" y="55301"/>
                </a:lnTo>
                <a:lnTo>
                  <a:pt x="449484" y="56874"/>
                </a:lnTo>
                <a:lnTo>
                  <a:pt x="472941" y="44162"/>
                </a:lnTo>
                <a:lnTo>
                  <a:pt x="460492" y="21098"/>
                </a:lnTo>
                <a:lnTo>
                  <a:pt x="435724" y="34465"/>
                </a:lnTo>
                <a:lnTo>
                  <a:pt x="422620" y="45735"/>
                </a:lnTo>
                <a:lnTo>
                  <a:pt x="410695" y="57398"/>
                </a:lnTo>
                <a:lnTo>
                  <a:pt x="398901" y="70240"/>
                </a:lnTo>
                <a:lnTo>
                  <a:pt x="387500" y="84000"/>
                </a:lnTo>
                <a:lnTo>
                  <a:pt x="376362" y="98808"/>
                </a:lnTo>
                <a:lnTo>
                  <a:pt x="365484" y="114402"/>
                </a:lnTo>
                <a:lnTo>
                  <a:pt x="355131" y="131045"/>
                </a:lnTo>
                <a:lnTo>
                  <a:pt x="345042" y="148474"/>
                </a:lnTo>
                <a:lnTo>
                  <a:pt x="335475" y="166689"/>
                </a:lnTo>
                <a:lnTo>
                  <a:pt x="326040" y="185691"/>
                </a:lnTo>
                <a:lnTo>
                  <a:pt x="317260" y="205347"/>
                </a:lnTo>
                <a:lnTo>
                  <a:pt x="308873" y="225659"/>
                </a:lnTo>
                <a:lnTo>
                  <a:pt x="300880" y="246627"/>
                </a:lnTo>
                <a:lnTo>
                  <a:pt x="286727" y="290134"/>
                </a:lnTo>
                <a:lnTo>
                  <a:pt x="274671" y="335344"/>
                </a:lnTo>
                <a:lnTo>
                  <a:pt x="269428" y="358801"/>
                </a:lnTo>
                <a:lnTo>
                  <a:pt x="264842" y="382389"/>
                </a:lnTo>
                <a:lnTo>
                  <a:pt x="260780" y="406239"/>
                </a:lnTo>
                <a:lnTo>
                  <a:pt x="257504" y="430482"/>
                </a:lnTo>
                <a:lnTo>
                  <a:pt x="254882" y="454857"/>
                </a:lnTo>
                <a:lnTo>
                  <a:pt x="253048" y="479362"/>
                </a:lnTo>
                <a:lnTo>
                  <a:pt x="251999" y="503999"/>
                </a:lnTo>
                <a:lnTo>
                  <a:pt x="251606" y="528505"/>
                </a:lnTo>
                <a:lnTo>
                  <a:pt x="251213" y="552748"/>
                </a:lnTo>
                <a:lnTo>
                  <a:pt x="251213" y="552355"/>
                </a:lnTo>
                <a:lnTo>
                  <a:pt x="250034" y="576598"/>
                </a:lnTo>
                <a:lnTo>
                  <a:pt x="250166" y="576074"/>
                </a:lnTo>
                <a:lnTo>
                  <a:pt x="248199" y="600317"/>
                </a:lnTo>
                <a:lnTo>
                  <a:pt x="248330" y="599924"/>
                </a:lnTo>
                <a:lnTo>
                  <a:pt x="245709" y="623905"/>
                </a:lnTo>
                <a:lnTo>
                  <a:pt x="245709" y="623512"/>
                </a:lnTo>
                <a:lnTo>
                  <a:pt x="242564" y="647231"/>
                </a:lnTo>
                <a:lnTo>
                  <a:pt x="242564" y="646838"/>
                </a:lnTo>
                <a:lnTo>
                  <a:pt x="238633" y="670426"/>
                </a:lnTo>
                <a:lnTo>
                  <a:pt x="238764" y="670033"/>
                </a:lnTo>
                <a:lnTo>
                  <a:pt x="234178" y="693359"/>
                </a:lnTo>
                <a:lnTo>
                  <a:pt x="234308" y="692966"/>
                </a:lnTo>
                <a:lnTo>
                  <a:pt x="229197" y="715898"/>
                </a:lnTo>
                <a:lnTo>
                  <a:pt x="229329" y="715375"/>
                </a:lnTo>
                <a:lnTo>
                  <a:pt x="217404" y="760061"/>
                </a:lnTo>
                <a:lnTo>
                  <a:pt x="217535" y="759405"/>
                </a:lnTo>
                <a:lnTo>
                  <a:pt x="203513" y="802126"/>
                </a:lnTo>
                <a:lnTo>
                  <a:pt x="203775" y="801602"/>
                </a:lnTo>
                <a:lnTo>
                  <a:pt x="195912" y="822307"/>
                </a:lnTo>
                <a:lnTo>
                  <a:pt x="196175" y="821914"/>
                </a:lnTo>
                <a:lnTo>
                  <a:pt x="187918" y="841833"/>
                </a:lnTo>
                <a:lnTo>
                  <a:pt x="188049" y="841440"/>
                </a:lnTo>
                <a:lnTo>
                  <a:pt x="179400" y="860703"/>
                </a:lnTo>
                <a:lnTo>
                  <a:pt x="179532" y="860310"/>
                </a:lnTo>
                <a:lnTo>
                  <a:pt x="170490" y="878918"/>
                </a:lnTo>
                <a:lnTo>
                  <a:pt x="170621" y="878526"/>
                </a:lnTo>
                <a:lnTo>
                  <a:pt x="161185" y="896348"/>
                </a:lnTo>
                <a:lnTo>
                  <a:pt x="161448" y="895823"/>
                </a:lnTo>
                <a:lnTo>
                  <a:pt x="151619" y="912859"/>
                </a:lnTo>
                <a:lnTo>
                  <a:pt x="151881" y="912466"/>
                </a:lnTo>
                <a:lnTo>
                  <a:pt x="141659" y="928585"/>
                </a:lnTo>
                <a:lnTo>
                  <a:pt x="142053" y="928191"/>
                </a:lnTo>
                <a:lnTo>
                  <a:pt x="131438" y="943524"/>
                </a:lnTo>
                <a:lnTo>
                  <a:pt x="131831" y="943000"/>
                </a:lnTo>
                <a:lnTo>
                  <a:pt x="121085" y="957283"/>
                </a:lnTo>
                <a:lnTo>
                  <a:pt x="121348" y="956759"/>
                </a:lnTo>
                <a:lnTo>
                  <a:pt x="110339" y="970126"/>
                </a:lnTo>
                <a:lnTo>
                  <a:pt x="110864" y="969602"/>
                </a:lnTo>
                <a:lnTo>
                  <a:pt x="99463" y="981920"/>
                </a:lnTo>
                <a:lnTo>
                  <a:pt x="99987" y="981396"/>
                </a:lnTo>
                <a:lnTo>
                  <a:pt x="88586" y="992535"/>
                </a:lnTo>
                <a:lnTo>
                  <a:pt x="89242" y="992010"/>
                </a:lnTo>
                <a:lnTo>
                  <a:pt x="77578" y="1001970"/>
                </a:lnTo>
                <a:lnTo>
                  <a:pt x="78234" y="1001446"/>
                </a:lnTo>
                <a:lnTo>
                  <a:pt x="66309" y="1010357"/>
                </a:lnTo>
                <a:lnTo>
                  <a:pt x="67226" y="1009832"/>
                </a:lnTo>
                <a:lnTo>
                  <a:pt x="55170" y="1017302"/>
                </a:lnTo>
                <a:lnTo>
                  <a:pt x="56088" y="1016909"/>
                </a:lnTo>
                <a:lnTo>
                  <a:pt x="44031" y="1023199"/>
                </a:lnTo>
                <a:lnTo>
                  <a:pt x="45079" y="1022675"/>
                </a:lnTo>
                <a:lnTo>
                  <a:pt x="32892" y="1027654"/>
                </a:lnTo>
                <a:lnTo>
                  <a:pt x="34071" y="1027262"/>
                </a:lnTo>
                <a:lnTo>
                  <a:pt x="21753" y="1030931"/>
                </a:lnTo>
                <a:lnTo>
                  <a:pt x="23195" y="1030537"/>
                </a:lnTo>
                <a:lnTo>
                  <a:pt x="11008" y="1032765"/>
                </a:lnTo>
                <a:lnTo>
                  <a:pt x="12449" y="1032503"/>
                </a:lnTo>
                <a:lnTo>
                  <a:pt x="0" y="1033290"/>
                </a:lnTo>
                <a:lnTo>
                  <a:pt x="1704" y="1059498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df-path-107-part-1">
            <a:extLst xmlns:a="http://schemas.openxmlformats.org/drawingml/2006/main">
              <a:ext uri="{FF2B5EF4-FFF2-40B4-BE49-F238E27FC236}">
                <a16:creationId xmlns:a16="http://schemas.microsoft.com/office/drawing/2014/main" id="{0B6AF100-51B2-4379-B2AE-76414B4A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0486" y="1434982"/>
            <a:ext cx="528373" cy="1059498"/>
          </a:xfrm>
          <a:custGeom xmlns:a="http://schemas.openxmlformats.org/drawingml/2006/main">
            <a:pathLst>
              <a:path w="528373" h="1059498">
                <a:moveTo>
                  <a:pt x="467437" y="74171"/>
                </a:moveTo>
                <a:lnTo>
                  <a:pt x="528373" y="10877"/>
                </a:lnTo>
                <a:lnTo>
                  <a:pt x="441228" y="0"/>
                </a:lnTo>
                <a:lnTo>
                  <a:pt x="467437" y="74171"/>
                </a:ln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D33547DB-D5D0-4210-894D-05BC4C83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97457" y="168171"/>
            <a:ext cx="1621681" cy="4756800"/>
          </a:xfrm>
          <a:custGeom xmlns:a="http://schemas.openxmlformats.org/drawingml/2006/main">
            <a:pathLst>
              <a:path w="1621681" h="4756800">
                <a:moveTo>
                  <a:pt x="0" y="270215"/>
                </a:moveTo>
                <a:cubicBezTo>
                  <a:pt x="0" y="120954"/>
                  <a:pt x="120954" y="0"/>
                  <a:pt x="270215" y="0"/>
                </a:cubicBezTo>
                <a:lnTo>
                  <a:pt x="1351336" y="0"/>
                </a:lnTo>
                <a:cubicBezTo>
                  <a:pt x="1500596" y="0"/>
                  <a:pt x="1621681" y="120954"/>
                  <a:pt x="1621681" y="270215"/>
                </a:cubicBezTo>
                <a:lnTo>
                  <a:pt x="1621681" y="4486586"/>
                </a:lnTo>
                <a:cubicBezTo>
                  <a:pt x="1621681" y="4635846"/>
                  <a:pt x="1500596" y="4756800"/>
                  <a:pt x="1351336" y="4756800"/>
                </a:cubicBezTo>
                <a:lnTo>
                  <a:pt x="270215" y="4756800"/>
                </a:lnTo>
                <a:cubicBezTo>
                  <a:pt x="120954" y="4756800"/>
                  <a:pt x="0" y="4635846"/>
                  <a:pt x="0" y="4486586"/>
                </a:cubicBezTo>
                <a:lnTo>
                  <a:pt x="0" y="270215"/>
                </a:lnTo>
              </a:path>
            </a:pathLst>
          </a:custGeom>
          <a:noFill xmlns:a="http://schemas.openxmlformats.org/drawingml/2006/main"/>
          <a:ln xmlns:a="http://schemas.openxmlformats.org/drawingml/2006/main" w="26209">
            <a:solidFill>
              <a:srgbClr val="C00000"/>
            </a:solidFill>
            <a:prstDash val="solid"/>
          </a:ln>
        </p:spPr>
      </p:sp>
      <p:sp>
        <p:nvSpPr>
          <p:cNvPr id="256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CBF864AF-725D-4876-90A6-93016CF0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2136" y="364738"/>
            <a:ext cx="1012322" cy="2162242"/>
          </a:xfrm>
          <a:custGeom xmlns:a="http://schemas.openxmlformats.org/drawingml/2006/main">
            <a:pathLst>
              <a:path w="1012322" h="2162242">
                <a:moveTo>
                  <a:pt x="0" y="2162242"/>
                </a:moveTo>
                <a:lnTo>
                  <a:pt x="1012322" y="2162242"/>
                </a:lnTo>
                <a:lnTo>
                  <a:pt x="1012322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52">
            <a:solidFill>
              <a:srgbClr val="C00000"/>
            </a:solidFill>
            <a:prstDash val="dash"/>
          </a:ln>
        </p:spPr>
      </p:sp>
      <p:sp>
        <p:nvSpPr>
          <p:cNvPr id="257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0A20F5D8-1F0F-47CA-8A0F-2E57F115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5564" y="3119124"/>
            <a:ext cx="1128203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1" i="0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006" b="1" i="0">
                <a:solidFill>
                  <a:srgbClr val="C00000"/>
                </a:solidFill>
                <a:latin typeface="Arial"/>
                <a:ea typeface="Arial"/>
                <a:cs typeface="Arial"/>
              </a:rPr>
              <a:t>Imitation Learning</a:t>
            </a:r>
          </a:p>
        </p:txBody>
      </p:sp>
      <p:sp>
        <p:nvSpPr>
          <p:cNvPr id="258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A7012105-8AF2-4A29-AA4E-D65C8E4E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2823" y="3391876"/>
            <a:ext cx="1090949" cy="1444771"/>
          </a:xfrm>
          <a:custGeom xmlns:a="http://schemas.openxmlformats.org/drawingml/2006/main">
            <a:pathLst>
              <a:path w="1090949" h="1444771">
                <a:moveTo>
                  <a:pt x="0" y="1444771"/>
                </a:moveTo>
                <a:lnTo>
                  <a:pt x="1090949" y="1444771"/>
                </a:lnTo>
                <a:lnTo>
                  <a:pt x="1090949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552">
            <a:solidFill>
              <a:srgbClr val="C00000"/>
            </a:solidFill>
            <a:prstDash val="dash"/>
          </a:ln>
        </p:spPr>
      </p:sp>
      <p:sp>
        <p:nvSpPr>
          <p:cNvPr id="259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2F02E540-5F55-417F-A12E-38BBC8F5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9745" y="4650774"/>
            <a:ext cx="1292641" cy="2067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2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28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28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Video2Policy</a:t>
            </a:r>
          </a:p>
        </p:txBody>
      </p:sp>
      <p:sp>
        <p:nvSpPr>
          <p:cNvPr id="260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3DB118E9-6AFB-4576-AB92-AD0DD0C9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0079" y="30573"/>
            <a:ext cx="7941325" cy="4894529"/>
          </a:xfrm>
          <a:custGeom xmlns:a="http://schemas.openxmlformats.org/drawingml/2006/main">
            <a:pathLst>
              <a:path w="7941325" h="4894529">
                <a:moveTo>
                  <a:pt x="0" y="4894529"/>
                </a:moveTo>
                <a:lnTo>
                  <a:pt x="7941325" y="4894529"/>
                </a:lnTo>
                <a:lnTo>
                  <a:pt x="7941325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76">
            <a:solidFill>
              <a:srgbClr val="000000"/>
            </a:solidFill>
            <a:prstDash val="dash"/>
          </a:ln>
        </p:spPr>
      </p:sp>
      <p:sp>
        <p:nvSpPr>
          <p:cNvPr id="261" name="pdf-path-114-part-0">
            <a:extLst xmlns:a="http://schemas.openxmlformats.org/drawingml/2006/main">
              <a:ext uri="{FF2B5EF4-FFF2-40B4-BE49-F238E27FC236}">
                <a16:creationId xmlns:a16="http://schemas.microsoft.com/office/drawing/2014/main" id="{F8AF0A4F-98F1-41B8-98D1-3CBC751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2807" y="924824"/>
            <a:ext cx="356311" cy="1625350"/>
          </a:xfrm>
          <a:custGeom xmlns:a="http://schemas.openxmlformats.org/drawingml/2006/main">
            <a:pathLst>
              <a:path w="356311" h="1625350">
                <a:moveTo>
                  <a:pt x="1966" y="1625350"/>
                </a:moveTo>
                <a:lnTo>
                  <a:pt x="6945" y="1625089"/>
                </a:lnTo>
                <a:lnTo>
                  <a:pt x="13235" y="1623647"/>
                </a:lnTo>
                <a:lnTo>
                  <a:pt x="23850" y="1619323"/>
                </a:lnTo>
                <a:lnTo>
                  <a:pt x="34202" y="1612246"/>
                </a:lnTo>
                <a:lnTo>
                  <a:pt x="43769" y="1603204"/>
                </a:lnTo>
                <a:lnTo>
                  <a:pt x="52811" y="1592196"/>
                </a:lnTo>
                <a:lnTo>
                  <a:pt x="61460" y="1579354"/>
                </a:lnTo>
                <a:lnTo>
                  <a:pt x="69978" y="1564939"/>
                </a:lnTo>
                <a:lnTo>
                  <a:pt x="78103" y="1548689"/>
                </a:lnTo>
                <a:lnTo>
                  <a:pt x="86096" y="1530736"/>
                </a:lnTo>
                <a:lnTo>
                  <a:pt x="93828" y="1511211"/>
                </a:lnTo>
                <a:lnTo>
                  <a:pt x="101297" y="1490112"/>
                </a:lnTo>
                <a:lnTo>
                  <a:pt x="108767" y="1467442"/>
                </a:lnTo>
                <a:lnTo>
                  <a:pt x="115844" y="1443329"/>
                </a:lnTo>
                <a:lnTo>
                  <a:pt x="122920" y="1417907"/>
                </a:lnTo>
                <a:lnTo>
                  <a:pt x="129472" y="1391173"/>
                </a:lnTo>
                <a:lnTo>
                  <a:pt x="135893" y="1363130"/>
                </a:lnTo>
                <a:lnTo>
                  <a:pt x="142053" y="1334038"/>
                </a:lnTo>
                <a:lnTo>
                  <a:pt x="147949" y="1303766"/>
                </a:lnTo>
                <a:lnTo>
                  <a:pt x="153453" y="1272446"/>
                </a:lnTo>
                <a:lnTo>
                  <a:pt x="158826" y="1240341"/>
                </a:lnTo>
                <a:lnTo>
                  <a:pt x="163806" y="1207186"/>
                </a:lnTo>
                <a:lnTo>
                  <a:pt x="168261" y="1173245"/>
                </a:lnTo>
                <a:lnTo>
                  <a:pt x="172586" y="1138650"/>
                </a:lnTo>
                <a:lnTo>
                  <a:pt x="176386" y="1103399"/>
                </a:lnTo>
                <a:lnTo>
                  <a:pt x="179794" y="1067361"/>
                </a:lnTo>
                <a:lnTo>
                  <a:pt x="182807" y="1030931"/>
                </a:lnTo>
                <a:lnTo>
                  <a:pt x="187656" y="956891"/>
                </a:lnTo>
                <a:lnTo>
                  <a:pt x="190539" y="881671"/>
                </a:lnTo>
                <a:lnTo>
                  <a:pt x="191456" y="805927"/>
                </a:lnTo>
                <a:lnTo>
                  <a:pt x="192767" y="730969"/>
                </a:lnTo>
                <a:lnTo>
                  <a:pt x="192767" y="731231"/>
                </a:lnTo>
                <a:lnTo>
                  <a:pt x="195781" y="656404"/>
                </a:lnTo>
                <a:lnTo>
                  <a:pt x="195781" y="656666"/>
                </a:lnTo>
                <a:lnTo>
                  <a:pt x="200499" y="582888"/>
                </a:lnTo>
                <a:lnTo>
                  <a:pt x="200499" y="583150"/>
                </a:lnTo>
                <a:lnTo>
                  <a:pt x="203512" y="546982"/>
                </a:lnTo>
                <a:lnTo>
                  <a:pt x="203512" y="547244"/>
                </a:lnTo>
                <a:lnTo>
                  <a:pt x="206919" y="511468"/>
                </a:lnTo>
                <a:lnTo>
                  <a:pt x="206919" y="511600"/>
                </a:lnTo>
                <a:lnTo>
                  <a:pt x="210720" y="476480"/>
                </a:lnTo>
                <a:lnTo>
                  <a:pt x="210720" y="476611"/>
                </a:lnTo>
                <a:lnTo>
                  <a:pt x="215045" y="442146"/>
                </a:lnTo>
                <a:lnTo>
                  <a:pt x="214913" y="442408"/>
                </a:lnTo>
                <a:lnTo>
                  <a:pt x="219631" y="408598"/>
                </a:lnTo>
                <a:lnTo>
                  <a:pt x="219500" y="408861"/>
                </a:lnTo>
                <a:lnTo>
                  <a:pt x="224480" y="375968"/>
                </a:lnTo>
                <a:lnTo>
                  <a:pt x="224480" y="376099"/>
                </a:lnTo>
                <a:lnTo>
                  <a:pt x="229591" y="344124"/>
                </a:lnTo>
                <a:lnTo>
                  <a:pt x="229591" y="344256"/>
                </a:lnTo>
                <a:lnTo>
                  <a:pt x="235095" y="313197"/>
                </a:lnTo>
                <a:lnTo>
                  <a:pt x="235095" y="313460"/>
                </a:lnTo>
                <a:lnTo>
                  <a:pt x="240992" y="283319"/>
                </a:lnTo>
                <a:lnTo>
                  <a:pt x="240992" y="283582"/>
                </a:lnTo>
                <a:lnTo>
                  <a:pt x="247019" y="254620"/>
                </a:lnTo>
                <a:lnTo>
                  <a:pt x="247019" y="254883"/>
                </a:lnTo>
                <a:lnTo>
                  <a:pt x="253310" y="227232"/>
                </a:lnTo>
                <a:lnTo>
                  <a:pt x="253310" y="227363"/>
                </a:lnTo>
                <a:lnTo>
                  <a:pt x="259862" y="200892"/>
                </a:lnTo>
                <a:lnTo>
                  <a:pt x="259862" y="201154"/>
                </a:lnTo>
                <a:lnTo>
                  <a:pt x="266676" y="175993"/>
                </a:lnTo>
                <a:lnTo>
                  <a:pt x="266676" y="176256"/>
                </a:lnTo>
                <a:lnTo>
                  <a:pt x="273752" y="152668"/>
                </a:lnTo>
                <a:lnTo>
                  <a:pt x="273622" y="152930"/>
                </a:lnTo>
                <a:lnTo>
                  <a:pt x="280829" y="130521"/>
                </a:lnTo>
                <a:lnTo>
                  <a:pt x="280698" y="131045"/>
                </a:lnTo>
                <a:lnTo>
                  <a:pt x="288167" y="110209"/>
                </a:lnTo>
                <a:lnTo>
                  <a:pt x="287906" y="110602"/>
                </a:lnTo>
                <a:lnTo>
                  <a:pt x="295506" y="91600"/>
                </a:lnTo>
                <a:lnTo>
                  <a:pt x="295375" y="92124"/>
                </a:lnTo>
                <a:lnTo>
                  <a:pt x="303107" y="74696"/>
                </a:lnTo>
                <a:lnTo>
                  <a:pt x="301796" y="76924"/>
                </a:lnTo>
                <a:lnTo>
                  <a:pt x="319225" y="52418"/>
                </a:lnTo>
                <a:lnTo>
                  <a:pt x="297865" y="37217"/>
                </a:lnTo>
                <a:lnTo>
                  <a:pt x="279650" y="62771"/>
                </a:lnTo>
                <a:lnTo>
                  <a:pt x="271263" y="81641"/>
                </a:lnTo>
                <a:lnTo>
                  <a:pt x="263531" y="101167"/>
                </a:lnTo>
                <a:lnTo>
                  <a:pt x="255931" y="122265"/>
                </a:lnTo>
                <a:lnTo>
                  <a:pt x="248592" y="144936"/>
                </a:lnTo>
                <a:lnTo>
                  <a:pt x="241516" y="168917"/>
                </a:lnTo>
                <a:lnTo>
                  <a:pt x="234439" y="194471"/>
                </a:lnTo>
                <a:lnTo>
                  <a:pt x="227887" y="221204"/>
                </a:lnTo>
                <a:lnTo>
                  <a:pt x="221466" y="249116"/>
                </a:lnTo>
                <a:lnTo>
                  <a:pt x="215307" y="278209"/>
                </a:lnTo>
                <a:lnTo>
                  <a:pt x="209279" y="308480"/>
                </a:lnTo>
                <a:lnTo>
                  <a:pt x="203775" y="339799"/>
                </a:lnTo>
                <a:lnTo>
                  <a:pt x="198533" y="372037"/>
                </a:lnTo>
                <a:lnTo>
                  <a:pt x="193684" y="405060"/>
                </a:lnTo>
                <a:lnTo>
                  <a:pt x="188967" y="438870"/>
                </a:lnTo>
                <a:lnTo>
                  <a:pt x="184773" y="473597"/>
                </a:lnTo>
                <a:lnTo>
                  <a:pt x="180842" y="508848"/>
                </a:lnTo>
                <a:lnTo>
                  <a:pt x="177435" y="544754"/>
                </a:lnTo>
                <a:lnTo>
                  <a:pt x="174421" y="581184"/>
                </a:lnTo>
                <a:lnTo>
                  <a:pt x="169572" y="655094"/>
                </a:lnTo>
                <a:lnTo>
                  <a:pt x="166558" y="730314"/>
                </a:lnTo>
                <a:lnTo>
                  <a:pt x="165247" y="805533"/>
                </a:lnTo>
                <a:lnTo>
                  <a:pt x="164330" y="881146"/>
                </a:lnTo>
                <a:lnTo>
                  <a:pt x="164330" y="880753"/>
                </a:lnTo>
                <a:lnTo>
                  <a:pt x="161447" y="955711"/>
                </a:lnTo>
                <a:lnTo>
                  <a:pt x="161447" y="955449"/>
                </a:lnTo>
                <a:lnTo>
                  <a:pt x="156598" y="1029096"/>
                </a:lnTo>
                <a:lnTo>
                  <a:pt x="156729" y="1028834"/>
                </a:lnTo>
                <a:lnTo>
                  <a:pt x="153585" y="1065133"/>
                </a:lnTo>
                <a:lnTo>
                  <a:pt x="153585" y="1065003"/>
                </a:lnTo>
                <a:lnTo>
                  <a:pt x="150308" y="1100778"/>
                </a:lnTo>
                <a:lnTo>
                  <a:pt x="150308" y="1100646"/>
                </a:lnTo>
                <a:lnTo>
                  <a:pt x="146508" y="1135636"/>
                </a:lnTo>
                <a:lnTo>
                  <a:pt x="146508" y="1135504"/>
                </a:lnTo>
                <a:lnTo>
                  <a:pt x="142314" y="1169970"/>
                </a:lnTo>
                <a:lnTo>
                  <a:pt x="142314" y="1169839"/>
                </a:lnTo>
                <a:lnTo>
                  <a:pt x="137728" y="1203517"/>
                </a:lnTo>
                <a:lnTo>
                  <a:pt x="137859" y="1203386"/>
                </a:lnTo>
                <a:lnTo>
                  <a:pt x="132879" y="1236278"/>
                </a:lnTo>
                <a:lnTo>
                  <a:pt x="132879" y="1236147"/>
                </a:lnTo>
                <a:lnTo>
                  <a:pt x="127637" y="1268122"/>
                </a:lnTo>
                <a:lnTo>
                  <a:pt x="127637" y="1267991"/>
                </a:lnTo>
                <a:lnTo>
                  <a:pt x="122134" y="1299049"/>
                </a:lnTo>
                <a:lnTo>
                  <a:pt x="122134" y="1298918"/>
                </a:lnTo>
                <a:lnTo>
                  <a:pt x="116368" y="1328927"/>
                </a:lnTo>
                <a:lnTo>
                  <a:pt x="116368" y="1328665"/>
                </a:lnTo>
                <a:lnTo>
                  <a:pt x="110340" y="1357626"/>
                </a:lnTo>
                <a:lnTo>
                  <a:pt x="110340" y="1357364"/>
                </a:lnTo>
                <a:lnTo>
                  <a:pt x="104049" y="1385145"/>
                </a:lnTo>
                <a:lnTo>
                  <a:pt x="104049" y="1385014"/>
                </a:lnTo>
                <a:lnTo>
                  <a:pt x="97498" y="1411355"/>
                </a:lnTo>
                <a:lnTo>
                  <a:pt x="97498" y="1411092"/>
                </a:lnTo>
                <a:lnTo>
                  <a:pt x="90683" y="1436253"/>
                </a:lnTo>
                <a:lnTo>
                  <a:pt x="90683" y="1435991"/>
                </a:lnTo>
                <a:lnTo>
                  <a:pt x="83606" y="1459710"/>
                </a:lnTo>
                <a:lnTo>
                  <a:pt x="83738" y="1459448"/>
                </a:lnTo>
                <a:lnTo>
                  <a:pt x="76530" y="1481726"/>
                </a:lnTo>
                <a:lnTo>
                  <a:pt x="76661" y="1481463"/>
                </a:lnTo>
                <a:lnTo>
                  <a:pt x="69192" y="1502168"/>
                </a:lnTo>
                <a:lnTo>
                  <a:pt x="69454" y="1501775"/>
                </a:lnTo>
                <a:lnTo>
                  <a:pt x="61853" y="1520777"/>
                </a:lnTo>
                <a:lnTo>
                  <a:pt x="61984" y="1520253"/>
                </a:lnTo>
                <a:lnTo>
                  <a:pt x="54252" y="1537682"/>
                </a:lnTo>
                <a:lnTo>
                  <a:pt x="54515" y="1537158"/>
                </a:lnTo>
                <a:lnTo>
                  <a:pt x="46652" y="1552751"/>
                </a:lnTo>
                <a:lnTo>
                  <a:pt x="47045" y="1552097"/>
                </a:lnTo>
                <a:lnTo>
                  <a:pt x="39051" y="1565856"/>
                </a:lnTo>
                <a:lnTo>
                  <a:pt x="39575" y="1564939"/>
                </a:lnTo>
                <a:lnTo>
                  <a:pt x="31451" y="1576864"/>
                </a:lnTo>
                <a:lnTo>
                  <a:pt x="32106" y="1575947"/>
                </a:lnTo>
                <a:lnTo>
                  <a:pt x="23981" y="1585906"/>
                </a:lnTo>
                <a:lnTo>
                  <a:pt x="25029" y="1584727"/>
                </a:lnTo>
                <a:lnTo>
                  <a:pt x="16904" y="1592458"/>
                </a:lnTo>
                <a:lnTo>
                  <a:pt x="18608" y="1591148"/>
                </a:lnTo>
                <a:lnTo>
                  <a:pt x="10221" y="1596914"/>
                </a:lnTo>
                <a:lnTo>
                  <a:pt x="12580" y="1595603"/>
                </a:lnTo>
                <a:lnTo>
                  <a:pt x="4324" y="1599011"/>
                </a:lnTo>
                <a:lnTo>
                  <a:pt x="6683" y="1598355"/>
                </a:lnTo>
                <a:lnTo>
                  <a:pt x="2490" y="1599142"/>
                </a:lnTo>
                <a:lnTo>
                  <a:pt x="4193" y="1599011"/>
                </a:lnTo>
                <a:lnTo>
                  <a:pt x="0" y="1599273"/>
                </a:lnTo>
                <a:lnTo>
                  <a:pt x="1966" y="1625350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df-path-114-part-1">
            <a:extLst xmlns:a="http://schemas.openxmlformats.org/drawingml/2006/main">
              <a:ext uri="{FF2B5EF4-FFF2-40B4-BE49-F238E27FC236}">
                <a16:creationId xmlns:a16="http://schemas.microsoft.com/office/drawing/2014/main" id="{568D862E-8883-4969-9533-2C27BDAB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2807" y="924824"/>
            <a:ext cx="356311" cy="1625350"/>
          </a:xfrm>
          <a:custGeom xmlns:a="http://schemas.openxmlformats.org/drawingml/2006/main">
            <a:pathLst>
              <a:path w="356311" h="1625350">
                <a:moveTo>
                  <a:pt x="325777" y="82427"/>
                </a:moveTo>
                <a:lnTo>
                  <a:pt x="356311" y="0"/>
                </a:lnTo>
                <a:lnTo>
                  <a:pt x="272049" y="25030"/>
                </a:lnTo>
                <a:lnTo>
                  <a:pt x="325777" y="82427"/>
                </a:lnTo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743DCA17-68D0-41EB-BB78-5A36C270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3646" y="1998424"/>
            <a:ext cx="870543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Observations,</a:t>
            </a:r>
          </a:p>
        </p:txBody>
      </p:sp>
      <p:sp>
        <p:nvSpPr>
          <p:cNvPr id="264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538B61AC-8400-40E9-A1CD-94A92456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3646" y="2155939"/>
            <a:ext cx="516741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Actions,</a:t>
            </a:r>
          </a:p>
        </p:txBody>
      </p:sp>
      <p:sp>
        <p:nvSpPr>
          <p:cNvPr id="265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4C83C791-398F-4377-A866-4386C91E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3646" y="2313721"/>
            <a:ext cx="104260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266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4AEDEBF2-F4BE-4FA2-A119-20728DC8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4154" y="3928791"/>
            <a:ext cx="493558" cy="12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Insert …</a:t>
            </a:r>
          </a:p>
        </p:txBody>
      </p:sp>
      <p:sp>
        <p:nvSpPr>
          <p:cNvPr id="267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0BE94AB5-6B92-4ED2-A23B-AAE70701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643" y="3959198"/>
            <a:ext cx="530114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Throw …</a:t>
            </a:r>
          </a:p>
        </p:txBody>
      </p:sp>
      <p:sp>
        <p:nvSpPr>
          <p:cNvPr id="268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278EC457-3540-48D3-A814-6AC497A6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9733" y="3959198"/>
            <a:ext cx="452685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 …</a:t>
            </a:r>
          </a:p>
        </p:txBody>
      </p:sp>
      <p:sp>
        <p:nvSpPr>
          <p:cNvPr id="269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961F9509-896B-46F4-8A8D-0A791A40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35138" y="3637051"/>
            <a:ext cx="236209" cy="236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70" name="pdf-text-39-2">
            <a:extLst xmlns:a="http://schemas.openxmlformats.org/drawingml/2006/main">
              <a:ext uri="{FF2B5EF4-FFF2-40B4-BE49-F238E27FC236}">
                <a16:creationId xmlns:a16="http://schemas.microsoft.com/office/drawing/2014/main" id="{6919926F-8458-4A33-9169-43210D37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35139" y="3862867"/>
            <a:ext cx="236209" cy="2362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271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3D978295-D614-4F85-8429-9536C687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1139" y="960229"/>
            <a:ext cx="491251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Insert …</a:t>
            </a:r>
          </a:p>
        </p:txBody>
      </p:sp>
      <p:sp>
        <p:nvSpPr>
          <p:cNvPr id="272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6522698C-B316-4E6D-86B4-B4473F5A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8518" y="2281818"/>
            <a:ext cx="531856" cy="12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Throw …</a:t>
            </a:r>
          </a:p>
        </p:txBody>
      </p:sp>
      <p:sp>
        <p:nvSpPr>
          <p:cNvPr id="273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7BA4AD46-7766-4C11-9307-C59E32CA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7289" y="3545096"/>
            <a:ext cx="451535" cy="127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6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6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Slide …</a:t>
            </a:r>
          </a:p>
        </p:txBody>
      </p:sp>
      <p:sp>
        <p:nvSpPr>
          <p:cNvPr id="274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5D82E210-E3DC-441C-B870-5584B04A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650" y="4170494"/>
            <a:ext cx="1046036" cy="128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0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0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Diverse behaviors</a:t>
            </a:r>
          </a:p>
        </p:txBody>
      </p:sp>
    </p:spTree>
    <p:extLst>
      <p:ext uri="{BB962C8B-B14F-4D97-AF65-F5344CB8AC3E}">
        <p14:creationId xmlns:p14="http://schemas.microsoft.com/office/powerpoint/2010/main" val="301424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2026-10-09T21:04:19.3980000Z</dcterms:created>
  <dcterms:modified xsi:type="dcterms:W3CDTF">2026-10-09T21:04:19.3990000Z</dcterms:modified>
</coreProperties>
</file>