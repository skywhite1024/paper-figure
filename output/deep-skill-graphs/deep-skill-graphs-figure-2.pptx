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16c0c7904e41e3" /><Relationship Type="http://schemas.openxmlformats.org/officeDocument/2006/relationships/extended-properties" Target="/docProps/app.xml" Id="R9c49d935f7394544" /><Relationship Type="http://schemas.openxmlformats.org/officeDocument/2006/relationships/officeDocument" Target="/ppt/presentation.xml" Id="Rc58a6b2f6b7147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8fd9ffed3e4ca5"/>
  </p:sldMasterIdLst>
  <p:notesMasterIdLst>
    <p:notesMasterId xmlns:r="http://schemas.openxmlformats.org/officeDocument/2006/relationships" r:id="Ra3c46406fbed4584"/>
  </p:notesMasterIdLst>
  <p:sldIdLst>
    <p:sldId xmlns:r="http://schemas.openxmlformats.org/officeDocument/2006/relationships" id="256" r:id="R7b38bc86a9c342a7"/>
  </p:sldIdLst>
  <p:sldSz cx="14077950" cy="4000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9c293cf2c047af" /><Relationship Type="http://schemas.openxmlformats.org/officeDocument/2006/relationships/slideMaster" Target="/ppt/slideMasters/slideMaster1.xml" Id="Rc78fd9ffed3e4ca5" /><Relationship Type="http://schemas.openxmlformats.org/officeDocument/2006/relationships/notesMaster" Target="/ppt/notesMasters/notesMaster1.xml" Id="Ra3c46406fbed4584" /><Relationship Type="http://schemas.openxmlformats.org/officeDocument/2006/relationships/presProps" Target="/ppt/presProps.xml" Id="R9bdd42b5bfd74fa7" /><Relationship Type="http://schemas.openxmlformats.org/officeDocument/2006/relationships/tableStyles" Target="/ppt/tableStyles.xml" Id="Refd043b2e16347d3" /><Relationship Type="http://schemas.openxmlformats.org/officeDocument/2006/relationships/slide" Target="/ppt/slides/slide1.xml" Id="R7b38bc86a9c342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31fc2b5c0344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c334b28a854d39" /><Relationship Type="http://schemas.openxmlformats.org/officeDocument/2006/relationships/notesMaster" Target="/ppt/notesMasters/notesMaster1.xml" Id="R4bd08b897d8548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"Skill Discovery for Exploration and Planning Using Deep Skill Graphs",</a:t>
            </a:r>
          </a:p>
          <a:p xmlns:a="http://schemas.openxmlformats.org/drawingml/2006/main">
            <a:r>
              <a:t>  "paper_url": "https://proceedings.mlr.press/v139/bagaria21a/bagaria21a.pdf",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"license": "No reuse license found in inspected source landing page; retain attribution and review reuse terms",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"b8c9b53915de1bae0fa8bb2ee2f39f1e6a2802569338c880861d3ce7f21d19cf",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52.3911209106,</a:t>
            </a:r>
          </a:p>
          <a:p xmlns:a="http://schemas.openxmlformats.org/drawingml/2006/main">
            <a:r>
              <a:t>    65.5555725098,</a:t>
            </a:r>
          </a:p>
          <a:p xmlns:a="http://schemas.openxmlformats.org/drawingml/2006/main">
            <a:r>
              <a:t>    544.8330078125,</a:t>
            </a:r>
          </a:p>
          <a:p xmlns:a="http://schemas.openxmlformats.org/drawingml/2006/main">
            <a:r>
              <a:t>    205.1731567383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"notes": "Manually reconstructed after inspecting actual source pixels. Original source is a flattened raster. Layout, native panels, labels and connecting geometry are recreated; no whole-figure raster backdrop. Font metrics and curve/arrow geometry approximated. Small original mathematical/photo details retained only where explicitly noted. Independent target-application QA pending. Fully native recreation: three editable panel labels, graph nodes, curves, selected red path, expansion links and dot markers. No raster content."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9fec6167904ff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bbae9d755142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eb7e521e354d2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8e57bf0a394d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1c62e2221e40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b57350743749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553090-6957-4589-8A06-39052D6271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07795" y="1511300"/>
            <a:ext cx="11262360" cy="57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54873B0-328F-4C41-936B-0D31A8D0E9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11693" y="2200275"/>
            <a:ext cx="9854565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110651D-EED8-419B-A0A7-BC83A21D9B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07795" y="1666875"/>
            <a:ext cx="1126236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4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0608A8-3A12-4C73-9A50-6819AC084B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1885" y="311150"/>
            <a:ext cx="12494181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0F14160-12CB-4D18-A0C0-9A0A84F172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91885" y="1111250"/>
            <a:ext cx="12494181" cy="24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33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1pPr>
            <a:lvl2pPr marL="3111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2pPr>
            <a:lvl3pPr marL="4889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3pPr>
            <a:lvl4pPr marL="6667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4pPr>
            <a:lvl5pPr marL="8445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5pPr>
            <a:lvl6pPr marL="10223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6pPr>
            <a:lvl7pPr marL="12001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7pPr>
            <a:lvl8pPr marL="13779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8pPr>
            <a:lvl9pPr marL="15557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737754-5AC2-4DAC-9DF1-CDFA1CF7C4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1885" y="311150"/>
            <a:ext cx="12494181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7D9D7C-36B2-449C-8556-E64587D957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91885" y="1111250"/>
            <a:ext cx="5807154" cy="24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33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1pPr>
            <a:lvl2pPr marL="3111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2pPr>
            <a:lvl3pPr marL="4889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3pPr>
            <a:lvl4pPr marL="6667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4pPr>
            <a:lvl5pPr marL="8445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5pPr>
            <a:lvl6pPr marL="10223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6pPr>
            <a:lvl7pPr marL="12001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7pPr>
            <a:lvl8pPr marL="13779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8pPr>
            <a:lvl9pPr marL="15557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34774E-28D9-480C-AB15-4B9F4087CF8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478911" y="1111250"/>
            <a:ext cx="5807154" cy="24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33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1pPr>
            <a:lvl2pPr marL="3111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2pPr>
            <a:lvl3pPr marL="4889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3pPr>
            <a:lvl4pPr marL="6667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4pPr>
            <a:lvl5pPr marL="8445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5pPr>
            <a:lvl6pPr marL="10223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6pPr>
            <a:lvl7pPr marL="12001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7pPr>
            <a:lvl8pPr marL="13779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8pPr>
            <a:lvl9pPr marL="15557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26F6A9-792A-4379-B971-A97FF9DDE4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1885" y="311150"/>
            <a:ext cx="12494181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CE91DA-4D3A-49BE-B80B-72306E32B0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91885" y="1111250"/>
            <a:ext cx="5807154" cy="24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33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1pPr>
            <a:lvl2pPr marL="3111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2pPr>
            <a:lvl3pPr marL="4889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3pPr>
            <a:lvl4pPr marL="6667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4pPr>
            <a:lvl5pPr marL="8445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5pPr>
            <a:lvl6pPr marL="10223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6pPr>
            <a:lvl7pPr marL="12001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7pPr>
            <a:lvl8pPr marL="13779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8pPr>
            <a:lvl9pPr marL="1555750" indent="-13335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016265c8eb49ad" /><Relationship Type="http://schemas.openxmlformats.org/officeDocument/2006/relationships/slideLayout" Target="/ppt/slideLayouts/slideLayout1.xml" Id="R3dbb6772d9e2481c" /><Relationship Type="http://schemas.openxmlformats.org/officeDocument/2006/relationships/slideLayout" Target="/ppt/slideLayouts/slideLayout2.xml" Id="R9f5d6f26dfd4487e" /><Relationship Type="http://schemas.openxmlformats.org/officeDocument/2006/relationships/slideLayout" Target="/ppt/slideLayouts/slideLayout3.xml" Id="R5d75196700784aa6" /><Relationship Type="http://schemas.openxmlformats.org/officeDocument/2006/relationships/slideLayout" Target="/ppt/slideLayouts/slideLayout4.xml" Id="Rbb699d9a590a442f" /><Relationship Type="http://schemas.openxmlformats.org/officeDocument/2006/relationships/slideLayout" Target="/ppt/slideLayouts/slideLayout5.xml" Id="R6bde3c24e3684109" /><Relationship Type="http://schemas.openxmlformats.org/officeDocument/2006/relationships/slideLayout" Target="/ppt/slideLayouts/slideLayout6.xml" Id="R87cfc69ceb7842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bb6772d9e2481c"/>
    <p:sldLayoutId xmlns:r="http://schemas.openxmlformats.org/officeDocument/2006/relationships" id="2147483650" r:id="R9f5d6f26dfd4487e"/>
    <p:sldLayoutId xmlns:r="http://schemas.openxmlformats.org/officeDocument/2006/relationships" id="2147483651" r:id="R5d75196700784aa6"/>
    <p:sldLayoutId xmlns:r="http://schemas.openxmlformats.org/officeDocument/2006/relationships" id="2147483652" r:id="Rbb699d9a590a442f"/>
    <p:sldLayoutId xmlns:r="http://schemas.openxmlformats.org/officeDocument/2006/relationships" id="2147483653" r:id="R6bde3c24e3684109"/>
    <p:sldLayoutId xmlns:r="http://schemas.openxmlformats.org/officeDocument/2006/relationships" id="2147483654" r:id="R87cfc69ceb7842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a1e7d177a04572" /><Relationship Type="http://schemas.openxmlformats.org/officeDocument/2006/relationships/notesSlide" Target="/ppt/notesSlides/notesSlide1.xml" Id="Rf0e6a583e0bb42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panel-0">
            <a:extLst xmlns:a="http://schemas.openxmlformats.org/drawingml/2006/main">
              <a:ext uri="{FF2B5EF4-FFF2-40B4-BE49-F238E27FC236}">
                <a16:creationId xmlns:a16="http://schemas.microsoft.com/office/drawing/2014/main" id="{EA05A57C-B1D4-4C86-9145-26CB263D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723900"/>
            <a:ext cx="3800475" cy="2800350"/>
          </a:xfrm>
          <a:custGeom xmlns:a="http://schemas.openxmlformats.org/drawingml/2006/main">
            <a:pathLst>
              <a:path w="3800475" h="2800350">
                <a:moveTo>
                  <a:pt x="266700" y="0"/>
                </a:moveTo>
                <a:lnTo>
                  <a:pt x="3533775" y="0"/>
                </a:lnTo>
                <a:quadBezTo>
                  <a:pt x="3800475" y="0"/>
                  <a:pt x="3800475" y="266700"/>
                </a:quadBezTo>
                <a:lnTo>
                  <a:pt x="3800475" y="2533650"/>
                </a:lnTo>
                <a:quadBezTo>
                  <a:pt x="3800475" y="2800350"/>
                  <a:pt x="3533775" y="2800350"/>
                </a:quadBezTo>
                <a:lnTo>
                  <a:pt x="266700" y="2800350"/>
                </a:lnTo>
                <a:quadBezTo>
                  <a:pt x="0" y="2800350"/>
                  <a:pt x="0" y="2533650"/>
                </a:quadBezTo>
                <a:lnTo>
                  <a:pt x="0" y="266700"/>
                </a:lnTo>
                <a:quadBezTo>
                  <a:pt x="0" y="0"/>
                  <a:pt x="266700" y="0"/>
                </a:quadBezTo>
                <a:close/>
              </a:path>
            </a:pathLst>
          </a:custGeom>
          <a:solidFill xmlns:a="http://schemas.openxmlformats.org/drawingml/2006/main">
            <a:srgbClr val="4CBFF4"/>
          </a:solidFill>
          <a:ln xmlns:a="http://schemas.openxmlformats.org/drawingml/2006/main" w="47625">
            <a:solidFill>
              <a:srgbClr val="125C7E"/>
            </a:solidFill>
            <a:prstDash val="solid"/>
          </a:ln>
        </p:spPr>
      </p:sp>
      <p:sp>
        <p:nvSpPr>
          <p:cNvPr id="2" name="panel-1">
            <a:extLst xmlns:a="http://schemas.openxmlformats.org/drawingml/2006/main">
              <a:ext uri="{FF2B5EF4-FFF2-40B4-BE49-F238E27FC236}">
                <a16:creationId xmlns:a16="http://schemas.microsoft.com/office/drawing/2014/main" id="{A13ABAF6-FA4B-4EEA-BD03-F8B9CB96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723900"/>
            <a:ext cx="3800475" cy="2800350"/>
          </a:xfrm>
          <a:custGeom xmlns:a="http://schemas.openxmlformats.org/drawingml/2006/main">
            <a:pathLst>
              <a:path w="3800475" h="2800350">
                <a:moveTo>
                  <a:pt x="266700" y="0"/>
                </a:moveTo>
                <a:lnTo>
                  <a:pt x="3533775" y="0"/>
                </a:lnTo>
                <a:quadBezTo>
                  <a:pt x="3800475" y="0"/>
                  <a:pt x="3800475" y="266700"/>
                </a:quadBezTo>
                <a:lnTo>
                  <a:pt x="3800475" y="2533650"/>
                </a:lnTo>
                <a:quadBezTo>
                  <a:pt x="3800475" y="2800350"/>
                  <a:pt x="3533775" y="2800350"/>
                </a:quadBezTo>
                <a:lnTo>
                  <a:pt x="266700" y="2800350"/>
                </a:lnTo>
                <a:quadBezTo>
                  <a:pt x="0" y="2800350"/>
                  <a:pt x="0" y="2533650"/>
                </a:quadBezTo>
                <a:lnTo>
                  <a:pt x="0" y="266700"/>
                </a:lnTo>
                <a:quadBezTo>
                  <a:pt x="0" y="0"/>
                  <a:pt x="266700" y="0"/>
                </a:quadBezTo>
                <a:close/>
              </a:path>
            </a:pathLst>
          </a:custGeom>
          <a:solidFill xmlns:a="http://schemas.openxmlformats.org/drawingml/2006/main">
            <a:srgbClr val="4CBFF4"/>
          </a:solidFill>
          <a:ln xmlns:a="http://schemas.openxmlformats.org/drawingml/2006/main" w="47625">
            <a:solidFill>
              <a:srgbClr val="125C7E"/>
            </a:solidFill>
            <a:prstDash val="solid"/>
          </a:ln>
        </p:spPr>
      </p:sp>
      <p:sp>
        <p:nvSpPr>
          <p:cNvPr id="3" name="panel-2">
            <a:extLst xmlns:a="http://schemas.openxmlformats.org/drawingml/2006/main">
              <a:ext uri="{FF2B5EF4-FFF2-40B4-BE49-F238E27FC236}">
                <a16:creationId xmlns:a16="http://schemas.microsoft.com/office/drawing/2014/main" id="{104F0B6E-7AB7-4BB8-A6A9-C0E47C38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723900"/>
            <a:ext cx="3800475" cy="2800350"/>
          </a:xfrm>
          <a:custGeom xmlns:a="http://schemas.openxmlformats.org/drawingml/2006/main">
            <a:pathLst>
              <a:path w="3800475" h="2800350">
                <a:moveTo>
                  <a:pt x="266700" y="0"/>
                </a:moveTo>
                <a:lnTo>
                  <a:pt x="3533775" y="0"/>
                </a:lnTo>
                <a:quadBezTo>
                  <a:pt x="3800475" y="0"/>
                  <a:pt x="3800475" y="266700"/>
                </a:quadBezTo>
                <a:lnTo>
                  <a:pt x="3800475" y="2533650"/>
                </a:lnTo>
                <a:quadBezTo>
                  <a:pt x="3800475" y="2800350"/>
                  <a:pt x="3533775" y="2800350"/>
                </a:quadBezTo>
                <a:lnTo>
                  <a:pt x="266700" y="2800350"/>
                </a:lnTo>
                <a:quadBezTo>
                  <a:pt x="0" y="2800350"/>
                  <a:pt x="0" y="2533650"/>
                </a:quadBezTo>
                <a:lnTo>
                  <a:pt x="0" y="266700"/>
                </a:lnTo>
                <a:quadBezTo>
                  <a:pt x="0" y="0"/>
                  <a:pt x="266700" y="0"/>
                </a:quadBezTo>
                <a:close/>
              </a:path>
            </a:pathLst>
          </a:custGeom>
          <a:solidFill xmlns:a="http://schemas.openxmlformats.org/drawingml/2006/main">
            <a:srgbClr val="4CBFF4"/>
          </a:solidFill>
          <a:ln xmlns:a="http://schemas.openxmlformats.org/drawingml/2006/main" w="47625">
            <a:solidFill>
              <a:srgbClr val="125C7E"/>
            </a:solidFill>
            <a:prstDash val="solid"/>
          </a:ln>
        </p:spPr>
      </p:sp>
      <p:sp>
        <p:nvSpPr>
          <p:cNvPr id="4" name="separator1">
            <a:extLst xmlns:a="http://schemas.openxmlformats.org/drawingml/2006/main">
              <a:ext uri="{FF2B5EF4-FFF2-40B4-BE49-F238E27FC236}">
                <a16:creationId xmlns:a16="http://schemas.microsoft.com/office/drawing/2014/main" id="{6CB0AFE0-6953-4189-AAE7-613D3A5C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3425" y="152400"/>
            <a:ext cx="95" cy="3771900"/>
          </a:xfrm>
          <a:custGeom xmlns:a="http://schemas.openxmlformats.org/drawingml/2006/main">
            <a:pathLst>
              <a:path w="95" h="3771900">
                <a:moveTo>
                  <a:pt x="0" y="0"/>
                </a:moveTo>
                <a:lnTo>
                  <a:pt x="0" y="37719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0000"/>
            </a:solidFill>
            <a:prstDash val="solid"/>
          </a:ln>
        </p:spPr>
      </p:sp>
      <p:sp>
        <p:nvSpPr>
          <p:cNvPr id="5" name="separator2">
            <a:extLst xmlns:a="http://schemas.openxmlformats.org/drawingml/2006/main">
              <a:ext uri="{FF2B5EF4-FFF2-40B4-BE49-F238E27FC236}">
                <a16:creationId xmlns:a16="http://schemas.microsoft.com/office/drawing/2014/main" id="{1C2A8A32-1160-4C87-A67D-0A2ED61E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152400"/>
            <a:ext cx="95" cy="3771900"/>
          </a:xfrm>
          <a:custGeom xmlns:a="http://schemas.openxmlformats.org/drawingml/2006/main">
            <a:pathLst>
              <a:path w="95" h="3771900">
                <a:moveTo>
                  <a:pt x="0" y="0"/>
                </a:moveTo>
                <a:lnTo>
                  <a:pt x="0" y="37719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00000"/>
            </a:solidFill>
            <a:prstDash val="solid"/>
          </a:ln>
        </p:spPr>
      </p:sp>
      <p:sp>
        <p:nvSpPr>
          <p:cNvPr id="6" name="edge-a-0">
            <a:extLst xmlns:a="http://schemas.openxmlformats.org/drawingml/2006/main">
              <a:ext uri="{FF2B5EF4-FFF2-40B4-BE49-F238E27FC236}">
                <a16:creationId xmlns:a16="http://schemas.microsoft.com/office/drawing/2014/main" id="{6A13F7F0-ED32-4DD3-925E-CBCB1DB0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1724025"/>
            <a:ext cx="333375" cy="352425"/>
          </a:xfrm>
          <a:custGeom xmlns:a="http://schemas.openxmlformats.org/drawingml/2006/main">
            <a:pathLst>
              <a:path w="333375" h="352425">
                <a:moveTo>
                  <a:pt x="0" y="352425"/>
                </a:moveTo>
                <a:cubicBezTo>
                  <a:pt x="57150" y="190500"/>
                  <a:pt x="133350" y="95250"/>
                  <a:pt x="33337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00000"/>
            </a:solidFill>
            <a:prstDash val="solid"/>
          </a:ln>
        </p:spPr>
      </p:sp>
      <p:sp>
        <p:nvSpPr>
          <p:cNvPr id="7" name="edge-a-0-head">
            <a:extLst xmlns:a="http://schemas.openxmlformats.org/drawingml/2006/main">
              <a:ext uri="{FF2B5EF4-FFF2-40B4-BE49-F238E27FC236}">
                <a16:creationId xmlns:a16="http://schemas.microsoft.com/office/drawing/2014/main" id="{2B6B2D70-BC7E-4028-BF55-AFC108F3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964" y="1724025"/>
            <a:ext cx="125311" cy="95580"/>
          </a:xfrm>
          <a:custGeom xmlns:a="http://schemas.openxmlformats.org/drawingml/2006/main">
            <a:pathLst>
              <a:path w="125311" h="95580">
                <a:moveTo>
                  <a:pt x="125311" y="0"/>
                </a:moveTo>
                <a:lnTo>
                  <a:pt x="44227" y="95580"/>
                </a:lnTo>
                <a:lnTo>
                  <a:pt x="0" y="27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dge-b-0">
            <a:extLst xmlns:a="http://schemas.openxmlformats.org/drawingml/2006/main">
              <a:ext uri="{FF2B5EF4-FFF2-40B4-BE49-F238E27FC236}">
                <a16:creationId xmlns:a16="http://schemas.microsoft.com/office/drawing/2014/main" id="{279AF244-8488-49FE-A770-2A787115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9725" y="1581150"/>
            <a:ext cx="628650" cy="219075"/>
          </a:xfrm>
          <a:custGeom xmlns:a="http://schemas.openxmlformats.org/drawingml/2006/main">
            <a:pathLst>
              <a:path w="628650" h="219075">
                <a:moveTo>
                  <a:pt x="0" y="28575"/>
                </a:moveTo>
                <a:cubicBezTo>
                  <a:pt x="276225" y="0"/>
                  <a:pt x="466725" y="85725"/>
                  <a:pt x="628650" y="2190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00000"/>
            </a:solidFill>
            <a:prstDash val="solid"/>
          </a:ln>
        </p:spPr>
      </p:sp>
      <p:sp>
        <p:nvSpPr>
          <p:cNvPr id="9" name="edge-b-0-head">
            <a:extLst xmlns:a="http://schemas.openxmlformats.org/drawingml/2006/main">
              <a:ext uri="{FF2B5EF4-FFF2-40B4-BE49-F238E27FC236}">
                <a16:creationId xmlns:a16="http://schemas.microsoft.com/office/drawing/2014/main" id="{12599C23-EA6D-4A77-8B3E-C09AE803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7446" y="1687859"/>
            <a:ext cx="120929" cy="112366"/>
          </a:xfrm>
          <a:custGeom xmlns:a="http://schemas.openxmlformats.org/drawingml/2006/main">
            <a:pathLst>
              <a:path w="120929" h="112366">
                <a:moveTo>
                  <a:pt x="120929" y="112366"/>
                </a:moveTo>
                <a:lnTo>
                  <a:pt x="0" y="79408"/>
                </a:lnTo>
                <a:lnTo>
                  <a:pt x="6539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dge-c-0">
            <a:extLst xmlns:a="http://schemas.openxmlformats.org/drawingml/2006/main">
              <a:ext uri="{FF2B5EF4-FFF2-40B4-BE49-F238E27FC236}">
                <a16:creationId xmlns:a16="http://schemas.microsoft.com/office/drawing/2014/main" id="{D8B7294E-9B08-4131-B735-B93EDCF2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" y="1933575"/>
            <a:ext cx="238125" cy="495300"/>
          </a:xfrm>
          <a:custGeom xmlns:a="http://schemas.openxmlformats.org/drawingml/2006/main">
            <a:pathLst>
              <a:path w="238125" h="495300">
                <a:moveTo>
                  <a:pt x="0" y="0"/>
                </a:moveTo>
                <a:cubicBezTo>
                  <a:pt x="0" y="219075"/>
                  <a:pt x="85725" y="400050"/>
                  <a:pt x="238125" y="4953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00000"/>
            </a:solidFill>
            <a:prstDash val="solid"/>
          </a:ln>
        </p:spPr>
      </p:sp>
      <p:sp>
        <p:nvSpPr>
          <p:cNvPr id="11" name="edge-c-0-head">
            <a:extLst xmlns:a="http://schemas.openxmlformats.org/drawingml/2006/main">
              <a:ext uri="{FF2B5EF4-FFF2-40B4-BE49-F238E27FC236}">
                <a16:creationId xmlns:a16="http://schemas.microsoft.com/office/drawing/2014/main" id="{D35B567B-FC89-40B6-A203-FF2142AA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7312" y="2333362"/>
            <a:ext cx="113838" cy="95513"/>
          </a:xfrm>
          <a:custGeom xmlns:a="http://schemas.openxmlformats.org/drawingml/2006/main">
            <a:pathLst>
              <a:path w="113838" h="95513">
                <a:moveTo>
                  <a:pt x="113838" y="95513"/>
                </a:moveTo>
                <a:lnTo>
                  <a:pt x="0" y="79964"/>
                </a:lnTo>
                <a:lnTo>
                  <a:pt x="4997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dge-d-0">
            <a:extLst xmlns:a="http://schemas.openxmlformats.org/drawingml/2006/main">
              <a:ext uri="{FF2B5EF4-FFF2-40B4-BE49-F238E27FC236}">
                <a16:creationId xmlns:a16="http://schemas.microsoft.com/office/drawing/2014/main" id="{97EC2BFC-6F84-4FFE-B057-65E14EDC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" y="2543175"/>
            <a:ext cx="638175" cy="190500"/>
          </a:xfrm>
          <a:custGeom xmlns:a="http://schemas.openxmlformats.org/drawingml/2006/main">
            <a:pathLst>
              <a:path w="638175" h="190500">
                <a:moveTo>
                  <a:pt x="0" y="0"/>
                </a:moveTo>
                <a:cubicBezTo>
                  <a:pt x="209550" y="152400"/>
                  <a:pt x="438150" y="190500"/>
                  <a:pt x="638175" y="1238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00000"/>
            </a:solidFill>
            <a:prstDash val="solid"/>
          </a:ln>
        </p:spPr>
      </p:sp>
      <p:sp>
        <p:nvSpPr>
          <p:cNvPr id="13" name="edge-d-0-head">
            <a:extLst xmlns:a="http://schemas.openxmlformats.org/drawingml/2006/main">
              <a:ext uri="{FF2B5EF4-FFF2-40B4-BE49-F238E27FC236}">
                <a16:creationId xmlns:a16="http://schemas.microsoft.com/office/drawing/2014/main" id="{9501B499-1DBF-422E-8CAC-C621F59D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792" y="2655404"/>
            <a:ext cx="114308" cy="89458"/>
          </a:xfrm>
          <a:custGeom xmlns:a="http://schemas.openxmlformats.org/drawingml/2006/main">
            <a:pathLst>
              <a:path w="114308" h="89458">
                <a:moveTo>
                  <a:pt x="114308" y="11596"/>
                </a:moveTo>
                <a:lnTo>
                  <a:pt x="29819" y="8945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dge-e-0">
            <a:extLst xmlns:a="http://schemas.openxmlformats.org/drawingml/2006/main">
              <a:ext uri="{FF2B5EF4-FFF2-40B4-BE49-F238E27FC236}">
                <a16:creationId xmlns:a16="http://schemas.microsoft.com/office/drawing/2014/main" id="{84C7BCDE-76CF-4AEA-AD6A-3978D98C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286000"/>
            <a:ext cx="247650" cy="228600"/>
          </a:xfrm>
          <a:custGeom xmlns:a="http://schemas.openxmlformats.org/drawingml/2006/main">
            <a:pathLst>
              <a:path w="247650" h="228600">
                <a:moveTo>
                  <a:pt x="0" y="228600"/>
                </a:moveTo>
                <a:cubicBezTo>
                  <a:pt x="114300" y="142875"/>
                  <a:pt x="180975" y="76200"/>
                  <a:pt x="2476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00000"/>
            </a:solidFill>
            <a:prstDash val="solid"/>
          </a:ln>
        </p:spPr>
      </p:sp>
      <p:sp>
        <p:nvSpPr>
          <p:cNvPr id="15" name="edge-e-0-head">
            <a:extLst xmlns:a="http://schemas.openxmlformats.org/drawingml/2006/main">
              <a:ext uri="{FF2B5EF4-FFF2-40B4-BE49-F238E27FC236}">
                <a16:creationId xmlns:a16="http://schemas.microsoft.com/office/drawing/2014/main" id="{A3CCB35E-93FF-425C-9B54-0B472F31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672" y="2286000"/>
            <a:ext cx="104478" cy="109899"/>
          </a:xfrm>
          <a:custGeom xmlns:a="http://schemas.openxmlformats.org/drawingml/2006/main">
            <a:pathLst>
              <a:path w="104478" h="109899">
                <a:moveTo>
                  <a:pt x="104478" y="0"/>
                </a:moveTo>
                <a:lnTo>
                  <a:pt x="70966" y="109899"/>
                </a:lnTo>
                <a:lnTo>
                  <a:pt x="0" y="478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de-0-0">
            <a:extLst xmlns:a="http://schemas.openxmlformats.org/drawingml/2006/main">
              <a:ext uri="{FF2B5EF4-FFF2-40B4-BE49-F238E27FC236}">
                <a16:creationId xmlns:a16="http://schemas.microsoft.com/office/drawing/2014/main" id="{A9C61E15-B674-43F6-9406-8296BC37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" y="20764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E8FA"/>
          </a:solidFill>
          <a:ln xmlns:a="http://schemas.openxmlformats.org/drawingml/2006/main" w="30480">
            <a:solidFill>
              <a:srgbClr val="4C727E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" name="node-0-1">
            <a:extLst xmlns:a="http://schemas.openxmlformats.org/drawingml/2006/main">
              <a:ext uri="{FF2B5EF4-FFF2-40B4-BE49-F238E27FC236}">
                <a16:creationId xmlns:a16="http://schemas.microsoft.com/office/drawing/2014/main" id="{EF306213-CEB8-41A0-89F6-E33670DE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" y="14001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E8FA"/>
          </a:solidFill>
          <a:ln xmlns:a="http://schemas.openxmlformats.org/drawingml/2006/main" w="30480">
            <a:solidFill>
              <a:srgbClr val="4C727E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" name="node-0-2">
            <a:extLst xmlns:a="http://schemas.openxmlformats.org/drawingml/2006/main">
              <a:ext uri="{FF2B5EF4-FFF2-40B4-BE49-F238E27FC236}">
                <a16:creationId xmlns:a16="http://schemas.microsoft.com/office/drawing/2014/main" id="{75A80D25-F0C6-4ED2-8FB2-CA98E913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2305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E8FA"/>
          </a:solidFill>
          <a:ln xmlns:a="http://schemas.openxmlformats.org/drawingml/2006/main" w="30480">
            <a:solidFill>
              <a:srgbClr val="4C727E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" name="node-0-3">
            <a:extLst xmlns:a="http://schemas.openxmlformats.org/drawingml/2006/main">
              <a:ext uri="{FF2B5EF4-FFF2-40B4-BE49-F238E27FC236}">
                <a16:creationId xmlns:a16="http://schemas.microsoft.com/office/drawing/2014/main" id="{A5830749-168F-48F7-857B-69CD81CC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1700" y="1771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E8FA"/>
          </a:solidFill>
          <a:ln xmlns:a="http://schemas.openxmlformats.org/drawingml/2006/main" w="30480">
            <a:solidFill>
              <a:srgbClr val="4C727E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" name="goal-0">
            <a:extLst xmlns:a="http://schemas.openxmlformats.org/drawingml/2006/main">
              <a:ext uri="{FF2B5EF4-FFF2-40B4-BE49-F238E27FC236}">
                <a16:creationId xmlns:a16="http://schemas.microsoft.com/office/drawing/2014/main" id="{BC2DF66D-FD35-4E6A-AFCF-356CFBFB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4675" y="971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A8BA"/>
          </a:solidFill>
          <a:ln xmlns:a="http://schemas.openxmlformats.org/drawingml/2006/main" w="30480">
            <a:solidFill>
              <a:srgbClr val="50606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edge-a-1">
            <a:extLst xmlns:a="http://schemas.openxmlformats.org/drawingml/2006/main">
              <a:ext uri="{FF2B5EF4-FFF2-40B4-BE49-F238E27FC236}">
                <a16:creationId xmlns:a16="http://schemas.microsoft.com/office/drawing/2014/main" id="{AA255E15-0B97-4F22-A90F-BF0429CA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1724025"/>
            <a:ext cx="333375" cy="352425"/>
          </a:xfrm>
          <a:custGeom xmlns:a="http://schemas.openxmlformats.org/drawingml/2006/main">
            <a:pathLst>
              <a:path w="333375" h="352425">
                <a:moveTo>
                  <a:pt x="0" y="352425"/>
                </a:moveTo>
                <a:cubicBezTo>
                  <a:pt x="57150" y="190500"/>
                  <a:pt x="133350" y="95250"/>
                  <a:pt x="33337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D42A15"/>
            </a:solidFill>
            <a:prstDash val="solid"/>
          </a:ln>
        </p:spPr>
      </p:sp>
      <p:sp>
        <p:nvSpPr>
          <p:cNvPr id="22" name="edge-a-1-head">
            <a:extLst xmlns:a="http://schemas.openxmlformats.org/drawingml/2006/main">
              <a:ext uri="{FF2B5EF4-FFF2-40B4-BE49-F238E27FC236}">
                <a16:creationId xmlns:a16="http://schemas.microsoft.com/office/drawing/2014/main" id="{E9409145-8667-4C53-A4CE-435D95C3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4964" y="1724025"/>
            <a:ext cx="125311" cy="95580"/>
          </a:xfrm>
          <a:custGeom xmlns:a="http://schemas.openxmlformats.org/drawingml/2006/main">
            <a:pathLst>
              <a:path w="125311" h="95580">
                <a:moveTo>
                  <a:pt x="125311" y="0"/>
                </a:moveTo>
                <a:lnTo>
                  <a:pt x="44227" y="95580"/>
                </a:lnTo>
                <a:lnTo>
                  <a:pt x="0" y="2703"/>
                </a:lnTo>
                <a:close/>
              </a:path>
            </a:pathLst>
          </a:custGeom>
          <a:solidFill xmlns:a="http://schemas.openxmlformats.org/drawingml/2006/main">
            <a:srgbClr val="D42A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edge-b-1">
            <a:extLst xmlns:a="http://schemas.openxmlformats.org/drawingml/2006/main">
              <a:ext uri="{FF2B5EF4-FFF2-40B4-BE49-F238E27FC236}">
                <a16:creationId xmlns:a16="http://schemas.microsoft.com/office/drawing/2014/main" id="{6DD0FE65-0C0B-45AF-B447-3DA4BE18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2725" y="1581150"/>
            <a:ext cx="628650" cy="219075"/>
          </a:xfrm>
          <a:custGeom xmlns:a="http://schemas.openxmlformats.org/drawingml/2006/main">
            <a:pathLst>
              <a:path w="628650" h="219075">
                <a:moveTo>
                  <a:pt x="0" y="28575"/>
                </a:moveTo>
                <a:cubicBezTo>
                  <a:pt x="276225" y="0"/>
                  <a:pt x="466725" y="85725"/>
                  <a:pt x="628650" y="2190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D42A15"/>
            </a:solidFill>
            <a:prstDash val="solid"/>
          </a:ln>
        </p:spPr>
      </p:sp>
      <p:sp>
        <p:nvSpPr>
          <p:cNvPr id="24" name="edge-b-1-head">
            <a:extLst xmlns:a="http://schemas.openxmlformats.org/drawingml/2006/main">
              <a:ext uri="{FF2B5EF4-FFF2-40B4-BE49-F238E27FC236}">
                <a16:creationId xmlns:a16="http://schemas.microsoft.com/office/drawing/2014/main" id="{B2907E73-D04D-421A-AEDE-182568B6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0446" y="1687859"/>
            <a:ext cx="120929" cy="112366"/>
          </a:xfrm>
          <a:custGeom xmlns:a="http://schemas.openxmlformats.org/drawingml/2006/main">
            <a:pathLst>
              <a:path w="120929" h="112366">
                <a:moveTo>
                  <a:pt x="120929" y="112366"/>
                </a:moveTo>
                <a:lnTo>
                  <a:pt x="0" y="79408"/>
                </a:lnTo>
                <a:lnTo>
                  <a:pt x="65395" y="0"/>
                </a:lnTo>
                <a:close/>
              </a:path>
            </a:pathLst>
          </a:custGeom>
          <a:solidFill xmlns:a="http://schemas.openxmlformats.org/drawingml/2006/main">
            <a:srgbClr val="D42A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dge-c-1">
            <a:extLst xmlns:a="http://schemas.openxmlformats.org/drawingml/2006/main">
              <a:ext uri="{FF2B5EF4-FFF2-40B4-BE49-F238E27FC236}">
                <a16:creationId xmlns:a16="http://schemas.microsoft.com/office/drawing/2014/main" id="{C28F3300-3296-4A1E-AE92-BEA92959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6025" y="1933575"/>
            <a:ext cx="238125" cy="495300"/>
          </a:xfrm>
          <a:custGeom xmlns:a="http://schemas.openxmlformats.org/drawingml/2006/main">
            <a:pathLst>
              <a:path w="238125" h="495300">
                <a:moveTo>
                  <a:pt x="0" y="0"/>
                </a:moveTo>
                <a:cubicBezTo>
                  <a:pt x="0" y="219075"/>
                  <a:pt x="85725" y="400050"/>
                  <a:pt x="238125" y="4953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00000"/>
            </a:solidFill>
            <a:prstDash val="solid"/>
          </a:ln>
        </p:spPr>
      </p:sp>
      <p:sp>
        <p:nvSpPr>
          <p:cNvPr id="26" name="edge-c-1-head">
            <a:extLst xmlns:a="http://schemas.openxmlformats.org/drawingml/2006/main">
              <a:ext uri="{FF2B5EF4-FFF2-40B4-BE49-F238E27FC236}">
                <a16:creationId xmlns:a16="http://schemas.microsoft.com/office/drawing/2014/main" id="{3BE1E0B0-6C45-4CDA-A5D6-D80B87C8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0312" y="2333362"/>
            <a:ext cx="113838" cy="95513"/>
          </a:xfrm>
          <a:custGeom xmlns:a="http://schemas.openxmlformats.org/drawingml/2006/main">
            <a:pathLst>
              <a:path w="113838" h="95513">
                <a:moveTo>
                  <a:pt x="113838" y="95513"/>
                </a:moveTo>
                <a:lnTo>
                  <a:pt x="0" y="79964"/>
                </a:lnTo>
                <a:lnTo>
                  <a:pt x="4997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edge-d-1">
            <a:extLst xmlns:a="http://schemas.openxmlformats.org/drawingml/2006/main">
              <a:ext uri="{FF2B5EF4-FFF2-40B4-BE49-F238E27FC236}">
                <a16:creationId xmlns:a16="http://schemas.microsoft.com/office/drawing/2014/main" id="{376CAD50-67EB-472A-A963-E16DE7A6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6925" y="2543175"/>
            <a:ext cx="638175" cy="190500"/>
          </a:xfrm>
          <a:custGeom xmlns:a="http://schemas.openxmlformats.org/drawingml/2006/main">
            <a:pathLst>
              <a:path w="638175" h="190500">
                <a:moveTo>
                  <a:pt x="0" y="0"/>
                </a:moveTo>
                <a:cubicBezTo>
                  <a:pt x="209550" y="152400"/>
                  <a:pt x="438150" y="190500"/>
                  <a:pt x="638175" y="1238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00000"/>
            </a:solidFill>
            <a:prstDash val="solid"/>
          </a:ln>
        </p:spPr>
      </p:sp>
      <p:sp>
        <p:nvSpPr>
          <p:cNvPr id="28" name="edge-d-1-head">
            <a:extLst xmlns:a="http://schemas.openxmlformats.org/drawingml/2006/main">
              <a:ext uri="{FF2B5EF4-FFF2-40B4-BE49-F238E27FC236}">
                <a16:creationId xmlns:a16="http://schemas.microsoft.com/office/drawing/2014/main" id="{0D81DE49-E164-45EB-AB20-C7D51042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792" y="2655404"/>
            <a:ext cx="114308" cy="89458"/>
          </a:xfrm>
          <a:custGeom xmlns:a="http://schemas.openxmlformats.org/drawingml/2006/main">
            <a:pathLst>
              <a:path w="114308" h="89458">
                <a:moveTo>
                  <a:pt x="114308" y="11596"/>
                </a:moveTo>
                <a:lnTo>
                  <a:pt x="29819" y="8945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edge-e-1">
            <a:extLst xmlns:a="http://schemas.openxmlformats.org/drawingml/2006/main">
              <a:ext uri="{FF2B5EF4-FFF2-40B4-BE49-F238E27FC236}">
                <a16:creationId xmlns:a16="http://schemas.microsoft.com/office/drawing/2014/main" id="{46E5FFE9-C94F-40BC-9B3F-1BC10F76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0" y="2286000"/>
            <a:ext cx="247650" cy="228600"/>
          </a:xfrm>
          <a:custGeom xmlns:a="http://schemas.openxmlformats.org/drawingml/2006/main">
            <a:pathLst>
              <a:path w="247650" h="228600">
                <a:moveTo>
                  <a:pt x="0" y="228600"/>
                </a:moveTo>
                <a:cubicBezTo>
                  <a:pt x="114300" y="142875"/>
                  <a:pt x="180975" y="76200"/>
                  <a:pt x="2476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00000"/>
            </a:solidFill>
            <a:prstDash val="solid"/>
          </a:ln>
        </p:spPr>
      </p:sp>
      <p:sp>
        <p:nvSpPr>
          <p:cNvPr id="30" name="edge-e-1-head">
            <a:extLst xmlns:a="http://schemas.openxmlformats.org/drawingml/2006/main">
              <a:ext uri="{FF2B5EF4-FFF2-40B4-BE49-F238E27FC236}">
                <a16:creationId xmlns:a16="http://schemas.microsoft.com/office/drawing/2014/main" id="{E1C47A40-83C8-4763-9C37-AA1C4DAE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1672" y="2286000"/>
            <a:ext cx="104478" cy="109899"/>
          </a:xfrm>
          <a:custGeom xmlns:a="http://schemas.openxmlformats.org/drawingml/2006/main">
            <a:pathLst>
              <a:path w="104478" h="109899">
                <a:moveTo>
                  <a:pt x="104478" y="0"/>
                </a:moveTo>
                <a:lnTo>
                  <a:pt x="70966" y="109899"/>
                </a:lnTo>
                <a:lnTo>
                  <a:pt x="0" y="478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node-1-0">
            <a:extLst xmlns:a="http://schemas.openxmlformats.org/drawingml/2006/main">
              <a:ext uri="{FF2B5EF4-FFF2-40B4-BE49-F238E27FC236}">
                <a16:creationId xmlns:a16="http://schemas.microsoft.com/office/drawing/2014/main" id="{A1446F2E-42E1-4C6E-896E-AAD3F3DC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0675" y="20764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E8FA"/>
          </a:solidFill>
          <a:ln xmlns:a="http://schemas.openxmlformats.org/drawingml/2006/main" w="30480">
            <a:solidFill>
              <a:srgbClr val="4C727E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2" name="node-1-1">
            <a:extLst xmlns:a="http://schemas.openxmlformats.org/drawingml/2006/main">
              <a:ext uri="{FF2B5EF4-FFF2-40B4-BE49-F238E27FC236}">
                <a16:creationId xmlns:a16="http://schemas.microsoft.com/office/drawing/2014/main" id="{39A2369F-EDCC-48AF-AD9F-2060CCE7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8850" y="14001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E8FA"/>
          </a:solidFill>
          <a:ln xmlns:a="http://schemas.openxmlformats.org/drawingml/2006/main" w="30480">
            <a:solidFill>
              <a:srgbClr val="4C727E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3" name="node-1-2">
            <a:extLst xmlns:a="http://schemas.openxmlformats.org/drawingml/2006/main">
              <a:ext uri="{FF2B5EF4-FFF2-40B4-BE49-F238E27FC236}">
                <a16:creationId xmlns:a16="http://schemas.microsoft.com/office/drawing/2014/main" id="{525DB9A1-660E-4033-A23E-3824F625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5100" y="2305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E8FA"/>
          </a:solidFill>
          <a:ln xmlns:a="http://schemas.openxmlformats.org/drawingml/2006/main" w="30480">
            <a:solidFill>
              <a:srgbClr val="4C727E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4" name="node-1-3">
            <a:extLst xmlns:a="http://schemas.openxmlformats.org/drawingml/2006/main">
              <a:ext uri="{FF2B5EF4-FFF2-40B4-BE49-F238E27FC236}">
                <a16:creationId xmlns:a16="http://schemas.microsoft.com/office/drawing/2014/main" id="{7D714F95-CD62-4979-AF30-BCADD716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4700" y="1771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E5A5"/>
          </a:solidFill>
          <a:ln xmlns:a="http://schemas.openxmlformats.org/drawingml/2006/main" w="30480">
            <a:solidFill>
              <a:srgbClr val="4C727E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5" name="goal-1">
            <a:extLst xmlns:a="http://schemas.openxmlformats.org/drawingml/2006/main">
              <a:ext uri="{FF2B5EF4-FFF2-40B4-BE49-F238E27FC236}">
                <a16:creationId xmlns:a16="http://schemas.microsoft.com/office/drawing/2014/main" id="{3EB526FD-03BB-428B-BCAE-23B9D82D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7675" y="971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A8BA"/>
          </a:solidFill>
          <a:ln xmlns:a="http://schemas.openxmlformats.org/drawingml/2006/main" w="30480">
            <a:solidFill>
              <a:srgbClr val="50606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6" name="edge-a-2">
            <a:extLst xmlns:a="http://schemas.openxmlformats.org/drawingml/2006/main">
              <a:ext uri="{FF2B5EF4-FFF2-40B4-BE49-F238E27FC236}">
                <a16:creationId xmlns:a16="http://schemas.microsoft.com/office/drawing/2014/main" id="{54A2F333-831F-4AD0-AC52-02D2FCFF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9900" y="1724025"/>
            <a:ext cx="333375" cy="352425"/>
          </a:xfrm>
          <a:custGeom xmlns:a="http://schemas.openxmlformats.org/drawingml/2006/main">
            <a:pathLst>
              <a:path w="333375" h="352425">
                <a:moveTo>
                  <a:pt x="0" y="352425"/>
                </a:moveTo>
                <a:cubicBezTo>
                  <a:pt x="57150" y="190500"/>
                  <a:pt x="133350" y="95250"/>
                  <a:pt x="33337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00000"/>
            </a:solidFill>
            <a:prstDash val="solid"/>
          </a:ln>
        </p:spPr>
      </p:sp>
      <p:sp>
        <p:nvSpPr>
          <p:cNvPr id="37" name="edge-a-2-head">
            <a:extLst xmlns:a="http://schemas.openxmlformats.org/drawingml/2006/main">
              <a:ext uri="{FF2B5EF4-FFF2-40B4-BE49-F238E27FC236}">
                <a16:creationId xmlns:a16="http://schemas.microsoft.com/office/drawing/2014/main" id="{AA8661C8-2FE7-4A90-916C-B09AC617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37964" y="1724025"/>
            <a:ext cx="125311" cy="95580"/>
          </a:xfrm>
          <a:custGeom xmlns:a="http://schemas.openxmlformats.org/drawingml/2006/main">
            <a:pathLst>
              <a:path w="125311" h="95580">
                <a:moveTo>
                  <a:pt x="125311" y="0"/>
                </a:moveTo>
                <a:lnTo>
                  <a:pt x="44227" y="95580"/>
                </a:lnTo>
                <a:lnTo>
                  <a:pt x="0" y="27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edge-b-2">
            <a:extLst xmlns:a="http://schemas.openxmlformats.org/drawingml/2006/main">
              <a:ext uri="{FF2B5EF4-FFF2-40B4-BE49-F238E27FC236}">
                <a16:creationId xmlns:a16="http://schemas.microsoft.com/office/drawing/2014/main" id="{38DE21FB-BD85-4E0B-9575-A700FCD1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5725" y="1581150"/>
            <a:ext cx="628650" cy="219075"/>
          </a:xfrm>
          <a:custGeom xmlns:a="http://schemas.openxmlformats.org/drawingml/2006/main">
            <a:pathLst>
              <a:path w="628650" h="219075">
                <a:moveTo>
                  <a:pt x="0" y="28575"/>
                </a:moveTo>
                <a:cubicBezTo>
                  <a:pt x="276225" y="0"/>
                  <a:pt x="466725" y="85725"/>
                  <a:pt x="628650" y="2190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00000"/>
            </a:solidFill>
            <a:prstDash val="solid"/>
          </a:ln>
        </p:spPr>
      </p:sp>
      <p:sp>
        <p:nvSpPr>
          <p:cNvPr id="39" name="edge-b-2-head">
            <a:extLst xmlns:a="http://schemas.openxmlformats.org/drawingml/2006/main">
              <a:ext uri="{FF2B5EF4-FFF2-40B4-BE49-F238E27FC236}">
                <a16:creationId xmlns:a16="http://schemas.microsoft.com/office/drawing/2014/main" id="{2524900B-84ED-42F6-8212-8A963B2A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23446" y="1687859"/>
            <a:ext cx="120929" cy="112366"/>
          </a:xfrm>
          <a:custGeom xmlns:a="http://schemas.openxmlformats.org/drawingml/2006/main">
            <a:pathLst>
              <a:path w="120929" h="112366">
                <a:moveTo>
                  <a:pt x="120929" y="112366"/>
                </a:moveTo>
                <a:lnTo>
                  <a:pt x="0" y="79408"/>
                </a:lnTo>
                <a:lnTo>
                  <a:pt x="6539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edge-c-2">
            <a:extLst xmlns:a="http://schemas.openxmlformats.org/drawingml/2006/main">
              <a:ext uri="{FF2B5EF4-FFF2-40B4-BE49-F238E27FC236}">
                <a16:creationId xmlns:a16="http://schemas.microsoft.com/office/drawing/2014/main" id="{B31C009D-4AB4-4A0C-A6A3-47FF97B1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9025" y="1933575"/>
            <a:ext cx="238125" cy="495300"/>
          </a:xfrm>
          <a:custGeom xmlns:a="http://schemas.openxmlformats.org/drawingml/2006/main">
            <a:pathLst>
              <a:path w="238125" h="495300">
                <a:moveTo>
                  <a:pt x="0" y="0"/>
                </a:moveTo>
                <a:cubicBezTo>
                  <a:pt x="0" y="219075"/>
                  <a:pt x="85725" y="400050"/>
                  <a:pt x="238125" y="4953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00000"/>
            </a:solidFill>
            <a:prstDash val="solid"/>
          </a:ln>
        </p:spPr>
      </p:sp>
      <p:sp>
        <p:nvSpPr>
          <p:cNvPr id="41" name="edge-c-2-head">
            <a:extLst xmlns:a="http://schemas.openxmlformats.org/drawingml/2006/main">
              <a:ext uri="{FF2B5EF4-FFF2-40B4-BE49-F238E27FC236}">
                <a16:creationId xmlns:a16="http://schemas.microsoft.com/office/drawing/2014/main" id="{48CF32B1-3AC0-46B7-B5D3-7CFB5DF0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3312" y="2333362"/>
            <a:ext cx="113838" cy="95513"/>
          </a:xfrm>
          <a:custGeom xmlns:a="http://schemas.openxmlformats.org/drawingml/2006/main">
            <a:pathLst>
              <a:path w="113838" h="95513">
                <a:moveTo>
                  <a:pt x="113838" y="95513"/>
                </a:moveTo>
                <a:lnTo>
                  <a:pt x="0" y="79964"/>
                </a:lnTo>
                <a:lnTo>
                  <a:pt x="4997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edge-d-2">
            <a:extLst xmlns:a="http://schemas.openxmlformats.org/drawingml/2006/main">
              <a:ext uri="{FF2B5EF4-FFF2-40B4-BE49-F238E27FC236}">
                <a16:creationId xmlns:a16="http://schemas.microsoft.com/office/drawing/2014/main" id="{C122DA4C-24C0-40FE-8BCC-DBEE708F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9925" y="2543175"/>
            <a:ext cx="638175" cy="190500"/>
          </a:xfrm>
          <a:custGeom xmlns:a="http://schemas.openxmlformats.org/drawingml/2006/main">
            <a:pathLst>
              <a:path w="638175" h="190500">
                <a:moveTo>
                  <a:pt x="0" y="0"/>
                </a:moveTo>
                <a:cubicBezTo>
                  <a:pt x="209550" y="152400"/>
                  <a:pt x="438150" y="190500"/>
                  <a:pt x="638175" y="1238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00000"/>
            </a:solidFill>
            <a:prstDash val="solid"/>
          </a:ln>
        </p:spPr>
      </p:sp>
      <p:sp>
        <p:nvSpPr>
          <p:cNvPr id="43" name="edge-d-2-head">
            <a:extLst xmlns:a="http://schemas.openxmlformats.org/drawingml/2006/main">
              <a:ext uri="{FF2B5EF4-FFF2-40B4-BE49-F238E27FC236}">
                <a16:creationId xmlns:a16="http://schemas.microsoft.com/office/drawing/2014/main" id="{01F88A1D-891C-4184-9C3A-77EE3C15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3792" y="2655404"/>
            <a:ext cx="114308" cy="89458"/>
          </a:xfrm>
          <a:custGeom xmlns:a="http://schemas.openxmlformats.org/drawingml/2006/main">
            <a:pathLst>
              <a:path w="114308" h="89458">
                <a:moveTo>
                  <a:pt x="114308" y="11596"/>
                </a:moveTo>
                <a:lnTo>
                  <a:pt x="29819" y="8945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edge-e-2">
            <a:extLst xmlns:a="http://schemas.openxmlformats.org/drawingml/2006/main">
              <a:ext uri="{FF2B5EF4-FFF2-40B4-BE49-F238E27FC236}">
                <a16:creationId xmlns:a16="http://schemas.microsoft.com/office/drawing/2014/main" id="{4209721D-5DE0-4633-9EB0-776B6001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0" y="2286000"/>
            <a:ext cx="247650" cy="228600"/>
          </a:xfrm>
          <a:custGeom xmlns:a="http://schemas.openxmlformats.org/drawingml/2006/main">
            <a:pathLst>
              <a:path w="247650" h="228600">
                <a:moveTo>
                  <a:pt x="0" y="228600"/>
                </a:moveTo>
                <a:cubicBezTo>
                  <a:pt x="114300" y="142875"/>
                  <a:pt x="180975" y="76200"/>
                  <a:pt x="2476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00000"/>
            </a:solidFill>
            <a:prstDash val="solid"/>
          </a:ln>
        </p:spPr>
      </p:sp>
      <p:sp>
        <p:nvSpPr>
          <p:cNvPr id="45" name="edge-e-2-head">
            <a:extLst xmlns:a="http://schemas.openxmlformats.org/drawingml/2006/main">
              <a:ext uri="{FF2B5EF4-FFF2-40B4-BE49-F238E27FC236}">
                <a16:creationId xmlns:a16="http://schemas.microsoft.com/office/drawing/2014/main" id="{54262D9D-9297-4AD4-B3C1-D626132F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44672" y="2286000"/>
            <a:ext cx="104478" cy="109899"/>
          </a:xfrm>
          <a:custGeom xmlns:a="http://schemas.openxmlformats.org/drawingml/2006/main">
            <a:pathLst>
              <a:path w="104478" h="109899">
                <a:moveTo>
                  <a:pt x="104478" y="0"/>
                </a:moveTo>
                <a:lnTo>
                  <a:pt x="70966" y="109899"/>
                </a:lnTo>
                <a:lnTo>
                  <a:pt x="0" y="478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node-2-0">
            <a:extLst xmlns:a="http://schemas.openxmlformats.org/drawingml/2006/main">
              <a:ext uri="{FF2B5EF4-FFF2-40B4-BE49-F238E27FC236}">
                <a16:creationId xmlns:a16="http://schemas.microsoft.com/office/drawing/2014/main" id="{6E81D079-23CD-48DE-BDBA-CAB591F9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53675" y="20764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E8FA"/>
          </a:solidFill>
          <a:ln xmlns:a="http://schemas.openxmlformats.org/drawingml/2006/main" w="30480">
            <a:solidFill>
              <a:srgbClr val="4C727E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7" name="node-2-1">
            <a:extLst xmlns:a="http://schemas.openxmlformats.org/drawingml/2006/main">
              <a:ext uri="{FF2B5EF4-FFF2-40B4-BE49-F238E27FC236}">
                <a16:creationId xmlns:a16="http://schemas.microsoft.com/office/drawing/2014/main" id="{D65890A0-3631-40DF-88DA-3C6447BE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1850" y="14001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E8FA"/>
          </a:solidFill>
          <a:ln xmlns:a="http://schemas.openxmlformats.org/drawingml/2006/main" w="30480">
            <a:solidFill>
              <a:srgbClr val="4C727E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8" name="node-2-2">
            <a:extLst xmlns:a="http://schemas.openxmlformats.org/drawingml/2006/main">
              <a:ext uri="{FF2B5EF4-FFF2-40B4-BE49-F238E27FC236}">
                <a16:creationId xmlns:a16="http://schemas.microsoft.com/office/drawing/2014/main" id="{E256760A-501F-44BC-8E52-8BDEE723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8100" y="2305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E8FA"/>
          </a:solidFill>
          <a:ln xmlns:a="http://schemas.openxmlformats.org/drawingml/2006/main" w="30480">
            <a:solidFill>
              <a:srgbClr val="4C727E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node-2-3">
            <a:extLst xmlns:a="http://schemas.openxmlformats.org/drawingml/2006/main">
              <a:ext uri="{FF2B5EF4-FFF2-40B4-BE49-F238E27FC236}">
                <a16:creationId xmlns:a16="http://schemas.microsoft.com/office/drawing/2014/main" id="{930E5E57-4EDB-425B-BE82-40A4D2C0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77700" y="1771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E5A5"/>
          </a:solidFill>
          <a:ln xmlns:a="http://schemas.openxmlformats.org/drawingml/2006/main" w="30480">
            <a:solidFill>
              <a:srgbClr val="4C727E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0" name="goal-2">
            <a:extLst xmlns:a="http://schemas.openxmlformats.org/drawingml/2006/main">
              <a:ext uri="{FF2B5EF4-FFF2-40B4-BE49-F238E27FC236}">
                <a16:creationId xmlns:a16="http://schemas.microsoft.com/office/drawing/2014/main" id="{6AED4F4A-9122-40CD-97F3-3B12A450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0675" y="971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A8BA"/>
          </a:solidFill>
          <a:ln xmlns:a="http://schemas.openxmlformats.org/drawingml/2006/main" w="30480">
            <a:solidFill>
              <a:srgbClr val="50606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1" name="caption1">
            <a:extLst xmlns:a="http://schemas.openxmlformats.org/drawingml/2006/main">
              <a:ext uri="{FF2B5EF4-FFF2-40B4-BE49-F238E27FC236}">
                <a16:creationId xmlns:a16="http://schemas.microsoft.com/office/drawing/2014/main" id="{99C87ABB-8278-43FA-8C00-38839714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0861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3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Identify goal region</a:t>
            </a:r>
          </a:p>
        </p:txBody>
      </p:sp>
      <p:sp>
        <p:nvSpPr>
          <p:cNvPr id="52" name="caption2">
            <a:extLst xmlns:a="http://schemas.openxmlformats.org/drawingml/2006/main">
              <a:ext uri="{FF2B5EF4-FFF2-40B4-BE49-F238E27FC236}">
                <a16:creationId xmlns:a16="http://schemas.microsoft.com/office/drawing/2014/main" id="{BD98462D-B64B-46C5-BEEC-8854BD4C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1625" y="30861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3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 inside the graph</a:t>
            </a:r>
          </a:p>
        </p:txBody>
      </p:sp>
      <p:sp>
        <p:nvSpPr>
          <p:cNvPr id="53" name="caption3">
            <a:extLst xmlns:a="http://schemas.openxmlformats.org/drawingml/2006/main">
              <a:ext uri="{FF2B5EF4-FFF2-40B4-BE49-F238E27FC236}">
                <a16:creationId xmlns:a16="http://schemas.microsoft.com/office/drawing/2014/main" id="{E2E96345-0557-4295-BAE2-57F10718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30861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3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Extend the graph</a:t>
            </a:r>
          </a:p>
        </p:txBody>
      </p:sp>
      <p:sp>
        <p:nvSpPr>
          <p:cNvPr id="54" name="goal-expansion">
            <a:extLst xmlns:a="http://schemas.openxmlformats.org/drawingml/2006/main">
              <a:ext uri="{FF2B5EF4-FFF2-40B4-BE49-F238E27FC236}">
                <a16:creationId xmlns:a16="http://schemas.microsoft.com/office/drawing/2014/main" id="{8CB5CFE6-84BF-43ED-8EEF-02F10E26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53925" y="1066800"/>
            <a:ext cx="666750" cy="657225"/>
          </a:xfrm>
          <a:custGeom xmlns:a="http://schemas.openxmlformats.org/drawingml/2006/main">
            <a:pathLst>
              <a:path w="666750" h="657225">
                <a:moveTo>
                  <a:pt x="666750" y="123825"/>
                </a:moveTo>
                <a:cubicBezTo>
                  <a:pt x="295275" y="0"/>
                  <a:pt x="47625" y="200025"/>
                  <a:pt x="0" y="6572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00000"/>
            </a:solidFill>
            <a:prstDash val="dot"/>
          </a:ln>
        </p:spPr>
      </p:sp>
      <p:sp>
        <p:nvSpPr>
          <p:cNvPr id="55" name="goal-expansion-head">
            <a:extLst xmlns:a="http://schemas.openxmlformats.org/drawingml/2006/main">
              <a:ext uri="{FF2B5EF4-FFF2-40B4-BE49-F238E27FC236}">
                <a16:creationId xmlns:a16="http://schemas.microsoft.com/office/drawing/2014/main" id="{13152B05-BA21-412A-9C88-07D7D276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21162" y="1624847"/>
            <a:ext cx="85264" cy="99178"/>
          </a:xfrm>
          <a:custGeom xmlns:a="http://schemas.openxmlformats.org/drawingml/2006/main">
            <a:pathLst>
              <a:path w="85264" h="99178">
                <a:moveTo>
                  <a:pt x="32763" y="99178"/>
                </a:moveTo>
                <a:lnTo>
                  <a:pt x="0" y="0"/>
                </a:lnTo>
                <a:lnTo>
                  <a:pt x="85264" y="88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new-node-path">
            <a:extLst xmlns:a="http://schemas.openxmlformats.org/drawingml/2006/main">
              <a:ext uri="{FF2B5EF4-FFF2-40B4-BE49-F238E27FC236}">
                <a16:creationId xmlns:a16="http://schemas.microsoft.com/office/drawing/2014/main" id="{D9CFB2FE-F701-4202-A3A0-0F237009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53950" y="2133600"/>
            <a:ext cx="400050" cy="228600"/>
          </a:xfrm>
          <a:custGeom xmlns:a="http://schemas.openxmlformats.org/drawingml/2006/main">
            <a:pathLst>
              <a:path w="400050" h="228600">
                <a:moveTo>
                  <a:pt x="0" y="104775"/>
                </a:moveTo>
                <a:cubicBezTo>
                  <a:pt x="171450" y="228600"/>
                  <a:pt x="333375" y="161925"/>
                  <a:pt x="4000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00000"/>
            </a:solidFill>
            <a:prstDash val="dot"/>
          </a:ln>
        </p:spPr>
      </p:sp>
      <p:sp>
        <p:nvSpPr>
          <p:cNvPr id="57" name="new-node-path-head">
            <a:extLst xmlns:a="http://schemas.openxmlformats.org/drawingml/2006/main">
              <a:ext uri="{FF2B5EF4-FFF2-40B4-BE49-F238E27FC236}">
                <a16:creationId xmlns:a16="http://schemas.microsoft.com/office/drawing/2014/main" id="{80CA821F-8B45-4F73-8B12-6685BD2B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78100" y="2133600"/>
            <a:ext cx="79268" cy="104395"/>
          </a:xfrm>
          <a:custGeom xmlns:a="http://schemas.openxmlformats.org/drawingml/2006/main">
            <a:pathLst>
              <a:path w="79268" h="104395">
                <a:moveTo>
                  <a:pt x="75900" y="0"/>
                </a:moveTo>
                <a:lnTo>
                  <a:pt x="79268" y="104395"/>
                </a:lnTo>
                <a:lnTo>
                  <a:pt x="0" y="717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new-goal-path">
            <a:extLst xmlns:a="http://schemas.openxmlformats.org/drawingml/2006/main">
              <a:ext uri="{FF2B5EF4-FFF2-40B4-BE49-F238E27FC236}">
                <a16:creationId xmlns:a16="http://schemas.microsoft.com/office/drawing/2014/main" id="{7C644FFC-7D57-4995-A9D7-DDA47D36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15950" y="1476375"/>
            <a:ext cx="161925" cy="266700"/>
          </a:xfrm>
          <a:custGeom xmlns:a="http://schemas.openxmlformats.org/drawingml/2006/main">
            <a:pathLst>
              <a:path w="161925" h="266700">
                <a:moveTo>
                  <a:pt x="0" y="266700"/>
                </a:moveTo>
                <a:cubicBezTo>
                  <a:pt x="142875" y="219075"/>
                  <a:pt x="142875" y="76200"/>
                  <a:pt x="16192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00000"/>
            </a:solidFill>
            <a:prstDash val="dot"/>
          </a:ln>
        </p:spPr>
      </p:sp>
      <p:sp>
        <p:nvSpPr>
          <p:cNvPr id="59" name="new-goal-path-head">
            <a:extLst xmlns:a="http://schemas.openxmlformats.org/drawingml/2006/main">
              <a:ext uri="{FF2B5EF4-FFF2-40B4-BE49-F238E27FC236}">
                <a16:creationId xmlns:a16="http://schemas.microsoft.com/office/drawing/2014/main" id="{42741A84-DA9D-4AE8-A262-41C454E1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13191" y="1476375"/>
            <a:ext cx="83165" cy="102802"/>
          </a:xfrm>
          <a:custGeom xmlns:a="http://schemas.openxmlformats.org/drawingml/2006/main">
            <a:pathLst>
              <a:path w="83165" h="102802">
                <a:moveTo>
                  <a:pt x="64684" y="0"/>
                </a:moveTo>
                <a:lnTo>
                  <a:pt x="83165" y="102802"/>
                </a:lnTo>
                <a:lnTo>
                  <a:pt x="0" y="820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new-node">
            <a:extLst xmlns:a="http://schemas.openxmlformats.org/drawingml/2006/main">
              <a:ext uri="{FF2B5EF4-FFF2-40B4-BE49-F238E27FC236}">
                <a16:creationId xmlns:a16="http://schemas.microsoft.com/office/drawing/2014/main" id="{BF7D7C9F-6438-45D9-AB4B-14947D5F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01600" y="1628775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E8FA"/>
          </a:solidFill>
          <a:ln xmlns:a="http://schemas.openxmlformats.org/drawingml/2006/main" w="30480">
            <a:noFill/>
            <a:prstDash val="dot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1" name="new-node-dot-0">
            <a:extLst xmlns:a="http://schemas.openxmlformats.org/drawingml/2006/main">
              <a:ext uri="{FF2B5EF4-FFF2-40B4-BE49-F238E27FC236}">
                <a16:creationId xmlns:a16="http://schemas.microsoft.com/office/drawing/2014/main" id="{51F0441E-2DB6-4CA0-9640-14480147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29285" y="1884998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2" name="new-node-dot-1">
            <a:extLst xmlns:a="http://schemas.openxmlformats.org/drawingml/2006/main">
              <a:ext uri="{FF2B5EF4-FFF2-40B4-BE49-F238E27FC236}">
                <a16:creationId xmlns:a16="http://schemas.microsoft.com/office/drawing/2014/main" id="{98F786C8-27B1-48F8-A660-CF0817CB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24663" y="1934879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3" name="new-node-dot-2">
            <a:extLst xmlns:a="http://schemas.openxmlformats.org/drawingml/2006/main">
              <a:ext uri="{FF2B5EF4-FFF2-40B4-BE49-F238E27FC236}">
                <a16:creationId xmlns:a16="http://schemas.microsoft.com/office/drawing/2014/main" id="{3D8F1EB8-AF99-4408-BFCE-6B208AC5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10954" y="1983061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4" name="new-node-dot-3">
            <a:extLst xmlns:a="http://schemas.openxmlformats.org/drawingml/2006/main">
              <a:ext uri="{FF2B5EF4-FFF2-40B4-BE49-F238E27FC236}">
                <a16:creationId xmlns:a16="http://schemas.microsoft.com/office/drawing/2014/main" id="{CF05EE37-6324-4924-9CF5-4DFCC977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88625" y="2027904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5" name="new-node-dot-4">
            <a:extLst xmlns:a="http://schemas.openxmlformats.org/drawingml/2006/main">
              <a:ext uri="{FF2B5EF4-FFF2-40B4-BE49-F238E27FC236}">
                <a16:creationId xmlns:a16="http://schemas.microsoft.com/office/drawing/2014/main" id="{350464F9-3E13-4547-AA36-AFD2B8CE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436" y="2067881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6" name="new-node-dot-5">
            <a:extLst xmlns:a="http://schemas.openxmlformats.org/drawingml/2006/main">
              <a:ext uri="{FF2B5EF4-FFF2-40B4-BE49-F238E27FC236}">
                <a16:creationId xmlns:a16="http://schemas.microsoft.com/office/drawing/2014/main" id="{72D33039-7EA4-4CFE-BA71-80D8449F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21415" y="2101629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7" name="new-node-dot-6">
            <a:extLst xmlns:a="http://schemas.openxmlformats.org/drawingml/2006/main">
              <a:ext uri="{FF2B5EF4-FFF2-40B4-BE49-F238E27FC236}">
                <a16:creationId xmlns:a16="http://schemas.microsoft.com/office/drawing/2014/main" id="{C8CF0460-1659-49FD-9506-F78259F1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8824" y="2128001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8" name="new-node-dot-7">
            <a:extLst xmlns:a="http://schemas.openxmlformats.org/drawingml/2006/main">
              <a:ext uri="{FF2B5EF4-FFF2-40B4-BE49-F238E27FC236}">
                <a16:creationId xmlns:a16="http://schemas.microsoft.com/office/drawing/2014/main" id="{89896C0D-9B59-4A56-BC55-2F3B8F29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32112" y="2146097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9" name="new-node-dot-8">
            <a:extLst xmlns:a="http://schemas.openxmlformats.org/drawingml/2006/main">
              <a:ext uri="{FF2B5EF4-FFF2-40B4-BE49-F238E27FC236}">
                <a16:creationId xmlns:a16="http://schemas.microsoft.com/office/drawing/2014/main" id="{0EE5D53C-0CE5-4CE6-B914-56D18321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82870" y="2155302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0" name="new-node-dot-9">
            <a:extLst xmlns:a="http://schemas.openxmlformats.org/drawingml/2006/main">
              <a:ext uri="{FF2B5EF4-FFF2-40B4-BE49-F238E27FC236}">
                <a16:creationId xmlns:a16="http://schemas.microsoft.com/office/drawing/2014/main" id="{45573FB2-CDFD-4234-A30E-46A7FC24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32775" y="2155302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1" name="new-node-dot-10">
            <a:extLst xmlns:a="http://schemas.openxmlformats.org/drawingml/2006/main">
              <a:ext uri="{FF2B5EF4-FFF2-40B4-BE49-F238E27FC236}">
                <a16:creationId xmlns:a16="http://schemas.microsoft.com/office/drawing/2014/main" id="{A4C06D20-AF8C-4FBD-9DE2-1780FF6F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83533" y="2146097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2" name="new-node-dot-11">
            <a:extLst xmlns:a="http://schemas.openxmlformats.org/drawingml/2006/main">
              <a:ext uri="{FF2B5EF4-FFF2-40B4-BE49-F238E27FC236}">
                <a16:creationId xmlns:a16="http://schemas.microsoft.com/office/drawing/2014/main" id="{00B655DD-9F91-4E00-8E75-8D88EC42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36821" y="2128001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3" name="new-node-dot-12">
            <a:extLst xmlns:a="http://schemas.openxmlformats.org/drawingml/2006/main">
              <a:ext uri="{FF2B5EF4-FFF2-40B4-BE49-F238E27FC236}">
                <a16:creationId xmlns:a16="http://schemas.microsoft.com/office/drawing/2014/main" id="{A2680F25-BEB0-40B2-9E66-70A7491B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94230" y="2101629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4" name="new-node-dot-13">
            <a:extLst xmlns:a="http://schemas.openxmlformats.org/drawingml/2006/main">
              <a:ext uri="{FF2B5EF4-FFF2-40B4-BE49-F238E27FC236}">
                <a16:creationId xmlns:a16="http://schemas.microsoft.com/office/drawing/2014/main" id="{F5F7F80F-9D89-4E5A-BB94-62D944D6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7209" y="2067881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5" name="new-node-dot-14">
            <a:extLst xmlns:a="http://schemas.openxmlformats.org/drawingml/2006/main">
              <a:ext uri="{FF2B5EF4-FFF2-40B4-BE49-F238E27FC236}">
                <a16:creationId xmlns:a16="http://schemas.microsoft.com/office/drawing/2014/main" id="{558C54C5-661B-456F-87FE-751B73C6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27020" y="2027904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6" name="new-node-dot-15">
            <a:extLst xmlns:a="http://schemas.openxmlformats.org/drawingml/2006/main">
              <a:ext uri="{FF2B5EF4-FFF2-40B4-BE49-F238E27FC236}">
                <a16:creationId xmlns:a16="http://schemas.microsoft.com/office/drawing/2014/main" id="{1112206C-1A3C-45B3-8259-B4C9BB96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04691" y="1983061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7" name="new-node-dot-16">
            <a:extLst xmlns:a="http://schemas.openxmlformats.org/drawingml/2006/main">
              <a:ext uri="{FF2B5EF4-FFF2-40B4-BE49-F238E27FC236}">
                <a16:creationId xmlns:a16="http://schemas.microsoft.com/office/drawing/2014/main" id="{EB78AB61-0612-401F-B08F-143B7304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90982" y="1934879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8" name="new-node-dot-17">
            <a:extLst xmlns:a="http://schemas.openxmlformats.org/drawingml/2006/main">
              <a:ext uri="{FF2B5EF4-FFF2-40B4-BE49-F238E27FC236}">
                <a16:creationId xmlns:a16="http://schemas.microsoft.com/office/drawing/2014/main" id="{88CF0D8D-F8B7-49DD-9CD4-08DFC28E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86360" y="1884998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9" name="new-node-dot-18">
            <a:extLst xmlns:a="http://schemas.openxmlformats.org/drawingml/2006/main">
              <a:ext uri="{FF2B5EF4-FFF2-40B4-BE49-F238E27FC236}">
                <a16:creationId xmlns:a16="http://schemas.microsoft.com/office/drawing/2014/main" id="{9A3E67D7-4DEB-4008-9E40-B899A7AE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90982" y="1835116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0" name="new-node-dot-19">
            <a:extLst xmlns:a="http://schemas.openxmlformats.org/drawingml/2006/main">
              <a:ext uri="{FF2B5EF4-FFF2-40B4-BE49-F238E27FC236}">
                <a16:creationId xmlns:a16="http://schemas.microsoft.com/office/drawing/2014/main" id="{AA7195E1-72F2-4364-B957-56E1B56A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04691" y="1786934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1" name="new-node-dot-20">
            <a:extLst xmlns:a="http://schemas.openxmlformats.org/drawingml/2006/main">
              <a:ext uri="{FF2B5EF4-FFF2-40B4-BE49-F238E27FC236}">
                <a16:creationId xmlns:a16="http://schemas.microsoft.com/office/drawing/2014/main" id="{AC2DACDD-26E7-4679-931A-F7A9CDF5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27020" y="1742091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2" name="new-node-dot-21">
            <a:extLst xmlns:a="http://schemas.openxmlformats.org/drawingml/2006/main">
              <a:ext uri="{FF2B5EF4-FFF2-40B4-BE49-F238E27FC236}">
                <a16:creationId xmlns:a16="http://schemas.microsoft.com/office/drawing/2014/main" id="{814A541C-21C7-418B-8AF0-2798C3CC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7209" y="1702114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3" name="new-node-dot-22">
            <a:extLst xmlns:a="http://schemas.openxmlformats.org/drawingml/2006/main">
              <a:ext uri="{FF2B5EF4-FFF2-40B4-BE49-F238E27FC236}">
                <a16:creationId xmlns:a16="http://schemas.microsoft.com/office/drawing/2014/main" id="{514FA89D-6FEA-4025-80E6-4DB2C4A8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94230" y="1668366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4" name="new-node-dot-23">
            <a:extLst xmlns:a="http://schemas.openxmlformats.org/drawingml/2006/main">
              <a:ext uri="{FF2B5EF4-FFF2-40B4-BE49-F238E27FC236}">
                <a16:creationId xmlns:a16="http://schemas.microsoft.com/office/drawing/2014/main" id="{080045FB-7321-46F5-A717-8B7896E9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36821" y="1641994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5" name="new-node-dot-24">
            <a:extLst xmlns:a="http://schemas.openxmlformats.org/drawingml/2006/main">
              <a:ext uri="{FF2B5EF4-FFF2-40B4-BE49-F238E27FC236}">
                <a16:creationId xmlns:a16="http://schemas.microsoft.com/office/drawing/2014/main" id="{ED05A471-ED05-4B62-B723-50268096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83533" y="1623898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6" name="new-node-dot-25">
            <a:extLst xmlns:a="http://schemas.openxmlformats.org/drawingml/2006/main">
              <a:ext uri="{FF2B5EF4-FFF2-40B4-BE49-F238E27FC236}">
                <a16:creationId xmlns:a16="http://schemas.microsoft.com/office/drawing/2014/main" id="{F8F21D52-5432-4FDD-87BC-FB873ABE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32775" y="1614693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7" name="new-node-dot-26">
            <a:extLst xmlns:a="http://schemas.openxmlformats.org/drawingml/2006/main">
              <a:ext uri="{FF2B5EF4-FFF2-40B4-BE49-F238E27FC236}">
                <a16:creationId xmlns:a16="http://schemas.microsoft.com/office/drawing/2014/main" id="{28B0B011-BE3E-42D7-8BAA-D6915A64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82870" y="1614693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8" name="new-node-dot-27">
            <a:extLst xmlns:a="http://schemas.openxmlformats.org/drawingml/2006/main">
              <a:ext uri="{FF2B5EF4-FFF2-40B4-BE49-F238E27FC236}">
                <a16:creationId xmlns:a16="http://schemas.microsoft.com/office/drawing/2014/main" id="{34D12A6D-5F83-4205-8F4A-AECDB310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32112" y="1623898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9" name="new-node-dot-28">
            <a:extLst xmlns:a="http://schemas.openxmlformats.org/drawingml/2006/main">
              <a:ext uri="{FF2B5EF4-FFF2-40B4-BE49-F238E27FC236}">
                <a16:creationId xmlns:a16="http://schemas.microsoft.com/office/drawing/2014/main" id="{7B66E415-DD24-403C-B2A1-E7F3551E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8824" y="1641994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0" name="new-node-dot-29">
            <a:extLst xmlns:a="http://schemas.openxmlformats.org/drawingml/2006/main">
              <a:ext uri="{FF2B5EF4-FFF2-40B4-BE49-F238E27FC236}">
                <a16:creationId xmlns:a16="http://schemas.microsoft.com/office/drawing/2014/main" id="{DEDC7B74-B9A8-473E-A66A-02D7B00B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21415" y="1668366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1" name="new-node-dot-30">
            <a:extLst xmlns:a="http://schemas.openxmlformats.org/drawingml/2006/main">
              <a:ext uri="{FF2B5EF4-FFF2-40B4-BE49-F238E27FC236}">
                <a16:creationId xmlns:a16="http://schemas.microsoft.com/office/drawing/2014/main" id="{846686EC-72C5-4A87-ABEC-19FDB442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436" y="1702114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2" name="new-node-dot-31">
            <a:extLst xmlns:a="http://schemas.openxmlformats.org/drawingml/2006/main">
              <a:ext uri="{FF2B5EF4-FFF2-40B4-BE49-F238E27FC236}">
                <a16:creationId xmlns:a16="http://schemas.microsoft.com/office/drawing/2014/main" id="{A9162B83-7DDE-488E-B3B1-A5256C95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88625" y="1742091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3" name="new-node-dot-32">
            <a:extLst xmlns:a="http://schemas.openxmlformats.org/drawingml/2006/main">
              <a:ext uri="{FF2B5EF4-FFF2-40B4-BE49-F238E27FC236}">
                <a16:creationId xmlns:a16="http://schemas.microsoft.com/office/drawing/2014/main" id="{FC37F04F-9BB2-49E0-8ACE-CC1EEB1E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10954" y="1786934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4" name="new-node-dot-33">
            <a:extLst xmlns:a="http://schemas.openxmlformats.org/drawingml/2006/main">
              <a:ext uri="{FF2B5EF4-FFF2-40B4-BE49-F238E27FC236}">
                <a16:creationId xmlns:a16="http://schemas.microsoft.com/office/drawing/2014/main" id="{20DD575D-7783-4889-95A7-539AB71D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24663" y="1835116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677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4723263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2026-10-09T20:50:35.8440000Z</dcterms:created>
  <dcterms:modified xsi:type="dcterms:W3CDTF">2026-10-09T20:50:35.8440000Z</dcterms:modified>
</coreProperties>
</file>