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910cedcf264753" /><Relationship Type="http://schemas.openxmlformats.org/officeDocument/2006/relationships/extended-properties" Target="/docProps/app.xml" Id="R3bbbd7f85985449b" /><Relationship Type="http://schemas.openxmlformats.org/officeDocument/2006/relationships/officeDocument" Target="/ppt/presentation.xml" Id="R63c8029201654c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e54a7c99ec447b"/>
  </p:sldMasterIdLst>
  <p:notesMasterIdLst>
    <p:notesMasterId xmlns:r="http://schemas.openxmlformats.org/officeDocument/2006/relationships" r:id="R5029e75a3c6045cf"/>
  </p:notesMasterIdLst>
  <p:sldIdLst>
    <p:sldId xmlns:r="http://schemas.openxmlformats.org/officeDocument/2006/relationships" id="256" r:id="R3b9b5f62217b49a5"/>
  </p:sldIdLst>
  <p:sldSz cx="6715125" cy="4829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781886e8f443b1" /><Relationship Type="http://schemas.openxmlformats.org/officeDocument/2006/relationships/slideMaster" Target="/ppt/slideMasters/slideMaster1.xml" Id="R05e54a7c99ec447b" /><Relationship Type="http://schemas.openxmlformats.org/officeDocument/2006/relationships/notesMaster" Target="/ppt/notesMasters/notesMaster1.xml" Id="R5029e75a3c6045cf" /><Relationship Type="http://schemas.openxmlformats.org/officeDocument/2006/relationships/presProps" Target="/ppt/presProps.xml" Id="R4ceff2b025654e8e" /><Relationship Type="http://schemas.openxmlformats.org/officeDocument/2006/relationships/tableStyles" Target="/ppt/tableStyles.xml" Id="R4bd9d9683df4483b" /><Relationship Type="http://schemas.openxmlformats.org/officeDocument/2006/relationships/slide" Target="/ppt/slides/slide1.xml" Id="R3b9b5f62217b49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609764491043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b5c82ac30c473e" /><Relationship Type="http://schemas.openxmlformats.org/officeDocument/2006/relationships/notesMaster" Target="/ppt/notesMasters/notesMaster1.xml" Id="Rbeb9ca5823cc48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"GRS: Generating Robotic Simulation Tasks from Real-World Images",</a:t>
            </a:r>
          </a:p>
          <a:p xmlns:a="http://schemas.openxmlformats.org/drawingml/2006/main">
            <a:r>
              <a:t>  "paper_url": "https://arxiv.org/abs/2410.15536v3",</a:t>
            </a:r>
          </a:p>
          <a:p xmlns:a="http://schemas.openxmlformats.org/drawingml/2006/main">
            <a:r>
              <a:t>  "pdf_url": "https://arxiv.org/pdf/2410.15536v3",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"license": "http://arxiv.org/licenses/nonexclusive-distrib/1.0/ Private user-requested adaptation; no public redistribution permission implied.",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"Manually reconstructed from the inspected original flattened PDF figure. Ordinary labels are live typeable text; panels, graph geometry and arrows are native editable shapes or paths. Source layout and contents retained; font metrics, line widths and decorative effects approximated. Four original scene photographs are isolated raster crops. All stage titles, VLMs, database/document symbols, decision/router shapes, status blocks and connecting arrows are native.",</a:t>
            </a:r>
          </a:p>
          <a:p xmlns:a="http://schemas.openxmlformats.org/drawingml/2006/main">
            <a:r>
              <a:t>  "source_sha256": "e065b5024ce56cb7f44e765f5d44e750392eaea109eac44ee7201e724a3ff03f",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318,</a:t>
            </a:r>
          </a:p>
          <a:p xmlns:a="http://schemas.openxmlformats.org/drawingml/2006/main">
            <a:r>
              <a:t>    71,</a:t>
            </a:r>
          </a:p>
          <a:p xmlns:a="http://schemas.openxmlformats.org/drawingml/2006/main">
            <a:r>
              <a:t>    553,</a:t>
            </a:r>
          </a:p>
          <a:p xmlns:a="http://schemas.openxmlformats.org/drawingml/2006/main">
            <a:r>
              <a:t>    240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"survey_crop_correction": false,</a:t>
            </a:r>
          </a:p>
          <a:p xmlns:a="http://schemas.openxmlformats.org/drawingml/2006/main">
            <a:r>
              <a:t>  "visual_inspection": "Original PDF figure inspected before source-layout reconstruction on 2026-10-09; independent application QA pending.",</a:t>
            </a:r>
          </a:p>
          <a:p xmlns:a="http://schemas.openxmlformats.org/drawingml/2006/main">
            <a:r>
              <a:t>  "raster_details":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"scene-photo",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16,</a:t>
            </a:r>
          </a:p>
          <a:p xmlns:a="http://schemas.openxmlformats.org/drawingml/2006/main">
            <a:r>
              <a:t>        36,</a:t>
            </a:r>
          </a:p>
          <a:p xmlns:a="http://schemas.openxmlformats.org/drawingml/2006/main">
            <a:r>
              <a:t>        124,</a:t>
            </a:r>
          </a:p>
          <a:p xmlns:a="http://schemas.openxmlformats.org/drawingml/2006/main">
            <a:r>
              <a:t>        144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 scene rendering; objects and small diagnostic overlays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"task-photo",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245,</a:t>
            </a:r>
          </a:p>
          <a:p xmlns:a="http://schemas.openxmlformats.org/drawingml/2006/main">
            <a:r>
              <a:t>        37,</a:t>
            </a:r>
          </a:p>
          <a:p xmlns:a="http://schemas.openxmlformats.org/drawingml/2006/main">
            <a:r>
              <a:t>        354,</a:t>
            </a:r>
          </a:p>
          <a:p xmlns:a="http://schemas.openxmlformats.org/drawingml/2006/main">
            <a:r>
              <a:t>        144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 scene rendering; objects and small diagnostic overlays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"initial-photo",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440,</a:t>
            </a:r>
          </a:p>
          <a:p xmlns:a="http://schemas.openxmlformats.org/drawingml/2006/main">
            <a:r>
              <a:t>        37,</a:t>
            </a:r>
          </a:p>
          <a:p xmlns:a="http://schemas.openxmlformats.org/drawingml/2006/main">
            <a:r>
              <a:t>        548,</a:t>
            </a:r>
          </a:p>
          <a:p xmlns:a="http://schemas.openxmlformats.org/drawingml/2006/main">
            <a:r>
              <a:t>        144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 scene rendering; objects and small diagnostic overlays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"final-photo",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533,</a:t>
            </a:r>
          </a:p>
          <a:p xmlns:a="http://schemas.openxmlformats.org/drawingml/2006/main">
            <a:r>
              <a:t>        310,</a:t>
            </a:r>
          </a:p>
          <a:p xmlns:a="http://schemas.openxmlformats.org/drawingml/2006/main">
            <a:r>
              <a:t>        656,</a:t>
            </a:r>
          </a:p>
          <a:p xmlns:a="http://schemas.openxmlformats.org/drawingml/2006/main">
            <a:r>
              <a:t>        433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 scene rendering; objects and small diagnostic overlays remain raster"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7b19e74814e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b84b19fe946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ca9aacf8c43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ae941dd3d45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40fd013f046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4dafc974d4b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E69A47-9C9A-40F1-B276-6B1E97D605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1513" y="1824355"/>
            <a:ext cx="5372100" cy="697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EC8E404-431B-48CA-A945-8CFD797CAE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07269" y="2656046"/>
            <a:ext cx="4700588" cy="53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5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845DC1-3FDB-404A-AB0A-E7F2C13D83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1513" y="2012156"/>
            <a:ext cx="5372100" cy="804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66978F-B8CC-4014-A99D-E38ACDD20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7726" y="375603"/>
            <a:ext cx="5959673" cy="59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94B34F-ADB5-4CA7-A97A-C4A8A47A82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7726" y="1341438"/>
            <a:ext cx="5959673" cy="300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5909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1pPr>
            <a:lvl2pPr marL="293787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2pPr>
            <a:lvl3pPr marL="461665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3pPr>
            <a:lvl4pPr marL="629543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4pPr>
            <a:lvl5pPr marL="797421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5pPr>
            <a:lvl6pPr marL="965299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6pPr>
            <a:lvl7pPr marL="1133177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7pPr>
            <a:lvl8pPr marL="1301055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8pPr>
            <a:lvl9pPr marL="1468934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AC72C1-1866-4FCE-B339-9095FC5D56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7726" y="375603"/>
            <a:ext cx="5959673" cy="59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2EA94E-CE82-4391-A387-C9C61AB9A4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7726" y="1341438"/>
            <a:ext cx="2769989" cy="300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5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5909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1pPr>
            <a:lvl2pPr marL="293787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2pPr>
            <a:lvl3pPr marL="461665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3pPr>
            <a:lvl4pPr marL="629543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4pPr>
            <a:lvl5pPr marL="797421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5pPr>
            <a:lvl6pPr marL="965299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6pPr>
            <a:lvl7pPr marL="1133177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7pPr>
            <a:lvl8pPr marL="1301055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8pPr>
            <a:lvl9pPr marL="1468934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80734A-43DD-4447-A8E2-8D7001552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67410" y="1341438"/>
            <a:ext cx="2769989" cy="300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5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5909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1pPr>
            <a:lvl2pPr marL="293787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2pPr>
            <a:lvl3pPr marL="461665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3pPr>
            <a:lvl4pPr marL="629543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4pPr>
            <a:lvl5pPr marL="797421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5pPr>
            <a:lvl6pPr marL="965299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6pPr>
            <a:lvl7pPr marL="1133177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7pPr>
            <a:lvl8pPr marL="1301055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8pPr>
            <a:lvl9pPr marL="1468934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CC4594-88DE-4996-BC9A-6CC6438BE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7726" y="375603"/>
            <a:ext cx="5959673" cy="59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65964E-6E5F-4B42-A0C5-934B820F84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7726" y="1341438"/>
            <a:ext cx="2769989" cy="300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5909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1pPr>
            <a:lvl2pPr marL="293787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2pPr>
            <a:lvl3pPr marL="461665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3pPr>
            <a:lvl4pPr marL="629543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4pPr>
            <a:lvl5pPr marL="797421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5pPr>
            <a:lvl6pPr marL="965299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6pPr>
            <a:lvl7pPr marL="1133177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7pPr>
            <a:lvl8pPr marL="1301055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8pPr>
            <a:lvl9pPr marL="1468934" indent="-125909">
              <a:lnSpc>
                <a:spcPct val="110000"/>
              </a:lnSpc>
              <a:spcBef>
                <a:spcPts val="0"/>
              </a:spcBef>
              <a:spcAft>
                <a:spcPts val="66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a51803a9df4f84" /><Relationship Type="http://schemas.openxmlformats.org/officeDocument/2006/relationships/slideLayout" Target="/ppt/slideLayouts/slideLayout1.xml" Id="R064890f14b514d6c" /><Relationship Type="http://schemas.openxmlformats.org/officeDocument/2006/relationships/slideLayout" Target="/ppt/slideLayouts/slideLayout2.xml" Id="R45f78308570d4b4a" /><Relationship Type="http://schemas.openxmlformats.org/officeDocument/2006/relationships/slideLayout" Target="/ppt/slideLayouts/slideLayout3.xml" Id="R62e24a1392ba4de3" /><Relationship Type="http://schemas.openxmlformats.org/officeDocument/2006/relationships/slideLayout" Target="/ppt/slideLayouts/slideLayout4.xml" Id="Ref4f04ab5e514e3a" /><Relationship Type="http://schemas.openxmlformats.org/officeDocument/2006/relationships/slideLayout" Target="/ppt/slideLayouts/slideLayout5.xml" Id="Re6b84b96fb3d4ae9" /><Relationship Type="http://schemas.openxmlformats.org/officeDocument/2006/relationships/slideLayout" Target="/ppt/slideLayouts/slideLayout6.xml" Id="R4906b68ae74445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4890f14b514d6c"/>
    <p:sldLayoutId xmlns:r="http://schemas.openxmlformats.org/officeDocument/2006/relationships" id="2147483650" r:id="R45f78308570d4b4a"/>
    <p:sldLayoutId xmlns:r="http://schemas.openxmlformats.org/officeDocument/2006/relationships" id="2147483651" r:id="R62e24a1392ba4de3"/>
    <p:sldLayoutId xmlns:r="http://schemas.openxmlformats.org/officeDocument/2006/relationships" id="2147483652" r:id="Ref4f04ab5e514e3a"/>
    <p:sldLayoutId xmlns:r="http://schemas.openxmlformats.org/officeDocument/2006/relationships" id="2147483653" r:id="Re6b84b96fb3d4ae9"/>
    <p:sldLayoutId xmlns:r="http://schemas.openxmlformats.org/officeDocument/2006/relationships" id="2147483654" r:id="R4906b68ae74445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918aded6b44c71" /><Relationship Type="http://schemas.openxmlformats.org/officeDocument/2006/relationships/image" Target="/ppt/media/image.png" Id="R729b3107fc35426b" /><Relationship Type="http://schemas.openxmlformats.org/officeDocument/2006/relationships/image" Target="/ppt/media/image2.png" Id="R783f6c922c37435b" /><Relationship Type="http://schemas.openxmlformats.org/officeDocument/2006/relationships/image" Target="/ppt/media/image3.png" Id="R087d39e62ed24aac" /><Relationship Type="http://schemas.openxmlformats.org/officeDocument/2006/relationships/image" Target="/ppt/media/image4.png" Id="R993aeaf3f7a2446d" /><Relationship Type="http://schemas.openxmlformats.org/officeDocument/2006/relationships/notesSlide" Target="/ppt/notesSlides/notesSlide1.xml" Id="Rfe8cccd17bac49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scene-panel">
            <a:extLst xmlns:a="http://schemas.openxmlformats.org/drawingml/2006/main">
              <a:ext uri="{FF2B5EF4-FFF2-40B4-BE49-F238E27FC236}">
                <a16:creationId xmlns:a16="http://schemas.microsoft.com/office/drawing/2014/main" id="{DBA48748-9D8D-441E-B51C-2E4A6BAE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285750"/>
            <a:ext cx="2114550" cy="2181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63E6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054DDF76-26E5-4145-8ABA-08BBDA9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285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1) Scene Comprehension</a:t>
            </a:r>
          </a:p>
        </p:txBody>
      </p:sp>
      <p:sp>
        <p:nvSpPr>
          <p:cNvPr id="3" name="task-panel">
            <a:extLst xmlns:a="http://schemas.openxmlformats.org/drawingml/2006/main">
              <a:ext uri="{FF2B5EF4-FFF2-40B4-BE49-F238E27FC236}">
                <a16:creationId xmlns:a16="http://schemas.microsoft.com/office/drawing/2014/main" id="{1CBE22C4-EA03-484C-8F00-91674F44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285750"/>
            <a:ext cx="1819275" cy="2181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63E6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task-title">
            <a:extLst xmlns:a="http://schemas.openxmlformats.org/drawingml/2006/main">
              <a:ext uri="{FF2B5EF4-FFF2-40B4-BE49-F238E27FC236}">
                <a16:creationId xmlns:a16="http://schemas.microsoft.com/office/drawing/2014/main" id="{0090E8BA-D25F-467C-BDC4-747AAF1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28575"/>
            <a:ext cx="1819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2) Task Generation</a:t>
            </a:r>
          </a:p>
        </p:txBody>
      </p:sp>
      <p:sp>
        <p:nvSpPr>
          <p:cNvPr id="5" name="initial-panel">
            <a:extLst xmlns:a="http://schemas.openxmlformats.org/drawingml/2006/main">
              <a:ext uri="{FF2B5EF4-FFF2-40B4-BE49-F238E27FC236}">
                <a16:creationId xmlns:a16="http://schemas.microsoft.com/office/drawing/2014/main" id="{544B99ED-6857-45C2-8A60-25EE3BC7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285750"/>
            <a:ext cx="2505075" cy="2181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63E6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initial-title">
            <a:extLst xmlns:a="http://schemas.openxmlformats.org/drawingml/2006/main">
              <a:ext uri="{FF2B5EF4-FFF2-40B4-BE49-F238E27FC236}">
                <a16:creationId xmlns:a16="http://schemas.microsoft.com/office/drawing/2014/main" id="{55DBB8BE-D8D1-43AD-8E77-928F7A6A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28575"/>
            <a:ext cx="2505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3) Initial Simulation</a:t>
            </a:r>
          </a:p>
        </p:txBody>
      </p:sp>
      <p:sp>
        <p:nvSpPr>
          <p:cNvPr id="7" name="refinement-panel">
            <a:extLst xmlns:a="http://schemas.openxmlformats.org/drawingml/2006/main">
              <a:ext uri="{FF2B5EF4-FFF2-40B4-BE49-F238E27FC236}">
                <a16:creationId xmlns:a16="http://schemas.microsoft.com/office/drawing/2014/main" id="{7C1FFA93-DBF0-41D0-AB2E-6434B955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2724150"/>
            <a:ext cx="65817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63E6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refinement-title">
            <a:extLst xmlns:a="http://schemas.openxmlformats.org/drawingml/2006/main">
              <a:ext uri="{FF2B5EF4-FFF2-40B4-BE49-F238E27FC236}">
                <a16:creationId xmlns:a16="http://schemas.microsoft.com/office/drawing/2014/main" id="{1E0D6903-7158-41AC-ADD9-8FB7611A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2466975"/>
            <a:ext cx="6581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4) Simulation Refinement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4F736-3455-48DF-9572-C7BC6AE356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b3107fc3542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" y="3429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10" name="scene-photo">
            <a:extLst xmlns:a="http://schemas.openxmlformats.org/drawingml/2006/main">
              <a:ext uri="{FF2B5EF4-FFF2-40B4-BE49-F238E27FC236}">
                <a16:creationId xmlns:a16="http://schemas.microsoft.com/office/drawing/2014/main" id="{A1FFE909-0699-4849-9D21-AA309CA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" y="34290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D7594-976A-40E5-829D-C67B88CB17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f6c922c3743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33625" y="352425"/>
            <a:ext cx="1038225" cy="1019175"/>
          </a:xfrm>
          <a:prstGeom xmlns:a="http://schemas.openxmlformats.org/drawingml/2006/main" prst="rect">
            <a:avLst/>
          </a:prstGeom>
        </p:spPr>
      </p:pic>
      <p:sp>
        <p:nvSpPr>
          <p:cNvPr id="12" name="task-photo">
            <a:extLst xmlns:a="http://schemas.openxmlformats.org/drawingml/2006/main">
              <a:ext uri="{FF2B5EF4-FFF2-40B4-BE49-F238E27FC236}">
                <a16:creationId xmlns:a16="http://schemas.microsoft.com/office/drawing/2014/main" id="{98C7A78C-B9B5-402B-B953-69DCD90E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352425"/>
            <a:ext cx="10382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99EC5-DF74-409D-8098-B665EF6CC8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d39e62ed24a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352425"/>
            <a:ext cx="1028700" cy="1019175"/>
          </a:xfrm>
          <a:prstGeom xmlns:a="http://schemas.openxmlformats.org/drawingml/2006/main" prst="rect">
            <a:avLst/>
          </a:prstGeom>
        </p:spPr>
      </p:pic>
      <p:sp>
        <p:nvSpPr>
          <p:cNvPr id="14" name="initial-photo">
            <a:extLst xmlns:a="http://schemas.openxmlformats.org/drawingml/2006/main">
              <a:ext uri="{FF2B5EF4-FFF2-40B4-BE49-F238E27FC236}">
                <a16:creationId xmlns:a16="http://schemas.microsoft.com/office/drawing/2014/main" id="{14D3934A-6FA4-4129-A210-27A1283A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352425"/>
            <a:ext cx="10287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374FE-A397-4DAB-A597-DED8154990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aeaf3f7a244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76825" y="2952750"/>
            <a:ext cx="1171575" cy="1171575"/>
          </a:xfrm>
          <a:prstGeom xmlns:a="http://schemas.openxmlformats.org/drawingml/2006/main" prst="rect">
            <a:avLst/>
          </a:prstGeom>
        </p:spPr>
      </p:pic>
      <p:sp>
        <p:nvSpPr>
          <p:cNvPr id="16" name="final-photo">
            <a:extLst xmlns:a="http://schemas.openxmlformats.org/drawingml/2006/main">
              <a:ext uri="{FF2B5EF4-FFF2-40B4-BE49-F238E27FC236}">
                <a16:creationId xmlns:a16="http://schemas.microsoft.com/office/drawing/2014/main" id="{3971F009-DAD6-46BF-A524-0375DF03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952750"/>
            <a:ext cx="11715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database-body">
            <a:extLst xmlns:a="http://schemas.openxmlformats.org/drawingml/2006/main">
              <a:ext uri="{FF2B5EF4-FFF2-40B4-BE49-F238E27FC236}">
                <a16:creationId xmlns:a16="http://schemas.microsoft.com/office/drawing/2014/main" id="{B9CD945C-9730-4815-A2BD-C1FF3025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523875"/>
            <a:ext cx="8763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63E6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database-bottom">
            <a:extLst xmlns:a="http://schemas.openxmlformats.org/drawingml/2006/main">
              <a:ext uri="{FF2B5EF4-FFF2-40B4-BE49-F238E27FC236}">
                <a16:creationId xmlns:a16="http://schemas.microsoft.com/office/drawing/2014/main" id="{17FCA590-C73C-4E8C-B1BB-E63D869D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1085850"/>
            <a:ext cx="8763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63E6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database-center">
            <a:extLst xmlns:a="http://schemas.openxmlformats.org/drawingml/2006/main">
              <a:ext uri="{FF2B5EF4-FFF2-40B4-BE49-F238E27FC236}">
                <a16:creationId xmlns:a16="http://schemas.microsoft.com/office/drawing/2014/main" id="{1026BEE5-1654-46A1-AB0C-DEDD2EBF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542925"/>
            <a:ext cx="85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database-top">
            <a:extLst xmlns:a="http://schemas.openxmlformats.org/drawingml/2006/main">
              <a:ext uri="{FF2B5EF4-FFF2-40B4-BE49-F238E27FC236}">
                <a16:creationId xmlns:a16="http://schemas.microsoft.com/office/drawing/2014/main" id="{E50509C7-1DF9-4BDF-BCA8-2EB0DE54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428625"/>
            <a:ext cx="876300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63E6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database-label">
            <a:extLst xmlns:a="http://schemas.openxmlformats.org/drawingml/2006/main">
              <a:ext uri="{FF2B5EF4-FFF2-40B4-BE49-F238E27FC236}">
                <a16:creationId xmlns:a16="http://schemas.microsoft.com/office/drawing/2014/main" id="{959A8F36-8EE2-4F54-B6FF-5DEC1F1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7334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</a:t>
            </a:r>
          </a:p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22" name="scene-vlm">
            <a:extLst xmlns:a="http://schemas.openxmlformats.org/drawingml/2006/main">
              <a:ext uri="{FF2B5EF4-FFF2-40B4-BE49-F238E27FC236}">
                <a16:creationId xmlns:a16="http://schemas.microsoft.com/office/drawing/2014/main" id="{E8D865E1-2105-4BAD-8E4D-90774647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" y="1419225"/>
            <a:ext cx="1190625" cy="314325"/>
          </a:xfrm>
          <a:custGeom xmlns:a="http://schemas.openxmlformats.org/drawingml/2006/main">
            <a:pathLst>
              <a:path w="1190625" h="314325">
                <a:moveTo>
                  <a:pt x="0" y="0"/>
                </a:moveTo>
                <a:lnTo>
                  <a:pt x="1190625" y="0"/>
                </a:lnTo>
                <a:lnTo>
                  <a:pt x="962025" y="314325"/>
                </a:lnTo>
                <a:lnTo>
                  <a:pt x="228600" y="314325"/>
                </a:lnTo>
                <a:close/>
              </a:path>
            </a:pathLst>
          </a:custGeom>
          <a:solidFill xmlns:a="http://schemas.openxmlformats.org/drawingml/2006/main">
            <a:srgbClr val="EFF3D9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23" name="scene-vlm-label">
            <a:extLst xmlns:a="http://schemas.openxmlformats.org/drawingml/2006/main">
              <a:ext uri="{FF2B5EF4-FFF2-40B4-BE49-F238E27FC236}">
                <a16:creationId xmlns:a16="http://schemas.microsoft.com/office/drawing/2014/main" id="{BBD283AE-24E1-479C-9050-2467DADB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" y="14668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VLM</a:t>
            </a:r>
          </a:p>
        </p:txBody>
      </p:sp>
      <p:sp>
        <p:nvSpPr>
          <p:cNvPr id="24" name="task-vlm">
            <a:extLst xmlns:a="http://schemas.openxmlformats.org/drawingml/2006/main">
              <a:ext uri="{FF2B5EF4-FFF2-40B4-BE49-F238E27FC236}">
                <a16:creationId xmlns:a16="http://schemas.microsoft.com/office/drawing/2014/main" id="{1F2DD85E-6D24-4083-83B1-ECAF3FC5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1428750"/>
            <a:ext cx="1190625" cy="323850"/>
          </a:xfrm>
          <a:custGeom xmlns:a="http://schemas.openxmlformats.org/drawingml/2006/main">
            <a:pathLst>
              <a:path w="1190625" h="323850">
                <a:moveTo>
                  <a:pt x="0" y="0"/>
                </a:moveTo>
                <a:lnTo>
                  <a:pt x="1190625" y="0"/>
                </a:lnTo>
                <a:lnTo>
                  <a:pt x="962025" y="323850"/>
                </a:lnTo>
                <a:lnTo>
                  <a:pt x="228600" y="323850"/>
                </a:lnTo>
                <a:close/>
              </a:path>
            </a:pathLst>
          </a:custGeom>
          <a:solidFill xmlns:a="http://schemas.openxmlformats.org/drawingml/2006/main">
            <a:srgbClr val="EFF3D9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25" name="task-vlm-label">
            <a:extLst xmlns:a="http://schemas.openxmlformats.org/drawingml/2006/main">
              <a:ext uri="{FF2B5EF4-FFF2-40B4-BE49-F238E27FC236}">
                <a16:creationId xmlns:a16="http://schemas.microsoft.com/office/drawing/2014/main" id="{B9083C6B-8AAB-4D52-99BF-28376B0F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147637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VLM</a:t>
            </a:r>
          </a:p>
        </p:txBody>
      </p:sp>
      <p:sp>
        <p:nvSpPr>
          <p:cNvPr id="26" name="initial-vlm">
            <a:extLst xmlns:a="http://schemas.openxmlformats.org/drawingml/2006/main">
              <a:ext uri="{FF2B5EF4-FFF2-40B4-BE49-F238E27FC236}">
                <a16:creationId xmlns:a16="http://schemas.microsoft.com/office/drawing/2014/main" id="{F6C2BF5F-C014-4EE1-99B4-2FE513B6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1419225"/>
            <a:ext cx="1190625" cy="314325"/>
          </a:xfrm>
          <a:custGeom xmlns:a="http://schemas.openxmlformats.org/drawingml/2006/main">
            <a:pathLst>
              <a:path w="1190625" h="314325">
                <a:moveTo>
                  <a:pt x="0" y="0"/>
                </a:moveTo>
                <a:lnTo>
                  <a:pt x="1190625" y="0"/>
                </a:lnTo>
                <a:lnTo>
                  <a:pt x="962025" y="314325"/>
                </a:lnTo>
                <a:lnTo>
                  <a:pt x="228600" y="314325"/>
                </a:lnTo>
                <a:close/>
              </a:path>
            </a:pathLst>
          </a:custGeom>
          <a:solidFill xmlns:a="http://schemas.openxmlformats.org/drawingml/2006/main">
            <a:srgbClr val="EFF3D9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27" name="initial-vlm-label">
            <a:extLst xmlns:a="http://schemas.openxmlformats.org/drawingml/2006/main">
              <a:ext uri="{FF2B5EF4-FFF2-40B4-BE49-F238E27FC236}">
                <a16:creationId xmlns:a16="http://schemas.microsoft.com/office/drawing/2014/main" id="{389BF7CC-C744-41FB-92F6-927AFECD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14668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VLM</a:t>
            </a:r>
          </a:p>
        </p:txBody>
      </p:sp>
      <p:sp>
        <p:nvSpPr>
          <p:cNvPr id="28" name="scene-description">
            <a:extLst xmlns:a="http://schemas.openxmlformats.org/drawingml/2006/main">
              <a:ext uri="{FF2B5EF4-FFF2-40B4-BE49-F238E27FC236}">
                <a16:creationId xmlns:a16="http://schemas.microsoft.com/office/drawing/2014/main" id="{B092D8C7-0F0C-4AEA-9ADE-DEE97414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771650"/>
            <a:ext cx="590550" cy="666750"/>
          </a:xfrm>
          <a:custGeom xmlns:a="http://schemas.openxmlformats.org/drawingml/2006/main">
            <a:pathLst>
              <a:path w="590550" h="666750">
                <a:moveTo>
                  <a:pt x="0" y="0"/>
                </a:moveTo>
                <a:lnTo>
                  <a:pt x="590550" y="0"/>
                </a:lnTo>
                <a:lnTo>
                  <a:pt x="590550" y="552450"/>
                </a:lnTo>
                <a:cubicBezTo>
                  <a:pt x="354330" y="542925"/>
                  <a:pt x="236220" y="714375"/>
                  <a:pt x="0" y="619125"/>
                </a:cubicBezTo>
                <a:close/>
              </a:path>
            </a:pathLst>
          </a:custGeom>
          <a:solidFill xmlns:a="http://schemas.openxmlformats.org/drawingml/2006/main">
            <a:srgbClr val="5D858C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29" name="scene-description-label">
            <a:extLst xmlns:a="http://schemas.openxmlformats.org/drawingml/2006/main">
              <a:ext uri="{FF2B5EF4-FFF2-40B4-BE49-F238E27FC236}">
                <a16:creationId xmlns:a16="http://schemas.microsoft.com/office/drawing/2014/main" id="{0ADBF9C8-6172-4565-B91D-C30A8D2E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1866900"/>
            <a:ext cx="571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scene</a:t>
            </a:r>
          </a:p>
          <a:p xmlns:a="http://schemas.openxmlformats.org/drawingml/2006/main">
            <a:pPr algn="ctr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30" name="task-scene-description">
            <a:extLst xmlns:a="http://schemas.openxmlformats.org/drawingml/2006/main">
              <a:ext uri="{FF2B5EF4-FFF2-40B4-BE49-F238E27FC236}">
                <a16:creationId xmlns:a16="http://schemas.microsoft.com/office/drawing/2014/main" id="{D325E6BD-2BC7-41E9-8A55-44FB9A54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514350"/>
            <a:ext cx="590550" cy="666750"/>
          </a:xfrm>
          <a:custGeom xmlns:a="http://schemas.openxmlformats.org/drawingml/2006/main">
            <a:pathLst>
              <a:path w="590550" h="666750">
                <a:moveTo>
                  <a:pt x="0" y="0"/>
                </a:moveTo>
                <a:lnTo>
                  <a:pt x="590550" y="0"/>
                </a:lnTo>
                <a:lnTo>
                  <a:pt x="590550" y="552450"/>
                </a:lnTo>
                <a:cubicBezTo>
                  <a:pt x="354330" y="542925"/>
                  <a:pt x="236220" y="714375"/>
                  <a:pt x="0" y="619125"/>
                </a:cubicBezTo>
                <a:close/>
              </a:path>
            </a:pathLst>
          </a:custGeom>
          <a:solidFill xmlns:a="http://schemas.openxmlformats.org/drawingml/2006/main">
            <a:srgbClr val="5D858C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31" name="task-scene-description-label">
            <a:extLst xmlns:a="http://schemas.openxmlformats.org/drawingml/2006/main">
              <a:ext uri="{FF2B5EF4-FFF2-40B4-BE49-F238E27FC236}">
                <a16:creationId xmlns:a16="http://schemas.microsoft.com/office/drawing/2014/main" id="{D2E59122-D62C-4561-9E15-3EC8702A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8525" y="609600"/>
            <a:ext cx="571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scene</a:t>
            </a:r>
          </a:p>
          <a:p xmlns:a="http://schemas.openxmlformats.org/drawingml/2006/main">
            <a:pPr algn="ctr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32" name="task-output">
            <a:extLst xmlns:a="http://schemas.openxmlformats.org/drawingml/2006/main">
              <a:ext uri="{FF2B5EF4-FFF2-40B4-BE49-F238E27FC236}">
                <a16:creationId xmlns:a16="http://schemas.microsoft.com/office/drawing/2014/main" id="{39E95E08-BFCC-43FC-B411-F0E6F31F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1790700"/>
            <a:ext cx="590550" cy="628650"/>
          </a:xfrm>
          <a:custGeom xmlns:a="http://schemas.openxmlformats.org/drawingml/2006/main">
            <a:pathLst>
              <a:path w="590550" h="628650">
                <a:moveTo>
                  <a:pt x="0" y="0"/>
                </a:moveTo>
                <a:lnTo>
                  <a:pt x="590550" y="0"/>
                </a:lnTo>
                <a:lnTo>
                  <a:pt x="590550" y="514350"/>
                </a:lnTo>
                <a:cubicBezTo>
                  <a:pt x="354330" y="504825"/>
                  <a:pt x="236220" y="676275"/>
                  <a:pt x="0" y="581025"/>
                </a:cubicBezTo>
                <a:close/>
              </a:path>
            </a:pathLst>
          </a:custGeom>
          <a:solidFill xmlns:a="http://schemas.openxmlformats.org/drawingml/2006/main">
            <a:srgbClr val="BA91C0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33" name="task-output-label">
            <a:extLst xmlns:a="http://schemas.openxmlformats.org/drawingml/2006/main">
              <a:ext uri="{FF2B5EF4-FFF2-40B4-BE49-F238E27FC236}">
                <a16:creationId xmlns:a16="http://schemas.microsoft.com/office/drawing/2014/main" id="{76344A00-36E5-48B1-8FCA-075CFFEF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18859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34" name="initial-scene-description">
            <a:extLst xmlns:a="http://schemas.openxmlformats.org/drawingml/2006/main">
              <a:ext uri="{FF2B5EF4-FFF2-40B4-BE49-F238E27FC236}">
                <a16:creationId xmlns:a16="http://schemas.microsoft.com/office/drawing/2014/main" id="{00CFA06B-91E1-4BFF-8312-6E6574B3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514350"/>
            <a:ext cx="590550" cy="666750"/>
          </a:xfrm>
          <a:custGeom xmlns:a="http://schemas.openxmlformats.org/drawingml/2006/main">
            <a:pathLst>
              <a:path w="590550" h="666750">
                <a:moveTo>
                  <a:pt x="0" y="0"/>
                </a:moveTo>
                <a:lnTo>
                  <a:pt x="590550" y="0"/>
                </a:lnTo>
                <a:lnTo>
                  <a:pt x="590550" y="552450"/>
                </a:lnTo>
                <a:cubicBezTo>
                  <a:pt x="354330" y="542925"/>
                  <a:pt x="236220" y="714375"/>
                  <a:pt x="0" y="619125"/>
                </a:cubicBezTo>
                <a:close/>
              </a:path>
            </a:pathLst>
          </a:custGeom>
          <a:solidFill xmlns:a="http://schemas.openxmlformats.org/drawingml/2006/main">
            <a:srgbClr val="5D858C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35" name="initial-scene-description-label">
            <a:extLst xmlns:a="http://schemas.openxmlformats.org/drawingml/2006/main">
              <a:ext uri="{FF2B5EF4-FFF2-40B4-BE49-F238E27FC236}">
                <a16:creationId xmlns:a16="http://schemas.microsoft.com/office/drawing/2014/main" id="{0AA150B5-9012-4CEC-ACE8-7FDCB53D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609600"/>
            <a:ext cx="571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scene</a:t>
            </a:r>
          </a:p>
          <a:p xmlns:a="http://schemas.openxmlformats.org/drawingml/2006/main">
            <a:pPr algn="ctr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36" name="initial-task">
            <a:extLst xmlns:a="http://schemas.openxmlformats.org/drawingml/2006/main">
              <a:ext uri="{FF2B5EF4-FFF2-40B4-BE49-F238E27FC236}">
                <a16:creationId xmlns:a16="http://schemas.microsoft.com/office/drawing/2014/main" id="{7E15E881-C61F-4D99-9D86-D69149C2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700" y="504825"/>
            <a:ext cx="590550" cy="666750"/>
          </a:xfrm>
          <a:custGeom xmlns:a="http://schemas.openxmlformats.org/drawingml/2006/main">
            <a:pathLst>
              <a:path w="590550" h="666750">
                <a:moveTo>
                  <a:pt x="0" y="0"/>
                </a:moveTo>
                <a:lnTo>
                  <a:pt x="590550" y="0"/>
                </a:lnTo>
                <a:lnTo>
                  <a:pt x="590550" y="552450"/>
                </a:lnTo>
                <a:cubicBezTo>
                  <a:pt x="354330" y="542925"/>
                  <a:pt x="236220" y="714375"/>
                  <a:pt x="0" y="619125"/>
                </a:cubicBezTo>
                <a:close/>
              </a:path>
            </a:pathLst>
          </a:custGeom>
          <a:solidFill xmlns:a="http://schemas.openxmlformats.org/drawingml/2006/main">
            <a:srgbClr val="BA91C0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37" name="initial-task-label">
            <a:extLst xmlns:a="http://schemas.openxmlformats.org/drawingml/2006/main">
              <a:ext uri="{FF2B5EF4-FFF2-40B4-BE49-F238E27FC236}">
                <a16:creationId xmlns:a16="http://schemas.microsoft.com/office/drawing/2014/main" id="{DC47DCBC-175B-4A05-8717-B66E81D0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1225" y="600075"/>
            <a:ext cx="571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38" name="initial-simulation">
            <a:extLst xmlns:a="http://schemas.openxmlformats.org/drawingml/2006/main">
              <a:ext uri="{FF2B5EF4-FFF2-40B4-BE49-F238E27FC236}">
                <a16:creationId xmlns:a16="http://schemas.microsoft.com/office/drawing/2014/main" id="{6C8618A5-FF99-45D7-B29D-8A42348D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1847850"/>
            <a:ext cx="790575" cy="371475"/>
          </a:xfrm>
          <a:custGeom xmlns:a="http://schemas.openxmlformats.org/drawingml/2006/main">
            <a:pathLst>
              <a:path w="790575" h="371475">
                <a:moveTo>
                  <a:pt x="66675" y="0"/>
                </a:moveTo>
                <a:lnTo>
                  <a:pt x="723900" y="0"/>
                </a:lnTo>
                <a:cubicBezTo>
                  <a:pt x="760724" y="0"/>
                  <a:pt x="790575" y="29851"/>
                  <a:pt x="790575" y="66675"/>
                </a:cubicBezTo>
                <a:lnTo>
                  <a:pt x="790575" y="304800"/>
                </a:lnTo>
                <a:cubicBezTo>
                  <a:pt x="790575" y="341624"/>
                  <a:pt x="760724" y="371475"/>
                  <a:pt x="723900" y="371475"/>
                </a:cubicBezTo>
                <a:lnTo>
                  <a:pt x="66675" y="371475"/>
                </a:lnTo>
                <a:cubicBezTo>
                  <a:pt x="29851" y="371475"/>
                  <a:pt x="0" y="341624"/>
                  <a:pt x="0" y="304800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881963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39" name="initial-simulation-label">
            <a:extLst xmlns:a="http://schemas.openxmlformats.org/drawingml/2006/main">
              <a:ext uri="{FF2B5EF4-FFF2-40B4-BE49-F238E27FC236}">
                <a16:creationId xmlns:a16="http://schemas.microsoft.com/office/drawing/2014/main" id="{0CC1A3F6-8D8D-49B0-A56A-82536ECB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1895475"/>
            <a:ext cx="752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40" name="initial-tests">
            <a:extLst xmlns:a="http://schemas.openxmlformats.org/drawingml/2006/main">
              <a:ext uri="{FF2B5EF4-FFF2-40B4-BE49-F238E27FC236}">
                <a16:creationId xmlns:a16="http://schemas.microsoft.com/office/drawing/2014/main" id="{C9D01704-5DF6-48B7-950E-30280F7C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1847850"/>
            <a:ext cx="790575" cy="371475"/>
          </a:xfrm>
          <a:custGeom xmlns:a="http://schemas.openxmlformats.org/drawingml/2006/main">
            <a:pathLst>
              <a:path w="790575" h="371475">
                <a:moveTo>
                  <a:pt x="66675" y="0"/>
                </a:moveTo>
                <a:lnTo>
                  <a:pt x="723900" y="0"/>
                </a:lnTo>
                <a:cubicBezTo>
                  <a:pt x="760724" y="0"/>
                  <a:pt x="790575" y="29851"/>
                  <a:pt x="790575" y="66675"/>
                </a:cubicBezTo>
                <a:lnTo>
                  <a:pt x="790575" y="304800"/>
                </a:lnTo>
                <a:cubicBezTo>
                  <a:pt x="790575" y="341624"/>
                  <a:pt x="760724" y="371475"/>
                  <a:pt x="723900" y="371475"/>
                </a:cubicBezTo>
                <a:lnTo>
                  <a:pt x="66675" y="371475"/>
                </a:lnTo>
                <a:cubicBezTo>
                  <a:pt x="29851" y="371475"/>
                  <a:pt x="0" y="341624"/>
                  <a:pt x="0" y="304800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D6312B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41" name="initial-tests-label">
            <a:extLst xmlns:a="http://schemas.openxmlformats.org/drawingml/2006/main">
              <a:ext uri="{FF2B5EF4-FFF2-40B4-BE49-F238E27FC236}">
                <a16:creationId xmlns:a16="http://schemas.microsoft.com/office/drawing/2014/main" id="{2A5CFDBC-3F54-42D5-B7FC-F677CD4A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5925" y="1895475"/>
            <a:ext cx="752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42" name="refine-simulation">
            <a:extLst xmlns:a="http://schemas.openxmlformats.org/drawingml/2006/main">
              <a:ext uri="{FF2B5EF4-FFF2-40B4-BE49-F238E27FC236}">
                <a16:creationId xmlns:a16="http://schemas.microsoft.com/office/drawing/2014/main" id="{0FE592FE-9261-40DC-A537-437CE4F2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3286125"/>
            <a:ext cx="800100" cy="371475"/>
          </a:xfrm>
          <a:custGeom xmlns:a="http://schemas.openxmlformats.org/drawingml/2006/main">
            <a:pathLst>
              <a:path w="800100" h="371475">
                <a:moveTo>
                  <a:pt x="66675" y="0"/>
                </a:moveTo>
                <a:lnTo>
                  <a:pt x="733425" y="0"/>
                </a:lnTo>
                <a:cubicBezTo>
                  <a:pt x="770249" y="0"/>
                  <a:pt x="800100" y="29851"/>
                  <a:pt x="800100" y="66675"/>
                </a:cubicBezTo>
                <a:lnTo>
                  <a:pt x="800100" y="304800"/>
                </a:lnTo>
                <a:cubicBezTo>
                  <a:pt x="800100" y="341624"/>
                  <a:pt x="770249" y="371475"/>
                  <a:pt x="733425" y="371475"/>
                </a:cubicBezTo>
                <a:lnTo>
                  <a:pt x="66675" y="371475"/>
                </a:lnTo>
                <a:cubicBezTo>
                  <a:pt x="29851" y="371475"/>
                  <a:pt x="0" y="341624"/>
                  <a:pt x="0" y="304800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881963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43" name="refine-simulation-label">
            <a:extLst xmlns:a="http://schemas.openxmlformats.org/drawingml/2006/main">
              <a:ext uri="{FF2B5EF4-FFF2-40B4-BE49-F238E27FC236}">
                <a16:creationId xmlns:a16="http://schemas.microsoft.com/office/drawing/2014/main" id="{1A17181D-B957-4353-8C5E-695CF4E3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33375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44" name="refine-tests">
            <a:extLst xmlns:a="http://schemas.openxmlformats.org/drawingml/2006/main">
              <a:ext uri="{FF2B5EF4-FFF2-40B4-BE49-F238E27FC236}">
                <a16:creationId xmlns:a16="http://schemas.microsoft.com/office/drawing/2014/main" id="{621E1CA6-B182-4953-B324-9B323A1F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3800475"/>
            <a:ext cx="800100" cy="371475"/>
          </a:xfrm>
          <a:custGeom xmlns:a="http://schemas.openxmlformats.org/drawingml/2006/main">
            <a:pathLst>
              <a:path w="800100" h="371475">
                <a:moveTo>
                  <a:pt x="66675" y="0"/>
                </a:moveTo>
                <a:lnTo>
                  <a:pt x="733425" y="0"/>
                </a:lnTo>
                <a:cubicBezTo>
                  <a:pt x="770249" y="0"/>
                  <a:pt x="800100" y="29851"/>
                  <a:pt x="800100" y="66675"/>
                </a:cubicBezTo>
                <a:lnTo>
                  <a:pt x="800100" y="304800"/>
                </a:lnTo>
                <a:cubicBezTo>
                  <a:pt x="800100" y="341624"/>
                  <a:pt x="770249" y="371475"/>
                  <a:pt x="733425" y="371475"/>
                </a:cubicBezTo>
                <a:lnTo>
                  <a:pt x="66675" y="371475"/>
                </a:lnTo>
                <a:cubicBezTo>
                  <a:pt x="29851" y="371475"/>
                  <a:pt x="0" y="341624"/>
                  <a:pt x="0" y="304800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D6312B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45" name="refine-tests-label">
            <a:extLst xmlns:a="http://schemas.openxmlformats.org/drawingml/2006/main">
              <a:ext uri="{FF2B5EF4-FFF2-40B4-BE49-F238E27FC236}">
                <a16:creationId xmlns:a16="http://schemas.microsoft.com/office/drawing/2014/main" id="{7E0674E6-268D-4A73-8114-3B62C02B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84810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46" name="final-simulation">
            <a:extLst xmlns:a="http://schemas.openxmlformats.org/drawingml/2006/main">
              <a:ext uri="{FF2B5EF4-FFF2-40B4-BE49-F238E27FC236}">
                <a16:creationId xmlns:a16="http://schemas.microsoft.com/office/drawing/2014/main" id="{E058B9E0-4202-44D0-81A3-069DE644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4200525"/>
            <a:ext cx="800100" cy="371475"/>
          </a:xfrm>
          <a:custGeom xmlns:a="http://schemas.openxmlformats.org/drawingml/2006/main">
            <a:pathLst>
              <a:path w="800100" h="371475">
                <a:moveTo>
                  <a:pt x="66675" y="0"/>
                </a:moveTo>
                <a:lnTo>
                  <a:pt x="733425" y="0"/>
                </a:lnTo>
                <a:cubicBezTo>
                  <a:pt x="770249" y="0"/>
                  <a:pt x="800100" y="29851"/>
                  <a:pt x="800100" y="66675"/>
                </a:cubicBezTo>
                <a:lnTo>
                  <a:pt x="800100" y="304800"/>
                </a:lnTo>
                <a:cubicBezTo>
                  <a:pt x="800100" y="341624"/>
                  <a:pt x="770249" y="371475"/>
                  <a:pt x="733425" y="371475"/>
                </a:cubicBezTo>
                <a:lnTo>
                  <a:pt x="66675" y="371475"/>
                </a:lnTo>
                <a:cubicBezTo>
                  <a:pt x="29851" y="371475"/>
                  <a:pt x="0" y="341624"/>
                  <a:pt x="0" y="304800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881963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47" name="final-simulation-label">
            <a:extLst xmlns:a="http://schemas.openxmlformats.org/drawingml/2006/main">
              <a:ext uri="{FF2B5EF4-FFF2-40B4-BE49-F238E27FC236}">
                <a16:creationId xmlns:a16="http://schemas.microsoft.com/office/drawing/2014/main" id="{CDE38328-CAC5-4572-ABF5-6AEC76E6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7325" y="424815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48" name="execute">
            <a:extLst xmlns:a="http://schemas.openxmlformats.org/drawingml/2006/main">
              <a:ext uri="{FF2B5EF4-FFF2-40B4-BE49-F238E27FC236}">
                <a16:creationId xmlns:a16="http://schemas.microsoft.com/office/drawing/2014/main" id="{C62F8888-28D8-4DDC-A6EC-7A261276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438525"/>
            <a:ext cx="981075" cy="571500"/>
          </a:xfrm>
          <a:custGeom xmlns:a="http://schemas.openxmlformats.org/drawingml/2006/main">
            <a:pathLst>
              <a:path w="981075" h="571500">
                <a:moveTo>
                  <a:pt x="0" y="0"/>
                </a:moveTo>
                <a:lnTo>
                  <a:pt x="981075" y="28575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49" name="execute-label">
            <a:extLst xmlns:a="http://schemas.openxmlformats.org/drawingml/2006/main">
              <a:ext uri="{FF2B5EF4-FFF2-40B4-BE49-F238E27FC236}">
                <a16:creationId xmlns:a16="http://schemas.microsoft.com/office/drawing/2014/main" id="{31B244A6-1D09-4CB2-A2DF-F38DC3BA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357187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50" name="error-document">
            <a:extLst xmlns:a="http://schemas.openxmlformats.org/drawingml/2006/main">
              <a:ext uri="{FF2B5EF4-FFF2-40B4-BE49-F238E27FC236}">
                <a16:creationId xmlns:a16="http://schemas.microsoft.com/office/drawing/2014/main" id="{1A79D284-FC74-4A8A-99AF-35FD1AFB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3400425"/>
            <a:ext cx="590550" cy="666750"/>
          </a:xfrm>
          <a:custGeom xmlns:a="http://schemas.openxmlformats.org/drawingml/2006/main">
            <a:pathLst>
              <a:path w="590550" h="666750">
                <a:moveTo>
                  <a:pt x="0" y="0"/>
                </a:moveTo>
                <a:lnTo>
                  <a:pt x="590550" y="0"/>
                </a:lnTo>
                <a:lnTo>
                  <a:pt x="590550" y="552450"/>
                </a:lnTo>
                <a:cubicBezTo>
                  <a:pt x="354330" y="542925"/>
                  <a:pt x="236220" y="714375"/>
                  <a:pt x="0" y="619125"/>
                </a:cubicBezTo>
                <a:close/>
              </a:path>
            </a:pathLst>
          </a:custGeom>
          <a:solidFill xmlns:a="http://schemas.openxmlformats.org/drawingml/2006/main">
            <a:srgbClr val="DFDEE1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51" name="error-document-label">
            <a:extLst xmlns:a="http://schemas.openxmlformats.org/drawingml/2006/main">
              <a:ext uri="{FF2B5EF4-FFF2-40B4-BE49-F238E27FC236}">
                <a16:creationId xmlns:a16="http://schemas.microsoft.com/office/drawing/2014/main" id="{FA8799CA-4B7D-4296-AEFD-3D741BBF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0325" y="3495675"/>
            <a:ext cx="571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52" name="router">
            <a:extLst xmlns:a="http://schemas.openxmlformats.org/drawingml/2006/main">
              <a:ext uri="{FF2B5EF4-FFF2-40B4-BE49-F238E27FC236}">
                <a16:creationId xmlns:a16="http://schemas.microsoft.com/office/drawing/2014/main" id="{A2AB7963-8E8D-49CE-83E9-32B8B996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3275" y="3124200"/>
            <a:ext cx="590550" cy="1114425"/>
          </a:xfrm>
          <a:custGeom xmlns:a="http://schemas.openxmlformats.org/drawingml/2006/main">
            <a:pathLst>
              <a:path w="590550" h="1114425">
                <a:moveTo>
                  <a:pt x="0" y="0"/>
                </a:moveTo>
                <a:lnTo>
                  <a:pt x="590550" y="219075"/>
                </a:lnTo>
                <a:lnTo>
                  <a:pt x="590550" y="895350"/>
                </a:lnTo>
                <a:lnTo>
                  <a:pt x="0" y="1114425"/>
                </a:lnTo>
                <a:close/>
              </a:path>
            </a:pathLst>
          </a:custGeom>
          <a:solidFill xmlns:a="http://schemas.openxmlformats.org/drawingml/2006/main">
            <a:srgbClr val="EFF3D9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53" name="router-label">
            <a:extLst xmlns:a="http://schemas.openxmlformats.org/drawingml/2006/main">
              <a:ext uri="{FF2B5EF4-FFF2-40B4-BE49-F238E27FC236}">
                <a16:creationId xmlns:a16="http://schemas.microsoft.com/office/drawing/2014/main" id="{0B92C264-60A7-4CAB-A8D1-A90DDEE5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3533775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sp>
        <p:nvSpPr>
          <p:cNvPr id="54" name="router-status">
            <a:extLst xmlns:a="http://schemas.openxmlformats.org/drawingml/2006/main">
              <a:ext uri="{FF2B5EF4-FFF2-40B4-BE49-F238E27FC236}">
                <a16:creationId xmlns:a16="http://schemas.microsoft.com/office/drawing/2014/main" id="{593FD6E3-9010-4F8F-9603-B300B7F0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37814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91C0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5" name="fix-simulation">
            <a:extLst xmlns:a="http://schemas.openxmlformats.org/drawingml/2006/main">
              <a:ext uri="{FF2B5EF4-FFF2-40B4-BE49-F238E27FC236}">
                <a16:creationId xmlns:a16="http://schemas.microsoft.com/office/drawing/2014/main" id="{4C339B68-CCC1-489E-B8B7-C4F357DE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762250"/>
            <a:ext cx="838200" cy="590550"/>
          </a:xfrm>
          <a:custGeom xmlns:a="http://schemas.openxmlformats.org/drawingml/2006/main">
            <a:pathLst>
              <a:path w="838200" h="590550">
                <a:moveTo>
                  <a:pt x="0" y="114300"/>
                </a:moveTo>
                <a:lnTo>
                  <a:pt x="838200" y="0"/>
                </a:lnTo>
                <a:lnTo>
                  <a:pt x="838200" y="590550"/>
                </a:lnTo>
                <a:lnTo>
                  <a:pt x="0" y="495300"/>
                </a:lnTo>
                <a:close/>
              </a:path>
            </a:pathLst>
          </a:custGeom>
          <a:solidFill xmlns:a="http://schemas.openxmlformats.org/drawingml/2006/main">
            <a:srgbClr val="EFF3D9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56" name="fix-simulation-label">
            <a:extLst xmlns:a="http://schemas.openxmlformats.org/drawingml/2006/main">
              <a:ext uri="{FF2B5EF4-FFF2-40B4-BE49-F238E27FC236}">
                <a16:creationId xmlns:a16="http://schemas.microsoft.com/office/drawing/2014/main" id="{7F3EBA29-F438-4C72-94FB-050E7147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725" y="2886075"/>
            <a:ext cx="581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</a:t>
            </a:r>
          </a:p>
          <a:p xmlns:a="http://schemas.openxmlformats.org/drawingml/2006/main">
            <a: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57" name="fix-simulation-token-0">
            <a:extLst xmlns:a="http://schemas.openxmlformats.org/drawingml/2006/main">
              <a:ext uri="{FF2B5EF4-FFF2-40B4-BE49-F238E27FC236}">
                <a16:creationId xmlns:a16="http://schemas.microsoft.com/office/drawing/2014/main" id="{C22F4048-2491-434F-BA76-63B43D3D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2790825"/>
            <a:ext cx="123825" cy="142875"/>
          </a:xfrm>
          <a:custGeom xmlns:a="http://schemas.openxmlformats.org/drawingml/2006/main">
            <a:pathLst>
              <a:path w="123825" h="142875">
                <a:moveTo>
                  <a:pt x="0" y="19050"/>
                </a:moveTo>
                <a:lnTo>
                  <a:pt x="123825" y="0"/>
                </a:lnTo>
                <a:lnTo>
                  <a:pt x="123825" y="123825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881963"/>
          </a:solidFill>
          <a:ln xmlns:a="http://schemas.openxmlformats.org/drawingml/2006/main" w="7620">
            <a:solidFill>
              <a:srgbClr val="263E60"/>
            </a:solidFill>
            <a:prstDash val="solid"/>
          </a:ln>
        </p:spPr>
      </p:sp>
      <p:sp>
        <p:nvSpPr>
          <p:cNvPr id="58" name="fix-simulation-token-1">
            <a:extLst xmlns:a="http://schemas.openxmlformats.org/drawingml/2006/main">
              <a:ext uri="{FF2B5EF4-FFF2-40B4-BE49-F238E27FC236}">
                <a16:creationId xmlns:a16="http://schemas.microsoft.com/office/drawing/2014/main" id="{AC7CAD73-F37B-42DA-8FB9-45C7396C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2971800"/>
            <a:ext cx="123825" cy="142875"/>
          </a:xfrm>
          <a:custGeom xmlns:a="http://schemas.openxmlformats.org/drawingml/2006/main">
            <a:pathLst>
              <a:path w="123825" h="142875">
                <a:moveTo>
                  <a:pt x="0" y="19050"/>
                </a:moveTo>
                <a:lnTo>
                  <a:pt x="123825" y="0"/>
                </a:lnTo>
                <a:lnTo>
                  <a:pt x="123825" y="123825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6C27C"/>
          </a:solidFill>
          <a:ln xmlns:a="http://schemas.openxmlformats.org/drawingml/2006/main" w="7620">
            <a:solidFill>
              <a:srgbClr val="263E60"/>
            </a:solidFill>
            <a:prstDash val="solid"/>
          </a:ln>
        </p:spPr>
      </p:sp>
      <p:sp>
        <p:nvSpPr>
          <p:cNvPr id="59" name="fix-simulation-token-2">
            <a:extLst xmlns:a="http://schemas.openxmlformats.org/drawingml/2006/main">
              <a:ext uri="{FF2B5EF4-FFF2-40B4-BE49-F238E27FC236}">
                <a16:creationId xmlns:a16="http://schemas.microsoft.com/office/drawing/2014/main" id="{96D9C347-8AFB-46DD-BF97-8C0C2355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3152775"/>
            <a:ext cx="123825" cy="142875"/>
          </a:xfrm>
          <a:custGeom xmlns:a="http://schemas.openxmlformats.org/drawingml/2006/main">
            <a:pathLst>
              <a:path w="123825" h="142875">
                <a:moveTo>
                  <a:pt x="0" y="19050"/>
                </a:moveTo>
                <a:lnTo>
                  <a:pt x="123825" y="0"/>
                </a:lnTo>
                <a:lnTo>
                  <a:pt x="123825" y="123825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D4E6EE"/>
          </a:solidFill>
          <a:ln xmlns:a="http://schemas.openxmlformats.org/drawingml/2006/main" w="7620">
            <a:solidFill>
              <a:srgbClr val="263E60"/>
            </a:solidFill>
            <a:prstDash val="solid"/>
          </a:ln>
        </p:spPr>
      </p:sp>
      <p:sp>
        <p:nvSpPr>
          <p:cNvPr id="60" name="fix-simulation-token-main">
            <a:extLst xmlns:a="http://schemas.openxmlformats.org/drawingml/2006/main">
              <a:ext uri="{FF2B5EF4-FFF2-40B4-BE49-F238E27FC236}">
                <a16:creationId xmlns:a16="http://schemas.microsoft.com/office/drawing/2014/main" id="{4066C48C-7FDA-4066-847D-8BC625F4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876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1963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1" name="fix-tests">
            <a:extLst xmlns:a="http://schemas.openxmlformats.org/drawingml/2006/main">
              <a:ext uri="{FF2B5EF4-FFF2-40B4-BE49-F238E27FC236}">
                <a16:creationId xmlns:a16="http://schemas.microsoft.com/office/drawing/2014/main" id="{528E3DE9-9B2A-483E-91E6-1AB9C2D7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4105275"/>
            <a:ext cx="838200" cy="590550"/>
          </a:xfrm>
          <a:custGeom xmlns:a="http://schemas.openxmlformats.org/drawingml/2006/main">
            <a:pathLst>
              <a:path w="838200" h="590550">
                <a:moveTo>
                  <a:pt x="0" y="114300"/>
                </a:moveTo>
                <a:lnTo>
                  <a:pt x="838200" y="0"/>
                </a:lnTo>
                <a:lnTo>
                  <a:pt x="838200" y="590550"/>
                </a:lnTo>
                <a:lnTo>
                  <a:pt x="0" y="495300"/>
                </a:lnTo>
                <a:close/>
              </a:path>
            </a:pathLst>
          </a:custGeom>
          <a:solidFill xmlns:a="http://schemas.openxmlformats.org/drawingml/2006/main">
            <a:srgbClr val="EFF3D9"/>
          </a:solidFill>
          <a:ln xmlns:a="http://schemas.openxmlformats.org/drawingml/2006/main" w="9525">
            <a:solidFill>
              <a:srgbClr val="263E60"/>
            </a:solidFill>
            <a:prstDash val="solid"/>
          </a:ln>
        </p:spPr>
      </p:sp>
      <p:sp>
        <p:nvSpPr>
          <p:cNvPr id="62" name="fix-tests-label">
            <a:extLst xmlns:a="http://schemas.openxmlformats.org/drawingml/2006/main">
              <a:ext uri="{FF2B5EF4-FFF2-40B4-BE49-F238E27FC236}">
                <a16:creationId xmlns:a16="http://schemas.microsoft.com/office/drawing/2014/main" id="{9B0B9FA5-95A7-4918-926F-2AC48AC5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725" y="4229100"/>
            <a:ext cx="581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</a:t>
            </a:r>
          </a:p>
          <a:p xmlns:a="http://schemas.openxmlformats.org/drawingml/2006/main">
            <a: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63" name="fix-tests-token-0">
            <a:extLst xmlns:a="http://schemas.openxmlformats.org/drawingml/2006/main">
              <a:ext uri="{FF2B5EF4-FFF2-40B4-BE49-F238E27FC236}">
                <a16:creationId xmlns:a16="http://schemas.microsoft.com/office/drawing/2014/main" id="{6755C459-85F8-489E-A10E-E0F0DEF4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4133850"/>
            <a:ext cx="123825" cy="142875"/>
          </a:xfrm>
          <a:custGeom xmlns:a="http://schemas.openxmlformats.org/drawingml/2006/main">
            <a:pathLst>
              <a:path w="123825" h="142875">
                <a:moveTo>
                  <a:pt x="0" y="19050"/>
                </a:moveTo>
                <a:lnTo>
                  <a:pt x="123825" y="0"/>
                </a:lnTo>
                <a:lnTo>
                  <a:pt x="123825" y="123825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BA91C0"/>
          </a:solidFill>
          <a:ln xmlns:a="http://schemas.openxmlformats.org/drawingml/2006/main" w="7620">
            <a:solidFill>
              <a:srgbClr val="263E60"/>
            </a:solidFill>
            <a:prstDash val="solid"/>
          </a:ln>
        </p:spPr>
      </p:sp>
      <p:sp>
        <p:nvSpPr>
          <p:cNvPr id="64" name="fix-tests-token-1">
            <a:extLst xmlns:a="http://schemas.openxmlformats.org/drawingml/2006/main">
              <a:ext uri="{FF2B5EF4-FFF2-40B4-BE49-F238E27FC236}">
                <a16:creationId xmlns:a16="http://schemas.microsoft.com/office/drawing/2014/main" id="{14F46E6B-E65C-4A82-8428-48893EC9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4314825"/>
            <a:ext cx="123825" cy="142875"/>
          </a:xfrm>
          <a:custGeom xmlns:a="http://schemas.openxmlformats.org/drawingml/2006/main">
            <a:pathLst>
              <a:path w="123825" h="142875">
                <a:moveTo>
                  <a:pt x="0" y="19050"/>
                </a:moveTo>
                <a:lnTo>
                  <a:pt x="123825" y="0"/>
                </a:lnTo>
                <a:lnTo>
                  <a:pt x="123825" y="123825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D4E6EE"/>
          </a:solidFill>
          <a:ln xmlns:a="http://schemas.openxmlformats.org/drawingml/2006/main" w="7620">
            <a:solidFill>
              <a:srgbClr val="263E60"/>
            </a:solidFill>
            <a:prstDash val="solid"/>
          </a:ln>
        </p:spPr>
      </p:sp>
      <p:sp>
        <p:nvSpPr>
          <p:cNvPr id="65" name="fix-tests-token-2">
            <a:extLst xmlns:a="http://schemas.openxmlformats.org/drawingml/2006/main">
              <a:ext uri="{FF2B5EF4-FFF2-40B4-BE49-F238E27FC236}">
                <a16:creationId xmlns:a16="http://schemas.microsoft.com/office/drawing/2014/main" id="{2A249805-EA90-4330-83BE-84E5C90A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4495800"/>
            <a:ext cx="123825" cy="142875"/>
          </a:xfrm>
          <a:custGeom xmlns:a="http://schemas.openxmlformats.org/drawingml/2006/main">
            <a:pathLst>
              <a:path w="123825" h="142875">
                <a:moveTo>
                  <a:pt x="0" y="19050"/>
                </a:moveTo>
                <a:lnTo>
                  <a:pt x="123825" y="0"/>
                </a:lnTo>
                <a:lnTo>
                  <a:pt x="123825" y="123825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D6312B"/>
          </a:solidFill>
          <a:ln xmlns:a="http://schemas.openxmlformats.org/drawingml/2006/main" w="7620">
            <a:solidFill>
              <a:srgbClr val="263E60"/>
            </a:solidFill>
            <a:prstDash val="solid"/>
          </a:ln>
        </p:spPr>
      </p:sp>
      <p:sp>
        <p:nvSpPr>
          <p:cNvPr id="66" name="fix-sim-return">
            <a:extLst xmlns:a="http://schemas.openxmlformats.org/drawingml/2006/main">
              <a:ext uri="{FF2B5EF4-FFF2-40B4-BE49-F238E27FC236}">
                <a16:creationId xmlns:a16="http://schemas.microsoft.com/office/drawing/2014/main" id="{D9311831-C87F-4B75-A757-5C0A808C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3048000"/>
            <a:ext cx="676275" cy="228600"/>
          </a:xfrm>
          <a:custGeom xmlns:a="http://schemas.openxmlformats.org/drawingml/2006/main">
            <a:pathLst>
              <a:path w="676275" h="228600">
                <a:moveTo>
                  <a:pt x="676275" y="0"/>
                </a:moveTo>
                <a:lnTo>
                  <a:pt x="0" y="0"/>
                </a:ln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08080"/>
            </a:solidFill>
            <a:prstDash val="solid"/>
          </a:ln>
        </p:spPr>
      </p:sp>
      <p:sp>
        <p:nvSpPr>
          <p:cNvPr id="67" name="fix-sim-return-arrow">
            <a:extLst xmlns:a="http://schemas.openxmlformats.org/drawingml/2006/main">
              <a:ext uri="{FF2B5EF4-FFF2-40B4-BE49-F238E27FC236}">
                <a16:creationId xmlns:a16="http://schemas.microsoft.com/office/drawing/2014/main" id="{AB5E3123-4D0B-4F61-9D9D-F1B5CC9E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061" y="3200400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76200"/>
                </a:moveTo>
                <a:lnTo>
                  <a:pt x="0" y="0"/>
                </a:lnTo>
                <a:lnTo>
                  <a:pt x="71628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  <a:prstDash val="solid"/>
          </a:ln>
        </p:spPr>
      </p:sp>
      <p:sp>
        <p:nvSpPr>
          <p:cNvPr id="68" name="fix-tests-return">
            <a:extLst xmlns:a="http://schemas.openxmlformats.org/drawingml/2006/main">
              <a:ext uri="{FF2B5EF4-FFF2-40B4-BE49-F238E27FC236}">
                <a16:creationId xmlns:a16="http://schemas.microsoft.com/office/drawing/2014/main" id="{31B30331-328E-4C82-9A8B-4984629F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181475"/>
            <a:ext cx="676275" cy="219075"/>
          </a:xfrm>
          <a:custGeom xmlns:a="http://schemas.openxmlformats.org/drawingml/2006/main">
            <a:pathLst>
              <a:path w="676275" h="219075">
                <a:moveTo>
                  <a:pt x="676275" y="219075"/>
                </a:moveTo>
                <a:lnTo>
                  <a:pt x="0" y="2190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08080"/>
            </a:solidFill>
            <a:prstDash val="solid"/>
          </a:ln>
        </p:spPr>
      </p:sp>
      <p:sp>
        <p:nvSpPr>
          <p:cNvPr id="69" name="fix-tests-return-arrow">
            <a:extLst xmlns:a="http://schemas.openxmlformats.org/drawingml/2006/main">
              <a:ext uri="{FF2B5EF4-FFF2-40B4-BE49-F238E27FC236}">
                <a16:creationId xmlns:a16="http://schemas.microsoft.com/office/drawing/2014/main" id="{82D3E211-6959-4680-ADFB-635B04F2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061" y="418147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  <a:prstDash val="solid"/>
          </a:ln>
        </p:spPr>
      </p:sp>
      <p:sp>
        <p:nvSpPr>
          <p:cNvPr id="70" name="router-fix-sim">
            <a:extLst xmlns:a="http://schemas.openxmlformats.org/drawingml/2006/main">
              <a:ext uri="{FF2B5EF4-FFF2-40B4-BE49-F238E27FC236}">
                <a16:creationId xmlns:a16="http://schemas.microsoft.com/office/drawing/2014/main" id="{6D40892D-0A85-4097-AF04-0A7A182A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3048000"/>
            <a:ext cx="1933575" cy="457200"/>
          </a:xfrm>
          <a:custGeom xmlns:a="http://schemas.openxmlformats.org/drawingml/2006/main">
            <a:pathLst>
              <a:path w="1933575" h="457200">
                <a:moveTo>
                  <a:pt x="1514475" y="457200"/>
                </a:moveTo>
                <a:lnTo>
                  <a:pt x="1933575" y="457200"/>
                </a:lnTo>
                <a:lnTo>
                  <a:pt x="193357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08080"/>
            </a:solidFill>
            <a:prstDash val="solid"/>
          </a:ln>
        </p:spPr>
      </p:sp>
      <p:sp>
        <p:nvSpPr>
          <p:cNvPr id="71" name="router-fix-sim-arrow">
            <a:extLst xmlns:a="http://schemas.openxmlformats.org/drawingml/2006/main">
              <a:ext uri="{FF2B5EF4-FFF2-40B4-BE49-F238E27FC236}">
                <a16:creationId xmlns:a16="http://schemas.microsoft.com/office/drawing/2014/main" id="{2A9AE059-8D5D-46C0-A375-664287A2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3012186"/>
            <a:ext cx="76200" cy="71628"/>
          </a:xfrm>
          <a:custGeom xmlns:a="http://schemas.openxmlformats.org/drawingml/2006/main">
            <a:pathLst>
              <a:path w="76200" h="71628">
                <a:moveTo>
                  <a:pt x="0" y="35814"/>
                </a:moveTo>
                <a:lnTo>
                  <a:pt x="76200" y="0"/>
                </a:lnTo>
                <a:lnTo>
                  <a:pt x="76200" y="71628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  <a:prstDash val="solid"/>
          </a:ln>
        </p:spPr>
      </p:sp>
      <p:sp>
        <p:nvSpPr>
          <p:cNvPr id="72" name="router-fix-tests">
            <a:extLst xmlns:a="http://schemas.openxmlformats.org/drawingml/2006/main">
              <a:ext uri="{FF2B5EF4-FFF2-40B4-BE49-F238E27FC236}">
                <a16:creationId xmlns:a16="http://schemas.microsoft.com/office/drawing/2014/main" id="{595B529A-2908-4EA2-B25F-E075FE85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3838575"/>
            <a:ext cx="1933575" cy="561975"/>
          </a:xfrm>
          <a:custGeom xmlns:a="http://schemas.openxmlformats.org/drawingml/2006/main">
            <a:pathLst>
              <a:path w="1933575" h="561975">
                <a:moveTo>
                  <a:pt x="1514475" y="0"/>
                </a:moveTo>
                <a:lnTo>
                  <a:pt x="1933575" y="0"/>
                </a:lnTo>
                <a:lnTo>
                  <a:pt x="1933575" y="561975"/>
                </a:ln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08080"/>
            </a:solidFill>
            <a:prstDash val="solid"/>
          </a:ln>
        </p:spPr>
      </p:sp>
      <p:sp>
        <p:nvSpPr>
          <p:cNvPr id="73" name="router-fix-tests-arrow">
            <a:extLst xmlns:a="http://schemas.openxmlformats.org/drawingml/2006/main">
              <a:ext uri="{FF2B5EF4-FFF2-40B4-BE49-F238E27FC236}">
                <a16:creationId xmlns:a16="http://schemas.microsoft.com/office/drawing/2014/main" id="{D13302C8-8070-4996-9DBF-032BEFC7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4364736"/>
            <a:ext cx="76200" cy="71628"/>
          </a:xfrm>
          <a:custGeom xmlns:a="http://schemas.openxmlformats.org/drawingml/2006/main">
            <a:pathLst>
              <a:path w="76200" h="71628">
                <a:moveTo>
                  <a:pt x="0" y="35814"/>
                </a:moveTo>
                <a:lnTo>
                  <a:pt x="76200" y="0"/>
                </a:lnTo>
                <a:lnTo>
                  <a:pt x="76200" y="71628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  <a:prstDash val="solid"/>
          </a:ln>
        </p:spPr>
      </p:sp>
      <p:sp>
        <p:nvSpPr>
          <p:cNvPr id="74" name="router-success">
            <a:extLst xmlns:a="http://schemas.openxmlformats.org/drawingml/2006/main">
              <a:ext uri="{FF2B5EF4-FFF2-40B4-BE49-F238E27FC236}">
                <a16:creationId xmlns:a16="http://schemas.microsoft.com/office/drawing/2014/main" id="{E985D03F-548A-4DDC-9744-C32B2328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676650"/>
            <a:ext cx="1295400" cy="704850"/>
          </a:xfrm>
          <a:custGeom xmlns:a="http://schemas.openxmlformats.org/drawingml/2006/main">
            <a:pathLst>
              <a:path w="1295400" h="704850">
                <a:moveTo>
                  <a:pt x="0" y="0"/>
                </a:moveTo>
                <a:lnTo>
                  <a:pt x="647700" y="0"/>
                </a:lnTo>
                <a:lnTo>
                  <a:pt x="647700" y="704850"/>
                </a:lnTo>
                <a:lnTo>
                  <a:pt x="129540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08080"/>
            </a:solidFill>
            <a:prstDash val="solid"/>
          </a:ln>
        </p:spPr>
      </p:sp>
      <p:sp>
        <p:nvSpPr>
          <p:cNvPr id="75" name="router-success-arrow">
            <a:extLst xmlns:a="http://schemas.openxmlformats.org/drawingml/2006/main">
              <a:ext uri="{FF2B5EF4-FFF2-40B4-BE49-F238E27FC236}">
                <a16:creationId xmlns:a16="http://schemas.microsoft.com/office/drawing/2014/main" id="{ABB5A6A2-01D2-46C6-814F-389B655A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4345686"/>
            <a:ext cx="76200" cy="71628"/>
          </a:xfrm>
          <a:custGeom xmlns:a="http://schemas.openxmlformats.org/drawingml/2006/main">
            <a:pathLst>
              <a:path w="76200" h="71628">
                <a:moveTo>
                  <a:pt x="76200" y="35814"/>
                </a:moveTo>
                <a:lnTo>
                  <a:pt x="0" y="716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  <a:prstDash val="solid"/>
          </a:ln>
        </p:spPr>
      </p:sp>
      <p:sp>
        <p:nvSpPr>
          <p:cNvPr id="76" name="no-error-label">
            <a:extLst xmlns:a="http://schemas.openxmlformats.org/drawingml/2006/main">
              <a:ext uri="{FF2B5EF4-FFF2-40B4-BE49-F238E27FC236}">
                <a16:creationId xmlns:a16="http://schemas.microsoft.com/office/drawing/2014/main" id="{8C6568CF-6619-4164-91BD-4D40863C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3815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error</a:t>
            </a:r>
          </a:p>
        </p:txBody>
      </p:sp>
    </p:spTree>
    <p:extLst>
      <p:ext uri="{BB962C8B-B14F-4D97-AF65-F5344CB8AC3E}">
        <p14:creationId xmlns:p14="http://schemas.microsoft.com/office/powerpoint/2010/main" val="820402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2026-10-09T20:58:49.0820000Z</dcterms:created>
  <dcterms:modified xsi:type="dcterms:W3CDTF">2026-10-09T20:58:49.0820000Z</dcterms:modified>
</coreProperties>
</file>