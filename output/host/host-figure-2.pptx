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43d24ee3a1466e" /><Relationship Type="http://schemas.openxmlformats.org/officeDocument/2006/relationships/extended-properties" Target="/docProps/app.xml" Id="R9c58f662177b4b72" /><Relationship Type="http://schemas.openxmlformats.org/officeDocument/2006/relationships/officeDocument" Target="/ppt/presentation.xml" Id="Rfe74605eb513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b81a272b94b11"/>
  </p:sldMasterIdLst>
  <p:notesMasterIdLst>
    <p:notesMasterId xmlns:r="http://schemas.openxmlformats.org/officeDocument/2006/relationships" r:id="Rdc3e8262f5014315"/>
  </p:notesMasterIdLst>
  <p:sldIdLst>
    <p:sldId xmlns:r="http://schemas.openxmlformats.org/officeDocument/2006/relationships" id="256" r:id="R5f04240c42e6488f"/>
  </p:sldIdLst>
  <p:sldSz cx="12687300" cy="12915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8c1043307415b" /><Relationship Type="http://schemas.openxmlformats.org/officeDocument/2006/relationships/slideMaster" Target="/ppt/slideMasters/slideMaster1.xml" Id="R73bb81a272b94b11" /><Relationship Type="http://schemas.openxmlformats.org/officeDocument/2006/relationships/notesMaster" Target="/ppt/notesMasters/notesMaster1.xml" Id="Rdc3e8262f5014315" /><Relationship Type="http://schemas.openxmlformats.org/officeDocument/2006/relationships/presProps" Target="/ppt/presProps.xml" Id="Rc03982039007445e" /><Relationship Type="http://schemas.openxmlformats.org/officeDocument/2006/relationships/tableStyles" Target="/ppt/tableStyles.xml" Id="R7ab9aad37f134e15" /><Relationship Type="http://schemas.openxmlformats.org/officeDocument/2006/relationships/slide" Target="/ppt/slides/slide1.xml" Id="R5f04240c42e648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2b5acb9fcd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188878698a4282" /><Relationship Type="http://schemas.openxmlformats.org/officeDocument/2006/relationships/notesMaster" Target="/ppt/notesMasters/notesMaster1.xml" Id="R22a24d2f67ae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"Robots Acquire Manipulation Skills in Seconds from a Single Human Video (HOST)",</a:t>
            </a:r>
          </a:p>
          <a:p xmlns:a="http://schemas.openxmlformats.org/drawingml/2006/main">
            <a:r>
              <a:t>  "paper_url": "https://arxiv.org/pdf/2607.20033v4",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"630fa9c51170d37768f35d8febd31f2ae28185865271314c884ab1a5f8f0786b",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76,</a:t>
            </a:r>
          </a:p>
          <a:p xmlns:a="http://schemas.openxmlformats.org/drawingml/2006/main">
            <a:r>
              <a:t>    80,</a:t>
            </a:r>
          </a:p>
          <a:p xmlns:a="http://schemas.openxmlformats.org/drawingml/2006/main">
            <a:r>
              <a:t>    520,</a:t>
            </a:r>
          </a:p>
          <a:p xmlns:a="http://schemas.openxmlformats.org/drawingml/2006/main">
            <a:r>
              <a:t>    532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"195 source clipping groups intersect crop; extracted paths require explicit clipping review",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H",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"unhandled image/shading at seq 0: [305.9432373046875, 233.37844848632812, 514.6152954101562, 327.099609375]; requires reviewed raster region",</a:t>
            </a:r>
          </a:p>
          <a:p xmlns:a="http://schemas.openxmlformats.org/drawingml/2006/main">
            <a:r>
              <a:t>    "unhandled image/shading at seq 2: [96.19853210449219, 420.533935546875, 158.36990356445312, 452.1567687988281]; requires reviewed raster region",</a:t>
            </a:r>
          </a:p>
          <a:p xmlns:a="http://schemas.openxmlformats.org/drawingml/2006/main">
            <a:r>
              <a:t>    "unhandled image/shading at seq 14: [79.9206771850586, 151.5606689453125, 292.1064453125, 270.23590087890625]; requires reviewed raster region",</a:t>
            </a:r>
          </a:p>
          <a:p xmlns:a="http://schemas.openxmlformats.org/drawingml/2006/main">
            <a:r>
              <a:t>    "unhandled image/shading at seq 218: [419.5356750488281, 148.3338623046875, 439.685791015625, 181.10400390625]; requires reviewed raster region",</a:t>
            </a:r>
          </a:p>
          <a:p xmlns:a="http://schemas.openxmlformats.org/drawingml/2006/main">
            <a:r>
              <a:t>    "unhandled image/shading at seq 219: [421.39410400390625, 177.1601104736328, 442.9783935546875, 212.58340454101562]; requires reviewed raster region",</a:t>
            </a:r>
          </a:p>
          <a:p xmlns:a="http://schemas.openxmlformats.org/drawingml/2006/main">
            <a:r>
              <a:t>    "unhandled image/shading at seq 355: [472.163818359375, 151.5606689453125, 516.4080200195312, 210.57559204101562]; requires reviewed raster region",</a:t>
            </a:r>
          </a:p>
          <a:p xmlns:a="http://schemas.openxmlformats.org/drawingml/2006/main">
            <a:r>
              <a:t>    "unhandled image/shading at seq 374: [490.67840576171875, 163.13900756835938, 521.7700805664062, 192.17080688476562]; requires reviewed raster region",</a:t>
            </a:r>
          </a:p>
          <a:p xmlns:a="http://schemas.openxmlformats.org/drawingml/2006/main">
            <a:r>
              <a:t>    "unhandled image/shading at seq 375: [250.22564697265625, 355.9258728027344, 276.255859375, 379.3023681640625]; requires reviewed raster region",</a:t>
            </a:r>
          </a:p>
          <a:p xmlns:a="http://schemas.openxmlformats.org/drawingml/2006/main">
            <a:r>
              <a:t>    "unhandled image/shading at seq 379: [362.8798828125, 484.2074279785156, 396.51123046875, 514.3961181640625]; requires reviewed raster region",</a:t>
            </a:r>
          </a:p>
          <a:p xmlns:a="http://schemas.openxmlformats.org/drawingml/2006/main">
            <a:r>
              <a:t>    "unhandled image/shading at seq 420: [134.92417907714844, 323.8727722167969, 165.6871795654297, 342.6600341796875]; requires reviewed raster region",</a:t>
            </a:r>
          </a:p>
          <a:p xmlns:a="http://schemas.openxmlformats.org/drawingml/2006/main">
            <a:r>
              <a:t>    "unhandled image/shading at seq 443: [430.5010986328125, 413.79345703125, 501.8511657714844, 465.4942626953125]; requires reviewed raster region",</a:t>
            </a:r>
          </a:p>
          <a:p xmlns:a="http://schemas.openxmlformats.org/drawingml/2006/main">
            <a:r>
              <a:t>    "unhandled image/shading at seq 444: [430.5010986328125, 465.49188232421875, 501.77947998046875, 517.1926879882812]; requires reviewed raster region",</a:t>
            </a:r>
          </a:p>
          <a:p xmlns:a="http://schemas.openxmlformats.org/drawingml/2006/main">
            <a:r>
              <a:t>    "unhandled image/shading at seq 465: [258.3287353515625, 279.91632080078125, 290.5259094238281, 308.0255126953125]; requires reviewed raster region",</a:t>
            </a:r>
          </a:p>
          <a:p xmlns:a="http://schemas.openxmlformats.org/drawingml/2006/main">
            <a:r>
              <a:t>    "unhandled image/shading at seq 467: [225.56385803222656, 279.91632080078125, 257.7610168457031, 308.0255126953125]; requires reviewed raster region",</a:t>
            </a:r>
          </a:p>
          <a:p xmlns:a="http://schemas.openxmlformats.org/drawingml/2006/main">
            <a:r>
              <a:t>    "unhandled image/shading at seq 469: [127.10494232177734, 279.91632080078125, 159.30210876464844, 308.0255126953125]; requires reviewed raster region",</a:t>
            </a:r>
          </a:p>
          <a:p xmlns:a="http://schemas.openxmlformats.org/drawingml/2006/main">
            <a:r>
              <a:t>    "unhandled image/shading at seq 471: [94.3341064453125, 279.91632080078125, 126.53128051757812, 308.0255126953125]; requires reviewed raster region",</a:t>
            </a:r>
          </a:p>
          <a:p xmlns:a="http://schemas.openxmlformats.org/drawingml/2006/main">
            <a:r>
              <a:t>    "unhandled image/shading at seq 473: [159.95046997070312, 279.91632080078125, 192.14764404296875, 308.0255126953125]; requires reviewed raster region",</a:t>
            </a:r>
          </a:p>
          <a:p xmlns:a="http://schemas.openxmlformats.org/drawingml/2006/main">
            <a:r>
              <a:t>    "unhandled image/shading at seq 475: [192.7213134765625, 279.91632080078125, 224.91848754882812, 308.0255126953125]; requires reviewed raster region",</a:t>
            </a:r>
          </a:p>
          <a:p xmlns:a="http://schemas.openxmlformats.org/drawingml/2006/main">
            <a:r>
              <a:t>    "unhandled image/shading at seq 484: [191.573974609375, 116.13738250732422, 222.05014038085938, 140.51779174804688]; requires reviewed raster region",</a:t>
            </a:r>
          </a:p>
          <a:p xmlns:a="http://schemas.openxmlformats.org/drawingml/2006/main">
            <a:r>
              <a:t>    "unhandled image/shading at seq 485: [130.90550231933594, 116.13738250732422, 161.3816680908203, 140.51779174804688]; requires reviewed raster region",</a:t>
            </a:r>
          </a:p>
          <a:p xmlns:a="http://schemas.openxmlformats.org/drawingml/2006/main">
            <a:r>
              <a:t>    "unhandled image/shading at seq 486: [85.94419860839844, 116.13738250732422, 130.97720336914062, 140.51779174804688]; requires reviewed raster region",</a:t>
            </a:r>
          </a:p>
          <a:p xmlns:a="http://schemas.openxmlformats.org/drawingml/2006/main">
            <a:r>
              <a:t>    "unhandled image/shading at seq 487: [161.24124145507812, 116.13738250732422, 191.7174072265625, 140.51779174804688]; requires reviewed raster region",</a:t>
            </a:r>
          </a:p>
          <a:p xmlns:a="http://schemas.openxmlformats.org/drawingml/2006/main">
            <a:r>
              <a:t>    "unhandled image/shading at seq 488: [252.23348999023438, 116.13738250732422, 282.7813720703125, 140.51779174804688]; requires reviewed raster region",</a:t>
            </a:r>
          </a:p>
          <a:p xmlns:a="http://schemas.openxmlformats.org/drawingml/2006/main">
            <a:r>
              <a:t>    "unhandled image/shading at seq 489: [221.90672302246094, 116.13738250732422, 252.3828887939453, 140.51779174804688]; requires reviewed raster region",</a:t>
            </a:r>
          </a:p>
          <a:p xmlns:a="http://schemas.openxmlformats.org/drawingml/2006/main">
            <a:r>
              <a:t>    "unhandled image/shading at seq 511: [111.18563842773438, 101.15057373046875, 121.15313720703125, 115.85052490234375]; requires reviewed raster region",</a:t>
            </a:r>
          </a:p>
          <a:p xmlns:a="http://schemas.openxmlformats.org/drawingml/2006/main">
            <a:r>
              <a:t>    "unhandled image/shading at seq 512: [112.69151306152344, 103.5169448852539, 124.73856353759766, 119.9378662109375]; requires reviewed raster region",</a:t>
            </a:r>
          </a:p>
          <a:p xmlns:a="http://schemas.openxmlformats.org/drawingml/2006/main">
            <a:r>
              <a:t>    "unhandled image/shading at seq 516: [141.37794494628906, 101.65254974365234, 153.13815307617188, 112.05007934570312]; requires reviewed raster region",</a:t>
            </a:r>
          </a:p>
          <a:p xmlns:a="http://schemas.openxmlformats.org/drawingml/2006/main">
            <a:r>
              <a:t>    "unhandled image/shading at seq 517: [139.01156616210938, 106.24179077148438, 149.76785278320312, 115.99395751953125]; requires reviewed raster region",</a:t>
            </a:r>
          </a:p>
          <a:p xmlns:a="http://schemas.openxmlformats.org/drawingml/2006/main">
            <a:r>
              <a:t>    "unhandled image/shading at seq 519: [173.50341796875, 103.80375671386719, 185.12020874023438, 113.62762451171875]; requires reviewed raster region",</a:t>
            </a:r>
          </a:p>
          <a:p xmlns:a="http://schemas.openxmlformats.org/drawingml/2006/main">
            <a:r>
              <a:t>    "unhandled image/shading at seq 520: [174.57904052734375, 106.60033416748047, 188.63392639160156, 117.21298217773438]; requires reviewed raster region",</a:t>
            </a:r>
          </a:p>
          <a:p xmlns:a="http://schemas.openxmlformats.org/drawingml/2006/main">
            <a:r>
              <a:t>    "unhandled image/shading at seq 522: [206.63278198242188, 106.81544494628906, 219.68374633789062, 116.9261474609375]; requires reviewed raster region",</a:t>
            </a:r>
          </a:p>
          <a:p xmlns:a="http://schemas.openxmlformats.org/drawingml/2006/main">
            <a:r>
              <a:t>    "unhandled image/shading at seq 524: [233.45181274414062, 100.21839141845703, 246.50277709960938, 114.057861328125]; requires reviewed raster region",</a:t>
            </a:r>
          </a:p>
          <a:p xmlns:a="http://schemas.openxmlformats.org/drawingml/2006/main">
            <a:r>
              <a:t>    "unhandled image/shading at seq 525: [234.81427001953125, 104.7359390258789, 249.0125732421875, 119.72271728515625]; requires reviewed raster region",</a:t>
            </a:r>
          </a:p>
          <a:p xmlns:a="http://schemas.openxmlformats.org/drawingml/2006/main">
            <a:r>
              <a:t>    "unhandled image/shading at seq 527: [260.04974365234375, 100.00325012207031, 272.3119201660156, 110.83102416992188]; requires reviewed raster region",</a:t>
            </a:r>
          </a:p>
          <a:p xmlns:a="http://schemas.openxmlformats.org/drawingml/2006/main">
            <a:r>
              <a:t>    "unhandled image/shading at seq 528: [260.98193359375, 106.60032653808594, 272.1684875488281, 116.71102905273438]; requires reviewed raster region",</a:t>
            </a:r>
          </a:p>
          <a:p xmlns:a="http://schemas.openxmlformats.org/drawingml/2006/main">
            <a:r>
              <a:t>    "unhandled image/shading at seq 530: [203.76443481445312, 100.29012298583984, 216.88711547851562, 110.18569946289062]; requires reviewed raster region",</a:t>
            </a:r>
          </a:p>
          <a:p xmlns:a="http://schemas.openxmlformats.org/drawingml/2006/main">
            <a:r>
              <a:t>    "unhandled image/shading at seq 535: [213.37339782714844, 353.6312561035156, 236.82211303710938, 378.01165771484375]; requires reviewed raster region",</a:t>
            </a:r>
          </a:p>
          <a:p xmlns:a="http://schemas.openxmlformats.org/drawingml/2006/main">
            <a:r>
              <a:t>    "unhandled image/shading at seq 536: [205.4137420654297, 353.6312561035156, 228.86245727539062, 378.01165771484375]; requires reviewed raster region",</a:t>
            </a:r>
          </a:p>
          <a:p xmlns:a="http://schemas.openxmlformats.org/drawingml/2006/main">
            <a:r>
              <a:t>    "unhandled image/shading at seq 537: [197.3823699951172, 353.6312561035156, 220.83108520507812, 378.01165771484375]; requires reviewed raster region",</a:t>
            </a:r>
          </a:p>
          <a:p xmlns:a="http://schemas.openxmlformats.org/drawingml/2006/main">
            <a:r>
              <a:t>    "unhandled image/shading at seq 538: [189.4227294921875, 353.6312561035156, 212.87144470214844, 378.01165771484375]; requires reviewed raster region",</a:t>
            </a:r>
          </a:p>
          <a:p xmlns:a="http://schemas.openxmlformats.org/drawingml/2006/main">
            <a:r>
              <a:t>    "unhandled image/shading at seq 539: [181.391357421875, 353.6312561035156, 204.84007263183594, 378.01165771484375]; requires reviewed raster region",</a:t>
            </a:r>
          </a:p>
          <a:p xmlns:a="http://schemas.openxmlformats.org/drawingml/2006/main">
            <a:r>
              <a:t>    "unhandled image/shading at seq 540: [358.6490783691406, 104.16230773925781, 393.3560485839844, 125.38760375976562]; requires reviewed raster region",</a:t>
            </a:r>
          </a:p>
          <a:p xmlns:a="http://schemas.openxmlformats.org/drawingml/2006/main">
            <a:r>
              <a:t>    "unhandled image/shading at seq 563: [254.0321807861328, 495.03521728515625, 267.2265625, 509.8785705566406]; requires reviewed raster region",</a:t>
            </a:r>
          </a:p>
          <a:p xmlns:a="http://schemas.openxmlformats.org/drawingml/2006/main">
            <a:r>
              <a:t>    "unhandled image/shading at seq 564: [246.00082397460938, 495.03521728515625, 259.26690673828125, 509.8785705566406]; requires reviewed raster region",</a:t>
            </a:r>
          </a:p>
          <a:p xmlns:a="http://schemas.openxmlformats.org/drawingml/2006/main">
            <a:r>
              <a:t>    "unhandled image/shading at seq 565: [237.96945190429688, 495.03521728515625, 251.2355499267578, 509.8785705566406]; requires reviewed raster region",</a:t>
            </a:r>
          </a:p>
          <a:p xmlns:a="http://schemas.openxmlformats.org/drawingml/2006/main">
            <a:r>
              <a:t>    "unhandled image/shading at seq 566: [229.93809509277344, 495.03521728515625, 243.20419311523438, 509.8785705566406]; requires reviewed raster region",</a:t>
            </a:r>
          </a:p>
          <a:p xmlns:a="http://schemas.openxmlformats.org/drawingml/2006/main">
            <a:r>
              <a:t>    "unhandled image/shading at seq 568: [230.00381469726562, 485.2113342285156, 269.44354248046875, 499.76788330078125]; requires reviewed raster region",</a:t>
            </a:r>
          </a:p>
          <a:p xmlns:a="http://schemas.openxmlformats.org/drawingml/2006/main">
            <a:r>
              <a:t>    "unhandled image/shading at seq 570: [314.1240234375, 486.5020751953125, 337.6444396972656, 510.23712158203125]; requires reviewed raster region",</a:t>
            </a:r>
          </a:p>
          <a:p xmlns:a="http://schemas.openxmlformats.org/drawingml/2006/main">
            <a:r>
              <a:t>    "unhandled image/shading at seq 571: [306.80377197265625, 486.5020751953125, 330.25250244140625, 510.23712158203125]; requires reviewed raster region",</a:t>
            </a:r>
          </a:p>
          <a:p xmlns:a="http://schemas.openxmlformats.org/drawingml/2006/main">
            <a:r>
              <a:t>    "unhandled image/shading at seq 572: [299.4237365722656, 486.5020751953125, 322.94415283203125, 510.23712158203125]; requires reviewed raster region",</a:t>
            </a:r>
          </a:p>
          <a:p xmlns:a="http://schemas.openxmlformats.org/drawingml/2006/main">
            <a:r>
              <a:t>    "unhandled image/shading at seq 573: [292.1094665527344, 486.5020751953125, 315.5581970214844, 510.23712158203125]; requires reviewed raster region",</a:t>
            </a:r>
          </a:p>
          <a:p xmlns:a="http://schemas.openxmlformats.org/drawingml/2006/main">
            <a:r>
              <a:t>    "unhandled image/shading at seq 574: [208.49720764160156, 320.0722961425781, 231.9459228515625, 344.45269775390625]; requires reviewed raster region",</a:t>
            </a:r>
          </a:p>
          <a:p xmlns:a="http://schemas.openxmlformats.org/drawingml/2006/main">
            <a:r>
              <a:t>    "unhandled image/shading at seq 575: [194.72915649414062, 320.0722961425781, 218.2495880126953, 344.45269775390625]; requires reviewed raster region",</a:t>
            </a:r>
          </a:p>
          <a:p xmlns:a="http://schemas.openxmlformats.org/drawingml/2006/main">
            <a:r>
              <a:t>    "unhandled image/shading at seq 576: [180.96109008789062, 320.2157287597656, 204.4815216064453, 344.59613037109375]; requires reviewed raster region",</a:t>
            </a:r>
          </a:p>
          <a:p xmlns:a="http://schemas.openxmlformats.org/drawingml/2006/main">
            <a:r>
              <a:t>    "unhandled image/shading at seq 577: [432.5806579589844, 102.4413070678711, 456.0293884277344, 126.82171630859375]; requires reviewed raster region",</a:t>
            </a:r>
          </a:p>
          <a:p xmlns:a="http://schemas.openxmlformats.org/drawingml/2006/main">
            <a:r>
              <a:t>    "unhandled image/shading at seq 578: [418.8125915527344, 102.4413070678711, 442.2613220214844, 126.82171630859375]; requires reviewed raster region",</a:t>
            </a:r>
          </a:p>
          <a:p xmlns:a="http://schemas.openxmlformats.org/drawingml/2006/main">
            <a:r>
              <a:t>    "unhandled image/shading at seq 579: [405.0445556640625, 102.58470916748047, 428.4932861328125, 126.96511840820312]; requires reviewed raster region",</a:t>
            </a:r>
          </a:p>
          <a:p xmlns:a="http://schemas.openxmlformats.org/drawingml/2006/main">
            <a:r>
              <a:t>    "unhandled image/shading at seq 580: [393.14093017578125, 161.31283569335938, 411.4266357421875, 187.62933349609375]; requires reviewed raster region",</a:t>
            </a:r>
          </a:p>
          <a:p xmlns:a="http://schemas.openxmlformats.org/drawingml/2006/main">
            <a:r>
              <a:t>    "unhandled image/shading at seq 581: [388.1272888183594, 165.90206909179688, 406.4129943847656, 192.21856689453125]; requires reviewed raster region",</a:t>
            </a:r>
          </a:p>
          <a:p xmlns:a="http://schemas.openxmlformats.org/drawingml/2006/main">
            <a:r>
              <a:t>    "unhandled image/shading at seq 582: [383.0299987792969, 170.49131774902344, 401.38739013671875, 196.73611450195312]; requires reviewed raster region",</a:t>
            </a:r>
          </a:p>
          <a:p xmlns:a="http://schemas.openxmlformats.org/drawingml/2006/main">
            <a:r>
              <a:t>    "unhandled image/shading at seq 583: [378.0104064941406, 175.00888061523438, 396.2961120605469, 201.32537841796875]; requires reviewed raster region",</a:t>
            </a:r>
          </a:p>
          <a:p xmlns:a="http://schemas.openxmlformats.org/drawingml/2006/main">
            <a:r>
              <a:t>    "unhandled image/shading at seq 584: [372.99078369140625, 179.59814453125, 391.2764892578125, 205.91464233398438]; requires reviewed raster region",</a:t>
            </a:r>
          </a:p>
          <a:p xmlns:a="http://schemas.openxmlformats.org/drawingml/2006/main">
            <a:r>
              <a:t>    "unhandled image/shading at seq 585: [367.9771728515625, 184.18739318847656, 386.26287841796875, 210.43218994140625]; requires reviewed raster region",</a:t>
            </a:r>
          </a:p>
          <a:p xmlns:a="http://schemas.openxmlformats.org/drawingml/2006/main">
            <a:r>
              <a:t>    "unhandled image/shading at seq 589: [371.4132080078125, 157.29722595214844, 412.86077880859375, 194.6566162109375]; requires reviewed raster region",</a:t>
            </a:r>
          </a:p>
          <a:p xmlns:a="http://schemas.openxmlformats.org/drawingml/2006/main">
            <a:r>
              <a:t>    "unhandled image/shading at seq 592: [154.07037353515625, 364.1721496582031, 167.5515899658203, 379.23065185546875]; requires reviewed raster region",</a:t>
            </a:r>
          </a:p>
          <a:p xmlns:a="http://schemas.openxmlformats.org/drawingml/2006/main">
            <a:r>
              <a:t>    "unhandled image/shading at seq 593: [146.32583618164062, 364.1721496582031, 159.8070526123047, 379.23065185546875]; requires reviewed raster region",</a:t>
            </a:r>
          </a:p>
          <a:p xmlns:a="http://schemas.openxmlformats.org/drawingml/2006/main">
            <a:r>
              <a:t>    "unhandled image/shading at seq 594: [138.581298828125, 364.1721496582031, 152.06251525878906, 379.23065185546875]; requires reviewed raster region",</a:t>
            </a:r>
          </a:p>
          <a:p xmlns:a="http://schemas.openxmlformats.org/drawingml/2006/main">
            <a:r>
              <a:t>    "unhandled image/shading at seq 595: [130.83380126953125, 364.1721496582031, 144.24331665039062, 379.23065185546875]; requires reviewed raster region",</a:t>
            </a:r>
          </a:p>
          <a:p xmlns:a="http://schemas.openxmlformats.org/drawingml/2006/main">
            <a:r>
              <a:t>    "unhandled image/shading at seq 597: [129.90158081054688, 353.4161071777344, 170.13011169433594, 368.25946044921875];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"Source image/shading warnings resolved by isolated source SVG inserts preserving alpha, clip and paint order. Source pixels and final reconstruction preview inspected side by side; original native paths retained. Rotated ordinary labels restored as single native text boxes. Source clipping is preserved for images; crop-crossing background paths omitted. PowerPoint dash length/cap rendering uses closest native preset."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e70477aef45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e9f484ed44f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7faeae79849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385b0380c4f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4f73a72c148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3ed48d4b147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06E607-4A46-49E9-9616-53C51E6DB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8730" y="4879340"/>
            <a:ext cx="10149840" cy="1865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32499-9313-4622-826C-993DC4FEA3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03095" y="7103745"/>
            <a:ext cx="8881110" cy="14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566838-0EC1-4012-84A8-46D5E167B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8730" y="5381625"/>
            <a:ext cx="1014984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6DA94B-E8D7-41C4-858A-0A5563B90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661" y="1004570"/>
            <a:ext cx="11259979" cy="157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27E2C2-3E0E-4D40-A20A-03928E4B7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661" y="3587750"/>
            <a:ext cx="11259979" cy="803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88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1pPr>
            <a:lvl2pPr marL="55506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2pPr>
            <a:lvl3pPr marL="87225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3pPr>
            <a:lvl4pPr marL="118943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4pPr>
            <a:lvl5pPr marL="150661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5pPr>
            <a:lvl6pPr marL="182379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6pPr>
            <a:lvl7pPr marL="214098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7pPr>
            <a:lvl8pPr marL="245816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8pPr>
            <a:lvl9pPr marL="277534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817F30-772A-4360-B538-AAA0557165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661" y="1004570"/>
            <a:ext cx="11259979" cy="157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66F128-07D8-402A-A264-5D7B8B5816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661" y="3587750"/>
            <a:ext cx="5233511" cy="803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88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1pPr>
            <a:lvl2pPr marL="55506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2pPr>
            <a:lvl3pPr marL="87225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3pPr>
            <a:lvl4pPr marL="118943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4pPr>
            <a:lvl5pPr marL="150661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5pPr>
            <a:lvl6pPr marL="182379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6pPr>
            <a:lvl7pPr marL="214098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7pPr>
            <a:lvl8pPr marL="245816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8pPr>
            <a:lvl9pPr marL="277534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857AA4-D573-4F8A-B556-D8EE4B69FD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40128" y="3587750"/>
            <a:ext cx="5233511" cy="803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88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1pPr>
            <a:lvl2pPr marL="55506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2pPr>
            <a:lvl3pPr marL="87225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3pPr>
            <a:lvl4pPr marL="118943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4pPr>
            <a:lvl5pPr marL="150661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5pPr>
            <a:lvl6pPr marL="182379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6pPr>
            <a:lvl7pPr marL="214098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7pPr>
            <a:lvl8pPr marL="245816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8pPr>
            <a:lvl9pPr marL="277534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218B25-58F1-491B-9ACA-42F65CF8D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661" y="1004570"/>
            <a:ext cx="11259979" cy="157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BF626E-1A29-49F2-95A7-F463798C6F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661" y="3587750"/>
            <a:ext cx="5233511" cy="803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88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1pPr>
            <a:lvl2pPr marL="55506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2pPr>
            <a:lvl3pPr marL="87225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3pPr>
            <a:lvl4pPr marL="118943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4pPr>
            <a:lvl5pPr marL="150661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5pPr>
            <a:lvl6pPr marL="1823799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6pPr>
            <a:lvl7pPr marL="2140982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7pPr>
            <a:lvl8pPr marL="2458164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8pPr>
            <a:lvl9pPr marL="2775347" indent="-237887">
              <a:lnSpc>
                <a:spcPct val="110000"/>
              </a:lnSpc>
              <a:spcBef>
                <a:spcPts val="0"/>
              </a:spcBef>
              <a:spcAft>
                <a:spcPts val="124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ef8dcbeb634f43" /><Relationship Type="http://schemas.openxmlformats.org/officeDocument/2006/relationships/slideLayout" Target="/ppt/slideLayouts/slideLayout1.xml" Id="R3737906c78684d9b" /><Relationship Type="http://schemas.openxmlformats.org/officeDocument/2006/relationships/slideLayout" Target="/ppt/slideLayouts/slideLayout2.xml" Id="R4006a2f145e04c9f" /><Relationship Type="http://schemas.openxmlformats.org/officeDocument/2006/relationships/slideLayout" Target="/ppt/slideLayouts/slideLayout3.xml" Id="R697afdd8df874ec6" /><Relationship Type="http://schemas.openxmlformats.org/officeDocument/2006/relationships/slideLayout" Target="/ppt/slideLayouts/slideLayout4.xml" Id="R33469b017a2a40bc" /><Relationship Type="http://schemas.openxmlformats.org/officeDocument/2006/relationships/slideLayout" Target="/ppt/slideLayouts/slideLayout5.xml" Id="R48d82aed02c547c7" /><Relationship Type="http://schemas.openxmlformats.org/officeDocument/2006/relationships/slideLayout" Target="/ppt/slideLayouts/slideLayout6.xml" Id="R07ab93271e8f42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7906c78684d9b"/>
    <p:sldLayoutId xmlns:r="http://schemas.openxmlformats.org/officeDocument/2006/relationships" id="2147483650" r:id="R4006a2f145e04c9f"/>
    <p:sldLayoutId xmlns:r="http://schemas.openxmlformats.org/officeDocument/2006/relationships" id="2147483651" r:id="R697afdd8df874ec6"/>
    <p:sldLayoutId xmlns:r="http://schemas.openxmlformats.org/officeDocument/2006/relationships" id="2147483652" r:id="R33469b017a2a40bc"/>
    <p:sldLayoutId xmlns:r="http://schemas.openxmlformats.org/officeDocument/2006/relationships" id="2147483653" r:id="R48d82aed02c547c7"/>
    <p:sldLayoutId xmlns:r="http://schemas.openxmlformats.org/officeDocument/2006/relationships" id="2147483654" r:id="R07ab93271e8f42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a0d5723cb4e67" /><Relationship Type="http://schemas.openxmlformats.org/officeDocument/2006/relationships/image" Target="/ppt/media/image.png" Id="Ra9231387c28b4a92" /><Relationship Type="http://schemas.openxmlformats.org/officeDocument/2006/relationships/image" Target="/ppt/media/image2.png" Id="R8d101f59e636463b" /><Relationship Type="http://schemas.openxmlformats.org/officeDocument/2006/relationships/image" Target="/ppt/media/image3.png" Id="Rca07a3c553384b4e" /><Relationship Type="http://schemas.openxmlformats.org/officeDocument/2006/relationships/image" Target="/ppt/media/image4.png" Id="R2be96e69a94f44b8" /><Relationship Type="http://schemas.openxmlformats.org/officeDocument/2006/relationships/image" Target="/ppt/media/image5.png" Id="Rf93f0cb567e5434b" /><Relationship Type="http://schemas.openxmlformats.org/officeDocument/2006/relationships/image" Target="/ppt/media/image6.png" Id="Rad9c8c29f2964ce0" /><Relationship Type="http://schemas.openxmlformats.org/officeDocument/2006/relationships/image" Target="/ppt/media/image7.png" Id="Ra3f6796cbe54421a" /><Relationship Type="http://schemas.openxmlformats.org/officeDocument/2006/relationships/image" Target="/ppt/media/image8.png" Id="R3c6df886d51f4bcb" /><Relationship Type="http://schemas.openxmlformats.org/officeDocument/2006/relationships/image" Target="/ppt/media/image9.png" Id="R96322111fd494335" /><Relationship Type="http://schemas.openxmlformats.org/officeDocument/2006/relationships/image" Target="/ppt/media/image10.png" Id="R03d45275184b411c" /><Relationship Type="http://schemas.openxmlformats.org/officeDocument/2006/relationships/image" Target="/ppt/media/image11.png" Id="R0ff7ed98dcbb444d" /><Relationship Type="http://schemas.openxmlformats.org/officeDocument/2006/relationships/image" Target="/ppt/media/image12.png" Id="R6329a0e8ea904139" /><Relationship Type="http://schemas.openxmlformats.org/officeDocument/2006/relationships/image" Target="/ppt/media/image13.png" Id="R1a1f1483d4774ea9" /><Relationship Type="http://schemas.openxmlformats.org/officeDocument/2006/relationships/image" Target="/ppt/media/image14.png" Id="R47402670ce9d43b6" /><Relationship Type="http://schemas.openxmlformats.org/officeDocument/2006/relationships/image" Target="/ppt/media/image15.png" Id="R17fc2c60e48541e6" /><Relationship Type="http://schemas.openxmlformats.org/officeDocument/2006/relationships/image" Target="/ppt/media/image16.png" Id="R79b0431daad746e5" /><Relationship Type="http://schemas.openxmlformats.org/officeDocument/2006/relationships/image" Target="/ppt/media/image17.png" Id="R3ff4880f6b5b4989" /><Relationship Type="http://schemas.openxmlformats.org/officeDocument/2006/relationships/image" Target="/ppt/media/image18.png" Id="Rf1683fa032a3497f" /><Relationship Type="http://schemas.openxmlformats.org/officeDocument/2006/relationships/image" Target="/ppt/media/image19.png" Id="R24ffc23ef03e4475" /><Relationship Type="http://schemas.openxmlformats.org/officeDocument/2006/relationships/image" Target="/ppt/media/image20.png" Id="Rbe309aeba6d64b90" /><Relationship Type="http://schemas.openxmlformats.org/officeDocument/2006/relationships/image" Target="/ppt/media/image21.png" Id="Ra5bf1813dc4d4e59" /><Relationship Type="http://schemas.openxmlformats.org/officeDocument/2006/relationships/image" Target="/ppt/media/image22.png" Id="R5d6bb0e0229e4588" /><Relationship Type="http://schemas.openxmlformats.org/officeDocument/2006/relationships/image" Target="/ppt/media/image23.png" Id="R63af93ce9e7b4211" /><Relationship Type="http://schemas.openxmlformats.org/officeDocument/2006/relationships/image" Target="/ppt/media/image24.png" Id="R986b0d5e7f574207" /><Relationship Type="http://schemas.openxmlformats.org/officeDocument/2006/relationships/image" Target="/ppt/media/image25.png" Id="R2d830e758711424b" /><Relationship Type="http://schemas.openxmlformats.org/officeDocument/2006/relationships/image" Target="/ppt/media/image26.png" Id="R1c7bb1846f684eaf" /><Relationship Type="http://schemas.openxmlformats.org/officeDocument/2006/relationships/image" Target="/ppt/media/image27.png" Id="Red1b52860f3c4d04" /><Relationship Type="http://schemas.openxmlformats.org/officeDocument/2006/relationships/image" Target="/ppt/media/image28.png" Id="R779ec5918d0f48c5" /><Relationship Type="http://schemas.openxmlformats.org/officeDocument/2006/relationships/image" Target="/ppt/media/image29.png" Id="Reb6984fd1bff43de" /><Relationship Type="http://schemas.openxmlformats.org/officeDocument/2006/relationships/image" Target="/ppt/media/image30.png" Id="Re784006d4ba84941" /><Relationship Type="http://schemas.openxmlformats.org/officeDocument/2006/relationships/image" Target="/ppt/media/image31.png" Id="Rd6aa6b1d747e48fc" /><Relationship Type="http://schemas.openxmlformats.org/officeDocument/2006/relationships/image" Target="/ppt/media/image32.png" Id="R21632b55e9984657" /><Relationship Type="http://schemas.openxmlformats.org/officeDocument/2006/relationships/image" Target="/ppt/media/image33.png" Id="Rd43cba2bb0cb4b1f" /><Relationship Type="http://schemas.openxmlformats.org/officeDocument/2006/relationships/image" Target="/ppt/media/image34.png" Id="Rae68639be0a84b4d" /><Relationship Type="http://schemas.openxmlformats.org/officeDocument/2006/relationships/image" Target="/ppt/media/image35.png" Id="R36cb1037d9914d9b" /><Relationship Type="http://schemas.openxmlformats.org/officeDocument/2006/relationships/image" Target="/ppt/media/image36.png" Id="Rb677fee32d52487c" /><Relationship Type="http://schemas.openxmlformats.org/officeDocument/2006/relationships/image" Target="/ppt/media/image37.png" Id="R2ddd1ef7a5504e82" /><Relationship Type="http://schemas.openxmlformats.org/officeDocument/2006/relationships/image" Target="/ppt/media/image38.png" Id="R436e6a7bab014407" /><Relationship Type="http://schemas.openxmlformats.org/officeDocument/2006/relationships/image" Target="/ppt/media/image39.png" Id="R4e150689bcba4a4a" /><Relationship Type="http://schemas.openxmlformats.org/officeDocument/2006/relationships/image" Target="/ppt/media/image40.png" Id="Rb86c0f6fadbb4137" /><Relationship Type="http://schemas.openxmlformats.org/officeDocument/2006/relationships/image" Target="/ppt/media/image41.png" Id="R516a2ba382f24040" /><Relationship Type="http://schemas.openxmlformats.org/officeDocument/2006/relationships/image" Target="/ppt/media/image42.png" Id="R63e57892db5b4215" /><Relationship Type="http://schemas.openxmlformats.org/officeDocument/2006/relationships/image" Target="/ppt/media/image43.png" Id="R5b2ca49f886c4edb" /><Relationship Type="http://schemas.openxmlformats.org/officeDocument/2006/relationships/image" Target="/ppt/media/image44.png" Id="R240e5c1fff4c4dfe" /><Relationship Type="http://schemas.openxmlformats.org/officeDocument/2006/relationships/image" Target="/ppt/media/image45.png" Id="R0ccfc5bbdc024edb" /><Relationship Type="http://schemas.openxmlformats.org/officeDocument/2006/relationships/image" Target="/ppt/media/image46.png" Id="Rd061458502f4421b" /><Relationship Type="http://schemas.openxmlformats.org/officeDocument/2006/relationships/image" Target="/ppt/media/image47.png" Id="R96f95efcb0c441b6" /><Relationship Type="http://schemas.openxmlformats.org/officeDocument/2006/relationships/image" Target="/ppt/media/image48.png" Id="R08563a15f9d14e33" /><Relationship Type="http://schemas.openxmlformats.org/officeDocument/2006/relationships/image" Target="/ppt/media/image49.png" Id="R5434379a59a94f5f" /><Relationship Type="http://schemas.openxmlformats.org/officeDocument/2006/relationships/image" Target="/ppt/media/image50.png" Id="R09c09ee4c50f4d58" /><Relationship Type="http://schemas.openxmlformats.org/officeDocument/2006/relationships/image" Target="/ppt/media/image51.png" Id="Rceb8c0e2a27c4b47" /><Relationship Type="http://schemas.openxmlformats.org/officeDocument/2006/relationships/image" Target="/ppt/media/image52.png" Id="R9741f39b06dd41fc" /><Relationship Type="http://schemas.openxmlformats.org/officeDocument/2006/relationships/image" Target="/ppt/media/image53.png" Id="R6dd565907fc24877" /><Relationship Type="http://schemas.openxmlformats.org/officeDocument/2006/relationships/image" Target="/ppt/media/image54.png" Id="R3c7ff7557c474bd9" /><Relationship Type="http://schemas.openxmlformats.org/officeDocument/2006/relationships/image" Target="/ppt/media/image55.png" Id="Rc12259b3cca8458c" /><Relationship Type="http://schemas.openxmlformats.org/officeDocument/2006/relationships/image" Target="/ppt/media/image56.png" Id="R92ebab11cd2541eb" /><Relationship Type="http://schemas.openxmlformats.org/officeDocument/2006/relationships/image" Target="/ppt/media/image57.png" Id="R1287983d3768487b" /><Relationship Type="http://schemas.openxmlformats.org/officeDocument/2006/relationships/image" Target="/ppt/media/image58.png" Id="R852a3d5e86c04e67" /><Relationship Type="http://schemas.openxmlformats.org/officeDocument/2006/relationships/image" Target="/ppt/media/image59.png" Id="R44231c03c53a4f06" /><Relationship Type="http://schemas.openxmlformats.org/officeDocument/2006/relationships/image" Target="/ppt/media/image60.png" Id="R3bf800e42823472d" /><Relationship Type="http://schemas.openxmlformats.org/officeDocument/2006/relationships/image" Target="/ppt/media/image61.png" Id="Rd8514ed81119445d" /><Relationship Type="http://schemas.openxmlformats.org/officeDocument/2006/relationships/image" Target="/ppt/media/image62.png" Id="R91cf59f15af546e7" /><Relationship Type="http://schemas.openxmlformats.org/officeDocument/2006/relationships/image" Target="/ppt/media/image63.png" Id="Rdeebeea1eebf49f0" /><Relationship Type="http://schemas.openxmlformats.org/officeDocument/2006/relationships/image" Target="/ppt/media/image64.png" Id="Ra2eb8566a75c4599" /><Relationship Type="http://schemas.openxmlformats.org/officeDocument/2006/relationships/image" Target="/ppt/media/image65.png" Id="R001792c1b5ad4171" /><Relationship Type="http://schemas.openxmlformats.org/officeDocument/2006/relationships/image" Target="/ppt/media/image66.png" Id="R67e51685938f4f76" /><Relationship Type="http://schemas.openxmlformats.org/officeDocument/2006/relationships/image" Target="/ppt/media/image67.png" Id="R4b6e26f9a8374428" /><Relationship Type="http://schemas.openxmlformats.org/officeDocument/2006/relationships/image" Target="/ppt/media/image68.png" Id="R683054d4b8604167" /><Relationship Type="http://schemas.openxmlformats.org/officeDocument/2006/relationships/image" Target="/ppt/media/image69.png" Id="R27fc0014c4c2474c" /><Relationship Type="http://schemas.openxmlformats.org/officeDocument/2006/relationships/image" Target="/ppt/media/image70.png" Id="R05f685ff1d7648fd" /><Relationship Type="http://schemas.openxmlformats.org/officeDocument/2006/relationships/image" Target="/ppt/media/image71.png" Id="R16bb1f485376417c" /><Relationship Type="http://schemas.openxmlformats.org/officeDocument/2006/relationships/image" Target="/ppt/media/image72.png" Id="R2d46ac24974c4468" /><Relationship Type="http://schemas.openxmlformats.org/officeDocument/2006/relationships/image" Target="/ppt/media/image73.png" Id="Ra4b8313891ec4e65" /><Relationship Type="http://schemas.openxmlformats.org/officeDocument/2006/relationships/image" Target="/ppt/media/image74.png" Id="R3a104a22caef46f5" /><Relationship Type="http://schemas.openxmlformats.org/officeDocument/2006/relationships/image" Target="/ppt/media/image75.png" Id="R5ddc61ee1713478c" /><Relationship Type="http://schemas.openxmlformats.org/officeDocument/2006/relationships/image" Target="/ppt/media/image76.png" Id="R8a8ed2707cb9420c" /><Relationship Type="http://schemas.openxmlformats.org/officeDocument/2006/relationships/image" Target="/ppt/media/image77.png" Id="R4dfdccfe299d402b" /><Relationship Type="http://schemas.openxmlformats.org/officeDocument/2006/relationships/image" Target="/ppt/media/image78.png" Id="R434988b840544b0d" /><Relationship Type="http://schemas.openxmlformats.org/officeDocument/2006/relationships/image" Target="/ppt/media/image79.png" Id="R63df364b17a1473b" /><Relationship Type="http://schemas.openxmlformats.org/officeDocument/2006/relationships/image" Target="/ppt/media/image80.png" Id="R2a66da6ad8ff49a8" /><Relationship Type="http://schemas.openxmlformats.org/officeDocument/2006/relationships/image" Target="/ppt/media/image81.png" Id="Rca3304e6348148d3" /><Relationship Type="http://schemas.openxmlformats.org/officeDocument/2006/relationships/image" Target="/ppt/media/image82.png" Id="R67cca799dc2a4d1d" /><Relationship Type="http://schemas.openxmlformats.org/officeDocument/2006/relationships/notesSlide" Target="/ppt/notesSlides/notesSlide1.xml" Id="Rdd2b3f20c63f47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DB7F720C-1AA3-435A-A01D-25633C4AA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31387c28b4a92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0628" y="4382789"/>
            <a:ext cx="5962804" cy="2678082"/>
          </a:xfrm>
          <a:prstGeom xmlns:a="http://schemas.openxmlformats.org/drawingml/2006/main" prst="rect">
            <a:avLst/>
          </a:prstGeom>
        </p:spPr>
      </p:pic>
      <p:sp>
        <p:nvSpPr>
          <p:cNvPr id="2" name="host-source-component-0">
            <a:extLst xmlns:a="http://schemas.openxmlformats.org/drawingml/2006/main">
              <a:ext uri="{FF2B5EF4-FFF2-40B4-BE49-F238E27FC236}">
                <a16:creationId xmlns:a16="http://schemas.microsoft.com/office/drawing/2014/main" id="{8AA341CE-D40A-4926-8B7B-4B5820B2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628" y="4382789"/>
            <a:ext cx="5962804" cy="2678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pdf-path-1">
            <a:extLst xmlns:a="http://schemas.openxmlformats.org/drawingml/2006/main">
              <a:ext uri="{FF2B5EF4-FFF2-40B4-BE49-F238E27FC236}">
                <a16:creationId xmlns:a16="http://schemas.microsoft.com/office/drawing/2014/main" id="{5B0BD9E2-0191-4080-B1A6-254C265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45" y="6796546"/>
            <a:ext cx="5809123" cy="967143"/>
          </a:xfrm>
          <a:custGeom xmlns:a="http://schemas.openxmlformats.org/drawingml/2006/main">
            <a:pathLst>
              <a:path w="5809123" h="967143">
                <a:moveTo>
                  <a:pt x="0" y="967143"/>
                </a:moveTo>
                <a:lnTo>
                  <a:pt x="5809123" y="967143"/>
                </a:lnTo>
                <a:lnTo>
                  <a:pt x="58091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C7C3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904EC-73CE-4371-A549-A71BCFAF4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01f59e636463b"/>
          <a:srcRect xmlns:a="http://schemas.openxmlformats.org/drawingml/2006/main" l="61" t="0" r="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173" y="9730757"/>
            <a:ext cx="1776547" cy="903622"/>
          </a:xfrm>
          <a:prstGeom xmlns:a="http://schemas.openxmlformats.org/drawingml/2006/main" prst="rect">
            <a:avLst/>
          </a:prstGeom>
        </p:spPr>
      </p:pic>
      <p:sp>
        <p:nvSpPr>
          <p:cNvPr id="5" name="host-source-component-1">
            <a:extLst xmlns:a="http://schemas.openxmlformats.org/drawingml/2006/main">
              <a:ext uri="{FF2B5EF4-FFF2-40B4-BE49-F238E27FC236}">
                <a16:creationId xmlns:a16="http://schemas.microsoft.com/office/drawing/2014/main" id="{1FF0F19D-E421-41B9-AB8B-B190C41B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73" y="9730757"/>
            <a:ext cx="1776547" cy="90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pdf-path-3">
            <a:extLst xmlns:a="http://schemas.openxmlformats.org/drawingml/2006/main">
              <a:ext uri="{FF2B5EF4-FFF2-40B4-BE49-F238E27FC236}">
                <a16:creationId xmlns:a16="http://schemas.microsoft.com/office/drawing/2014/main" id="{AE717303-BFE2-488C-BF4E-910209CE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997" y="2076606"/>
            <a:ext cx="768403" cy="665935"/>
          </a:xfrm>
          <a:custGeom xmlns:a="http://schemas.openxmlformats.org/drawingml/2006/main">
            <a:pathLst>
              <a:path w="768403" h="665935">
                <a:moveTo>
                  <a:pt x="0" y="332967"/>
                </a:moveTo>
                <a:cubicBezTo>
                  <a:pt x="0" y="149066"/>
                  <a:pt x="172121" y="0"/>
                  <a:pt x="384202" y="0"/>
                </a:cubicBezTo>
                <a:cubicBezTo>
                  <a:pt x="596452" y="0"/>
                  <a:pt x="768403" y="149066"/>
                  <a:pt x="768403" y="332967"/>
                </a:cubicBezTo>
                <a:cubicBezTo>
                  <a:pt x="768403" y="516868"/>
                  <a:pt x="596452" y="665935"/>
                  <a:pt x="384202" y="665935"/>
                </a:cubicBezTo>
                <a:cubicBezTo>
                  <a:pt x="172121" y="665935"/>
                  <a:pt x="0" y="516868"/>
                  <a:pt x="0" y="332967"/>
                </a:cubicBezTo>
              </a:path>
            </a:pathLst>
          </a:custGeom>
          <a:solidFill xmlns:a="http://schemas.openxmlformats.org/drawingml/2006/main">
            <a:srgbClr val="C2BFD7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4">
            <a:extLst xmlns:a="http://schemas.openxmlformats.org/drawingml/2006/main">
              <a:ext uri="{FF2B5EF4-FFF2-40B4-BE49-F238E27FC236}">
                <a16:creationId xmlns:a16="http://schemas.microsoft.com/office/drawing/2014/main" id="{088628EC-A0A7-4760-810E-0E2A0F8E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1362" y="2063799"/>
            <a:ext cx="794017" cy="691548"/>
          </a:xfrm>
          <a:custGeom xmlns:a="http://schemas.openxmlformats.org/drawingml/2006/main">
            <a:pathLst>
              <a:path w="794017" h="691548">
                <a:moveTo>
                  <a:pt x="0" y="345774"/>
                </a:moveTo>
                <a:lnTo>
                  <a:pt x="512" y="327845"/>
                </a:lnTo>
                <a:lnTo>
                  <a:pt x="2049" y="310257"/>
                </a:lnTo>
                <a:lnTo>
                  <a:pt x="4610" y="292841"/>
                </a:lnTo>
                <a:lnTo>
                  <a:pt x="8196" y="275766"/>
                </a:lnTo>
                <a:lnTo>
                  <a:pt x="12636" y="258862"/>
                </a:lnTo>
                <a:lnTo>
                  <a:pt x="18100" y="242469"/>
                </a:lnTo>
                <a:lnTo>
                  <a:pt x="24247" y="226247"/>
                </a:lnTo>
                <a:lnTo>
                  <a:pt x="31590" y="210538"/>
                </a:lnTo>
                <a:lnTo>
                  <a:pt x="39445" y="195170"/>
                </a:lnTo>
                <a:lnTo>
                  <a:pt x="48323" y="180144"/>
                </a:lnTo>
                <a:lnTo>
                  <a:pt x="68303" y="151629"/>
                </a:lnTo>
                <a:lnTo>
                  <a:pt x="91183" y="125162"/>
                </a:lnTo>
                <a:lnTo>
                  <a:pt x="116968" y="100745"/>
                </a:lnTo>
                <a:lnTo>
                  <a:pt x="145143" y="78547"/>
                </a:lnTo>
                <a:lnTo>
                  <a:pt x="175708" y="58568"/>
                </a:lnTo>
                <a:lnTo>
                  <a:pt x="208322" y="41493"/>
                </a:lnTo>
                <a:lnTo>
                  <a:pt x="242986" y="26979"/>
                </a:lnTo>
                <a:lnTo>
                  <a:pt x="279357" y="15540"/>
                </a:lnTo>
                <a:lnTo>
                  <a:pt x="298140" y="10757"/>
                </a:lnTo>
                <a:lnTo>
                  <a:pt x="317265" y="7002"/>
                </a:lnTo>
                <a:lnTo>
                  <a:pt x="336731" y="3928"/>
                </a:lnTo>
                <a:lnTo>
                  <a:pt x="356538" y="1708"/>
                </a:lnTo>
                <a:lnTo>
                  <a:pt x="376688" y="342"/>
                </a:lnTo>
                <a:lnTo>
                  <a:pt x="397008" y="0"/>
                </a:lnTo>
                <a:lnTo>
                  <a:pt x="417329" y="342"/>
                </a:lnTo>
                <a:lnTo>
                  <a:pt x="437477" y="1708"/>
                </a:lnTo>
                <a:lnTo>
                  <a:pt x="457285" y="3928"/>
                </a:lnTo>
                <a:lnTo>
                  <a:pt x="476751" y="7002"/>
                </a:lnTo>
                <a:lnTo>
                  <a:pt x="495876" y="10757"/>
                </a:lnTo>
                <a:lnTo>
                  <a:pt x="514659" y="15540"/>
                </a:lnTo>
                <a:lnTo>
                  <a:pt x="551030" y="26979"/>
                </a:lnTo>
                <a:lnTo>
                  <a:pt x="585693" y="41493"/>
                </a:lnTo>
                <a:lnTo>
                  <a:pt x="618308" y="58568"/>
                </a:lnTo>
                <a:lnTo>
                  <a:pt x="648873" y="78547"/>
                </a:lnTo>
                <a:lnTo>
                  <a:pt x="677047" y="100574"/>
                </a:lnTo>
                <a:lnTo>
                  <a:pt x="702832" y="125162"/>
                </a:lnTo>
                <a:lnTo>
                  <a:pt x="725714" y="151629"/>
                </a:lnTo>
                <a:lnTo>
                  <a:pt x="745692" y="180144"/>
                </a:lnTo>
                <a:lnTo>
                  <a:pt x="754572" y="195170"/>
                </a:lnTo>
                <a:lnTo>
                  <a:pt x="762426" y="210538"/>
                </a:lnTo>
                <a:lnTo>
                  <a:pt x="769768" y="226247"/>
                </a:lnTo>
                <a:lnTo>
                  <a:pt x="775917" y="242469"/>
                </a:lnTo>
                <a:lnTo>
                  <a:pt x="781379" y="258862"/>
                </a:lnTo>
                <a:lnTo>
                  <a:pt x="785819" y="275766"/>
                </a:lnTo>
                <a:lnTo>
                  <a:pt x="789405" y="292841"/>
                </a:lnTo>
                <a:lnTo>
                  <a:pt x="791796" y="310257"/>
                </a:lnTo>
                <a:lnTo>
                  <a:pt x="793504" y="327845"/>
                </a:lnTo>
                <a:lnTo>
                  <a:pt x="794017" y="345774"/>
                </a:lnTo>
                <a:lnTo>
                  <a:pt x="793504" y="363703"/>
                </a:lnTo>
                <a:lnTo>
                  <a:pt x="791966" y="381291"/>
                </a:lnTo>
                <a:lnTo>
                  <a:pt x="789405" y="398708"/>
                </a:lnTo>
                <a:lnTo>
                  <a:pt x="785819" y="415783"/>
                </a:lnTo>
                <a:lnTo>
                  <a:pt x="781379" y="432688"/>
                </a:lnTo>
                <a:lnTo>
                  <a:pt x="775917" y="449080"/>
                </a:lnTo>
                <a:lnTo>
                  <a:pt x="769768" y="465301"/>
                </a:lnTo>
                <a:lnTo>
                  <a:pt x="762426" y="481010"/>
                </a:lnTo>
                <a:lnTo>
                  <a:pt x="754572" y="496378"/>
                </a:lnTo>
                <a:lnTo>
                  <a:pt x="745692" y="511404"/>
                </a:lnTo>
                <a:lnTo>
                  <a:pt x="725714" y="539920"/>
                </a:lnTo>
                <a:lnTo>
                  <a:pt x="702832" y="566386"/>
                </a:lnTo>
                <a:lnTo>
                  <a:pt x="677047" y="590804"/>
                </a:lnTo>
                <a:lnTo>
                  <a:pt x="648873" y="613173"/>
                </a:lnTo>
                <a:lnTo>
                  <a:pt x="618308" y="632980"/>
                </a:lnTo>
                <a:lnTo>
                  <a:pt x="585693" y="650055"/>
                </a:lnTo>
                <a:lnTo>
                  <a:pt x="551030" y="664739"/>
                </a:lnTo>
                <a:lnTo>
                  <a:pt x="514659" y="676181"/>
                </a:lnTo>
                <a:lnTo>
                  <a:pt x="495876" y="680790"/>
                </a:lnTo>
                <a:lnTo>
                  <a:pt x="476580" y="684548"/>
                </a:lnTo>
                <a:lnTo>
                  <a:pt x="457285" y="687621"/>
                </a:lnTo>
                <a:lnTo>
                  <a:pt x="437306" y="689841"/>
                </a:lnTo>
                <a:lnTo>
                  <a:pt x="417329" y="691206"/>
                </a:lnTo>
                <a:lnTo>
                  <a:pt x="397008" y="691548"/>
                </a:lnTo>
                <a:lnTo>
                  <a:pt x="376688" y="691206"/>
                </a:lnTo>
                <a:lnTo>
                  <a:pt x="356538" y="689841"/>
                </a:lnTo>
                <a:lnTo>
                  <a:pt x="336731" y="687621"/>
                </a:lnTo>
                <a:lnTo>
                  <a:pt x="317265" y="684548"/>
                </a:lnTo>
                <a:lnTo>
                  <a:pt x="298140" y="680790"/>
                </a:lnTo>
                <a:lnTo>
                  <a:pt x="279357" y="676181"/>
                </a:lnTo>
                <a:lnTo>
                  <a:pt x="242986" y="664739"/>
                </a:lnTo>
                <a:lnTo>
                  <a:pt x="208322" y="650055"/>
                </a:lnTo>
                <a:lnTo>
                  <a:pt x="175708" y="632980"/>
                </a:lnTo>
                <a:lnTo>
                  <a:pt x="145143" y="613173"/>
                </a:lnTo>
                <a:lnTo>
                  <a:pt x="116968" y="590974"/>
                </a:lnTo>
                <a:lnTo>
                  <a:pt x="91183" y="566386"/>
                </a:lnTo>
                <a:lnTo>
                  <a:pt x="68303" y="539920"/>
                </a:lnTo>
                <a:lnTo>
                  <a:pt x="48323" y="511404"/>
                </a:lnTo>
                <a:lnTo>
                  <a:pt x="39445" y="496378"/>
                </a:lnTo>
                <a:lnTo>
                  <a:pt x="31590" y="481010"/>
                </a:lnTo>
                <a:lnTo>
                  <a:pt x="24247" y="465301"/>
                </a:lnTo>
                <a:lnTo>
                  <a:pt x="18100" y="449080"/>
                </a:lnTo>
                <a:lnTo>
                  <a:pt x="12636" y="432688"/>
                </a:lnTo>
                <a:lnTo>
                  <a:pt x="8196" y="415783"/>
                </a:lnTo>
                <a:lnTo>
                  <a:pt x="4610" y="398708"/>
                </a:lnTo>
                <a:lnTo>
                  <a:pt x="2049" y="381291"/>
                </a:lnTo>
                <a:lnTo>
                  <a:pt x="512" y="363703"/>
                </a:lnTo>
                <a:lnTo>
                  <a:pt x="0" y="345774"/>
                </a:lnTo>
                <a:moveTo>
                  <a:pt x="26125" y="362508"/>
                </a:moveTo>
                <a:lnTo>
                  <a:pt x="26125" y="361825"/>
                </a:lnTo>
                <a:lnTo>
                  <a:pt x="27492" y="378729"/>
                </a:lnTo>
                <a:lnTo>
                  <a:pt x="27321" y="378047"/>
                </a:lnTo>
                <a:lnTo>
                  <a:pt x="29882" y="394609"/>
                </a:lnTo>
                <a:lnTo>
                  <a:pt x="29711" y="393927"/>
                </a:lnTo>
                <a:lnTo>
                  <a:pt x="33127" y="410319"/>
                </a:lnTo>
                <a:lnTo>
                  <a:pt x="32956" y="409635"/>
                </a:lnTo>
                <a:lnTo>
                  <a:pt x="37225" y="425857"/>
                </a:lnTo>
                <a:lnTo>
                  <a:pt x="37054" y="425003"/>
                </a:lnTo>
                <a:lnTo>
                  <a:pt x="42176" y="440712"/>
                </a:lnTo>
                <a:lnTo>
                  <a:pt x="42005" y="440200"/>
                </a:lnTo>
                <a:lnTo>
                  <a:pt x="47983" y="455568"/>
                </a:lnTo>
                <a:lnTo>
                  <a:pt x="47812" y="454886"/>
                </a:lnTo>
                <a:lnTo>
                  <a:pt x="54641" y="470083"/>
                </a:lnTo>
                <a:lnTo>
                  <a:pt x="54300" y="469399"/>
                </a:lnTo>
                <a:lnTo>
                  <a:pt x="61984" y="484254"/>
                </a:lnTo>
                <a:lnTo>
                  <a:pt x="61814" y="483571"/>
                </a:lnTo>
                <a:lnTo>
                  <a:pt x="70181" y="497916"/>
                </a:lnTo>
                <a:lnTo>
                  <a:pt x="69668" y="497061"/>
                </a:lnTo>
                <a:lnTo>
                  <a:pt x="88964" y="524722"/>
                </a:lnTo>
                <a:lnTo>
                  <a:pt x="88110" y="523698"/>
                </a:lnTo>
                <a:lnTo>
                  <a:pt x="110137" y="549311"/>
                </a:lnTo>
                <a:lnTo>
                  <a:pt x="109454" y="548286"/>
                </a:lnTo>
                <a:lnTo>
                  <a:pt x="134215" y="572021"/>
                </a:lnTo>
                <a:lnTo>
                  <a:pt x="133361" y="571168"/>
                </a:lnTo>
                <a:lnTo>
                  <a:pt x="160510" y="592683"/>
                </a:lnTo>
                <a:lnTo>
                  <a:pt x="159657" y="591999"/>
                </a:lnTo>
                <a:lnTo>
                  <a:pt x="189198" y="611123"/>
                </a:lnTo>
                <a:lnTo>
                  <a:pt x="188173" y="610612"/>
                </a:lnTo>
                <a:lnTo>
                  <a:pt x="219764" y="627174"/>
                </a:lnTo>
                <a:lnTo>
                  <a:pt x="218909" y="626663"/>
                </a:lnTo>
                <a:lnTo>
                  <a:pt x="252377" y="640835"/>
                </a:lnTo>
                <a:lnTo>
                  <a:pt x="251352" y="640493"/>
                </a:lnTo>
                <a:lnTo>
                  <a:pt x="286700" y="651592"/>
                </a:lnTo>
                <a:lnTo>
                  <a:pt x="285846" y="651422"/>
                </a:lnTo>
                <a:lnTo>
                  <a:pt x="303946" y="655861"/>
                </a:lnTo>
                <a:lnTo>
                  <a:pt x="303433" y="655690"/>
                </a:lnTo>
                <a:lnTo>
                  <a:pt x="322046" y="659446"/>
                </a:lnTo>
                <a:lnTo>
                  <a:pt x="321533" y="659275"/>
                </a:lnTo>
                <a:lnTo>
                  <a:pt x="340488" y="662179"/>
                </a:lnTo>
                <a:lnTo>
                  <a:pt x="339975" y="662179"/>
                </a:lnTo>
                <a:lnTo>
                  <a:pt x="359100" y="664399"/>
                </a:lnTo>
                <a:lnTo>
                  <a:pt x="358588" y="664399"/>
                </a:lnTo>
                <a:lnTo>
                  <a:pt x="378054" y="665593"/>
                </a:lnTo>
                <a:lnTo>
                  <a:pt x="377542" y="665593"/>
                </a:lnTo>
                <a:lnTo>
                  <a:pt x="397178" y="665935"/>
                </a:lnTo>
                <a:lnTo>
                  <a:pt x="396837" y="665935"/>
                </a:lnTo>
                <a:lnTo>
                  <a:pt x="416474" y="665593"/>
                </a:lnTo>
                <a:lnTo>
                  <a:pt x="415962" y="665593"/>
                </a:lnTo>
                <a:lnTo>
                  <a:pt x="435429" y="664399"/>
                </a:lnTo>
                <a:lnTo>
                  <a:pt x="434745" y="664399"/>
                </a:lnTo>
                <a:lnTo>
                  <a:pt x="454041" y="662179"/>
                </a:lnTo>
                <a:lnTo>
                  <a:pt x="453529" y="662349"/>
                </a:lnTo>
                <a:lnTo>
                  <a:pt x="472312" y="659275"/>
                </a:lnTo>
                <a:lnTo>
                  <a:pt x="471799" y="659446"/>
                </a:lnTo>
                <a:lnTo>
                  <a:pt x="490583" y="655690"/>
                </a:lnTo>
                <a:lnTo>
                  <a:pt x="490070" y="655861"/>
                </a:lnTo>
                <a:lnTo>
                  <a:pt x="508170" y="651422"/>
                </a:lnTo>
                <a:lnTo>
                  <a:pt x="507316" y="651592"/>
                </a:lnTo>
                <a:lnTo>
                  <a:pt x="542663" y="640493"/>
                </a:lnTo>
                <a:lnTo>
                  <a:pt x="541638" y="640835"/>
                </a:lnTo>
                <a:lnTo>
                  <a:pt x="575107" y="626663"/>
                </a:lnTo>
                <a:lnTo>
                  <a:pt x="574252" y="627174"/>
                </a:lnTo>
                <a:lnTo>
                  <a:pt x="605843" y="610612"/>
                </a:lnTo>
                <a:lnTo>
                  <a:pt x="604818" y="611123"/>
                </a:lnTo>
                <a:lnTo>
                  <a:pt x="634358" y="591999"/>
                </a:lnTo>
                <a:lnTo>
                  <a:pt x="633506" y="592683"/>
                </a:lnTo>
                <a:lnTo>
                  <a:pt x="660656" y="571168"/>
                </a:lnTo>
                <a:lnTo>
                  <a:pt x="659801" y="571851"/>
                </a:lnTo>
                <a:lnTo>
                  <a:pt x="684732" y="548286"/>
                </a:lnTo>
                <a:lnTo>
                  <a:pt x="683878" y="549311"/>
                </a:lnTo>
                <a:lnTo>
                  <a:pt x="705906" y="523698"/>
                </a:lnTo>
                <a:lnTo>
                  <a:pt x="705052" y="524722"/>
                </a:lnTo>
                <a:lnTo>
                  <a:pt x="724348" y="497061"/>
                </a:lnTo>
                <a:lnTo>
                  <a:pt x="723835" y="497916"/>
                </a:lnTo>
                <a:lnTo>
                  <a:pt x="732201" y="483571"/>
                </a:lnTo>
                <a:lnTo>
                  <a:pt x="732032" y="484254"/>
                </a:lnTo>
                <a:lnTo>
                  <a:pt x="739545" y="469399"/>
                </a:lnTo>
                <a:lnTo>
                  <a:pt x="739374" y="470083"/>
                </a:lnTo>
                <a:lnTo>
                  <a:pt x="746204" y="454886"/>
                </a:lnTo>
                <a:lnTo>
                  <a:pt x="746034" y="455568"/>
                </a:lnTo>
                <a:lnTo>
                  <a:pt x="752010" y="440200"/>
                </a:lnTo>
                <a:lnTo>
                  <a:pt x="751839" y="440712"/>
                </a:lnTo>
                <a:lnTo>
                  <a:pt x="756961" y="425003"/>
                </a:lnTo>
                <a:lnTo>
                  <a:pt x="756790" y="425857"/>
                </a:lnTo>
                <a:lnTo>
                  <a:pt x="761060" y="409635"/>
                </a:lnTo>
                <a:lnTo>
                  <a:pt x="760890" y="410319"/>
                </a:lnTo>
                <a:lnTo>
                  <a:pt x="764134" y="393927"/>
                </a:lnTo>
                <a:lnTo>
                  <a:pt x="764134" y="394609"/>
                </a:lnTo>
                <a:lnTo>
                  <a:pt x="766695" y="377876"/>
                </a:lnTo>
                <a:lnTo>
                  <a:pt x="766524" y="378729"/>
                </a:lnTo>
                <a:lnTo>
                  <a:pt x="767890" y="361825"/>
                </a:lnTo>
                <a:lnTo>
                  <a:pt x="767890" y="362508"/>
                </a:lnTo>
                <a:lnTo>
                  <a:pt x="768403" y="345432"/>
                </a:lnTo>
                <a:lnTo>
                  <a:pt x="768403" y="346116"/>
                </a:lnTo>
                <a:lnTo>
                  <a:pt x="767890" y="329041"/>
                </a:lnTo>
                <a:lnTo>
                  <a:pt x="767890" y="329723"/>
                </a:lnTo>
                <a:lnTo>
                  <a:pt x="766353" y="312819"/>
                </a:lnTo>
                <a:lnTo>
                  <a:pt x="766524" y="313502"/>
                </a:lnTo>
                <a:lnTo>
                  <a:pt x="764134" y="296939"/>
                </a:lnTo>
                <a:lnTo>
                  <a:pt x="764134" y="297622"/>
                </a:lnTo>
                <a:lnTo>
                  <a:pt x="760890" y="281230"/>
                </a:lnTo>
                <a:lnTo>
                  <a:pt x="761060" y="282084"/>
                </a:lnTo>
                <a:lnTo>
                  <a:pt x="756621" y="265862"/>
                </a:lnTo>
                <a:lnTo>
                  <a:pt x="756790" y="266545"/>
                </a:lnTo>
                <a:lnTo>
                  <a:pt x="751668" y="250836"/>
                </a:lnTo>
                <a:lnTo>
                  <a:pt x="752010" y="251518"/>
                </a:lnTo>
                <a:lnTo>
                  <a:pt x="746034" y="235980"/>
                </a:lnTo>
                <a:lnTo>
                  <a:pt x="746204" y="236663"/>
                </a:lnTo>
                <a:lnTo>
                  <a:pt x="739374" y="221467"/>
                </a:lnTo>
                <a:lnTo>
                  <a:pt x="739545" y="222150"/>
                </a:lnTo>
                <a:lnTo>
                  <a:pt x="732032" y="207465"/>
                </a:lnTo>
                <a:lnTo>
                  <a:pt x="732201" y="207977"/>
                </a:lnTo>
                <a:lnTo>
                  <a:pt x="723835" y="193634"/>
                </a:lnTo>
                <a:lnTo>
                  <a:pt x="724348" y="194488"/>
                </a:lnTo>
                <a:lnTo>
                  <a:pt x="705052" y="166996"/>
                </a:lnTo>
                <a:lnTo>
                  <a:pt x="705906" y="168021"/>
                </a:lnTo>
                <a:lnTo>
                  <a:pt x="683878" y="142408"/>
                </a:lnTo>
                <a:lnTo>
                  <a:pt x="684561" y="143262"/>
                </a:lnTo>
                <a:lnTo>
                  <a:pt x="659801" y="119527"/>
                </a:lnTo>
                <a:lnTo>
                  <a:pt x="660656" y="120381"/>
                </a:lnTo>
                <a:lnTo>
                  <a:pt x="633506" y="99037"/>
                </a:lnTo>
                <a:lnTo>
                  <a:pt x="634358" y="99720"/>
                </a:lnTo>
                <a:lnTo>
                  <a:pt x="604818" y="80425"/>
                </a:lnTo>
                <a:lnTo>
                  <a:pt x="605843" y="80937"/>
                </a:lnTo>
                <a:lnTo>
                  <a:pt x="574252" y="64374"/>
                </a:lnTo>
                <a:lnTo>
                  <a:pt x="575107" y="64886"/>
                </a:lnTo>
                <a:lnTo>
                  <a:pt x="541638" y="50714"/>
                </a:lnTo>
                <a:lnTo>
                  <a:pt x="542663" y="51226"/>
                </a:lnTo>
                <a:lnTo>
                  <a:pt x="507316" y="39957"/>
                </a:lnTo>
                <a:lnTo>
                  <a:pt x="508170" y="40298"/>
                </a:lnTo>
                <a:lnTo>
                  <a:pt x="490070" y="35688"/>
                </a:lnTo>
                <a:lnTo>
                  <a:pt x="490583" y="35859"/>
                </a:lnTo>
                <a:lnTo>
                  <a:pt x="471970" y="32102"/>
                </a:lnTo>
                <a:lnTo>
                  <a:pt x="472482" y="32272"/>
                </a:lnTo>
                <a:lnTo>
                  <a:pt x="453529" y="29370"/>
                </a:lnTo>
                <a:lnTo>
                  <a:pt x="454041" y="29370"/>
                </a:lnTo>
                <a:lnTo>
                  <a:pt x="434916" y="27150"/>
                </a:lnTo>
                <a:lnTo>
                  <a:pt x="435429" y="27321"/>
                </a:lnTo>
                <a:lnTo>
                  <a:pt x="415962" y="25955"/>
                </a:lnTo>
                <a:lnTo>
                  <a:pt x="416474" y="25955"/>
                </a:lnTo>
                <a:lnTo>
                  <a:pt x="396837" y="25614"/>
                </a:lnTo>
                <a:lnTo>
                  <a:pt x="397178" y="25614"/>
                </a:lnTo>
                <a:lnTo>
                  <a:pt x="377371" y="25955"/>
                </a:lnTo>
                <a:lnTo>
                  <a:pt x="378054" y="25955"/>
                </a:lnTo>
                <a:lnTo>
                  <a:pt x="358588" y="27321"/>
                </a:lnTo>
                <a:lnTo>
                  <a:pt x="359100" y="27150"/>
                </a:lnTo>
                <a:lnTo>
                  <a:pt x="339975" y="29370"/>
                </a:lnTo>
                <a:lnTo>
                  <a:pt x="340488" y="29370"/>
                </a:lnTo>
                <a:lnTo>
                  <a:pt x="321533" y="32272"/>
                </a:lnTo>
                <a:lnTo>
                  <a:pt x="322046" y="32102"/>
                </a:lnTo>
                <a:lnTo>
                  <a:pt x="303433" y="35859"/>
                </a:lnTo>
                <a:lnTo>
                  <a:pt x="303946" y="35688"/>
                </a:lnTo>
                <a:lnTo>
                  <a:pt x="285846" y="40298"/>
                </a:lnTo>
                <a:lnTo>
                  <a:pt x="286700" y="39957"/>
                </a:lnTo>
                <a:lnTo>
                  <a:pt x="251352" y="51226"/>
                </a:lnTo>
                <a:lnTo>
                  <a:pt x="252377" y="50714"/>
                </a:lnTo>
                <a:lnTo>
                  <a:pt x="218909" y="64886"/>
                </a:lnTo>
                <a:lnTo>
                  <a:pt x="219764" y="64374"/>
                </a:lnTo>
                <a:lnTo>
                  <a:pt x="188173" y="80937"/>
                </a:lnTo>
                <a:lnTo>
                  <a:pt x="189198" y="80425"/>
                </a:lnTo>
                <a:lnTo>
                  <a:pt x="159657" y="99720"/>
                </a:lnTo>
                <a:lnTo>
                  <a:pt x="160510" y="98866"/>
                </a:lnTo>
                <a:lnTo>
                  <a:pt x="133361" y="120381"/>
                </a:lnTo>
                <a:lnTo>
                  <a:pt x="134215" y="119698"/>
                </a:lnTo>
                <a:lnTo>
                  <a:pt x="109283" y="143262"/>
                </a:lnTo>
                <a:lnTo>
                  <a:pt x="110137" y="142408"/>
                </a:lnTo>
                <a:lnTo>
                  <a:pt x="88110" y="168021"/>
                </a:lnTo>
                <a:lnTo>
                  <a:pt x="88964" y="166996"/>
                </a:lnTo>
                <a:lnTo>
                  <a:pt x="69668" y="194488"/>
                </a:lnTo>
                <a:lnTo>
                  <a:pt x="70181" y="193634"/>
                </a:lnTo>
                <a:lnTo>
                  <a:pt x="61814" y="207977"/>
                </a:lnTo>
                <a:lnTo>
                  <a:pt x="61984" y="207465"/>
                </a:lnTo>
                <a:lnTo>
                  <a:pt x="54300" y="222150"/>
                </a:lnTo>
                <a:lnTo>
                  <a:pt x="54641" y="221467"/>
                </a:lnTo>
                <a:lnTo>
                  <a:pt x="47812" y="236663"/>
                </a:lnTo>
                <a:lnTo>
                  <a:pt x="47983" y="235980"/>
                </a:lnTo>
                <a:lnTo>
                  <a:pt x="42005" y="251518"/>
                </a:lnTo>
                <a:lnTo>
                  <a:pt x="42176" y="250836"/>
                </a:lnTo>
                <a:lnTo>
                  <a:pt x="37054" y="266545"/>
                </a:lnTo>
                <a:lnTo>
                  <a:pt x="37225" y="265862"/>
                </a:lnTo>
                <a:lnTo>
                  <a:pt x="32956" y="281913"/>
                </a:lnTo>
                <a:lnTo>
                  <a:pt x="33127" y="281230"/>
                </a:lnTo>
                <a:lnTo>
                  <a:pt x="29882" y="297622"/>
                </a:lnTo>
                <a:lnTo>
                  <a:pt x="29882" y="297110"/>
                </a:lnTo>
                <a:lnTo>
                  <a:pt x="27321" y="313673"/>
                </a:lnTo>
                <a:lnTo>
                  <a:pt x="27492" y="312819"/>
                </a:lnTo>
                <a:lnTo>
                  <a:pt x="26125" y="329723"/>
                </a:lnTo>
                <a:lnTo>
                  <a:pt x="26125" y="329041"/>
                </a:lnTo>
                <a:lnTo>
                  <a:pt x="25614" y="346116"/>
                </a:lnTo>
                <a:lnTo>
                  <a:pt x="25614" y="345432"/>
                </a:lnTo>
                <a:lnTo>
                  <a:pt x="26125" y="362508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5">
            <a:extLst xmlns:a="http://schemas.openxmlformats.org/drawingml/2006/main">
              <a:ext uri="{FF2B5EF4-FFF2-40B4-BE49-F238E27FC236}">
                <a16:creationId xmlns:a16="http://schemas.microsoft.com/office/drawing/2014/main" id="{563E3C88-C9CD-4CF7-97BC-8BBCD0F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1703" y="3010964"/>
            <a:ext cx="768403" cy="665935"/>
          </a:xfrm>
          <a:custGeom xmlns:a="http://schemas.openxmlformats.org/drawingml/2006/main">
            <a:pathLst>
              <a:path w="768403" h="665935">
                <a:moveTo>
                  <a:pt x="0" y="332967"/>
                </a:moveTo>
                <a:cubicBezTo>
                  <a:pt x="0" y="149066"/>
                  <a:pt x="172122" y="0"/>
                  <a:pt x="384202" y="0"/>
                </a:cubicBezTo>
                <a:cubicBezTo>
                  <a:pt x="596451" y="0"/>
                  <a:pt x="768403" y="149066"/>
                  <a:pt x="768403" y="332967"/>
                </a:cubicBezTo>
                <a:cubicBezTo>
                  <a:pt x="768403" y="516867"/>
                  <a:pt x="596451" y="665935"/>
                  <a:pt x="384202" y="665935"/>
                </a:cubicBezTo>
                <a:cubicBezTo>
                  <a:pt x="172122" y="665935"/>
                  <a:pt x="0" y="516867"/>
                  <a:pt x="0" y="332967"/>
                </a:cubicBezTo>
              </a:path>
            </a:pathLst>
          </a:custGeom>
          <a:solidFill xmlns:a="http://schemas.openxmlformats.org/drawingml/2006/main">
            <a:srgbClr val="E5FCE6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6">
            <a:extLst xmlns:a="http://schemas.openxmlformats.org/drawingml/2006/main">
              <a:ext uri="{FF2B5EF4-FFF2-40B4-BE49-F238E27FC236}">
                <a16:creationId xmlns:a16="http://schemas.microsoft.com/office/drawing/2014/main" id="{3496BFFE-3BA5-4332-9D78-3FF3B361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9067" y="2998157"/>
            <a:ext cx="794017" cy="691548"/>
          </a:xfrm>
          <a:custGeom xmlns:a="http://schemas.openxmlformats.org/drawingml/2006/main">
            <a:pathLst>
              <a:path w="794017" h="691548">
                <a:moveTo>
                  <a:pt x="0" y="345774"/>
                </a:moveTo>
                <a:lnTo>
                  <a:pt x="513" y="327844"/>
                </a:lnTo>
                <a:lnTo>
                  <a:pt x="2049" y="310257"/>
                </a:lnTo>
                <a:lnTo>
                  <a:pt x="4611" y="292840"/>
                </a:lnTo>
                <a:lnTo>
                  <a:pt x="8196" y="275765"/>
                </a:lnTo>
                <a:lnTo>
                  <a:pt x="12636" y="258861"/>
                </a:lnTo>
                <a:lnTo>
                  <a:pt x="18100" y="242468"/>
                </a:lnTo>
                <a:lnTo>
                  <a:pt x="24247" y="226247"/>
                </a:lnTo>
                <a:lnTo>
                  <a:pt x="31590" y="210537"/>
                </a:lnTo>
                <a:lnTo>
                  <a:pt x="39445" y="195170"/>
                </a:lnTo>
                <a:lnTo>
                  <a:pt x="48324" y="180144"/>
                </a:lnTo>
                <a:lnTo>
                  <a:pt x="68303" y="151629"/>
                </a:lnTo>
                <a:lnTo>
                  <a:pt x="91185" y="125161"/>
                </a:lnTo>
                <a:lnTo>
                  <a:pt x="116968" y="100743"/>
                </a:lnTo>
                <a:lnTo>
                  <a:pt x="145143" y="78545"/>
                </a:lnTo>
                <a:lnTo>
                  <a:pt x="175708" y="58568"/>
                </a:lnTo>
                <a:lnTo>
                  <a:pt x="208322" y="41493"/>
                </a:lnTo>
                <a:lnTo>
                  <a:pt x="242986" y="26978"/>
                </a:lnTo>
                <a:lnTo>
                  <a:pt x="279357" y="15538"/>
                </a:lnTo>
                <a:lnTo>
                  <a:pt x="298141" y="10757"/>
                </a:lnTo>
                <a:lnTo>
                  <a:pt x="317266" y="7001"/>
                </a:lnTo>
                <a:lnTo>
                  <a:pt x="336732" y="3927"/>
                </a:lnTo>
                <a:lnTo>
                  <a:pt x="356539" y="1707"/>
                </a:lnTo>
                <a:lnTo>
                  <a:pt x="376688" y="341"/>
                </a:lnTo>
                <a:lnTo>
                  <a:pt x="397008" y="0"/>
                </a:lnTo>
                <a:lnTo>
                  <a:pt x="417329" y="341"/>
                </a:lnTo>
                <a:lnTo>
                  <a:pt x="437477" y="1707"/>
                </a:lnTo>
                <a:lnTo>
                  <a:pt x="457285" y="3927"/>
                </a:lnTo>
                <a:lnTo>
                  <a:pt x="476751" y="7001"/>
                </a:lnTo>
                <a:lnTo>
                  <a:pt x="495876" y="10757"/>
                </a:lnTo>
                <a:lnTo>
                  <a:pt x="514660" y="15538"/>
                </a:lnTo>
                <a:lnTo>
                  <a:pt x="551031" y="26978"/>
                </a:lnTo>
                <a:lnTo>
                  <a:pt x="585693" y="41493"/>
                </a:lnTo>
                <a:lnTo>
                  <a:pt x="618308" y="58568"/>
                </a:lnTo>
                <a:lnTo>
                  <a:pt x="648873" y="78545"/>
                </a:lnTo>
                <a:lnTo>
                  <a:pt x="677049" y="100572"/>
                </a:lnTo>
                <a:lnTo>
                  <a:pt x="702833" y="125161"/>
                </a:lnTo>
                <a:lnTo>
                  <a:pt x="725714" y="151629"/>
                </a:lnTo>
                <a:lnTo>
                  <a:pt x="745692" y="180144"/>
                </a:lnTo>
                <a:lnTo>
                  <a:pt x="754572" y="195170"/>
                </a:lnTo>
                <a:lnTo>
                  <a:pt x="762427" y="210537"/>
                </a:lnTo>
                <a:lnTo>
                  <a:pt x="769769" y="226247"/>
                </a:lnTo>
                <a:lnTo>
                  <a:pt x="775916" y="242468"/>
                </a:lnTo>
                <a:lnTo>
                  <a:pt x="781381" y="258861"/>
                </a:lnTo>
                <a:lnTo>
                  <a:pt x="785820" y="275765"/>
                </a:lnTo>
                <a:lnTo>
                  <a:pt x="789405" y="292840"/>
                </a:lnTo>
                <a:lnTo>
                  <a:pt x="791967" y="310257"/>
                </a:lnTo>
                <a:lnTo>
                  <a:pt x="793505" y="327844"/>
                </a:lnTo>
                <a:lnTo>
                  <a:pt x="794017" y="345774"/>
                </a:lnTo>
                <a:lnTo>
                  <a:pt x="793505" y="363703"/>
                </a:lnTo>
                <a:lnTo>
                  <a:pt x="791967" y="381290"/>
                </a:lnTo>
                <a:lnTo>
                  <a:pt x="789405" y="398707"/>
                </a:lnTo>
                <a:lnTo>
                  <a:pt x="785820" y="415782"/>
                </a:lnTo>
                <a:lnTo>
                  <a:pt x="781381" y="432686"/>
                </a:lnTo>
                <a:lnTo>
                  <a:pt x="775916" y="449079"/>
                </a:lnTo>
                <a:lnTo>
                  <a:pt x="769769" y="465300"/>
                </a:lnTo>
                <a:lnTo>
                  <a:pt x="762427" y="481009"/>
                </a:lnTo>
                <a:lnTo>
                  <a:pt x="754572" y="496376"/>
                </a:lnTo>
                <a:lnTo>
                  <a:pt x="745692" y="511403"/>
                </a:lnTo>
                <a:lnTo>
                  <a:pt x="725714" y="539919"/>
                </a:lnTo>
                <a:lnTo>
                  <a:pt x="702833" y="566385"/>
                </a:lnTo>
                <a:lnTo>
                  <a:pt x="677049" y="590803"/>
                </a:lnTo>
                <a:lnTo>
                  <a:pt x="648873" y="613172"/>
                </a:lnTo>
                <a:lnTo>
                  <a:pt x="618308" y="632979"/>
                </a:lnTo>
                <a:lnTo>
                  <a:pt x="585693" y="650054"/>
                </a:lnTo>
                <a:lnTo>
                  <a:pt x="551031" y="664739"/>
                </a:lnTo>
                <a:lnTo>
                  <a:pt x="514660" y="676180"/>
                </a:lnTo>
                <a:lnTo>
                  <a:pt x="495876" y="680790"/>
                </a:lnTo>
                <a:lnTo>
                  <a:pt x="476581" y="684546"/>
                </a:lnTo>
                <a:lnTo>
                  <a:pt x="457285" y="687620"/>
                </a:lnTo>
                <a:lnTo>
                  <a:pt x="437306" y="689839"/>
                </a:lnTo>
                <a:lnTo>
                  <a:pt x="417329" y="691206"/>
                </a:lnTo>
                <a:lnTo>
                  <a:pt x="397008" y="691548"/>
                </a:lnTo>
                <a:lnTo>
                  <a:pt x="376688" y="691206"/>
                </a:lnTo>
                <a:lnTo>
                  <a:pt x="356539" y="689839"/>
                </a:lnTo>
                <a:lnTo>
                  <a:pt x="336732" y="687620"/>
                </a:lnTo>
                <a:lnTo>
                  <a:pt x="317266" y="684546"/>
                </a:lnTo>
                <a:lnTo>
                  <a:pt x="298141" y="680790"/>
                </a:lnTo>
                <a:lnTo>
                  <a:pt x="279357" y="676180"/>
                </a:lnTo>
                <a:lnTo>
                  <a:pt x="242986" y="664739"/>
                </a:lnTo>
                <a:lnTo>
                  <a:pt x="208322" y="650054"/>
                </a:lnTo>
                <a:lnTo>
                  <a:pt x="175708" y="632979"/>
                </a:lnTo>
                <a:lnTo>
                  <a:pt x="145143" y="613172"/>
                </a:lnTo>
                <a:lnTo>
                  <a:pt x="116968" y="590974"/>
                </a:lnTo>
                <a:lnTo>
                  <a:pt x="91185" y="566385"/>
                </a:lnTo>
                <a:lnTo>
                  <a:pt x="68303" y="539919"/>
                </a:lnTo>
                <a:lnTo>
                  <a:pt x="48324" y="511403"/>
                </a:lnTo>
                <a:lnTo>
                  <a:pt x="39445" y="496376"/>
                </a:lnTo>
                <a:lnTo>
                  <a:pt x="31590" y="481009"/>
                </a:lnTo>
                <a:lnTo>
                  <a:pt x="24247" y="465300"/>
                </a:lnTo>
                <a:lnTo>
                  <a:pt x="18100" y="449079"/>
                </a:lnTo>
                <a:lnTo>
                  <a:pt x="12636" y="432686"/>
                </a:lnTo>
                <a:lnTo>
                  <a:pt x="8196" y="415782"/>
                </a:lnTo>
                <a:lnTo>
                  <a:pt x="4611" y="398707"/>
                </a:lnTo>
                <a:lnTo>
                  <a:pt x="2049" y="381290"/>
                </a:lnTo>
                <a:lnTo>
                  <a:pt x="513" y="363703"/>
                </a:lnTo>
                <a:lnTo>
                  <a:pt x="0" y="345774"/>
                </a:lnTo>
                <a:moveTo>
                  <a:pt x="26126" y="362508"/>
                </a:moveTo>
                <a:lnTo>
                  <a:pt x="26126" y="361825"/>
                </a:lnTo>
                <a:lnTo>
                  <a:pt x="27492" y="378729"/>
                </a:lnTo>
                <a:lnTo>
                  <a:pt x="27321" y="378046"/>
                </a:lnTo>
                <a:lnTo>
                  <a:pt x="29882" y="394609"/>
                </a:lnTo>
                <a:lnTo>
                  <a:pt x="29711" y="393926"/>
                </a:lnTo>
                <a:lnTo>
                  <a:pt x="33127" y="410318"/>
                </a:lnTo>
                <a:lnTo>
                  <a:pt x="32956" y="409635"/>
                </a:lnTo>
                <a:lnTo>
                  <a:pt x="37225" y="425857"/>
                </a:lnTo>
                <a:lnTo>
                  <a:pt x="37054" y="425003"/>
                </a:lnTo>
                <a:lnTo>
                  <a:pt x="42177" y="440712"/>
                </a:lnTo>
                <a:lnTo>
                  <a:pt x="42006" y="440200"/>
                </a:lnTo>
                <a:lnTo>
                  <a:pt x="47982" y="455568"/>
                </a:lnTo>
                <a:lnTo>
                  <a:pt x="47811" y="454884"/>
                </a:lnTo>
                <a:lnTo>
                  <a:pt x="54642" y="470081"/>
                </a:lnTo>
                <a:lnTo>
                  <a:pt x="54300" y="469399"/>
                </a:lnTo>
                <a:lnTo>
                  <a:pt x="61985" y="484254"/>
                </a:lnTo>
                <a:lnTo>
                  <a:pt x="61814" y="483570"/>
                </a:lnTo>
                <a:lnTo>
                  <a:pt x="70181" y="497914"/>
                </a:lnTo>
                <a:lnTo>
                  <a:pt x="69669" y="497060"/>
                </a:lnTo>
                <a:lnTo>
                  <a:pt x="88965" y="524722"/>
                </a:lnTo>
                <a:lnTo>
                  <a:pt x="88111" y="523697"/>
                </a:lnTo>
                <a:lnTo>
                  <a:pt x="110138" y="549311"/>
                </a:lnTo>
                <a:lnTo>
                  <a:pt x="109456" y="548286"/>
                </a:lnTo>
                <a:lnTo>
                  <a:pt x="134214" y="572021"/>
                </a:lnTo>
                <a:lnTo>
                  <a:pt x="133361" y="571167"/>
                </a:lnTo>
                <a:lnTo>
                  <a:pt x="160511" y="592682"/>
                </a:lnTo>
                <a:lnTo>
                  <a:pt x="159657" y="591999"/>
                </a:lnTo>
                <a:lnTo>
                  <a:pt x="189199" y="611123"/>
                </a:lnTo>
                <a:lnTo>
                  <a:pt x="188174" y="610610"/>
                </a:lnTo>
                <a:lnTo>
                  <a:pt x="219764" y="627174"/>
                </a:lnTo>
                <a:lnTo>
                  <a:pt x="218910" y="626661"/>
                </a:lnTo>
                <a:lnTo>
                  <a:pt x="252378" y="640834"/>
                </a:lnTo>
                <a:lnTo>
                  <a:pt x="251354" y="640492"/>
                </a:lnTo>
                <a:lnTo>
                  <a:pt x="286700" y="651592"/>
                </a:lnTo>
                <a:lnTo>
                  <a:pt x="285846" y="651421"/>
                </a:lnTo>
                <a:lnTo>
                  <a:pt x="303946" y="655860"/>
                </a:lnTo>
                <a:lnTo>
                  <a:pt x="303434" y="655689"/>
                </a:lnTo>
                <a:lnTo>
                  <a:pt x="322046" y="659446"/>
                </a:lnTo>
                <a:lnTo>
                  <a:pt x="321534" y="659275"/>
                </a:lnTo>
                <a:lnTo>
                  <a:pt x="340488" y="662178"/>
                </a:lnTo>
                <a:lnTo>
                  <a:pt x="339976" y="662178"/>
                </a:lnTo>
                <a:lnTo>
                  <a:pt x="359101" y="664398"/>
                </a:lnTo>
                <a:lnTo>
                  <a:pt x="358588" y="664398"/>
                </a:lnTo>
                <a:lnTo>
                  <a:pt x="378055" y="665593"/>
                </a:lnTo>
                <a:lnTo>
                  <a:pt x="377542" y="665593"/>
                </a:lnTo>
                <a:lnTo>
                  <a:pt x="397179" y="665935"/>
                </a:lnTo>
                <a:lnTo>
                  <a:pt x="396837" y="665935"/>
                </a:lnTo>
                <a:lnTo>
                  <a:pt x="416475" y="665593"/>
                </a:lnTo>
                <a:lnTo>
                  <a:pt x="415962" y="665593"/>
                </a:lnTo>
                <a:lnTo>
                  <a:pt x="435429" y="664398"/>
                </a:lnTo>
                <a:lnTo>
                  <a:pt x="434746" y="664398"/>
                </a:lnTo>
                <a:lnTo>
                  <a:pt x="454041" y="662178"/>
                </a:lnTo>
                <a:lnTo>
                  <a:pt x="453529" y="662178"/>
                </a:lnTo>
                <a:lnTo>
                  <a:pt x="472312" y="659275"/>
                </a:lnTo>
                <a:lnTo>
                  <a:pt x="471800" y="659446"/>
                </a:lnTo>
                <a:lnTo>
                  <a:pt x="490583" y="655689"/>
                </a:lnTo>
                <a:lnTo>
                  <a:pt x="490071" y="655860"/>
                </a:lnTo>
                <a:lnTo>
                  <a:pt x="508171" y="651421"/>
                </a:lnTo>
                <a:lnTo>
                  <a:pt x="507317" y="651592"/>
                </a:lnTo>
                <a:lnTo>
                  <a:pt x="542663" y="640492"/>
                </a:lnTo>
                <a:lnTo>
                  <a:pt x="541640" y="640834"/>
                </a:lnTo>
                <a:lnTo>
                  <a:pt x="575107" y="626661"/>
                </a:lnTo>
                <a:lnTo>
                  <a:pt x="574253" y="627174"/>
                </a:lnTo>
                <a:lnTo>
                  <a:pt x="605843" y="610610"/>
                </a:lnTo>
                <a:lnTo>
                  <a:pt x="604818" y="611123"/>
                </a:lnTo>
                <a:lnTo>
                  <a:pt x="634359" y="591999"/>
                </a:lnTo>
                <a:lnTo>
                  <a:pt x="633505" y="592682"/>
                </a:lnTo>
                <a:lnTo>
                  <a:pt x="660656" y="571167"/>
                </a:lnTo>
                <a:lnTo>
                  <a:pt x="659802" y="571851"/>
                </a:lnTo>
                <a:lnTo>
                  <a:pt x="684732" y="548286"/>
                </a:lnTo>
                <a:lnTo>
                  <a:pt x="683878" y="549311"/>
                </a:lnTo>
                <a:lnTo>
                  <a:pt x="705907" y="523697"/>
                </a:lnTo>
                <a:lnTo>
                  <a:pt x="705052" y="524722"/>
                </a:lnTo>
                <a:lnTo>
                  <a:pt x="724348" y="497060"/>
                </a:lnTo>
                <a:lnTo>
                  <a:pt x="723836" y="497914"/>
                </a:lnTo>
                <a:lnTo>
                  <a:pt x="732203" y="483570"/>
                </a:lnTo>
                <a:lnTo>
                  <a:pt x="731861" y="484254"/>
                </a:lnTo>
                <a:lnTo>
                  <a:pt x="739716" y="469399"/>
                </a:lnTo>
                <a:lnTo>
                  <a:pt x="739374" y="470081"/>
                </a:lnTo>
                <a:lnTo>
                  <a:pt x="746204" y="454884"/>
                </a:lnTo>
                <a:lnTo>
                  <a:pt x="746034" y="455568"/>
                </a:lnTo>
                <a:lnTo>
                  <a:pt x="752010" y="440200"/>
                </a:lnTo>
                <a:lnTo>
                  <a:pt x="751840" y="440712"/>
                </a:lnTo>
                <a:lnTo>
                  <a:pt x="756963" y="425003"/>
                </a:lnTo>
                <a:lnTo>
                  <a:pt x="756792" y="425857"/>
                </a:lnTo>
                <a:lnTo>
                  <a:pt x="761061" y="409635"/>
                </a:lnTo>
                <a:lnTo>
                  <a:pt x="760890" y="410318"/>
                </a:lnTo>
                <a:lnTo>
                  <a:pt x="764134" y="393926"/>
                </a:lnTo>
                <a:lnTo>
                  <a:pt x="764134" y="394609"/>
                </a:lnTo>
                <a:lnTo>
                  <a:pt x="766696" y="377876"/>
                </a:lnTo>
                <a:lnTo>
                  <a:pt x="766525" y="378729"/>
                </a:lnTo>
                <a:lnTo>
                  <a:pt x="767891" y="361825"/>
                </a:lnTo>
                <a:lnTo>
                  <a:pt x="767891" y="362508"/>
                </a:lnTo>
                <a:lnTo>
                  <a:pt x="768403" y="345432"/>
                </a:lnTo>
                <a:lnTo>
                  <a:pt x="768403" y="346115"/>
                </a:lnTo>
                <a:lnTo>
                  <a:pt x="767891" y="329040"/>
                </a:lnTo>
                <a:lnTo>
                  <a:pt x="767891" y="329723"/>
                </a:lnTo>
                <a:lnTo>
                  <a:pt x="766354" y="312818"/>
                </a:lnTo>
                <a:lnTo>
                  <a:pt x="766525" y="313502"/>
                </a:lnTo>
                <a:lnTo>
                  <a:pt x="764134" y="296938"/>
                </a:lnTo>
                <a:lnTo>
                  <a:pt x="764134" y="297622"/>
                </a:lnTo>
                <a:lnTo>
                  <a:pt x="760890" y="281229"/>
                </a:lnTo>
                <a:lnTo>
                  <a:pt x="761061" y="282082"/>
                </a:lnTo>
                <a:lnTo>
                  <a:pt x="756621" y="265861"/>
                </a:lnTo>
                <a:lnTo>
                  <a:pt x="756792" y="266544"/>
                </a:lnTo>
                <a:lnTo>
                  <a:pt x="751669" y="250835"/>
                </a:lnTo>
                <a:lnTo>
                  <a:pt x="752010" y="251347"/>
                </a:lnTo>
                <a:lnTo>
                  <a:pt x="746034" y="235979"/>
                </a:lnTo>
                <a:lnTo>
                  <a:pt x="746204" y="236663"/>
                </a:lnTo>
                <a:lnTo>
                  <a:pt x="739374" y="221466"/>
                </a:lnTo>
                <a:lnTo>
                  <a:pt x="739716" y="222149"/>
                </a:lnTo>
                <a:lnTo>
                  <a:pt x="731861" y="207463"/>
                </a:lnTo>
                <a:lnTo>
                  <a:pt x="732203" y="207976"/>
                </a:lnTo>
                <a:lnTo>
                  <a:pt x="723836" y="193633"/>
                </a:lnTo>
                <a:lnTo>
                  <a:pt x="724348" y="194487"/>
                </a:lnTo>
                <a:lnTo>
                  <a:pt x="705052" y="166996"/>
                </a:lnTo>
                <a:lnTo>
                  <a:pt x="705907" y="168020"/>
                </a:lnTo>
                <a:lnTo>
                  <a:pt x="683878" y="142408"/>
                </a:lnTo>
                <a:lnTo>
                  <a:pt x="684562" y="143260"/>
                </a:lnTo>
                <a:lnTo>
                  <a:pt x="659802" y="119527"/>
                </a:lnTo>
                <a:lnTo>
                  <a:pt x="660656" y="120381"/>
                </a:lnTo>
                <a:lnTo>
                  <a:pt x="633505" y="99037"/>
                </a:lnTo>
                <a:lnTo>
                  <a:pt x="634359" y="99549"/>
                </a:lnTo>
                <a:lnTo>
                  <a:pt x="604818" y="80424"/>
                </a:lnTo>
                <a:lnTo>
                  <a:pt x="605843" y="80937"/>
                </a:lnTo>
                <a:lnTo>
                  <a:pt x="574253" y="64373"/>
                </a:lnTo>
                <a:lnTo>
                  <a:pt x="575107" y="64886"/>
                </a:lnTo>
                <a:lnTo>
                  <a:pt x="541640" y="50713"/>
                </a:lnTo>
                <a:lnTo>
                  <a:pt x="542663" y="51226"/>
                </a:lnTo>
                <a:lnTo>
                  <a:pt x="507317" y="39956"/>
                </a:lnTo>
                <a:lnTo>
                  <a:pt x="508171" y="40298"/>
                </a:lnTo>
                <a:lnTo>
                  <a:pt x="490071" y="35686"/>
                </a:lnTo>
                <a:lnTo>
                  <a:pt x="490583" y="35857"/>
                </a:lnTo>
                <a:lnTo>
                  <a:pt x="471971" y="32102"/>
                </a:lnTo>
                <a:lnTo>
                  <a:pt x="472482" y="32272"/>
                </a:lnTo>
                <a:lnTo>
                  <a:pt x="453529" y="29369"/>
                </a:lnTo>
                <a:lnTo>
                  <a:pt x="454041" y="29369"/>
                </a:lnTo>
                <a:lnTo>
                  <a:pt x="434917" y="27149"/>
                </a:lnTo>
                <a:lnTo>
                  <a:pt x="435429" y="27320"/>
                </a:lnTo>
                <a:lnTo>
                  <a:pt x="415962" y="25954"/>
                </a:lnTo>
                <a:lnTo>
                  <a:pt x="416475" y="25954"/>
                </a:lnTo>
                <a:lnTo>
                  <a:pt x="396837" y="25613"/>
                </a:lnTo>
                <a:lnTo>
                  <a:pt x="397179" y="25613"/>
                </a:lnTo>
                <a:lnTo>
                  <a:pt x="377371" y="25954"/>
                </a:lnTo>
                <a:lnTo>
                  <a:pt x="378055" y="25954"/>
                </a:lnTo>
                <a:lnTo>
                  <a:pt x="358588" y="27320"/>
                </a:lnTo>
                <a:lnTo>
                  <a:pt x="359101" y="27149"/>
                </a:lnTo>
                <a:lnTo>
                  <a:pt x="339976" y="29369"/>
                </a:lnTo>
                <a:lnTo>
                  <a:pt x="340488" y="29369"/>
                </a:lnTo>
                <a:lnTo>
                  <a:pt x="321534" y="32272"/>
                </a:lnTo>
                <a:lnTo>
                  <a:pt x="322046" y="32102"/>
                </a:lnTo>
                <a:lnTo>
                  <a:pt x="303434" y="35857"/>
                </a:lnTo>
                <a:lnTo>
                  <a:pt x="303946" y="35686"/>
                </a:lnTo>
                <a:lnTo>
                  <a:pt x="285846" y="40298"/>
                </a:lnTo>
                <a:lnTo>
                  <a:pt x="286700" y="39956"/>
                </a:lnTo>
                <a:lnTo>
                  <a:pt x="251354" y="51226"/>
                </a:lnTo>
                <a:lnTo>
                  <a:pt x="252378" y="50713"/>
                </a:lnTo>
                <a:lnTo>
                  <a:pt x="218910" y="64886"/>
                </a:lnTo>
                <a:lnTo>
                  <a:pt x="219764" y="64373"/>
                </a:lnTo>
                <a:lnTo>
                  <a:pt x="188174" y="80937"/>
                </a:lnTo>
                <a:lnTo>
                  <a:pt x="189199" y="80424"/>
                </a:lnTo>
                <a:lnTo>
                  <a:pt x="159657" y="99549"/>
                </a:lnTo>
                <a:lnTo>
                  <a:pt x="160511" y="98866"/>
                </a:lnTo>
                <a:lnTo>
                  <a:pt x="133361" y="120381"/>
                </a:lnTo>
                <a:lnTo>
                  <a:pt x="134214" y="119697"/>
                </a:lnTo>
                <a:lnTo>
                  <a:pt x="109285" y="143260"/>
                </a:lnTo>
                <a:lnTo>
                  <a:pt x="110138" y="142408"/>
                </a:lnTo>
                <a:lnTo>
                  <a:pt x="88111" y="168020"/>
                </a:lnTo>
                <a:lnTo>
                  <a:pt x="88965" y="166996"/>
                </a:lnTo>
                <a:lnTo>
                  <a:pt x="69669" y="194487"/>
                </a:lnTo>
                <a:lnTo>
                  <a:pt x="70181" y="193633"/>
                </a:lnTo>
                <a:lnTo>
                  <a:pt x="61814" y="207976"/>
                </a:lnTo>
                <a:lnTo>
                  <a:pt x="61985" y="207463"/>
                </a:lnTo>
                <a:lnTo>
                  <a:pt x="54300" y="222149"/>
                </a:lnTo>
                <a:lnTo>
                  <a:pt x="54642" y="221466"/>
                </a:lnTo>
                <a:lnTo>
                  <a:pt x="47811" y="236663"/>
                </a:lnTo>
                <a:lnTo>
                  <a:pt x="47982" y="235979"/>
                </a:lnTo>
                <a:lnTo>
                  <a:pt x="42006" y="251347"/>
                </a:lnTo>
                <a:lnTo>
                  <a:pt x="42177" y="250835"/>
                </a:lnTo>
                <a:lnTo>
                  <a:pt x="37054" y="266544"/>
                </a:lnTo>
                <a:lnTo>
                  <a:pt x="37225" y="265861"/>
                </a:lnTo>
                <a:lnTo>
                  <a:pt x="32956" y="281911"/>
                </a:lnTo>
                <a:lnTo>
                  <a:pt x="33127" y="281229"/>
                </a:lnTo>
                <a:lnTo>
                  <a:pt x="29882" y="297622"/>
                </a:lnTo>
                <a:lnTo>
                  <a:pt x="29882" y="297109"/>
                </a:lnTo>
                <a:lnTo>
                  <a:pt x="27321" y="313673"/>
                </a:lnTo>
                <a:lnTo>
                  <a:pt x="27492" y="312818"/>
                </a:lnTo>
                <a:lnTo>
                  <a:pt x="26126" y="329723"/>
                </a:lnTo>
                <a:lnTo>
                  <a:pt x="26126" y="329040"/>
                </a:lnTo>
                <a:lnTo>
                  <a:pt x="25614" y="346115"/>
                </a:lnTo>
                <a:lnTo>
                  <a:pt x="25614" y="345432"/>
                </a:lnTo>
                <a:lnTo>
                  <a:pt x="26126" y="362508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7">
            <a:extLst xmlns:a="http://schemas.openxmlformats.org/drawingml/2006/main">
              <a:ext uri="{FF2B5EF4-FFF2-40B4-BE49-F238E27FC236}">
                <a16:creationId xmlns:a16="http://schemas.microsoft.com/office/drawing/2014/main" id="{A8FD4C1C-01E8-4C6C-8383-5B7B714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1596" y="1690364"/>
            <a:ext cx="293018" cy="1053202"/>
          </a:xfrm>
          <a:custGeom xmlns:a="http://schemas.openxmlformats.org/drawingml/2006/main">
            <a:pathLst>
              <a:path w="293018" h="1053202">
                <a:moveTo>
                  <a:pt x="0" y="61301"/>
                </a:moveTo>
                <a:cubicBezTo>
                  <a:pt x="0" y="27320"/>
                  <a:pt x="27492" y="0"/>
                  <a:pt x="61472" y="0"/>
                </a:cubicBezTo>
                <a:lnTo>
                  <a:pt x="231717" y="0"/>
                </a:lnTo>
                <a:cubicBezTo>
                  <a:pt x="265697" y="0"/>
                  <a:pt x="293018" y="27320"/>
                  <a:pt x="293018" y="61301"/>
                </a:cubicBezTo>
                <a:lnTo>
                  <a:pt x="293018" y="991902"/>
                </a:lnTo>
                <a:cubicBezTo>
                  <a:pt x="293018" y="1025711"/>
                  <a:pt x="265697" y="1053202"/>
                  <a:pt x="231717" y="1053202"/>
                </a:cubicBezTo>
                <a:lnTo>
                  <a:pt x="61472" y="1053202"/>
                </a:lnTo>
                <a:cubicBezTo>
                  <a:pt x="27492" y="1053202"/>
                  <a:pt x="0" y="1025711"/>
                  <a:pt x="0" y="991902"/>
                </a:cubicBezTo>
                <a:lnTo>
                  <a:pt x="0" y="61301"/>
                </a:lnTo>
              </a:path>
            </a:pathLst>
          </a:custGeom>
          <a:solidFill xmlns:a="http://schemas.openxmlformats.org/drawingml/2006/main">
            <a:srgbClr val="ABADC5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8">
            <a:extLst xmlns:a="http://schemas.openxmlformats.org/drawingml/2006/main">
              <a:ext uri="{FF2B5EF4-FFF2-40B4-BE49-F238E27FC236}">
                <a16:creationId xmlns:a16="http://schemas.microsoft.com/office/drawing/2014/main" id="{E89E0D56-45A2-4D86-BE57-A73216C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9630" y="11243898"/>
            <a:ext cx="1514266" cy="1122868"/>
          </a:xfrm>
          <a:custGeom xmlns:a="http://schemas.openxmlformats.org/drawingml/2006/main">
            <a:pathLst>
              <a:path w="1514266" h="1122868">
                <a:moveTo>
                  <a:pt x="0" y="63093"/>
                </a:moveTo>
                <a:cubicBezTo>
                  <a:pt x="0" y="28242"/>
                  <a:pt x="28346" y="0"/>
                  <a:pt x="63179" y="0"/>
                </a:cubicBezTo>
                <a:lnTo>
                  <a:pt x="1451256" y="0"/>
                </a:lnTo>
                <a:cubicBezTo>
                  <a:pt x="1486091" y="0"/>
                  <a:pt x="1514266" y="28242"/>
                  <a:pt x="1514266" y="63093"/>
                </a:cubicBezTo>
                <a:lnTo>
                  <a:pt x="1514266" y="1059775"/>
                </a:lnTo>
                <a:cubicBezTo>
                  <a:pt x="1514266" y="1094625"/>
                  <a:pt x="1486091" y="1122868"/>
                  <a:pt x="1451256" y="1122868"/>
                </a:cubicBezTo>
                <a:lnTo>
                  <a:pt x="63179" y="1122868"/>
                </a:lnTo>
                <a:cubicBezTo>
                  <a:pt x="28346" y="1122868"/>
                  <a:pt x="0" y="1094625"/>
                  <a:pt x="0" y="1059775"/>
                </a:cubicBezTo>
                <a:lnTo>
                  <a:pt x="0" y="630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9">
            <a:extLst xmlns:a="http://schemas.openxmlformats.org/drawingml/2006/main">
              <a:ext uri="{FF2B5EF4-FFF2-40B4-BE49-F238E27FC236}">
                <a16:creationId xmlns:a16="http://schemas.microsoft.com/office/drawing/2014/main" id="{8B1C43C7-5D59-4877-BBE0-025B9E0C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0505" y="11224773"/>
            <a:ext cx="1552685" cy="1161288"/>
          </a:xfrm>
          <a:custGeom xmlns:a="http://schemas.openxmlformats.org/drawingml/2006/main">
            <a:pathLst>
              <a:path w="1552685" h="1161288">
                <a:moveTo>
                  <a:pt x="0" y="81244"/>
                </a:moveTo>
                <a:lnTo>
                  <a:pt x="1707" y="65672"/>
                </a:lnTo>
                <a:lnTo>
                  <a:pt x="6488" y="50116"/>
                </a:lnTo>
                <a:lnTo>
                  <a:pt x="14001" y="36217"/>
                </a:lnTo>
                <a:lnTo>
                  <a:pt x="24076" y="24008"/>
                </a:lnTo>
                <a:lnTo>
                  <a:pt x="36371" y="13950"/>
                </a:lnTo>
                <a:lnTo>
                  <a:pt x="50202" y="6420"/>
                </a:lnTo>
                <a:lnTo>
                  <a:pt x="65741" y="1571"/>
                </a:lnTo>
                <a:lnTo>
                  <a:pt x="81279" y="0"/>
                </a:lnTo>
                <a:lnTo>
                  <a:pt x="1471406" y="0"/>
                </a:lnTo>
                <a:lnTo>
                  <a:pt x="1486945" y="1571"/>
                </a:lnTo>
                <a:lnTo>
                  <a:pt x="1502484" y="6403"/>
                </a:lnTo>
                <a:lnTo>
                  <a:pt x="1516485" y="13916"/>
                </a:lnTo>
                <a:lnTo>
                  <a:pt x="1528780" y="24008"/>
                </a:lnTo>
                <a:lnTo>
                  <a:pt x="1538855" y="36217"/>
                </a:lnTo>
                <a:lnTo>
                  <a:pt x="1546367" y="50116"/>
                </a:lnTo>
                <a:lnTo>
                  <a:pt x="1551149" y="65672"/>
                </a:lnTo>
                <a:lnTo>
                  <a:pt x="1552685" y="81244"/>
                </a:lnTo>
                <a:lnTo>
                  <a:pt x="1552685" y="1079907"/>
                </a:lnTo>
                <a:lnTo>
                  <a:pt x="1551149" y="1095480"/>
                </a:lnTo>
                <a:lnTo>
                  <a:pt x="1546367" y="1110984"/>
                </a:lnTo>
                <a:lnTo>
                  <a:pt x="1538855" y="1125019"/>
                </a:lnTo>
                <a:lnTo>
                  <a:pt x="1528780" y="1137280"/>
                </a:lnTo>
                <a:lnTo>
                  <a:pt x="1516485" y="1147354"/>
                </a:lnTo>
                <a:lnTo>
                  <a:pt x="1502484" y="1154868"/>
                </a:lnTo>
                <a:lnTo>
                  <a:pt x="1486945" y="1159716"/>
                </a:lnTo>
                <a:lnTo>
                  <a:pt x="1471406" y="1161288"/>
                </a:lnTo>
                <a:lnTo>
                  <a:pt x="81279" y="1161288"/>
                </a:lnTo>
                <a:lnTo>
                  <a:pt x="65741" y="1159716"/>
                </a:lnTo>
                <a:lnTo>
                  <a:pt x="50202" y="1154868"/>
                </a:lnTo>
                <a:lnTo>
                  <a:pt x="36371" y="1147321"/>
                </a:lnTo>
                <a:lnTo>
                  <a:pt x="24076" y="1137280"/>
                </a:lnTo>
                <a:lnTo>
                  <a:pt x="14001" y="1125019"/>
                </a:lnTo>
                <a:lnTo>
                  <a:pt x="6488" y="1110984"/>
                </a:lnTo>
                <a:lnTo>
                  <a:pt x="1707" y="1095480"/>
                </a:lnTo>
                <a:lnTo>
                  <a:pt x="0" y="1079907"/>
                </a:lnTo>
                <a:lnTo>
                  <a:pt x="0" y="81244"/>
                </a:lnTo>
                <a:moveTo>
                  <a:pt x="38420" y="1078934"/>
                </a:moveTo>
                <a:lnTo>
                  <a:pt x="38420" y="1077004"/>
                </a:lnTo>
                <a:lnTo>
                  <a:pt x="39615" y="1089691"/>
                </a:lnTo>
                <a:lnTo>
                  <a:pt x="38933" y="1085901"/>
                </a:lnTo>
                <a:lnTo>
                  <a:pt x="42689" y="1097819"/>
                </a:lnTo>
                <a:lnTo>
                  <a:pt x="41152" y="1094455"/>
                </a:lnTo>
                <a:lnTo>
                  <a:pt x="46958" y="1105213"/>
                </a:lnTo>
                <a:lnTo>
                  <a:pt x="44908" y="1102088"/>
                </a:lnTo>
                <a:lnTo>
                  <a:pt x="52593" y="1111445"/>
                </a:lnTo>
                <a:lnTo>
                  <a:pt x="49861" y="1108799"/>
                </a:lnTo>
                <a:lnTo>
                  <a:pt x="59252" y="1116482"/>
                </a:lnTo>
                <a:lnTo>
                  <a:pt x="56179" y="1114433"/>
                </a:lnTo>
                <a:lnTo>
                  <a:pt x="66936" y="1120188"/>
                </a:lnTo>
                <a:lnTo>
                  <a:pt x="63350" y="1118736"/>
                </a:lnTo>
                <a:lnTo>
                  <a:pt x="75303" y="1122459"/>
                </a:lnTo>
                <a:lnTo>
                  <a:pt x="71547" y="1121690"/>
                </a:lnTo>
                <a:lnTo>
                  <a:pt x="84183" y="1122970"/>
                </a:lnTo>
                <a:lnTo>
                  <a:pt x="82304" y="1122869"/>
                </a:lnTo>
                <a:lnTo>
                  <a:pt x="1470381" y="1122869"/>
                </a:lnTo>
                <a:lnTo>
                  <a:pt x="1468503" y="1122970"/>
                </a:lnTo>
                <a:lnTo>
                  <a:pt x="1481139" y="1121690"/>
                </a:lnTo>
                <a:lnTo>
                  <a:pt x="1477382" y="1122459"/>
                </a:lnTo>
                <a:lnTo>
                  <a:pt x="1489335" y="1118736"/>
                </a:lnTo>
                <a:lnTo>
                  <a:pt x="1485920" y="1120153"/>
                </a:lnTo>
                <a:lnTo>
                  <a:pt x="1496678" y="1114382"/>
                </a:lnTo>
                <a:lnTo>
                  <a:pt x="1493604" y="1116482"/>
                </a:lnTo>
                <a:lnTo>
                  <a:pt x="1502995" y="1108799"/>
                </a:lnTo>
                <a:lnTo>
                  <a:pt x="1500263" y="1111445"/>
                </a:lnTo>
                <a:lnTo>
                  <a:pt x="1507948" y="1102088"/>
                </a:lnTo>
                <a:lnTo>
                  <a:pt x="1505898" y="1105213"/>
                </a:lnTo>
                <a:lnTo>
                  <a:pt x="1511705" y="1094455"/>
                </a:lnTo>
                <a:lnTo>
                  <a:pt x="1510167" y="1097819"/>
                </a:lnTo>
                <a:lnTo>
                  <a:pt x="1513924" y="1085901"/>
                </a:lnTo>
                <a:lnTo>
                  <a:pt x="1513241" y="1089691"/>
                </a:lnTo>
                <a:lnTo>
                  <a:pt x="1514436" y="1077004"/>
                </a:lnTo>
                <a:lnTo>
                  <a:pt x="1514266" y="1078934"/>
                </a:lnTo>
                <a:lnTo>
                  <a:pt x="1514266" y="82218"/>
                </a:lnTo>
                <a:lnTo>
                  <a:pt x="1514436" y="84147"/>
                </a:lnTo>
                <a:lnTo>
                  <a:pt x="1513241" y="71460"/>
                </a:lnTo>
                <a:lnTo>
                  <a:pt x="1513924" y="75251"/>
                </a:lnTo>
                <a:lnTo>
                  <a:pt x="1510167" y="63349"/>
                </a:lnTo>
                <a:lnTo>
                  <a:pt x="1511705" y="66782"/>
                </a:lnTo>
                <a:lnTo>
                  <a:pt x="1505898" y="56160"/>
                </a:lnTo>
                <a:lnTo>
                  <a:pt x="1507948" y="59200"/>
                </a:lnTo>
                <a:lnTo>
                  <a:pt x="1500263" y="49843"/>
                </a:lnTo>
                <a:lnTo>
                  <a:pt x="1502995" y="52489"/>
                </a:lnTo>
                <a:lnTo>
                  <a:pt x="1493604" y="44805"/>
                </a:lnTo>
                <a:lnTo>
                  <a:pt x="1496678" y="46906"/>
                </a:lnTo>
                <a:lnTo>
                  <a:pt x="1485920" y="41134"/>
                </a:lnTo>
                <a:lnTo>
                  <a:pt x="1489335" y="42535"/>
                </a:lnTo>
                <a:lnTo>
                  <a:pt x="1477382" y="38829"/>
                </a:lnTo>
                <a:lnTo>
                  <a:pt x="1481139" y="39598"/>
                </a:lnTo>
                <a:lnTo>
                  <a:pt x="1468503" y="38317"/>
                </a:lnTo>
                <a:lnTo>
                  <a:pt x="1470381" y="38419"/>
                </a:lnTo>
                <a:lnTo>
                  <a:pt x="82304" y="38419"/>
                </a:lnTo>
                <a:lnTo>
                  <a:pt x="84183" y="38317"/>
                </a:lnTo>
                <a:lnTo>
                  <a:pt x="71547" y="39598"/>
                </a:lnTo>
                <a:lnTo>
                  <a:pt x="75303" y="38829"/>
                </a:lnTo>
                <a:lnTo>
                  <a:pt x="63350" y="42535"/>
                </a:lnTo>
                <a:lnTo>
                  <a:pt x="66936" y="41083"/>
                </a:lnTo>
                <a:lnTo>
                  <a:pt x="56179" y="46855"/>
                </a:lnTo>
                <a:lnTo>
                  <a:pt x="59252" y="44805"/>
                </a:lnTo>
                <a:lnTo>
                  <a:pt x="49861" y="52489"/>
                </a:lnTo>
                <a:lnTo>
                  <a:pt x="52593" y="49843"/>
                </a:lnTo>
                <a:lnTo>
                  <a:pt x="44908" y="59200"/>
                </a:lnTo>
                <a:lnTo>
                  <a:pt x="46958" y="56160"/>
                </a:lnTo>
                <a:lnTo>
                  <a:pt x="41152" y="66782"/>
                </a:lnTo>
                <a:lnTo>
                  <a:pt x="42689" y="63349"/>
                </a:lnTo>
                <a:lnTo>
                  <a:pt x="38933" y="75251"/>
                </a:lnTo>
                <a:lnTo>
                  <a:pt x="39615" y="71460"/>
                </a:lnTo>
                <a:lnTo>
                  <a:pt x="38420" y="84147"/>
                </a:lnTo>
                <a:lnTo>
                  <a:pt x="38420" y="82218"/>
                </a:lnTo>
                <a:lnTo>
                  <a:pt x="38420" y="1078934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0">
            <a:extLst xmlns:a="http://schemas.openxmlformats.org/drawingml/2006/main">
              <a:ext uri="{FF2B5EF4-FFF2-40B4-BE49-F238E27FC236}">
                <a16:creationId xmlns:a16="http://schemas.microsoft.com/office/drawing/2014/main" id="{594BD267-11FE-48F4-BBEB-71A64A6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5023" y="11254143"/>
            <a:ext cx="1516485" cy="1122868"/>
          </a:xfrm>
          <a:custGeom xmlns:a="http://schemas.openxmlformats.org/drawingml/2006/main">
            <a:pathLst>
              <a:path w="1516485" h="1122868">
                <a:moveTo>
                  <a:pt x="0" y="63093"/>
                </a:moveTo>
                <a:cubicBezTo>
                  <a:pt x="0" y="28243"/>
                  <a:pt x="28346" y="0"/>
                  <a:pt x="63179" y="0"/>
                </a:cubicBezTo>
                <a:lnTo>
                  <a:pt x="1453305" y="0"/>
                </a:lnTo>
                <a:cubicBezTo>
                  <a:pt x="1488139" y="0"/>
                  <a:pt x="1516485" y="28243"/>
                  <a:pt x="1516485" y="63093"/>
                </a:cubicBezTo>
                <a:lnTo>
                  <a:pt x="1516485" y="1059775"/>
                </a:lnTo>
                <a:cubicBezTo>
                  <a:pt x="1516485" y="1094626"/>
                  <a:pt x="1488139" y="1122868"/>
                  <a:pt x="1453305" y="1122868"/>
                </a:cubicBezTo>
                <a:lnTo>
                  <a:pt x="63179" y="1122868"/>
                </a:lnTo>
                <a:cubicBezTo>
                  <a:pt x="28346" y="1122868"/>
                  <a:pt x="0" y="1094626"/>
                  <a:pt x="0" y="1059775"/>
                </a:cubicBezTo>
                <a:lnTo>
                  <a:pt x="0" y="630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1">
            <a:extLst xmlns:a="http://schemas.openxmlformats.org/drawingml/2006/main">
              <a:ext uri="{FF2B5EF4-FFF2-40B4-BE49-F238E27FC236}">
                <a16:creationId xmlns:a16="http://schemas.microsoft.com/office/drawing/2014/main" id="{F70A03AE-38D4-4079-8760-E7A462E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898" y="11235019"/>
            <a:ext cx="1554734" cy="1161287"/>
          </a:xfrm>
          <a:custGeom xmlns:a="http://schemas.openxmlformats.org/drawingml/2006/main">
            <a:pathLst>
              <a:path w="1554734" h="1161287">
                <a:moveTo>
                  <a:pt x="0" y="81244"/>
                </a:moveTo>
                <a:lnTo>
                  <a:pt x="1707" y="65671"/>
                </a:lnTo>
                <a:lnTo>
                  <a:pt x="6488" y="50115"/>
                </a:lnTo>
                <a:lnTo>
                  <a:pt x="14001" y="36216"/>
                </a:lnTo>
                <a:lnTo>
                  <a:pt x="24076" y="24007"/>
                </a:lnTo>
                <a:lnTo>
                  <a:pt x="36370" y="13950"/>
                </a:lnTo>
                <a:lnTo>
                  <a:pt x="50202" y="6420"/>
                </a:lnTo>
                <a:lnTo>
                  <a:pt x="65740" y="1571"/>
                </a:lnTo>
                <a:lnTo>
                  <a:pt x="81279" y="0"/>
                </a:lnTo>
                <a:lnTo>
                  <a:pt x="1473454" y="0"/>
                </a:lnTo>
                <a:lnTo>
                  <a:pt x="1488994" y="1571"/>
                </a:lnTo>
                <a:lnTo>
                  <a:pt x="1504532" y="6403"/>
                </a:lnTo>
                <a:lnTo>
                  <a:pt x="1518534" y="13933"/>
                </a:lnTo>
                <a:lnTo>
                  <a:pt x="1530828" y="24007"/>
                </a:lnTo>
                <a:lnTo>
                  <a:pt x="1540903" y="36216"/>
                </a:lnTo>
                <a:lnTo>
                  <a:pt x="1548417" y="50115"/>
                </a:lnTo>
                <a:lnTo>
                  <a:pt x="1553197" y="65671"/>
                </a:lnTo>
                <a:lnTo>
                  <a:pt x="1554734" y="81244"/>
                </a:lnTo>
                <a:lnTo>
                  <a:pt x="1554734" y="1079906"/>
                </a:lnTo>
                <a:lnTo>
                  <a:pt x="1553197" y="1095479"/>
                </a:lnTo>
                <a:lnTo>
                  <a:pt x="1548417" y="1110984"/>
                </a:lnTo>
                <a:lnTo>
                  <a:pt x="1540903" y="1125020"/>
                </a:lnTo>
                <a:lnTo>
                  <a:pt x="1530828" y="1137279"/>
                </a:lnTo>
                <a:lnTo>
                  <a:pt x="1518534" y="1147353"/>
                </a:lnTo>
                <a:lnTo>
                  <a:pt x="1504532" y="1154884"/>
                </a:lnTo>
                <a:lnTo>
                  <a:pt x="1488994" y="1159717"/>
                </a:lnTo>
                <a:lnTo>
                  <a:pt x="1473454" y="1161287"/>
                </a:lnTo>
                <a:lnTo>
                  <a:pt x="81279" y="1161287"/>
                </a:lnTo>
                <a:lnTo>
                  <a:pt x="65740" y="1159717"/>
                </a:lnTo>
                <a:lnTo>
                  <a:pt x="50202" y="1154867"/>
                </a:lnTo>
                <a:lnTo>
                  <a:pt x="36370" y="1147338"/>
                </a:lnTo>
                <a:lnTo>
                  <a:pt x="24076" y="1137279"/>
                </a:lnTo>
                <a:lnTo>
                  <a:pt x="14001" y="1125020"/>
                </a:lnTo>
                <a:lnTo>
                  <a:pt x="6488" y="1110984"/>
                </a:lnTo>
                <a:lnTo>
                  <a:pt x="1707" y="1095479"/>
                </a:lnTo>
                <a:lnTo>
                  <a:pt x="0" y="1079906"/>
                </a:lnTo>
                <a:lnTo>
                  <a:pt x="0" y="81244"/>
                </a:lnTo>
                <a:moveTo>
                  <a:pt x="38420" y="1078933"/>
                </a:moveTo>
                <a:lnTo>
                  <a:pt x="38420" y="1077004"/>
                </a:lnTo>
                <a:lnTo>
                  <a:pt x="39615" y="1089690"/>
                </a:lnTo>
                <a:lnTo>
                  <a:pt x="38932" y="1085900"/>
                </a:lnTo>
                <a:lnTo>
                  <a:pt x="42689" y="1097801"/>
                </a:lnTo>
                <a:lnTo>
                  <a:pt x="41152" y="1094454"/>
                </a:lnTo>
                <a:lnTo>
                  <a:pt x="46958" y="1105212"/>
                </a:lnTo>
                <a:lnTo>
                  <a:pt x="44908" y="1102087"/>
                </a:lnTo>
                <a:lnTo>
                  <a:pt x="52593" y="1111444"/>
                </a:lnTo>
                <a:lnTo>
                  <a:pt x="49861" y="1108798"/>
                </a:lnTo>
                <a:lnTo>
                  <a:pt x="59252" y="1116481"/>
                </a:lnTo>
                <a:lnTo>
                  <a:pt x="56179" y="1114432"/>
                </a:lnTo>
                <a:lnTo>
                  <a:pt x="66936" y="1120187"/>
                </a:lnTo>
                <a:lnTo>
                  <a:pt x="63350" y="1118736"/>
                </a:lnTo>
                <a:lnTo>
                  <a:pt x="75303" y="1122458"/>
                </a:lnTo>
                <a:lnTo>
                  <a:pt x="71547" y="1121689"/>
                </a:lnTo>
                <a:lnTo>
                  <a:pt x="84182" y="1122971"/>
                </a:lnTo>
                <a:lnTo>
                  <a:pt x="82304" y="1122868"/>
                </a:lnTo>
                <a:lnTo>
                  <a:pt x="1472430" y="1122868"/>
                </a:lnTo>
                <a:lnTo>
                  <a:pt x="1470552" y="1122971"/>
                </a:lnTo>
                <a:lnTo>
                  <a:pt x="1483187" y="1121689"/>
                </a:lnTo>
                <a:lnTo>
                  <a:pt x="1479431" y="1122458"/>
                </a:lnTo>
                <a:lnTo>
                  <a:pt x="1491383" y="1118736"/>
                </a:lnTo>
                <a:lnTo>
                  <a:pt x="1487969" y="1120153"/>
                </a:lnTo>
                <a:lnTo>
                  <a:pt x="1498726" y="1114381"/>
                </a:lnTo>
                <a:lnTo>
                  <a:pt x="1495652" y="1116481"/>
                </a:lnTo>
                <a:lnTo>
                  <a:pt x="1505045" y="1108798"/>
                </a:lnTo>
                <a:lnTo>
                  <a:pt x="1502312" y="1111444"/>
                </a:lnTo>
                <a:lnTo>
                  <a:pt x="1509996" y="1102087"/>
                </a:lnTo>
                <a:lnTo>
                  <a:pt x="1507947" y="1105212"/>
                </a:lnTo>
                <a:lnTo>
                  <a:pt x="1513752" y="1094454"/>
                </a:lnTo>
                <a:lnTo>
                  <a:pt x="1512216" y="1097801"/>
                </a:lnTo>
                <a:lnTo>
                  <a:pt x="1515972" y="1085900"/>
                </a:lnTo>
                <a:lnTo>
                  <a:pt x="1515289" y="1089690"/>
                </a:lnTo>
                <a:lnTo>
                  <a:pt x="1516485" y="1077004"/>
                </a:lnTo>
                <a:lnTo>
                  <a:pt x="1516314" y="1078933"/>
                </a:lnTo>
                <a:lnTo>
                  <a:pt x="1516314" y="82217"/>
                </a:lnTo>
                <a:lnTo>
                  <a:pt x="1516485" y="84147"/>
                </a:lnTo>
                <a:lnTo>
                  <a:pt x="1515289" y="71459"/>
                </a:lnTo>
                <a:lnTo>
                  <a:pt x="1515972" y="75250"/>
                </a:lnTo>
                <a:lnTo>
                  <a:pt x="1512216" y="63348"/>
                </a:lnTo>
                <a:lnTo>
                  <a:pt x="1513752" y="66781"/>
                </a:lnTo>
                <a:lnTo>
                  <a:pt x="1507947" y="56160"/>
                </a:lnTo>
                <a:lnTo>
                  <a:pt x="1509996" y="59199"/>
                </a:lnTo>
                <a:lnTo>
                  <a:pt x="1502312" y="49842"/>
                </a:lnTo>
                <a:lnTo>
                  <a:pt x="1505045" y="52489"/>
                </a:lnTo>
                <a:lnTo>
                  <a:pt x="1495652" y="44805"/>
                </a:lnTo>
                <a:lnTo>
                  <a:pt x="1498726" y="46905"/>
                </a:lnTo>
                <a:lnTo>
                  <a:pt x="1487969" y="41134"/>
                </a:lnTo>
                <a:lnTo>
                  <a:pt x="1491383" y="42534"/>
                </a:lnTo>
                <a:lnTo>
                  <a:pt x="1479431" y="38828"/>
                </a:lnTo>
                <a:lnTo>
                  <a:pt x="1483187" y="39598"/>
                </a:lnTo>
                <a:lnTo>
                  <a:pt x="1470552" y="38317"/>
                </a:lnTo>
                <a:lnTo>
                  <a:pt x="1472430" y="38419"/>
                </a:lnTo>
                <a:lnTo>
                  <a:pt x="82304" y="38419"/>
                </a:lnTo>
                <a:lnTo>
                  <a:pt x="84182" y="38317"/>
                </a:lnTo>
                <a:lnTo>
                  <a:pt x="71547" y="39598"/>
                </a:lnTo>
                <a:lnTo>
                  <a:pt x="75303" y="38828"/>
                </a:lnTo>
                <a:lnTo>
                  <a:pt x="63350" y="42534"/>
                </a:lnTo>
                <a:lnTo>
                  <a:pt x="66936" y="41083"/>
                </a:lnTo>
                <a:lnTo>
                  <a:pt x="56179" y="46854"/>
                </a:lnTo>
                <a:lnTo>
                  <a:pt x="59252" y="44805"/>
                </a:lnTo>
                <a:lnTo>
                  <a:pt x="49861" y="52489"/>
                </a:lnTo>
                <a:lnTo>
                  <a:pt x="52593" y="49842"/>
                </a:lnTo>
                <a:lnTo>
                  <a:pt x="44908" y="59199"/>
                </a:lnTo>
                <a:lnTo>
                  <a:pt x="46958" y="56160"/>
                </a:lnTo>
                <a:lnTo>
                  <a:pt x="41152" y="66781"/>
                </a:lnTo>
                <a:lnTo>
                  <a:pt x="42689" y="63348"/>
                </a:lnTo>
                <a:lnTo>
                  <a:pt x="38932" y="75250"/>
                </a:lnTo>
                <a:lnTo>
                  <a:pt x="39615" y="71459"/>
                </a:lnTo>
                <a:lnTo>
                  <a:pt x="38420" y="84147"/>
                </a:lnTo>
                <a:lnTo>
                  <a:pt x="38420" y="82217"/>
                </a:lnTo>
                <a:lnTo>
                  <a:pt x="38420" y="1078933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12">
            <a:extLst xmlns:a="http://schemas.openxmlformats.org/drawingml/2006/main">
              <a:ext uri="{FF2B5EF4-FFF2-40B4-BE49-F238E27FC236}">
                <a16:creationId xmlns:a16="http://schemas.microsoft.com/office/drawing/2014/main" id="{B6B4BA5B-CBE1-4075-B017-834A1057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5388" y="11243898"/>
            <a:ext cx="1512217" cy="1122868"/>
          </a:xfrm>
          <a:custGeom xmlns:a="http://schemas.openxmlformats.org/drawingml/2006/main">
            <a:pathLst>
              <a:path w="1512217" h="1122868">
                <a:moveTo>
                  <a:pt x="0" y="63093"/>
                </a:moveTo>
                <a:cubicBezTo>
                  <a:pt x="0" y="28242"/>
                  <a:pt x="28175" y="0"/>
                  <a:pt x="63009" y="0"/>
                </a:cubicBezTo>
                <a:lnTo>
                  <a:pt x="1449037" y="0"/>
                </a:lnTo>
                <a:cubicBezTo>
                  <a:pt x="1483871" y="0"/>
                  <a:pt x="1512217" y="28242"/>
                  <a:pt x="1512217" y="63093"/>
                </a:cubicBezTo>
                <a:lnTo>
                  <a:pt x="1512217" y="1059775"/>
                </a:lnTo>
                <a:cubicBezTo>
                  <a:pt x="1512217" y="1094625"/>
                  <a:pt x="1483871" y="1122868"/>
                  <a:pt x="1449037" y="1122868"/>
                </a:cubicBezTo>
                <a:lnTo>
                  <a:pt x="63009" y="1122868"/>
                </a:lnTo>
                <a:cubicBezTo>
                  <a:pt x="28175" y="1122868"/>
                  <a:pt x="0" y="1094625"/>
                  <a:pt x="0" y="1059775"/>
                </a:cubicBezTo>
                <a:lnTo>
                  <a:pt x="0" y="630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3">
            <a:extLst xmlns:a="http://schemas.openxmlformats.org/drawingml/2006/main">
              <a:ext uri="{FF2B5EF4-FFF2-40B4-BE49-F238E27FC236}">
                <a16:creationId xmlns:a16="http://schemas.microsoft.com/office/drawing/2014/main" id="{4231C712-DD9B-4B41-8B8B-D6AB911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6093" y="11224773"/>
            <a:ext cx="1550637" cy="1161288"/>
          </a:xfrm>
          <a:custGeom xmlns:a="http://schemas.openxmlformats.org/drawingml/2006/main">
            <a:pathLst>
              <a:path w="1550637" h="1161288">
                <a:moveTo>
                  <a:pt x="0" y="81244"/>
                </a:moveTo>
                <a:lnTo>
                  <a:pt x="1707" y="65672"/>
                </a:lnTo>
                <a:lnTo>
                  <a:pt x="6489" y="50116"/>
                </a:lnTo>
                <a:lnTo>
                  <a:pt x="14002" y="36217"/>
                </a:lnTo>
                <a:lnTo>
                  <a:pt x="24077" y="24008"/>
                </a:lnTo>
                <a:lnTo>
                  <a:pt x="36371" y="13950"/>
                </a:lnTo>
                <a:lnTo>
                  <a:pt x="50202" y="6420"/>
                </a:lnTo>
                <a:lnTo>
                  <a:pt x="65741" y="1571"/>
                </a:lnTo>
                <a:lnTo>
                  <a:pt x="81280" y="0"/>
                </a:lnTo>
                <a:lnTo>
                  <a:pt x="1469357" y="0"/>
                </a:lnTo>
                <a:lnTo>
                  <a:pt x="1484895" y="1571"/>
                </a:lnTo>
                <a:lnTo>
                  <a:pt x="1500434" y="6403"/>
                </a:lnTo>
                <a:lnTo>
                  <a:pt x="1514437" y="13916"/>
                </a:lnTo>
                <a:lnTo>
                  <a:pt x="1526731" y="24008"/>
                </a:lnTo>
                <a:lnTo>
                  <a:pt x="1536805" y="36217"/>
                </a:lnTo>
                <a:lnTo>
                  <a:pt x="1544319" y="50116"/>
                </a:lnTo>
                <a:lnTo>
                  <a:pt x="1549100" y="65672"/>
                </a:lnTo>
                <a:lnTo>
                  <a:pt x="1550637" y="81244"/>
                </a:lnTo>
                <a:lnTo>
                  <a:pt x="1550637" y="1079907"/>
                </a:lnTo>
                <a:lnTo>
                  <a:pt x="1549100" y="1095480"/>
                </a:lnTo>
                <a:lnTo>
                  <a:pt x="1544319" y="1110984"/>
                </a:lnTo>
                <a:lnTo>
                  <a:pt x="1536805" y="1125019"/>
                </a:lnTo>
                <a:lnTo>
                  <a:pt x="1526731" y="1137280"/>
                </a:lnTo>
                <a:lnTo>
                  <a:pt x="1514437" y="1147354"/>
                </a:lnTo>
                <a:lnTo>
                  <a:pt x="1500434" y="1154868"/>
                </a:lnTo>
                <a:lnTo>
                  <a:pt x="1484895" y="1159716"/>
                </a:lnTo>
                <a:lnTo>
                  <a:pt x="1469357" y="1161288"/>
                </a:lnTo>
                <a:lnTo>
                  <a:pt x="81280" y="1161288"/>
                </a:lnTo>
                <a:lnTo>
                  <a:pt x="65741" y="1159716"/>
                </a:lnTo>
                <a:lnTo>
                  <a:pt x="50202" y="1154868"/>
                </a:lnTo>
                <a:lnTo>
                  <a:pt x="36371" y="1147321"/>
                </a:lnTo>
                <a:lnTo>
                  <a:pt x="24077" y="1137280"/>
                </a:lnTo>
                <a:lnTo>
                  <a:pt x="14002" y="1125019"/>
                </a:lnTo>
                <a:lnTo>
                  <a:pt x="6489" y="1110984"/>
                </a:lnTo>
                <a:lnTo>
                  <a:pt x="1707" y="1095480"/>
                </a:lnTo>
                <a:lnTo>
                  <a:pt x="0" y="1079907"/>
                </a:lnTo>
                <a:lnTo>
                  <a:pt x="0" y="81244"/>
                </a:lnTo>
                <a:moveTo>
                  <a:pt x="38420" y="1078934"/>
                </a:moveTo>
                <a:lnTo>
                  <a:pt x="38420" y="1077004"/>
                </a:lnTo>
                <a:lnTo>
                  <a:pt x="39615" y="1089691"/>
                </a:lnTo>
                <a:lnTo>
                  <a:pt x="38933" y="1085901"/>
                </a:lnTo>
                <a:lnTo>
                  <a:pt x="42689" y="1097819"/>
                </a:lnTo>
                <a:lnTo>
                  <a:pt x="41152" y="1094455"/>
                </a:lnTo>
                <a:lnTo>
                  <a:pt x="46958" y="1105213"/>
                </a:lnTo>
                <a:lnTo>
                  <a:pt x="44909" y="1102088"/>
                </a:lnTo>
                <a:lnTo>
                  <a:pt x="52593" y="1111445"/>
                </a:lnTo>
                <a:lnTo>
                  <a:pt x="49861" y="1108799"/>
                </a:lnTo>
                <a:lnTo>
                  <a:pt x="59252" y="1116482"/>
                </a:lnTo>
                <a:lnTo>
                  <a:pt x="56179" y="1114433"/>
                </a:lnTo>
                <a:lnTo>
                  <a:pt x="66936" y="1120188"/>
                </a:lnTo>
                <a:lnTo>
                  <a:pt x="63351" y="1118736"/>
                </a:lnTo>
                <a:lnTo>
                  <a:pt x="75303" y="1122459"/>
                </a:lnTo>
                <a:lnTo>
                  <a:pt x="71547" y="1121690"/>
                </a:lnTo>
                <a:lnTo>
                  <a:pt x="84183" y="1122970"/>
                </a:lnTo>
                <a:lnTo>
                  <a:pt x="82304" y="1122869"/>
                </a:lnTo>
                <a:lnTo>
                  <a:pt x="1468332" y="1122869"/>
                </a:lnTo>
                <a:lnTo>
                  <a:pt x="1466454" y="1122970"/>
                </a:lnTo>
                <a:lnTo>
                  <a:pt x="1479089" y="1121690"/>
                </a:lnTo>
                <a:lnTo>
                  <a:pt x="1475333" y="1122459"/>
                </a:lnTo>
                <a:lnTo>
                  <a:pt x="1487287" y="1118736"/>
                </a:lnTo>
                <a:lnTo>
                  <a:pt x="1483871" y="1120153"/>
                </a:lnTo>
                <a:lnTo>
                  <a:pt x="1494629" y="1114382"/>
                </a:lnTo>
                <a:lnTo>
                  <a:pt x="1491555" y="1116482"/>
                </a:lnTo>
                <a:lnTo>
                  <a:pt x="1500946" y="1108799"/>
                </a:lnTo>
                <a:lnTo>
                  <a:pt x="1498215" y="1111445"/>
                </a:lnTo>
                <a:lnTo>
                  <a:pt x="1505898" y="1102088"/>
                </a:lnTo>
                <a:lnTo>
                  <a:pt x="1503849" y="1105213"/>
                </a:lnTo>
                <a:lnTo>
                  <a:pt x="1509655" y="1094455"/>
                </a:lnTo>
                <a:lnTo>
                  <a:pt x="1508118" y="1097819"/>
                </a:lnTo>
                <a:lnTo>
                  <a:pt x="1511875" y="1085901"/>
                </a:lnTo>
                <a:lnTo>
                  <a:pt x="1511192" y="1089691"/>
                </a:lnTo>
                <a:lnTo>
                  <a:pt x="1512387" y="1077004"/>
                </a:lnTo>
                <a:lnTo>
                  <a:pt x="1512216" y="1078934"/>
                </a:lnTo>
                <a:lnTo>
                  <a:pt x="1512216" y="82218"/>
                </a:lnTo>
                <a:lnTo>
                  <a:pt x="1512387" y="84147"/>
                </a:lnTo>
                <a:lnTo>
                  <a:pt x="1511192" y="71460"/>
                </a:lnTo>
                <a:lnTo>
                  <a:pt x="1511875" y="75251"/>
                </a:lnTo>
                <a:lnTo>
                  <a:pt x="1508118" y="63349"/>
                </a:lnTo>
                <a:lnTo>
                  <a:pt x="1509655" y="66782"/>
                </a:lnTo>
                <a:lnTo>
                  <a:pt x="1503849" y="56160"/>
                </a:lnTo>
                <a:lnTo>
                  <a:pt x="1505898" y="59200"/>
                </a:lnTo>
                <a:lnTo>
                  <a:pt x="1498215" y="49843"/>
                </a:lnTo>
                <a:lnTo>
                  <a:pt x="1500946" y="52489"/>
                </a:lnTo>
                <a:lnTo>
                  <a:pt x="1491555" y="44805"/>
                </a:lnTo>
                <a:lnTo>
                  <a:pt x="1494629" y="46906"/>
                </a:lnTo>
                <a:lnTo>
                  <a:pt x="1483871" y="41134"/>
                </a:lnTo>
                <a:lnTo>
                  <a:pt x="1487287" y="42535"/>
                </a:lnTo>
                <a:lnTo>
                  <a:pt x="1475333" y="38829"/>
                </a:lnTo>
                <a:lnTo>
                  <a:pt x="1479089" y="39598"/>
                </a:lnTo>
                <a:lnTo>
                  <a:pt x="1466454" y="38317"/>
                </a:lnTo>
                <a:lnTo>
                  <a:pt x="1468332" y="38419"/>
                </a:lnTo>
                <a:lnTo>
                  <a:pt x="82304" y="38419"/>
                </a:lnTo>
                <a:lnTo>
                  <a:pt x="84183" y="38317"/>
                </a:lnTo>
                <a:lnTo>
                  <a:pt x="71547" y="39598"/>
                </a:lnTo>
                <a:lnTo>
                  <a:pt x="75303" y="38829"/>
                </a:lnTo>
                <a:lnTo>
                  <a:pt x="63351" y="42535"/>
                </a:lnTo>
                <a:lnTo>
                  <a:pt x="66936" y="41083"/>
                </a:lnTo>
                <a:lnTo>
                  <a:pt x="56179" y="46855"/>
                </a:lnTo>
                <a:lnTo>
                  <a:pt x="59252" y="44805"/>
                </a:lnTo>
                <a:lnTo>
                  <a:pt x="49861" y="52489"/>
                </a:lnTo>
                <a:lnTo>
                  <a:pt x="52593" y="49843"/>
                </a:lnTo>
                <a:lnTo>
                  <a:pt x="44909" y="59200"/>
                </a:lnTo>
                <a:lnTo>
                  <a:pt x="46958" y="56160"/>
                </a:lnTo>
                <a:lnTo>
                  <a:pt x="41152" y="66782"/>
                </a:lnTo>
                <a:lnTo>
                  <a:pt x="42689" y="63349"/>
                </a:lnTo>
                <a:lnTo>
                  <a:pt x="38933" y="75251"/>
                </a:lnTo>
                <a:lnTo>
                  <a:pt x="39615" y="71460"/>
                </a:lnTo>
                <a:lnTo>
                  <a:pt x="38420" y="84147"/>
                </a:lnTo>
                <a:lnTo>
                  <a:pt x="38420" y="82218"/>
                </a:lnTo>
                <a:lnTo>
                  <a:pt x="38420" y="1078934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A9FE6-995B-49E0-BA22-06A87C03A2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7a3c553384b4e"/>
          <a:srcRect xmlns:a="http://schemas.openxmlformats.org/drawingml/2006/main" l="38" t="0" r="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33" y="2044846"/>
            <a:ext cx="6063208" cy="3391145"/>
          </a:xfrm>
          <a:prstGeom xmlns:a="http://schemas.openxmlformats.org/drawingml/2006/main" prst="rect">
            <a:avLst/>
          </a:prstGeom>
        </p:spPr>
      </p:pic>
      <p:sp>
        <p:nvSpPr>
          <p:cNvPr id="18" name="host-source-component-2">
            <a:extLst xmlns:a="http://schemas.openxmlformats.org/drawingml/2006/main">
              <a:ext uri="{FF2B5EF4-FFF2-40B4-BE49-F238E27FC236}">
                <a16:creationId xmlns:a16="http://schemas.microsoft.com/office/drawing/2014/main" id="{AF399133-673F-42E8-924A-358216D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33" y="2044846"/>
            <a:ext cx="6063208" cy="3391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F1072C05-C03D-42EB-92DE-49F073ED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8" y="64357"/>
            <a:ext cx="234107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</a:t>
            </a:r>
          </a:p>
        </p:txBody>
      </p:sp>
      <p:sp>
        <p:nvSpPr>
          <p:cNvPr id="20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1D572CDA-34F0-463C-942E-08F2E4D3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683" y="57609"/>
            <a:ext cx="5461078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03" b="1" i="0">
                <a:solidFill>
                  <a:srgbClr val="09101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3" b="1" i="0">
                <a:solidFill>
                  <a:srgbClr val="0910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3" b="1" i="0">
                <a:solidFill>
                  <a:srgbClr val="09101F"/>
                </a:solidFill>
                <a:latin typeface="Times New Roman"/>
                <a:ea typeface="Times New Roman"/>
                <a:cs typeface="Times New Roman"/>
              </a:rPr>
              <a:t>Coupling Prediction Targets to the Demonstration</a:t>
            </a:r>
          </a:p>
        </p:txBody>
      </p:sp>
      <p:sp>
        <p:nvSpPr>
          <p:cNvPr id="21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B2572F6F-2903-4082-836E-FC39AADB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1547" y="60486"/>
            <a:ext cx="227960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 </a:t>
            </a:r>
          </a:p>
        </p:txBody>
      </p:sp>
      <p:sp>
        <p:nvSpPr>
          <p:cNvPr id="2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6CFF003D-58A3-493F-BDF8-37F4B1CE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4318" y="61909"/>
            <a:ext cx="1024026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Resolving</a:t>
            </a:r>
          </a:p>
        </p:txBody>
      </p:sp>
      <p:sp>
        <p:nvSpPr>
          <p:cNvPr id="23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3BEB5919-DC1B-42A8-9FD2-E3CA0EBF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522" y="62279"/>
            <a:ext cx="1048141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Execution</a:t>
            </a:r>
          </a:p>
        </p:txBody>
      </p:sp>
      <p:sp>
        <p:nvSpPr>
          <p:cNvPr id="24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AD865862-3EA8-46DD-8847-350FCC37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3071" y="62100"/>
            <a:ext cx="845283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through</a:t>
            </a:r>
          </a:p>
        </p:txBody>
      </p:sp>
      <p:sp>
        <p:nvSpPr>
          <p:cNvPr id="25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523FF1C7-3102-4587-A20E-EEC473F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4664" y="62280"/>
            <a:ext cx="394704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Self</a:t>
            </a:r>
          </a:p>
        </p:txBody>
      </p:sp>
      <p:sp>
        <p:nvSpPr>
          <p:cNvPr id="2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40A8AC15-21F2-4048-97A6-2101F98F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4328" y="56715"/>
            <a:ext cx="85295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27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C183A6A2-ED6D-4AB1-8358-D03770E2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242" y="62067"/>
            <a:ext cx="1009210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grounded</a:t>
            </a:r>
          </a:p>
        </p:txBody>
      </p:sp>
      <p:sp>
        <p:nvSpPr>
          <p:cNvPr id="28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A7FA33CB-E4DF-49C9-B5E5-BEA3D86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5908" y="63397"/>
            <a:ext cx="1078875" cy="2561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29" name="pdf-path-25">
            <a:extLst xmlns:a="http://schemas.openxmlformats.org/drawingml/2006/main">
              <a:ext uri="{FF2B5EF4-FFF2-40B4-BE49-F238E27FC236}">
                <a16:creationId xmlns:a16="http://schemas.microsoft.com/office/drawing/2014/main" id="{8B526796-A9C9-4A3E-BBCC-1E95E45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560" y="2868556"/>
            <a:ext cx="4529273" cy="788877"/>
          </a:xfrm>
          <a:custGeom xmlns:a="http://schemas.openxmlformats.org/drawingml/2006/main">
            <a:pathLst>
              <a:path w="4529273" h="788877">
                <a:moveTo>
                  <a:pt x="0" y="475717"/>
                </a:moveTo>
                <a:lnTo>
                  <a:pt x="2715" y="471789"/>
                </a:lnTo>
                <a:lnTo>
                  <a:pt x="8282" y="467179"/>
                </a:lnTo>
                <a:lnTo>
                  <a:pt x="14958" y="463081"/>
                </a:lnTo>
                <a:lnTo>
                  <a:pt x="23496" y="458471"/>
                </a:lnTo>
                <a:lnTo>
                  <a:pt x="34288" y="453007"/>
                </a:lnTo>
                <a:lnTo>
                  <a:pt x="47590" y="446688"/>
                </a:lnTo>
                <a:lnTo>
                  <a:pt x="63094" y="439688"/>
                </a:lnTo>
                <a:lnTo>
                  <a:pt x="80802" y="431833"/>
                </a:lnTo>
                <a:lnTo>
                  <a:pt x="100729" y="423466"/>
                </a:lnTo>
                <a:lnTo>
                  <a:pt x="122637" y="414417"/>
                </a:lnTo>
                <a:lnTo>
                  <a:pt x="146304" y="405026"/>
                </a:lnTo>
                <a:lnTo>
                  <a:pt x="171798" y="395293"/>
                </a:lnTo>
                <a:lnTo>
                  <a:pt x="198811" y="385217"/>
                </a:lnTo>
                <a:lnTo>
                  <a:pt x="227362" y="374802"/>
                </a:lnTo>
                <a:lnTo>
                  <a:pt x="257210" y="364386"/>
                </a:lnTo>
                <a:lnTo>
                  <a:pt x="288407" y="353800"/>
                </a:lnTo>
                <a:lnTo>
                  <a:pt x="320595" y="343554"/>
                </a:lnTo>
                <a:lnTo>
                  <a:pt x="353687" y="333309"/>
                </a:lnTo>
                <a:lnTo>
                  <a:pt x="387702" y="323235"/>
                </a:lnTo>
                <a:lnTo>
                  <a:pt x="457439" y="304624"/>
                </a:lnTo>
                <a:lnTo>
                  <a:pt x="528900" y="288060"/>
                </a:lnTo>
                <a:lnTo>
                  <a:pt x="565066" y="280717"/>
                </a:lnTo>
                <a:lnTo>
                  <a:pt x="601232" y="274229"/>
                </a:lnTo>
                <a:lnTo>
                  <a:pt x="637177" y="268764"/>
                </a:lnTo>
                <a:lnTo>
                  <a:pt x="673018" y="264155"/>
                </a:lnTo>
                <a:lnTo>
                  <a:pt x="708485" y="260740"/>
                </a:lnTo>
                <a:lnTo>
                  <a:pt x="743438" y="258349"/>
                </a:lnTo>
                <a:lnTo>
                  <a:pt x="777931" y="257495"/>
                </a:lnTo>
                <a:lnTo>
                  <a:pt x="811570" y="257836"/>
                </a:lnTo>
                <a:lnTo>
                  <a:pt x="844525" y="259886"/>
                </a:lnTo>
                <a:lnTo>
                  <a:pt x="876799" y="263300"/>
                </a:lnTo>
                <a:lnTo>
                  <a:pt x="908730" y="269448"/>
                </a:lnTo>
                <a:lnTo>
                  <a:pt x="940832" y="277132"/>
                </a:lnTo>
                <a:lnTo>
                  <a:pt x="973788" y="286694"/>
                </a:lnTo>
                <a:lnTo>
                  <a:pt x="1007086" y="297964"/>
                </a:lnTo>
                <a:lnTo>
                  <a:pt x="1040554" y="310770"/>
                </a:lnTo>
                <a:lnTo>
                  <a:pt x="1074876" y="325113"/>
                </a:lnTo>
                <a:lnTo>
                  <a:pt x="1109027" y="340652"/>
                </a:lnTo>
                <a:lnTo>
                  <a:pt x="1143690" y="357215"/>
                </a:lnTo>
                <a:lnTo>
                  <a:pt x="1178695" y="374973"/>
                </a:lnTo>
                <a:lnTo>
                  <a:pt x="1214042" y="393585"/>
                </a:lnTo>
                <a:lnTo>
                  <a:pt x="1284735" y="432688"/>
                </a:lnTo>
                <a:lnTo>
                  <a:pt x="1355770" y="473668"/>
                </a:lnTo>
                <a:lnTo>
                  <a:pt x="1426975" y="515160"/>
                </a:lnTo>
                <a:lnTo>
                  <a:pt x="1497668" y="556142"/>
                </a:lnTo>
                <a:lnTo>
                  <a:pt x="1497497" y="556142"/>
                </a:lnTo>
                <a:lnTo>
                  <a:pt x="1567507" y="595756"/>
                </a:lnTo>
                <a:lnTo>
                  <a:pt x="1567166" y="595585"/>
                </a:lnTo>
                <a:lnTo>
                  <a:pt x="1601829" y="614539"/>
                </a:lnTo>
                <a:lnTo>
                  <a:pt x="1601658" y="614368"/>
                </a:lnTo>
                <a:lnTo>
                  <a:pt x="1635980" y="632467"/>
                </a:lnTo>
                <a:lnTo>
                  <a:pt x="1635639" y="632297"/>
                </a:lnTo>
                <a:lnTo>
                  <a:pt x="1669619" y="649542"/>
                </a:lnTo>
                <a:lnTo>
                  <a:pt x="1669278" y="649201"/>
                </a:lnTo>
                <a:lnTo>
                  <a:pt x="1702746" y="665423"/>
                </a:lnTo>
                <a:lnTo>
                  <a:pt x="1702234" y="665081"/>
                </a:lnTo>
                <a:lnTo>
                  <a:pt x="1735360" y="680107"/>
                </a:lnTo>
                <a:lnTo>
                  <a:pt x="1734677" y="679765"/>
                </a:lnTo>
                <a:lnTo>
                  <a:pt x="1767292" y="693426"/>
                </a:lnTo>
                <a:lnTo>
                  <a:pt x="1766609" y="693085"/>
                </a:lnTo>
                <a:lnTo>
                  <a:pt x="1798711" y="705208"/>
                </a:lnTo>
                <a:lnTo>
                  <a:pt x="1797687" y="704867"/>
                </a:lnTo>
                <a:lnTo>
                  <a:pt x="1829105" y="715454"/>
                </a:lnTo>
                <a:lnTo>
                  <a:pt x="1828081" y="715112"/>
                </a:lnTo>
                <a:lnTo>
                  <a:pt x="1858817" y="723820"/>
                </a:lnTo>
                <a:lnTo>
                  <a:pt x="1857451" y="723478"/>
                </a:lnTo>
                <a:lnTo>
                  <a:pt x="1887504" y="730309"/>
                </a:lnTo>
                <a:lnTo>
                  <a:pt x="1886139" y="729967"/>
                </a:lnTo>
                <a:lnTo>
                  <a:pt x="1915337" y="734748"/>
                </a:lnTo>
                <a:lnTo>
                  <a:pt x="1913289" y="734578"/>
                </a:lnTo>
                <a:lnTo>
                  <a:pt x="1941975" y="737139"/>
                </a:lnTo>
                <a:lnTo>
                  <a:pt x="1940268" y="736968"/>
                </a:lnTo>
                <a:lnTo>
                  <a:pt x="1968101" y="737651"/>
                </a:lnTo>
                <a:lnTo>
                  <a:pt x="1966564" y="737651"/>
                </a:lnTo>
                <a:lnTo>
                  <a:pt x="1994056" y="736627"/>
                </a:lnTo>
                <a:lnTo>
                  <a:pt x="1992690" y="736798"/>
                </a:lnTo>
                <a:lnTo>
                  <a:pt x="2019841" y="734236"/>
                </a:lnTo>
                <a:lnTo>
                  <a:pt x="2018303" y="734407"/>
                </a:lnTo>
                <a:lnTo>
                  <a:pt x="2045283" y="730480"/>
                </a:lnTo>
                <a:lnTo>
                  <a:pt x="2043917" y="730650"/>
                </a:lnTo>
                <a:lnTo>
                  <a:pt x="2070384" y="725528"/>
                </a:lnTo>
                <a:lnTo>
                  <a:pt x="2069189" y="725698"/>
                </a:lnTo>
                <a:lnTo>
                  <a:pt x="2095315" y="719210"/>
                </a:lnTo>
                <a:lnTo>
                  <a:pt x="2094119" y="719551"/>
                </a:lnTo>
                <a:lnTo>
                  <a:pt x="2119904" y="711868"/>
                </a:lnTo>
                <a:lnTo>
                  <a:pt x="2118708" y="712210"/>
                </a:lnTo>
                <a:lnTo>
                  <a:pt x="2144151" y="703330"/>
                </a:lnTo>
                <a:lnTo>
                  <a:pt x="2143297" y="703501"/>
                </a:lnTo>
                <a:lnTo>
                  <a:pt x="2168398" y="693768"/>
                </a:lnTo>
                <a:lnTo>
                  <a:pt x="2167544" y="694110"/>
                </a:lnTo>
                <a:lnTo>
                  <a:pt x="2192304" y="683181"/>
                </a:lnTo>
                <a:lnTo>
                  <a:pt x="2191450" y="683523"/>
                </a:lnTo>
                <a:lnTo>
                  <a:pt x="2215868" y="671741"/>
                </a:lnTo>
                <a:lnTo>
                  <a:pt x="2215185" y="672253"/>
                </a:lnTo>
                <a:lnTo>
                  <a:pt x="2239262" y="659617"/>
                </a:lnTo>
                <a:lnTo>
                  <a:pt x="2238237" y="660129"/>
                </a:lnTo>
                <a:lnTo>
                  <a:pt x="2285537" y="632809"/>
                </a:lnTo>
                <a:lnTo>
                  <a:pt x="2284513" y="633492"/>
                </a:lnTo>
                <a:lnTo>
                  <a:pt x="2330445" y="603952"/>
                </a:lnTo>
                <a:lnTo>
                  <a:pt x="2329592" y="604465"/>
                </a:lnTo>
                <a:lnTo>
                  <a:pt x="2374330" y="573216"/>
                </a:lnTo>
                <a:lnTo>
                  <a:pt x="2373818" y="573728"/>
                </a:lnTo>
                <a:lnTo>
                  <a:pt x="2417019" y="541456"/>
                </a:lnTo>
                <a:lnTo>
                  <a:pt x="2416677" y="541797"/>
                </a:lnTo>
                <a:lnTo>
                  <a:pt x="2458854" y="509184"/>
                </a:lnTo>
                <a:lnTo>
                  <a:pt x="2458683" y="509355"/>
                </a:lnTo>
                <a:lnTo>
                  <a:pt x="2499494" y="476912"/>
                </a:lnTo>
                <a:lnTo>
                  <a:pt x="2539451" y="445323"/>
                </a:lnTo>
                <a:lnTo>
                  <a:pt x="2578213" y="415100"/>
                </a:lnTo>
                <a:lnTo>
                  <a:pt x="2616120" y="386925"/>
                </a:lnTo>
                <a:lnTo>
                  <a:pt x="2634733" y="373436"/>
                </a:lnTo>
                <a:lnTo>
                  <a:pt x="2653175" y="360971"/>
                </a:lnTo>
                <a:lnTo>
                  <a:pt x="2689717" y="336894"/>
                </a:lnTo>
                <a:lnTo>
                  <a:pt x="2727112" y="311965"/>
                </a:lnTo>
                <a:lnTo>
                  <a:pt x="2766045" y="286353"/>
                </a:lnTo>
                <a:lnTo>
                  <a:pt x="2805831" y="260569"/>
                </a:lnTo>
                <a:lnTo>
                  <a:pt x="2846300" y="234444"/>
                </a:lnTo>
                <a:lnTo>
                  <a:pt x="2887794" y="208660"/>
                </a:lnTo>
                <a:lnTo>
                  <a:pt x="2929629" y="183217"/>
                </a:lnTo>
                <a:lnTo>
                  <a:pt x="2972147" y="158629"/>
                </a:lnTo>
                <a:lnTo>
                  <a:pt x="3014836" y="134724"/>
                </a:lnTo>
                <a:lnTo>
                  <a:pt x="3057696" y="112184"/>
                </a:lnTo>
                <a:lnTo>
                  <a:pt x="3100727" y="91011"/>
                </a:lnTo>
                <a:lnTo>
                  <a:pt x="3143757" y="71717"/>
                </a:lnTo>
                <a:lnTo>
                  <a:pt x="3186446" y="54128"/>
                </a:lnTo>
                <a:lnTo>
                  <a:pt x="3228964" y="39102"/>
                </a:lnTo>
                <a:lnTo>
                  <a:pt x="3270970" y="26295"/>
                </a:lnTo>
                <a:lnTo>
                  <a:pt x="3312635" y="16564"/>
                </a:lnTo>
                <a:lnTo>
                  <a:pt x="3354641" y="9392"/>
                </a:lnTo>
                <a:lnTo>
                  <a:pt x="3398355" y="4270"/>
                </a:lnTo>
                <a:lnTo>
                  <a:pt x="3443264" y="1196"/>
                </a:lnTo>
                <a:lnTo>
                  <a:pt x="3488855" y="0"/>
                </a:lnTo>
                <a:lnTo>
                  <a:pt x="3534789" y="683"/>
                </a:lnTo>
                <a:lnTo>
                  <a:pt x="3580893" y="3074"/>
                </a:lnTo>
                <a:lnTo>
                  <a:pt x="3626314" y="7172"/>
                </a:lnTo>
                <a:lnTo>
                  <a:pt x="3671052" y="12807"/>
                </a:lnTo>
                <a:lnTo>
                  <a:pt x="3714425" y="19808"/>
                </a:lnTo>
                <a:lnTo>
                  <a:pt x="3756259" y="28345"/>
                </a:lnTo>
                <a:lnTo>
                  <a:pt x="3796046" y="38078"/>
                </a:lnTo>
                <a:lnTo>
                  <a:pt x="3833100" y="49006"/>
                </a:lnTo>
                <a:lnTo>
                  <a:pt x="3850858" y="54812"/>
                </a:lnTo>
                <a:lnTo>
                  <a:pt x="3867763" y="61130"/>
                </a:lnTo>
                <a:lnTo>
                  <a:pt x="3883814" y="67619"/>
                </a:lnTo>
                <a:lnTo>
                  <a:pt x="3899182" y="74619"/>
                </a:lnTo>
                <a:lnTo>
                  <a:pt x="3913526" y="81790"/>
                </a:lnTo>
                <a:lnTo>
                  <a:pt x="3927016" y="89304"/>
                </a:lnTo>
                <a:lnTo>
                  <a:pt x="3939481" y="96987"/>
                </a:lnTo>
                <a:lnTo>
                  <a:pt x="3950409" y="104843"/>
                </a:lnTo>
                <a:lnTo>
                  <a:pt x="3948702" y="103647"/>
                </a:lnTo>
                <a:lnTo>
                  <a:pt x="3958776" y="109623"/>
                </a:lnTo>
                <a:lnTo>
                  <a:pt x="3958264" y="109452"/>
                </a:lnTo>
                <a:lnTo>
                  <a:pt x="3969534" y="115771"/>
                </a:lnTo>
                <a:lnTo>
                  <a:pt x="3969363" y="115771"/>
                </a:lnTo>
                <a:lnTo>
                  <a:pt x="3981658" y="122429"/>
                </a:lnTo>
                <a:lnTo>
                  <a:pt x="3981487" y="122429"/>
                </a:lnTo>
                <a:lnTo>
                  <a:pt x="3994635" y="129772"/>
                </a:lnTo>
                <a:lnTo>
                  <a:pt x="4008637" y="137456"/>
                </a:lnTo>
                <a:lnTo>
                  <a:pt x="4008466" y="137285"/>
                </a:lnTo>
                <a:lnTo>
                  <a:pt x="4023492" y="145482"/>
                </a:lnTo>
                <a:lnTo>
                  <a:pt x="4039202" y="154020"/>
                </a:lnTo>
                <a:lnTo>
                  <a:pt x="4039031" y="154020"/>
                </a:lnTo>
                <a:lnTo>
                  <a:pt x="4055424" y="162728"/>
                </a:lnTo>
                <a:lnTo>
                  <a:pt x="4090258" y="181681"/>
                </a:lnTo>
                <a:lnTo>
                  <a:pt x="4127484" y="202001"/>
                </a:lnTo>
                <a:lnTo>
                  <a:pt x="4166416" y="223686"/>
                </a:lnTo>
                <a:lnTo>
                  <a:pt x="4206885" y="246396"/>
                </a:lnTo>
                <a:lnTo>
                  <a:pt x="4248378" y="270643"/>
                </a:lnTo>
                <a:lnTo>
                  <a:pt x="4290214" y="295573"/>
                </a:lnTo>
                <a:lnTo>
                  <a:pt x="4332391" y="321698"/>
                </a:lnTo>
                <a:lnTo>
                  <a:pt x="4374226" y="348847"/>
                </a:lnTo>
                <a:lnTo>
                  <a:pt x="4415207" y="376680"/>
                </a:lnTo>
                <a:lnTo>
                  <a:pt x="4455163" y="405196"/>
                </a:lnTo>
                <a:lnTo>
                  <a:pt x="4493414" y="434394"/>
                </a:lnTo>
                <a:lnTo>
                  <a:pt x="4529273" y="464106"/>
                </a:lnTo>
                <a:lnTo>
                  <a:pt x="4496488" y="503549"/>
                </a:lnTo>
                <a:lnTo>
                  <a:pt x="4461140" y="474180"/>
                </a:lnTo>
                <a:lnTo>
                  <a:pt x="4461824" y="474863"/>
                </a:lnTo>
                <a:lnTo>
                  <a:pt x="4424257" y="446177"/>
                </a:lnTo>
                <a:lnTo>
                  <a:pt x="4424940" y="446688"/>
                </a:lnTo>
                <a:lnTo>
                  <a:pt x="4385667" y="418515"/>
                </a:lnTo>
                <a:lnTo>
                  <a:pt x="4386179" y="418856"/>
                </a:lnTo>
                <a:lnTo>
                  <a:pt x="4345710" y="391364"/>
                </a:lnTo>
                <a:lnTo>
                  <a:pt x="4346222" y="391706"/>
                </a:lnTo>
                <a:lnTo>
                  <a:pt x="4304899" y="364898"/>
                </a:lnTo>
                <a:lnTo>
                  <a:pt x="4305241" y="365069"/>
                </a:lnTo>
                <a:lnTo>
                  <a:pt x="4263405" y="339285"/>
                </a:lnTo>
                <a:lnTo>
                  <a:pt x="4263917" y="339456"/>
                </a:lnTo>
                <a:lnTo>
                  <a:pt x="4222253" y="314697"/>
                </a:lnTo>
                <a:lnTo>
                  <a:pt x="4222424" y="314868"/>
                </a:lnTo>
                <a:lnTo>
                  <a:pt x="4181271" y="290792"/>
                </a:lnTo>
                <a:lnTo>
                  <a:pt x="4181613" y="290962"/>
                </a:lnTo>
                <a:lnTo>
                  <a:pt x="4141315" y="268423"/>
                </a:lnTo>
                <a:lnTo>
                  <a:pt x="4141485" y="268423"/>
                </a:lnTo>
                <a:lnTo>
                  <a:pt x="4102553" y="246738"/>
                </a:lnTo>
                <a:lnTo>
                  <a:pt x="4102895" y="246908"/>
                </a:lnTo>
                <a:lnTo>
                  <a:pt x="4065840" y="226589"/>
                </a:lnTo>
                <a:lnTo>
                  <a:pt x="4065840" y="226760"/>
                </a:lnTo>
                <a:lnTo>
                  <a:pt x="4031177" y="207805"/>
                </a:lnTo>
                <a:lnTo>
                  <a:pt x="4014613" y="198927"/>
                </a:lnTo>
                <a:lnTo>
                  <a:pt x="3998904" y="190390"/>
                </a:lnTo>
                <a:lnTo>
                  <a:pt x="3999074" y="190390"/>
                </a:lnTo>
                <a:lnTo>
                  <a:pt x="3984048" y="182364"/>
                </a:lnTo>
                <a:lnTo>
                  <a:pt x="3969875" y="174510"/>
                </a:lnTo>
                <a:lnTo>
                  <a:pt x="3956727" y="167167"/>
                </a:lnTo>
                <a:lnTo>
                  <a:pt x="3944433" y="160337"/>
                </a:lnTo>
                <a:lnTo>
                  <a:pt x="3932821" y="153849"/>
                </a:lnTo>
                <a:lnTo>
                  <a:pt x="3921551" y="147189"/>
                </a:lnTo>
                <a:lnTo>
                  <a:pt x="3910452" y="139164"/>
                </a:lnTo>
                <a:lnTo>
                  <a:pt x="3911648" y="140017"/>
                </a:lnTo>
                <a:lnTo>
                  <a:pt x="3900377" y="133016"/>
                </a:lnTo>
                <a:lnTo>
                  <a:pt x="3901573" y="133699"/>
                </a:lnTo>
                <a:lnTo>
                  <a:pt x="3889108" y="126699"/>
                </a:lnTo>
                <a:lnTo>
                  <a:pt x="3890303" y="127382"/>
                </a:lnTo>
                <a:lnTo>
                  <a:pt x="3876813" y="120723"/>
                </a:lnTo>
                <a:lnTo>
                  <a:pt x="3877667" y="121064"/>
                </a:lnTo>
                <a:lnTo>
                  <a:pt x="3863153" y="114576"/>
                </a:lnTo>
                <a:lnTo>
                  <a:pt x="3864177" y="114917"/>
                </a:lnTo>
                <a:lnTo>
                  <a:pt x="3848809" y="108770"/>
                </a:lnTo>
                <a:lnTo>
                  <a:pt x="3849492" y="109111"/>
                </a:lnTo>
                <a:lnTo>
                  <a:pt x="3833441" y="102964"/>
                </a:lnTo>
                <a:lnTo>
                  <a:pt x="3834295" y="103305"/>
                </a:lnTo>
                <a:lnTo>
                  <a:pt x="3817390" y="97671"/>
                </a:lnTo>
                <a:lnTo>
                  <a:pt x="3818244" y="98012"/>
                </a:lnTo>
                <a:lnTo>
                  <a:pt x="3782044" y="87255"/>
                </a:lnTo>
                <a:lnTo>
                  <a:pt x="3783239" y="87596"/>
                </a:lnTo>
                <a:lnTo>
                  <a:pt x="3744477" y="78205"/>
                </a:lnTo>
                <a:lnTo>
                  <a:pt x="3745501" y="78376"/>
                </a:lnTo>
                <a:lnTo>
                  <a:pt x="3704691" y="70008"/>
                </a:lnTo>
                <a:lnTo>
                  <a:pt x="3705715" y="70179"/>
                </a:lnTo>
                <a:lnTo>
                  <a:pt x="3663368" y="63521"/>
                </a:lnTo>
                <a:lnTo>
                  <a:pt x="3664222" y="63521"/>
                </a:lnTo>
                <a:lnTo>
                  <a:pt x="3620338" y="58057"/>
                </a:lnTo>
                <a:lnTo>
                  <a:pt x="3621362" y="58226"/>
                </a:lnTo>
                <a:lnTo>
                  <a:pt x="3576795" y="54299"/>
                </a:lnTo>
                <a:lnTo>
                  <a:pt x="3577649" y="54299"/>
                </a:lnTo>
                <a:lnTo>
                  <a:pt x="3532568" y="51909"/>
                </a:lnTo>
                <a:lnTo>
                  <a:pt x="3533593" y="51909"/>
                </a:lnTo>
                <a:lnTo>
                  <a:pt x="3488685" y="51226"/>
                </a:lnTo>
                <a:lnTo>
                  <a:pt x="3489709" y="51226"/>
                </a:lnTo>
                <a:lnTo>
                  <a:pt x="3445142" y="52422"/>
                </a:lnTo>
                <a:lnTo>
                  <a:pt x="3446166" y="52422"/>
                </a:lnTo>
                <a:lnTo>
                  <a:pt x="3402453" y="55324"/>
                </a:lnTo>
                <a:lnTo>
                  <a:pt x="3403819" y="55153"/>
                </a:lnTo>
                <a:lnTo>
                  <a:pt x="3361301" y="60105"/>
                </a:lnTo>
                <a:lnTo>
                  <a:pt x="3362667" y="59934"/>
                </a:lnTo>
                <a:lnTo>
                  <a:pt x="3322027" y="66935"/>
                </a:lnTo>
                <a:lnTo>
                  <a:pt x="3323734" y="66594"/>
                </a:lnTo>
                <a:lnTo>
                  <a:pt x="3283606" y="75985"/>
                </a:lnTo>
                <a:lnTo>
                  <a:pt x="3285143" y="75643"/>
                </a:lnTo>
                <a:lnTo>
                  <a:pt x="3244332" y="87938"/>
                </a:lnTo>
                <a:lnTo>
                  <a:pt x="3245528" y="87596"/>
                </a:lnTo>
                <a:lnTo>
                  <a:pt x="3204205" y="102281"/>
                </a:lnTo>
                <a:lnTo>
                  <a:pt x="3205230" y="101769"/>
                </a:lnTo>
                <a:lnTo>
                  <a:pt x="3163565" y="118844"/>
                </a:lnTo>
                <a:lnTo>
                  <a:pt x="3164419" y="118502"/>
                </a:lnTo>
                <a:lnTo>
                  <a:pt x="3122242" y="137627"/>
                </a:lnTo>
                <a:lnTo>
                  <a:pt x="3122925" y="137285"/>
                </a:lnTo>
                <a:lnTo>
                  <a:pt x="3080578" y="157946"/>
                </a:lnTo>
                <a:lnTo>
                  <a:pt x="3081260" y="157605"/>
                </a:lnTo>
                <a:lnTo>
                  <a:pt x="3038913" y="179973"/>
                </a:lnTo>
                <a:lnTo>
                  <a:pt x="3039596" y="179632"/>
                </a:lnTo>
                <a:lnTo>
                  <a:pt x="2997249" y="203196"/>
                </a:lnTo>
                <a:lnTo>
                  <a:pt x="2997590" y="203025"/>
                </a:lnTo>
                <a:lnTo>
                  <a:pt x="2955584" y="227443"/>
                </a:lnTo>
                <a:lnTo>
                  <a:pt x="2956096" y="227272"/>
                </a:lnTo>
                <a:lnTo>
                  <a:pt x="2914432" y="252373"/>
                </a:lnTo>
                <a:lnTo>
                  <a:pt x="2914773" y="252202"/>
                </a:lnTo>
                <a:lnTo>
                  <a:pt x="2873621" y="277815"/>
                </a:lnTo>
                <a:lnTo>
                  <a:pt x="2873792" y="277644"/>
                </a:lnTo>
                <a:lnTo>
                  <a:pt x="2833493" y="303599"/>
                </a:lnTo>
                <a:lnTo>
                  <a:pt x="2833664" y="303428"/>
                </a:lnTo>
                <a:lnTo>
                  <a:pt x="2793878" y="329212"/>
                </a:lnTo>
                <a:lnTo>
                  <a:pt x="2794048" y="329212"/>
                </a:lnTo>
                <a:lnTo>
                  <a:pt x="2755458" y="354653"/>
                </a:lnTo>
                <a:lnTo>
                  <a:pt x="2755458" y="354482"/>
                </a:lnTo>
                <a:lnTo>
                  <a:pt x="2717891" y="379582"/>
                </a:lnTo>
                <a:lnTo>
                  <a:pt x="2681520" y="403659"/>
                </a:lnTo>
                <a:lnTo>
                  <a:pt x="2681691" y="403488"/>
                </a:lnTo>
                <a:lnTo>
                  <a:pt x="2663762" y="415612"/>
                </a:lnTo>
                <a:lnTo>
                  <a:pt x="2664274" y="415271"/>
                </a:lnTo>
                <a:lnTo>
                  <a:pt x="2646174" y="428247"/>
                </a:lnTo>
                <a:lnTo>
                  <a:pt x="2646515" y="428076"/>
                </a:lnTo>
                <a:lnTo>
                  <a:pt x="2609120" y="455909"/>
                </a:lnTo>
                <a:lnTo>
                  <a:pt x="2609462" y="455738"/>
                </a:lnTo>
                <a:lnTo>
                  <a:pt x="2571041" y="485621"/>
                </a:lnTo>
                <a:lnTo>
                  <a:pt x="2571212" y="485450"/>
                </a:lnTo>
                <a:lnTo>
                  <a:pt x="2531255" y="517039"/>
                </a:lnTo>
                <a:lnTo>
                  <a:pt x="2490273" y="549653"/>
                </a:lnTo>
                <a:lnTo>
                  <a:pt x="2447755" y="582437"/>
                </a:lnTo>
                <a:lnTo>
                  <a:pt x="2404042" y="615051"/>
                </a:lnTo>
                <a:lnTo>
                  <a:pt x="2358620" y="646811"/>
                </a:lnTo>
                <a:lnTo>
                  <a:pt x="2311663" y="676863"/>
                </a:lnTo>
                <a:lnTo>
                  <a:pt x="2263339" y="704867"/>
                </a:lnTo>
                <a:lnTo>
                  <a:pt x="2238408" y="717843"/>
                </a:lnTo>
                <a:lnTo>
                  <a:pt x="2213307" y="729967"/>
                </a:lnTo>
                <a:lnTo>
                  <a:pt x="2187693" y="741236"/>
                </a:lnTo>
                <a:lnTo>
                  <a:pt x="2161739" y="751482"/>
                </a:lnTo>
                <a:lnTo>
                  <a:pt x="2135101" y="760702"/>
                </a:lnTo>
                <a:lnTo>
                  <a:pt x="2108292" y="768728"/>
                </a:lnTo>
                <a:lnTo>
                  <a:pt x="2080971" y="775558"/>
                </a:lnTo>
                <a:lnTo>
                  <a:pt x="2053309" y="781022"/>
                </a:lnTo>
                <a:lnTo>
                  <a:pt x="2025134" y="785291"/>
                </a:lnTo>
                <a:lnTo>
                  <a:pt x="1996617" y="787852"/>
                </a:lnTo>
                <a:lnTo>
                  <a:pt x="1967760" y="788877"/>
                </a:lnTo>
                <a:lnTo>
                  <a:pt x="1938219" y="788193"/>
                </a:lnTo>
                <a:lnTo>
                  <a:pt x="1907824" y="785462"/>
                </a:lnTo>
                <a:lnTo>
                  <a:pt x="1876917" y="780340"/>
                </a:lnTo>
                <a:lnTo>
                  <a:pt x="1845498" y="773338"/>
                </a:lnTo>
                <a:lnTo>
                  <a:pt x="1813567" y="764118"/>
                </a:lnTo>
                <a:lnTo>
                  <a:pt x="1780952" y="753360"/>
                </a:lnTo>
                <a:lnTo>
                  <a:pt x="1747996" y="740895"/>
                </a:lnTo>
                <a:lnTo>
                  <a:pt x="1714699" y="726894"/>
                </a:lnTo>
                <a:lnTo>
                  <a:pt x="1680889" y="711697"/>
                </a:lnTo>
                <a:lnTo>
                  <a:pt x="1646738" y="695305"/>
                </a:lnTo>
                <a:lnTo>
                  <a:pt x="1612245" y="677888"/>
                </a:lnTo>
                <a:lnTo>
                  <a:pt x="1577582" y="659617"/>
                </a:lnTo>
                <a:lnTo>
                  <a:pt x="1542406" y="640493"/>
                </a:lnTo>
                <a:lnTo>
                  <a:pt x="1472055" y="600536"/>
                </a:lnTo>
                <a:lnTo>
                  <a:pt x="1401191" y="559386"/>
                </a:lnTo>
                <a:lnTo>
                  <a:pt x="1329986" y="517893"/>
                </a:lnTo>
                <a:lnTo>
                  <a:pt x="1330157" y="517893"/>
                </a:lnTo>
                <a:lnTo>
                  <a:pt x="1259292" y="477253"/>
                </a:lnTo>
                <a:lnTo>
                  <a:pt x="1259805" y="477424"/>
                </a:lnTo>
                <a:lnTo>
                  <a:pt x="1189453" y="438492"/>
                </a:lnTo>
                <a:lnTo>
                  <a:pt x="1189966" y="438834"/>
                </a:lnTo>
                <a:lnTo>
                  <a:pt x="1155131" y="420393"/>
                </a:lnTo>
                <a:lnTo>
                  <a:pt x="1155473" y="420564"/>
                </a:lnTo>
                <a:lnTo>
                  <a:pt x="1120809" y="403147"/>
                </a:lnTo>
                <a:lnTo>
                  <a:pt x="1121321" y="403318"/>
                </a:lnTo>
                <a:lnTo>
                  <a:pt x="1087170" y="386925"/>
                </a:lnTo>
                <a:lnTo>
                  <a:pt x="1087682" y="387267"/>
                </a:lnTo>
                <a:lnTo>
                  <a:pt x="1054043" y="371900"/>
                </a:lnTo>
                <a:lnTo>
                  <a:pt x="1054556" y="372241"/>
                </a:lnTo>
                <a:lnTo>
                  <a:pt x="1021087" y="358069"/>
                </a:lnTo>
                <a:lnTo>
                  <a:pt x="1022112" y="358409"/>
                </a:lnTo>
                <a:lnTo>
                  <a:pt x="989327" y="346116"/>
                </a:lnTo>
                <a:lnTo>
                  <a:pt x="990010" y="346287"/>
                </a:lnTo>
                <a:lnTo>
                  <a:pt x="957737" y="335359"/>
                </a:lnTo>
                <a:lnTo>
                  <a:pt x="958933" y="335700"/>
                </a:lnTo>
                <a:lnTo>
                  <a:pt x="927172" y="326650"/>
                </a:lnTo>
                <a:lnTo>
                  <a:pt x="928367" y="326820"/>
                </a:lnTo>
                <a:lnTo>
                  <a:pt x="897289" y="319479"/>
                </a:lnTo>
                <a:lnTo>
                  <a:pt x="898485" y="319650"/>
                </a:lnTo>
                <a:lnTo>
                  <a:pt x="868090" y="313844"/>
                </a:lnTo>
                <a:lnTo>
                  <a:pt x="870139" y="314185"/>
                </a:lnTo>
                <a:lnTo>
                  <a:pt x="839574" y="310770"/>
                </a:lnTo>
                <a:lnTo>
                  <a:pt x="840769" y="310941"/>
                </a:lnTo>
                <a:lnTo>
                  <a:pt x="809179" y="309062"/>
                </a:lnTo>
                <a:lnTo>
                  <a:pt x="810375" y="309062"/>
                </a:lnTo>
                <a:lnTo>
                  <a:pt x="777760" y="308721"/>
                </a:lnTo>
                <a:lnTo>
                  <a:pt x="778785" y="308721"/>
                </a:lnTo>
                <a:lnTo>
                  <a:pt x="745316" y="309575"/>
                </a:lnTo>
                <a:lnTo>
                  <a:pt x="746341" y="309575"/>
                </a:lnTo>
                <a:lnTo>
                  <a:pt x="712360" y="311794"/>
                </a:lnTo>
                <a:lnTo>
                  <a:pt x="713044" y="311794"/>
                </a:lnTo>
                <a:lnTo>
                  <a:pt x="678312" y="315039"/>
                </a:lnTo>
                <a:lnTo>
                  <a:pt x="679114" y="315039"/>
                </a:lnTo>
                <a:lnTo>
                  <a:pt x="644024" y="319479"/>
                </a:lnTo>
                <a:lnTo>
                  <a:pt x="644707" y="319308"/>
                </a:lnTo>
                <a:lnTo>
                  <a:pt x="609360" y="324943"/>
                </a:lnTo>
                <a:lnTo>
                  <a:pt x="609873" y="324772"/>
                </a:lnTo>
                <a:lnTo>
                  <a:pt x="574270" y="331090"/>
                </a:lnTo>
                <a:lnTo>
                  <a:pt x="574902" y="330919"/>
                </a:lnTo>
                <a:lnTo>
                  <a:pt x="539419" y="338090"/>
                </a:lnTo>
                <a:lnTo>
                  <a:pt x="540170" y="337919"/>
                </a:lnTo>
                <a:lnTo>
                  <a:pt x="469477" y="354482"/>
                </a:lnTo>
                <a:lnTo>
                  <a:pt x="470263" y="354312"/>
                </a:lnTo>
                <a:lnTo>
                  <a:pt x="401243" y="372753"/>
                </a:lnTo>
                <a:lnTo>
                  <a:pt x="401841" y="372582"/>
                </a:lnTo>
                <a:lnTo>
                  <a:pt x="368287" y="382486"/>
                </a:lnTo>
                <a:lnTo>
                  <a:pt x="368628" y="382315"/>
                </a:lnTo>
                <a:lnTo>
                  <a:pt x="335843" y="392389"/>
                </a:lnTo>
                <a:lnTo>
                  <a:pt x="336116" y="392389"/>
                </a:lnTo>
                <a:lnTo>
                  <a:pt x="304236" y="402635"/>
                </a:lnTo>
                <a:lnTo>
                  <a:pt x="304561" y="402464"/>
                </a:lnTo>
                <a:lnTo>
                  <a:pt x="273688" y="412879"/>
                </a:lnTo>
                <a:lnTo>
                  <a:pt x="274013" y="412709"/>
                </a:lnTo>
                <a:lnTo>
                  <a:pt x="244420" y="423125"/>
                </a:lnTo>
                <a:lnTo>
                  <a:pt x="244676" y="422954"/>
                </a:lnTo>
                <a:lnTo>
                  <a:pt x="216365" y="433199"/>
                </a:lnTo>
                <a:lnTo>
                  <a:pt x="216604" y="433199"/>
                </a:lnTo>
                <a:lnTo>
                  <a:pt x="189830" y="443103"/>
                </a:lnTo>
                <a:lnTo>
                  <a:pt x="190103" y="443103"/>
                </a:lnTo>
                <a:lnTo>
                  <a:pt x="164865" y="452836"/>
                </a:lnTo>
                <a:lnTo>
                  <a:pt x="165138" y="452665"/>
                </a:lnTo>
                <a:lnTo>
                  <a:pt x="141711" y="462056"/>
                </a:lnTo>
                <a:lnTo>
                  <a:pt x="141899" y="461885"/>
                </a:lnTo>
                <a:lnTo>
                  <a:pt x="120246" y="470765"/>
                </a:lnTo>
                <a:lnTo>
                  <a:pt x="120588" y="470595"/>
                </a:lnTo>
                <a:lnTo>
                  <a:pt x="101002" y="478961"/>
                </a:lnTo>
                <a:lnTo>
                  <a:pt x="101310" y="478790"/>
                </a:lnTo>
                <a:lnTo>
                  <a:pt x="83893" y="486474"/>
                </a:lnTo>
                <a:lnTo>
                  <a:pt x="84149" y="486474"/>
                </a:lnTo>
                <a:lnTo>
                  <a:pt x="68900" y="493304"/>
                </a:lnTo>
                <a:lnTo>
                  <a:pt x="69224" y="493133"/>
                </a:lnTo>
                <a:lnTo>
                  <a:pt x="56418" y="499280"/>
                </a:lnTo>
                <a:lnTo>
                  <a:pt x="57084" y="498939"/>
                </a:lnTo>
                <a:lnTo>
                  <a:pt x="46975" y="504062"/>
                </a:lnTo>
                <a:lnTo>
                  <a:pt x="47607" y="503720"/>
                </a:lnTo>
                <a:lnTo>
                  <a:pt x="40060" y="507818"/>
                </a:lnTo>
                <a:lnTo>
                  <a:pt x="41357" y="506965"/>
                </a:lnTo>
                <a:lnTo>
                  <a:pt x="36627" y="509867"/>
                </a:lnTo>
                <a:lnTo>
                  <a:pt x="39103" y="508160"/>
                </a:lnTo>
                <a:lnTo>
                  <a:pt x="37823" y="509184"/>
                </a:lnTo>
                <a:lnTo>
                  <a:pt x="43133" y="503378"/>
                </a:lnTo>
                <a:lnTo>
                  <a:pt x="42621" y="504233"/>
                </a:lnTo>
                <a:lnTo>
                  <a:pt x="0" y="47571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26">
            <a:extLst xmlns:a="http://schemas.openxmlformats.org/drawingml/2006/main">
              <a:ext uri="{FF2B5EF4-FFF2-40B4-BE49-F238E27FC236}">
                <a16:creationId xmlns:a16="http://schemas.microsoft.com/office/drawing/2014/main" id="{FA7CBECE-56EF-43FE-B06B-BDB38B40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169" y="3405402"/>
            <a:ext cx="4808749" cy="930260"/>
          </a:xfrm>
          <a:custGeom xmlns:a="http://schemas.openxmlformats.org/drawingml/2006/main">
            <a:pathLst>
              <a:path w="4808749" h="930260">
                <a:moveTo>
                  <a:pt x="4808749" y="149237"/>
                </a:moveTo>
                <a:lnTo>
                  <a:pt x="4800040" y="154019"/>
                </a:lnTo>
                <a:lnTo>
                  <a:pt x="4787063" y="152140"/>
                </a:lnTo>
                <a:lnTo>
                  <a:pt x="4779892" y="150091"/>
                </a:lnTo>
                <a:lnTo>
                  <a:pt x="4772719" y="147531"/>
                </a:lnTo>
                <a:lnTo>
                  <a:pt x="4764865" y="144457"/>
                </a:lnTo>
                <a:lnTo>
                  <a:pt x="4755644" y="140871"/>
                </a:lnTo>
                <a:lnTo>
                  <a:pt x="4745228" y="136602"/>
                </a:lnTo>
                <a:lnTo>
                  <a:pt x="4733616" y="131820"/>
                </a:lnTo>
                <a:lnTo>
                  <a:pt x="4720809" y="126527"/>
                </a:lnTo>
                <a:lnTo>
                  <a:pt x="4721151" y="126698"/>
                </a:lnTo>
                <a:lnTo>
                  <a:pt x="4707149" y="121234"/>
                </a:lnTo>
                <a:lnTo>
                  <a:pt x="4692294" y="115258"/>
                </a:lnTo>
                <a:lnTo>
                  <a:pt x="4692635" y="115429"/>
                </a:lnTo>
                <a:lnTo>
                  <a:pt x="4676754" y="109452"/>
                </a:lnTo>
                <a:lnTo>
                  <a:pt x="4677096" y="109623"/>
                </a:lnTo>
                <a:lnTo>
                  <a:pt x="4660191" y="103476"/>
                </a:lnTo>
                <a:lnTo>
                  <a:pt x="4642603" y="97329"/>
                </a:lnTo>
                <a:lnTo>
                  <a:pt x="4643457" y="97500"/>
                </a:lnTo>
                <a:lnTo>
                  <a:pt x="4605719" y="85547"/>
                </a:lnTo>
                <a:lnTo>
                  <a:pt x="4606574" y="85718"/>
                </a:lnTo>
                <a:lnTo>
                  <a:pt x="4566275" y="74277"/>
                </a:lnTo>
                <a:lnTo>
                  <a:pt x="4567471" y="74619"/>
                </a:lnTo>
                <a:lnTo>
                  <a:pt x="4525464" y="64715"/>
                </a:lnTo>
                <a:lnTo>
                  <a:pt x="4526831" y="65057"/>
                </a:lnTo>
                <a:lnTo>
                  <a:pt x="4483459" y="57372"/>
                </a:lnTo>
                <a:lnTo>
                  <a:pt x="4484483" y="57543"/>
                </a:lnTo>
                <a:lnTo>
                  <a:pt x="4462455" y="54641"/>
                </a:lnTo>
                <a:lnTo>
                  <a:pt x="4463480" y="54641"/>
                </a:lnTo>
                <a:lnTo>
                  <a:pt x="4441453" y="52592"/>
                </a:lnTo>
                <a:lnTo>
                  <a:pt x="4442306" y="52763"/>
                </a:lnTo>
                <a:lnTo>
                  <a:pt x="4420278" y="51397"/>
                </a:lnTo>
                <a:lnTo>
                  <a:pt x="4421474" y="51568"/>
                </a:lnTo>
                <a:lnTo>
                  <a:pt x="4399276" y="51226"/>
                </a:lnTo>
                <a:lnTo>
                  <a:pt x="4400300" y="51226"/>
                </a:lnTo>
                <a:lnTo>
                  <a:pt x="4378273" y="51908"/>
                </a:lnTo>
                <a:lnTo>
                  <a:pt x="4379809" y="51739"/>
                </a:lnTo>
                <a:lnTo>
                  <a:pt x="4357953" y="53787"/>
                </a:lnTo>
                <a:lnTo>
                  <a:pt x="4359148" y="53616"/>
                </a:lnTo>
                <a:lnTo>
                  <a:pt x="4337462" y="56520"/>
                </a:lnTo>
                <a:lnTo>
                  <a:pt x="4338999" y="56178"/>
                </a:lnTo>
                <a:lnTo>
                  <a:pt x="4317825" y="60446"/>
                </a:lnTo>
                <a:lnTo>
                  <a:pt x="4319362" y="60105"/>
                </a:lnTo>
                <a:lnTo>
                  <a:pt x="4298530" y="65570"/>
                </a:lnTo>
                <a:lnTo>
                  <a:pt x="4300408" y="65057"/>
                </a:lnTo>
                <a:lnTo>
                  <a:pt x="4279917" y="72058"/>
                </a:lnTo>
                <a:lnTo>
                  <a:pt x="4281283" y="71546"/>
                </a:lnTo>
                <a:lnTo>
                  <a:pt x="4260792" y="80083"/>
                </a:lnTo>
                <a:lnTo>
                  <a:pt x="4261817" y="79570"/>
                </a:lnTo>
                <a:lnTo>
                  <a:pt x="4240472" y="89474"/>
                </a:lnTo>
                <a:lnTo>
                  <a:pt x="4241326" y="88963"/>
                </a:lnTo>
                <a:lnTo>
                  <a:pt x="4219299" y="100231"/>
                </a:lnTo>
                <a:lnTo>
                  <a:pt x="4219982" y="100060"/>
                </a:lnTo>
                <a:lnTo>
                  <a:pt x="4197101" y="112355"/>
                </a:lnTo>
                <a:lnTo>
                  <a:pt x="4197954" y="112014"/>
                </a:lnTo>
                <a:lnTo>
                  <a:pt x="4174561" y="125674"/>
                </a:lnTo>
                <a:lnTo>
                  <a:pt x="4175073" y="125333"/>
                </a:lnTo>
                <a:lnTo>
                  <a:pt x="4151167" y="140188"/>
                </a:lnTo>
                <a:lnTo>
                  <a:pt x="4151680" y="139846"/>
                </a:lnTo>
                <a:lnTo>
                  <a:pt x="4127090" y="155555"/>
                </a:lnTo>
                <a:lnTo>
                  <a:pt x="4127603" y="155384"/>
                </a:lnTo>
                <a:lnTo>
                  <a:pt x="4102672" y="171948"/>
                </a:lnTo>
                <a:lnTo>
                  <a:pt x="4103185" y="171777"/>
                </a:lnTo>
                <a:lnTo>
                  <a:pt x="4078083" y="189365"/>
                </a:lnTo>
                <a:lnTo>
                  <a:pt x="4078254" y="189194"/>
                </a:lnTo>
                <a:lnTo>
                  <a:pt x="4052640" y="207465"/>
                </a:lnTo>
                <a:lnTo>
                  <a:pt x="4052983" y="207123"/>
                </a:lnTo>
                <a:lnTo>
                  <a:pt x="4001072" y="245713"/>
                </a:lnTo>
                <a:lnTo>
                  <a:pt x="4001585" y="245371"/>
                </a:lnTo>
                <a:lnTo>
                  <a:pt x="3949162" y="286182"/>
                </a:lnTo>
                <a:lnTo>
                  <a:pt x="3949504" y="285840"/>
                </a:lnTo>
                <a:lnTo>
                  <a:pt x="3896741" y="328186"/>
                </a:lnTo>
                <a:lnTo>
                  <a:pt x="3896911" y="328016"/>
                </a:lnTo>
                <a:lnTo>
                  <a:pt x="3844660" y="371045"/>
                </a:lnTo>
                <a:lnTo>
                  <a:pt x="3844831" y="370874"/>
                </a:lnTo>
                <a:lnTo>
                  <a:pt x="3793263" y="414075"/>
                </a:lnTo>
                <a:lnTo>
                  <a:pt x="3742889" y="456763"/>
                </a:lnTo>
                <a:lnTo>
                  <a:pt x="3694053" y="498256"/>
                </a:lnTo>
                <a:lnTo>
                  <a:pt x="3647266" y="538383"/>
                </a:lnTo>
                <a:lnTo>
                  <a:pt x="3603040" y="575948"/>
                </a:lnTo>
                <a:lnTo>
                  <a:pt x="3581866" y="593706"/>
                </a:lnTo>
                <a:lnTo>
                  <a:pt x="3561717" y="610782"/>
                </a:lnTo>
                <a:lnTo>
                  <a:pt x="3542251" y="626833"/>
                </a:lnTo>
                <a:lnTo>
                  <a:pt x="3523297" y="642029"/>
                </a:lnTo>
                <a:lnTo>
                  <a:pt x="3485389" y="670545"/>
                </a:lnTo>
                <a:lnTo>
                  <a:pt x="3445773" y="697012"/>
                </a:lnTo>
                <a:lnTo>
                  <a:pt x="3404621" y="721259"/>
                </a:lnTo>
                <a:lnTo>
                  <a:pt x="3362444" y="743456"/>
                </a:lnTo>
                <a:lnTo>
                  <a:pt x="3319926" y="763776"/>
                </a:lnTo>
                <a:lnTo>
                  <a:pt x="3276554" y="782217"/>
                </a:lnTo>
                <a:lnTo>
                  <a:pt x="3233524" y="799122"/>
                </a:lnTo>
                <a:lnTo>
                  <a:pt x="3190493" y="814319"/>
                </a:lnTo>
                <a:lnTo>
                  <a:pt x="3148145" y="828150"/>
                </a:lnTo>
                <a:lnTo>
                  <a:pt x="3106652" y="840785"/>
                </a:lnTo>
                <a:lnTo>
                  <a:pt x="3066353" y="852226"/>
                </a:lnTo>
                <a:lnTo>
                  <a:pt x="3027421" y="862300"/>
                </a:lnTo>
                <a:lnTo>
                  <a:pt x="2990538" y="871692"/>
                </a:lnTo>
                <a:lnTo>
                  <a:pt x="2955703" y="880059"/>
                </a:lnTo>
                <a:lnTo>
                  <a:pt x="2923430" y="887743"/>
                </a:lnTo>
                <a:lnTo>
                  <a:pt x="2893890" y="894743"/>
                </a:lnTo>
                <a:lnTo>
                  <a:pt x="2894060" y="894743"/>
                </a:lnTo>
                <a:lnTo>
                  <a:pt x="2860933" y="902769"/>
                </a:lnTo>
                <a:lnTo>
                  <a:pt x="2825417" y="909769"/>
                </a:lnTo>
                <a:lnTo>
                  <a:pt x="2788704" y="915575"/>
                </a:lnTo>
                <a:lnTo>
                  <a:pt x="2750796" y="920356"/>
                </a:lnTo>
                <a:lnTo>
                  <a:pt x="2711863" y="924113"/>
                </a:lnTo>
                <a:lnTo>
                  <a:pt x="2672078" y="927016"/>
                </a:lnTo>
                <a:lnTo>
                  <a:pt x="2631950" y="928893"/>
                </a:lnTo>
                <a:lnTo>
                  <a:pt x="2591480" y="930089"/>
                </a:lnTo>
                <a:lnTo>
                  <a:pt x="2551011" y="930260"/>
                </a:lnTo>
                <a:lnTo>
                  <a:pt x="2510542" y="929748"/>
                </a:lnTo>
                <a:lnTo>
                  <a:pt x="2470756" y="928381"/>
                </a:lnTo>
                <a:lnTo>
                  <a:pt x="2431311" y="926674"/>
                </a:lnTo>
                <a:lnTo>
                  <a:pt x="2392891" y="924113"/>
                </a:lnTo>
                <a:lnTo>
                  <a:pt x="2355496" y="921039"/>
                </a:lnTo>
                <a:lnTo>
                  <a:pt x="2319637" y="917454"/>
                </a:lnTo>
                <a:lnTo>
                  <a:pt x="2285144" y="913355"/>
                </a:lnTo>
                <a:lnTo>
                  <a:pt x="2251847" y="908574"/>
                </a:lnTo>
                <a:lnTo>
                  <a:pt x="2219062" y="903111"/>
                </a:lnTo>
                <a:lnTo>
                  <a:pt x="2156223" y="889962"/>
                </a:lnTo>
                <a:lnTo>
                  <a:pt x="2095605" y="874082"/>
                </a:lnTo>
                <a:lnTo>
                  <a:pt x="2037206" y="855299"/>
                </a:lnTo>
                <a:lnTo>
                  <a:pt x="1980344" y="833955"/>
                </a:lnTo>
                <a:lnTo>
                  <a:pt x="1925019" y="810050"/>
                </a:lnTo>
                <a:lnTo>
                  <a:pt x="1870719" y="783754"/>
                </a:lnTo>
                <a:lnTo>
                  <a:pt x="1817443" y="755239"/>
                </a:lnTo>
                <a:lnTo>
                  <a:pt x="1818980" y="755922"/>
                </a:lnTo>
                <a:lnTo>
                  <a:pt x="1802246" y="748409"/>
                </a:lnTo>
                <a:lnTo>
                  <a:pt x="1784317" y="739358"/>
                </a:lnTo>
                <a:lnTo>
                  <a:pt x="1766046" y="729113"/>
                </a:lnTo>
                <a:lnTo>
                  <a:pt x="1747604" y="717843"/>
                </a:lnTo>
                <a:lnTo>
                  <a:pt x="1728821" y="705721"/>
                </a:lnTo>
                <a:lnTo>
                  <a:pt x="1709354" y="692743"/>
                </a:lnTo>
                <a:lnTo>
                  <a:pt x="1689717" y="678913"/>
                </a:lnTo>
                <a:lnTo>
                  <a:pt x="1669397" y="664568"/>
                </a:lnTo>
                <a:lnTo>
                  <a:pt x="1628074" y="633833"/>
                </a:lnTo>
                <a:lnTo>
                  <a:pt x="1585215" y="601390"/>
                </a:lnTo>
                <a:lnTo>
                  <a:pt x="1540818" y="567581"/>
                </a:lnTo>
                <a:lnTo>
                  <a:pt x="1540989" y="567752"/>
                </a:lnTo>
                <a:lnTo>
                  <a:pt x="1495055" y="533260"/>
                </a:lnTo>
                <a:lnTo>
                  <a:pt x="1495397" y="533431"/>
                </a:lnTo>
                <a:lnTo>
                  <a:pt x="1448097" y="498938"/>
                </a:lnTo>
                <a:lnTo>
                  <a:pt x="1448439" y="499109"/>
                </a:lnTo>
                <a:lnTo>
                  <a:pt x="1400115" y="465300"/>
                </a:lnTo>
                <a:lnTo>
                  <a:pt x="1400798" y="465642"/>
                </a:lnTo>
                <a:lnTo>
                  <a:pt x="1351108" y="433028"/>
                </a:lnTo>
                <a:lnTo>
                  <a:pt x="1351791" y="433541"/>
                </a:lnTo>
                <a:lnTo>
                  <a:pt x="1301247" y="402635"/>
                </a:lnTo>
                <a:lnTo>
                  <a:pt x="1301930" y="403147"/>
                </a:lnTo>
                <a:lnTo>
                  <a:pt x="1276146" y="388633"/>
                </a:lnTo>
                <a:lnTo>
                  <a:pt x="1276658" y="388804"/>
                </a:lnTo>
                <a:lnTo>
                  <a:pt x="1250874" y="374973"/>
                </a:lnTo>
                <a:lnTo>
                  <a:pt x="1251386" y="375314"/>
                </a:lnTo>
                <a:lnTo>
                  <a:pt x="1225261" y="362336"/>
                </a:lnTo>
                <a:lnTo>
                  <a:pt x="1226114" y="362678"/>
                </a:lnTo>
                <a:lnTo>
                  <a:pt x="1199818" y="350556"/>
                </a:lnTo>
                <a:lnTo>
                  <a:pt x="1200501" y="350897"/>
                </a:lnTo>
                <a:lnTo>
                  <a:pt x="1174033" y="339627"/>
                </a:lnTo>
                <a:lnTo>
                  <a:pt x="1174888" y="339968"/>
                </a:lnTo>
                <a:lnTo>
                  <a:pt x="1148250" y="329894"/>
                </a:lnTo>
                <a:lnTo>
                  <a:pt x="1149104" y="330236"/>
                </a:lnTo>
                <a:lnTo>
                  <a:pt x="1122465" y="321185"/>
                </a:lnTo>
                <a:lnTo>
                  <a:pt x="1123490" y="321527"/>
                </a:lnTo>
                <a:lnTo>
                  <a:pt x="1096510" y="313673"/>
                </a:lnTo>
                <a:lnTo>
                  <a:pt x="1069702" y="305817"/>
                </a:lnTo>
                <a:lnTo>
                  <a:pt x="1070214" y="305988"/>
                </a:lnTo>
                <a:lnTo>
                  <a:pt x="1042552" y="298475"/>
                </a:lnTo>
                <a:lnTo>
                  <a:pt x="1043235" y="298646"/>
                </a:lnTo>
                <a:lnTo>
                  <a:pt x="1014548" y="291475"/>
                </a:lnTo>
                <a:lnTo>
                  <a:pt x="1014889" y="291646"/>
                </a:lnTo>
                <a:lnTo>
                  <a:pt x="985348" y="284815"/>
                </a:lnTo>
                <a:lnTo>
                  <a:pt x="985860" y="284986"/>
                </a:lnTo>
                <a:lnTo>
                  <a:pt x="955466" y="278497"/>
                </a:lnTo>
                <a:lnTo>
                  <a:pt x="955978" y="278668"/>
                </a:lnTo>
                <a:lnTo>
                  <a:pt x="924730" y="272691"/>
                </a:lnTo>
                <a:lnTo>
                  <a:pt x="925413" y="272862"/>
                </a:lnTo>
                <a:lnTo>
                  <a:pt x="860731" y="262276"/>
                </a:lnTo>
                <a:lnTo>
                  <a:pt x="861533" y="262276"/>
                </a:lnTo>
                <a:lnTo>
                  <a:pt x="794426" y="253567"/>
                </a:lnTo>
                <a:lnTo>
                  <a:pt x="795280" y="253567"/>
                </a:lnTo>
                <a:lnTo>
                  <a:pt x="725987" y="246738"/>
                </a:lnTo>
                <a:lnTo>
                  <a:pt x="726789" y="246908"/>
                </a:lnTo>
                <a:lnTo>
                  <a:pt x="655704" y="242127"/>
                </a:lnTo>
                <a:lnTo>
                  <a:pt x="656557" y="242127"/>
                </a:lnTo>
                <a:lnTo>
                  <a:pt x="584191" y="239736"/>
                </a:lnTo>
                <a:lnTo>
                  <a:pt x="585010" y="239736"/>
                </a:lnTo>
                <a:lnTo>
                  <a:pt x="511756" y="239567"/>
                </a:lnTo>
                <a:lnTo>
                  <a:pt x="512644" y="239567"/>
                </a:lnTo>
                <a:lnTo>
                  <a:pt x="438877" y="242127"/>
                </a:lnTo>
                <a:lnTo>
                  <a:pt x="439765" y="241956"/>
                </a:lnTo>
                <a:lnTo>
                  <a:pt x="365862" y="247079"/>
                </a:lnTo>
                <a:lnTo>
                  <a:pt x="366835" y="246908"/>
                </a:lnTo>
                <a:lnTo>
                  <a:pt x="293205" y="254763"/>
                </a:lnTo>
                <a:lnTo>
                  <a:pt x="294247" y="254592"/>
                </a:lnTo>
                <a:lnTo>
                  <a:pt x="221368" y="265350"/>
                </a:lnTo>
                <a:lnTo>
                  <a:pt x="222120" y="265179"/>
                </a:lnTo>
                <a:lnTo>
                  <a:pt x="186124" y="271667"/>
                </a:lnTo>
                <a:lnTo>
                  <a:pt x="186773" y="271497"/>
                </a:lnTo>
                <a:lnTo>
                  <a:pt x="151034" y="278839"/>
                </a:lnTo>
                <a:lnTo>
                  <a:pt x="151546" y="278668"/>
                </a:lnTo>
                <a:lnTo>
                  <a:pt x="116319" y="286694"/>
                </a:lnTo>
                <a:lnTo>
                  <a:pt x="116968" y="286523"/>
                </a:lnTo>
                <a:lnTo>
                  <a:pt x="82014" y="295402"/>
                </a:lnTo>
                <a:lnTo>
                  <a:pt x="82714" y="295061"/>
                </a:lnTo>
                <a:lnTo>
                  <a:pt x="48392" y="304793"/>
                </a:lnTo>
                <a:lnTo>
                  <a:pt x="49007" y="304623"/>
                </a:lnTo>
                <a:lnTo>
                  <a:pt x="15197" y="315209"/>
                </a:lnTo>
                <a:lnTo>
                  <a:pt x="0" y="266204"/>
                </a:lnTo>
                <a:lnTo>
                  <a:pt x="34117" y="255616"/>
                </a:lnTo>
                <a:lnTo>
                  <a:pt x="69105" y="245713"/>
                </a:lnTo>
                <a:lnTo>
                  <a:pt x="104742" y="236663"/>
                </a:lnTo>
                <a:lnTo>
                  <a:pt x="140532" y="228638"/>
                </a:lnTo>
                <a:lnTo>
                  <a:pt x="176835" y="221296"/>
                </a:lnTo>
                <a:lnTo>
                  <a:pt x="213513" y="214807"/>
                </a:lnTo>
                <a:lnTo>
                  <a:pt x="287280" y="203879"/>
                </a:lnTo>
                <a:lnTo>
                  <a:pt x="361918" y="195853"/>
                </a:lnTo>
                <a:lnTo>
                  <a:pt x="436743" y="190902"/>
                </a:lnTo>
                <a:lnTo>
                  <a:pt x="511397" y="188341"/>
                </a:lnTo>
                <a:lnTo>
                  <a:pt x="585506" y="188511"/>
                </a:lnTo>
                <a:lnTo>
                  <a:pt x="658692" y="191073"/>
                </a:lnTo>
                <a:lnTo>
                  <a:pt x="730597" y="195853"/>
                </a:lnTo>
                <a:lnTo>
                  <a:pt x="800692" y="202683"/>
                </a:lnTo>
                <a:lnTo>
                  <a:pt x="868636" y="211563"/>
                </a:lnTo>
                <a:lnTo>
                  <a:pt x="933950" y="222320"/>
                </a:lnTo>
                <a:lnTo>
                  <a:pt x="965711" y="228297"/>
                </a:lnTo>
                <a:lnTo>
                  <a:pt x="996618" y="234785"/>
                </a:lnTo>
                <a:lnTo>
                  <a:pt x="1026500" y="241785"/>
                </a:lnTo>
                <a:lnTo>
                  <a:pt x="1055700" y="248958"/>
                </a:lnTo>
                <a:lnTo>
                  <a:pt x="1083875" y="256641"/>
                </a:lnTo>
                <a:lnTo>
                  <a:pt x="1110854" y="264496"/>
                </a:lnTo>
                <a:lnTo>
                  <a:pt x="1138346" y="272350"/>
                </a:lnTo>
                <a:lnTo>
                  <a:pt x="1166008" y="281913"/>
                </a:lnTo>
                <a:lnTo>
                  <a:pt x="1193500" y="292329"/>
                </a:lnTo>
                <a:lnTo>
                  <a:pt x="1220821" y="303939"/>
                </a:lnTo>
                <a:lnTo>
                  <a:pt x="1247800" y="316234"/>
                </a:lnTo>
                <a:lnTo>
                  <a:pt x="1274609" y="329723"/>
                </a:lnTo>
                <a:lnTo>
                  <a:pt x="1301077" y="343896"/>
                </a:lnTo>
                <a:lnTo>
                  <a:pt x="1327543" y="358580"/>
                </a:lnTo>
                <a:lnTo>
                  <a:pt x="1378770" y="389999"/>
                </a:lnTo>
                <a:lnTo>
                  <a:pt x="1429144" y="423125"/>
                </a:lnTo>
                <a:lnTo>
                  <a:pt x="1478150" y="457446"/>
                </a:lnTo>
                <a:lnTo>
                  <a:pt x="1525792" y="492280"/>
                </a:lnTo>
                <a:lnTo>
                  <a:pt x="1571725" y="526771"/>
                </a:lnTo>
                <a:lnTo>
                  <a:pt x="1616292" y="560581"/>
                </a:lnTo>
                <a:lnTo>
                  <a:pt x="1658981" y="592852"/>
                </a:lnTo>
                <a:lnTo>
                  <a:pt x="1658810" y="592683"/>
                </a:lnTo>
                <a:lnTo>
                  <a:pt x="1699792" y="623247"/>
                </a:lnTo>
                <a:lnTo>
                  <a:pt x="1699280" y="622905"/>
                </a:lnTo>
                <a:lnTo>
                  <a:pt x="1719258" y="637077"/>
                </a:lnTo>
                <a:lnTo>
                  <a:pt x="1738554" y="650567"/>
                </a:lnTo>
                <a:lnTo>
                  <a:pt x="1738041" y="650226"/>
                </a:lnTo>
                <a:lnTo>
                  <a:pt x="1756995" y="663033"/>
                </a:lnTo>
                <a:lnTo>
                  <a:pt x="1756654" y="662691"/>
                </a:lnTo>
                <a:lnTo>
                  <a:pt x="1775096" y="674472"/>
                </a:lnTo>
                <a:lnTo>
                  <a:pt x="1774583" y="674130"/>
                </a:lnTo>
                <a:lnTo>
                  <a:pt x="1792342" y="685059"/>
                </a:lnTo>
                <a:lnTo>
                  <a:pt x="1791488" y="684548"/>
                </a:lnTo>
                <a:lnTo>
                  <a:pt x="1808905" y="694280"/>
                </a:lnTo>
                <a:lnTo>
                  <a:pt x="1808051" y="693768"/>
                </a:lnTo>
                <a:lnTo>
                  <a:pt x="1824956" y="702476"/>
                </a:lnTo>
                <a:lnTo>
                  <a:pt x="1823932" y="701963"/>
                </a:lnTo>
                <a:lnTo>
                  <a:pt x="1841007" y="709648"/>
                </a:lnTo>
                <a:lnTo>
                  <a:pt x="1894454" y="738333"/>
                </a:lnTo>
                <a:lnTo>
                  <a:pt x="1893600" y="737992"/>
                </a:lnTo>
                <a:lnTo>
                  <a:pt x="1946876" y="763776"/>
                </a:lnTo>
                <a:lnTo>
                  <a:pt x="1946022" y="763264"/>
                </a:lnTo>
                <a:lnTo>
                  <a:pt x="2000152" y="786828"/>
                </a:lnTo>
                <a:lnTo>
                  <a:pt x="1998957" y="786315"/>
                </a:lnTo>
                <a:lnTo>
                  <a:pt x="2054453" y="807147"/>
                </a:lnTo>
                <a:lnTo>
                  <a:pt x="2053257" y="806806"/>
                </a:lnTo>
                <a:lnTo>
                  <a:pt x="2110631" y="825076"/>
                </a:lnTo>
                <a:lnTo>
                  <a:pt x="2109265" y="824734"/>
                </a:lnTo>
                <a:lnTo>
                  <a:pt x="2168518" y="840102"/>
                </a:lnTo>
                <a:lnTo>
                  <a:pt x="2167322" y="839931"/>
                </a:lnTo>
                <a:lnTo>
                  <a:pt x="2229136" y="852909"/>
                </a:lnTo>
                <a:lnTo>
                  <a:pt x="2228112" y="852567"/>
                </a:lnTo>
                <a:lnTo>
                  <a:pt x="2260043" y="858031"/>
                </a:lnTo>
                <a:lnTo>
                  <a:pt x="2259360" y="857860"/>
                </a:lnTo>
                <a:lnTo>
                  <a:pt x="2291975" y="862471"/>
                </a:lnTo>
                <a:lnTo>
                  <a:pt x="2291462" y="862471"/>
                </a:lnTo>
                <a:lnTo>
                  <a:pt x="2325443" y="866569"/>
                </a:lnTo>
                <a:lnTo>
                  <a:pt x="2324930" y="866569"/>
                </a:lnTo>
                <a:lnTo>
                  <a:pt x="2360447" y="870154"/>
                </a:lnTo>
                <a:lnTo>
                  <a:pt x="2359935" y="869984"/>
                </a:lnTo>
                <a:lnTo>
                  <a:pt x="2396819" y="873057"/>
                </a:lnTo>
                <a:lnTo>
                  <a:pt x="2396477" y="872887"/>
                </a:lnTo>
                <a:lnTo>
                  <a:pt x="2434556" y="875448"/>
                </a:lnTo>
                <a:lnTo>
                  <a:pt x="2434043" y="875448"/>
                </a:lnTo>
                <a:lnTo>
                  <a:pt x="2472976" y="877327"/>
                </a:lnTo>
                <a:lnTo>
                  <a:pt x="2472634" y="877327"/>
                </a:lnTo>
                <a:lnTo>
                  <a:pt x="2512079" y="878522"/>
                </a:lnTo>
                <a:lnTo>
                  <a:pt x="2511566" y="878522"/>
                </a:lnTo>
                <a:lnTo>
                  <a:pt x="2551353" y="879034"/>
                </a:lnTo>
                <a:lnTo>
                  <a:pt x="2550840" y="879034"/>
                </a:lnTo>
                <a:lnTo>
                  <a:pt x="2590968" y="878864"/>
                </a:lnTo>
                <a:lnTo>
                  <a:pt x="2590285" y="878864"/>
                </a:lnTo>
                <a:lnTo>
                  <a:pt x="2630242" y="877668"/>
                </a:lnTo>
                <a:lnTo>
                  <a:pt x="2629900" y="877668"/>
                </a:lnTo>
                <a:lnTo>
                  <a:pt x="2669516" y="875960"/>
                </a:lnTo>
                <a:lnTo>
                  <a:pt x="2668833" y="875960"/>
                </a:lnTo>
                <a:lnTo>
                  <a:pt x="2707766" y="873057"/>
                </a:lnTo>
                <a:lnTo>
                  <a:pt x="2707253" y="873228"/>
                </a:lnTo>
                <a:lnTo>
                  <a:pt x="2745502" y="869472"/>
                </a:lnTo>
                <a:lnTo>
                  <a:pt x="2744820" y="869472"/>
                </a:lnTo>
                <a:lnTo>
                  <a:pt x="2781873" y="864861"/>
                </a:lnTo>
                <a:lnTo>
                  <a:pt x="2781191" y="864861"/>
                </a:lnTo>
                <a:lnTo>
                  <a:pt x="2817049" y="859227"/>
                </a:lnTo>
                <a:lnTo>
                  <a:pt x="2816025" y="859397"/>
                </a:lnTo>
                <a:lnTo>
                  <a:pt x="2850517" y="852567"/>
                </a:lnTo>
                <a:lnTo>
                  <a:pt x="2849322" y="852909"/>
                </a:lnTo>
                <a:lnTo>
                  <a:pt x="2881937" y="844884"/>
                </a:lnTo>
                <a:lnTo>
                  <a:pt x="2911648" y="837883"/>
                </a:lnTo>
                <a:lnTo>
                  <a:pt x="2943921" y="830369"/>
                </a:lnTo>
                <a:lnTo>
                  <a:pt x="2943751" y="830369"/>
                </a:lnTo>
                <a:lnTo>
                  <a:pt x="2978243" y="821832"/>
                </a:lnTo>
                <a:lnTo>
                  <a:pt x="2978072" y="822003"/>
                </a:lnTo>
                <a:lnTo>
                  <a:pt x="3014785" y="812782"/>
                </a:lnTo>
                <a:lnTo>
                  <a:pt x="3014443" y="812782"/>
                </a:lnTo>
                <a:lnTo>
                  <a:pt x="3053034" y="802707"/>
                </a:lnTo>
                <a:lnTo>
                  <a:pt x="3052522" y="802878"/>
                </a:lnTo>
                <a:lnTo>
                  <a:pt x="3092479" y="791608"/>
                </a:lnTo>
                <a:lnTo>
                  <a:pt x="3091967" y="791608"/>
                </a:lnTo>
                <a:lnTo>
                  <a:pt x="3132948" y="779315"/>
                </a:lnTo>
                <a:lnTo>
                  <a:pt x="3132436" y="779485"/>
                </a:lnTo>
                <a:lnTo>
                  <a:pt x="3174271" y="765654"/>
                </a:lnTo>
                <a:lnTo>
                  <a:pt x="3173759" y="765825"/>
                </a:lnTo>
                <a:lnTo>
                  <a:pt x="3215936" y="750969"/>
                </a:lnTo>
                <a:lnTo>
                  <a:pt x="3215252" y="751140"/>
                </a:lnTo>
                <a:lnTo>
                  <a:pt x="3257600" y="734748"/>
                </a:lnTo>
                <a:lnTo>
                  <a:pt x="3256747" y="734919"/>
                </a:lnTo>
                <a:lnTo>
                  <a:pt x="3299265" y="716818"/>
                </a:lnTo>
                <a:lnTo>
                  <a:pt x="3298240" y="717160"/>
                </a:lnTo>
                <a:lnTo>
                  <a:pt x="3340076" y="697354"/>
                </a:lnTo>
                <a:lnTo>
                  <a:pt x="3339051" y="697866"/>
                </a:lnTo>
                <a:lnTo>
                  <a:pt x="3380203" y="676180"/>
                </a:lnTo>
                <a:lnTo>
                  <a:pt x="3379178" y="676863"/>
                </a:lnTo>
                <a:lnTo>
                  <a:pt x="3419135" y="653299"/>
                </a:lnTo>
                <a:lnTo>
                  <a:pt x="3417940" y="653982"/>
                </a:lnTo>
                <a:lnTo>
                  <a:pt x="3456531" y="628369"/>
                </a:lnTo>
                <a:lnTo>
                  <a:pt x="3455165" y="629223"/>
                </a:lnTo>
                <a:lnTo>
                  <a:pt x="3492048" y="601390"/>
                </a:lnTo>
                <a:lnTo>
                  <a:pt x="3491365" y="602074"/>
                </a:lnTo>
                <a:lnTo>
                  <a:pt x="3509807" y="587048"/>
                </a:lnTo>
                <a:lnTo>
                  <a:pt x="3529103" y="571168"/>
                </a:lnTo>
                <a:lnTo>
                  <a:pt x="3528761" y="571508"/>
                </a:lnTo>
                <a:lnTo>
                  <a:pt x="3548910" y="554604"/>
                </a:lnTo>
                <a:lnTo>
                  <a:pt x="3569913" y="536846"/>
                </a:lnTo>
                <a:lnTo>
                  <a:pt x="3569743" y="537017"/>
                </a:lnTo>
                <a:lnTo>
                  <a:pt x="3613969" y="499280"/>
                </a:lnTo>
                <a:lnTo>
                  <a:pt x="3660927" y="459325"/>
                </a:lnTo>
                <a:lnTo>
                  <a:pt x="3709763" y="417661"/>
                </a:lnTo>
                <a:lnTo>
                  <a:pt x="3760306" y="374802"/>
                </a:lnTo>
                <a:lnTo>
                  <a:pt x="3812045" y="331430"/>
                </a:lnTo>
                <a:lnTo>
                  <a:pt x="3864639" y="288230"/>
                </a:lnTo>
                <a:lnTo>
                  <a:pt x="3917573" y="245713"/>
                </a:lnTo>
                <a:lnTo>
                  <a:pt x="3970336" y="204732"/>
                </a:lnTo>
                <a:lnTo>
                  <a:pt x="4022588" y="165971"/>
                </a:lnTo>
                <a:lnTo>
                  <a:pt x="4048543" y="147360"/>
                </a:lnTo>
                <a:lnTo>
                  <a:pt x="4073985" y="129602"/>
                </a:lnTo>
                <a:lnTo>
                  <a:pt x="4099257" y="112696"/>
                </a:lnTo>
                <a:lnTo>
                  <a:pt x="4124017" y="96646"/>
                </a:lnTo>
                <a:lnTo>
                  <a:pt x="4148435" y="81620"/>
                </a:lnTo>
                <a:lnTo>
                  <a:pt x="4172341" y="67619"/>
                </a:lnTo>
                <a:lnTo>
                  <a:pt x="4195734" y="54812"/>
                </a:lnTo>
                <a:lnTo>
                  <a:pt x="4218445" y="43201"/>
                </a:lnTo>
                <a:lnTo>
                  <a:pt x="4240814" y="32955"/>
                </a:lnTo>
                <a:lnTo>
                  <a:pt x="4262500" y="23906"/>
                </a:lnTo>
                <a:lnTo>
                  <a:pt x="4284528" y="16393"/>
                </a:lnTo>
                <a:lnTo>
                  <a:pt x="4307068" y="10416"/>
                </a:lnTo>
                <a:lnTo>
                  <a:pt x="4329778" y="5806"/>
                </a:lnTo>
                <a:lnTo>
                  <a:pt x="4352830" y="2732"/>
                </a:lnTo>
                <a:lnTo>
                  <a:pt x="4376053" y="683"/>
                </a:lnTo>
                <a:lnTo>
                  <a:pt x="4399276" y="0"/>
                </a:lnTo>
                <a:lnTo>
                  <a:pt x="4422499" y="342"/>
                </a:lnTo>
                <a:lnTo>
                  <a:pt x="4445721" y="1707"/>
                </a:lnTo>
                <a:lnTo>
                  <a:pt x="4468774" y="3756"/>
                </a:lnTo>
                <a:lnTo>
                  <a:pt x="4491826" y="6831"/>
                </a:lnTo>
                <a:lnTo>
                  <a:pt x="4536393" y="14684"/>
                </a:lnTo>
                <a:lnTo>
                  <a:pt x="4579766" y="24931"/>
                </a:lnTo>
                <a:lnTo>
                  <a:pt x="4620917" y="36541"/>
                </a:lnTo>
                <a:lnTo>
                  <a:pt x="4659338" y="48835"/>
                </a:lnTo>
                <a:lnTo>
                  <a:pt x="4677438" y="55324"/>
                </a:lnTo>
                <a:lnTo>
                  <a:pt x="4694514" y="61471"/>
                </a:lnTo>
                <a:lnTo>
                  <a:pt x="4710906" y="67619"/>
                </a:lnTo>
                <a:lnTo>
                  <a:pt x="4726103" y="73594"/>
                </a:lnTo>
                <a:lnTo>
                  <a:pt x="4740105" y="79058"/>
                </a:lnTo>
                <a:lnTo>
                  <a:pt x="4753083" y="84352"/>
                </a:lnTo>
                <a:lnTo>
                  <a:pt x="4764694" y="89132"/>
                </a:lnTo>
                <a:lnTo>
                  <a:pt x="4764523" y="89132"/>
                </a:lnTo>
                <a:lnTo>
                  <a:pt x="4774939" y="93402"/>
                </a:lnTo>
                <a:lnTo>
                  <a:pt x="4774768" y="93232"/>
                </a:lnTo>
                <a:lnTo>
                  <a:pt x="4783819" y="96816"/>
                </a:lnTo>
                <a:lnTo>
                  <a:pt x="4783478" y="96816"/>
                </a:lnTo>
                <a:lnTo>
                  <a:pt x="4791160" y="99720"/>
                </a:lnTo>
                <a:lnTo>
                  <a:pt x="4790478" y="99549"/>
                </a:lnTo>
                <a:lnTo>
                  <a:pt x="4796625" y="101769"/>
                </a:lnTo>
                <a:lnTo>
                  <a:pt x="4794917" y="101085"/>
                </a:lnTo>
                <a:lnTo>
                  <a:pt x="4799358" y="102452"/>
                </a:lnTo>
                <a:lnTo>
                  <a:pt x="4795772" y="101598"/>
                </a:lnTo>
                <a:lnTo>
                  <a:pt x="4798674" y="102110"/>
                </a:lnTo>
                <a:lnTo>
                  <a:pt x="4782623" y="105014"/>
                </a:lnTo>
                <a:lnTo>
                  <a:pt x="4783819" y="104330"/>
                </a:lnTo>
                <a:lnTo>
                  <a:pt x="4808749" y="14923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27">
            <a:extLst xmlns:a="http://schemas.openxmlformats.org/drawingml/2006/main">
              <a:ext uri="{FF2B5EF4-FFF2-40B4-BE49-F238E27FC236}">
                <a16:creationId xmlns:a16="http://schemas.microsoft.com/office/drawing/2014/main" id="{F226FB39-AF59-431B-A8AF-7731F026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290" y="2118782"/>
            <a:ext cx="5490749" cy="38419"/>
          </a:xfrm>
          <a:custGeom xmlns:a="http://schemas.openxmlformats.org/drawingml/2006/main">
            <a:pathLst>
              <a:path w="5490749" h="38419">
                <a:moveTo>
                  <a:pt x="0" y="0"/>
                </a:moveTo>
                <a:lnTo>
                  <a:pt x="5490749" y="0"/>
                </a:lnTo>
                <a:lnTo>
                  <a:pt x="5490749" y="38419"/>
                </a:lnTo>
                <a:lnTo>
                  <a:pt x="0" y="3841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28">
            <a:extLst xmlns:a="http://schemas.openxmlformats.org/drawingml/2006/main">
              <a:ext uri="{FF2B5EF4-FFF2-40B4-BE49-F238E27FC236}">
                <a16:creationId xmlns:a16="http://schemas.microsoft.com/office/drawing/2014/main" id="{51E59CC8-83F1-4F9A-853E-DB96CBC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591" y="2090949"/>
            <a:ext cx="116798" cy="118843"/>
          </a:xfrm>
          <a:custGeom xmlns:a="http://schemas.openxmlformats.org/drawingml/2006/main">
            <a:pathLst>
              <a:path w="116798" h="118843">
                <a:moveTo>
                  <a:pt x="0" y="59422"/>
                </a:moveTo>
                <a:cubicBezTo>
                  <a:pt x="0" y="26466"/>
                  <a:pt x="26297" y="0"/>
                  <a:pt x="58570" y="0"/>
                </a:cubicBezTo>
                <a:cubicBezTo>
                  <a:pt x="90672" y="0"/>
                  <a:pt x="116798" y="26466"/>
                  <a:pt x="116798" y="59422"/>
                </a:cubicBezTo>
                <a:cubicBezTo>
                  <a:pt x="116798" y="92206"/>
                  <a:pt x="90672" y="118843"/>
                  <a:pt x="58570" y="118843"/>
                </a:cubicBezTo>
                <a:cubicBezTo>
                  <a:pt x="2629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29">
            <a:extLst xmlns:a="http://schemas.openxmlformats.org/drawingml/2006/main">
              <a:ext uri="{FF2B5EF4-FFF2-40B4-BE49-F238E27FC236}">
                <a16:creationId xmlns:a16="http://schemas.microsoft.com/office/drawing/2014/main" id="{FCC32E4D-0D84-4B0C-9B53-6648BC7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0977" y="2065166"/>
            <a:ext cx="168366" cy="170411"/>
          </a:xfrm>
          <a:custGeom xmlns:a="http://schemas.openxmlformats.org/drawingml/2006/main">
            <a:pathLst>
              <a:path w="168366" h="170411">
                <a:moveTo>
                  <a:pt x="0" y="85205"/>
                </a:moveTo>
                <a:lnTo>
                  <a:pt x="1708" y="68301"/>
                </a:lnTo>
                <a:lnTo>
                  <a:pt x="6660" y="52250"/>
                </a:lnTo>
                <a:lnTo>
                  <a:pt x="14344" y="37907"/>
                </a:lnTo>
                <a:lnTo>
                  <a:pt x="24589" y="25271"/>
                </a:lnTo>
                <a:lnTo>
                  <a:pt x="36883" y="14684"/>
                </a:lnTo>
                <a:lnTo>
                  <a:pt x="51227" y="7001"/>
                </a:lnTo>
                <a:lnTo>
                  <a:pt x="67108" y="1707"/>
                </a:lnTo>
                <a:lnTo>
                  <a:pt x="84183" y="0"/>
                </a:lnTo>
                <a:lnTo>
                  <a:pt x="101259" y="1707"/>
                </a:lnTo>
                <a:lnTo>
                  <a:pt x="117139" y="7001"/>
                </a:lnTo>
                <a:lnTo>
                  <a:pt x="131312" y="14684"/>
                </a:lnTo>
                <a:lnTo>
                  <a:pt x="143948" y="25271"/>
                </a:lnTo>
                <a:lnTo>
                  <a:pt x="154023" y="37907"/>
                </a:lnTo>
                <a:lnTo>
                  <a:pt x="161706" y="52250"/>
                </a:lnTo>
                <a:lnTo>
                  <a:pt x="166658" y="68301"/>
                </a:lnTo>
                <a:lnTo>
                  <a:pt x="168366" y="85205"/>
                </a:lnTo>
                <a:lnTo>
                  <a:pt x="166658" y="102110"/>
                </a:lnTo>
                <a:lnTo>
                  <a:pt x="161706" y="118331"/>
                </a:lnTo>
                <a:lnTo>
                  <a:pt x="154023" y="132505"/>
                </a:lnTo>
                <a:lnTo>
                  <a:pt x="143948" y="145140"/>
                </a:lnTo>
                <a:lnTo>
                  <a:pt x="131483" y="155726"/>
                </a:lnTo>
                <a:lnTo>
                  <a:pt x="117139" y="163752"/>
                </a:lnTo>
                <a:lnTo>
                  <a:pt x="101088" y="168704"/>
                </a:lnTo>
                <a:lnTo>
                  <a:pt x="84183" y="170411"/>
                </a:lnTo>
                <a:lnTo>
                  <a:pt x="67278" y="168704"/>
                </a:lnTo>
                <a:lnTo>
                  <a:pt x="51227" y="163752"/>
                </a:lnTo>
                <a:lnTo>
                  <a:pt x="36883" y="155726"/>
                </a:lnTo>
                <a:lnTo>
                  <a:pt x="24589" y="145140"/>
                </a:lnTo>
                <a:lnTo>
                  <a:pt x="14344" y="132676"/>
                </a:lnTo>
                <a:lnTo>
                  <a:pt x="6660" y="118331"/>
                </a:lnTo>
                <a:lnTo>
                  <a:pt x="1708" y="102110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8" y="89646"/>
                </a:lnTo>
                <a:lnTo>
                  <a:pt x="54813" y="100914"/>
                </a:lnTo>
                <a:lnTo>
                  <a:pt x="52935" y="96305"/>
                </a:lnTo>
                <a:lnTo>
                  <a:pt x="58399" y="106207"/>
                </a:lnTo>
                <a:lnTo>
                  <a:pt x="55667" y="102281"/>
                </a:lnTo>
                <a:lnTo>
                  <a:pt x="62839" y="111161"/>
                </a:lnTo>
                <a:lnTo>
                  <a:pt x="59594" y="107745"/>
                </a:lnTo>
                <a:lnTo>
                  <a:pt x="68132" y="115087"/>
                </a:lnTo>
                <a:lnTo>
                  <a:pt x="64034" y="112184"/>
                </a:lnTo>
                <a:lnTo>
                  <a:pt x="73938" y="117649"/>
                </a:lnTo>
                <a:lnTo>
                  <a:pt x="68986" y="115600"/>
                </a:lnTo>
                <a:lnTo>
                  <a:pt x="80085" y="119014"/>
                </a:lnTo>
                <a:lnTo>
                  <a:pt x="74962" y="117990"/>
                </a:lnTo>
                <a:lnTo>
                  <a:pt x="86744" y="119185"/>
                </a:lnTo>
                <a:lnTo>
                  <a:pt x="81622" y="119185"/>
                </a:lnTo>
                <a:lnTo>
                  <a:pt x="93404" y="117990"/>
                </a:lnTo>
                <a:lnTo>
                  <a:pt x="88281" y="119014"/>
                </a:lnTo>
                <a:lnTo>
                  <a:pt x="99380" y="115600"/>
                </a:lnTo>
                <a:lnTo>
                  <a:pt x="94428" y="117649"/>
                </a:lnTo>
                <a:lnTo>
                  <a:pt x="104333" y="112184"/>
                </a:lnTo>
                <a:lnTo>
                  <a:pt x="100405" y="114917"/>
                </a:lnTo>
                <a:lnTo>
                  <a:pt x="109114" y="107574"/>
                </a:lnTo>
                <a:lnTo>
                  <a:pt x="105528" y="111332"/>
                </a:lnTo>
                <a:lnTo>
                  <a:pt x="112529" y="102452"/>
                </a:lnTo>
                <a:lnTo>
                  <a:pt x="109967" y="106207"/>
                </a:lnTo>
                <a:lnTo>
                  <a:pt x="115431" y="96305"/>
                </a:lnTo>
                <a:lnTo>
                  <a:pt x="113554" y="100914"/>
                </a:lnTo>
                <a:lnTo>
                  <a:pt x="116968" y="89646"/>
                </a:lnTo>
                <a:lnTo>
                  <a:pt x="115944" y="94597"/>
                </a:lnTo>
                <a:lnTo>
                  <a:pt x="117139" y="82815"/>
                </a:lnTo>
                <a:lnTo>
                  <a:pt x="117139" y="87767"/>
                </a:lnTo>
                <a:lnTo>
                  <a:pt x="115944" y="75814"/>
                </a:lnTo>
                <a:lnTo>
                  <a:pt x="116968" y="80937"/>
                </a:lnTo>
                <a:lnTo>
                  <a:pt x="113554" y="69837"/>
                </a:lnTo>
                <a:lnTo>
                  <a:pt x="115431" y="74277"/>
                </a:lnTo>
                <a:lnTo>
                  <a:pt x="109967" y="64032"/>
                </a:lnTo>
                <a:lnTo>
                  <a:pt x="112529" y="67959"/>
                </a:lnTo>
                <a:lnTo>
                  <a:pt x="105528" y="59251"/>
                </a:lnTo>
                <a:lnTo>
                  <a:pt x="109114" y="62837"/>
                </a:lnTo>
                <a:lnTo>
                  <a:pt x="100405" y="55495"/>
                </a:lnTo>
                <a:lnTo>
                  <a:pt x="104504" y="58397"/>
                </a:lnTo>
                <a:lnTo>
                  <a:pt x="94770" y="53104"/>
                </a:lnTo>
                <a:lnTo>
                  <a:pt x="99039" y="54811"/>
                </a:lnTo>
                <a:lnTo>
                  <a:pt x="88110" y="51226"/>
                </a:lnTo>
                <a:lnTo>
                  <a:pt x="93404" y="52421"/>
                </a:lnTo>
                <a:lnTo>
                  <a:pt x="81622" y="51226"/>
                </a:lnTo>
                <a:lnTo>
                  <a:pt x="86744" y="51226"/>
                </a:lnTo>
                <a:lnTo>
                  <a:pt x="74962" y="52421"/>
                </a:lnTo>
                <a:lnTo>
                  <a:pt x="80256" y="51226"/>
                </a:lnTo>
                <a:lnTo>
                  <a:pt x="69328" y="54811"/>
                </a:lnTo>
                <a:lnTo>
                  <a:pt x="73597" y="53104"/>
                </a:lnTo>
                <a:lnTo>
                  <a:pt x="63863" y="58397"/>
                </a:lnTo>
                <a:lnTo>
                  <a:pt x="68132" y="55495"/>
                </a:lnTo>
                <a:lnTo>
                  <a:pt x="59594" y="62666"/>
                </a:lnTo>
                <a:lnTo>
                  <a:pt x="62839" y="59422"/>
                </a:lnTo>
                <a:lnTo>
                  <a:pt x="55667" y="68130"/>
                </a:lnTo>
                <a:lnTo>
                  <a:pt x="58399" y="64032"/>
                </a:lnTo>
                <a:lnTo>
                  <a:pt x="52935" y="74277"/>
                </a:lnTo>
                <a:lnTo>
                  <a:pt x="54813" y="69837"/>
                </a:lnTo>
                <a:lnTo>
                  <a:pt x="51398" y="80937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0">
            <a:extLst xmlns:a="http://schemas.openxmlformats.org/drawingml/2006/main">
              <a:ext uri="{FF2B5EF4-FFF2-40B4-BE49-F238E27FC236}">
                <a16:creationId xmlns:a16="http://schemas.microsoft.com/office/drawing/2014/main" id="{82687E03-A3E0-4E01-9D6F-9DEB733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1162" y="2090949"/>
            <a:ext cx="116798" cy="116795"/>
          </a:xfrm>
          <a:custGeom xmlns:a="http://schemas.openxmlformats.org/drawingml/2006/main">
            <a:pathLst>
              <a:path w="116798" h="116795">
                <a:moveTo>
                  <a:pt x="0" y="58398"/>
                </a:moveTo>
                <a:cubicBezTo>
                  <a:pt x="0" y="26125"/>
                  <a:pt x="26126" y="0"/>
                  <a:pt x="58399" y="0"/>
                </a:cubicBezTo>
                <a:cubicBezTo>
                  <a:pt x="90501" y="0"/>
                  <a:pt x="116798" y="26125"/>
                  <a:pt x="116798" y="58398"/>
                </a:cubicBezTo>
                <a:cubicBezTo>
                  <a:pt x="116798" y="90499"/>
                  <a:pt x="90501" y="116795"/>
                  <a:pt x="58399" y="116795"/>
                </a:cubicBezTo>
                <a:cubicBezTo>
                  <a:pt x="26126" y="116795"/>
                  <a:pt x="0" y="90499"/>
                  <a:pt x="0" y="583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31">
            <a:extLst xmlns:a="http://schemas.openxmlformats.org/drawingml/2006/main">
              <a:ext uri="{FF2B5EF4-FFF2-40B4-BE49-F238E27FC236}">
                <a16:creationId xmlns:a16="http://schemas.microsoft.com/office/drawing/2014/main" id="{35362D5B-5E30-4E3A-846A-49E8D8C4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5378" y="2065166"/>
            <a:ext cx="168365" cy="168362"/>
          </a:xfrm>
          <a:custGeom xmlns:a="http://schemas.openxmlformats.org/drawingml/2006/main">
            <a:pathLst>
              <a:path w="168365" h="168362">
                <a:moveTo>
                  <a:pt x="0" y="84181"/>
                </a:moveTo>
                <a:lnTo>
                  <a:pt x="1707" y="67277"/>
                </a:lnTo>
                <a:lnTo>
                  <a:pt x="6659" y="51397"/>
                </a:lnTo>
                <a:lnTo>
                  <a:pt x="14514" y="37053"/>
                </a:lnTo>
                <a:lnTo>
                  <a:pt x="24759" y="24760"/>
                </a:lnTo>
                <a:lnTo>
                  <a:pt x="37054" y="14513"/>
                </a:lnTo>
                <a:lnTo>
                  <a:pt x="51397" y="6660"/>
                </a:lnTo>
                <a:lnTo>
                  <a:pt x="67278" y="1707"/>
                </a:lnTo>
                <a:lnTo>
                  <a:pt x="84182" y="0"/>
                </a:lnTo>
                <a:lnTo>
                  <a:pt x="101088" y="1707"/>
                </a:lnTo>
                <a:lnTo>
                  <a:pt x="116968" y="6660"/>
                </a:lnTo>
                <a:lnTo>
                  <a:pt x="131311" y="14513"/>
                </a:lnTo>
                <a:lnTo>
                  <a:pt x="143777" y="24760"/>
                </a:lnTo>
                <a:lnTo>
                  <a:pt x="153851" y="37224"/>
                </a:lnTo>
                <a:lnTo>
                  <a:pt x="161706" y="51397"/>
                </a:lnTo>
                <a:lnTo>
                  <a:pt x="166658" y="67277"/>
                </a:lnTo>
                <a:lnTo>
                  <a:pt x="168365" y="84181"/>
                </a:lnTo>
                <a:lnTo>
                  <a:pt x="166658" y="101085"/>
                </a:lnTo>
                <a:lnTo>
                  <a:pt x="161706" y="117136"/>
                </a:lnTo>
                <a:lnTo>
                  <a:pt x="154022" y="131138"/>
                </a:lnTo>
                <a:lnTo>
                  <a:pt x="143777" y="143773"/>
                </a:lnTo>
                <a:lnTo>
                  <a:pt x="131140" y="154020"/>
                </a:lnTo>
                <a:lnTo>
                  <a:pt x="116968" y="161702"/>
                </a:lnTo>
                <a:lnTo>
                  <a:pt x="101088" y="166655"/>
                </a:lnTo>
                <a:lnTo>
                  <a:pt x="84182" y="168362"/>
                </a:lnTo>
                <a:lnTo>
                  <a:pt x="67278" y="166655"/>
                </a:lnTo>
                <a:lnTo>
                  <a:pt x="51397" y="161702"/>
                </a:lnTo>
                <a:lnTo>
                  <a:pt x="37225" y="154020"/>
                </a:lnTo>
                <a:lnTo>
                  <a:pt x="24759" y="143773"/>
                </a:lnTo>
                <a:lnTo>
                  <a:pt x="14514" y="131309"/>
                </a:lnTo>
                <a:lnTo>
                  <a:pt x="6659" y="117136"/>
                </a:lnTo>
                <a:lnTo>
                  <a:pt x="1707" y="101085"/>
                </a:lnTo>
                <a:lnTo>
                  <a:pt x="0" y="84181"/>
                </a:lnTo>
                <a:moveTo>
                  <a:pt x="52422" y="93402"/>
                </a:moveTo>
                <a:lnTo>
                  <a:pt x="51397" y="88279"/>
                </a:lnTo>
                <a:lnTo>
                  <a:pt x="54812" y="99379"/>
                </a:lnTo>
                <a:lnTo>
                  <a:pt x="52934" y="94768"/>
                </a:lnTo>
                <a:lnTo>
                  <a:pt x="58228" y="104672"/>
                </a:lnTo>
                <a:lnTo>
                  <a:pt x="55496" y="100574"/>
                </a:lnTo>
                <a:lnTo>
                  <a:pt x="62667" y="109281"/>
                </a:lnTo>
                <a:lnTo>
                  <a:pt x="59252" y="105696"/>
                </a:lnTo>
                <a:lnTo>
                  <a:pt x="67790" y="112867"/>
                </a:lnTo>
                <a:lnTo>
                  <a:pt x="63863" y="110136"/>
                </a:lnTo>
                <a:lnTo>
                  <a:pt x="73596" y="115429"/>
                </a:lnTo>
                <a:lnTo>
                  <a:pt x="68985" y="113550"/>
                </a:lnTo>
                <a:lnTo>
                  <a:pt x="80085" y="116965"/>
                </a:lnTo>
                <a:lnTo>
                  <a:pt x="74961" y="115941"/>
                </a:lnTo>
                <a:lnTo>
                  <a:pt x="86744" y="117136"/>
                </a:lnTo>
                <a:lnTo>
                  <a:pt x="81621" y="117136"/>
                </a:lnTo>
                <a:lnTo>
                  <a:pt x="93403" y="115941"/>
                </a:lnTo>
                <a:lnTo>
                  <a:pt x="88281" y="116965"/>
                </a:lnTo>
                <a:lnTo>
                  <a:pt x="99380" y="113550"/>
                </a:lnTo>
                <a:lnTo>
                  <a:pt x="94769" y="115429"/>
                </a:lnTo>
                <a:lnTo>
                  <a:pt x="104503" y="110136"/>
                </a:lnTo>
                <a:lnTo>
                  <a:pt x="100746" y="112696"/>
                </a:lnTo>
                <a:lnTo>
                  <a:pt x="109455" y="105696"/>
                </a:lnTo>
                <a:lnTo>
                  <a:pt x="105698" y="109452"/>
                </a:lnTo>
                <a:lnTo>
                  <a:pt x="112699" y="100743"/>
                </a:lnTo>
                <a:lnTo>
                  <a:pt x="110138" y="104672"/>
                </a:lnTo>
                <a:lnTo>
                  <a:pt x="115431" y="94768"/>
                </a:lnTo>
                <a:lnTo>
                  <a:pt x="113553" y="99379"/>
                </a:lnTo>
                <a:lnTo>
                  <a:pt x="116968" y="88279"/>
                </a:lnTo>
                <a:lnTo>
                  <a:pt x="115943" y="93402"/>
                </a:lnTo>
                <a:lnTo>
                  <a:pt x="117138" y="81619"/>
                </a:lnTo>
                <a:lnTo>
                  <a:pt x="117138" y="86743"/>
                </a:lnTo>
                <a:lnTo>
                  <a:pt x="115943" y="74961"/>
                </a:lnTo>
                <a:lnTo>
                  <a:pt x="116968" y="80083"/>
                </a:lnTo>
                <a:lnTo>
                  <a:pt x="113553" y="69154"/>
                </a:lnTo>
                <a:lnTo>
                  <a:pt x="115431" y="73594"/>
                </a:lnTo>
                <a:lnTo>
                  <a:pt x="110138" y="63861"/>
                </a:lnTo>
                <a:lnTo>
                  <a:pt x="112869" y="67788"/>
                </a:lnTo>
                <a:lnTo>
                  <a:pt x="105698" y="59251"/>
                </a:lnTo>
                <a:lnTo>
                  <a:pt x="109284" y="62666"/>
                </a:lnTo>
                <a:lnTo>
                  <a:pt x="100575" y="55495"/>
                </a:lnTo>
                <a:lnTo>
                  <a:pt x="104503" y="58226"/>
                </a:lnTo>
                <a:lnTo>
                  <a:pt x="94769" y="52933"/>
                </a:lnTo>
                <a:lnTo>
                  <a:pt x="99380" y="54811"/>
                </a:lnTo>
                <a:lnTo>
                  <a:pt x="88281" y="51397"/>
                </a:lnTo>
                <a:lnTo>
                  <a:pt x="93403" y="52421"/>
                </a:lnTo>
                <a:lnTo>
                  <a:pt x="81621" y="51226"/>
                </a:lnTo>
                <a:lnTo>
                  <a:pt x="86744" y="51226"/>
                </a:lnTo>
                <a:lnTo>
                  <a:pt x="74961" y="52421"/>
                </a:lnTo>
                <a:lnTo>
                  <a:pt x="80085" y="51397"/>
                </a:lnTo>
                <a:lnTo>
                  <a:pt x="68985" y="54811"/>
                </a:lnTo>
                <a:lnTo>
                  <a:pt x="73596" y="52933"/>
                </a:lnTo>
                <a:lnTo>
                  <a:pt x="63863" y="58226"/>
                </a:lnTo>
                <a:lnTo>
                  <a:pt x="67961" y="55495"/>
                </a:lnTo>
                <a:lnTo>
                  <a:pt x="59423" y="62666"/>
                </a:lnTo>
                <a:lnTo>
                  <a:pt x="62667" y="59422"/>
                </a:lnTo>
                <a:lnTo>
                  <a:pt x="55496" y="67959"/>
                </a:lnTo>
                <a:lnTo>
                  <a:pt x="58228" y="63861"/>
                </a:lnTo>
                <a:lnTo>
                  <a:pt x="52934" y="73594"/>
                </a:lnTo>
                <a:lnTo>
                  <a:pt x="54812" y="69154"/>
                </a:lnTo>
                <a:lnTo>
                  <a:pt x="51397" y="80083"/>
                </a:lnTo>
                <a:lnTo>
                  <a:pt x="52422" y="74961"/>
                </a:lnTo>
                <a:lnTo>
                  <a:pt x="51226" y="86743"/>
                </a:lnTo>
                <a:lnTo>
                  <a:pt x="51226" y="81619"/>
                </a:lnTo>
                <a:lnTo>
                  <a:pt x="52422" y="93402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32">
            <a:extLst xmlns:a="http://schemas.openxmlformats.org/drawingml/2006/main">
              <a:ext uri="{FF2B5EF4-FFF2-40B4-BE49-F238E27FC236}">
                <a16:creationId xmlns:a16="http://schemas.microsoft.com/office/drawing/2014/main" id="{DB7FBAF5-FF07-46FC-9B1E-59EED4C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374" y="2090949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9" y="0"/>
                  <a:pt x="118846" y="26466"/>
                  <a:pt x="118846" y="59422"/>
                </a:cubicBezTo>
                <a:cubicBezTo>
                  <a:pt x="118846" y="92206"/>
                  <a:pt x="92209" y="118843"/>
                  <a:pt x="59423" y="118843"/>
                </a:cubicBezTo>
                <a:cubicBezTo>
                  <a:pt x="2646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33">
            <a:extLst xmlns:a="http://schemas.openxmlformats.org/drawingml/2006/main">
              <a:ext uri="{FF2B5EF4-FFF2-40B4-BE49-F238E27FC236}">
                <a16:creationId xmlns:a16="http://schemas.microsoft.com/office/drawing/2014/main" id="{DC6C022B-29AF-42A0-9349-01D18707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4590" y="2065166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0"/>
                </a:lnTo>
                <a:lnTo>
                  <a:pt x="6830" y="52079"/>
                </a:lnTo>
                <a:lnTo>
                  <a:pt x="14514" y="37736"/>
                </a:lnTo>
                <a:lnTo>
                  <a:pt x="24930" y="25100"/>
                </a:lnTo>
                <a:lnTo>
                  <a:pt x="37737" y="14513"/>
                </a:lnTo>
                <a:lnTo>
                  <a:pt x="52080" y="6830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30"/>
                </a:lnTo>
                <a:lnTo>
                  <a:pt x="132677" y="14513"/>
                </a:lnTo>
                <a:lnTo>
                  <a:pt x="145484" y="25100"/>
                </a:lnTo>
                <a:lnTo>
                  <a:pt x="155900" y="37566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4" y="85205"/>
                </a:lnTo>
                <a:lnTo>
                  <a:pt x="168707" y="102110"/>
                </a:lnTo>
                <a:lnTo>
                  <a:pt x="163755" y="118502"/>
                </a:lnTo>
                <a:lnTo>
                  <a:pt x="155729" y="132845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0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6"/>
                </a:lnTo>
                <a:lnTo>
                  <a:pt x="6830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8" y="89304"/>
                </a:lnTo>
                <a:lnTo>
                  <a:pt x="54983" y="100574"/>
                </a:lnTo>
                <a:lnTo>
                  <a:pt x="53105" y="96305"/>
                </a:lnTo>
                <a:lnTo>
                  <a:pt x="58398" y="106207"/>
                </a:lnTo>
                <a:lnTo>
                  <a:pt x="55666" y="102110"/>
                </a:lnTo>
                <a:lnTo>
                  <a:pt x="63009" y="110990"/>
                </a:lnTo>
                <a:lnTo>
                  <a:pt x="59594" y="107403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9" y="115600"/>
                </a:lnTo>
                <a:lnTo>
                  <a:pt x="80938" y="119014"/>
                </a:lnTo>
                <a:lnTo>
                  <a:pt x="75816" y="117990"/>
                </a:lnTo>
                <a:lnTo>
                  <a:pt x="87598" y="119185"/>
                </a:lnTo>
                <a:lnTo>
                  <a:pt x="82817" y="119185"/>
                </a:lnTo>
                <a:lnTo>
                  <a:pt x="94599" y="117990"/>
                </a:lnTo>
                <a:lnTo>
                  <a:pt x="89647" y="119014"/>
                </a:lnTo>
                <a:lnTo>
                  <a:pt x="100917" y="115600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3"/>
                </a:lnTo>
                <a:lnTo>
                  <a:pt x="107406" y="110990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4"/>
                </a:lnTo>
                <a:lnTo>
                  <a:pt x="119017" y="89646"/>
                </a:lnTo>
                <a:lnTo>
                  <a:pt x="117993" y="94597"/>
                </a:lnTo>
                <a:lnTo>
                  <a:pt x="119188" y="82815"/>
                </a:lnTo>
                <a:lnTo>
                  <a:pt x="119188" y="87767"/>
                </a:lnTo>
                <a:lnTo>
                  <a:pt x="117993" y="75814"/>
                </a:lnTo>
                <a:lnTo>
                  <a:pt x="119017" y="80937"/>
                </a:lnTo>
                <a:lnTo>
                  <a:pt x="115602" y="69837"/>
                </a:lnTo>
                <a:lnTo>
                  <a:pt x="117480" y="74448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6"/>
                </a:lnTo>
                <a:lnTo>
                  <a:pt x="106210" y="58397"/>
                </a:lnTo>
                <a:lnTo>
                  <a:pt x="96307" y="53104"/>
                </a:lnTo>
                <a:lnTo>
                  <a:pt x="100575" y="54982"/>
                </a:lnTo>
                <a:lnTo>
                  <a:pt x="89305" y="51397"/>
                </a:lnTo>
                <a:lnTo>
                  <a:pt x="94599" y="52421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1"/>
                </a:lnTo>
                <a:lnTo>
                  <a:pt x="81109" y="51397"/>
                </a:lnTo>
                <a:lnTo>
                  <a:pt x="70010" y="54982"/>
                </a:lnTo>
                <a:lnTo>
                  <a:pt x="74108" y="53104"/>
                </a:lnTo>
                <a:lnTo>
                  <a:pt x="64033" y="58568"/>
                </a:lnTo>
                <a:lnTo>
                  <a:pt x="68303" y="55666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6" y="68301"/>
                </a:lnTo>
                <a:lnTo>
                  <a:pt x="58569" y="64032"/>
                </a:lnTo>
                <a:lnTo>
                  <a:pt x="53105" y="74277"/>
                </a:lnTo>
                <a:lnTo>
                  <a:pt x="54983" y="70008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4">
            <a:extLst xmlns:a="http://schemas.openxmlformats.org/drawingml/2006/main">
              <a:ext uri="{FF2B5EF4-FFF2-40B4-BE49-F238E27FC236}">
                <a16:creationId xmlns:a16="http://schemas.microsoft.com/office/drawing/2014/main" id="{33FC469C-FFC5-4769-BEE2-DBA4BE2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8777" y="2054066"/>
            <a:ext cx="118846" cy="118844"/>
          </a:xfrm>
          <a:custGeom xmlns:a="http://schemas.openxmlformats.org/drawingml/2006/main">
            <a:pathLst>
              <a:path w="118846" h="118844">
                <a:moveTo>
                  <a:pt x="0" y="59423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8" y="0"/>
                  <a:pt x="118846" y="26466"/>
                  <a:pt x="118846" y="59423"/>
                </a:cubicBezTo>
                <a:cubicBezTo>
                  <a:pt x="118846" y="92207"/>
                  <a:pt x="92208" y="118844"/>
                  <a:pt x="59423" y="118844"/>
                </a:cubicBezTo>
                <a:cubicBezTo>
                  <a:pt x="26467" y="118844"/>
                  <a:pt x="0" y="92207"/>
                  <a:pt x="0" y="5942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35">
            <a:extLst xmlns:a="http://schemas.openxmlformats.org/drawingml/2006/main">
              <a:ext uri="{FF2B5EF4-FFF2-40B4-BE49-F238E27FC236}">
                <a16:creationId xmlns:a16="http://schemas.microsoft.com/office/drawing/2014/main" id="{275DDA1D-9350-428C-86B3-3AC1983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2993" y="2028283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6"/>
                </a:moveTo>
                <a:lnTo>
                  <a:pt x="1707" y="68131"/>
                </a:lnTo>
                <a:lnTo>
                  <a:pt x="6830" y="52080"/>
                </a:lnTo>
                <a:lnTo>
                  <a:pt x="14514" y="37737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0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3" y="1708"/>
                </a:lnTo>
                <a:lnTo>
                  <a:pt x="118505" y="6831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900" y="37566"/>
                </a:lnTo>
                <a:lnTo>
                  <a:pt x="163755" y="52080"/>
                </a:lnTo>
                <a:lnTo>
                  <a:pt x="168707" y="68301"/>
                </a:lnTo>
                <a:lnTo>
                  <a:pt x="170414" y="85206"/>
                </a:lnTo>
                <a:lnTo>
                  <a:pt x="168707" y="102111"/>
                </a:lnTo>
                <a:lnTo>
                  <a:pt x="163755" y="118502"/>
                </a:lnTo>
                <a:lnTo>
                  <a:pt x="155730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3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0" y="163753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5"/>
                </a:lnTo>
                <a:lnTo>
                  <a:pt x="6830" y="118502"/>
                </a:lnTo>
                <a:lnTo>
                  <a:pt x="1707" y="102282"/>
                </a:lnTo>
                <a:lnTo>
                  <a:pt x="0" y="85206"/>
                </a:lnTo>
                <a:moveTo>
                  <a:pt x="52422" y="94597"/>
                </a:moveTo>
                <a:lnTo>
                  <a:pt x="51398" y="89304"/>
                </a:lnTo>
                <a:lnTo>
                  <a:pt x="54983" y="100573"/>
                </a:lnTo>
                <a:lnTo>
                  <a:pt x="53105" y="96305"/>
                </a:lnTo>
                <a:lnTo>
                  <a:pt x="58399" y="106208"/>
                </a:lnTo>
                <a:lnTo>
                  <a:pt x="55666" y="102111"/>
                </a:lnTo>
                <a:lnTo>
                  <a:pt x="63009" y="110989"/>
                </a:lnTo>
                <a:lnTo>
                  <a:pt x="59594" y="107404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8" y="115599"/>
                </a:lnTo>
                <a:lnTo>
                  <a:pt x="80938" y="119015"/>
                </a:lnTo>
                <a:lnTo>
                  <a:pt x="75816" y="117990"/>
                </a:lnTo>
                <a:lnTo>
                  <a:pt x="87598" y="119186"/>
                </a:lnTo>
                <a:lnTo>
                  <a:pt x="82817" y="119186"/>
                </a:lnTo>
                <a:lnTo>
                  <a:pt x="94599" y="117990"/>
                </a:lnTo>
                <a:lnTo>
                  <a:pt x="89647" y="119015"/>
                </a:lnTo>
                <a:lnTo>
                  <a:pt x="100917" y="115599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6" y="110989"/>
                </a:lnTo>
                <a:lnTo>
                  <a:pt x="114748" y="102111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5"/>
                </a:lnTo>
                <a:lnTo>
                  <a:pt x="119017" y="89645"/>
                </a:lnTo>
                <a:lnTo>
                  <a:pt x="117992" y="94597"/>
                </a:lnTo>
                <a:lnTo>
                  <a:pt x="119188" y="82816"/>
                </a:lnTo>
                <a:lnTo>
                  <a:pt x="119188" y="87767"/>
                </a:lnTo>
                <a:lnTo>
                  <a:pt x="117992" y="75814"/>
                </a:lnTo>
                <a:lnTo>
                  <a:pt x="119017" y="80938"/>
                </a:lnTo>
                <a:lnTo>
                  <a:pt x="115602" y="69838"/>
                </a:lnTo>
                <a:lnTo>
                  <a:pt x="117480" y="74449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6"/>
                </a:lnTo>
                <a:lnTo>
                  <a:pt x="106210" y="58398"/>
                </a:lnTo>
                <a:lnTo>
                  <a:pt x="96306" y="53105"/>
                </a:lnTo>
                <a:lnTo>
                  <a:pt x="100575" y="54983"/>
                </a:lnTo>
                <a:lnTo>
                  <a:pt x="89306" y="51396"/>
                </a:lnTo>
                <a:lnTo>
                  <a:pt x="94599" y="52421"/>
                </a:lnTo>
                <a:lnTo>
                  <a:pt x="82817" y="51225"/>
                </a:lnTo>
                <a:lnTo>
                  <a:pt x="87598" y="51225"/>
                </a:lnTo>
                <a:lnTo>
                  <a:pt x="75816" y="52421"/>
                </a:lnTo>
                <a:lnTo>
                  <a:pt x="81109" y="51396"/>
                </a:lnTo>
                <a:lnTo>
                  <a:pt x="70010" y="54983"/>
                </a:lnTo>
                <a:lnTo>
                  <a:pt x="74108" y="53105"/>
                </a:lnTo>
                <a:lnTo>
                  <a:pt x="64033" y="58569"/>
                </a:lnTo>
                <a:lnTo>
                  <a:pt x="68303" y="55666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6" y="68301"/>
                </a:lnTo>
                <a:lnTo>
                  <a:pt x="58569" y="64032"/>
                </a:lnTo>
                <a:lnTo>
                  <a:pt x="53105" y="74278"/>
                </a:lnTo>
                <a:lnTo>
                  <a:pt x="54983" y="70009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6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36">
            <a:extLst xmlns:a="http://schemas.openxmlformats.org/drawingml/2006/main">
              <a:ext uri="{FF2B5EF4-FFF2-40B4-BE49-F238E27FC236}">
                <a16:creationId xmlns:a16="http://schemas.microsoft.com/office/drawing/2014/main" id="{A5CCFD9C-3399-4FE2-AB72-62F4EEBA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290" y="5307072"/>
            <a:ext cx="5621719" cy="38419"/>
          </a:xfrm>
          <a:custGeom xmlns:a="http://schemas.openxmlformats.org/drawingml/2006/main">
            <a:pathLst>
              <a:path w="5621719" h="38419">
                <a:moveTo>
                  <a:pt x="0" y="0"/>
                </a:moveTo>
                <a:lnTo>
                  <a:pt x="5621719" y="0"/>
                </a:lnTo>
                <a:lnTo>
                  <a:pt x="5621719" y="38419"/>
                </a:lnTo>
                <a:lnTo>
                  <a:pt x="0" y="38419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F429395-F7F6-4159-8560-D9F6EA0A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052" y="5252603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9" y="0"/>
                  <a:pt x="118846" y="26466"/>
                  <a:pt x="118846" y="59422"/>
                </a:cubicBezTo>
                <a:cubicBezTo>
                  <a:pt x="118846" y="92206"/>
                  <a:pt x="92209" y="118843"/>
                  <a:pt x="59423" y="118843"/>
                </a:cubicBezTo>
                <a:cubicBezTo>
                  <a:pt x="2646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38">
            <a:extLst xmlns:a="http://schemas.openxmlformats.org/drawingml/2006/main">
              <a:ext uri="{FF2B5EF4-FFF2-40B4-BE49-F238E27FC236}">
                <a16:creationId xmlns:a16="http://schemas.microsoft.com/office/drawing/2014/main" id="{F8F06C38-1E78-41E7-92B3-91CF3CC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7268" y="5226819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8" y="68130"/>
                </a:lnTo>
                <a:lnTo>
                  <a:pt x="6830" y="52079"/>
                </a:lnTo>
                <a:lnTo>
                  <a:pt x="14514" y="37736"/>
                </a:lnTo>
                <a:lnTo>
                  <a:pt x="24930" y="25101"/>
                </a:lnTo>
                <a:lnTo>
                  <a:pt x="37737" y="14513"/>
                </a:lnTo>
                <a:lnTo>
                  <a:pt x="52080" y="6830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30"/>
                </a:lnTo>
                <a:lnTo>
                  <a:pt x="132678" y="14513"/>
                </a:lnTo>
                <a:lnTo>
                  <a:pt x="145484" y="25101"/>
                </a:lnTo>
                <a:lnTo>
                  <a:pt x="155900" y="37565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4" y="85205"/>
                </a:lnTo>
                <a:lnTo>
                  <a:pt x="168707" y="102110"/>
                </a:lnTo>
                <a:lnTo>
                  <a:pt x="163755" y="118501"/>
                </a:lnTo>
                <a:lnTo>
                  <a:pt x="155729" y="132846"/>
                </a:lnTo>
                <a:lnTo>
                  <a:pt x="145484" y="145481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3"/>
                </a:lnTo>
                <a:lnTo>
                  <a:pt x="85207" y="170411"/>
                </a:lnTo>
                <a:lnTo>
                  <a:pt x="68132" y="168703"/>
                </a:lnTo>
                <a:lnTo>
                  <a:pt x="52080" y="163752"/>
                </a:lnTo>
                <a:lnTo>
                  <a:pt x="37566" y="155896"/>
                </a:lnTo>
                <a:lnTo>
                  <a:pt x="24930" y="145481"/>
                </a:lnTo>
                <a:lnTo>
                  <a:pt x="14514" y="132675"/>
                </a:lnTo>
                <a:lnTo>
                  <a:pt x="6830" y="118501"/>
                </a:lnTo>
                <a:lnTo>
                  <a:pt x="1708" y="102281"/>
                </a:lnTo>
                <a:lnTo>
                  <a:pt x="0" y="85205"/>
                </a:lnTo>
                <a:moveTo>
                  <a:pt x="52422" y="94596"/>
                </a:moveTo>
                <a:lnTo>
                  <a:pt x="51398" y="89303"/>
                </a:lnTo>
                <a:lnTo>
                  <a:pt x="54983" y="100573"/>
                </a:lnTo>
                <a:lnTo>
                  <a:pt x="53105" y="96304"/>
                </a:lnTo>
                <a:lnTo>
                  <a:pt x="58398" y="106208"/>
                </a:lnTo>
                <a:lnTo>
                  <a:pt x="55667" y="102110"/>
                </a:lnTo>
                <a:lnTo>
                  <a:pt x="63009" y="110989"/>
                </a:lnTo>
                <a:lnTo>
                  <a:pt x="59594" y="107403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7"/>
                </a:lnTo>
                <a:lnTo>
                  <a:pt x="69669" y="115599"/>
                </a:lnTo>
                <a:lnTo>
                  <a:pt x="80938" y="119014"/>
                </a:lnTo>
                <a:lnTo>
                  <a:pt x="75816" y="117990"/>
                </a:lnTo>
                <a:lnTo>
                  <a:pt x="87598" y="119185"/>
                </a:lnTo>
                <a:lnTo>
                  <a:pt x="82817" y="119185"/>
                </a:lnTo>
                <a:lnTo>
                  <a:pt x="94599" y="117990"/>
                </a:lnTo>
                <a:lnTo>
                  <a:pt x="89647" y="119014"/>
                </a:lnTo>
                <a:lnTo>
                  <a:pt x="100917" y="115599"/>
                </a:lnTo>
                <a:lnTo>
                  <a:pt x="95965" y="117648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3"/>
                </a:lnTo>
                <a:lnTo>
                  <a:pt x="107406" y="110989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4"/>
                </a:lnTo>
                <a:lnTo>
                  <a:pt x="119017" y="89645"/>
                </a:lnTo>
                <a:lnTo>
                  <a:pt x="117993" y="94596"/>
                </a:lnTo>
                <a:lnTo>
                  <a:pt x="119188" y="82814"/>
                </a:lnTo>
                <a:lnTo>
                  <a:pt x="119188" y="87766"/>
                </a:lnTo>
                <a:lnTo>
                  <a:pt x="117993" y="75813"/>
                </a:lnTo>
                <a:lnTo>
                  <a:pt x="119017" y="80937"/>
                </a:lnTo>
                <a:lnTo>
                  <a:pt x="115602" y="69837"/>
                </a:lnTo>
                <a:lnTo>
                  <a:pt x="117480" y="74448"/>
                </a:lnTo>
                <a:lnTo>
                  <a:pt x="112016" y="64373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5"/>
                </a:lnTo>
                <a:lnTo>
                  <a:pt x="106211" y="58397"/>
                </a:lnTo>
                <a:lnTo>
                  <a:pt x="96307" y="53104"/>
                </a:lnTo>
                <a:lnTo>
                  <a:pt x="100575" y="54982"/>
                </a:lnTo>
                <a:lnTo>
                  <a:pt x="89305" y="51396"/>
                </a:lnTo>
                <a:lnTo>
                  <a:pt x="94599" y="52421"/>
                </a:lnTo>
                <a:lnTo>
                  <a:pt x="82817" y="51225"/>
                </a:lnTo>
                <a:lnTo>
                  <a:pt x="87598" y="51225"/>
                </a:lnTo>
                <a:lnTo>
                  <a:pt x="75816" y="52421"/>
                </a:lnTo>
                <a:lnTo>
                  <a:pt x="81109" y="51396"/>
                </a:lnTo>
                <a:lnTo>
                  <a:pt x="70010" y="54982"/>
                </a:lnTo>
                <a:lnTo>
                  <a:pt x="74108" y="53104"/>
                </a:lnTo>
                <a:lnTo>
                  <a:pt x="64033" y="58568"/>
                </a:lnTo>
                <a:lnTo>
                  <a:pt x="68303" y="55665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7" y="68301"/>
                </a:lnTo>
                <a:lnTo>
                  <a:pt x="58569" y="64032"/>
                </a:lnTo>
                <a:lnTo>
                  <a:pt x="53105" y="74277"/>
                </a:lnTo>
                <a:lnTo>
                  <a:pt x="54983" y="70008"/>
                </a:lnTo>
                <a:lnTo>
                  <a:pt x="51398" y="81108"/>
                </a:lnTo>
                <a:lnTo>
                  <a:pt x="52422" y="75813"/>
                </a:lnTo>
                <a:lnTo>
                  <a:pt x="51227" y="87766"/>
                </a:lnTo>
                <a:lnTo>
                  <a:pt x="51227" y="82814"/>
                </a:lnTo>
                <a:lnTo>
                  <a:pt x="52422" y="94596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39">
            <a:extLst xmlns:a="http://schemas.openxmlformats.org/drawingml/2006/main">
              <a:ext uri="{FF2B5EF4-FFF2-40B4-BE49-F238E27FC236}">
                <a16:creationId xmlns:a16="http://schemas.microsoft.com/office/drawing/2014/main" id="{649BE381-AA28-4992-9B26-BD456BDF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970" y="5260799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8" y="0"/>
                  <a:pt x="118846" y="26466"/>
                  <a:pt x="118846" y="59422"/>
                </a:cubicBezTo>
                <a:cubicBezTo>
                  <a:pt x="118846" y="92206"/>
                  <a:pt x="92208" y="118843"/>
                  <a:pt x="59423" y="118843"/>
                </a:cubicBezTo>
                <a:cubicBezTo>
                  <a:pt x="2646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0">
            <a:extLst xmlns:a="http://schemas.openxmlformats.org/drawingml/2006/main">
              <a:ext uri="{FF2B5EF4-FFF2-40B4-BE49-F238E27FC236}">
                <a16:creationId xmlns:a16="http://schemas.microsoft.com/office/drawing/2014/main" id="{61F974FF-7330-44B4-AEB2-6A9BF89F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4186" y="5235014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6"/>
                </a:moveTo>
                <a:lnTo>
                  <a:pt x="1707" y="68131"/>
                </a:lnTo>
                <a:lnTo>
                  <a:pt x="6830" y="52080"/>
                </a:lnTo>
                <a:lnTo>
                  <a:pt x="14514" y="37737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1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2" y="1708"/>
                </a:lnTo>
                <a:lnTo>
                  <a:pt x="118505" y="6831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900" y="37566"/>
                </a:lnTo>
                <a:lnTo>
                  <a:pt x="163755" y="52080"/>
                </a:lnTo>
                <a:lnTo>
                  <a:pt x="168707" y="68302"/>
                </a:lnTo>
                <a:lnTo>
                  <a:pt x="170414" y="85206"/>
                </a:lnTo>
                <a:lnTo>
                  <a:pt x="168707" y="102111"/>
                </a:lnTo>
                <a:lnTo>
                  <a:pt x="163755" y="118502"/>
                </a:lnTo>
                <a:lnTo>
                  <a:pt x="155729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1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6"/>
                </a:lnTo>
                <a:lnTo>
                  <a:pt x="6830" y="118502"/>
                </a:lnTo>
                <a:lnTo>
                  <a:pt x="1707" y="102282"/>
                </a:lnTo>
                <a:lnTo>
                  <a:pt x="0" y="85206"/>
                </a:lnTo>
                <a:moveTo>
                  <a:pt x="52422" y="94597"/>
                </a:moveTo>
                <a:lnTo>
                  <a:pt x="51397" y="89304"/>
                </a:lnTo>
                <a:lnTo>
                  <a:pt x="54983" y="100574"/>
                </a:lnTo>
                <a:lnTo>
                  <a:pt x="53105" y="96305"/>
                </a:lnTo>
                <a:lnTo>
                  <a:pt x="58398" y="106208"/>
                </a:lnTo>
                <a:lnTo>
                  <a:pt x="55666" y="102111"/>
                </a:lnTo>
                <a:lnTo>
                  <a:pt x="63009" y="110990"/>
                </a:lnTo>
                <a:lnTo>
                  <a:pt x="59593" y="107404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8" y="115600"/>
                </a:lnTo>
                <a:lnTo>
                  <a:pt x="80938" y="119015"/>
                </a:lnTo>
                <a:lnTo>
                  <a:pt x="75816" y="117990"/>
                </a:lnTo>
                <a:lnTo>
                  <a:pt x="87598" y="119186"/>
                </a:lnTo>
                <a:lnTo>
                  <a:pt x="82817" y="119186"/>
                </a:lnTo>
                <a:lnTo>
                  <a:pt x="94599" y="117990"/>
                </a:lnTo>
                <a:lnTo>
                  <a:pt x="89647" y="119015"/>
                </a:lnTo>
                <a:lnTo>
                  <a:pt x="100917" y="115600"/>
                </a:lnTo>
                <a:lnTo>
                  <a:pt x="95964" y="117649"/>
                </a:lnTo>
                <a:lnTo>
                  <a:pt x="106039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6" y="110990"/>
                </a:lnTo>
                <a:lnTo>
                  <a:pt x="114748" y="102111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5"/>
                </a:lnTo>
                <a:lnTo>
                  <a:pt x="119017" y="89646"/>
                </a:lnTo>
                <a:lnTo>
                  <a:pt x="117992" y="94597"/>
                </a:lnTo>
                <a:lnTo>
                  <a:pt x="119188" y="82815"/>
                </a:lnTo>
                <a:lnTo>
                  <a:pt x="119188" y="87767"/>
                </a:lnTo>
                <a:lnTo>
                  <a:pt x="117992" y="75814"/>
                </a:lnTo>
                <a:lnTo>
                  <a:pt x="119017" y="80938"/>
                </a:lnTo>
                <a:lnTo>
                  <a:pt x="115602" y="69838"/>
                </a:lnTo>
                <a:lnTo>
                  <a:pt x="117480" y="74449"/>
                </a:lnTo>
                <a:lnTo>
                  <a:pt x="112016" y="64374"/>
                </a:lnTo>
                <a:lnTo>
                  <a:pt x="114748" y="68302"/>
                </a:lnTo>
                <a:lnTo>
                  <a:pt x="107406" y="59593"/>
                </a:lnTo>
                <a:lnTo>
                  <a:pt x="110821" y="63008"/>
                </a:lnTo>
                <a:lnTo>
                  <a:pt x="102112" y="55666"/>
                </a:lnTo>
                <a:lnTo>
                  <a:pt x="106210" y="58398"/>
                </a:lnTo>
                <a:lnTo>
                  <a:pt x="96306" y="53105"/>
                </a:lnTo>
                <a:lnTo>
                  <a:pt x="100575" y="54983"/>
                </a:lnTo>
                <a:lnTo>
                  <a:pt x="89305" y="51397"/>
                </a:lnTo>
                <a:lnTo>
                  <a:pt x="94599" y="52422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2"/>
                </a:lnTo>
                <a:lnTo>
                  <a:pt x="81109" y="51397"/>
                </a:lnTo>
                <a:lnTo>
                  <a:pt x="70010" y="54983"/>
                </a:lnTo>
                <a:lnTo>
                  <a:pt x="74108" y="53105"/>
                </a:lnTo>
                <a:lnTo>
                  <a:pt x="64033" y="58568"/>
                </a:lnTo>
                <a:lnTo>
                  <a:pt x="68303" y="55666"/>
                </a:lnTo>
                <a:lnTo>
                  <a:pt x="59593" y="63008"/>
                </a:lnTo>
                <a:lnTo>
                  <a:pt x="63009" y="59593"/>
                </a:lnTo>
                <a:lnTo>
                  <a:pt x="55666" y="68302"/>
                </a:lnTo>
                <a:lnTo>
                  <a:pt x="58569" y="64032"/>
                </a:lnTo>
                <a:lnTo>
                  <a:pt x="53105" y="74278"/>
                </a:lnTo>
                <a:lnTo>
                  <a:pt x="54983" y="70009"/>
                </a:lnTo>
                <a:lnTo>
                  <a:pt x="51397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369E8F7-9442-4B07-9DCF-AF53ADC0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8690" y="5252603"/>
            <a:ext cx="116798" cy="118843"/>
          </a:xfrm>
          <a:custGeom xmlns:a="http://schemas.openxmlformats.org/drawingml/2006/main">
            <a:pathLst>
              <a:path w="116798" h="118843">
                <a:moveTo>
                  <a:pt x="0" y="59422"/>
                </a:moveTo>
                <a:cubicBezTo>
                  <a:pt x="0" y="26466"/>
                  <a:pt x="26126" y="0"/>
                  <a:pt x="58399" y="0"/>
                </a:cubicBezTo>
                <a:cubicBezTo>
                  <a:pt x="90501" y="0"/>
                  <a:pt x="116798" y="26466"/>
                  <a:pt x="116798" y="59422"/>
                </a:cubicBezTo>
                <a:cubicBezTo>
                  <a:pt x="116798" y="92206"/>
                  <a:pt x="90501" y="118843"/>
                  <a:pt x="58399" y="118843"/>
                </a:cubicBezTo>
                <a:cubicBezTo>
                  <a:pt x="26126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2">
            <a:extLst xmlns:a="http://schemas.openxmlformats.org/drawingml/2006/main">
              <a:ext uri="{FF2B5EF4-FFF2-40B4-BE49-F238E27FC236}">
                <a16:creationId xmlns:a16="http://schemas.microsoft.com/office/drawing/2014/main" id="{9C5AAA14-5A10-4929-AA66-81B22E98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906" y="5226819"/>
            <a:ext cx="168366" cy="170411"/>
          </a:xfrm>
          <a:custGeom xmlns:a="http://schemas.openxmlformats.org/drawingml/2006/main">
            <a:pathLst>
              <a:path w="168366" h="170411">
                <a:moveTo>
                  <a:pt x="0" y="85205"/>
                </a:moveTo>
                <a:lnTo>
                  <a:pt x="1708" y="68301"/>
                </a:lnTo>
                <a:lnTo>
                  <a:pt x="6659" y="52250"/>
                </a:lnTo>
                <a:lnTo>
                  <a:pt x="14343" y="37907"/>
                </a:lnTo>
                <a:lnTo>
                  <a:pt x="24589" y="25271"/>
                </a:lnTo>
                <a:lnTo>
                  <a:pt x="36883" y="14684"/>
                </a:lnTo>
                <a:lnTo>
                  <a:pt x="51227" y="7001"/>
                </a:lnTo>
                <a:lnTo>
                  <a:pt x="67107" y="1707"/>
                </a:lnTo>
                <a:lnTo>
                  <a:pt x="84183" y="0"/>
                </a:lnTo>
                <a:lnTo>
                  <a:pt x="101258" y="1707"/>
                </a:lnTo>
                <a:lnTo>
                  <a:pt x="117139" y="7001"/>
                </a:lnTo>
                <a:lnTo>
                  <a:pt x="131312" y="14684"/>
                </a:lnTo>
                <a:lnTo>
                  <a:pt x="143947" y="25271"/>
                </a:lnTo>
                <a:lnTo>
                  <a:pt x="154022" y="37907"/>
                </a:lnTo>
                <a:lnTo>
                  <a:pt x="161706" y="52250"/>
                </a:lnTo>
                <a:lnTo>
                  <a:pt x="166658" y="68301"/>
                </a:lnTo>
                <a:lnTo>
                  <a:pt x="168366" y="85205"/>
                </a:lnTo>
                <a:lnTo>
                  <a:pt x="166658" y="102110"/>
                </a:lnTo>
                <a:lnTo>
                  <a:pt x="161706" y="118331"/>
                </a:lnTo>
                <a:lnTo>
                  <a:pt x="154022" y="132504"/>
                </a:lnTo>
                <a:lnTo>
                  <a:pt x="143947" y="145140"/>
                </a:lnTo>
                <a:lnTo>
                  <a:pt x="131482" y="155726"/>
                </a:lnTo>
                <a:lnTo>
                  <a:pt x="117139" y="163752"/>
                </a:lnTo>
                <a:lnTo>
                  <a:pt x="101088" y="168703"/>
                </a:lnTo>
                <a:lnTo>
                  <a:pt x="84183" y="170411"/>
                </a:lnTo>
                <a:lnTo>
                  <a:pt x="67278" y="168703"/>
                </a:lnTo>
                <a:lnTo>
                  <a:pt x="51227" y="163752"/>
                </a:lnTo>
                <a:lnTo>
                  <a:pt x="36883" y="155726"/>
                </a:lnTo>
                <a:lnTo>
                  <a:pt x="24589" y="145140"/>
                </a:lnTo>
                <a:lnTo>
                  <a:pt x="14343" y="132675"/>
                </a:lnTo>
                <a:lnTo>
                  <a:pt x="6659" y="118331"/>
                </a:lnTo>
                <a:lnTo>
                  <a:pt x="1708" y="102110"/>
                </a:lnTo>
                <a:lnTo>
                  <a:pt x="0" y="85205"/>
                </a:lnTo>
                <a:moveTo>
                  <a:pt x="52422" y="94596"/>
                </a:moveTo>
                <a:lnTo>
                  <a:pt x="51398" y="89645"/>
                </a:lnTo>
                <a:lnTo>
                  <a:pt x="54813" y="100914"/>
                </a:lnTo>
                <a:lnTo>
                  <a:pt x="52935" y="96304"/>
                </a:lnTo>
                <a:lnTo>
                  <a:pt x="58399" y="106208"/>
                </a:lnTo>
                <a:lnTo>
                  <a:pt x="55667" y="102281"/>
                </a:lnTo>
                <a:lnTo>
                  <a:pt x="62838" y="111160"/>
                </a:lnTo>
                <a:lnTo>
                  <a:pt x="59594" y="107745"/>
                </a:lnTo>
                <a:lnTo>
                  <a:pt x="68132" y="115087"/>
                </a:lnTo>
                <a:lnTo>
                  <a:pt x="64033" y="112184"/>
                </a:lnTo>
                <a:lnTo>
                  <a:pt x="73938" y="117648"/>
                </a:lnTo>
                <a:lnTo>
                  <a:pt x="68985" y="115599"/>
                </a:lnTo>
                <a:lnTo>
                  <a:pt x="80085" y="119014"/>
                </a:lnTo>
                <a:lnTo>
                  <a:pt x="74962" y="117990"/>
                </a:lnTo>
                <a:lnTo>
                  <a:pt x="86744" y="119185"/>
                </a:lnTo>
                <a:lnTo>
                  <a:pt x="81622" y="119185"/>
                </a:lnTo>
                <a:lnTo>
                  <a:pt x="93404" y="117990"/>
                </a:lnTo>
                <a:lnTo>
                  <a:pt x="88281" y="119014"/>
                </a:lnTo>
                <a:lnTo>
                  <a:pt x="99380" y="115599"/>
                </a:lnTo>
                <a:lnTo>
                  <a:pt x="94428" y="117648"/>
                </a:lnTo>
                <a:lnTo>
                  <a:pt x="104332" y="112184"/>
                </a:lnTo>
                <a:lnTo>
                  <a:pt x="100405" y="114916"/>
                </a:lnTo>
                <a:lnTo>
                  <a:pt x="109113" y="107574"/>
                </a:lnTo>
                <a:lnTo>
                  <a:pt x="105527" y="111331"/>
                </a:lnTo>
                <a:lnTo>
                  <a:pt x="112528" y="102452"/>
                </a:lnTo>
                <a:lnTo>
                  <a:pt x="109967" y="106208"/>
                </a:lnTo>
                <a:lnTo>
                  <a:pt x="115431" y="96304"/>
                </a:lnTo>
                <a:lnTo>
                  <a:pt x="113553" y="100914"/>
                </a:lnTo>
                <a:lnTo>
                  <a:pt x="116968" y="89645"/>
                </a:lnTo>
                <a:lnTo>
                  <a:pt x="115943" y="94596"/>
                </a:lnTo>
                <a:lnTo>
                  <a:pt x="117139" y="82814"/>
                </a:lnTo>
                <a:lnTo>
                  <a:pt x="117139" y="87766"/>
                </a:lnTo>
                <a:lnTo>
                  <a:pt x="115943" y="75813"/>
                </a:lnTo>
                <a:lnTo>
                  <a:pt x="116968" y="80937"/>
                </a:lnTo>
                <a:lnTo>
                  <a:pt x="113553" y="69837"/>
                </a:lnTo>
                <a:lnTo>
                  <a:pt x="115431" y="74277"/>
                </a:lnTo>
                <a:lnTo>
                  <a:pt x="109967" y="64032"/>
                </a:lnTo>
                <a:lnTo>
                  <a:pt x="112528" y="67959"/>
                </a:lnTo>
                <a:lnTo>
                  <a:pt x="105527" y="59251"/>
                </a:lnTo>
                <a:lnTo>
                  <a:pt x="109113" y="62837"/>
                </a:lnTo>
                <a:lnTo>
                  <a:pt x="100405" y="55495"/>
                </a:lnTo>
                <a:lnTo>
                  <a:pt x="104503" y="58397"/>
                </a:lnTo>
                <a:lnTo>
                  <a:pt x="94770" y="53104"/>
                </a:lnTo>
                <a:lnTo>
                  <a:pt x="99039" y="54811"/>
                </a:lnTo>
                <a:lnTo>
                  <a:pt x="88110" y="51225"/>
                </a:lnTo>
                <a:lnTo>
                  <a:pt x="93404" y="52421"/>
                </a:lnTo>
                <a:lnTo>
                  <a:pt x="81622" y="51225"/>
                </a:lnTo>
                <a:lnTo>
                  <a:pt x="86744" y="51225"/>
                </a:lnTo>
                <a:lnTo>
                  <a:pt x="74962" y="52421"/>
                </a:lnTo>
                <a:lnTo>
                  <a:pt x="80256" y="51225"/>
                </a:lnTo>
                <a:lnTo>
                  <a:pt x="69327" y="54811"/>
                </a:lnTo>
                <a:lnTo>
                  <a:pt x="73596" y="53104"/>
                </a:lnTo>
                <a:lnTo>
                  <a:pt x="63863" y="58397"/>
                </a:lnTo>
                <a:lnTo>
                  <a:pt x="68132" y="55495"/>
                </a:lnTo>
                <a:lnTo>
                  <a:pt x="59594" y="62666"/>
                </a:lnTo>
                <a:lnTo>
                  <a:pt x="62838" y="59422"/>
                </a:lnTo>
                <a:lnTo>
                  <a:pt x="55667" y="68130"/>
                </a:lnTo>
                <a:lnTo>
                  <a:pt x="58399" y="64032"/>
                </a:lnTo>
                <a:lnTo>
                  <a:pt x="52935" y="74277"/>
                </a:lnTo>
                <a:lnTo>
                  <a:pt x="54813" y="69837"/>
                </a:lnTo>
                <a:lnTo>
                  <a:pt x="51398" y="80937"/>
                </a:lnTo>
                <a:lnTo>
                  <a:pt x="52422" y="75813"/>
                </a:lnTo>
                <a:lnTo>
                  <a:pt x="51227" y="87766"/>
                </a:lnTo>
                <a:lnTo>
                  <a:pt x="51227" y="82814"/>
                </a:lnTo>
                <a:lnTo>
                  <a:pt x="52422" y="94596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43">
            <a:extLst xmlns:a="http://schemas.openxmlformats.org/drawingml/2006/main">
              <a:ext uri="{FF2B5EF4-FFF2-40B4-BE49-F238E27FC236}">
                <a16:creationId xmlns:a16="http://schemas.microsoft.com/office/drawing/2014/main" id="{1475894B-7788-4D81-897C-E5D26649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91" y="5260799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604" y="0"/>
                  <a:pt x="59423" y="0"/>
                </a:cubicBezTo>
                <a:cubicBezTo>
                  <a:pt x="92242" y="0"/>
                  <a:pt x="118846" y="26466"/>
                  <a:pt x="118846" y="59422"/>
                </a:cubicBezTo>
                <a:cubicBezTo>
                  <a:pt x="118846" y="92206"/>
                  <a:pt x="92242" y="118843"/>
                  <a:pt x="59423" y="118843"/>
                </a:cubicBezTo>
                <a:cubicBezTo>
                  <a:pt x="26604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44">
            <a:extLst xmlns:a="http://schemas.openxmlformats.org/drawingml/2006/main">
              <a:ext uri="{FF2B5EF4-FFF2-40B4-BE49-F238E27FC236}">
                <a16:creationId xmlns:a16="http://schemas.microsoft.com/office/drawing/2014/main" id="{E40F559F-E52C-459E-86B1-61BDCA5B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843" y="5235014"/>
            <a:ext cx="170312" cy="170411"/>
          </a:xfrm>
          <a:custGeom xmlns:a="http://schemas.openxmlformats.org/drawingml/2006/main">
            <a:pathLst>
              <a:path w="170312" h="170411">
                <a:moveTo>
                  <a:pt x="0" y="85206"/>
                </a:moveTo>
                <a:lnTo>
                  <a:pt x="1656" y="68131"/>
                </a:lnTo>
                <a:lnTo>
                  <a:pt x="6779" y="52080"/>
                </a:lnTo>
                <a:lnTo>
                  <a:pt x="14446" y="37737"/>
                </a:lnTo>
                <a:lnTo>
                  <a:pt x="24965" y="25101"/>
                </a:lnTo>
                <a:lnTo>
                  <a:pt x="37669" y="14514"/>
                </a:lnTo>
                <a:lnTo>
                  <a:pt x="52098" y="6831"/>
                </a:lnTo>
                <a:lnTo>
                  <a:pt x="68029" y="1708"/>
                </a:lnTo>
                <a:lnTo>
                  <a:pt x="85156" y="0"/>
                </a:lnTo>
                <a:lnTo>
                  <a:pt x="102249" y="1708"/>
                </a:lnTo>
                <a:lnTo>
                  <a:pt x="118385" y="6831"/>
                </a:lnTo>
                <a:lnTo>
                  <a:pt x="132695" y="14514"/>
                </a:lnTo>
                <a:lnTo>
                  <a:pt x="145348" y="25101"/>
                </a:lnTo>
                <a:lnTo>
                  <a:pt x="155781" y="37566"/>
                </a:lnTo>
                <a:lnTo>
                  <a:pt x="163687" y="52080"/>
                </a:lnTo>
                <a:lnTo>
                  <a:pt x="168673" y="68302"/>
                </a:lnTo>
                <a:lnTo>
                  <a:pt x="170312" y="85206"/>
                </a:lnTo>
                <a:lnTo>
                  <a:pt x="168673" y="102111"/>
                </a:lnTo>
                <a:lnTo>
                  <a:pt x="163687" y="118502"/>
                </a:lnTo>
                <a:lnTo>
                  <a:pt x="155730" y="132846"/>
                </a:lnTo>
                <a:lnTo>
                  <a:pt x="145348" y="145482"/>
                </a:lnTo>
                <a:lnTo>
                  <a:pt x="132797" y="155726"/>
                </a:lnTo>
                <a:lnTo>
                  <a:pt x="118385" y="163752"/>
                </a:lnTo>
                <a:lnTo>
                  <a:pt x="102112" y="168704"/>
                </a:lnTo>
                <a:lnTo>
                  <a:pt x="85156" y="170411"/>
                </a:lnTo>
                <a:lnTo>
                  <a:pt x="68166" y="168704"/>
                </a:lnTo>
                <a:lnTo>
                  <a:pt x="52081" y="163752"/>
                </a:lnTo>
                <a:lnTo>
                  <a:pt x="37583" y="155897"/>
                </a:lnTo>
                <a:lnTo>
                  <a:pt x="24965" y="145482"/>
                </a:lnTo>
                <a:lnTo>
                  <a:pt x="14497" y="132676"/>
                </a:lnTo>
                <a:lnTo>
                  <a:pt x="6779" y="118502"/>
                </a:lnTo>
                <a:lnTo>
                  <a:pt x="1656" y="102282"/>
                </a:lnTo>
                <a:lnTo>
                  <a:pt x="0" y="85206"/>
                </a:lnTo>
                <a:moveTo>
                  <a:pt x="52388" y="94597"/>
                </a:moveTo>
                <a:lnTo>
                  <a:pt x="51295" y="89304"/>
                </a:lnTo>
                <a:lnTo>
                  <a:pt x="54881" y="100574"/>
                </a:lnTo>
                <a:lnTo>
                  <a:pt x="53020" y="96305"/>
                </a:lnTo>
                <a:lnTo>
                  <a:pt x="58399" y="106208"/>
                </a:lnTo>
                <a:lnTo>
                  <a:pt x="55598" y="102111"/>
                </a:lnTo>
                <a:lnTo>
                  <a:pt x="62890" y="110990"/>
                </a:lnTo>
                <a:lnTo>
                  <a:pt x="59457" y="107404"/>
                </a:lnTo>
                <a:lnTo>
                  <a:pt x="68302" y="114746"/>
                </a:lnTo>
                <a:lnTo>
                  <a:pt x="64239" y="112014"/>
                </a:lnTo>
                <a:lnTo>
                  <a:pt x="74347" y="117478"/>
                </a:lnTo>
                <a:lnTo>
                  <a:pt x="69703" y="115600"/>
                </a:lnTo>
                <a:lnTo>
                  <a:pt x="80836" y="119015"/>
                </a:lnTo>
                <a:lnTo>
                  <a:pt x="75713" y="117990"/>
                </a:lnTo>
                <a:lnTo>
                  <a:pt x="87615" y="119186"/>
                </a:lnTo>
                <a:lnTo>
                  <a:pt x="82697" y="119186"/>
                </a:lnTo>
                <a:lnTo>
                  <a:pt x="94599" y="117990"/>
                </a:lnTo>
                <a:lnTo>
                  <a:pt x="89562" y="119015"/>
                </a:lnTo>
                <a:lnTo>
                  <a:pt x="100832" y="115600"/>
                </a:lnTo>
                <a:lnTo>
                  <a:pt x="95965" y="117649"/>
                </a:lnTo>
                <a:lnTo>
                  <a:pt x="105954" y="112014"/>
                </a:lnTo>
                <a:lnTo>
                  <a:pt x="102010" y="114746"/>
                </a:lnTo>
                <a:lnTo>
                  <a:pt x="110855" y="107404"/>
                </a:lnTo>
                <a:lnTo>
                  <a:pt x="107423" y="110990"/>
                </a:lnTo>
                <a:lnTo>
                  <a:pt x="114714" y="102111"/>
                </a:lnTo>
                <a:lnTo>
                  <a:pt x="112033" y="106037"/>
                </a:lnTo>
                <a:lnTo>
                  <a:pt x="117531" y="95963"/>
                </a:lnTo>
                <a:lnTo>
                  <a:pt x="115482" y="100915"/>
                </a:lnTo>
                <a:lnTo>
                  <a:pt x="118932" y="89646"/>
                </a:lnTo>
                <a:lnTo>
                  <a:pt x="117924" y="94597"/>
                </a:lnTo>
                <a:lnTo>
                  <a:pt x="119085" y="82815"/>
                </a:lnTo>
                <a:lnTo>
                  <a:pt x="119085" y="87767"/>
                </a:lnTo>
                <a:lnTo>
                  <a:pt x="117924" y="75814"/>
                </a:lnTo>
                <a:lnTo>
                  <a:pt x="118966" y="80938"/>
                </a:lnTo>
                <a:lnTo>
                  <a:pt x="115499" y="69838"/>
                </a:lnTo>
                <a:lnTo>
                  <a:pt x="117480" y="74449"/>
                </a:lnTo>
                <a:lnTo>
                  <a:pt x="111965" y="64374"/>
                </a:lnTo>
                <a:lnTo>
                  <a:pt x="114714" y="68302"/>
                </a:lnTo>
                <a:lnTo>
                  <a:pt x="107423" y="59593"/>
                </a:lnTo>
                <a:lnTo>
                  <a:pt x="110855" y="63008"/>
                </a:lnTo>
                <a:lnTo>
                  <a:pt x="102010" y="55666"/>
                </a:lnTo>
                <a:lnTo>
                  <a:pt x="106176" y="58398"/>
                </a:lnTo>
                <a:lnTo>
                  <a:pt x="96187" y="53105"/>
                </a:lnTo>
                <a:lnTo>
                  <a:pt x="100575" y="54983"/>
                </a:lnTo>
                <a:lnTo>
                  <a:pt x="89305" y="51397"/>
                </a:lnTo>
                <a:lnTo>
                  <a:pt x="94599" y="52422"/>
                </a:lnTo>
                <a:lnTo>
                  <a:pt x="82697" y="51226"/>
                </a:lnTo>
                <a:lnTo>
                  <a:pt x="87615" y="51226"/>
                </a:lnTo>
                <a:lnTo>
                  <a:pt x="75713" y="52422"/>
                </a:lnTo>
                <a:lnTo>
                  <a:pt x="81092" y="51397"/>
                </a:lnTo>
                <a:lnTo>
                  <a:pt x="69959" y="54983"/>
                </a:lnTo>
                <a:lnTo>
                  <a:pt x="74125" y="53105"/>
                </a:lnTo>
                <a:lnTo>
                  <a:pt x="64016" y="58568"/>
                </a:lnTo>
                <a:lnTo>
                  <a:pt x="68302" y="55666"/>
                </a:lnTo>
                <a:lnTo>
                  <a:pt x="59457" y="63008"/>
                </a:lnTo>
                <a:lnTo>
                  <a:pt x="62890" y="59593"/>
                </a:lnTo>
                <a:lnTo>
                  <a:pt x="55598" y="68302"/>
                </a:lnTo>
                <a:lnTo>
                  <a:pt x="58467" y="64032"/>
                </a:lnTo>
                <a:lnTo>
                  <a:pt x="53088" y="74278"/>
                </a:lnTo>
                <a:lnTo>
                  <a:pt x="54847" y="70009"/>
                </a:lnTo>
                <a:lnTo>
                  <a:pt x="51261" y="81108"/>
                </a:lnTo>
                <a:lnTo>
                  <a:pt x="52388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388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5">
            <a:extLst xmlns:a="http://schemas.openxmlformats.org/drawingml/2006/main">
              <a:ext uri="{FF2B5EF4-FFF2-40B4-BE49-F238E27FC236}">
                <a16:creationId xmlns:a16="http://schemas.microsoft.com/office/drawing/2014/main" id="{2013D1E6-BB27-47BB-A185-2480FE4C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5363" y="5250553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8" y="0"/>
                  <a:pt x="118846" y="26466"/>
                  <a:pt x="118846" y="59422"/>
                </a:cubicBezTo>
                <a:cubicBezTo>
                  <a:pt x="118846" y="92206"/>
                  <a:pt x="92208" y="118843"/>
                  <a:pt x="59423" y="118843"/>
                </a:cubicBezTo>
                <a:cubicBezTo>
                  <a:pt x="2646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6">
            <a:extLst xmlns:a="http://schemas.openxmlformats.org/drawingml/2006/main">
              <a:ext uri="{FF2B5EF4-FFF2-40B4-BE49-F238E27FC236}">
                <a16:creationId xmlns:a16="http://schemas.microsoft.com/office/drawing/2014/main" id="{8B6D8AAA-FB4F-4AE9-BB6B-A0C52870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9578" y="5224770"/>
            <a:ext cx="170415" cy="170411"/>
          </a:xfrm>
          <a:custGeom xmlns:a="http://schemas.openxmlformats.org/drawingml/2006/main">
            <a:pathLst>
              <a:path w="170415" h="170411">
                <a:moveTo>
                  <a:pt x="0" y="85205"/>
                </a:moveTo>
                <a:lnTo>
                  <a:pt x="1708" y="68131"/>
                </a:lnTo>
                <a:lnTo>
                  <a:pt x="6830" y="52080"/>
                </a:lnTo>
                <a:lnTo>
                  <a:pt x="14515" y="37737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0" y="6831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31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901" y="37566"/>
                </a:lnTo>
                <a:lnTo>
                  <a:pt x="163755" y="52080"/>
                </a:lnTo>
                <a:lnTo>
                  <a:pt x="168707" y="68301"/>
                </a:lnTo>
                <a:lnTo>
                  <a:pt x="170415" y="85205"/>
                </a:lnTo>
                <a:lnTo>
                  <a:pt x="168707" y="102110"/>
                </a:lnTo>
                <a:lnTo>
                  <a:pt x="163755" y="118502"/>
                </a:lnTo>
                <a:lnTo>
                  <a:pt x="155730" y="132845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3"/>
                </a:lnTo>
                <a:lnTo>
                  <a:pt x="85207" y="170411"/>
                </a:lnTo>
                <a:lnTo>
                  <a:pt x="68132" y="168703"/>
                </a:lnTo>
                <a:lnTo>
                  <a:pt x="52080" y="163752"/>
                </a:lnTo>
                <a:lnTo>
                  <a:pt x="37567" y="155897"/>
                </a:lnTo>
                <a:lnTo>
                  <a:pt x="24930" y="145482"/>
                </a:lnTo>
                <a:lnTo>
                  <a:pt x="14515" y="132675"/>
                </a:lnTo>
                <a:lnTo>
                  <a:pt x="6830" y="118502"/>
                </a:lnTo>
                <a:lnTo>
                  <a:pt x="1708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8" y="89304"/>
                </a:lnTo>
                <a:lnTo>
                  <a:pt x="54983" y="100573"/>
                </a:lnTo>
                <a:lnTo>
                  <a:pt x="53105" y="96305"/>
                </a:lnTo>
                <a:lnTo>
                  <a:pt x="58398" y="106207"/>
                </a:lnTo>
                <a:lnTo>
                  <a:pt x="55667" y="102110"/>
                </a:lnTo>
                <a:lnTo>
                  <a:pt x="63009" y="110989"/>
                </a:lnTo>
                <a:lnTo>
                  <a:pt x="59594" y="107403"/>
                </a:lnTo>
                <a:lnTo>
                  <a:pt x="68303" y="114746"/>
                </a:lnTo>
                <a:lnTo>
                  <a:pt x="64205" y="112014"/>
                </a:lnTo>
                <a:lnTo>
                  <a:pt x="74450" y="117478"/>
                </a:lnTo>
                <a:lnTo>
                  <a:pt x="69669" y="115599"/>
                </a:lnTo>
                <a:lnTo>
                  <a:pt x="80938" y="119014"/>
                </a:lnTo>
                <a:lnTo>
                  <a:pt x="75816" y="117990"/>
                </a:lnTo>
                <a:lnTo>
                  <a:pt x="87598" y="119185"/>
                </a:lnTo>
                <a:lnTo>
                  <a:pt x="82817" y="119185"/>
                </a:lnTo>
                <a:lnTo>
                  <a:pt x="94599" y="117990"/>
                </a:lnTo>
                <a:lnTo>
                  <a:pt x="89647" y="119014"/>
                </a:lnTo>
                <a:lnTo>
                  <a:pt x="100917" y="115599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3"/>
                </a:lnTo>
                <a:lnTo>
                  <a:pt x="107406" y="110989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4"/>
                </a:lnTo>
                <a:lnTo>
                  <a:pt x="119017" y="89645"/>
                </a:lnTo>
                <a:lnTo>
                  <a:pt x="117993" y="94597"/>
                </a:lnTo>
                <a:lnTo>
                  <a:pt x="119188" y="82815"/>
                </a:lnTo>
                <a:lnTo>
                  <a:pt x="119188" y="87766"/>
                </a:lnTo>
                <a:lnTo>
                  <a:pt x="117993" y="75814"/>
                </a:lnTo>
                <a:lnTo>
                  <a:pt x="119017" y="80937"/>
                </a:lnTo>
                <a:lnTo>
                  <a:pt x="115602" y="69838"/>
                </a:lnTo>
                <a:lnTo>
                  <a:pt x="117480" y="74448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5"/>
                </a:lnTo>
                <a:lnTo>
                  <a:pt x="106211" y="58397"/>
                </a:lnTo>
                <a:lnTo>
                  <a:pt x="96306" y="53104"/>
                </a:lnTo>
                <a:lnTo>
                  <a:pt x="100575" y="54982"/>
                </a:lnTo>
                <a:lnTo>
                  <a:pt x="89306" y="51396"/>
                </a:lnTo>
                <a:lnTo>
                  <a:pt x="94599" y="52421"/>
                </a:lnTo>
                <a:lnTo>
                  <a:pt x="82817" y="51225"/>
                </a:lnTo>
                <a:lnTo>
                  <a:pt x="87598" y="51225"/>
                </a:lnTo>
                <a:lnTo>
                  <a:pt x="75816" y="52421"/>
                </a:lnTo>
                <a:lnTo>
                  <a:pt x="81109" y="51396"/>
                </a:lnTo>
                <a:lnTo>
                  <a:pt x="70010" y="54982"/>
                </a:lnTo>
                <a:lnTo>
                  <a:pt x="74108" y="53104"/>
                </a:lnTo>
                <a:lnTo>
                  <a:pt x="64034" y="58568"/>
                </a:lnTo>
                <a:lnTo>
                  <a:pt x="68303" y="55665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7" y="68301"/>
                </a:lnTo>
                <a:lnTo>
                  <a:pt x="58569" y="64032"/>
                </a:lnTo>
                <a:lnTo>
                  <a:pt x="53105" y="74277"/>
                </a:lnTo>
                <a:lnTo>
                  <a:pt x="54983" y="70008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6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47">
            <a:extLst xmlns:a="http://schemas.openxmlformats.org/drawingml/2006/main">
              <a:ext uri="{FF2B5EF4-FFF2-40B4-BE49-F238E27FC236}">
                <a16:creationId xmlns:a16="http://schemas.microsoft.com/office/drawing/2014/main" id="{512935C1-6CEF-473A-B6E2-E19B8E66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8270" y="2090949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637" y="0"/>
                  <a:pt x="59593" y="0"/>
                </a:cubicBezTo>
                <a:cubicBezTo>
                  <a:pt x="92379" y="0"/>
                  <a:pt x="118846" y="26466"/>
                  <a:pt x="118846" y="59422"/>
                </a:cubicBezTo>
                <a:cubicBezTo>
                  <a:pt x="118846" y="92206"/>
                  <a:pt x="92379" y="118843"/>
                  <a:pt x="59593" y="118843"/>
                </a:cubicBezTo>
                <a:cubicBezTo>
                  <a:pt x="2663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8">
            <a:extLst xmlns:a="http://schemas.openxmlformats.org/drawingml/2006/main">
              <a:ext uri="{FF2B5EF4-FFF2-40B4-BE49-F238E27FC236}">
                <a16:creationId xmlns:a16="http://schemas.microsoft.com/office/drawing/2014/main" id="{C38B5E6B-3F22-4259-A7D9-CA409485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2656" y="2065166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0"/>
                </a:lnTo>
                <a:lnTo>
                  <a:pt x="6830" y="52079"/>
                </a:lnTo>
                <a:lnTo>
                  <a:pt x="14514" y="37736"/>
                </a:lnTo>
                <a:lnTo>
                  <a:pt x="24930" y="25100"/>
                </a:lnTo>
                <a:lnTo>
                  <a:pt x="37737" y="14513"/>
                </a:lnTo>
                <a:lnTo>
                  <a:pt x="52080" y="6830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30"/>
                </a:lnTo>
                <a:lnTo>
                  <a:pt x="132677" y="14513"/>
                </a:lnTo>
                <a:lnTo>
                  <a:pt x="145484" y="25100"/>
                </a:lnTo>
                <a:lnTo>
                  <a:pt x="155900" y="37566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4" y="85205"/>
                </a:lnTo>
                <a:lnTo>
                  <a:pt x="168707" y="102110"/>
                </a:lnTo>
                <a:lnTo>
                  <a:pt x="163755" y="118502"/>
                </a:lnTo>
                <a:lnTo>
                  <a:pt x="155730" y="132845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0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6"/>
                </a:lnTo>
                <a:lnTo>
                  <a:pt x="6830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7" y="89304"/>
                </a:lnTo>
                <a:lnTo>
                  <a:pt x="54984" y="100574"/>
                </a:lnTo>
                <a:lnTo>
                  <a:pt x="53105" y="96305"/>
                </a:lnTo>
                <a:lnTo>
                  <a:pt x="58399" y="106207"/>
                </a:lnTo>
                <a:lnTo>
                  <a:pt x="55666" y="102110"/>
                </a:lnTo>
                <a:lnTo>
                  <a:pt x="63009" y="110990"/>
                </a:lnTo>
                <a:lnTo>
                  <a:pt x="59593" y="107403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9" y="115600"/>
                </a:lnTo>
                <a:lnTo>
                  <a:pt x="80938" y="119014"/>
                </a:lnTo>
                <a:lnTo>
                  <a:pt x="75816" y="117990"/>
                </a:lnTo>
                <a:lnTo>
                  <a:pt x="87598" y="119185"/>
                </a:lnTo>
                <a:lnTo>
                  <a:pt x="82816" y="119185"/>
                </a:lnTo>
                <a:lnTo>
                  <a:pt x="94599" y="117990"/>
                </a:lnTo>
                <a:lnTo>
                  <a:pt x="89647" y="119014"/>
                </a:lnTo>
                <a:lnTo>
                  <a:pt x="100916" y="115600"/>
                </a:lnTo>
                <a:lnTo>
                  <a:pt x="95964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3"/>
                </a:lnTo>
                <a:lnTo>
                  <a:pt x="107406" y="110990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0" y="95963"/>
                </a:lnTo>
                <a:lnTo>
                  <a:pt x="115602" y="100914"/>
                </a:lnTo>
                <a:lnTo>
                  <a:pt x="119018" y="89646"/>
                </a:lnTo>
                <a:lnTo>
                  <a:pt x="117992" y="94597"/>
                </a:lnTo>
                <a:lnTo>
                  <a:pt x="119187" y="82815"/>
                </a:lnTo>
                <a:lnTo>
                  <a:pt x="119187" y="87767"/>
                </a:lnTo>
                <a:lnTo>
                  <a:pt x="117992" y="75814"/>
                </a:lnTo>
                <a:lnTo>
                  <a:pt x="119018" y="80937"/>
                </a:lnTo>
                <a:lnTo>
                  <a:pt x="115602" y="69837"/>
                </a:lnTo>
                <a:lnTo>
                  <a:pt x="117479" y="74448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6"/>
                </a:lnTo>
                <a:lnTo>
                  <a:pt x="106211" y="58397"/>
                </a:lnTo>
                <a:lnTo>
                  <a:pt x="96306" y="53104"/>
                </a:lnTo>
                <a:lnTo>
                  <a:pt x="100575" y="54982"/>
                </a:lnTo>
                <a:lnTo>
                  <a:pt x="89306" y="51397"/>
                </a:lnTo>
                <a:lnTo>
                  <a:pt x="94599" y="52421"/>
                </a:lnTo>
                <a:lnTo>
                  <a:pt x="82816" y="51226"/>
                </a:lnTo>
                <a:lnTo>
                  <a:pt x="87598" y="51226"/>
                </a:lnTo>
                <a:lnTo>
                  <a:pt x="75816" y="52421"/>
                </a:lnTo>
                <a:lnTo>
                  <a:pt x="81109" y="51397"/>
                </a:lnTo>
                <a:lnTo>
                  <a:pt x="70009" y="54982"/>
                </a:lnTo>
                <a:lnTo>
                  <a:pt x="74108" y="53104"/>
                </a:lnTo>
                <a:lnTo>
                  <a:pt x="64034" y="58568"/>
                </a:lnTo>
                <a:lnTo>
                  <a:pt x="68303" y="55666"/>
                </a:lnTo>
                <a:lnTo>
                  <a:pt x="59593" y="63007"/>
                </a:lnTo>
                <a:lnTo>
                  <a:pt x="63009" y="59593"/>
                </a:lnTo>
                <a:lnTo>
                  <a:pt x="55666" y="68301"/>
                </a:lnTo>
                <a:lnTo>
                  <a:pt x="58570" y="64032"/>
                </a:lnTo>
                <a:lnTo>
                  <a:pt x="53105" y="74277"/>
                </a:lnTo>
                <a:lnTo>
                  <a:pt x="54984" y="70008"/>
                </a:lnTo>
                <a:lnTo>
                  <a:pt x="51397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9">
            <a:extLst xmlns:a="http://schemas.openxmlformats.org/drawingml/2006/main">
              <a:ext uri="{FF2B5EF4-FFF2-40B4-BE49-F238E27FC236}">
                <a16:creationId xmlns:a16="http://schemas.microsoft.com/office/drawing/2014/main" id="{4C66C02C-59C8-4F42-BF28-44B40F90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355" y="7431916"/>
            <a:ext cx="5906967" cy="1292426"/>
          </a:xfrm>
          <a:custGeom xmlns:a="http://schemas.openxmlformats.org/drawingml/2006/main">
            <a:pathLst>
              <a:path w="5906967" h="1292426">
                <a:moveTo>
                  <a:pt x="0" y="0"/>
                </a:moveTo>
                <a:lnTo>
                  <a:pt x="5906967" y="0"/>
                </a:lnTo>
                <a:lnTo>
                  <a:pt x="5906967" y="1292426"/>
                </a:lnTo>
                <a:lnTo>
                  <a:pt x="0" y="1292426"/>
                </a:lnTo>
                <a:close/>
                <a:moveTo>
                  <a:pt x="38420" y="1273301"/>
                </a:moveTo>
                <a:lnTo>
                  <a:pt x="19125" y="1254006"/>
                </a:lnTo>
                <a:lnTo>
                  <a:pt x="5887673" y="1254006"/>
                </a:lnTo>
                <a:lnTo>
                  <a:pt x="5868549" y="1273301"/>
                </a:lnTo>
                <a:lnTo>
                  <a:pt x="5868549" y="19296"/>
                </a:lnTo>
                <a:lnTo>
                  <a:pt x="5887673" y="38419"/>
                </a:lnTo>
                <a:lnTo>
                  <a:pt x="19125" y="38419"/>
                </a:lnTo>
                <a:lnTo>
                  <a:pt x="38420" y="19296"/>
                </a:lnTo>
                <a:lnTo>
                  <a:pt x="38420" y="1273301"/>
                </a:lnTo>
              </a:path>
            </a:pathLst>
          </a:custGeom>
          <a:solidFill xmlns:a="http://schemas.openxmlformats.org/drawingml/2006/main">
            <a:srgbClr val="DBF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B6D227C9-0109-4741-BAB5-14D131F8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2770" y="7488822"/>
            <a:ext cx="1494216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Loss formulation</a:t>
            </a:r>
          </a:p>
        </p:txBody>
      </p:sp>
      <p:sp>
        <p:nvSpPr>
          <p:cNvPr id="55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7F62D218-5DA9-4A99-B31B-0DCFD12F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8" y="8972752"/>
            <a:ext cx="248553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 </a:t>
            </a:r>
          </a:p>
        </p:txBody>
      </p:sp>
      <p:sp>
        <p:nvSpPr>
          <p:cNvPr id="56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940A2655-6244-49ED-9455-72A8AD2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027" y="8972940"/>
            <a:ext cx="496883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sp>
        <p:nvSpPr>
          <p:cNvPr id="57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A6B47D2C-4085-4C50-9238-D8DBF58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29" y="8972336"/>
            <a:ext cx="1258131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Acquisition</a:t>
            </a:r>
          </a:p>
        </p:txBody>
      </p:sp>
      <p:sp>
        <p:nvSpPr>
          <p:cNvPr id="5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0BE76F80-B5BA-4404-9FB0-5224ED1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3059" y="8973308"/>
            <a:ext cx="537205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</a:t>
            </a:r>
          </a:p>
        </p:txBody>
      </p:sp>
      <p:sp>
        <p:nvSpPr>
          <p:cNvPr id="5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71AA8628-676C-4E09-A713-5BA84DF3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1389" y="8972336"/>
            <a:ext cx="864514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Single</a:t>
            </a:r>
          </a:p>
        </p:txBody>
      </p:sp>
      <p:sp>
        <p:nvSpPr>
          <p:cNvPr id="60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9926C73A-2B20-4834-A516-0E89506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521" y="8973007"/>
            <a:ext cx="822519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61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8F4256D7-115A-422B-A3A7-754D314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3282" y="8974594"/>
            <a:ext cx="630071" cy="256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</a:t>
            </a:r>
          </a:p>
        </p:txBody>
      </p:sp>
      <p:sp>
        <p:nvSpPr>
          <p:cNvPr id="62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A5685DBF-0D64-4B4B-9A42-FA1C0924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185" y="10820286"/>
            <a:ext cx="1210388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Video</a:t>
            </a:r>
          </a:p>
        </p:txBody>
      </p:sp>
      <p:sp>
        <p:nvSpPr>
          <p:cNvPr id="63" name="pdf-path-59">
            <a:extLst xmlns:a="http://schemas.openxmlformats.org/drawingml/2006/main">
              <a:ext uri="{FF2B5EF4-FFF2-40B4-BE49-F238E27FC236}">
                <a16:creationId xmlns:a16="http://schemas.microsoft.com/office/drawing/2014/main" id="{4AF8BD6B-71D7-46D1-83C7-E28D675E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3822" y="9580153"/>
            <a:ext cx="409815" cy="1251958"/>
          </a:xfrm>
          <a:custGeom xmlns:a="http://schemas.openxmlformats.org/drawingml/2006/main">
            <a:pathLst>
              <a:path w="409815" h="1251958">
                <a:moveTo>
                  <a:pt x="0" y="0"/>
                </a:moveTo>
                <a:lnTo>
                  <a:pt x="409815" y="196878"/>
                </a:lnTo>
                <a:lnTo>
                  <a:pt x="409815" y="1054909"/>
                </a:lnTo>
                <a:lnTo>
                  <a:pt x="0" y="125195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0">
            <a:extLst xmlns:a="http://schemas.openxmlformats.org/drawingml/2006/main">
              <a:ext uri="{FF2B5EF4-FFF2-40B4-BE49-F238E27FC236}">
                <a16:creationId xmlns:a16="http://schemas.microsoft.com/office/drawing/2014/main" id="{7B75D275-CB48-45EE-B20E-9C52988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8796" y="9556248"/>
            <a:ext cx="439697" cy="1299597"/>
          </a:xfrm>
          <a:custGeom xmlns:a="http://schemas.openxmlformats.org/drawingml/2006/main">
            <a:pathLst>
              <a:path w="439697" h="1299597">
                <a:moveTo>
                  <a:pt x="0" y="0"/>
                </a:moveTo>
                <a:lnTo>
                  <a:pt x="439697" y="211392"/>
                </a:lnTo>
                <a:lnTo>
                  <a:pt x="439697" y="1088206"/>
                </a:lnTo>
                <a:lnTo>
                  <a:pt x="0" y="1299597"/>
                </a:lnTo>
                <a:lnTo>
                  <a:pt x="0" y="0"/>
                </a:lnTo>
                <a:moveTo>
                  <a:pt x="29882" y="1275863"/>
                </a:moveTo>
                <a:lnTo>
                  <a:pt x="8538" y="1262374"/>
                </a:lnTo>
                <a:lnTo>
                  <a:pt x="418352" y="1065496"/>
                </a:lnTo>
                <a:lnTo>
                  <a:pt x="409815" y="1078814"/>
                </a:lnTo>
                <a:lnTo>
                  <a:pt x="409815" y="220783"/>
                </a:lnTo>
                <a:lnTo>
                  <a:pt x="418352" y="234273"/>
                </a:lnTo>
                <a:lnTo>
                  <a:pt x="8538" y="37224"/>
                </a:lnTo>
                <a:lnTo>
                  <a:pt x="29882" y="23905"/>
                </a:lnTo>
                <a:lnTo>
                  <a:pt x="29882" y="1275863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ost-rotated-label-61">
            <a:extLst xmlns:a="http://schemas.openxmlformats.org/drawingml/2006/main">
              <a:ext uri="{FF2B5EF4-FFF2-40B4-BE49-F238E27FC236}">
                <a16:creationId xmlns:a16="http://schemas.microsoft.com/office/drawing/2014/main" id="{60FDC689-0E2C-429A-A916-01C163F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82002" y="10105304"/>
            <a:ext cx="739873" cy="20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6" name="pdf-path-62">
            <a:extLst xmlns:a="http://schemas.openxmlformats.org/drawingml/2006/main">
              <a:ext uri="{FF2B5EF4-FFF2-40B4-BE49-F238E27FC236}">
                <a16:creationId xmlns:a16="http://schemas.microsoft.com/office/drawing/2014/main" id="{0191DC97-2CD5-4302-B47D-4F70ADFF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970" y="11118975"/>
            <a:ext cx="409815" cy="604396"/>
          </a:xfrm>
          <a:custGeom xmlns:a="http://schemas.openxmlformats.org/drawingml/2006/main">
            <a:pathLst>
              <a:path w="409815" h="604396">
                <a:moveTo>
                  <a:pt x="0" y="0"/>
                </a:moveTo>
                <a:lnTo>
                  <a:pt x="409815" y="124513"/>
                </a:lnTo>
                <a:lnTo>
                  <a:pt x="409815" y="479815"/>
                </a:lnTo>
                <a:lnTo>
                  <a:pt x="0" y="60439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F41013C7-47A8-4451-8A46-A0CD627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4943" y="11098826"/>
            <a:ext cx="439697" cy="644693"/>
          </a:xfrm>
          <a:custGeom xmlns:a="http://schemas.openxmlformats.org/drawingml/2006/main">
            <a:pathLst>
              <a:path w="439697" h="644693">
                <a:moveTo>
                  <a:pt x="0" y="0"/>
                </a:moveTo>
                <a:lnTo>
                  <a:pt x="439697" y="133580"/>
                </a:lnTo>
                <a:lnTo>
                  <a:pt x="439697" y="511028"/>
                </a:lnTo>
                <a:lnTo>
                  <a:pt x="0" y="644693"/>
                </a:lnTo>
                <a:lnTo>
                  <a:pt x="0" y="0"/>
                </a:lnTo>
                <a:moveTo>
                  <a:pt x="29882" y="624544"/>
                </a:moveTo>
                <a:lnTo>
                  <a:pt x="10587" y="610253"/>
                </a:lnTo>
                <a:lnTo>
                  <a:pt x="420402" y="485654"/>
                </a:lnTo>
                <a:lnTo>
                  <a:pt x="409815" y="499963"/>
                </a:lnTo>
                <a:lnTo>
                  <a:pt x="409815" y="144662"/>
                </a:lnTo>
                <a:lnTo>
                  <a:pt x="420402" y="158954"/>
                </a:lnTo>
                <a:lnTo>
                  <a:pt x="10587" y="34321"/>
                </a:lnTo>
                <a:lnTo>
                  <a:pt x="29882" y="20148"/>
                </a:lnTo>
                <a:lnTo>
                  <a:pt x="29882" y="624544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ost-rotated-label-64">
            <a:extLst xmlns:a="http://schemas.openxmlformats.org/drawingml/2006/main">
              <a:ext uri="{FF2B5EF4-FFF2-40B4-BE49-F238E27FC236}">
                <a16:creationId xmlns:a16="http://schemas.microsoft.com/office/drawing/2014/main" id="{1C7C1A0F-A452-4C16-99B6-5473F47D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4746" y="11301498"/>
            <a:ext cx="159902" cy="23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69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0A43C4E9-6180-4DC7-95CF-44EE2EC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932" y="11254003"/>
            <a:ext cx="978464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sp>
        <p:nvSpPr>
          <p:cNvPr id="7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F1D911D8-419E-4501-97DF-6D153FD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141" y="11173235"/>
            <a:ext cx="347801" cy="445198"/>
          </a:xfrm>
          <a:custGeom xmlns:a="http://schemas.openxmlformats.org/drawingml/2006/main">
            <a:pathLst>
              <a:path w="347801" h="445198">
                <a:moveTo>
                  <a:pt x="94367" y="317015"/>
                </a:moveTo>
                <a:lnTo>
                  <a:pt x="208232" y="317015"/>
                </a:lnTo>
                <a:cubicBezTo>
                  <a:pt x="216780" y="317015"/>
                  <a:pt x="223700" y="323895"/>
                  <a:pt x="223700" y="332374"/>
                </a:cubicBezTo>
                <a:cubicBezTo>
                  <a:pt x="223700" y="340854"/>
                  <a:pt x="216780" y="347741"/>
                  <a:pt x="208232" y="347741"/>
                </a:cubicBezTo>
                <a:lnTo>
                  <a:pt x="94367" y="347741"/>
                </a:lnTo>
                <a:cubicBezTo>
                  <a:pt x="85832" y="347741"/>
                  <a:pt x="78910" y="340854"/>
                  <a:pt x="78910" y="332374"/>
                </a:cubicBezTo>
                <a:cubicBezTo>
                  <a:pt x="78910" y="323895"/>
                  <a:pt x="85832" y="317015"/>
                  <a:pt x="94367" y="317015"/>
                </a:cubicBezTo>
                <a:moveTo>
                  <a:pt x="94397" y="316605"/>
                </a:moveTo>
                <a:cubicBezTo>
                  <a:pt x="85637" y="316605"/>
                  <a:pt x="78548" y="323666"/>
                  <a:pt x="78548" y="332374"/>
                </a:cubicBezTo>
                <a:cubicBezTo>
                  <a:pt x="78548" y="341036"/>
                  <a:pt x="85637" y="348096"/>
                  <a:pt x="94397" y="348096"/>
                </a:cubicBezTo>
                <a:lnTo>
                  <a:pt x="208262" y="348096"/>
                </a:lnTo>
                <a:cubicBezTo>
                  <a:pt x="217019" y="348096"/>
                  <a:pt x="224043" y="341036"/>
                  <a:pt x="224043" y="332374"/>
                </a:cubicBezTo>
                <a:cubicBezTo>
                  <a:pt x="224043" y="323666"/>
                  <a:pt x="217019" y="316605"/>
                  <a:pt x="208262" y="316605"/>
                </a:cubicBezTo>
                <a:lnTo>
                  <a:pt x="94397" y="316605"/>
                </a:lnTo>
                <a:moveTo>
                  <a:pt x="94367" y="316243"/>
                </a:moveTo>
                <a:lnTo>
                  <a:pt x="208232" y="316243"/>
                </a:lnTo>
                <a:cubicBezTo>
                  <a:pt x="217154" y="316243"/>
                  <a:pt x="224417" y="323512"/>
                  <a:pt x="224417" y="332374"/>
                </a:cubicBezTo>
                <a:cubicBezTo>
                  <a:pt x="224417" y="341244"/>
                  <a:pt x="217154" y="348457"/>
                  <a:pt x="208232" y="348457"/>
                </a:cubicBezTo>
                <a:lnTo>
                  <a:pt x="94367" y="348457"/>
                </a:lnTo>
                <a:cubicBezTo>
                  <a:pt x="85394" y="348457"/>
                  <a:pt x="78139" y="341244"/>
                  <a:pt x="78139" y="332374"/>
                </a:cubicBezTo>
                <a:cubicBezTo>
                  <a:pt x="78139" y="323512"/>
                  <a:pt x="85394" y="316243"/>
                  <a:pt x="94367" y="316243"/>
                </a:cubicBezTo>
                <a:moveTo>
                  <a:pt x="94367" y="207213"/>
                </a:moveTo>
                <a:lnTo>
                  <a:pt x="253440" y="207213"/>
                </a:lnTo>
                <a:cubicBezTo>
                  <a:pt x="261973" y="207213"/>
                  <a:pt x="268893" y="214103"/>
                  <a:pt x="268893" y="222593"/>
                </a:cubicBezTo>
                <a:cubicBezTo>
                  <a:pt x="268893" y="231096"/>
                  <a:pt x="261973" y="237986"/>
                  <a:pt x="253440" y="237986"/>
                </a:cubicBezTo>
                <a:lnTo>
                  <a:pt x="94367" y="237986"/>
                </a:lnTo>
                <a:cubicBezTo>
                  <a:pt x="85840" y="237986"/>
                  <a:pt x="78910" y="231096"/>
                  <a:pt x="78910" y="222593"/>
                </a:cubicBezTo>
                <a:cubicBezTo>
                  <a:pt x="78910" y="214103"/>
                  <a:pt x="85840" y="207213"/>
                  <a:pt x="94367" y="207213"/>
                </a:cubicBezTo>
                <a:moveTo>
                  <a:pt x="94382" y="206855"/>
                </a:moveTo>
                <a:cubicBezTo>
                  <a:pt x="85637" y="206855"/>
                  <a:pt x="78548" y="213909"/>
                  <a:pt x="78548" y="222622"/>
                </a:cubicBezTo>
                <a:cubicBezTo>
                  <a:pt x="78548" y="231290"/>
                  <a:pt x="85637" y="238344"/>
                  <a:pt x="94382" y="238344"/>
                </a:cubicBezTo>
                <a:lnTo>
                  <a:pt x="253425" y="238344"/>
                </a:lnTo>
                <a:cubicBezTo>
                  <a:pt x="262167" y="238344"/>
                  <a:pt x="269207" y="231290"/>
                  <a:pt x="269207" y="222622"/>
                </a:cubicBezTo>
                <a:cubicBezTo>
                  <a:pt x="269207" y="213909"/>
                  <a:pt x="262167" y="206855"/>
                  <a:pt x="253425" y="206855"/>
                </a:cubicBezTo>
                <a:lnTo>
                  <a:pt x="94382" y="206855"/>
                </a:lnTo>
                <a:moveTo>
                  <a:pt x="94367" y="206436"/>
                </a:moveTo>
                <a:lnTo>
                  <a:pt x="253440" y="206436"/>
                </a:lnTo>
                <a:cubicBezTo>
                  <a:pt x="262362" y="206436"/>
                  <a:pt x="269625" y="213715"/>
                  <a:pt x="269625" y="222593"/>
                </a:cubicBezTo>
                <a:cubicBezTo>
                  <a:pt x="269625" y="231485"/>
                  <a:pt x="262362" y="238703"/>
                  <a:pt x="253440" y="238703"/>
                </a:cubicBezTo>
                <a:lnTo>
                  <a:pt x="94367" y="238703"/>
                </a:lnTo>
                <a:cubicBezTo>
                  <a:pt x="85394" y="238703"/>
                  <a:pt x="78139" y="231485"/>
                  <a:pt x="78139" y="222593"/>
                </a:cubicBezTo>
                <a:cubicBezTo>
                  <a:pt x="78139" y="213715"/>
                  <a:pt x="85394" y="206436"/>
                  <a:pt x="94367" y="206436"/>
                </a:cubicBezTo>
                <a:moveTo>
                  <a:pt x="94367" y="97457"/>
                </a:moveTo>
                <a:lnTo>
                  <a:pt x="253440" y="97457"/>
                </a:lnTo>
                <a:cubicBezTo>
                  <a:pt x="261973" y="97457"/>
                  <a:pt x="268893" y="104361"/>
                  <a:pt x="268893" y="112850"/>
                </a:cubicBezTo>
                <a:cubicBezTo>
                  <a:pt x="268893" y="121279"/>
                  <a:pt x="261973" y="128229"/>
                  <a:pt x="253440" y="128229"/>
                </a:cubicBezTo>
                <a:lnTo>
                  <a:pt x="94367" y="128229"/>
                </a:lnTo>
                <a:cubicBezTo>
                  <a:pt x="85840" y="128229"/>
                  <a:pt x="78910" y="121279"/>
                  <a:pt x="78910" y="112850"/>
                </a:cubicBezTo>
                <a:cubicBezTo>
                  <a:pt x="78910" y="104361"/>
                  <a:pt x="85840" y="97457"/>
                  <a:pt x="94367" y="97457"/>
                </a:cubicBezTo>
                <a:moveTo>
                  <a:pt x="94382" y="97098"/>
                </a:moveTo>
                <a:cubicBezTo>
                  <a:pt x="85637" y="97098"/>
                  <a:pt x="78548" y="104152"/>
                  <a:pt x="78548" y="112850"/>
                </a:cubicBezTo>
                <a:cubicBezTo>
                  <a:pt x="78548" y="121488"/>
                  <a:pt x="85637" y="128542"/>
                  <a:pt x="94382" y="128542"/>
                </a:cubicBezTo>
                <a:lnTo>
                  <a:pt x="253425" y="128542"/>
                </a:lnTo>
                <a:cubicBezTo>
                  <a:pt x="262167" y="128542"/>
                  <a:pt x="269207" y="121488"/>
                  <a:pt x="269207" y="112850"/>
                </a:cubicBezTo>
                <a:cubicBezTo>
                  <a:pt x="269207" y="104152"/>
                  <a:pt x="262167" y="97098"/>
                  <a:pt x="253425" y="97098"/>
                </a:cubicBezTo>
                <a:lnTo>
                  <a:pt x="94382" y="97098"/>
                </a:lnTo>
                <a:moveTo>
                  <a:pt x="94367" y="96694"/>
                </a:moveTo>
                <a:lnTo>
                  <a:pt x="253440" y="96694"/>
                </a:lnTo>
                <a:cubicBezTo>
                  <a:pt x="262362" y="96694"/>
                  <a:pt x="269625" y="103972"/>
                  <a:pt x="269625" y="112850"/>
                </a:cubicBezTo>
                <a:cubicBezTo>
                  <a:pt x="269625" y="121727"/>
                  <a:pt x="262362" y="128946"/>
                  <a:pt x="253440" y="128946"/>
                </a:cubicBezTo>
                <a:lnTo>
                  <a:pt x="94367" y="128946"/>
                </a:lnTo>
                <a:cubicBezTo>
                  <a:pt x="85394" y="128946"/>
                  <a:pt x="78139" y="121727"/>
                  <a:pt x="78139" y="112850"/>
                </a:cubicBezTo>
                <a:cubicBezTo>
                  <a:pt x="78139" y="103972"/>
                  <a:pt x="85394" y="96694"/>
                  <a:pt x="94367" y="96694"/>
                </a:cubicBezTo>
                <a:moveTo>
                  <a:pt x="43255" y="32252"/>
                </a:moveTo>
                <a:cubicBezTo>
                  <a:pt x="37271" y="32252"/>
                  <a:pt x="32347" y="37108"/>
                  <a:pt x="32347" y="43116"/>
                </a:cubicBezTo>
                <a:lnTo>
                  <a:pt x="32347" y="402139"/>
                </a:lnTo>
                <a:cubicBezTo>
                  <a:pt x="32347" y="408094"/>
                  <a:pt x="37271" y="412997"/>
                  <a:pt x="43255" y="412997"/>
                </a:cubicBezTo>
                <a:lnTo>
                  <a:pt x="304491" y="412997"/>
                </a:lnTo>
                <a:cubicBezTo>
                  <a:pt x="310529" y="412997"/>
                  <a:pt x="315401" y="408094"/>
                  <a:pt x="315401" y="402139"/>
                </a:cubicBezTo>
                <a:lnTo>
                  <a:pt x="315401" y="43116"/>
                </a:lnTo>
                <a:cubicBezTo>
                  <a:pt x="315401" y="37108"/>
                  <a:pt x="310529" y="32252"/>
                  <a:pt x="304491" y="32252"/>
                </a:cubicBezTo>
                <a:lnTo>
                  <a:pt x="43255" y="32252"/>
                </a:lnTo>
                <a:moveTo>
                  <a:pt x="43274" y="31877"/>
                </a:moveTo>
                <a:lnTo>
                  <a:pt x="304476" y="31877"/>
                </a:lnTo>
                <a:cubicBezTo>
                  <a:pt x="310738" y="31877"/>
                  <a:pt x="315774" y="36914"/>
                  <a:pt x="315774" y="43131"/>
                </a:cubicBezTo>
                <a:lnTo>
                  <a:pt x="315775" y="402112"/>
                </a:lnTo>
                <a:cubicBezTo>
                  <a:pt x="315775" y="408288"/>
                  <a:pt x="310738" y="413359"/>
                  <a:pt x="304476" y="413359"/>
                </a:cubicBezTo>
                <a:lnTo>
                  <a:pt x="43274" y="413359"/>
                </a:lnTo>
                <a:cubicBezTo>
                  <a:pt x="37077" y="413359"/>
                  <a:pt x="31977" y="408288"/>
                  <a:pt x="31977" y="402112"/>
                </a:cubicBezTo>
                <a:lnTo>
                  <a:pt x="31977" y="43131"/>
                </a:lnTo>
                <a:cubicBezTo>
                  <a:pt x="31977" y="36914"/>
                  <a:pt x="37077" y="31877"/>
                  <a:pt x="43274" y="31877"/>
                </a:cubicBezTo>
                <a:moveTo>
                  <a:pt x="43255" y="31474"/>
                </a:moveTo>
                <a:cubicBezTo>
                  <a:pt x="36833" y="31474"/>
                  <a:pt x="31623" y="36720"/>
                  <a:pt x="31623" y="43116"/>
                </a:cubicBezTo>
                <a:lnTo>
                  <a:pt x="31623" y="402139"/>
                </a:lnTo>
                <a:cubicBezTo>
                  <a:pt x="31623" y="408531"/>
                  <a:pt x="36833" y="413715"/>
                  <a:pt x="43255" y="413715"/>
                </a:cubicBezTo>
                <a:lnTo>
                  <a:pt x="304491" y="413715"/>
                </a:lnTo>
                <a:cubicBezTo>
                  <a:pt x="310918" y="413715"/>
                  <a:pt x="316178" y="408531"/>
                  <a:pt x="316178" y="402139"/>
                </a:cubicBezTo>
                <a:lnTo>
                  <a:pt x="316178" y="43116"/>
                </a:lnTo>
                <a:cubicBezTo>
                  <a:pt x="316178" y="36720"/>
                  <a:pt x="310917" y="31474"/>
                  <a:pt x="304491" y="31474"/>
                </a:cubicBezTo>
                <a:lnTo>
                  <a:pt x="43255" y="31474"/>
                </a:lnTo>
                <a:moveTo>
                  <a:pt x="43255" y="717"/>
                </a:moveTo>
                <a:lnTo>
                  <a:pt x="304491" y="717"/>
                </a:lnTo>
                <a:cubicBezTo>
                  <a:pt x="327984" y="717"/>
                  <a:pt x="347039" y="19727"/>
                  <a:pt x="347039" y="43116"/>
                </a:cubicBezTo>
                <a:lnTo>
                  <a:pt x="347039" y="402139"/>
                </a:lnTo>
                <a:cubicBezTo>
                  <a:pt x="347039" y="425463"/>
                  <a:pt x="327984" y="444482"/>
                  <a:pt x="304491" y="444482"/>
                </a:cubicBezTo>
                <a:lnTo>
                  <a:pt x="43255" y="444482"/>
                </a:lnTo>
                <a:cubicBezTo>
                  <a:pt x="19826" y="444482"/>
                  <a:pt x="717" y="425463"/>
                  <a:pt x="717" y="402139"/>
                </a:cubicBezTo>
                <a:lnTo>
                  <a:pt x="717" y="43116"/>
                </a:lnTo>
                <a:cubicBezTo>
                  <a:pt x="717" y="19727"/>
                  <a:pt x="19826" y="717"/>
                  <a:pt x="43255" y="717"/>
                </a:cubicBezTo>
                <a:moveTo>
                  <a:pt x="43274" y="403"/>
                </a:moveTo>
                <a:cubicBezTo>
                  <a:pt x="19631" y="403"/>
                  <a:pt x="363" y="19533"/>
                  <a:pt x="363" y="43131"/>
                </a:cubicBezTo>
                <a:lnTo>
                  <a:pt x="363" y="402112"/>
                </a:lnTo>
                <a:cubicBezTo>
                  <a:pt x="363" y="425651"/>
                  <a:pt x="19632" y="444836"/>
                  <a:pt x="43274" y="444836"/>
                </a:cubicBezTo>
                <a:lnTo>
                  <a:pt x="304476" y="444836"/>
                </a:lnTo>
                <a:cubicBezTo>
                  <a:pt x="328119" y="444836"/>
                  <a:pt x="347383" y="425651"/>
                  <a:pt x="347383" y="402112"/>
                </a:cubicBezTo>
                <a:lnTo>
                  <a:pt x="347383" y="43131"/>
                </a:lnTo>
                <a:cubicBezTo>
                  <a:pt x="347383" y="19533"/>
                  <a:pt x="328119" y="403"/>
                  <a:pt x="304476" y="403"/>
                </a:cubicBezTo>
                <a:lnTo>
                  <a:pt x="43274" y="403"/>
                </a:lnTo>
                <a:moveTo>
                  <a:pt x="43255" y="0"/>
                </a:moveTo>
                <a:lnTo>
                  <a:pt x="304491" y="0"/>
                </a:lnTo>
                <a:cubicBezTo>
                  <a:pt x="328358" y="0"/>
                  <a:pt x="347801" y="19353"/>
                  <a:pt x="347801" y="43116"/>
                </a:cubicBezTo>
                <a:lnTo>
                  <a:pt x="347801" y="402139"/>
                </a:lnTo>
                <a:cubicBezTo>
                  <a:pt x="347801" y="425901"/>
                  <a:pt x="328358" y="445198"/>
                  <a:pt x="304491" y="445198"/>
                </a:cubicBezTo>
                <a:lnTo>
                  <a:pt x="43255" y="445198"/>
                </a:lnTo>
                <a:cubicBezTo>
                  <a:pt x="19388" y="445198"/>
                  <a:pt x="0" y="425901"/>
                  <a:pt x="0" y="402139"/>
                </a:cubicBezTo>
                <a:lnTo>
                  <a:pt x="0" y="43116"/>
                </a:lnTo>
                <a:cubicBezTo>
                  <a:pt x="0" y="19353"/>
                  <a:pt x="19388" y="0"/>
                  <a:pt x="43255" y="0"/>
                </a:cubicBez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13300">
            <a:solidFill>
              <a:srgbClr val="000000"/>
            </a:solidFill>
            <a:prstDash val="solid"/>
          </a:ln>
        </p:spPr>
      </p:sp>
      <p:sp>
        <p:nvSpPr>
          <p:cNvPr id="71" name="pdf-path-68">
            <a:extLst xmlns:a="http://schemas.openxmlformats.org/drawingml/2006/main">
              <a:ext uri="{FF2B5EF4-FFF2-40B4-BE49-F238E27FC236}">
                <a16:creationId xmlns:a16="http://schemas.microsoft.com/office/drawing/2014/main" id="{178978CD-A039-4493-9B22-D9016627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21" y="11926337"/>
            <a:ext cx="548093" cy="393942"/>
          </a:xfrm>
          <a:custGeom xmlns:a="http://schemas.openxmlformats.org/drawingml/2006/main">
            <a:pathLst>
              <a:path w="548093" h="393942">
                <a:moveTo>
                  <a:pt x="143959" y="24637"/>
                </a:moveTo>
                <a:cubicBezTo>
                  <a:pt x="146998" y="24637"/>
                  <a:pt x="149482" y="22429"/>
                  <a:pt x="149482" y="19706"/>
                </a:cubicBezTo>
                <a:lnTo>
                  <a:pt x="149482" y="4950"/>
                </a:lnTo>
                <a:cubicBezTo>
                  <a:pt x="149482" y="2208"/>
                  <a:pt x="146998" y="0"/>
                  <a:pt x="143959" y="0"/>
                </a:cubicBezTo>
                <a:lnTo>
                  <a:pt x="105163" y="0"/>
                </a:lnTo>
                <a:cubicBezTo>
                  <a:pt x="102123" y="0"/>
                  <a:pt x="99640" y="2208"/>
                  <a:pt x="99640" y="4950"/>
                </a:cubicBezTo>
                <a:lnTo>
                  <a:pt x="99640" y="19706"/>
                </a:lnTo>
                <a:cubicBezTo>
                  <a:pt x="99640" y="22429"/>
                  <a:pt x="102123" y="24637"/>
                  <a:pt x="105163" y="24637"/>
                </a:cubicBezTo>
                <a:lnTo>
                  <a:pt x="143959" y="24637"/>
                </a:lnTo>
                <a:moveTo>
                  <a:pt x="199325" y="209291"/>
                </a:moveTo>
                <a:cubicBezTo>
                  <a:pt x="199325" y="256891"/>
                  <a:pt x="238330" y="295437"/>
                  <a:pt x="286498" y="295437"/>
                </a:cubicBezTo>
                <a:cubicBezTo>
                  <a:pt x="334666" y="295437"/>
                  <a:pt x="373690" y="256891"/>
                  <a:pt x="373690" y="209291"/>
                </a:cubicBezTo>
                <a:cubicBezTo>
                  <a:pt x="373690" y="161674"/>
                  <a:pt x="334666" y="123128"/>
                  <a:pt x="286498" y="123128"/>
                </a:cubicBezTo>
                <a:cubicBezTo>
                  <a:pt x="238330" y="123128"/>
                  <a:pt x="199325" y="161674"/>
                  <a:pt x="199325" y="209291"/>
                </a:cubicBezTo>
                <a:moveTo>
                  <a:pt x="0" y="98510"/>
                </a:moveTo>
                <a:lnTo>
                  <a:pt x="0" y="344691"/>
                </a:lnTo>
                <a:cubicBezTo>
                  <a:pt x="0" y="393942"/>
                  <a:pt x="49841" y="393942"/>
                  <a:pt x="49841" y="393942"/>
                </a:cubicBezTo>
                <a:lnTo>
                  <a:pt x="498250" y="393942"/>
                </a:lnTo>
                <a:cubicBezTo>
                  <a:pt x="498250" y="393942"/>
                  <a:pt x="548093" y="393942"/>
                  <a:pt x="548093" y="344691"/>
                </a:cubicBezTo>
                <a:lnTo>
                  <a:pt x="548093" y="98510"/>
                </a:lnTo>
                <a:cubicBezTo>
                  <a:pt x="548093" y="49255"/>
                  <a:pt x="498250" y="49255"/>
                  <a:pt x="498250" y="49255"/>
                </a:cubicBezTo>
                <a:lnTo>
                  <a:pt x="398602" y="49255"/>
                </a:lnTo>
                <a:lnTo>
                  <a:pt x="373690" y="0"/>
                </a:lnTo>
                <a:lnTo>
                  <a:pt x="199325" y="0"/>
                </a:lnTo>
                <a:lnTo>
                  <a:pt x="174394" y="49255"/>
                </a:lnTo>
                <a:lnTo>
                  <a:pt x="49841" y="49255"/>
                </a:lnTo>
                <a:cubicBezTo>
                  <a:pt x="49841" y="49255"/>
                  <a:pt x="0" y="49255"/>
                  <a:pt x="0" y="98510"/>
                </a:cubicBezTo>
                <a:moveTo>
                  <a:pt x="423533" y="98510"/>
                </a:moveTo>
                <a:cubicBezTo>
                  <a:pt x="437277" y="98510"/>
                  <a:pt x="448445" y="109513"/>
                  <a:pt x="448445" y="123128"/>
                </a:cubicBezTo>
                <a:cubicBezTo>
                  <a:pt x="448445" y="136706"/>
                  <a:pt x="437277" y="147728"/>
                  <a:pt x="423533" y="147728"/>
                </a:cubicBezTo>
                <a:cubicBezTo>
                  <a:pt x="409770" y="147728"/>
                  <a:pt x="398602" y="136706"/>
                  <a:pt x="398602" y="123128"/>
                </a:cubicBezTo>
                <a:cubicBezTo>
                  <a:pt x="398602" y="109513"/>
                  <a:pt x="409770" y="98510"/>
                  <a:pt x="423533" y="98510"/>
                </a:cubicBezTo>
                <a:moveTo>
                  <a:pt x="286498" y="98510"/>
                </a:moveTo>
                <a:cubicBezTo>
                  <a:pt x="348410" y="98510"/>
                  <a:pt x="398602" y="148096"/>
                  <a:pt x="398602" y="209291"/>
                </a:cubicBezTo>
                <a:cubicBezTo>
                  <a:pt x="398602" y="270469"/>
                  <a:pt x="348410" y="320060"/>
                  <a:pt x="286498" y="320060"/>
                </a:cubicBezTo>
                <a:cubicBezTo>
                  <a:pt x="224586" y="320060"/>
                  <a:pt x="174394" y="270469"/>
                  <a:pt x="174394" y="209291"/>
                </a:cubicBezTo>
                <a:cubicBezTo>
                  <a:pt x="174394" y="148096"/>
                  <a:pt x="224586" y="98510"/>
                  <a:pt x="286498" y="98510"/>
                </a:cubicBez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2F80B4B3-49CF-4109-AD37-22652978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607" y="11981383"/>
            <a:ext cx="1081123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73" name="pdf-path-70">
            <a:extLst xmlns:a="http://schemas.openxmlformats.org/drawingml/2006/main">
              <a:ext uri="{FF2B5EF4-FFF2-40B4-BE49-F238E27FC236}">
                <a16:creationId xmlns:a16="http://schemas.microsoft.com/office/drawing/2014/main" id="{558E186E-940A-4083-8DC4-578FA661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3279" y="9608840"/>
            <a:ext cx="313508" cy="313502"/>
          </a:xfrm>
          <a:custGeom xmlns:a="http://schemas.openxmlformats.org/drawingml/2006/main">
            <a:pathLst>
              <a:path w="313508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508" y="29369"/>
                  <a:pt x="313508" y="65569"/>
                </a:cubicBezTo>
                <a:lnTo>
                  <a:pt x="313508" y="247761"/>
                </a:lnTo>
                <a:cubicBezTo>
                  <a:pt x="313508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595959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71">
            <a:extLst xmlns:a="http://schemas.openxmlformats.org/drawingml/2006/main">
              <a:ext uri="{FF2B5EF4-FFF2-40B4-BE49-F238E27FC236}">
                <a16:creationId xmlns:a16="http://schemas.microsoft.com/office/drawing/2014/main" id="{A385C540-04EF-43C4-A67B-AB91B13D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204" y="959176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4" y="6489"/>
                </a:lnTo>
                <a:lnTo>
                  <a:pt x="66083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8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1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1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8" y="333480"/>
                </a:lnTo>
                <a:lnTo>
                  <a:pt x="297286" y="341334"/>
                </a:lnTo>
                <a:lnTo>
                  <a:pt x="281577" y="346116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3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3" y="290792"/>
                </a:lnTo>
                <a:lnTo>
                  <a:pt x="49348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5013" y="313502"/>
                </a:lnTo>
                <a:lnTo>
                  <a:pt x="263306" y="313673"/>
                </a:lnTo>
                <a:lnTo>
                  <a:pt x="276625" y="312306"/>
                </a:lnTo>
                <a:lnTo>
                  <a:pt x="273039" y="312990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0" y="300524"/>
                </a:lnTo>
                <a:lnTo>
                  <a:pt x="306166" y="290792"/>
                </a:lnTo>
                <a:lnTo>
                  <a:pt x="304287" y="293352"/>
                </a:lnTo>
                <a:lnTo>
                  <a:pt x="310435" y="282254"/>
                </a:lnTo>
                <a:lnTo>
                  <a:pt x="309239" y="285499"/>
                </a:lnTo>
                <a:lnTo>
                  <a:pt x="312996" y="273204"/>
                </a:lnTo>
                <a:lnTo>
                  <a:pt x="312313" y="276620"/>
                </a:lnTo>
                <a:lnTo>
                  <a:pt x="313508" y="263300"/>
                </a:lnTo>
                <a:lnTo>
                  <a:pt x="313508" y="265008"/>
                </a:lnTo>
                <a:lnTo>
                  <a:pt x="313508" y="82644"/>
                </a:lnTo>
                <a:lnTo>
                  <a:pt x="313508" y="84352"/>
                </a:lnTo>
                <a:lnTo>
                  <a:pt x="312313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5" y="65399"/>
                </a:lnTo>
                <a:lnTo>
                  <a:pt x="304287" y="54299"/>
                </a:lnTo>
                <a:lnTo>
                  <a:pt x="306166" y="56860"/>
                </a:lnTo>
                <a:lnTo>
                  <a:pt x="298140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6" y="34151"/>
                </a:lnTo>
                <a:lnTo>
                  <a:pt x="265013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8" y="47128"/>
                </a:lnTo>
                <a:lnTo>
                  <a:pt x="41323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2">
            <a:extLst xmlns:a="http://schemas.openxmlformats.org/drawingml/2006/main">
              <a:ext uri="{FF2B5EF4-FFF2-40B4-BE49-F238E27FC236}">
                <a16:creationId xmlns:a16="http://schemas.microsoft.com/office/drawing/2014/main" id="{5C93DF19-00CA-46C1-8D6A-7992263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1674" y="9922342"/>
            <a:ext cx="178441" cy="783412"/>
          </a:xfrm>
          <a:custGeom xmlns:a="http://schemas.openxmlformats.org/drawingml/2006/main">
            <a:pathLst>
              <a:path w="178441" h="783412">
                <a:moveTo>
                  <a:pt x="108431" y="0"/>
                </a:moveTo>
                <a:lnTo>
                  <a:pt x="108431" y="745334"/>
                </a:lnTo>
                <a:lnTo>
                  <a:pt x="70011" y="745334"/>
                </a:lnTo>
                <a:lnTo>
                  <a:pt x="70011" y="0"/>
                </a:lnTo>
                <a:lnTo>
                  <a:pt x="108431" y="0"/>
                </a:lnTo>
                <a:moveTo>
                  <a:pt x="172976" y="639809"/>
                </a:moveTo>
                <a:lnTo>
                  <a:pt x="89135" y="783412"/>
                </a:lnTo>
                <a:lnTo>
                  <a:pt x="5465" y="639809"/>
                </a:lnTo>
                <a:cubicBezTo>
                  <a:pt x="0" y="630589"/>
                  <a:pt x="3075" y="618807"/>
                  <a:pt x="12295" y="613514"/>
                </a:cubicBezTo>
                <a:cubicBezTo>
                  <a:pt x="21516" y="608050"/>
                  <a:pt x="33298" y="611294"/>
                  <a:pt x="38591" y="620344"/>
                </a:cubicBezTo>
                <a:lnTo>
                  <a:pt x="105869" y="735601"/>
                </a:lnTo>
                <a:lnTo>
                  <a:pt x="72572" y="735601"/>
                </a:lnTo>
                <a:lnTo>
                  <a:pt x="139850" y="620344"/>
                </a:lnTo>
                <a:cubicBezTo>
                  <a:pt x="145143" y="611294"/>
                  <a:pt x="156925" y="608050"/>
                  <a:pt x="166146" y="613514"/>
                </a:cubicBezTo>
                <a:cubicBezTo>
                  <a:pt x="175367" y="618807"/>
                  <a:pt x="178441" y="630589"/>
                  <a:pt x="172976" y="639809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73">
            <a:extLst xmlns:a="http://schemas.openxmlformats.org/drawingml/2006/main">
              <a:ext uri="{FF2B5EF4-FFF2-40B4-BE49-F238E27FC236}">
                <a16:creationId xmlns:a16="http://schemas.microsoft.com/office/drawing/2014/main" id="{72898653-ACFF-47FE-AB80-B318EB3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994" y="9922342"/>
            <a:ext cx="178441" cy="783412"/>
          </a:xfrm>
          <a:custGeom xmlns:a="http://schemas.openxmlformats.org/drawingml/2006/main">
            <a:pathLst>
              <a:path w="178441" h="783412">
                <a:moveTo>
                  <a:pt x="108431" y="0"/>
                </a:moveTo>
                <a:lnTo>
                  <a:pt x="108431" y="745334"/>
                </a:lnTo>
                <a:lnTo>
                  <a:pt x="70011" y="745334"/>
                </a:lnTo>
                <a:lnTo>
                  <a:pt x="70011" y="0"/>
                </a:lnTo>
                <a:lnTo>
                  <a:pt x="108431" y="0"/>
                </a:lnTo>
                <a:moveTo>
                  <a:pt x="172977" y="639809"/>
                </a:moveTo>
                <a:lnTo>
                  <a:pt x="89306" y="783412"/>
                </a:lnTo>
                <a:lnTo>
                  <a:pt x="5464" y="639809"/>
                </a:lnTo>
                <a:cubicBezTo>
                  <a:pt x="0" y="630589"/>
                  <a:pt x="3074" y="618807"/>
                  <a:pt x="12295" y="613514"/>
                </a:cubicBezTo>
                <a:cubicBezTo>
                  <a:pt x="21516" y="608050"/>
                  <a:pt x="33298" y="611294"/>
                  <a:pt x="38591" y="620344"/>
                </a:cubicBezTo>
                <a:lnTo>
                  <a:pt x="105869" y="735601"/>
                </a:lnTo>
                <a:lnTo>
                  <a:pt x="72572" y="735601"/>
                </a:lnTo>
                <a:lnTo>
                  <a:pt x="139850" y="620344"/>
                </a:lnTo>
                <a:cubicBezTo>
                  <a:pt x="145143" y="611294"/>
                  <a:pt x="156925" y="608050"/>
                  <a:pt x="166146" y="613514"/>
                </a:cubicBezTo>
                <a:cubicBezTo>
                  <a:pt x="175367" y="618807"/>
                  <a:pt x="178441" y="630589"/>
                  <a:pt x="172977" y="639809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DB43DD7F-CF9A-4D63-8CF0-4E37B08A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266" y="9922342"/>
            <a:ext cx="178440" cy="783412"/>
          </a:xfrm>
          <a:custGeom xmlns:a="http://schemas.openxmlformats.org/drawingml/2006/main">
            <a:pathLst>
              <a:path w="178440" h="783412">
                <a:moveTo>
                  <a:pt x="108429" y="0"/>
                </a:moveTo>
                <a:lnTo>
                  <a:pt x="108429" y="745334"/>
                </a:lnTo>
                <a:lnTo>
                  <a:pt x="70009" y="745334"/>
                </a:lnTo>
                <a:lnTo>
                  <a:pt x="70009" y="0"/>
                </a:lnTo>
                <a:lnTo>
                  <a:pt x="108429" y="0"/>
                </a:lnTo>
                <a:moveTo>
                  <a:pt x="172976" y="639809"/>
                </a:moveTo>
                <a:lnTo>
                  <a:pt x="89134" y="783412"/>
                </a:lnTo>
                <a:lnTo>
                  <a:pt x="5464" y="639809"/>
                </a:lnTo>
                <a:cubicBezTo>
                  <a:pt x="0" y="630589"/>
                  <a:pt x="3073" y="618807"/>
                  <a:pt x="12294" y="613514"/>
                </a:cubicBezTo>
                <a:cubicBezTo>
                  <a:pt x="21515" y="608050"/>
                  <a:pt x="33297" y="611294"/>
                  <a:pt x="38591" y="620344"/>
                </a:cubicBezTo>
                <a:lnTo>
                  <a:pt x="105869" y="735601"/>
                </a:lnTo>
                <a:lnTo>
                  <a:pt x="72571" y="735601"/>
                </a:lnTo>
                <a:lnTo>
                  <a:pt x="139849" y="620344"/>
                </a:lnTo>
                <a:cubicBezTo>
                  <a:pt x="145142" y="611294"/>
                  <a:pt x="156924" y="608050"/>
                  <a:pt x="166145" y="613514"/>
                </a:cubicBezTo>
                <a:cubicBezTo>
                  <a:pt x="175366" y="618807"/>
                  <a:pt x="178440" y="630589"/>
                  <a:pt x="172976" y="639809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C25DFAE4-7FFD-4142-AB88-AAE712F8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7842" y="9967420"/>
            <a:ext cx="1606986" cy="715795"/>
          </a:xfrm>
          <a:custGeom xmlns:a="http://schemas.openxmlformats.org/drawingml/2006/main">
            <a:pathLst>
              <a:path w="1606986" h="715795">
                <a:moveTo>
                  <a:pt x="0" y="685913"/>
                </a:moveTo>
                <a:lnTo>
                  <a:pt x="16905" y="685230"/>
                </a:lnTo>
                <a:lnTo>
                  <a:pt x="16734" y="685230"/>
                </a:lnTo>
                <a:lnTo>
                  <a:pt x="35347" y="684205"/>
                </a:lnTo>
                <a:lnTo>
                  <a:pt x="35005" y="684205"/>
                </a:lnTo>
                <a:lnTo>
                  <a:pt x="55155" y="682839"/>
                </a:lnTo>
                <a:lnTo>
                  <a:pt x="76841" y="681302"/>
                </a:lnTo>
                <a:lnTo>
                  <a:pt x="76499" y="681302"/>
                </a:lnTo>
                <a:lnTo>
                  <a:pt x="88622" y="680278"/>
                </a:lnTo>
                <a:lnTo>
                  <a:pt x="91355" y="709989"/>
                </a:lnTo>
                <a:lnTo>
                  <a:pt x="79060" y="711013"/>
                </a:lnTo>
                <a:lnTo>
                  <a:pt x="57203" y="712551"/>
                </a:lnTo>
                <a:lnTo>
                  <a:pt x="37055" y="714087"/>
                </a:lnTo>
                <a:lnTo>
                  <a:pt x="18271" y="715111"/>
                </a:lnTo>
                <a:lnTo>
                  <a:pt x="1026" y="715795"/>
                </a:lnTo>
                <a:lnTo>
                  <a:pt x="0" y="685913"/>
                </a:lnTo>
                <a:moveTo>
                  <a:pt x="118334" y="677546"/>
                </a:moveTo>
                <a:lnTo>
                  <a:pt x="123456" y="677034"/>
                </a:lnTo>
                <a:lnTo>
                  <a:pt x="123285" y="677034"/>
                </a:lnTo>
                <a:lnTo>
                  <a:pt x="148729" y="674472"/>
                </a:lnTo>
                <a:lnTo>
                  <a:pt x="148558" y="674472"/>
                </a:lnTo>
                <a:lnTo>
                  <a:pt x="175025" y="671570"/>
                </a:lnTo>
                <a:lnTo>
                  <a:pt x="174854" y="671570"/>
                </a:lnTo>
                <a:lnTo>
                  <a:pt x="202346" y="668325"/>
                </a:lnTo>
                <a:lnTo>
                  <a:pt x="202175" y="668496"/>
                </a:lnTo>
                <a:lnTo>
                  <a:pt x="206957" y="667813"/>
                </a:lnTo>
                <a:lnTo>
                  <a:pt x="210714" y="697524"/>
                </a:lnTo>
                <a:lnTo>
                  <a:pt x="205761" y="698036"/>
                </a:lnTo>
                <a:lnTo>
                  <a:pt x="178269" y="701280"/>
                </a:lnTo>
                <a:lnTo>
                  <a:pt x="151803" y="704183"/>
                </a:lnTo>
                <a:lnTo>
                  <a:pt x="126360" y="706745"/>
                </a:lnTo>
                <a:lnTo>
                  <a:pt x="121067" y="707257"/>
                </a:lnTo>
                <a:lnTo>
                  <a:pt x="118334" y="677546"/>
                </a:lnTo>
                <a:moveTo>
                  <a:pt x="236497" y="664057"/>
                </a:moveTo>
                <a:lnTo>
                  <a:pt x="259379" y="660983"/>
                </a:lnTo>
                <a:lnTo>
                  <a:pt x="259209" y="660983"/>
                </a:lnTo>
                <a:lnTo>
                  <a:pt x="289090" y="656714"/>
                </a:lnTo>
                <a:lnTo>
                  <a:pt x="289090" y="656885"/>
                </a:lnTo>
                <a:lnTo>
                  <a:pt x="324950" y="651421"/>
                </a:lnTo>
                <a:lnTo>
                  <a:pt x="329389" y="680961"/>
                </a:lnTo>
                <a:lnTo>
                  <a:pt x="293359" y="686425"/>
                </a:lnTo>
                <a:lnTo>
                  <a:pt x="263477" y="690694"/>
                </a:lnTo>
                <a:lnTo>
                  <a:pt x="240425" y="693597"/>
                </a:lnTo>
                <a:lnTo>
                  <a:pt x="236497" y="664057"/>
                </a:lnTo>
                <a:moveTo>
                  <a:pt x="354318" y="646981"/>
                </a:moveTo>
                <a:lnTo>
                  <a:pt x="413572" y="637077"/>
                </a:lnTo>
                <a:lnTo>
                  <a:pt x="413401" y="637077"/>
                </a:lnTo>
                <a:lnTo>
                  <a:pt x="442258" y="631613"/>
                </a:lnTo>
                <a:lnTo>
                  <a:pt x="447894" y="660983"/>
                </a:lnTo>
                <a:lnTo>
                  <a:pt x="418694" y="666448"/>
                </a:lnTo>
                <a:lnTo>
                  <a:pt x="359272" y="676351"/>
                </a:lnTo>
                <a:lnTo>
                  <a:pt x="354318" y="646981"/>
                </a:lnTo>
                <a:moveTo>
                  <a:pt x="471629" y="626150"/>
                </a:moveTo>
                <a:lnTo>
                  <a:pt x="477776" y="624954"/>
                </a:lnTo>
                <a:lnTo>
                  <a:pt x="477605" y="625125"/>
                </a:lnTo>
                <a:lnTo>
                  <a:pt x="542322" y="611807"/>
                </a:lnTo>
                <a:lnTo>
                  <a:pt x="541980" y="611977"/>
                </a:lnTo>
                <a:lnTo>
                  <a:pt x="559056" y="608050"/>
                </a:lnTo>
                <a:lnTo>
                  <a:pt x="565545" y="637248"/>
                </a:lnTo>
                <a:lnTo>
                  <a:pt x="548469" y="641176"/>
                </a:lnTo>
                <a:lnTo>
                  <a:pt x="483411" y="654324"/>
                </a:lnTo>
                <a:lnTo>
                  <a:pt x="477264" y="655519"/>
                </a:lnTo>
                <a:lnTo>
                  <a:pt x="471629" y="626150"/>
                </a:lnTo>
                <a:moveTo>
                  <a:pt x="588084" y="601561"/>
                </a:moveTo>
                <a:lnTo>
                  <a:pt x="606526" y="597463"/>
                </a:lnTo>
                <a:lnTo>
                  <a:pt x="606185" y="597463"/>
                </a:lnTo>
                <a:lnTo>
                  <a:pt x="669706" y="581583"/>
                </a:lnTo>
                <a:lnTo>
                  <a:pt x="669364" y="581753"/>
                </a:lnTo>
                <a:lnTo>
                  <a:pt x="674486" y="580388"/>
                </a:lnTo>
                <a:lnTo>
                  <a:pt x="682512" y="609074"/>
                </a:lnTo>
                <a:lnTo>
                  <a:pt x="677219" y="610611"/>
                </a:lnTo>
                <a:lnTo>
                  <a:pt x="613356" y="626491"/>
                </a:lnTo>
                <a:lnTo>
                  <a:pt x="594743" y="630760"/>
                </a:lnTo>
                <a:lnTo>
                  <a:pt x="588084" y="601561"/>
                </a:lnTo>
                <a:moveTo>
                  <a:pt x="703175" y="572362"/>
                </a:moveTo>
                <a:lnTo>
                  <a:pt x="731007" y="564508"/>
                </a:lnTo>
                <a:lnTo>
                  <a:pt x="730836" y="564508"/>
                </a:lnTo>
                <a:lnTo>
                  <a:pt x="760890" y="555458"/>
                </a:lnTo>
                <a:lnTo>
                  <a:pt x="760719" y="555458"/>
                </a:lnTo>
                <a:lnTo>
                  <a:pt x="788552" y="546579"/>
                </a:lnTo>
                <a:lnTo>
                  <a:pt x="797602" y="575095"/>
                </a:lnTo>
                <a:lnTo>
                  <a:pt x="769598" y="583974"/>
                </a:lnTo>
                <a:lnTo>
                  <a:pt x="739204" y="593195"/>
                </a:lnTo>
                <a:lnTo>
                  <a:pt x="711200" y="601049"/>
                </a:lnTo>
                <a:lnTo>
                  <a:pt x="703175" y="572362"/>
                </a:lnTo>
                <a:moveTo>
                  <a:pt x="816385" y="537017"/>
                </a:moveTo>
                <a:lnTo>
                  <a:pt x="818264" y="536504"/>
                </a:lnTo>
                <a:lnTo>
                  <a:pt x="817923" y="536504"/>
                </a:lnTo>
                <a:lnTo>
                  <a:pt x="845585" y="526430"/>
                </a:lnTo>
                <a:lnTo>
                  <a:pt x="845243" y="526600"/>
                </a:lnTo>
                <a:lnTo>
                  <a:pt x="871881" y="516185"/>
                </a:lnTo>
                <a:lnTo>
                  <a:pt x="871710" y="516356"/>
                </a:lnTo>
                <a:lnTo>
                  <a:pt x="897324" y="505598"/>
                </a:lnTo>
                <a:lnTo>
                  <a:pt x="896982" y="505769"/>
                </a:lnTo>
                <a:lnTo>
                  <a:pt x="898519" y="504915"/>
                </a:lnTo>
                <a:lnTo>
                  <a:pt x="910984" y="532065"/>
                </a:lnTo>
                <a:lnTo>
                  <a:pt x="909106" y="533089"/>
                </a:lnTo>
                <a:lnTo>
                  <a:pt x="882980" y="543847"/>
                </a:lnTo>
                <a:lnTo>
                  <a:pt x="856000" y="554433"/>
                </a:lnTo>
                <a:lnTo>
                  <a:pt x="828167" y="564679"/>
                </a:lnTo>
                <a:lnTo>
                  <a:pt x="826118" y="565362"/>
                </a:lnTo>
                <a:lnTo>
                  <a:pt x="816385" y="537017"/>
                </a:lnTo>
                <a:moveTo>
                  <a:pt x="925328" y="492621"/>
                </a:moveTo>
                <a:lnTo>
                  <a:pt x="947014" y="482034"/>
                </a:lnTo>
                <a:lnTo>
                  <a:pt x="946502" y="482205"/>
                </a:lnTo>
                <a:lnTo>
                  <a:pt x="971944" y="468716"/>
                </a:lnTo>
                <a:lnTo>
                  <a:pt x="971602" y="468886"/>
                </a:lnTo>
                <a:lnTo>
                  <a:pt x="997216" y="454714"/>
                </a:lnTo>
                <a:lnTo>
                  <a:pt x="996874" y="454885"/>
                </a:lnTo>
                <a:lnTo>
                  <a:pt x="1003364" y="450958"/>
                </a:lnTo>
                <a:lnTo>
                  <a:pt x="1018561" y="476741"/>
                </a:lnTo>
                <a:lnTo>
                  <a:pt x="1011901" y="480668"/>
                </a:lnTo>
                <a:lnTo>
                  <a:pt x="986117" y="495012"/>
                </a:lnTo>
                <a:lnTo>
                  <a:pt x="960333" y="508671"/>
                </a:lnTo>
                <a:lnTo>
                  <a:pt x="938476" y="519429"/>
                </a:lnTo>
                <a:lnTo>
                  <a:pt x="925328" y="492621"/>
                </a:lnTo>
                <a:moveTo>
                  <a:pt x="1028806" y="435761"/>
                </a:moveTo>
                <a:lnTo>
                  <a:pt x="1047588" y="424150"/>
                </a:lnTo>
                <a:lnTo>
                  <a:pt x="1047248" y="424320"/>
                </a:lnTo>
                <a:lnTo>
                  <a:pt x="1097963" y="390853"/>
                </a:lnTo>
                <a:lnTo>
                  <a:pt x="1097621" y="391194"/>
                </a:lnTo>
                <a:lnTo>
                  <a:pt x="1103085" y="387267"/>
                </a:lnTo>
                <a:lnTo>
                  <a:pt x="1120331" y="411685"/>
                </a:lnTo>
                <a:lnTo>
                  <a:pt x="1114697" y="415782"/>
                </a:lnTo>
                <a:lnTo>
                  <a:pt x="1063470" y="449421"/>
                </a:lnTo>
                <a:lnTo>
                  <a:pt x="1044515" y="461203"/>
                </a:lnTo>
                <a:lnTo>
                  <a:pt x="1028806" y="435761"/>
                </a:lnTo>
                <a:moveTo>
                  <a:pt x="1127504" y="370191"/>
                </a:moveTo>
                <a:lnTo>
                  <a:pt x="1147993" y="355677"/>
                </a:lnTo>
                <a:lnTo>
                  <a:pt x="1147652" y="356019"/>
                </a:lnTo>
                <a:lnTo>
                  <a:pt x="1197342" y="318795"/>
                </a:lnTo>
                <a:lnTo>
                  <a:pt x="1197171" y="318966"/>
                </a:lnTo>
                <a:lnTo>
                  <a:pt x="1199220" y="317429"/>
                </a:lnTo>
                <a:lnTo>
                  <a:pt x="1217491" y="340993"/>
                </a:lnTo>
                <a:lnTo>
                  <a:pt x="1215271" y="342700"/>
                </a:lnTo>
                <a:lnTo>
                  <a:pt x="1165411" y="380095"/>
                </a:lnTo>
                <a:lnTo>
                  <a:pt x="1144749" y="394609"/>
                </a:lnTo>
                <a:lnTo>
                  <a:pt x="1127504" y="370191"/>
                </a:lnTo>
                <a:moveTo>
                  <a:pt x="1222785" y="298988"/>
                </a:moveTo>
                <a:lnTo>
                  <a:pt x="1245837" y="281058"/>
                </a:lnTo>
                <a:lnTo>
                  <a:pt x="1245666" y="281229"/>
                </a:lnTo>
                <a:lnTo>
                  <a:pt x="1292625" y="243323"/>
                </a:lnTo>
                <a:lnTo>
                  <a:pt x="1311407" y="266545"/>
                </a:lnTo>
                <a:lnTo>
                  <a:pt x="1264278" y="304623"/>
                </a:lnTo>
                <a:lnTo>
                  <a:pt x="1241056" y="322723"/>
                </a:lnTo>
                <a:lnTo>
                  <a:pt x="1222785" y="298988"/>
                </a:lnTo>
                <a:moveTo>
                  <a:pt x="1315505" y="224369"/>
                </a:moveTo>
                <a:lnTo>
                  <a:pt x="1339069" y="204903"/>
                </a:lnTo>
                <a:lnTo>
                  <a:pt x="1338899" y="204903"/>
                </a:lnTo>
                <a:lnTo>
                  <a:pt x="1383125" y="167337"/>
                </a:lnTo>
                <a:lnTo>
                  <a:pt x="1383125" y="167508"/>
                </a:lnTo>
                <a:lnTo>
                  <a:pt x="1383808" y="166826"/>
                </a:lnTo>
                <a:lnTo>
                  <a:pt x="1403274" y="189535"/>
                </a:lnTo>
                <a:lnTo>
                  <a:pt x="1402591" y="190218"/>
                </a:lnTo>
                <a:lnTo>
                  <a:pt x="1358195" y="227784"/>
                </a:lnTo>
                <a:lnTo>
                  <a:pt x="1334630" y="247420"/>
                </a:lnTo>
                <a:lnTo>
                  <a:pt x="1315505" y="224369"/>
                </a:lnTo>
                <a:moveTo>
                  <a:pt x="1406518" y="147359"/>
                </a:moveTo>
                <a:lnTo>
                  <a:pt x="1425473" y="131138"/>
                </a:lnTo>
                <a:lnTo>
                  <a:pt x="1465259" y="96817"/>
                </a:lnTo>
                <a:lnTo>
                  <a:pt x="1474651" y="88962"/>
                </a:lnTo>
                <a:lnTo>
                  <a:pt x="1494116" y="111672"/>
                </a:lnTo>
                <a:lnTo>
                  <a:pt x="1484724" y="119527"/>
                </a:lnTo>
                <a:lnTo>
                  <a:pt x="1444768" y="153848"/>
                </a:lnTo>
                <a:lnTo>
                  <a:pt x="1425985" y="170070"/>
                </a:lnTo>
                <a:lnTo>
                  <a:pt x="1406518" y="147359"/>
                </a:lnTo>
                <a:moveTo>
                  <a:pt x="1497360" y="69496"/>
                </a:moveTo>
                <a:lnTo>
                  <a:pt x="1502825" y="64886"/>
                </a:lnTo>
                <a:lnTo>
                  <a:pt x="1520755" y="49860"/>
                </a:lnTo>
                <a:lnTo>
                  <a:pt x="1537659" y="35687"/>
                </a:lnTo>
                <a:lnTo>
                  <a:pt x="1553881" y="22198"/>
                </a:lnTo>
                <a:lnTo>
                  <a:pt x="1566688" y="11953"/>
                </a:lnTo>
                <a:lnTo>
                  <a:pt x="1585300" y="35346"/>
                </a:lnTo>
                <a:lnTo>
                  <a:pt x="1572664" y="45420"/>
                </a:lnTo>
                <a:lnTo>
                  <a:pt x="1572835" y="45420"/>
                </a:lnTo>
                <a:lnTo>
                  <a:pt x="1556613" y="58739"/>
                </a:lnTo>
                <a:lnTo>
                  <a:pt x="1556784" y="58568"/>
                </a:lnTo>
                <a:lnTo>
                  <a:pt x="1539879" y="72740"/>
                </a:lnTo>
                <a:lnTo>
                  <a:pt x="1522121" y="87596"/>
                </a:lnTo>
                <a:lnTo>
                  <a:pt x="1516656" y="92206"/>
                </a:lnTo>
                <a:lnTo>
                  <a:pt x="1497360" y="69496"/>
                </a:lnTo>
                <a:moveTo>
                  <a:pt x="1463892" y="17246"/>
                </a:moveTo>
                <a:lnTo>
                  <a:pt x="1606986" y="0"/>
                </a:lnTo>
                <a:lnTo>
                  <a:pt x="1551661" y="133188"/>
                </a:lnTo>
                <a:cubicBezTo>
                  <a:pt x="1548417" y="140700"/>
                  <a:pt x="1539708" y="144286"/>
                  <a:pt x="1532195" y="141213"/>
                </a:cubicBezTo>
                <a:cubicBezTo>
                  <a:pt x="1524511" y="137968"/>
                  <a:pt x="1520925" y="129260"/>
                  <a:pt x="1523999" y="121576"/>
                </a:cubicBezTo>
                <a:lnTo>
                  <a:pt x="1569591" y="12123"/>
                </a:lnTo>
                <a:lnTo>
                  <a:pt x="1585129" y="32784"/>
                </a:lnTo>
                <a:lnTo>
                  <a:pt x="1467478" y="46958"/>
                </a:lnTo>
                <a:cubicBezTo>
                  <a:pt x="1459282" y="47981"/>
                  <a:pt x="1451768" y="42176"/>
                  <a:pt x="1450745" y="33980"/>
                </a:cubicBezTo>
                <a:cubicBezTo>
                  <a:pt x="1449890" y="25784"/>
                  <a:pt x="1455696" y="18271"/>
                  <a:pt x="1463892" y="17246"/>
                </a:cubicBezTo>
              </a:path>
            </a:pathLst>
          </a:custGeom>
          <a:solidFill xmlns:a="http://schemas.openxmlformats.org/drawingml/2006/main">
            <a:srgbClr val="7F7F7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CA3515DC-6920-42C8-BF5D-3D4D69D7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2180" y="9967420"/>
            <a:ext cx="1641821" cy="726039"/>
          </a:xfrm>
          <a:custGeom xmlns:a="http://schemas.openxmlformats.org/drawingml/2006/main">
            <a:pathLst>
              <a:path w="1641821" h="726039">
                <a:moveTo>
                  <a:pt x="0" y="696158"/>
                </a:moveTo>
                <a:lnTo>
                  <a:pt x="16904" y="695475"/>
                </a:lnTo>
                <a:lnTo>
                  <a:pt x="16564" y="695475"/>
                </a:lnTo>
                <a:lnTo>
                  <a:pt x="35005" y="694451"/>
                </a:lnTo>
                <a:lnTo>
                  <a:pt x="34835" y="694451"/>
                </a:lnTo>
                <a:lnTo>
                  <a:pt x="54813" y="693255"/>
                </a:lnTo>
                <a:lnTo>
                  <a:pt x="54642" y="693255"/>
                </a:lnTo>
                <a:lnTo>
                  <a:pt x="75987" y="691548"/>
                </a:lnTo>
                <a:lnTo>
                  <a:pt x="88794" y="690523"/>
                </a:lnTo>
                <a:lnTo>
                  <a:pt x="91184" y="720234"/>
                </a:lnTo>
                <a:lnTo>
                  <a:pt x="78206" y="721259"/>
                </a:lnTo>
                <a:lnTo>
                  <a:pt x="56861" y="722966"/>
                </a:lnTo>
                <a:lnTo>
                  <a:pt x="36712" y="724332"/>
                </a:lnTo>
                <a:lnTo>
                  <a:pt x="18100" y="725357"/>
                </a:lnTo>
                <a:lnTo>
                  <a:pt x="1025" y="726039"/>
                </a:lnTo>
                <a:lnTo>
                  <a:pt x="0" y="696158"/>
                </a:lnTo>
                <a:moveTo>
                  <a:pt x="118334" y="687962"/>
                </a:moveTo>
                <a:lnTo>
                  <a:pt x="122262" y="687621"/>
                </a:lnTo>
                <a:lnTo>
                  <a:pt x="122091" y="687621"/>
                </a:lnTo>
                <a:lnTo>
                  <a:pt x="147192" y="685059"/>
                </a:lnTo>
                <a:lnTo>
                  <a:pt x="147021" y="685059"/>
                </a:lnTo>
                <a:lnTo>
                  <a:pt x="173147" y="682157"/>
                </a:lnTo>
                <a:lnTo>
                  <a:pt x="172976" y="682157"/>
                </a:lnTo>
                <a:lnTo>
                  <a:pt x="200126" y="679083"/>
                </a:lnTo>
                <a:lnTo>
                  <a:pt x="207127" y="678229"/>
                </a:lnTo>
                <a:lnTo>
                  <a:pt x="210542" y="707939"/>
                </a:lnTo>
                <a:lnTo>
                  <a:pt x="203542" y="708623"/>
                </a:lnTo>
                <a:lnTo>
                  <a:pt x="176391" y="711867"/>
                </a:lnTo>
                <a:lnTo>
                  <a:pt x="150266" y="714770"/>
                </a:lnTo>
                <a:lnTo>
                  <a:pt x="124994" y="717331"/>
                </a:lnTo>
                <a:lnTo>
                  <a:pt x="121066" y="717673"/>
                </a:lnTo>
                <a:lnTo>
                  <a:pt x="118334" y="687962"/>
                </a:lnTo>
                <a:moveTo>
                  <a:pt x="236497" y="674472"/>
                </a:moveTo>
                <a:lnTo>
                  <a:pt x="256476" y="671911"/>
                </a:lnTo>
                <a:lnTo>
                  <a:pt x="256306" y="671911"/>
                </a:lnTo>
                <a:lnTo>
                  <a:pt x="285846" y="667813"/>
                </a:lnTo>
                <a:lnTo>
                  <a:pt x="285675" y="667813"/>
                </a:lnTo>
                <a:lnTo>
                  <a:pt x="325120" y="662007"/>
                </a:lnTo>
                <a:lnTo>
                  <a:pt x="329389" y="691548"/>
                </a:lnTo>
                <a:lnTo>
                  <a:pt x="289945" y="697353"/>
                </a:lnTo>
                <a:lnTo>
                  <a:pt x="260403" y="701451"/>
                </a:lnTo>
                <a:lnTo>
                  <a:pt x="240425" y="704183"/>
                </a:lnTo>
                <a:lnTo>
                  <a:pt x="236497" y="674472"/>
                </a:lnTo>
                <a:moveTo>
                  <a:pt x="354319" y="657398"/>
                </a:moveTo>
                <a:lnTo>
                  <a:pt x="408961" y="648348"/>
                </a:lnTo>
                <a:lnTo>
                  <a:pt x="408620" y="648348"/>
                </a:lnTo>
                <a:lnTo>
                  <a:pt x="442429" y="642201"/>
                </a:lnTo>
                <a:lnTo>
                  <a:pt x="447723" y="671570"/>
                </a:lnTo>
                <a:lnTo>
                  <a:pt x="413913" y="677717"/>
                </a:lnTo>
                <a:lnTo>
                  <a:pt x="359271" y="686937"/>
                </a:lnTo>
                <a:lnTo>
                  <a:pt x="354319" y="657398"/>
                </a:lnTo>
                <a:moveTo>
                  <a:pt x="471800" y="636736"/>
                </a:moveTo>
                <a:lnTo>
                  <a:pt x="472653" y="636736"/>
                </a:lnTo>
                <a:lnTo>
                  <a:pt x="472312" y="636736"/>
                </a:lnTo>
                <a:lnTo>
                  <a:pt x="536516" y="623589"/>
                </a:lnTo>
                <a:lnTo>
                  <a:pt x="536345" y="623589"/>
                </a:lnTo>
                <a:lnTo>
                  <a:pt x="559055" y="618465"/>
                </a:lnTo>
                <a:lnTo>
                  <a:pt x="565544" y="647664"/>
                </a:lnTo>
                <a:lnTo>
                  <a:pt x="542663" y="652787"/>
                </a:lnTo>
                <a:lnTo>
                  <a:pt x="478118" y="665935"/>
                </a:lnTo>
                <a:lnTo>
                  <a:pt x="477264" y="666106"/>
                </a:lnTo>
                <a:lnTo>
                  <a:pt x="471800" y="636736"/>
                </a:lnTo>
                <a:moveTo>
                  <a:pt x="588084" y="611977"/>
                </a:moveTo>
                <a:lnTo>
                  <a:pt x="600378" y="609245"/>
                </a:lnTo>
                <a:lnTo>
                  <a:pt x="600038" y="609245"/>
                </a:lnTo>
                <a:lnTo>
                  <a:pt x="663388" y="593366"/>
                </a:lnTo>
                <a:lnTo>
                  <a:pt x="663046" y="593536"/>
                </a:lnTo>
                <a:lnTo>
                  <a:pt x="674316" y="590463"/>
                </a:lnTo>
                <a:lnTo>
                  <a:pt x="682341" y="619148"/>
                </a:lnTo>
                <a:lnTo>
                  <a:pt x="670901" y="622393"/>
                </a:lnTo>
                <a:lnTo>
                  <a:pt x="607209" y="638273"/>
                </a:lnTo>
                <a:lnTo>
                  <a:pt x="594743" y="641176"/>
                </a:lnTo>
                <a:lnTo>
                  <a:pt x="588084" y="611977"/>
                </a:lnTo>
                <a:moveTo>
                  <a:pt x="703174" y="582437"/>
                </a:moveTo>
                <a:lnTo>
                  <a:pt x="725030" y="576460"/>
                </a:lnTo>
                <a:lnTo>
                  <a:pt x="724519" y="576460"/>
                </a:lnTo>
                <a:lnTo>
                  <a:pt x="784112" y="557849"/>
                </a:lnTo>
                <a:lnTo>
                  <a:pt x="783770" y="558019"/>
                </a:lnTo>
                <a:lnTo>
                  <a:pt x="788040" y="556483"/>
                </a:lnTo>
                <a:lnTo>
                  <a:pt x="797773" y="584827"/>
                </a:lnTo>
                <a:lnTo>
                  <a:pt x="793333" y="586194"/>
                </a:lnTo>
                <a:lnTo>
                  <a:pt x="733227" y="605147"/>
                </a:lnTo>
                <a:lnTo>
                  <a:pt x="711199" y="611295"/>
                </a:lnTo>
                <a:lnTo>
                  <a:pt x="703174" y="582437"/>
                </a:lnTo>
                <a:moveTo>
                  <a:pt x="816044" y="546750"/>
                </a:moveTo>
                <a:lnTo>
                  <a:pt x="840461" y="538042"/>
                </a:lnTo>
                <a:lnTo>
                  <a:pt x="839950" y="538212"/>
                </a:lnTo>
                <a:lnTo>
                  <a:pt x="867100" y="527625"/>
                </a:lnTo>
                <a:lnTo>
                  <a:pt x="866759" y="527625"/>
                </a:lnTo>
                <a:lnTo>
                  <a:pt x="893054" y="516868"/>
                </a:lnTo>
                <a:lnTo>
                  <a:pt x="892713" y="516868"/>
                </a:lnTo>
                <a:lnTo>
                  <a:pt x="898347" y="514306"/>
                </a:lnTo>
                <a:lnTo>
                  <a:pt x="910642" y="541627"/>
                </a:lnTo>
                <a:lnTo>
                  <a:pt x="904666" y="544359"/>
                </a:lnTo>
                <a:lnTo>
                  <a:pt x="878199" y="555287"/>
                </a:lnTo>
                <a:lnTo>
                  <a:pt x="850707" y="566045"/>
                </a:lnTo>
                <a:lnTo>
                  <a:pt x="826118" y="574924"/>
                </a:lnTo>
                <a:lnTo>
                  <a:pt x="816044" y="546750"/>
                </a:lnTo>
                <a:moveTo>
                  <a:pt x="925157" y="502183"/>
                </a:moveTo>
                <a:lnTo>
                  <a:pt x="944111" y="492962"/>
                </a:lnTo>
                <a:lnTo>
                  <a:pt x="943940" y="493133"/>
                </a:lnTo>
                <a:lnTo>
                  <a:pt x="970237" y="479815"/>
                </a:lnTo>
                <a:lnTo>
                  <a:pt x="970066" y="479986"/>
                </a:lnTo>
                <a:lnTo>
                  <a:pt x="996532" y="465983"/>
                </a:lnTo>
                <a:lnTo>
                  <a:pt x="996191" y="466154"/>
                </a:lnTo>
                <a:lnTo>
                  <a:pt x="1004046" y="461715"/>
                </a:lnTo>
                <a:lnTo>
                  <a:pt x="1018731" y="487669"/>
                </a:lnTo>
                <a:lnTo>
                  <a:pt x="1010705" y="492280"/>
                </a:lnTo>
                <a:lnTo>
                  <a:pt x="983897" y="506452"/>
                </a:lnTo>
                <a:lnTo>
                  <a:pt x="957259" y="519942"/>
                </a:lnTo>
                <a:lnTo>
                  <a:pt x="938134" y="529162"/>
                </a:lnTo>
                <a:lnTo>
                  <a:pt x="925157" y="502183"/>
                </a:lnTo>
                <a:moveTo>
                  <a:pt x="1030001" y="446859"/>
                </a:moveTo>
                <a:lnTo>
                  <a:pt x="1049638" y="435931"/>
                </a:lnTo>
                <a:lnTo>
                  <a:pt x="1049126" y="436102"/>
                </a:lnTo>
                <a:lnTo>
                  <a:pt x="1102743" y="403318"/>
                </a:lnTo>
                <a:lnTo>
                  <a:pt x="1102401" y="403488"/>
                </a:lnTo>
                <a:lnTo>
                  <a:pt x="1105987" y="401097"/>
                </a:lnTo>
                <a:lnTo>
                  <a:pt x="1122381" y="426198"/>
                </a:lnTo>
                <a:lnTo>
                  <a:pt x="1118453" y="428759"/>
                </a:lnTo>
                <a:lnTo>
                  <a:pt x="1064494" y="461715"/>
                </a:lnTo>
                <a:lnTo>
                  <a:pt x="1044857" y="472985"/>
                </a:lnTo>
                <a:lnTo>
                  <a:pt x="1030001" y="446859"/>
                </a:lnTo>
                <a:moveTo>
                  <a:pt x="1131089" y="384877"/>
                </a:moveTo>
                <a:lnTo>
                  <a:pt x="1155849" y="368826"/>
                </a:lnTo>
                <a:lnTo>
                  <a:pt x="1155507" y="368997"/>
                </a:lnTo>
                <a:lnTo>
                  <a:pt x="1205196" y="335017"/>
                </a:lnTo>
                <a:lnTo>
                  <a:pt x="1222102" y="359776"/>
                </a:lnTo>
                <a:lnTo>
                  <a:pt x="1172240" y="393756"/>
                </a:lnTo>
                <a:lnTo>
                  <a:pt x="1147481" y="409977"/>
                </a:lnTo>
                <a:lnTo>
                  <a:pt x="1131089" y="384877"/>
                </a:lnTo>
                <a:moveTo>
                  <a:pt x="1229274" y="317941"/>
                </a:moveTo>
                <a:lnTo>
                  <a:pt x="1260522" y="295744"/>
                </a:lnTo>
                <a:lnTo>
                  <a:pt x="1260180" y="295914"/>
                </a:lnTo>
                <a:lnTo>
                  <a:pt x="1301504" y="265179"/>
                </a:lnTo>
                <a:lnTo>
                  <a:pt x="1319262" y="289255"/>
                </a:lnTo>
                <a:lnTo>
                  <a:pt x="1277939" y="319990"/>
                </a:lnTo>
                <a:lnTo>
                  <a:pt x="1246691" y="342359"/>
                </a:lnTo>
                <a:lnTo>
                  <a:pt x="1229274" y="317941"/>
                </a:lnTo>
                <a:moveTo>
                  <a:pt x="1325068" y="247249"/>
                </a:moveTo>
                <a:lnTo>
                  <a:pt x="1360414" y="220100"/>
                </a:lnTo>
                <a:lnTo>
                  <a:pt x="1360243" y="220270"/>
                </a:lnTo>
                <a:lnTo>
                  <a:pt x="1395590" y="192267"/>
                </a:lnTo>
                <a:lnTo>
                  <a:pt x="1414203" y="215661"/>
                </a:lnTo>
                <a:lnTo>
                  <a:pt x="1378685" y="243664"/>
                </a:lnTo>
                <a:lnTo>
                  <a:pt x="1343339" y="270985"/>
                </a:lnTo>
                <a:lnTo>
                  <a:pt x="1325068" y="247249"/>
                </a:lnTo>
                <a:moveTo>
                  <a:pt x="1418642" y="173655"/>
                </a:moveTo>
                <a:lnTo>
                  <a:pt x="1452793" y="145652"/>
                </a:lnTo>
                <a:lnTo>
                  <a:pt x="1452623" y="145822"/>
                </a:lnTo>
                <a:lnTo>
                  <a:pt x="1487628" y="116624"/>
                </a:lnTo>
                <a:lnTo>
                  <a:pt x="1506752" y="139505"/>
                </a:lnTo>
                <a:lnTo>
                  <a:pt x="1471747" y="168703"/>
                </a:lnTo>
                <a:lnTo>
                  <a:pt x="1437596" y="196707"/>
                </a:lnTo>
                <a:lnTo>
                  <a:pt x="1418642" y="173655"/>
                </a:lnTo>
                <a:moveTo>
                  <a:pt x="1510167" y="97329"/>
                </a:moveTo>
                <a:lnTo>
                  <a:pt x="1515289" y="92890"/>
                </a:lnTo>
                <a:lnTo>
                  <a:pt x="1534756" y="76155"/>
                </a:lnTo>
                <a:lnTo>
                  <a:pt x="1534585" y="76326"/>
                </a:lnTo>
                <a:lnTo>
                  <a:pt x="1553198" y="59934"/>
                </a:lnTo>
                <a:lnTo>
                  <a:pt x="1553198" y="60105"/>
                </a:lnTo>
                <a:lnTo>
                  <a:pt x="1570785" y="44396"/>
                </a:lnTo>
                <a:lnTo>
                  <a:pt x="1577445" y="38419"/>
                </a:lnTo>
                <a:lnTo>
                  <a:pt x="1597423" y="60788"/>
                </a:lnTo>
                <a:lnTo>
                  <a:pt x="1590594" y="66764"/>
                </a:lnTo>
                <a:lnTo>
                  <a:pt x="1573005" y="82474"/>
                </a:lnTo>
                <a:lnTo>
                  <a:pt x="1554223" y="98695"/>
                </a:lnTo>
                <a:lnTo>
                  <a:pt x="1534756" y="115599"/>
                </a:lnTo>
                <a:lnTo>
                  <a:pt x="1529634" y="120039"/>
                </a:lnTo>
                <a:lnTo>
                  <a:pt x="1510167" y="97329"/>
                </a:lnTo>
                <a:moveTo>
                  <a:pt x="1599473" y="18612"/>
                </a:moveTo>
                <a:lnTo>
                  <a:pt x="1603229" y="15197"/>
                </a:lnTo>
                <a:lnTo>
                  <a:pt x="1610059" y="9050"/>
                </a:lnTo>
                <a:lnTo>
                  <a:pt x="1630209" y="31077"/>
                </a:lnTo>
                <a:lnTo>
                  <a:pt x="1623379" y="37395"/>
                </a:lnTo>
                <a:lnTo>
                  <a:pt x="1619621" y="40639"/>
                </a:lnTo>
                <a:lnTo>
                  <a:pt x="1599473" y="18612"/>
                </a:lnTo>
                <a:moveTo>
                  <a:pt x="1500947" y="30907"/>
                </a:moveTo>
                <a:lnTo>
                  <a:pt x="1641821" y="0"/>
                </a:lnTo>
                <a:lnTo>
                  <a:pt x="1599473" y="137797"/>
                </a:lnTo>
                <a:cubicBezTo>
                  <a:pt x="1597082" y="145652"/>
                  <a:pt x="1588714" y="150092"/>
                  <a:pt x="1580861" y="147701"/>
                </a:cubicBezTo>
                <a:cubicBezTo>
                  <a:pt x="1572835" y="145311"/>
                  <a:pt x="1568395" y="136943"/>
                  <a:pt x="1570956" y="129089"/>
                </a:cubicBezTo>
                <a:lnTo>
                  <a:pt x="1605791" y="15709"/>
                </a:lnTo>
                <a:lnTo>
                  <a:pt x="1623208" y="34663"/>
                </a:lnTo>
                <a:lnTo>
                  <a:pt x="1507436" y="60105"/>
                </a:lnTo>
                <a:cubicBezTo>
                  <a:pt x="1499410" y="61813"/>
                  <a:pt x="1491384" y="56690"/>
                  <a:pt x="1489677" y="48664"/>
                </a:cubicBezTo>
                <a:cubicBezTo>
                  <a:pt x="1487798" y="40639"/>
                  <a:pt x="1492921" y="32614"/>
                  <a:pt x="1500947" y="30907"/>
                </a:cubicBezTo>
              </a:path>
            </a:pathLst>
          </a:custGeom>
          <a:solidFill xmlns:a="http://schemas.openxmlformats.org/drawingml/2006/main">
            <a:srgbClr val="7F7F7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4986E9EC-D472-49D2-A21F-73E2E34F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1917" y="12406723"/>
            <a:ext cx="2038829" cy="413903"/>
          </a:xfrm>
          <a:custGeom xmlns:a="http://schemas.openxmlformats.org/drawingml/2006/main">
            <a:pathLst>
              <a:path w="2038829" h="413903">
                <a:moveTo>
                  <a:pt x="0" y="413903"/>
                </a:moveTo>
                <a:lnTo>
                  <a:pt x="2038829" y="413903"/>
                </a:lnTo>
                <a:lnTo>
                  <a:pt x="203882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BE9E0E83-1C3A-4A78-9488-0CB07BE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186" y="12472340"/>
            <a:ext cx="1709874" cy="239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Robot Execution</a:t>
            </a:r>
          </a:p>
        </p:txBody>
      </p:sp>
      <p:sp>
        <p:nvSpPr>
          <p:cNvPr id="82" name="pdf-path-79">
            <a:extLst xmlns:a="http://schemas.openxmlformats.org/drawingml/2006/main">
              <a:ext uri="{FF2B5EF4-FFF2-40B4-BE49-F238E27FC236}">
                <a16:creationId xmlns:a16="http://schemas.microsoft.com/office/drawing/2014/main" id="{E2D65B47-B832-4215-9443-00E6932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1125" y="12595488"/>
            <a:ext cx="7491926" cy="38420"/>
          </a:xfrm>
          <a:custGeom xmlns:a="http://schemas.openxmlformats.org/drawingml/2006/main">
            <a:pathLst>
              <a:path w="7491926" h="38420">
                <a:moveTo>
                  <a:pt x="0" y="0"/>
                </a:moveTo>
                <a:lnTo>
                  <a:pt x="7491926" y="0"/>
                </a:lnTo>
                <a:lnTo>
                  <a:pt x="7491926" y="38420"/>
                </a:lnTo>
                <a:lnTo>
                  <a:pt x="0" y="3842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2AD70787-5682-4E4A-A5E5-3BDAFF1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5526" y="11294035"/>
            <a:ext cx="1267310" cy="239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Localization</a:t>
            </a:r>
          </a:p>
        </p:txBody>
      </p:sp>
      <p:sp>
        <p:nvSpPr>
          <p:cNvPr id="84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EC08C2D1-CB6E-45A9-83F1-FF3EEACD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399" y="11295173"/>
            <a:ext cx="646619" cy="239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85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E84AB30B-1947-4A43-B2BF-7175E629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1957" y="11264119"/>
            <a:ext cx="679943" cy="239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8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ADD6BE04-823A-484E-A2C3-2513A66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4732" y="10124000"/>
            <a:ext cx="311118" cy="178437"/>
          </a:xfrm>
          <a:custGeom xmlns:a="http://schemas.openxmlformats.org/drawingml/2006/main">
            <a:pathLst>
              <a:path w="311118" h="178437">
                <a:moveTo>
                  <a:pt x="0" y="70009"/>
                </a:moveTo>
                <a:lnTo>
                  <a:pt x="273039" y="70009"/>
                </a:lnTo>
                <a:lnTo>
                  <a:pt x="273039" y="108428"/>
                </a:lnTo>
                <a:lnTo>
                  <a:pt x="0" y="108428"/>
                </a:lnTo>
                <a:close/>
                <a:moveTo>
                  <a:pt x="167512" y="5464"/>
                </a:moveTo>
                <a:lnTo>
                  <a:pt x="311118" y="89304"/>
                </a:lnTo>
                <a:lnTo>
                  <a:pt x="167512" y="173144"/>
                </a:lnTo>
                <a:cubicBezTo>
                  <a:pt x="158291" y="178437"/>
                  <a:pt x="146509" y="175363"/>
                  <a:pt x="141215" y="166143"/>
                </a:cubicBezTo>
                <a:cubicBezTo>
                  <a:pt x="135922" y="156922"/>
                  <a:pt x="138995" y="145140"/>
                  <a:pt x="148045" y="139846"/>
                </a:cubicBezTo>
                <a:lnTo>
                  <a:pt x="263306" y="72570"/>
                </a:lnTo>
                <a:lnTo>
                  <a:pt x="263306" y="105867"/>
                </a:lnTo>
                <a:lnTo>
                  <a:pt x="148045" y="38590"/>
                </a:lnTo>
                <a:cubicBezTo>
                  <a:pt x="138995" y="33297"/>
                  <a:pt x="135922" y="21515"/>
                  <a:pt x="141215" y="12294"/>
                </a:cubicBezTo>
                <a:cubicBezTo>
                  <a:pt x="146509" y="3074"/>
                  <a:pt x="158291" y="0"/>
                  <a:pt x="167512" y="5464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BF3BAFA8-B1C1-441E-8958-1689803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121" y="3125709"/>
            <a:ext cx="118846" cy="118844"/>
          </a:xfrm>
          <a:custGeom xmlns:a="http://schemas.openxmlformats.org/drawingml/2006/main">
            <a:pathLst>
              <a:path w="118846" h="118844">
                <a:moveTo>
                  <a:pt x="0" y="59422"/>
                </a:moveTo>
                <a:cubicBezTo>
                  <a:pt x="0" y="26466"/>
                  <a:pt x="26604" y="0"/>
                  <a:pt x="59423" y="0"/>
                </a:cubicBezTo>
                <a:cubicBezTo>
                  <a:pt x="92243" y="0"/>
                  <a:pt x="118846" y="26466"/>
                  <a:pt x="118846" y="59422"/>
                </a:cubicBezTo>
                <a:cubicBezTo>
                  <a:pt x="118846" y="92207"/>
                  <a:pt x="92243" y="118844"/>
                  <a:pt x="59423" y="118844"/>
                </a:cubicBezTo>
                <a:cubicBezTo>
                  <a:pt x="26604" y="118844"/>
                  <a:pt x="0" y="92207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F52A8F75-122C-4710-8566-ABA3CAE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4474" y="3099925"/>
            <a:ext cx="170312" cy="170411"/>
          </a:xfrm>
          <a:custGeom xmlns:a="http://schemas.openxmlformats.org/drawingml/2006/main">
            <a:pathLst>
              <a:path w="170312" h="170411">
                <a:moveTo>
                  <a:pt x="0" y="85205"/>
                </a:moveTo>
                <a:lnTo>
                  <a:pt x="1656" y="68130"/>
                </a:lnTo>
                <a:lnTo>
                  <a:pt x="6779" y="52079"/>
                </a:lnTo>
                <a:lnTo>
                  <a:pt x="14446" y="37737"/>
                </a:lnTo>
                <a:lnTo>
                  <a:pt x="24965" y="25102"/>
                </a:lnTo>
                <a:lnTo>
                  <a:pt x="37669" y="14515"/>
                </a:lnTo>
                <a:lnTo>
                  <a:pt x="52098" y="6831"/>
                </a:lnTo>
                <a:lnTo>
                  <a:pt x="68029" y="1708"/>
                </a:lnTo>
                <a:lnTo>
                  <a:pt x="85156" y="0"/>
                </a:lnTo>
                <a:lnTo>
                  <a:pt x="102249" y="1708"/>
                </a:lnTo>
                <a:lnTo>
                  <a:pt x="118386" y="6831"/>
                </a:lnTo>
                <a:lnTo>
                  <a:pt x="132695" y="14515"/>
                </a:lnTo>
                <a:lnTo>
                  <a:pt x="145348" y="25102"/>
                </a:lnTo>
                <a:lnTo>
                  <a:pt x="155781" y="37566"/>
                </a:lnTo>
                <a:lnTo>
                  <a:pt x="163687" y="52079"/>
                </a:lnTo>
                <a:lnTo>
                  <a:pt x="168673" y="68301"/>
                </a:lnTo>
                <a:lnTo>
                  <a:pt x="170312" y="85205"/>
                </a:lnTo>
                <a:lnTo>
                  <a:pt x="168673" y="102111"/>
                </a:lnTo>
                <a:lnTo>
                  <a:pt x="163687" y="118502"/>
                </a:lnTo>
                <a:lnTo>
                  <a:pt x="155730" y="132846"/>
                </a:lnTo>
                <a:lnTo>
                  <a:pt x="145348" y="145482"/>
                </a:lnTo>
                <a:lnTo>
                  <a:pt x="132797" y="155726"/>
                </a:lnTo>
                <a:lnTo>
                  <a:pt x="118386" y="163753"/>
                </a:lnTo>
                <a:lnTo>
                  <a:pt x="102112" y="168704"/>
                </a:lnTo>
                <a:lnTo>
                  <a:pt x="85156" y="170411"/>
                </a:lnTo>
                <a:lnTo>
                  <a:pt x="68166" y="168704"/>
                </a:lnTo>
                <a:lnTo>
                  <a:pt x="52081" y="163753"/>
                </a:lnTo>
                <a:lnTo>
                  <a:pt x="37583" y="155897"/>
                </a:lnTo>
                <a:lnTo>
                  <a:pt x="24965" y="145482"/>
                </a:lnTo>
                <a:lnTo>
                  <a:pt x="14497" y="132675"/>
                </a:lnTo>
                <a:lnTo>
                  <a:pt x="6779" y="118502"/>
                </a:lnTo>
                <a:lnTo>
                  <a:pt x="1656" y="102281"/>
                </a:lnTo>
                <a:lnTo>
                  <a:pt x="0" y="85205"/>
                </a:lnTo>
                <a:moveTo>
                  <a:pt x="52388" y="94598"/>
                </a:moveTo>
                <a:lnTo>
                  <a:pt x="51295" y="89305"/>
                </a:lnTo>
                <a:lnTo>
                  <a:pt x="54881" y="100573"/>
                </a:lnTo>
                <a:lnTo>
                  <a:pt x="53020" y="96305"/>
                </a:lnTo>
                <a:lnTo>
                  <a:pt x="58399" y="106208"/>
                </a:lnTo>
                <a:lnTo>
                  <a:pt x="55598" y="102111"/>
                </a:lnTo>
                <a:lnTo>
                  <a:pt x="62890" y="110989"/>
                </a:lnTo>
                <a:lnTo>
                  <a:pt x="59457" y="107404"/>
                </a:lnTo>
                <a:lnTo>
                  <a:pt x="68303" y="114746"/>
                </a:lnTo>
                <a:lnTo>
                  <a:pt x="64238" y="112014"/>
                </a:lnTo>
                <a:lnTo>
                  <a:pt x="74347" y="117478"/>
                </a:lnTo>
                <a:lnTo>
                  <a:pt x="69703" y="115600"/>
                </a:lnTo>
                <a:lnTo>
                  <a:pt x="80836" y="119015"/>
                </a:lnTo>
                <a:lnTo>
                  <a:pt x="75713" y="117990"/>
                </a:lnTo>
                <a:lnTo>
                  <a:pt x="87615" y="119186"/>
                </a:lnTo>
                <a:lnTo>
                  <a:pt x="82697" y="119186"/>
                </a:lnTo>
                <a:lnTo>
                  <a:pt x="94599" y="117990"/>
                </a:lnTo>
                <a:lnTo>
                  <a:pt x="89562" y="119015"/>
                </a:lnTo>
                <a:lnTo>
                  <a:pt x="100832" y="115600"/>
                </a:lnTo>
                <a:lnTo>
                  <a:pt x="95965" y="117649"/>
                </a:lnTo>
                <a:lnTo>
                  <a:pt x="105954" y="112014"/>
                </a:lnTo>
                <a:lnTo>
                  <a:pt x="102009" y="114746"/>
                </a:lnTo>
                <a:lnTo>
                  <a:pt x="110855" y="107404"/>
                </a:lnTo>
                <a:lnTo>
                  <a:pt x="107423" y="110989"/>
                </a:lnTo>
                <a:lnTo>
                  <a:pt x="114714" y="102111"/>
                </a:lnTo>
                <a:lnTo>
                  <a:pt x="112033" y="106037"/>
                </a:lnTo>
                <a:lnTo>
                  <a:pt x="117531" y="95963"/>
                </a:lnTo>
                <a:lnTo>
                  <a:pt x="115482" y="100915"/>
                </a:lnTo>
                <a:lnTo>
                  <a:pt x="118931" y="89645"/>
                </a:lnTo>
                <a:lnTo>
                  <a:pt x="117924" y="94598"/>
                </a:lnTo>
                <a:lnTo>
                  <a:pt x="119085" y="82816"/>
                </a:lnTo>
                <a:lnTo>
                  <a:pt x="119085" y="87767"/>
                </a:lnTo>
                <a:lnTo>
                  <a:pt x="117924" y="75814"/>
                </a:lnTo>
                <a:lnTo>
                  <a:pt x="118966" y="80937"/>
                </a:lnTo>
                <a:lnTo>
                  <a:pt x="115499" y="69838"/>
                </a:lnTo>
                <a:lnTo>
                  <a:pt x="117480" y="74448"/>
                </a:lnTo>
                <a:lnTo>
                  <a:pt x="111965" y="64374"/>
                </a:lnTo>
                <a:lnTo>
                  <a:pt x="114714" y="68301"/>
                </a:lnTo>
                <a:lnTo>
                  <a:pt x="107423" y="59593"/>
                </a:lnTo>
                <a:lnTo>
                  <a:pt x="110855" y="63007"/>
                </a:lnTo>
                <a:lnTo>
                  <a:pt x="102009" y="55666"/>
                </a:lnTo>
                <a:lnTo>
                  <a:pt x="106176" y="58398"/>
                </a:lnTo>
                <a:lnTo>
                  <a:pt x="96187" y="53104"/>
                </a:lnTo>
                <a:lnTo>
                  <a:pt x="100575" y="54983"/>
                </a:lnTo>
                <a:lnTo>
                  <a:pt x="89305" y="51397"/>
                </a:lnTo>
                <a:lnTo>
                  <a:pt x="94599" y="52421"/>
                </a:lnTo>
                <a:lnTo>
                  <a:pt x="82697" y="51226"/>
                </a:lnTo>
                <a:lnTo>
                  <a:pt x="87615" y="51226"/>
                </a:lnTo>
                <a:lnTo>
                  <a:pt x="75713" y="52421"/>
                </a:lnTo>
                <a:lnTo>
                  <a:pt x="81092" y="51397"/>
                </a:lnTo>
                <a:lnTo>
                  <a:pt x="69959" y="54983"/>
                </a:lnTo>
                <a:lnTo>
                  <a:pt x="74125" y="53104"/>
                </a:lnTo>
                <a:lnTo>
                  <a:pt x="64016" y="58568"/>
                </a:lnTo>
                <a:lnTo>
                  <a:pt x="68303" y="55666"/>
                </a:lnTo>
                <a:lnTo>
                  <a:pt x="59457" y="63007"/>
                </a:lnTo>
                <a:lnTo>
                  <a:pt x="62890" y="59593"/>
                </a:lnTo>
                <a:lnTo>
                  <a:pt x="55598" y="68301"/>
                </a:lnTo>
                <a:lnTo>
                  <a:pt x="58467" y="64032"/>
                </a:lnTo>
                <a:lnTo>
                  <a:pt x="53088" y="74278"/>
                </a:lnTo>
                <a:lnTo>
                  <a:pt x="54847" y="70009"/>
                </a:lnTo>
                <a:lnTo>
                  <a:pt x="51261" y="81108"/>
                </a:lnTo>
                <a:lnTo>
                  <a:pt x="52388" y="75814"/>
                </a:lnTo>
                <a:lnTo>
                  <a:pt x="51227" y="87767"/>
                </a:lnTo>
                <a:lnTo>
                  <a:pt x="51227" y="82816"/>
                </a:lnTo>
                <a:lnTo>
                  <a:pt x="52388" y="94598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C6D905EA-ADEF-46D6-9BAA-B76A4145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2953" y="3269142"/>
            <a:ext cx="118846" cy="118842"/>
          </a:xfrm>
          <a:custGeom xmlns:a="http://schemas.openxmlformats.org/drawingml/2006/main">
            <a:pathLst>
              <a:path w="118846" h="118842">
                <a:moveTo>
                  <a:pt x="0" y="59421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8" y="0"/>
                  <a:pt x="118846" y="26466"/>
                  <a:pt x="118846" y="59421"/>
                </a:cubicBezTo>
                <a:cubicBezTo>
                  <a:pt x="118846" y="92205"/>
                  <a:pt x="92208" y="118842"/>
                  <a:pt x="59423" y="118842"/>
                </a:cubicBezTo>
                <a:cubicBezTo>
                  <a:pt x="26467" y="118842"/>
                  <a:pt x="0" y="92205"/>
                  <a:pt x="0" y="5942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8BE7500A-2F9D-491D-9F27-5C7FA99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7169" y="3243358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1"/>
                </a:lnTo>
                <a:lnTo>
                  <a:pt x="6830" y="52080"/>
                </a:lnTo>
                <a:lnTo>
                  <a:pt x="14514" y="37736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1" y="6830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30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901" y="37566"/>
                </a:lnTo>
                <a:lnTo>
                  <a:pt x="163755" y="52080"/>
                </a:lnTo>
                <a:lnTo>
                  <a:pt x="168707" y="68302"/>
                </a:lnTo>
                <a:lnTo>
                  <a:pt x="170414" y="85205"/>
                </a:lnTo>
                <a:lnTo>
                  <a:pt x="168707" y="102110"/>
                </a:lnTo>
                <a:lnTo>
                  <a:pt x="163755" y="118502"/>
                </a:lnTo>
                <a:lnTo>
                  <a:pt x="155730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1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6"/>
                </a:lnTo>
                <a:lnTo>
                  <a:pt x="6830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7" y="89304"/>
                </a:lnTo>
                <a:lnTo>
                  <a:pt x="54983" y="100574"/>
                </a:lnTo>
                <a:lnTo>
                  <a:pt x="53105" y="96305"/>
                </a:lnTo>
                <a:lnTo>
                  <a:pt x="58399" y="106208"/>
                </a:lnTo>
                <a:lnTo>
                  <a:pt x="55667" y="102110"/>
                </a:lnTo>
                <a:lnTo>
                  <a:pt x="63009" y="110990"/>
                </a:lnTo>
                <a:lnTo>
                  <a:pt x="59594" y="107403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9"/>
                </a:lnTo>
                <a:lnTo>
                  <a:pt x="69669" y="115600"/>
                </a:lnTo>
                <a:lnTo>
                  <a:pt x="80938" y="119014"/>
                </a:lnTo>
                <a:lnTo>
                  <a:pt x="75816" y="117990"/>
                </a:lnTo>
                <a:lnTo>
                  <a:pt x="87598" y="119185"/>
                </a:lnTo>
                <a:lnTo>
                  <a:pt x="82817" y="119185"/>
                </a:lnTo>
                <a:lnTo>
                  <a:pt x="94599" y="117990"/>
                </a:lnTo>
                <a:lnTo>
                  <a:pt x="89647" y="119014"/>
                </a:lnTo>
                <a:lnTo>
                  <a:pt x="100917" y="115600"/>
                </a:lnTo>
                <a:lnTo>
                  <a:pt x="95965" y="117650"/>
                </a:lnTo>
                <a:lnTo>
                  <a:pt x="106039" y="112014"/>
                </a:lnTo>
                <a:lnTo>
                  <a:pt x="102112" y="114746"/>
                </a:lnTo>
                <a:lnTo>
                  <a:pt x="110821" y="107403"/>
                </a:lnTo>
                <a:lnTo>
                  <a:pt x="107406" y="110990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1" y="95964"/>
                </a:lnTo>
                <a:lnTo>
                  <a:pt x="115602" y="100915"/>
                </a:lnTo>
                <a:lnTo>
                  <a:pt x="119017" y="89646"/>
                </a:lnTo>
                <a:lnTo>
                  <a:pt x="117992" y="94597"/>
                </a:lnTo>
                <a:lnTo>
                  <a:pt x="119188" y="82815"/>
                </a:lnTo>
                <a:lnTo>
                  <a:pt x="119188" y="87767"/>
                </a:lnTo>
                <a:lnTo>
                  <a:pt x="117992" y="75814"/>
                </a:lnTo>
                <a:lnTo>
                  <a:pt x="119017" y="80937"/>
                </a:lnTo>
                <a:lnTo>
                  <a:pt x="115602" y="69837"/>
                </a:lnTo>
                <a:lnTo>
                  <a:pt x="117480" y="74448"/>
                </a:lnTo>
                <a:lnTo>
                  <a:pt x="112016" y="64374"/>
                </a:lnTo>
                <a:lnTo>
                  <a:pt x="114748" y="68302"/>
                </a:lnTo>
                <a:lnTo>
                  <a:pt x="107406" y="59593"/>
                </a:lnTo>
                <a:lnTo>
                  <a:pt x="110821" y="63008"/>
                </a:lnTo>
                <a:lnTo>
                  <a:pt x="102112" y="55666"/>
                </a:lnTo>
                <a:lnTo>
                  <a:pt x="106210" y="58397"/>
                </a:lnTo>
                <a:lnTo>
                  <a:pt x="96306" y="53104"/>
                </a:lnTo>
                <a:lnTo>
                  <a:pt x="100575" y="54982"/>
                </a:lnTo>
                <a:lnTo>
                  <a:pt x="89306" y="51397"/>
                </a:lnTo>
                <a:lnTo>
                  <a:pt x="94599" y="52422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2"/>
                </a:lnTo>
                <a:lnTo>
                  <a:pt x="81109" y="51397"/>
                </a:lnTo>
                <a:lnTo>
                  <a:pt x="70010" y="54982"/>
                </a:lnTo>
                <a:lnTo>
                  <a:pt x="74108" y="53104"/>
                </a:lnTo>
                <a:lnTo>
                  <a:pt x="64033" y="58568"/>
                </a:lnTo>
                <a:lnTo>
                  <a:pt x="68303" y="55666"/>
                </a:lnTo>
                <a:lnTo>
                  <a:pt x="59594" y="63008"/>
                </a:lnTo>
                <a:lnTo>
                  <a:pt x="63009" y="59593"/>
                </a:lnTo>
                <a:lnTo>
                  <a:pt x="55667" y="68302"/>
                </a:lnTo>
                <a:lnTo>
                  <a:pt x="58569" y="64032"/>
                </a:lnTo>
                <a:lnTo>
                  <a:pt x="53105" y="74277"/>
                </a:lnTo>
                <a:lnTo>
                  <a:pt x="54983" y="70008"/>
                </a:lnTo>
                <a:lnTo>
                  <a:pt x="51397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88">
            <a:extLst xmlns:a="http://schemas.openxmlformats.org/drawingml/2006/main">
              <a:ext uri="{FF2B5EF4-FFF2-40B4-BE49-F238E27FC236}">
                <a16:creationId xmlns:a16="http://schemas.microsoft.com/office/drawing/2014/main" id="{BD2BBD2B-91CE-4171-A2CD-01996AB4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6461" y="3465848"/>
            <a:ext cx="118846" cy="118844"/>
          </a:xfrm>
          <a:custGeom xmlns:a="http://schemas.openxmlformats.org/drawingml/2006/main">
            <a:pathLst>
              <a:path w="118846" h="118844">
                <a:moveTo>
                  <a:pt x="0" y="59423"/>
                </a:moveTo>
                <a:cubicBezTo>
                  <a:pt x="0" y="26467"/>
                  <a:pt x="26467" y="0"/>
                  <a:pt x="59423" y="0"/>
                </a:cubicBezTo>
                <a:cubicBezTo>
                  <a:pt x="92209" y="0"/>
                  <a:pt x="118846" y="26467"/>
                  <a:pt x="118846" y="59423"/>
                </a:cubicBezTo>
                <a:cubicBezTo>
                  <a:pt x="118846" y="92207"/>
                  <a:pt x="92209" y="118844"/>
                  <a:pt x="59423" y="118844"/>
                </a:cubicBezTo>
                <a:cubicBezTo>
                  <a:pt x="26467" y="118844"/>
                  <a:pt x="0" y="92207"/>
                  <a:pt x="0" y="5942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89">
            <a:extLst xmlns:a="http://schemas.openxmlformats.org/drawingml/2006/main">
              <a:ext uri="{FF2B5EF4-FFF2-40B4-BE49-F238E27FC236}">
                <a16:creationId xmlns:a16="http://schemas.microsoft.com/office/drawing/2014/main" id="{73697200-064C-4F3F-A56E-F328BA85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0677" y="3440065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0"/>
                </a:lnTo>
                <a:lnTo>
                  <a:pt x="6830" y="52079"/>
                </a:lnTo>
                <a:lnTo>
                  <a:pt x="14514" y="37736"/>
                </a:lnTo>
                <a:lnTo>
                  <a:pt x="24930" y="25100"/>
                </a:lnTo>
                <a:lnTo>
                  <a:pt x="37737" y="14513"/>
                </a:lnTo>
                <a:lnTo>
                  <a:pt x="52080" y="6829"/>
                </a:lnTo>
                <a:lnTo>
                  <a:pt x="68132" y="1707"/>
                </a:lnTo>
                <a:lnTo>
                  <a:pt x="85207" y="0"/>
                </a:lnTo>
                <a:lnTo>
                  <a:pt x="102283" y="1707"/>
                </a:lnTo>
                <a:lnTo>
                  <a:pt x="118505" y="6829"/>
                </a:lnTo>
                <a:lnTo>
                  <a:pt x="132678" y="14513"/>
                </a:lnTo>
                <a:lnTo>
                  <a:pt x="145484" y="25100"/>
                </a:lnTo>
                <a:lnTo>
                  <a:pt x="155900" y="37565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4" y="85205"/>
                </a:lnTo>
                <a:lnTo>
                  <a:pt x="168707" y="102110"/>
                </a:lnTo>
                <a:lnTo>
                  <a:pt x="163755" y="118501"/>
                </a:lnTo>
                <a:lnTo>
                  <a:pt x="155729" y="132845"/>
                </a:lnTo>
                <a:lnTo>
                  <a:pt x="145484" y="145481"/>
                </a:lnTo>
                <a:lnTo>
                  <a:pt x="132848" y="155726"/>
                </a:lnTo>
                <a:lnTo>
                  <a:pt x="118505" y="163751"/>
                </a:lnTo>
                <a:lnTo>
                  <a:pt x="102112" y="168702"/>
                </a:lnTo>
                <a:lnTo>
                  <a:pt x="85207" y="170411"/>
                </a:lnTo>
                <a:lnTo>
                  <a:pt x="68132" y="168702"/>
                </a:lnTo>
                <a:lnTo>
                  <a:pt x="52080" y="163751"/>
                </a:lnTo>
                <a:lnTo>
                  <a:pt x="37566" y="155896"/>
                </a:lnTo>
                <a:lnTo>
                  <a:pt x="24930" y="145481"/>
                </a:lnTo>
                <a:lnTo>
                  <a:pt x="14514" y="132674"/>
                </a:lnTo>
                <a:lnTo>
                  <a:pt x="6830" y="118501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6"/>
                </a:moveTo>
                <a:lnTo>
                  <a:pt x="51398" y="89303"/>
                </a:lnTo>
                <a:lnTo>
                  <a:pt x="54983" y="100572"/>
                </a:lnTo>
                <a:lnTo>
                  <a:pt x="53105" y="96304"/>
                </a:lnTo>
                <a:lnTo>
                  <a:pt x="58398" y="106207"/>
                </a:lnTo>
                <a:lnTo>
                  <a:pt x="55666" y="102110"/>
                </a:lnTo>
                <a:lnTo>
                  <a:pt x="63009" y="110989"/>
                </a:lnTo>
                <a:lnTo>
                  <a:pt x="59594" y="107403"/>
                </a:lnTo>
                <a:lnTo>
                  <a:pt x="68302" y="114745"/>
                </a:lnTo>
                <a:lnTo>
                  <a:pt x="64204" y="112014"/>
                </a:lnTo>
                <a:lnTo>
                  <a:pt x="74450" y="117477"/>
                </a:lnTo>
                <a:lnTo>
                  <a:pt x="69669" y="115598"/>
                </a:lnTo>
                <a:lnTo>
                  <a:pt x="80938" y="119013"/>
                </a:lnTo>
                <a:lnTo>
                  <a:pt x="75816" y="117990"/>
                </a:lnTo>
                <a:lnTo>
                  <a:pt x="87598" y="119184"/>
                </a:lnTo>
                <a:lnTo>
                  <a:pt x="82816" y="119184"/>
                </a:lnTo>
                <a:lnTo>
                  <a:pt x="94598" y="117990"/>
                </a:lnTo>
                <a:lnTo>
                  <a:pt x="89647" y="119013"/>
                </a:lnTo>
                <a:lnTo>
                  <a:pt x="100917" y="115598"/>
                </a:lnTo>
                <a:lnTo>
                  <a:pt x="95965" y="117648"/>
                </a:lnTo>
                <a:lnTo>
                  <a:pt x="106040" y="112014"/>
                </a:lnTo>
                <a:lnTo>
                  <a:pt x="102112" y="114745"/>
                </a:lnTo>
                <a:lnTo>
                  <a:pt x="110821" y="107403"/>
                </a:lnTo>
                <a:lnTo>
                  <a:pt x="107405" y="110989"/>
                </a:lnTo>
                <a:lnTo>
                  <a:pt x="114748" y="102110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4"/>
                </a:lnTo>
                <a:lnTo>
                  <a:pt x="119017" y="89645"/>
                </a:lnTo>
                <a:lnTo>
                  <a:pt x="117993" y="94596"/>
                </a:lnTo>
                <a:lnTo>
                  <a:pt x="119187" y="82814"/>
                </a:lnTo>
                <a:lnTo>
                  <a:pt x="119187" y="87766"/>
                </a:lnTo>
                <a:lnTo>
                  <a:pt x="117993" y="75813"/>
                </a:lnTo>
                <a:lnTo>
                  <a:pt x="119017" y="80937"/>
                </a:lnTo>
                <a:lnTo>
                  <a:pt x="115602" y="69837"/>
                </a:lnTo>
                <a:lnTo>
                  <a:pt x="117480" y="74448"/>
                </a:lnTo>
                <a:lnTo>
                  <a:pt x="112016" y="64373"/>
                </a:lnTo>
                <a:lnTo>
                  <a:pt x="114748" y="68301"/>
                </a:lnTo>
                <a:lnTo>
                  <a:pt x="107405" y="59593"/>
                </a:lnTo>
                <a:lnTo>
                  <a:pt x="110821" y="63007"/>
                </a:lnTo>
                <a:lnTo>
                  <a:pt x="102112" y="55664"/>
                </a:lnTo>
                <a:lnTo>
                  <a:pt x="106211" y="58397"/>
                </a:lnTo>
                <a:lnTo>
                  <a:pt x="96306" y="53104"/>
                </a:lnTo>
                <a:lnTo>
                  <a:pt x="100575" y="54981"/>
                </a:lnTo>
                <a:lnTo>
                  <a:pt x="89305" y="51395"/>
                </a:lnTo>
                <a:lnTo>
                  <a:pt x="94598" y="52420"/>
                </a:lnTo>
                <a:lnTo>
                  <a:pt x="82816" y="51225"/>
                </a:lnTo>
                <a:lnTo>
                  <a:pt x="87598" y="51225"/>
                </a:lnTo>
                <a:lnTo>
                  <a:pt x="75816" y="52420"/>
                </a:lnTo>
                <a:lnTo>
                  <a:pt x="81109" y="51395"/>
                </a:lnTo>
                <a:lnTo>
                  <a:pt x="70010" y="54981"/>
                </a:lnTo>
                <a:lnTo>
                  <a:pt x="74108" y="53104"/>
                </a:lnTo>
                <a:lnTo>
                  <a:pt x="64033" y="58568"/>
                </a:lnTo>
                <a:lnTo>
                  <a:pt x="68302" y="55664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6" y="68301"/>
                </a:lnTo>
                <a:lnTo>
                  <a:pt x="58569" y="64032"/>
                </a:lnTo>
                <a:lnTo>
                  <a:pt x="53105" y="74277"/>
                </a:lnTo>
                <a:lnTo>
                  <a:pt x="54983" y="70008"/>
                </a:lnTo>
                <a:lnTo>
                  <a:pt x="51398" y="81108"/>
                </a:lnTo>
                <a:lnTo>
                  <a:pt x="52422" y="75813"/>
                </a:lnTo>
                <a:lnTo>
                  <a:pt x="51227" y="87766"/>
                </a:lnTo>
                <a:lnTo>
                  <a:pt x="51227" y="82814"/>
                </a:lnTo>
                <a:lnTo>
                  <a:pt x="52422" y="94596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938B05B6-60CB-499A-84C5-31AFFF89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7942" y="2910562"/>
            <a:ext cx="116797" cy="116794"/>
          </a:xfrm>
          <a:custGeom xmlns:a="http://schemas.openxmlformats.org/drawingml/2006/main">
            <a:pathLst>
              <a:path w="116797" h="116794">
                <a:moveTo>
                  <a:pt x="0" y="58397"/>
                </a:moveTo>
                <a:cubicBezTo>
                  <a:pt x="0" y="26125"/>
                  <a:pt x="26125" y="0"/>
                  <a:pt x="58398" y="0"/>
                </a:cubicBezTo>
                <a:cubicBezTo>
                  <a:pt x="90500" y="0"/>
                  <a:pt x="116797" y="26125"/>
                  <a:pt x="116797" y="58397"/>
                </a:cubicBezTo>
                <a:cubicBezTo>
                  <a:pt x="116797" y="90499"/>
                  <a:pt x="90500" y="116794"/>
                  <a:pt x="58398" y="116794"/>
                </a:cubicBezTo>
                <a:cubicBezTo>
                  <a:pt x="26125" y="116794"/>
                  <a:pt x="0" y="90499"/>
                  <a:pt x="0" y="5839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91">
            <a:extLst xmlns:a="http://schemas.openxmlformats.org/drawingml/2006/main">
              <a:ext uri="{FF2B5EF4-FFF2-40B4-BE49-F238E27FC236}">
                <a16:creationId xmlns:a16="http://schemas.microsoft.com/office/drawing/2014/main" id="{55322FAD-421C-416D-8B76-9275D8E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157" y="2884777"/>
            <a:ext cx="168366" cy="168362"/>
          </a:xfrm>
          <a:custGeom xmlns:a="http://schemas.openxmlformats.org/drawingml/2006/main">
            <a:pathLst>
              <a:path w="168366" h="168362">
                <a:moveTo>
                  <a:pt x="0" y="84181"/>
                </a:moveTo>
                <a:lnTo>
                  <a:pt x="1708" y="67277"/>
                </a:lnTo>
                <a:lnTo>
                  <a:pt x="6659" y="51397"/>
                </a:lnTo>
                <a:lnTo>
                  <a:pt x="14514" y="37053"/>
                </a:lnTo>
                <a:lnTo>
                  <a:pt x="24759" y="24760"/>
                </a:lnTo>
                <a:lnTo>
                  <a:pt x="37054" y="14514"/>
                </a:lnTo>
                <a:lnTo>
                  <a:pt x="51398" y="6660"/>
                </a:lnTo>
                <a:lnTo>
                  <a:pt x="67278" y="1707"/>
                </a:lnTo>
                <a:lnTo>
                  <a:pt x="84183" y="0"/>
                </a:lnTo>
                <a:lnTo>
                  <a:pt x="101088" y="1707"/>
                </a:lnTo>
                <a:lnTo>
                  <a:pt x="116968" y="6660"/>
                </a:lnTo>
                <a:lnTo>
                  <a:pt x="131311" y="14514"/>
                </a:lnTo>
                <a:lnTo>
                  <a:pt x="143777" y="24760"/>
                </a:lnTo>
                <a:lnTo>
                  <a:pt x="153851" y="37224"/>
                </a:lnTo>
                <a:lnTo>
                  <a:pt x="161706" y="51397"/>
                </a:lnTo>
                <a:lnTo>
                  <a:pt x="166658" y="67277"/>
                </a:lnTo>
                <a:lnTo>
                  <a:pt x="168366" y="84181"/>
                </a:lnTo>
                <a:lnTo>
                  <a:pt x="166658" y="101085"/>
                </a:lnTo>
                <a:lnTo>
                  <a:pt x="161706" y="117136"/>
                </a:lnTo>
                <a:lnTo>
                  <a:pt x="154022" y="131138"/>
                </a:lnTo>
                <a:lnTo>
                  <a:pt x="143777" y="143773"/>
                </a:lnTo>
                <a:lnTo>
                  <a:pt x="131141" y="154020"/>
                </a:lnTo>
                <a:lnTo>
                  <a:pt x="116968" y="161702"/>
                </a:lnTo>
                <a:lnTo>
                  <a:pt x="101088" y="166655"/>
                </a:lnTo>
                <a:lnTo>
                  <a:pt x="84183" y="168362"/>
                </a:lnTo>
                <a:lnTo>
                  <a:pt x="67278" y="166655"/>
                </a:lnTo>
                <a:lnTo>
                  <a:pt x="51398" y="161702"/>
                </a:lnTo>
                <a:lnTo>
                  <a:pt x="37225" y="154020"/>
                </a:lnTo>
                <a:lnTo>
                  <a:pt x="24759" y="143773"/>
                </a:lnTo>
                <a:lnTo>
                  <a:pt x="14514" y="131309"/>
                </a:lnTo>
                <a:lnTo>
                  <a:pt x="6659" y="117136"/>
                </a:lnTo>
                <a:lnTo>
                  <a:pt x="1708" y="101085"/>
                </a:lnTo>
                <a:lnTo>
                  <a:pt x="0" y="84181"/>
                </a:lnTo>
                <a:moveTo>
                  <a:pt x="52422" y="93402"/>
                </a:moveTo>
                <a:lnTo>
                  <a:pt x="51398" y="88279"/>
                </a:lnTo>
                <a:lnTo>
                  <a:pt x="54813" y="99379"/>
                </a:lnTo>
                <a:lnTo>
                  <a:pt x="52935" y="94768"/>
                </a:lnTo>
                <a:lnTo>
                  <a:pt x="58228" y="104672"/>
                </a:lnTo>
                <a:lnTo>
                  <a:pt x="55496" y="100574"/>
                </a:lnTo>
                <a:lnTo>
                  <a:pt x="62667" y="109281"/>
                </a:lnTo>
                <a:lnTo>
                  <a:pt x="59252" y="105696"/>
                </a:lnTo>
                <a:lnTo>
                  <a:pt x="67790" y="112867"/>
                </a:lnTo>
                <a:lnTo>
                  <a:pt x="63863" y="110136"/>
                </a:lnTo>
                <a:lnTo>
                  <a:pt x="73596" y="115429"/>
                </a:lnTo>
                <a:lnTo>
                  <a:pt x="68986" y="113550"/>
                </a:lnTo>
                <a:lnTo>
                  <a:pt x="80085" y="116965"/>
                </a:lnTo>
                <a:lnTo>
                  <a:pt x="74962" y="115941"/>
                </a:lnTo>
                <a:lnTo>
                  <a:pt x="86744" y="117136"/>
                </a:lnTo>
                <a:lnTo>
                  <a:pt x="81622" y="117136"/>
                </a:lnTo>
                <a:lnTo>
                  <a:pt x="93404" y="115941"/>
                </a:lnTo>
                <a:lnTo>
                  <a:pt x="88281" y="116965"/>
                </a:lnTo>
                <a:lnTo>
                  <a:pt x="99380" y="113550"/>
                </a:lnTo>
                <a:lnTo>
                  <a:pt x="94770" y="115429"/>
                </a:lnTo>
                <a:lnTo>
                  <a:pt x="104503" y="110136"/>
                </a:lnTo>
                <a:lnTo>
                  <a:pt x="100746" y="112696"/>
                </a:lnTo>
                <a:lnTo>
                  <a:pt x="109455" y="105696"/>
                </a:lnTo>
                <a:lnTo>
                  <a:pt x="105698" y="109452"/>
                </a:lnTo>
                <a:lnTo>
                  <a:pt x="112699" y="100743"/>
                </a:lnTo>
                <a:lnTo>
                  <a:pt x="110138" y="104672"/>
                </a:lnTo>
                <a:lnTo>
                  <a:pt x="115431" y="94768"/>
                </a:lnTo>
                <a:lnTo>
                  <a:pt x="113553" y="99379"/>
                </a:lnTo>
                <a:lnTo>
                  <a:pt x="116968" y="88279"/>
                </a:lnTo>
                <a:lnTo>
                  <a:pt x="115944" y="93402"/>
                </a:lnTo>
                <a:lnTo>
                  <a:pt x="117139" y="81619"/>
                </a:lnTo>
                <a:lnTo>
                  <a:pt x="117139" y="86743"/>
                </a:lnTo>
                <a:lnTo>
                  <a:pt x="115944" y="74961"/>
                </a:lnTo>
                <a:lnTo>
                  <a:pt x="116968" y="80083"/>
                </a:lnTo>
                <a:lnTo>
                  <a:pt x="113553" y="69154"/>
                </a:lnTo>
                <a:lnTo>
                  <a:pt x="115431" y="73595"/>
                </a:lnTo>
                <a:lnTo>
                  <a:pt x="110138" y="63861"/>
                </a:lnTo>
                <a:lnTo>
                  <a:pt x="112870" y="67789"/>
                </a:lnTo>
                <a:lnTo>
                  <a:pt x="105698" y="59251"/>
                </a:lnTo>
                <a:lnTo>
                  <a:pt x="109284" y="62667"/>
                </a:lnTo>
                <a:lnTo>
                  <a:pt x="100575" y="55495"/>
                </a:lnTo>
                <a:lnTo>
                  <a:pt x="104503" y="58226"/>
                </a:lnTo>
                <a:lnTo>
                  <a:pt x="94770" y="52933"/>
                </a:lnTo>
                <a:lnTo>
                  <a:pt x="99380" y="54811"/>
                </a:lnTo>
                <a:lnTo>
                  <a:pt x="88281" y="51397"/>
                </a:lnTo>
                <a:lnTo>
                  <a:pt x="93404" y="52422"/>
                </a:lnTo>
                <a:lnTo>
                  <a:pt x="81622" y="51226"/>
                </a:lnTo>
                <a:lnTo>
                  <a:pt x="86744" y="51226"/>
                </a:lnTo>
                <a:lnTo>
                  <a:pt x="74962" y="52422"/>
                </a:lnTo>
                <a:lnTo>
                  <a:pt x="80085" y="51397"/>
                </a:lnTo>
                <a:lnTo>
                  <a:pt x="68986" y="54811"/>
                </a:lnTo>
                <a:lnTo>
                  <a:pt x="73596" y="52933"/>
                </a:lnTo>
                <a:lnTo>
                  <a:pt x="63863" y="58226"/>
                </a:lnTo>
                <a:lnTo>
                  <a:pt x="67961" y="55495"/>
                </a:lnTo>
                <a:lnTo>
                  <a:pt x="59423" y="62667"/>
                </a:lnTo>
                <a:lnTo>
                  <a:pt x="62667" y="59422"/>
                </a:lnTo>
                <a:lnTo>
                  <a:pt x="55496" y="67960"/>
                </a:lnTo>
                <a:lnTo>
                  <a:pt x="58228" y="63861"/>
                </a:lnTo>
                <a:lnTo>
                  <a:pt x="52935" y="73595"/>
                </a:lnTo>
                <a:lnTo>
                  <a:pt x="54813" y="69154"/>
                </a:lnTo>
                <a:lnTo>
                  <a:pt x="51398" y="80083"/>
                </a:lnTo>
                <a:lnTo>
                  <a:pt x="52422" y="74961"/>
                </a:lnTo>
                <a:lnTo>
                  <a:pt x="51227" y="86743"/>
                </a:lnTo>
                <a:lnTo>
                  <a:pt x="51227" y="81619"/>
                </a:lnTo>
                <a:lnTo>
                  <a:pt x="52422" y="93402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6540A1C9-9DCD-4FC5-A3AE-A3DB1841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344" y="3283484"/>
            <a:ext cx="116797" cy="116795"/>
          </a:xfrm>
          <a:custGeom xmlns:a="http://schemas.openxmlformats.org/drawingml/2006/main">
            <a:pathLst>
              <a:path w="116797" h="116795">
                <a:moveTo>
                  <a:pt x="0" y="58398"/>
                </a:moveTo>
                <a:cubicBezTo>
                  <a:pt x="0" y="26125"/>
                  <a:pt x="26143" y="0"/>
                  <a:pt x="58399" y="0"/>
                </a:cubicBezTo>
                <a:cubicBezTo>
                  <a:pt x="90654" y="0"/>
                  <a:pt x="116797" y="26125"/>
                  <a:pt x="116797" y="58398"/>
                </a:cubicBezTo>
                <a:cubicBezTo>
                  <a:pt x="116797" y="90499"/>
                  <a:pt x="90654" y="116795"/>
                  <a:pt x="58399" y="116795"/>
                </a:cubicBezTo>
                <a:cubicBezTo>
                  <a:pt x="26143" y="116795"/>
                  <a:pt x="0" y="90499"/>
                  <a:pt x="0" y="583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E0E0358A-8673-4004-8348-5323749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696" y="3257701"/>
            <a:ext cx="168263" cy="168362"/>
          </a:xfrm>
          <a:custGeom xmlns:a="http://schemas.openxmlformats.org/drawingml/2006/main">
            <a:pathLst>
              <a:path w="168263" h="168362">
                <a:moveTo>
                  <a:pt x="0" y="84181"/>
                </a:moveTo>
                <a:lnTo>
                  <a:pt x="1656" y="67276"/>
                </a:lnTo>
                <a:lnTo>
                  <a:pt x="6659" y="51396"/>
                </a:lnTo>
                <a:lnTo>
                  <a:pt x="14446" y="37054"/>
                </a:lnTo>
                <a:lnTo>
                  <a:pt x="24708" y="24759"/>
                </a:lnTo>
                <a:lnTo>
                  <a:pt x="36986" y="14514"/>
                </a:lnTo>
                <a:lnTo>
                  <a:pt x="51278" y="6659"/>
                </a:lnTo>
                <a:lnTo>
                  <a:pt x="67210" y="1707"/>
                </a:lnTo>
                <a:lnTo>
                  <a:pt x="84132" y="0"/>
                </a:lnTo>
                <a:lnTo>
                  <a:pt x="101053" y="1707"/>
                </a:lnTo>
                <a:lnTo>
                  <a:pt x="116985" y="6659"/>
                </a:lnTo>
                <a:lnTo>
                  <a:pt x="131192" y="14514"/>
                </a:lnTo>
                <a:lnTo>
                  <a:pt x="143708" y="24759"/>
                </a:lnTo>
                <a:lnTo>
                  <a:pt x="153868" y="37225"/>
                </a:lnTo>
                <a:lnTo>
                  <a:pt x="161604" y="51396"/>
                </a:lnTo>
                <a:lnTo>
                  <a:pt x="166607" y="67276"/>
                </a:lnTo>
                <a:lnTo>
                  <a:pt x="168263" y="84181"/>
                </a:lnTo>
                <a:lnTo>
                  <a:pt x="166607" y="101086"/>
                </a:lnTo>
                <a:lnTo>
                  <a:pt x="161604" y="117137"/>
                </a:lnTo>
                <a:lnTo>
                  <a:pt x="153920" y="131138"/>
                </a:lnTo>
                <a:lnTo>
                  <a:pt x="143708" y="143774"/>
                </a:lnTo>
                <a:lnTo>
                  <a:pt x="131089" y="154019"/>
                </a:lnTo>
                <a:lnTo>
                  <a:pt x="116985" y="161703"/>
                </a:lnTo>
                <a:lnTo>
                  <a:pt x="101053" y="166655"/>
                </a:lnTo>
                <a:lnTo>
                  <a:pt x="84132" y="168362"/>
                </a:lnTo>
                <a:lnTo>
                  <a:pt x="67210" y="166655"/>
                </a:lnTo>
                <a:lnTo>
                  <a:pt x="51278" y="161703"/>
                </a:lnTo>
                <a:lnTo>
                  <a:pt x="37088" y="154019"/>
                </a:lnTo>
                <a:lnTo>
                  <a:pt x="24708" y="143774"/>
                </a:lnTo>
                <a:lnTo>
                  <a:pt x="14395" y="131308"/>
                </a:lnTo>
                <a:lnTo>
                  <a:pt x="6659" y="117137"/>
                </a:lnTo>
                <a:lnTo>
                  <a:pt x="1656" y="101086"/>
                </a:lnTo>
                <a:lnTo>
                  <a:pt x="0" y="84181"/>
                </a:lnTo>
                <a:moveTo>
                  <a:pt x="52371" y="93402"/>
                </a:moveTo>
                <a:lnTo>
                  <a:pt x="51329" y="88279"/>
                </a:lnTo>
                <a:lnTo>
                  <a:pt x="54778" y="99378"/>
                </a:lnTo>
                <a:lnTo>
                  <a:pt x="52832" y="94768"/>
                </a:lnTo>
                <a:lnTo>
                  <a:pt x="58211" y="104671"/>
                </a:lnTo>
                <a:lnTo>
                  <a:pt x="55496" y="100573"/>
                </a:lnTo>
                <a:lnTo>
                  <a:pt x="62667" y="109281"/>
                </a:lnTo>
                <a:lnTo>
                  <a:pt x="59150" y="105696"/>
                </a:lnTo>
                <a:lnTo>
                  <a:pt x="67722" y="112868"/>
                </a:lnTo>
                <a:lnTo>
                  <a:pt x="63743" y="110135"/>
                </a:lnTo>
                <a:lnTo>
                  <a:pt x="73596" y="115428"/>
                </a:lnTo>
                <a:lnTo>
                  <a:pt x="69003" y="113551"/>
                </a:lnTo>
                <a:lnTo>
                  <a:pt x="80016" y="116966"/>
                </a:lnTo>
                <a:lnTo>
                  <a:pt x="74842" y="115941"/>
                </a:lnTo>
                <a:lnTo>
                  <a:pt x="86625" y="117137"/>
                </a:lnTo>
                <a:lnTo>
                  <a:pt x="81639" y="117137"/>
                </a:lnTo>
                <a:lnTo>
                  <a:pt x="93421" y="115941"/>
                </a:lnTo>
                <a:lnTo>
                  <a:pt x="88247" y="116966"/>
                </a:lnTo>
                <a:lnTo>
                  <a:pt x="99261" y="113551"/>
                </a:lnTo>
                <a:lnTo>
                  <a:pt x="94667" y="115428"/>
                </a:lnTo>
                <a:lnTo>
                  <a:pt x="104520" y="110135"/>
                </a:lnTo>
                <a:lnTo>
                  <a:pt x="100678" y="112697"/>
                </a:lnTo>
                <a:lnTo>
                  <a:pt x="109386" y="105696"/>
                </a:lnTo>
                <a:lnTo>
                  <a:pt x="105579" y="109452"/>
                </a:lnTo>
                <a:lnTo>
                  <a:pt x="112631" y="100744"/>
                </a:lnTo>
                <a:lnTo>
                  <a:pt x="110052" y="104671"/>
                </a:lnTo>
                <a:lnTo>
                  <a:pt x="115431" y="94768"/>
                </a:lnTo>
                <a:lnTo>
                  <a:pt x="113485" y="99378"/>
                </a:lnTo>
                <a:lnTo>
                  <a:pt x="116934" y="88279"/>
                </a:lnTo>
                <a:lnTo>
                  <a:pt x="115892" y="93402"/>
                </a:lnTo>
                <a:lnTo>
                  <a:pt x="117036" y="81620"/>
                </a:lnTo>
                <a:lnTo>
                  <a:pt x="117036" y="86743"/>
                </a:lnTo>
                <a:lnTo>
                  <a:pt x="115892" y="74961"/>
                </a:lnTo>
                <a:lnTo>
                  <a:pt x="116934" y="80083"/>
                </a:lnTo>
                <a:lnTo>
                  <a:pt x="113485" y="69155"/>
                </a:lnTo>
                <a:lnTo>
                  <a:pt x="115431" y="73594"/>
                </a:lnTo>
                <a:lnTo>
                  <a:pt x="110052" y="63862"/>
                </a:lnTo>
                <a:lnTo>
                  <a:pt x="112750" y="67789"/>
                </a:lnTo>
                <a:lnTo>
                  <a:pt x="105698" y="59252"/>
                </a:lnTo>
                <a:lnTo>
                  <a:pt x="109216" y="62667"/>
                </a:lnTo>
                <a:lnTo>
                  <a:pt x="100507" y="55494"/>
                </a:lnTo>
                <a:lnTo>
                  <a:pt x="104520" y="58227"/>
                </a:lnTo>
                <a:lnTo>
                  <a:pt x="94667" y="52934"/>
                </a:lnTo>
                <a:lnTo>
                  <a:pt x="99261" y="54811"/>
                </a:lnTo>
                <a:lnTo>
                  <a:pt x="88247" y="51396"/>
                </a:lnTo>
                <a:lnTo>
                  <a:pt x="93421" y="52421"/>
                </a:lnTo>
                <a:lnTo>
                  <a:pt x="81639" y="51225"/>
                </a:lnTo>
                <a:lnTo>
                  <a:pt x="86625" y="51225"/>
                </a:lnTo>
                <a:lnTo>
                  <a:pt x="74842" y="52421"/>
                </a:lnTo>
                <a:lnTo>
                  <a:pt x="80016" y="51396"/>
                </a:lnTo>
                <a:lnTo>
                  <a:pt x="69003" y="54811"/>
                </a:lnTo>
                <a:lnTo>
                  <a:pt x="73596" y="52934"/>
                </a:lnTo>
                <a:lnTo>
                  <a:pt x="63743" y="58227"/>
                </a:lnTo>
                <a:lnTo>
                  <a:pt x="67893" y="55494"/>
                </a:lnTo>
                <a:lnTo>
                  <a:pt x="59321" y="62667"/>
                </a:lnTo>
                <a:lnTo>
                  <a:pt x="62548" y="59423"/>
                </a:lnTo>
                <a:lnTo>
                  <a:pt x="55376" y="67960"/>
                </a:lnTo>
                <a:lnTo>
                  <a:pt x="58211" y="63862"/>
                </a:lnTo>
                <a:lnTo>
                  <a:pt x="52832" y="73594"/>
                </a:lnTo>
                <a:lnTo>
                  <a:pt x="54778" y="69155"/>
                </a:lnTo>
                <a:lnTo>
                  <a:pt x="51329" y="80083"/>
                </a:lnTo>
                <a:lnTo>
                  <a:pt x="52371" y="74961"/>
                </a:lnTo>
                <a:lnTo>
                  <a:pt x="51227" y="86743"/>
                </a:lnTo>
                <a:lnTo>
                  <a:pt x="51227" y="81620"/>
                </a:lnTo>
                <a:lnTo>
                  <a:pt x="52371" y="93402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94">
            <a:extLst xmlns:a="http://schemas.openxmlformats.org/drawingml/2006/main">
              <a:ext uri="{FF2B5EF4-FFF2-40B4-BE49-F238E27FC236}">
                <a16:creationId xmlns:a16="http://schemas.microsoft.com/office/drawing/2014/main" id="{C4DF8DAF-FE3F-4806-B6C4-3904F6E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9207" y="3387984"/>
            <a:ext cx="118846" cy="116796"/>
          </a:xfrm>
          <a:custGeom xmlns:a="http://schemas.openxmlformats.org/drawingml/2006/main">
            <a:pathLst>
              <a:path w="118846" h="116796">
                <a:moveTo>
                  <a:pt x="0" y="58399"/>
                </a:moveTo>
                <a:cubicBezTo>
                  <a:pt x="0" y="26126"/>
                  <a:pt x="26467" y="0"/>
                  <a:pt x="59423" y="0"/>
                </a:cubicBezTo>
                <a:cubicBezTo>
                  <a:pt x="92209" y="0"/>
                  <a:pt x="118846" y="26126"/>
                  <a:pt x="118846" y="58399"/>
                </a:cubicBezTo>
                <a:cubicBezTo>
                  <a:pt x="118846" y="90500"/>
                  <a:pt x="92209" y="116796"/>
                  <a:pt x="59423" y="116796"/>
                </a:cubicBezTo>
                <a:cubicBezTo>
                  <a:pt x="26467" y="116796"/>
                  <a:pt x="0" y="90500"/>
                  <a:pt x="0" y="5839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E00BA680-E2A0-455D-821E-5F607946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3423" y="3362201"/>
            <a:ext cx="170415" cy="168363"/>
          </a:xfrm>
          <a:custGeom xmlns:a="http://schemas.openxmlformats.org/drawingml/2006/main">
            <a:pathLst>
              <a:path w="170415" h="168363">
                <a:moveTo>
                  <a:pt x="0" y="84182"/>
                </a:moveTo>
                <a:lnTo>
                  <a:pt x="1707" y="67107"/>
                </a:lnTo>
                <a:lnTo>
                  <a:pt x="6831" y="51226"/>
                </a:lnTo>
                <a:lnTo>
                  <a:pt x="14685" y="36883"/>
                </a:lnTo>
                <a:lnTo>
                  <a:pt x="25272" y="24589"/>
                </a:lnTo>
                <a:lnTo>
                  <a:pt x="37908" y="14344"/>
                </a:lnTo>
                <a:lnTo>
                  <a:pt x="52251" y="6660"/>
                </a:lnTo>
                <a:lnTo>
                  <a:pt x="68132" y="1708"/>
                </a:lnTo>
                <a:lnTo>
                  <a:pt x="85207" y="0"/>
                </a:lnTo>
                <a:lnTo>
                  <a:pt x="102112" y="1708"/>
                </a:lnTo>
                <a:lnTo>
                  <a:pt x="118334" y="6660"/>
                </a:lnTo>
                <a:lnTo>
                  <a:pt x="132677" y="14344"/>
                </a:lnTo>
                <a:lnTo>
                  <a:pt x="145143" y="24589"/>
                </a:lnTo>
                <a:lnTo>
                  <a:pt x="155730" y="36883"/>
                </a:lnTo>
                <a:lnTo>
                  <a:pt x="163584" y="51226"/>
                </a:lnTo>
                <a:lnTo>
                  <a:pt x="168707" y="67277"/>
                </a:lnTo>
                <a:lnTo>
                  <a:pt x="170415" y="84182"/>
                </a:lnTo>
                <a:lnTo>
                  <a:pt x="168707" y="101086"/>
                </a:lnTo>
                <a:lnTo>
                  <a:pt x="163584" y="117137"/>
                </a:lnTo>
                <a:lnTo>
                  <a:pt x="155730" y="131480"/>
                </a:lnTo>
                <a:lnTo>
                  <a:pt x="145143" y="143945"/>
                </a:lnTo>
                <a:lnTo>
                  <a:pt x="132506" y="154019"/>
                </a:lnTo>
                <a:lnTo>
                  <a:pt x="118334" y="161703"/>
                </a:lnTo>
                <a:lnTo>
                  <a:pt x="102112" y="166655"/>
                </a:lnTo>
                <a:lnTo>
                  <a:pt x="85207" y="168363"/>
                </a:lnTo>
                <a:lnTo>
                  <a:pt x="68132" y="166655"/>
                </a:lnTo>
                <a:lnTo>
                  <a:pt x="52251" y="161703"/>
                </a:lnTo>
                <a:lnTo>
                  <a:pt x="37908" y="154190"/>
                </a:lnTo>
                <a:lnTo>
                  <a:pt x="25272" y="143945"/>
                </a:lnTo>
                <a:lnTo>
                  <a:pt x="14685" y="131309"/>
                </a:lnTo>
                <a:lnTo>
                  <a:pt x="6831" y="117137"/>
                </a:lnTo>
                <a:lnTo>
                  <a:pt x="1707" y="101257"/>
                </a:lnTo>
                <a:lnTo>
                  <a:pt x="0" y="84182"/>
                </a:lnTo>
                <a:moveTo>
                  <a:pt x="52422" y="93402"/>
                </a:moveTo>
                <a:lnTo>
                  <a:pt x="51227" y="88109"/>
                </a:lnTo>
                <a:lnTo>
                  <a:pt x="54813" y="99038"/>
                </a:lnTo>
                <a:lnTo>
                  <a:pt x="52935" y="94769"/>
                </a:lnTo>
                <a:lnTo>
                  <a:pt x="58399" y="104672"/>
                </a:lnTo>
                <a:lnTo>
                  <a:pt x="55496" y="100402"/>
                </a:lnTo>
                <a:lnTo>
                  <a:pt x="62838" y="109111"/>
                </a:lnTo>
                <a:lnTo>
                  <a:pt x="59082" y="105526"/>
                </a:lnTo>
                <a:lnTo>
                  <a:pt x="67961" y="112526"/>
                </a:lnTo>
                <a:lnTo>
                  <a:pt x="64034" y="109965"/>
                </a:lnTo>
                <a:lnTo>
                  <a:pt x="74108" y="115429"/>
                </a:lnTo>
                <a:lnTo>
                  <a:pt x="69669" y="113551"/>
                </a:lnTo>
                <a:lnTo>
                  <a:pt x="80938" y="116966"/>
                </a:lnTo>
                <a:lnTo>
                  <a:pt x="75816" y="115942"/>
                </a:lnTo>
                <a:lnTo>
                  <a:pt x="87598" y="117137"/>
                </a:lnTo>
                <a:lnTo>
                  <a:pt x="82817" y="117137"/>
                </a:lnTo>
                <a:lnTo>
                  <a:pt x="94599" y="115942"/>
                </a:lnTo>
                <a:lnTo>
                  <a:pt x="89647" y="116966"/>
                </a:lnTo>
                <a:lnTo>
                  <a:pt x="100917" y="113551"/>
                </a:lnTo>
                <a:lnTo>
                  <a:pt x="96306" y="115429"/>
                </a:lnTo>
                <a:lnTo>
                  <a:pt x="106210" y="110136"/>
                </a:lnTo>
                <a:lnTo>
                  <a:pt x="102454" y="112526"/>
                </a:lnTo>
                <a:lnTo>
                  <a:pt x="111333" y="105526"/>
                </a:lnTo>
                <a:lnTo>
                  <a:pt x="107577" y="109111"/>
                </a:lnTo>
                <a:lnTo>
                  <a:pt x="114919" y="100402"/>
                </a:lnTo>
                <a:lnTo>
                  <a:pt x="112187" y="104331"/>
                </a:lnTo>
                <a:lnTo>
                  <a:pt x="117651" y="94427"/>
                </a:lnTo>
                <a:lnTo>
                  <a:pt x="115602" y="99379"/>
                </a:lnTo>
                <a:lnTo>
                  <a:pt x="119017" y="88280"/>
                </a:lnTo>
                <a:lnTo>
                  <a:pt x="117993" y="93402"/>
                </a:lnTo>
                <a:lnTo>
                  <a:pt x="119188" y="81620"/>
                </a:lnTo>
                <a:lnTo>
                  <a:pt x="119188" y="86743"/>
                </a:lnTo>
                <a:lnTo>
                  <a:pt x="117993" y="74961"/>
                </a:lnTo>
                <a:lnTo>
                  <a:pt x="119017" y="80083"/>
                </a:lnTo>
                <a:lnTo>
                  <a:pt x="115602" y="69155"/>
                </a:lnTo>
                <a:lnTo>
                  <a:pt x="117651" y="73936"/>
                </a:lnTo>
                <a:lnTo>
                  <a:pt x="112187" y="64032"/>
                </a:lnTo>
                <a:lnTo>
                  <a:pt x="115090" y="68132"/>
                </a:lnTo>
                <a:lnTo>
                  <a:pt x="107747" y="59593"/>
                </a:lnTo>
                <a:lnTo>
                  <a:pt x="110991" y="62838"/>
                </a:lnTo>
                <a:lnTo>
                  <a:pt x="102283" y="55666"/>
                </a:lnTo>
                <a:lnTo>
                  <a:pt x="106210" y="58398"/>
                </a:lnTo>
                <a:lnTo>
                  <a:pt x="96306" y="52934"/>
                </a:lnTo>
                <a:lnTo>
                  <a:pt x="100917" y="54812"/>
                </a:lnTo>
                <a:lnTo>
                  <a:pt x="89647" y="51397"/>
                </a:lnTo>
                <a:lnTo>
                  <a:pt x="94599" y="52421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1"/>
                </a:lnTo>
                <a:lnTo>
                  <a:pt x="80938" y="51397"/>
                </a:lnTo>
                <a:lnTo>
                  <a:pt x="69669" y="54812"/>
                </a:lnTo>
                <a:lnTo>
                  <a:pt x="74108" y="53105"/>
                </a:lnTo>
                <a:lnTo>
                  <a:pt x="64034" y="58398"/>
                </a:lnTo>
                <a:lnTo>
                  <a:pt x="68132" y="55666"/>
                </a:lnTo>
                <a:lnTo>
                  <a:pt x="59423" y="62838"/>
                </a:lnTo>
                <a:lnTo>
                  <a:pt x="62667" y="59593"/>
                </a:lnTo>
                <a:lnTo>
                  <a:pt x="55325" y="68132"/>
                </a:lnTo>
                <a:lnTo>
                  <a:pt x="58399" y="63862"/>
                </a:lnTo>
                <a:lnTo>
                  <a:pt x="52935" y="73596"/>
                </a:lnTo>
                <a:lnTo>
                  <a:pt x="54813" y="69326"/>
                </a:lnTo>
                <a:lnTo>
                  <a:pt x="51227" y="80425"/>
                </a:lnTo>
                <a:lnTo>
                  <a:pt x="52422" y="74961"/>
                </a:lnTo>
                <a:lnTo>
                  <a:pt x="51227" y="86743"/>
                </a:lnTo>
                <a:lnTo>
                  <a:pt x="51227" y="81620"/>
                </a:lnTo>
                <a:lnTo>
                  <a:pt x="52422" y="93402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96">
            <a:extLst xmlns:a="http://schemas.openxmlformats.org/drawingml/2006/main">
              <a:ext uri="{FF2B5EF4-FFF2-40B4-BE49-F238E27FC236}">
                <a16:creationId xmlns:a16="http://schemas.microsoft.com/office/drawing/2014/main" id="{3B6712CD-AD27-4AE3-8978-89CD8E0E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3891" y="3558055"/>
            <a:ext cx="118675" cy="116795"/>
          </a:xfrm>
          <a:custGeom xmlns:a="http://schemas.openxmlformats.org/drawingml/2006/main">
            <a:pathLst>
              <a:path w="118675" h="116795">
                <a:moveTo>
                  <a:pt x="0" y="58397"/>
                </a:moveTo>
                <a:cubicBezTo>
                  <a:pt x="0" y="26125"/>
                  <a:pt x="26467" y="0"/>
                  <a:pt x="59423" y="0"/>
                </a:cubicBezTo>
                <a:cubicBezTo>
                  <a:pt x="92208" y="0"/>
                  <a:pt x="118675" y="26125"/>
                  <a:pt x="118675" y="58397"/>
                </a:cubicBezTo>
                <a:cubicBezTo>
                  <a:pt x="118675" y="90499"/>
                  <a:pt x="92208" y="116795"/>
                  <a:pt x="59423" y="116795"/>
                </a:cubicBezTo>
                <a:cubicBezTo>
                  <a:pt x="26467" y="116795"/>
                  <a:pt x="0" y="90499"/>
                  <a:pt x="0" y="5839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97">
            <a:extLst xmlns:a="http://schemas.openxmlformats.org/drawingml/2006/main">
              <a:ext uri="{FF2B5EF4-FFF2-40B4-BE49-F238E27FC236}">
                <a16:creationId xmlns:a16="http://schemas.microsoft.com/office/drawing/2014/main" id="{8DF16428-8997-442C-9088-D3000F73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8106" y="3532270"/>
            <a:ext cx="170415" cy="168362"/>
          </a:xfrm>
          <a:custGeom xmlns:a="http://schemas.openxmlformats.org/drawingml/2006/main">
            <a:pathLst>
              <a:path w="170415" h="168362">
                <a:moveTo>
                  <a:pt x="0" y="84181"/>
                </a:moveTo>
                <a:lnTo>
                  <a:pt x="1708" y="67106"/>
                </a:lnTo>
                <a:lnTo>
                  <a:pt x="6830" y="51226"/>
                </a:lnTo>
                <a:lnTo>
                  <a:pt x="14686" y="36884"/>
                </a:lnTo>
                <a:lnTo>
                  <a:pt x="25272" y="24589"/>
                </a:lnTo>
                <a:lnTo>
                  <a:pt x="37908" y="14344"/>
                </a:lnTo>
                <a:lnTo>
                  <a:pt x="52251" y="6660"/>
                </a:lnTo>
                <a:lnTo>
                  <a:pt x="68132" y="1708"/>
                </a:lnTo>
                <a:lnTo>
                  <a:pt x="85207" y="0"/>
                </a:lnTo>
                <a:lnTo>
                  <a:pt x="102112" y="1708"/>
                </a:lnTo>
                <a:lnTo>
                  <a:pt x="118334" y="6660"/>
                </a:lnTo>
                <a:lnTo>
                  <a:pt x="132677" y="14344"/>
                </a:lnTo>
                <a:lnTo>
                  <a:pt x="145143" y="24589"/>
                </a:lnTo>
                <a:lnTo>
                  <a:pt x="155730" y="36884"/>
                </a:lnTo>
                <a:lnTo>
                  <a:pt x="163585" y="51226"/>
                </a:lnTo>
                <a:lnTo>
                  <a:pt x="168707" y="67277"/>
                </a:lnTo>
                <a:lnTo>
                  <a:pt x="170415" y="84181"/>
                </a:lnTo>
                <a:lnTo>
                  <a:pt x="168707" y="101086"/>
                </a:lnTo>
                <a:lnTo>
                  <a:pt x="163585" y="117137"/>
                </a:lnTo>
                <a:lnTo>
                  <a:pt x="155730" y="131480"/>
                </a:lnTo>
                <a:lnTo>
                  <a:pt x="145143" y="143945"/>
                </a:lnTo>
                <a:lnTo>
                  <a:pt x="132507" y="154020"/>
                </a:lnTo>
                <a:lnTo>
                  <a:pt x="118334" y="161703"/>
                </a:lnTo>
                <a:lnTo>
                  <a:pt x="102112" y="166655"/>
                </a:lnTo>
                <a:lnTo>
                  <a:pt x="85207" y="168362"/>
                </a:lnTo>
                <a:lnTo>
                  <a:pt x="68132" y="166655"/>
                </a:lnTo>
                <a:lnTo>
                  <a:pt x="52251" y="161703"/>
                </a:lnTo>
                <a:lnTo>
                  <a:pt x="37908" y="154191"/>
                </a:lnTo>
                <a:lnTo>
                  <a:pt x="25272" y="143945"/>
                </a:lnTo>
                <a:lnTo>
                  <a:pt x="14686" y="131309"/>
                </a:lnTo>
                <a:lnTo>
                  <a:pt x="6830" y="117137"/>
                </a:lnTo>
                <a:lnTo>
                  <a:pt x="1708" y="101257"/>
                </a:lnTo>
                <a:lnTo>
                  <a:pt x="0" y="84181"/>
                </a:lnTo>
                <a:moveTo>
                  <a:pt x="52422" y="93402"/>
                </a:moveTo>
                <a:lnTo>
                  <a:pt x="51227" y="88109"/>
                </a:lnTo>
                <a:lnTo>
                  <a:pt x="54812" y="99037"/>
                </a:lnTo>
                <a:lnTo>
                  <a:pt x="52935" y="94768"/>
                </a:lnTo>
                <a:lnTo>
                  <a:pt x="58399" y="104672"/>
                </a:lnTo>
                <a:lnTo>
                  <a:pt x="55496" y="100403"/>
                </a:lnTo>
                <a:lnTo>
                  <a:pt x="62838" y="109111"/>
                </a:lnTo>
                <a:lnTo>
                  <a:pt x="59082" y="105526"/>
                </a:lnTo>
                <a:lnTo>
                  <a:pt x="67961" y="112527"/>
                </a:lnTo>
                <a:lnTo>
                  <a:pt x="64033" y="109965"/>
                </a:lnTo>
                <a:lnTo>
                  <a:pt x="74108" y="115429"/>
                </a:lnTo>
                <a:lnTo>
                  <a:pt x="69669" y="113551"/>
                </a:lnTo>
                <a:lnTo>
                  <a:pt x="80938" y="116967"/>
                </a:lnTo>
                <a:lnTo>
                  <a:pt x="75816" y="115941"/>
                </a:lnTo>
                <a:lnTo>
                  <a:pt x="87598" y="117137"/>
                </a:lnTo>
                <a:lnTo>
                  <a:pt x="82817" y="117137"/>
                </a:lnTo>
                <a:lnTo>
                  <a:pt x="94599" y="115941"/>
                </a:lnTo>
                <a:lnTo>
                  <a:pt x="89647" y="116967"/>
                </a:lnTo>
                <a:lnTo>
                  <a:pt x="100917" y="113551"/>
                </a:lnTo>
                <a:lnTo>
                  <a:pt x="96307" y="115429"/>
                </a:lnTo>
                <a:lnTo>
                  <a:pt x="106211" y="110136"/>
                </a:lnTo>
                <a:lnTo>
                  <a:pt x="102454" y="112527"/>
                </a:lnTo>
                <a:lnTo>
                  <a:pt x="111333" y="105526"/>
                </a:lnTo>
                <a:lnTo>
                  <a:pt x="107577" y="109111"/>
                </a:lnTo>
                <a:lnTo>
                  <a:pt x="114919" y="100403"/>
                </a:lnTo>
                <a:lnTo>
                  <a:pt x="112187" y="104330"/>
                </a:lnTo>
                <a:lnTo>
                  <a:pt x="117651" y="94427"/>
                </a:lnTo>
                <a:lnTo>
                  <a:pt x="115602" y="99379"/>
                </a:lnTo>
                <a:lnTo>
                  <a:pt x="119017" y="88279"/>
                </a:lnTo>
                <a:lnTo>
                  <a:pt x="117993" y="93402"/>
                </a:lnTo>
                <a:lnTo>
                  <a:pt x="119188" y="81620"/>
                </a:lnTo>
                <a:lnTo>
                  <a:pt x="119188" y="86743"/>
                </a:lnTo>
                <a:lnTo>
                  <a:pt x="117993" y="74961"/>
                </a:lnTo>
                <a:lnTo>
                  <a:pt x="119017" y="80084"/>
                </a:lnTo>
                <a:lnTo>
                  <a:pt x="115602" y="69155"/>
                </a:lnTo>
                <a:lnTo>
                  <a:pt x="117651" y="73937"/>
                </a:lnTo>
                <a:lnTo>
                  <a:pt x="112187" y="64033"/>
                </a:lnTo>
                <a:lnTo>
                  <a:pt x="114919" y="68131"/>
                </a:lnTo>
                <a:lnTo>
                  <a:pt x="107747" y="59593"/>
                </a:lnTo>
                <a:lnTo>
                  <a:pt x="110991" y="62837"/>
                </a:lnTo>
                <a:lnTo>
                  <a:pt x="102283" y="55666"/>
                </a:lnTo>
                <a:lnTo>
                  <a:pt x="106211" y="58398"/>
                </a:lnTo>
                <a:lnTo>
                  <a:pt x="96307" y="52935"/>
                </a:lnTo>
                <a:lnTo>
                  <a:pt x="100917" y="54983"/>
                </a:lnTo>
                <a:lnTo>
                  <a:pt x="89647" y="51397"/>
                </a:lnTo>
                <a:lnTo>
                  <a:pt x="94599" y="52422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2"/>
                </a:lnTo>
                <a:lnTo>
                  <a:pt x="80938" y="51397"/>
                </a:lnTo>
                <a:lnTo>
                  <a:pt x="69669" y="54812"/>
                </a:lnTo>
                <a:lnTo>
                  <a:pt x="74108" y="53105"/>
                </a:lnTo>
                <a:lnTo>
                  <a:pt x="64033" y="58398"/>
                </a:lnTo>
                <a:lnTo>
                  <a:pt x="68132" y="55666"/>
                </a:lnTo>
                <a:lnTo>
                  <a:pt x="59423" y="62837"/>
                </a:lnTo>
                <a:lnTo>
                  <a:pt x="62668" y="59593"/>
                </a:lnTo>
                <a:lnTo>
                  <a:pt x="55325" y="68131"/>
                </a:lnTo>
                <a:lnTo>
                  <a:pt x="58399" y="63862"/>
                </a:lnTo>
                <a:lnTo>
                  <a:pt x="52935" y="73595"/>
                </a:lnTo>
                <a:lnTo>
                  <a:pt x="54812" y="69326"/>
                </a:lnTo>
                <a:lnTo>
                  <a:pt x="51227" y="80426"/>
                </a:lnTo>
                <a:lnTo>
                  <a:pt x="52422" y="74961"/>
                </a:lnTo>
                <a:lnTo>
                  <a:pt x="51227" y="86743"/>
                </a:lnTo>
                <a:lnTo>
                  <a:pt x="51227" y="81620"/>
                </a:lnTo>
                <a:lnTo>
                  <a:pt x="52422" y="93402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98">
            <a:extLst xmlns:a="http://schemas.openxmlformats.org/drawingml/2006/main">
              <a:ext uri="{FF2B5EF4-FFF2-40B4-BE49-F238E27FC236}">
                <a16:creationId xmlns:a16="http://schemas.microsoft.com/office/drawing/2014/main" id="{4C119342-B6CE-4689-AED1-64834F85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225" y="3619525"/>
            <a:ext cx="116797" cy="116795"/>
          </a:xfrm>
          <a:custGeom xmlns:a="http://schemas.openxmlformats.org/drawingml/2006/main">
            <a:pathLst>
              <a:path w="116797" h="116795">
                <a:moveTo>
                  <a:pt x="0" y="58398"/>
                </a:moveTo>
                <a:cubicBezTo>
                  <a:pt x="0" y="26125"/>
                  <a:pt x="26125" y="0"/>
                  <a:pt x="58399" y="0"/>
                </a:cubicBezTo>
                <a:cubicBezTo>
                  <a:pt x="90500" y="0"/>
                  <a:pt x="116797" y="26125"/>
                  <a:pt x="116797" y="58398"/>
                </a:cubicBezTo>
                <a:cubicBezTo>
                  <a:pt x="116797" y="90499"/>
                  <a:pt x="90500" y="116795"/>
                  <a:pt x="58399" y="116795"/>
                </a:cubicBezTo>
                <a:cubicBezTo>
                  <a:pt x="26125" y="116795"/>
                  <a:pt x="0" y="90499"/>
                  <a:pt x="0" y="583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99">
            <a:extLst xmlns:a="http://schemas.openxmlformats.org/drawingml/2006/main">
              <a:ext uri="{FF2B5EF4-FFF2-40B4-BE49-F238E27FC236}">
                <a16:creationId xmlns:a16="http://schemas.microsoft.com/office/drawing/2014/main" id="{07ECC7CD-0B36-41E8-A113-93E6B3D0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440" y="3593742"/>
            <a:ext cx="168366" cy="168362"/>
          </a:xfrm>
          <a:custGeom xmlns:a="http://schemas.openxmlformats.org/drawingml/2006/main">
            <a:pathLst>
              <a:path w="168366" h="168362">
                <a:moveTo>
                  <a:pt x="0" y="84181"/>
                </a:moveTo>
                <a:lnTo>
                  <a:pt x="1707" y="67275"/>
                </a:lnTo>
                <a:lnTo>
                  <a:pt x="6660" y="51395"/>
                </a:lnTo>
                <a:lnTo>
                  <a:pt x="14514" y="37053"/>
                </a:lnTo>
                <a:lnTo>
                  <a:pt x="24760" y="24758"/>
                </a:lnTo>
                <a:lnTo>
                  <a:pt x="37054" y="14513"/>
                </a:lnTo>
                <a:lnTo>
                  <a:pt x="51398" y="6659"/>
                </a:lnTo>
                <a:lnTo>
                  <a:pt x="67278" y="1707"/>
                </a:lnTo>
                <a:lnTo>
                  <a:pt x="84183" y="0"/>
                </a:lnTo>
                <a:lnTo>
                  <a:pt x="101088" y="1707"/>
                </a:lnTo>
                <a:lnTo>
                  <a:pt x="116968" y="6659"/>
                </a:lnTo>
                <a:lnTo>
                  <a:pt x="131312" y="14513"/>
                </a:lnTo>
                <a:lnTo>
                  <a:pt x="143777" y="24758"/>
                </a:lnTo>
                <a:lnTo>
                  <a:pt x="153851" y="37224"/>
                </a:lnTo>
                <a:lnTo>
                  <a:pt x="161706" y="51395"/>
                </a:lnTo>
                <a:lnTo>
                  <a:pt x="166658" y="67275"/>
                </a:lnTo>
                <a:lnTo>
                  <a:pt x="168366" y="84181"/>
                </a:lnTo>
                <a:lnTo>
                  <a:pt x="166658" y="101085"/>
                </a:lnTo>
                <a:lnTo>
                  <a:pt x="161706" y="117136"/>
                </a:lnTo>
                <a:lnTo>
                  <a:pt x="154022" y="131138"/>
                </a:lnTo>
                <a:lnTo>
                  <a:pt x="143777" y="143773"/>
                </a:lnTo>
                <a:lnTo>
                  <a:pt x="131141" y="154018"/>
                </a:lnTo>
                <a:lnTo>
                  <a:pt x="116968" y="161702"/>
                </a:lnTo>
                <a:lnTo>
                  <a:pt x="101088" y="166654"/>
                </a:lnTo>
                <a:lnTo>
                  <a:pt x="84183" y="168362"/>
                </a:lnTo>
                <a:lnTo>
                  <a:pt x="67278" y="166654"/>
                </a:lnTo>
                <a:lnTo>
                  <a:pt x="51398" y="161702"/>
                </a:lnTo>
                <a:lnTo>
                  <a:pt x="37225" y="154018"/>
                </a:lnTo>
                <a:lnTo>
                  <a:pt x="24760" y="143773"/>
                </a:lnTo>
                <a:lnTo>
                  <a:pt x="14514" y="131307"/>
                </a:lnTo>
                <a:lnTo>
                  <a:pt x="6660" y="117136"/>
                </a:lnTo>
                <a:lnTo>
                  <a:pt x="1707" y="101085"/>
                </a:lnTo>
                <a:lnTo>
                  <a:pt x="0" y="84181"/>
                </a:lnTo>
                <a:moveTo>
                  <a:pt x="52422" y="93402"/>
                </a:moveTo>
                <a:lnTo>
                  <a:pt x="51398" y="88279"/>
                </a:lnTo>
                <a:lnTo>
                  <a:pt x="54813" y="99377"/>
                </a:lnTo>
                <a:lnTo>
                  <a:pt x="52935" y="94767"/>
                </a:lnTo>
                <a:lnTo>
                  <a:pt x="58228" y="104670"/>
                </a:lnTo>
                <a:lnTo>
                  <a:pt x="55496" y="100572"/>
                </a:lnTo>
                <a:lnTo>
                  <a:pt x="62667" y="109281"/>
                </a:lnTo>
                <a:lnTo>
                  <a:pt x="59252" y="105695"/>
                </a:lnTo>
                <a:lnTo>
                  <a:pt x="67791" y="112867"/>
                </a:lnTo>
                <a:lnTo>
                  <a:pt x="63863" y="110134"/>
                </a:lnTo>
                <a:lnTo>
                  <a:pt x="73596" y="115428"/>
                </a:lnTo>
                <a:lnTo>
                  <a:pt x="68986" y="113550"/>
                </a:lnTo>
                <a:lnTo>
                  <a:pt x="80085" y="116965"/>
                </a:lnTo>
                <a:lnTo>
                  <a:pt x="74962" y="115940"/>
                </a:lnTo>
                <a:lnTo>
                  <a:pt x="86744" y="117136"/>
                </a:lnTo>
                <a:lnTo>
                  <a:pt x="81622" y="117136"/>
                </a:lnTo>
                <a:lnTo>
                  <a:pt x="93404" y="115940"/>
                </a:lnTo>
                <a:lnTo>
                  <a:pt x="88281" y="116965"/>
                </a:lnTo>
                <a:lnTo>
                  <a:pt x="99380" y="113550"/>
                </a:lnTo>
                <a:lnTo>
                  <a:pt x="94770" y="115428"/>
                </a:lnTo>
                <a:lnTo>
                  <a:pt x="104503" y="110134"/>
                </a:lnTo>
                <a:lnTo>
                  <a:pt x="100746" y="112696"/>
                </a:lnTo>
                <a:lnTo>
                  <a:pt x="109455" y="105695"/>
                </a:lnTo>
                <a:lnTo>
                  <a:pt x="105698" y="109452"/>
                </a:lnTo>
                <a:lnTo>
                  <a:pt x="112699" y="100743"/>
                </a:lnTo>
                <a:lnTo>
                  <a:pt x="110138" y="104670"/>
                </a:lnTo>
                <a:lnTo>
                  <a:pt x="115431" y="94767"/>
                </a:lnTo>
                <a:lnTo>
                  <a:pt x="113553" y="99377"/>
                </a:lnTo>
                <a:lnTo>
                  <a:pt x="116968" y="88279"/>
                </a:lnTo>
                <a:lnTo>
                  <a:pt x="115944" y="93402"/>
                </a:lnTo>
                <a:lnTo>
                  <a:pt x="117139" y="81619"/>
                </a:lnTo>
                <a:lnTo>
                  <a:pt x="117139" y="86742"/>
                </a:lnTo>
                <a:lnTo>
                  <a:pt x="115944" y="74960"/>
                </a:lnTo>
                <a:lnTo>
                  <a:pt x="116968" y="80082"/>
                </a:lnTo>
                <a:lnTo>
                  <a:pt x="113553" y="69154"/>
                </a:lnTo>
                <a:lnTo>
                  <a:pt x="115431" y="73594"/>
                </a:lnTo>
                <a:lnTo>
                  <a:pt x="110138" y="63861"/>
                </a:lnTo>
                <a:lnTo>
                  <a:pt x="112870" y="67788"/>
                </a:lnTo>
                <a:lnTo>
                  <a:pt x="105698" y="59251"/>
                </a:lnTo>
                <a:lnTo>
                  <a:pt x="109284" y="62666"/>
                </a:lnTo>
                <a:lnTo>
                  <a:pt x="100576" y="55495"/>
                </a:lnTo>
                <a:lnTo>
                  <a:pt x="104503" y="58226"/>
                </a:lnTo>
                <a:lnTo>
                  <a:pt x="94770" y="52933"/>
                </a:lnTo>
                <a:lnTo>
                  <a:pt x="99380" y="54811"/>
                </a:lnTo>
                <a:lnTo>
                  <a:pt x="88281" y="51395"/>
                </a:lnTo>
                <a:lnTo>
                  <a:pt x="93404" y="52420"/>
                </a:lnTo>
                <a:lnTo>
                  <a:pt x="81622" y="51226"/>
                </a:lnTo>
                <a:lnTo>
                  <a:pt x="86744" y="51226"/>
                </a:lnTo>
                <a:lnTo>
                  <a:pt x="74962" y="52420"/>
                </a:lnTo>
                <a:lnTo>
                  <a:pt x="80085" y="51395"/>
                </a:lnTo>
                <a:lnTo>
                  <a:pt x="68986" y="54811"/>
                </a:lnTo>
                <a:lnTo>
                  <a:pt x="73596" y="52933"/>
                </a:lnTo>
                <a:lnTo>
                  <a:pt x="63863" y="58226"/>
                </a:lnTo>
                <a:lnTo>
                  <a:pt x="67961" y="55495"/>
                </a:lnTo>
                <a:lnTo>
                  <a:pt x="59423" y="62666"/>
                </a:lnTo>
                <a:lnTo>
                  <a:pt x="62667" y="59422"/>
                </a:lnTo>
                <a:lnTo>
                  <a:pt x="55496" y="67959"/>
                </a:lnTo>
                <a:lnTo>
                  <a:pt x="58228" y="63861"/>
                </a:lnTo>
                <a:lnTo>
                  <a:pt x="52935" y="73594"/>
                </a:lnTo>
                <a:lnTo>
                  <a:pt x="54813" y="69154"/>
                </a:lnTo>
                <a:lnTo>
                  <a:pt x="51398" y="80082"/>
                </a:lnTo>
                <a:lnTo>
                  <a:pt x="52422" y="74960"/>
                </a:lnTo>
                <a:lnTo>
                  <a:pt x="51227" y="86742"/>
                </a:lnTo>
                <a:lnTo>
                  <a:pt x="51227" y="81619"/>
                </a:lnTo>
                <a:lnTo>
                  <a:pt x="52422" y="93402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90D546DA-7FAB-4556-B7EC-C64CE9B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0155" y="4047772"/>
            <a:ext cx="118846" cy="118844"/>
          </a:xfrm>
          <a:custGeom xmlns:a="http://schemas.openxmlformats.org/drawingml/2006/main">
            <a:pathLst>
              <a:path w="118846" h="118844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9" y="0"/>
                  <a:pt x="118846" y="26466"/>
                  <a:pt x="118846" y="59422"/>
                </a:cubicBezTo>
                <a:cubicBezTo>
                  <a:pt x="118846" y="92207"/>
                  <a:pt x="92209" y="118844"/>
                  <a:pt x="59423" y="118844"/>
                </a:cubicBezTo>
                <a:cubicBezTo>
                  <a:pt x="26467" y="118844"/>
                  <a:pt x="0" y="92207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A77684F5-DF04-4629-8809-7C5C24D5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70" y="4021989"/>
            <a:ext cx="170415" cy="170411"/>
          </a:xfrm>
          <a:custGeom xmlns:a="http://schemas.openxmlformats.org/drawingml/2006/main">
            <a:pathLst>
              <a:path w="170415" h="170411">
                <a:moveTo>
                  <a:pt x="0" y="85205"/>
                </a:moveTo>
                <a:lnTo>
                  <a:pt x="1707" y="68130"/>
                </a:lnTo>
                <a:lnTo>
                  <a:pt x="6831" y="52079"/>
                </a:lnTo>
                <a:lnTo>
                  <a:pt x="14514" y="37737"/>
                </a:lnTo>
                <a:lnTo>
                  <a:pt x="24931" y="25102"/>
                </a:lnTo>
                <a:lnTo>
                  <a:pt x="37737" y="14514"/>
                </a:lnTo>
                <a:lnTo>
                  <a:pt x="52081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3" y="1708"/>
                </a:lnTo>
                <a:lnTo>
                  <a:pt x="118505" y="6831"/>
                </a:lnTo>
                <a:lnTo>
                  <a:pt x="132678" y="14514"/>
                </a:lnTo>
                <a:lnTo>
                  <a:pt x="145485" y="25102"/>
                </a:lnTo>
                <a:lnTo>
                  <a:pt x="155901" y="37566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5" y="85205"/>
                </a:lnTo>
                <a:lnTo>
                  <a:pt x="168707" y="102111"/>
                </a:lnTo>
                <a:lnTo>
                  <a:pt x="163755" y="118502"/>
                </a:lnTo>
                <a:lnTo>
                  <a:pt x="155730" y="132846"/>
                </a:lnTo>
                <a:lnTo>
                  <a:pt x="145485" y="145482"/>
                </a:lnTo>
                <a:lnTo>
                  <a:pt x="132848" y="155727"/>
                </a:lnTo>
                <a:lnTo>
                  <a:pt x="118505" y="163753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1" y="163753"/>
                </a:lnTo>
                <a:lnTo>
                  <a:pt x="37567" y="155897"/>
                </a:lnTo>
                <a:lnTo>
                  <a:pt x="24931" y="145482"/>
                </a:lnTo>
                <a:lnTo>
                  <a:pt x="14514" y="132675"/>
                </a:lnTo>
                <a:lnTo>
                  <a:pt x="6831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8"/>
                </a:moveTo>
                <a:lnTo>
                  <a:pt x="51398" y="89305"/>
                </a:lnTo>
                <a:lnTo>
                  <a:pt x="54984" y="100573"/>
                </a:lnTo>
                <a:lnTo>
                  <a:pt x="53105" y="96305"/>
                </a:lnTo>
                <a:lnTo>
                  <a:pt x="58399" y="106208"/>
                </a:lnTo>
                <a:lnTo>
                  <a:pt x="55667" y="102111"/>
                </a:lnTo>
                <a:lnTo>
                  <a:pt x="63009" y="110989"/>
                </a:lnTo>
                <a:lnTo>
                  <a:pt x="59594" y="107404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9" y="115600"/>
                </a:lnTo>
                <a:lnTo>
                  <a:pt x="80938" y="119015"/>
                </a:lnTo>
                <a:lnTo>
                  <a:pt x="75816" y="117990"/>
                </a:lnTo>
                <a:lnTo>
                  <a:pt x="87598" y="119186"/>
                </a:lnTo>
                <a:lnTo>
                  <a:pt x="82817" y="119186"/>
                </a:lnTo>
                <a:lnTo>
                  <a:pt x="94599" y="117990"/>
                </a:lnTo>
                <a:lnTo>
                  <a:pt x="89647" y="119015"/>
                </a:lnTo>
                <a:lnTo>
                  <a:pt x="100917" y="115600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6" y="110989"/>
                </a:lnTo>
                <a:lnTo>
                  <a:pt x="114748" y="102111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5"/>
                </a:lnTo>
                <a:lnTo>
                  <a:pt x="119017" y="89645"/>
                </a:lnTo>
                <a:lnTo>
                  <a:pt x="117993" y="94598"/>
                </a:lnTo>
                <a:lnTo>
                  <a:pt x="119188" y="82816"/>
                </a:lnTo>
                <a:lnTo>
                  <a:pt x="119188" y="87767"/>
                </a:lnTo>
                <a:lnTo>
                  <a:pt x="117993" y="75814"/>
                </a:lnTo>
                <a:lnTo>
                  <a:pt x="119017" y="80937"/>
                </a:lnTo>
                <a:lnTo>
                  <a:pt x="115602" y="69838"/>
                </a:lnTo>
                <a:lnTo>
                  <a:pt x="117480" y="74448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6"/>
                </a:lnTo>
                <a:lnTo>
                  <a:pt x="106211" y="58398"/>
                </a:lnTo>
                <a:lnTo>
                  <a:pt x="96307" y="53104"/>
                </a:lnTo>
                <a:lnTo>
                  <a:pt x="100576" y="54983"/>
                </a:lnTo>
                <a:lnTo>
                  <a:pt x="89306" y="51397"/>
                </a:lnTo>
                <a:lnTo>
                  <a:pt x="94599" y="52421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1"/>
                </a:lnTo>
                <a:lnTo>
                  <a:pt x="81109" y="51397"/>
                </a:lnTo>
                <a:lnTo>
                  <a:pt x="70010" y="54983"/>
                </a:lnTo>
                <a:lnTo>
                  <a:pt x="74109" y="53104"/>
                </a:lnTo>
                <a:lnTo>
                  <a:pt x="64034" y="58568"/>
                </a:lnTo>
                <a:lnTo>
                  <a:pt x="68303" y="55666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7" y="68301"/>
                </a:lnTo>
                <a:lnTo>
                  <a:pt x="58570" y="64032"/>
                </a:lnTo>
                <a:lnTo>
                  <a:pt x="53105" y="74278"/>
                </a:lnTo>
                <a:lnTo>
                  <a:pt x="54984" y="70009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6"/>
                </a:lnTo>
                <a:lnTo>
                  <a:pt x="52422" y="94598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B100C3C9-C198-4B8B-A261-819F450D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850" y="4121538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467" y="0"/>
                  <a:pt x="59423" y="0"/>
                </a:cubicBezTo>
                <a:cubicBezTo>
                  <a:pt x="92209" y="0"/>
                  <a:pt x="118846" y="26466"/>
                  <a:pt x="118846" y="59422"/>
                </a:cubicBezTo>
                <a:cubicBezTo>
                  <a:pt x="118846" y="92206"/>
                  <a:pt x="92209" y="118843"/>
                  <a:pt x="59423" y="118843"/>
                </a:cubicBezTo>
                <a:cubicBezTo>
                  <a:pt x="26467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328471DB-BA94-428D-A639-65723E40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3066" y="4095754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6"/>
                </a:moveTo>
                <a:lnTo>
                  <a:pt x="1707" y="68131"/>
                </a:lnTo>
                <a:lnTo>
                  <a:pt x="6830" y="52080"/>
                </a:lnTo>
                <a:lnTo>
                  <a:pt x="14514" y="37737"/>
                </a:lnTo>
                <a:lnTo>
                  <a:pt x="24930" y="25102"/>
                </a:lnTo>
                <a:lnTo>
                  <a:pt x="37737" y="14515"/>
                </a:lnTo>
                <a:lnTo>
                  <a:pt x="52081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3" y="1708"/>
                </a:lnTo>
                <a:lnTo>
                  <a:pt x="118505" y="6831"/>
                </a:lnTo>
                <a:lnTo>
                  <a:pt x="132677" y="14515"/>
                </a:lnTo>
                <a:lnTo>
                  <a:pt x="145484" y="25102"/>
                </a:lnTo>
                <a:lnTo>
                  <a:pt x="155900" y="37566"/>
                </a:lnTo>
                <a:lnTo>
                  <a:pt x="163755" y="52080"/>
                </a:lnTo>
                <a:lnTo>
                  <a:pt x="168707" y="68302"/>
                </a:lnTo>
                <a:lnTo>
                  <a:pt x="170414" y="85206"/>
                </a:lnTo>
                <a:lnTo>
                  <a:pt x="168707" y="102111"/>
                </a:lnTo>
                <a:lnTo>
                  <a:pt x="163755" y="118502"/>
                </a:lnTo>
                <a:lnTo>
                  <a:pt x="155729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4"/>
                </a:lnTo>
                <a:lnTo>
                  <a:pt x="85207" y="170411"/>
                </a:lnTo>
                <a:lnTo>
                  <a:pt x="68132" y="168704"/>
                </a:lnTo>
                <a:lnTo>
                  <a:pt x="52081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6"/>
                </a:lnTo>
                <a:lnTo>
                  <a:pt x="6830" y="118502"/>
                </a:lnTo>
                <a:lnTo>
                  <a:pt x="1707" y="102282"/>
                </a:lnTo>
                <a:lnTo>
                  <a:pt x="0" y="85206"/>
                </a:lnTo>
                <a:moveTo>
                  <a:pt x="52422" y="94597"/>
                </a:moveTo>
                <a:lnTo>
                  <a:pt x="51398" y="89304"/>
                </a:lnTo>
                <a:lnTo>
                  <a:pt x="54983" y="100574"/>
                </a:lnTo>
                <a:lnTo>
                  <a:pt x="53105" y="96305"/>
                </a:lnTo>
                <a:lnTo>
                  <a:pt x="58398" y="106208"/>
                </a:lnTo>
                <a:lnTo>
                  <a:pt x="55666" y="102111"/>
                </a:lnTo>
                <a:lnTo>
                  <a:pt x="63009" y="110990"/>
                </a:lnTo>
                <a:lnTo>
                  <a:pt x="59594" y="107404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9" y="115600"/>
                </a:lnTo>
                <a:lnTo>
                  <a:pt x="80938" y="119015"/>
                </a:lnTo>
                <a:lnTo>
                  <a:pt x="75816" y="117990"/>
                </a:lnTo>
                <a:lnTo>
                  <a:pt x="87598" y="119186"/>
                </a:lnTo>
                <a:lnTo>
                  <a:pt x="82817" y="119186"/>
                </a:lnTo>
                <a:lnTo>
                  <a:pt x="94599" y="117990"/>
                </a:lnTo>
                <a:lnTo>
                  <a:pt x="89647" y="119015"/>
                </a:lnTo>
                <a:lnTo>
                  <a:pt x="100917" y="115600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6" y="110990"/>
                </a:lnTo>
                <a:lnTo>
                  <a:pt x="114748" y="102111"/>
                </a:lnTo>
                <a:lnTo>
                  <a:pt x="112016" y="106038"/>
                </a:lnTo>
                <a:lnTo>
                  <a:pt x="117651" y="95963"/>
                </a:lnTo>
                <a:lnTo>
                  <a:pt x="115602" y="100915"/>
                </a:lnTo>
                <a:lnTo>
                  <a:pt x="119017" y="89646"/>
                </a:lnTo>
                <a:lnTo>
                  <a:pt x="117993" y="94597"/>
                </a:lnTo>
                <a:lnTo>
                  <a:pt x="119188" y="82815"/>
                </a:lnTo>
                <a:lnTo>
                  <a:pt x="119188" y="87767"/>
                </a:lnTo>
                <a:lnTo>
                  <a:pt x="117993" y="75814"/>
                </a:lnTo>
                <a:lnTo>
                  <a:pt x="119017" y="80938"/>
                </a:lnTo>
                <a:lnTo>
                  <a:pt x="115602" y="69838"/>
                </a:lnTo>
                <a:lnTo>
                  <a:pt x="117480" y="74449"/>
                </a:lnTo>
                <a:lnTo>
                  <a:pt x="112016" y="64374"/>
                </a:lnTo>
                <a:lnTo>
                  <a:pt x="114748" y="68302"/>
                </a:lnTo>
                <a:lnTo>
                  <a:pt x="107406" y="59593"/>
                </a:lnTo>
                <a:lnTo>
                  <a:pt x="110821" y="63008"/>
                </a:lnTo>
                <a:lnTo>
                  <a:pt x="102112" y="55666"/>
                </a:lnTo>
                <a:lnTo>
                  <a:pt x="106210" y="58397"/>
                </a:lnTo>
                <a:lnTo>
                  <a:pt x="96306" y="53104"/>
                </a:lnTo>
                <a:lnTo>
                  <a:pt x="100575" y="54983"/>
                </a:lnTo>
                <a:lnTo>
                  <a:pt x="89305" y="51397"/>
                </a:lnTo>
                <a:lnTo>
                  <a:pt x="94599" y="52422"/>
                </a:lnTo>
                <a:lnTo>
                  <a:pt x="82817" y="51226"/>
                </a:lnTo>
                <a:lnTo>
                  <a:pt x="87598" y="51226"/>
                </a:lnTo>
                <a:lnTo>
                  <a:pt x="75816" y="52422"/>
                </a:lnTo>
                <a:lnTo>
                  <a:pt x="81109" y="51397"/>
                </a:lnTo>
                <a:lnTo>
                  <a:pt x="70010" y="54983"/>
                </a:lnTo>
                <a:lnTo>
                  <a:pt x="74108" y="53104"/>
                </a:lnTo>
                <a:lnTo>
                  <a:pt x="64033" y="58568"/>
                </a:lnTo>
                <a:lnTo>
                  <a:pt x="68303" y="55666"/>
                </a:lnTo>
                <a:lnTo>
                  <a:pt x="59594" y="63008"/>
                </a:lnTo>
                <a:lnTo>
                  <a:pt x="63009" y="59593"/>
                </a:lnTo>
                <a:lnTo>
                  <a:pt x="55666" y="68302"/>
                </a:lnTo>
                <a:lnTo>
                  <a:pt x="58569" y="64032"/>
                </a:lnTo>
                <a:lnTo>
                  <a:pt x="53105" y="74278"/>
                </a:lnTo>
                <a:lnTo>
                  <a:pt x="54983" y="70009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C054192E-D83F-46DB-8533-E12D1165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38" y="3617477"/>
            <a:ext cx="116797" cy="116795"/>
          </a:xfrm>
          <a:custGeom xmlns:a="http://schemas.openxmlformats.org/drawingml/2006/main">
            <a:pathLst>
              <a:path w="116797" h="116795">
                <a:moveTo>
                  <a:pt x="0" y="58398"/>
                </a:moveTo>
                <a:cubicBezTo>
                  <a:pt x="0" y="26125"/>
                  <a:pt x="26143" y="0"/>
                  <a:pt x="58399" y="0"/>
                </a:cubicBezTo>
                <a:cubicBezTo>
                  <a:pt x="90654" y="0"/>
                  <a:pt x="116797" y="26125"/>
                  <a:pt x="116797" y="58398"/>
                </a:cubicBezTo>
                <a:cubicBezTo>
                  <a:pt x="116797" y="90499"/>
                  <a:pt x="90654" y="116795"/>
                  <a:pt x="58399" y="116795"/>
                </a:cubicBezTo>
                <a:cubicBezTo>
                  <a:pt x="26143" y="116795"/>
                  <a:pt x="0" y="90499"/>
                  <a:pt x="0" y="583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17804C47-07C7-438E-9D23-ED83BBB6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691" y="3591692"/>
            <a:ext cx="168263" cy="168363"/>
          </a:xfrm>
          <a:custGeom xmlns:a="http://schemas.openxmlformats.org/drawingml/2006/main">
            <a:pathLst>
              <a:path w="168263" h="168363">
                <a:moveTo>
                  <a:pt x="0" y="84182"/>
                </a:moveTo>
                <a:lnTo>
                  <a:pt x="1656" y="67277"/>
                </a:lnTo>
                <a:lnTo>
                  <a:pt x="6660" y="51397"/>
                </a:lnTo>
                <a:lnTo>
                  <a:pt x="14446" y="37055"/>
                </a:lnTo>
                <a:lnTo>
                  <a:pt x="24708" y="24760"/>
                </a:lnTo>
                <a:lnTo>
                  <a:pt x="36986" y="14515"/>
                </a:lnTo>
                <a:lnTo>
                  <a:pt x="51278" y="6660"/>
                </a:lnTo>
                <a:lnTo>
                  <a:pt x="67210" y="1708"/>
                </a:lnTo>
                <a:lnTo>
                  <a:pt x="84132" y="0"/>
                </a:lnTo>
                <a:lnTo>
                  <a:pt x="101053" y="1708"/>
                </a:lnTo>
                <a:lnTo>
                  <a:pt x="116985" y="6660"/>
                </a:lnTo>
                <a:lnTo>
                  <a:pt x="131192" y="14515"/>
                </a:lnTo>
                <a:lnTo>
                  <a:pt x="143708" y="24760"/>
                </a:lnTo>
                <a:lnTo>
                  <a:pt x="153868" y="37226"/>
                </a:lnTo>
                <a:lnTo>
                  <a:pt x="161604" y="51397"/>
                </a:lnTo>
                <a:lnTo>
                  <a:pt x="166607" y="67277"/>
                </a:lnTo>
                <a:lnTo>
                  <a:pt x="168263" y="84182"/>
                </a:lnTo>
                <a:lnTo>
                  <a:pt x="166607" y="101087"/>
                </a:lnTo>
                <a:lnTo>
                  <a:pt x="161604" y="117138"/>
                </a:lnTo>
                <a:lnTo>
                  <a:pt x="153920" y="131139"/>
                </a:lnTo>
                <a:lnTo>
                  <a:pt x="143708" y="143775"/>
                </a:lnTo>
                <a:lnTo>
                  <a:pt x="131089" y="154020"/>
                </a:lnTo>
                <a:lnTo>
                  <a:pt x="116985" y="161703"/>
                </a:lnTo>
                <a:lnTo>
                  <a:pt x="101053" y="166655"/>
                </a:lnTo>
                <a:lnTo>
                  <a:pt x="84132" y="168363"/>
                </a:lnTo>
                <a:lnTo>
                  <a:pt x="67210" y="166655"/>
                </a:lnTo>
                <a:lnTo>
                  <a:pt x="51278" y="161703"/>
                </a:lnTo>
                <a:lnTo>
                  <a:pt x="37088" y="154020"/>
                </a:lnTo>
                <a:lnTo>
                  <a:pt x="24708" y="143775"/>
                </a:lnTo>
                <a:lnTo>
                  <a:pt x="14395" y="131309"/>
                </a:lnTo>
                <a:lnTo>
                  <a:pt x="6660" y="117138"/>
                </a:lnTo>
                <a:lnTo>
                  <a:pt x="1656" y="101087"/>
                </a:lnTo>
                <a:lnTo>
                  <a:pt x="0" y="84182"/>
                </a:lnTo>
                <a:moveTo>
                  <a:pt x="52371" y="93402"/>
                </a:moveTo>
                <a:lnTo>
                  <a:pt x="51329" y="88280"/>
                </a:lnTo>
                <a:lnTo>
                  <a:pt x="54778" y="99379"/>
                </a:lnTo>
                <a:lnTo>
                  <a:pt x="52832" y="94769"/>
                </a:lnTo>
                <a:lnTo>
                  <a:pt x="58211" y="104672"/>
                </a:lnTo>
                <a:lnTo>
                  <a:pt x="55496" y="100574"/>
                </a:lnTo>
                <a:lnTo>
                  <a:pt x="62667" y="109282"/>
                </a:lnTo>
                <a:lnTo>
                  <a:pt x="59150" y="105696"/>
                </a:lnTo>
                <a:lnTo>
                  <a:pt x="67722" y="112868"/>
                </a:lnTo>
                <a:lnTo>
                  <a:pt x="63743" y="110136"/>
                </a:lnTo>
                <a:lnTo>
                  <a:pt x="73596" y="115429"/>
                </a:lnTo>
                <a:lnTo>
                  <a:pt x="69003" y="113551"/>
                </a:lnTo>
                <a:lnTo>
                  <a:pt x="80016" y="116967"/>
                </a:lnTo>
                <a:lnTo>
                  <a:pt x="74842" y="115942"/>
                </a:lnTo>
                <a:lnTo>
                  <a:pt x="86625" y="117138"/>
                </a:lnTo>
                <a:lnTo>
                  <a:pt x="81638" y="117138"/>
                </a:lnTo>
                <a:lnTo>
                  <a:pt x="93421" y="115942"/>
                </a:lnTo>
                <a:lnTo>
                  <a:pt x="88247" y="116967"/>
                </a:lnTo>
                <a:lnTo>
                  <a:pt x="99261" y="113551"/>
                </a:lnTo>
                <a:lnTo>
                  <a:pt x="94667" y="115429"/>
                </a:lnTo>
                <a:lnTo>
                  <a:pt x="104520" y="110136"/>
                </a:lnTo>
                <a:lnTo>
                  <a:pt x="100678" y="112697"/>
                </a:lnTo>
                <a:lnTo>
                  <a:pt x="109386" y="105696"/>
                </a:lnTo>
                <a:lnTo>
                  <a:pt x="105579" y="109453"/>
                </a:lnTo>
                <a:lnTo>
                  <a:pt x="112631" y="100745"/>
                </a:lnTo>
                <a:lnTo>
                  <a:pt x="110052" y="104672"/>
                </a:lnTo>
                <a:lnTo>
                  <a:pt x="115431" y="94769"/>
                </a:lnTo>
                <a:lnTo>
                  <a:pt x="113484" y="99379"/>
                </a:lnTo>
                <a:lnTo>
                  <a:pt x="116934" y="88280"/>
                </a:lnTo>
                <a:lnTo>
                  <a:pt x="115892" y="93402"/>
                </a:lnTo>
                <a:lnTo>
                  <a:pt x="117036" y="81620"/>
                </a:lnTo>
                <a:lnTo>
                  <a:pt x="117036" y="86743"/>
                </a:lnTo>
                <a:lnTo>
                  <a:pt x="115892" y="74961"/>
                </a:lnTo>
                <a:lnTo>
                  <a:pt x="116934" y="80083"/>
                </a:lnTo>
                <a:lnTo>
                  <a:pt x="113484" y="69156"/>
                </a:lnTo>
                <a:lnTo>
                  <a:pt x="115431" y="73595"/>
                </a:lnTo>
                <a:lnTo>
                  <a:pt x="110052" y="63863"/>
                </a:lnTo>
                <a:lnTo>
                  <a:pt x="112750" y="67790"/>
                </a:lnTo>
                <a:lnTo>
                  <a:pt x="105698" y="59252"/>
                </a:lnTo>
                <a:lnTo>
                  <a:pt x="109216" y="62667"/>
                </a:lnTo>
                <a:lnTo>
                  <a:pt x="100507" y="55495"/>
                </a:lnTo>
                <a:lnTo>
                  <a:pt x="104520" y="58228"/>
                </a:lnTo>
                <a:lnTo>
                  <a:pt x="94667" y="52935"/>
                </a:lnTo>
                <a:lnTo>
                  <a:pt x="99261" y="54812"/>
                </a:lnTo>
                <a:lnTo>
                  <a:pt x="88247" y="51397"/>
                </a:lnTo>
                <a:lnTo>
                  <a:pt x="93421" y="52422"/>
                </a:lnTo>
                <a:lnTo>
                  <a:pt x="81638" y="51226"/>
                </a:lnTo>
                <a:lnTo>
                  <a:pt x="86625" y="51226"/>
                </a:lnTo>
                <a:lnTo>
                  <a:pt x="74842" y="52422"/>
                </a:lnTo>
                <a:lnTo>
                  <a:pt x="80016" y="51397"/>
                </a:lnTo>
                <a:lnTo>
                  <a:pt x="69003" y="54812"/>
                </a:lnTo>
                <a:lnTo>
                  <a:pt x="73596" y="52935"/>
                </a:lnTo>
                <a:lnTo>
                  <a:pt x="63743" y="58228"/>
                </a:lnTo>
                <a:lnTo>
                  <a:pt x="67893" y="55495"/>
                </a:lnTo>
                <a:lnTo>
                  <a:pt x="59321" y="62667"/>
                </a:lnTo>
                <a:lnTo>
                  <a:pt x="62548" y="59423"/>
                </a:lnTo>
                <a:lnTo>
                  <a:pt x="55376" y="67961"/>
                </a:lnTo>
                <a:lnTo>
                  <a:pt x="58211" y="63863"/>
                </a:lnTo>
                <a:lnTo>
                  <a:pt x="52832" y="73595"/>
                </a:lnTo>
                <a:lnTo>
                  <a:pt x="54778" y="69156"/>
                </a:lnTo>
                <a:lnTo>
                  <a:pt x="51329" y="80083"/>
                </a:lnTo>
                <a:lnTo>
                  <a:pt x="52371" y="74961"/>
                </a:lnTo>
                <a:lnTo>
                  <a:pt x="51227" y="86743"/>
                </a:lnTo>
                <a:lnTo>
                  <a:pt x="51227" y="81620"/>
                </a:lnTo>
                <a:lnTo>
                  <a:pt x="52371" y="93402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16B83270-DD1A-4BF7-BC9C-4A02B3C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1791" y="3459701"/>
            <a:ext cx="118847" cy="118844"/>
          </a:xfrm>
          <a:custGeom xmlns:a="http://schemas.openxmlformats.org/drawingml/2006/main">
            <a:pathLst>
              <a:path w="118847" h="118844">
                <a:moveTo>
                  <a:pt x="0" y="59422"/>
                </a:moveTo>
                <a:cubicBezTo>
                  <a:pt x="0" y="26466"/>
                  <a:pt x="26638" y="0"/>
                  <a:pt x="59593" y="0"/>
                </a:cubicBezTo>
                <a:cubicBezTo>
                  <a:pt x="92379" y="0"/>
                  <a:pt x="118847" y="26466"/>
                  <a:pt x="118847" y="59422"/>
                </a:cubicBezTo>
                <a:cubicBezTo>
                  <a:pt x="118847" y="92207"/>
                  <a:pt x="92379" y="118844"/>
                  <a:pt x="59593" y="118844"/>
                </a:cubicBezTo>
                <a:cubicBezTo>
                  <a:pt x="26638" y="118844"/>
                  <a:pt x="0" y="92207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1EA66CC-FE51-416B-80C8-901B8EF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177" y="3433917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0"/>
                </a:lnTo>
                <a:lnTo>
                  <a:pt x="6830" y="52079"/>
                </a:lnTo>
                <a:lnTo>
                  <a:pt x="14514" y="37737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1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3" y="1708"/>
                </a:lnTo>
                <a:lnTo>
                  <a:pt x="118505" y="6831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900" y="37566"/>
                </a:lnTo>
                <a:lnTo>
                  <a:pt x="163755" y="52079"/>
                </a:lnTo>
                <a:lnTo>
                  <a:pt x="168707" y="68301"/>
                </a:lnTo>
                <a:lnTo>
                  <a:pt x="170414" y="85205"/>
                </a:lnTo>
                <a:lnTo>
                  <a:pt x="168707" y="102111"/>
                </a:lnTo>
                <a:lnTo>
                  <a:pt x="163755" y="118502"/>
                </a:lnTo>
                <a:lnTo>
                  <a:pt x="155730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3"/>
                </a:lnTo>
                <a:lnTo>
                  <a:pt x="85207" y="170411"/>
                </a:lnTo>
                <a:lnTo>
                  <a:pt x="68132" y="168703"/>
                </a:lnTo>
                <a:lnTo>
                  <a:pt x="52081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5"/>
                </a:lnTo>
                <a:lnTo>
                  <a:pt x="6830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8" y="89304"/>
                </a:lnTo>
                <a:lnTo>
                  <a:pt x="54984" y="100573"/>
                </a:lnTo>
                <a:lnTo>
                  <a:pt x="53105" y="96305"/>
                </a:lnTo>
                <a:lnTo>
                  <a:pt x="58399" y="106208"/>
                </a:lnTo>
                <a:lnTo>
                  <a:pt x="55666" y="102111"/>
                </a:lnTo>
                <a:lnTo>
                  <a:pt x="63008" y="110989"/>
                </a:lnTo>
                <a:lnTo>
                  <a:pt x="59593" y="107404"/>
                </a:lnTo>
                <a:lnTo>
                  <a:pt x="68303" y="114746"/>
                </a:lnTo>
                <a:lnTo>
                  <a:pt x="64205" y="112014"/>
                </a:lnTo>
                <a:lnTo>
                  <a:pt x="74450" y="117478"/>
                </a:lnTo>
                <a:lnTo>
                  <a:pt x="69669" y="115599"/>
                </a:lnTo>
                <a:lnTo>
                  <a:pt x="80938" y="119015"/>
                </a:lnTo>
                <a:lnTo>
                  <a:pt x="75815" y="117990"/>
                </a:lnTo>
                <a:lnTo>
                  <a:pt x="87598" y="119186"/>
                </a:lnTo>
                <a:lnTo>
                  <a:pt x="82817" y="119186"/>
                </a:lnTo>
                <a:lnTo>
                  <a:pt x="94599" y="117990"/>
                </a:lnTo>
                <a:lnTo>
                  <a:pt x="89647" y="119015"/>
                </a:lnTo>
                <a:lnTo>
                  <a:pt x="100917" y="115599"/>
                </a:lnTo>
                <a:lnTo>
                  <a:pt x="95964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6" y="110989"/>
                </a:lnTo>
                <a:lnTo>
                  <a:pt x="114748" y="102111"/>
                </a:lnTo>
                <a:lnTo>
                  <a:pt x="112016" y="106037"/>
                </a:lnTo>
                <a:lnTo>
                  <a:pt x="117650" y="95963"/>
                </a:lnTo>
                <a:lnTo>
                  <a:pt x="115602" y="100915"/>
                </a:lnTo>
                <a:lnTo>
                  <a:pt x="119018" y="89645"/>
                </a:lnTo>
                <a:lnTo>
                  <a:pt x="117992" y="94597"/>
                </a:lnTo>
                <a:lnTo>
                  <a:pt x="119188" y="82815"/>
                </a:lnTo>
                <a:lnTo>
                  <a:pt x="119188" y="87766"/>
                </a:lnTo>
                <a:lnTo>
                  <a:pt x="117992" y="75814"/>
                </a:lnTo>
                <a:lnTo>
                  <a:pt x="119018" y="80937"/>
                </a:lnTo>
                <a:lnTo>
                  <a:pt x="115602" y="69838"/>
                </a:lnTo>
                <a:lnTo>
                  <a:pt x="117479" y="74449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6" y="59593"/>
                </a:lnTo>
                <a:lnTo>
                  <a:pt x="110821" y="63007"/>
                </a:lnTo>
                <a:lnTo>
                  <a:pt x="102112" y="55665"/>
                </a:lnTo>
                <a:lnTo>
                  <a:pt x="106211" y="58398"/>
                </a:lnTo>
                <a:lnTo>
                  <a:pt x="96306" y="53105"/>
                </a:lnTo>
                <a:lnTo>
                  <a:pt x="100576" y="54983"/>
                </a:lnTo>
                <a:lnTo>
                  <a:pt x="89306" y="51396"/>
                </a:lnTo>
                <a:lnTo>
                  <a:pt x="94599" y="52421"/>
                </a:lnTo>
                <a:lnTo>
                  <a:pt x="82817" y="51225"/>
                </a:lnTo>
                <a:lnTo>
                  <a:pt x="87598" y="51225"/>
                </a:lnTo>
                <a:lnTo>
                  <a:pt x="75815" y="52421"/>
                </a:lnTo>
                <a:lnTo>
                  <a:pt x="81109" y="51396"/>
                </a:lnTo>
                <a:lnTo>
                  <a:pt x="70010" y="54983"/>
                </a:lnTo>
                <a:lnTo>
                  <a:pt x="74109" y="53105"/>
                </a:lnTo>
                <a:lnTo>
                  <a:pt x="64034" y="58568"/>
                </a:lnTo>
                <a:lnTo>
                  <a:pt x="68303" y="55665"/>
                </a:lnTo>
                <a:lnTo>
                  <a:pt x="59593" y="63007"/>
                </a:lnTo>
                <a:lnTo>
                  <a:pt x="63008" y="59593"/>
                </a:lnTo>
                <a:lnTo>
                  <a:pt x="55666" y="68301"/>
                </a:lnTo>
                <a:lnTo>
                  <a:pt x="58570" y="64032"/>
                </a:lnTo>
                <a:lnTo>
                  <a:pt x="53105" y="74278"/>
                </a:lnTo>
                <a:lnTo>
                  <a:pt x="54984" y="70009"/>
                </a:lnTo>
                <a:lnTo>
                  <a:pt x="51398" y="81108"/>
                </a:lnTo>
                <a:lnTo>
                  <a:pt x="52422" y="75814"/>
                </a:lnTo>
                <a:lnTo>
                  <a:pt x="51227" y="87766"/>
                </a:lnTo>
                <a:lnTo>
                  <a:pt x="51227" y="82815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6E6D8667-A85B-47B4-BA90-4733915A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8455" y="3383887"/>
            <a:ext cx="118846" cy="118844"/>
          </a:xfrm>
          <a:custGeom xmlns:a="http://schemas.openxmlformats.org/drawingml/2006/main">
            <a:pathLst>
              <a:path w="118846" h="118844">
                <a:moveTo>
                  <a:pt x="0" y="59422"/>
                </a:moveTo>
                <a:cubicBezTo>
                  <a:pt x="0" y="26466"/>
                  <a:pt x="26638" y="0"/>
                  <a:pt x="59593" y="0"/>
                </a:cubicBezTo>
                <a:cubicBezTo>
                  <a:pt x="92379" y="0"/>
                  <a:pt x="118846" y="26466"/>
                  <a:pt x="118846" y="59422"/>
                </a:cubicBezTo>
                <a:cubicBezTo>
                  <a:pt x="118846" y="92207"/>
                  <a:pt x="92379" y="118844"/>
                  <a:pt x="59593" y="118844"/>
                </a:cubicBezTo>
                <a:cubicBezTo>
                  <a:pt x="26638" y="118844"/>
                  <a:pt x="0" y="92207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04FECF88-137C-4CBB-98A2-19DFB971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2842" y="3358103"/>
            <a:ext cx="170414" cy="170411"/>
          </a:xfrm>
          <a:custGeom xmlns:a="http://schemas.openxmlformats.org/drawingml/2006/main">
            <a:pathLst>
              <a:path w="170414" h="170411">
                <a:moveTo>
                  <a:pt x="0" y="85205"/>
                </a:moveTo>
                <a:lnTo>
                  <a:pt x="1707" y="68130"/>
                </a:lnTo>
                <a:lnTo>
                  <a:pt x="6830" y="52080"/>
                </a:lnTo>
                <a:lnTo>
                  <a:pt x="14514" y="37737"/>
                </a:lnTo>
                <a:lnTo>
                  <a:pt x="24930" y="25101"/>
                </a:lnTo>
                <a:lnTo>
                  <a:pt x="37737" y="14514"/>
                </a:lnTo>
                <a:lnTo>
                  <a:pt x="52080" y="6831"/>
                </a:lnTo>
                <a:lnTo>
                  <a:pt x="68132" y="1708"/>
                </a:lnTo>
                <a:lnTo>
                  <a:pt x="85207" y="0"/>
                </a:lnTo>
                <a:lnTo>
                  <a:pt x="102283" y="1708"/>
                </a:lnTo>
                <a:lnTo>
                  <a:pt x="118505" y="6831"/>
                </a:lnTo>
                <a:lnTo>
                  <a:pt x="132677" y="14514"/>
                </a:lnTo>
                <a:lnTo>
                  <a:pt x="145484" y="25101"/>
                </a:lnTo>
                <a:lnTo>
                  <a:pt x="155899" y="37566"/>
                </a:lnTo>
                <a:lnTo>
                  <a:pt x="163755" y="52080"/>
                </a:lnTo>
                <a:lnTo>
                  <a:pt x="168706" y="68301"/>
                </a:lnTo>
                <a:lnTo>
                  <a:pt x="170414" y="85205"/>
                </a:lnTo>
                <a:lnTo>
                  <a:pt x="168706" y="102111"/>
                </a:lnTo>
                <a:lnTo>
                  <a:pt x="163755" y="118502"/>
                </a:lnTo>
                <a:lnTo>
                  <a:pt x="155730" y="132846"/>
                </a:lnTo>
                <a:lnTo>
                  <a:pt x="145484" y="145482"/>
                </a:lnTo>
                <a:lnTo>
                  <a:pt x="132848" y="155726"/>
                </a:lnTo>
                <a:lnTo>
                  <a:pt x="118505" y="163752"/>
                </a:lnTo>
                <a:lnTo>
                  <a:pt x="102112" y="168703"/>
                </a:lnTo>
                <a:lnTo>
                  <a:pt x="85207" y="170411"/>
                </a:lnTo>
                <a:lnTo>
                  <a:pt x="68132" y="168703"/>
                </a:lnTo>
                <a:lnTo>
                  <a:pt x="52080" y="163752"/>
                </a:lnTo>
                <a:lnTo>
                  <a:pt x="37566" y="155897"/>
                </a:lnTo>
                <a:lnTo>
                  <a:pt x="24930" y="145482"/>
                </a:lnTo>
                <a:lnTo>
                  <a:pt x="14514" y="132675"/>
                </a:lnTo>
                <a:lnTo>
                  <a:pt x="6830" y="118502"/>
                </a:lnTo>
                <a:lnTo>
                  <a:pt x="1707" y="102281"/>
                </a:lnTo>
                <a:lnTo>
                  <a:pt x="0" y="85205"/>
                </a:lnTo>
                <a:moveTo>
                  <a:pt x="52422" y="94597"/>
                </a:moveTo>
                <a:lnTo>
                  <a:pt x="51397" y="89304"/>
                </a:lnTo>
                <a:lnTo>
                  <a:pt x="54983" y="100573"/>
                </a:lnTo>
                <a:lnTo>
                  <a:pt x="53105" y="96305"/>
                </a:lnTo>
                <a:lnTo>
                  <a:pt x="58398" y="106208"/>
                </a:lnTo>
                <a:lnTo>
                  <a:pt x="55666" y="102111"/>
                </a:lnTo>
                <a:lnTo>
                  <a:pt x="63009" y="110989"/>
                </a:lnTo>
                <a:lnTo>
                  <a:pt x="59594" y="107404"/>
                </a:lnTo>
                <a:lnTo>
                  <a:pt x="68303" y="114746"/>
                </a:lnTo>
                <a:lnTo>
                  <a:pt x="64204" y="112014"/>
                </a:lnTo>
                <a:lnTo>
                  <a:pt x="74450" y="117478"/>
                </a:lnTo>
                <a:lnTo>
                  <a:pt x="69668" y="115599"/>
                </a:lnTo>
                <a:lnTo>
                  <a:pt x="80938" y="119015"/>
                </a:lnTo>
                <a:lnTo>
                  <a:pt x="75816" y="117990"/>
                </a:lnTo>
                <a:lnTo>
                  <a:pt x="87597" y="119186"/>
                </a:lnTo>
                <a:lnTo>
                  <a:pt x="82816" y="119186"/>
                </a:lnTo>
                <a:lnTo>
                  <a:pt x="94598" y="117990"/>
                </a:lnTo>
                <a:lnTo>
                  <a:pt x="89647" y="119015"/>
                </a:lnTo>
                <a:lnTo>
                  <a:pt x="100916" y="115599"/>
                </a:lnTo>
                <a:lnTo>
                  <a:pt x="95965" y="117649"/>
                </a:lnTo>
                <a:lnTo>
                  <a:pt x="106040" y="112014"/>
                </a:lnTo>
                <a:lnTo>
                  <a:pt x="102112" y="114746"/>
                </a:lnTo>
                <a:lnTo>
                  <a:pt x="110821" y="107404"/>
                </a:lnTo>
                <a:lnTo>
                  <a:pt x="107405" y="110989"/>
                </a:lnTo>
                <a:lnTo>
                  <a:pt x="114748" y="102111"/>
                </a:lnTo>
                <a:lnTo>
                  <a:pt x="112016" y="106037"/>
                </a:lnTo>
                <a:lnTo>
                  <a:pt x="117651" y="95963"/>
                </a:lnTo>
                <a:lnTo>
                  <a:pt x="115602" y="100915"/>
                </a:lnTo>
                <a:lnTo>
                  <a:pt x="119017" y="89645"/>
                </a:lnTo>
                <a:lnTo>
                  <a:pt x="117992" y="94597"/>
                </a:lnTo>
                <a:lnTo>
                  <a:pt x="119187" y="82816"/>
                </a:lnTo>
                <a:lnTo>
                  <a:pt x="119187" y="87767"/>
                </a:lnTo>
                <a:lnTo>
                  <a:pt x="117992" y="75814"/>
                </a:lnTo>
                <a:lnTo>
                  <a:pt x="119017" y="80937"/>
                </a:lnTo>
                <a:lnTo>
                  <a:pt x="115602" y="69838"/>
                </a:lnTo>
                <a:lnTo>
                  <a:pt x="117480" y="74449"/>
                </a:lnTo>
                <a:lnTo>
                  <a:pt x="112016" y="64374"/>
                </a:lnTo>
                <a:lnTo>
                  <a:pt x="114748" y="68301"/>
                </a:lnTo>
                <a:lnTo>
                  <a:pt x="107405" y="59593"/>
                </a:lnTo>
                <a:lnTo>
                  <a:pt x="110821" y="63007"/>
                </a:lnTo>
                <a:lnTo>
                  <a:pt x="102112" y="55666"/>
                </a:lnTo>
                <a:lnTo>
                  <a:pt x="106211" y="58398"/>
                </a:lnTo>
                <a:lnTo>
                  <a:pt x="96306" y="53105"/>
                </a:lnTo>
                <a:lnTo>
                  <a:pt x="100575" y="54983"/>
                </a:lnTo>
                <a:lnTo>
                  <a:pt x="89305" y="51396"/>
                </a:lnTo>
                <a:lnTo>
                  <a:pt x="94598" y="52421"/>
                </a:lnTo>
                <a:lnTo>
                  <a:pt x="82816" y="51225"/>
                </a:lnTo>
                <a:lnTo>
                  <a:pt x="87597" y="51225"/>
                </a:lnTo>
                <a:lnTo>
                  <a:pt x="75816" y="52421"/>
                </a:lnTo>
                <a:lnTo>
                  <a:pt x="81109" y="51396"/>
                </a:lnTo>
                <a:lnTo>
                  <a:pt x="70010" y="54983"/>
                </a:lnTo>
                <a:lnTo>
                  <a:pt x="74108" y="53105"/>
                </a:lnTo>
                <a:lnTo>
                  <a:pt x="64033" y="58568"/>
                </a:lnTo>
                <a:lnTo>
                  <a:pt x="68303" y="55666"/>
                </a:lnTo>
                <a:lnTo>
                  <a:pt x="59594" y="63007"/>
                </a:lnTo>
                <a:lnTo>
                  <a:pt x="63009" y="59593"/>
                </a:lnTo>
                <a:lnTo>
                  <a:pt x="55666" y="68301"/>
                </a:lnTo>
                <a:lnTo>
                  <a:pt x="58569" y="64032"/>
                </a:lnTo>
                <a:lnTo>
                  <a:pt x="53105" y="74278"/>
                </a:lnTo>
                <a:lnTo>
                  <a:pt x="54983" y="70009"/>
                </a:lnTo>
                <a:lnTo>
                  <a:pt x="51397" y="81108"/>
                </a:lnTo>
                <a:lnTo>
                  <a:pt x="52422" y="75814"/>
                </a:lnTo>
                <a:lnTo>
                  <a:pt x="51227" y="87767"/>
                </a:lnTo>
                <a:lnTo>
                  <a:pt x="51227" y="82816"/>
                </a:lnTo>
                <a:lnTo>
                  <a:pt x="52422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800CDF0D-4A8E-4E8D-86B3-2778AA83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7113" y="3206987"/>
            <a:ext cx="219935" cy="109794"/>
          </a:xfrm>
          <a:custGeom xmlns:a="http://schemas.openxmlformats.org/drawingml/2006/main">
            <a:pathLst>
              <a:path w="219935" h="109794">
                <a:moveTo>
                  <a:pt x="0" y="44225"/>
                </a:moveTo>
                <a:lnTo>
                  <a:pt x="199785" y="44225"/>
                </a:lnTo>
                <a:lnTo>
                  <a:pt x="199785" y="65569"/>
                </a:lnTo>
                <a:lnTo>
                  <a:pt x="0" y="65569"/>
                </a:lnTo>
                <a:close/>
                <a:moveTo>
                  <a:pt x="137118" y="106720"/>
                </a:moveTo>
                <a:lnTo>
                  <a:pt x="219935" y="54982"/>
                </a:lnTo>
                <a:lnTo>
                  <a:pt x="137118" y="3245"/>
                </a:lnTo>
                <a:cubicBezTo>
                  <a:pt x="132165" y="0"/>
                  <a:pt x="125677" y="1537"/>
                  <a:pt x="122433" y="6489"/>
                </a:cubicBezTo>
                <a:cubicBezTo>
                  <a:pt x="119359" y="11611"/>
                  <a:pt x="120895" y="18100"/>
                  <a:pt x="125848" y="21344"/>
                </a:cubicBezTo>
                <a:lnTo>
                  <a:pt x="194150" y="64032"/>
                </a:lnTo>
                <a:lnTo>
                  <a:pt x="194150" y="45933"/>
                </a:lnTo>
                <a:lnTo>
                  <a:pt x="125848" y="88621"/>
                </a:lnTo>
                <a:cubicBezTo>
                  <a:pt x="120895" y="91694"/>
                  <a:pt x="119359" y="98183"/>
                  <a:pt x="122433" y="103305"/>
                </a:cubicBezTo>
                <a:cubicBezTo>
                  <a:pt x="125677" y="108257"/>
                  <a:pt x="132165" y="109794"/>
                  <a:pt x="137118" y="106720"/>
                </a:cubicBez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F9EF31C0-AF1A-4EE5-A305-82918D99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8265" y="11335028"/>
            <a:ext cx="310947" cy="178351"/>
          </a:xfrm>
          <a:custGeom xmlns:a="http://schemas.openxmlformats.org/drawingml/2006/main">
            <a:pathLst>
              <a:path w="310947" h="178351">
                <a:moveTo>
                  <a:pt x="0" y="69974"/>
                </a:moveTo>
                <a:lnTo>
                  <a:pt x="272868" y="69974"/>
                </a:lnTo>
                <a:lnTo>
                  <a:pt x="272868" y="108394"/>
                </a:lnTo>
                <a:lnTo>
                  <a:pt x="0" y="108394"/>
                </a:lnTo>
                <a:close/>
                <a:moveTo>
                  <a:pt x="167341" y="5362"/>
                </a:moveTo>
                <a:lnTo>
                  <a:pt x="310947" y="89184"/>
                </a:lnTo>
                <a:lnTo>
                  <a:pt x="167341" y="173007"/>
                </a:lnTo>
                <a:cubicBezTo>
                  <a:pt x="158120" y="178351"/>
                  <a:pt x="146338" y="175261"/>
                  <a:pt x="141045" y="166091"/>
                </a:cubicBezTo>
                <a:cubicBezTo>
                  <a:pt x="135751" y="156922"/>
                  <a:pt x="138825" y="145174"/>
                  <a:pt x="147875" y="139830"/>
                </a:cubicBezTo>
                <a:lnTo>
                  <a:pt x="263135" y="72587"/>
                </a:lnTo>
                <a:lnTo>
                  <a:pt x="263135" y="105781"/>
                </a:lnTo>
                <a:lnTo>
                  <a:pt x="147875" y="38539"/>
                </a:lnTo>
                <a:cubicBezTo>
                  <a:pt x="138825" y="33194"/>
                  <a:pt x="135751" y="21430"/>
                  <a:pt x="141045" y="12260"/>
                </a:cubicBezTo>
                <a:cubicBezTo>
                  <a:pt x="146338" y="3108"/>
                  <a:pt x="158120" y="0"/>
                  <a:pt x="167341" y="5362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40AD71F6-9DE8-49FB-8A90-160996BE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8265" y="12054237"/>
            <a:ext cx="310947" cy="178351"/>
          </a:xfrm>
          <a:custGeom xmlns:a="http://schemas.openxmlformats.org/drawingml/2006/main">
            <a:pathLst>
              <a:path w="310947" h="178351">
                <a:moveTo>
                  <a:pt x="0" y="69974"/>
                </a:moveTo>
                <a:lnTo>
                  <a:pt x="272868" y="69974"/>
                </a:lnTo>
                <a:lnTo>
                  <a:pt x="272868" y="108394"/>
                </a:lnTo>
                <a:lnTo>
                  <a:pt x="0" y="108394"/>
                </a:lnTo>
                <a:close/>
                <a:moveTo>
                  <a:pt x="167341" y="5362"/>
                </a:moveTo>
                <a:lnTo>
                  <a:pt x="310947" y="89184"/>
                </a:lnTo>
                <a:lnTo>
                  <a:pt x="167341" y="173007"/>
                </a:lnTo>
                <a:cubicBezTo>
                  <a:pt x="158120" y="178351"/>
                  <a:pt x="146338" y="175261"/>
                  <a:pt x="141045" y="166091"/>
                </a:cubicBezTo>
                <a:cubicBezTo>
                  <a:pt x="135751" y="156922"/>
                  <a:pt x="138825" y="145174"/>
                  <a:pt x="147875" y="139830"/>
                </a:cubicBezTo>
                <a:lnTo>
                  <a:pt x="263135" y="72587"/>
                </a:lnTo>
                <a:lnTo>
                  <a:pt x="263135" y="105781"/>
                </a:lnTo>
                <a:lnTo>
                  <a:pt x="147875" y="38539"/>
                </a:lnTo>
                <a:cubicBezTo>
                  <a:pt x="138825" y="33194"/>
                  <a:pt x="135751" y="21430"/>
                  <a:pt x="141045" y="12260"/>
                </a:cubicBezTo>
                <a:cubicBezTo>
                  <a:pt x="146338" y="3108"/>
                  <a:pt x="158120" y="0"/>
                  <a:pt x="167341" y="5362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8FB6F6A8-D170-469D-BDF6-FBE0D089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7921" y="11840166"/>
            <a:ext cx="409814" cy="604463"/>
          </a:xfrm>
          <a:custGeom xmlns:a="http://schemas.openxmlformats.org/drawingml/2006/main">
            <a:pathLst>
              <a:path w="409814" h="604463">
                <a:moveTo>
                  <a:pt x="0" y="0"/>
                </a:moveTo>
                <a:lnTo>
                  <a:pt x="409814" y="124580"/>
                </a:lnTo>
                <a:lnTo>
                  <a:pt x="409814" y="479883"/>
                </a:lnTo>
                <a:lnTo>
                  <a:pt x="0" y="604463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3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0B47C8D9-2735-4C86-9361-7D560EA5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2894" y="11820000"/>
            <a:ext cx="439697" cy="644778"/>
          </a:xfrm>
          <a:custGeom xmlns:a="http://schemas.openxmlformats.org/drawingml/2006/main">
            <a:pathLst>
              <a:path w="439697" h="644778">
                <a:moveTo>
                  <a:pt x="0" y="0"/>
                </a:moveTo>
                <a:lnTo>
                  <a:pt x="439697" y="133665"/>
                </a:lnTo>
                <a:lnTo>
                  <a:pt x="439697" y="511113"/>
                </a:lnTo>
                <a:lnTo>
                  <a:pt x="0" y="644778"/>
                </a:lnTo>
                <a:lnTo>
                  <a:pt x="0" y="0"/>
                </a:lnTo>
                <a:moveTo>
                  <a:pt x="29882" y="624629"/>
                </a:moveTo>
                <a:lnTo>
                  <a:pt x="10587" y="610338"/>
                </a:lnTo>
                <a:lnTo>
                  <a:pt x="420402" y="485739"/>
                </a:lnTo>
                <a:lnTo>
                  <a:pt x="409815" y="500049"/>
                </a:lnTo>
                <a:lnTo>
                  <a:pt x="409815" y="144746"/>
                </a:lnTo>
                <a:lnTo>
                  <a:pt x="420402" y="159038"/>
                </a:lnTo>
                <a:lnTo>
                  <a:pt x="10587" y="34458"/>
                </a:lnTo>
                <a:lnTo>
                  <a:pt x="29882" y="20166"/>
                </a:lnTo>
                <a:lnTo>
                  <a:pt x="29882" y="624629"/>
                </a:lnTo>
              </a:path>
            </a:pathLst>
          </a:custGeom>
          <a:solidFill xmlns:a="http://schemas.openxmlformats.org/drawingml/2006/main">
            <a:srgbClr val="4244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ost-rotated-label-115">
            <a:extLst xmlns:a="http://schemas.openxmlformats.org/drawingml/2006/main">
              <a:ext uri="{FF2B5EF4-FFF2-40B4-BE49-F238E27FC236}">
                <a16:creationId xmlns:a16="http://schemas.microsoft.com/office/drawing/2014/main" id="{90A5E828-C0FC-4AE1-AB3D-EB98137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62698" y="12023165"/>
            <a:ext cx="159902" cy="239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9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2A670CA4-D7D6-4298-94C3-C50F9BA6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5143" y="9608840"/>
            <a:ext cx="313338" cy="313502"/>
          </a:xfrm>
          <a:custGeom xmlns:a="http://schemas.openxmlformats.org/drawingml/2006/main">
            <a:pathLst>
              <a:path w="313338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338" y="29369"/>
                  <a:pt x="313338" y="65569"/>
                </a:cubicBezTo>
                <a:lnTo>
                  <a:pt x="313338" y="247761"/>
                </a:lnTo>
                <a:cubicBezTo>
                  <a:pt x="313338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595959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69A386C4-A82F-48E6-B7CC-509AF437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8068" y="9591765"/>
            <a:ext cx="347659" cy="347653"/>
          </a:xfrm>
          <a:custGeom xmlns:a="http://schemas.openxmlformats.org/drawingml/2006/main">
            <a:pathLst>
              <a:path w="347659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8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0" y="50373"/>
                </a:lnTo>
                <a:lnTo>
                  <a:pt x="346123" y="66081"/>
                </a:lnTo>
                <a:lnTo>
                  <a:pt x="347659" y="81790"/>
                </a:lnTo>
                <a:lnTo>
                  <a:pt x="347659" y="265862"/>
                </a:lnTo>
                <a:lnTo>
                  <a:pt x="346123" y="281571"/>
                </a:lnTo>
                <a:lnTo>
                  <a:pt x="341170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8" y="333480"/>
                </a:lnTo>
                <a:lnTo>
                  <a:pt x="297287" y="341334"/>
                </a:lnTo>
                <a:lnTo>
                  <a:pt x="281577" y="346116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3" y="290792"/>
                </a:lnTo>
                <a:lnTo>
                  <a:pt x="49348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4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5013" y="313502"/>
                </a:lnTo>
                <a:lnTo>
                  <a:pt x="263305" y="313673"/>
                </a:lnTo>
                <a:lnTo>
                  <a:pt x="276625" y="312306"/>
                </a:lnTo>
                <a:lnTo>
                  <a:pt x="273039" y="312990"/>
                </a:lnTo>
                <a:lnTo>
                  <a:pt x="285333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0" y="300524"/>
                </a:lnTo>
                <a:lnTo>
                  <a:pt x="306166" y="290792"/>
                </a:lnTo>
                <a:lnTo>
                  <a:pt x="304287" y="293352"/>
                </a:lnTo>
                <a:lnTo>
                  <a:pt x="310434" y="282254"/>
                </a:lnTo>
                <a:lnTo>
                  <a:pt x="309239" y="285499"/>
                </a:lnTo>
                <a:lnTo>
                  <a:pt x="312996" y="273204"/>
                </a:lnTo>
                <a:lnTo>
                  <a:pt x="312312" y="276620"/>
                </a:lnTo>
                <a:lnTo>
                  <a:pt x="313508" y="263300"/>
                </a:lnTo>
                <a:lnTo>
                  <a:pt x="313508" y="265008"/>
                </a:lnTo>
                <a:lnTo>
                  <a:pt x="313508" y="82644"/>
                </a:lnTo>
                <a:lnTo>
                  <a:pt x="313508" y="84352"/>
                </a:lnTo>
                <a:lnTo>
                  <a:pt x="312312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4" y="65399"/>
                </a:lnTo>
                <a:lnTo>
                  <a:pt x="304287" y="54299"/>
                </a:lnTo>
                <a:lnTo>
                  <a:pt x="306166" y="56860"/>
                </a:lnTo>
                <a:lnTo>
                  <a:pt x="298140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0" y="37224"/>
                </a:lnTo>
                <a:lnTo>
                  <a:pt x="285333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5" y="34151"/>
                </a:lnTo>
                <a:lnTo>
                  <a:pt x="265013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4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8" y="47128"/>
                </a:lnTo>
                <a:lnTo>
                  <a:pt x="41323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4FD1F5B0-75D7-449D-907F-D2123BF2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5931" y="11194807"/>
            <a:ext cx="316241" cy="984217"/>
          </a:xfrm>
          <a:custGeom xmlns:a="http://schemas.openxmlformats.org/drawingml/2006/main">
            <a:pathLst>
              <a:path w="316241" h="984217">
                <a:moveTo>
                  <a:pt x="316241" y="0"/>
                </a:moveTo>
                <a:lnTo>
                  <a:pt x="316241" y="776667"/>
                </a:lnTo>
                <a:lnTo>
                  <a:pt x="314192" y="800129"/>
                </a:lnTo>
                <a:lnTo>
                  <a:pt x="311801" y="821968"/>
                </a:lnTo>
                <a:lnTo>
                  <a:pt x="308727" y="842424"/>
                </a:lnTo>
                <a:lnTo>
                  <a:pt x="304971" y="861498"/>
                </a:lnTo>
                <a:lnTo>
                  <a:pt x="300531" y="879256"/>
                </a:lnTo>
                <a:lnTo>
                  <a:pt x="295067" y="895904"/>
                </a:lnTo>
                <a:lnTo>
                  <a:pt x="288749" y="911391"/>
                </a:lnTo>
                <a:lnTo>
                  <a:pt x="281406" y="925410"/>
                </a:lnTo>
                <a:lnTo>
                  <a:pt x="272868" y="938234"/>
                </a:lnTo>
                <a:lnTo>
                  <a:pt x="263135" y="949623"/>
                </a:lnTo>
                <a:lnTo>
                  <a:pt x="252037" y="959594"/>
                </a:lnTo>
                <a:lnTo>
                  <a:pt x="239742" y="968013"/>
                </a:lnTo>
                <a:lnTo>
                  <a:pt x="226252" y="974518"/>
                </a:lnTo>
                <a:lnTo>
                  <a:pt x="211909" y="979419"/>
                </a:lnTo>
                <a:lnTo>
                  <a:pt x="196370" y="982646"/>
                </a:lnTo>
                <a:lnTo>
                  <a:pt x="179636" y="984217"/>
                </a:lnTo>
                <a:lnTo>
                  <a:pt x="0" y="983961"/>
                </a:lnTo>
                <a:lnTo>
                  <a:pt x="0" y="949811"/>
                </a:lnTo>
                <a:lnTo>
                  <a:pt x="178953" y="950066"/>
                </a:lnTo>
                <a:lnTo>
                  <a:pt x="177245" y="950135"/>
                </a:lnTo>
                <a:lnTo>
                  <a:pt x="192101" y="948735"/>
                </a:lnTo>
                <a:lnTo>
                  <a:pt x="190222" y="949008"/>
                </a:lnTo>
                <a:lnTo>
                  <a:pt x="203883" y="946190"/>
                </a:lnTo>
                <a:lnTo>
                  <a:pt x="201834" y="946754"/>
                </a:lnTo>
                <a:lnTo>
                  <a:pt x="214299" y="942519"/>
                </a:lnTo>
                <a:lnTo>
                  <a:pt x="212250" y="943322"/>
                </a:lnTo>
                <a:lnTo>
                  <a:pt x="223691" y="937806"/>
                </a:lnTo>
                <a:lnTo>
                  <a:pt x="221642" y="939053"/>
                </a:lnTo>
                <a:lnTo>
                  <a:pt x="231887" y="932018"/>
                </a:lnTo>
                <a:lnTo>
                  <a:pt x="230009" y="933470"/>
                </a:lnTo>
                <a:lnTo>
                  <a:pt x="239400" y="925017"/>
                </a:lnTo>
                <a:lnTo>
                  <a:pt x="237864" y="926589"/>
                </a:lnTo>
                <a:lnTo>
                  <a:pt x="246230" y="916855"/>
                </a:lnTo>
                <a:lnTo>
                  <a:pt x="245035" y="918563"/>
                </a:lnTo>
                <a:lnTo>
                  <a:pt x="252378" y="907293"/>
                </a:lnTo>
                <a:lnTo>
                  <a:pt x="251524" y="908676"/>
                </a:lnTo>
                <a:lnTo>
                  <a:pt x="258183" y="896126"/>
                </a:lnTo>
                <a:lnTo>
                  <a:pt x="257500" y="897663"/>
                </a:lnTo>
                <a:lnTo>
                  <a:pt x="263306" y="883576"/>
                </a:lnTo>
                <a:lnTo>
                  <a:pt x="262794" y="884805"/>
                </a:lnTo>
                <a:lnTo>
                  <a:pt x="267746" y="869318"/>
                </a:lnTo>
                <a:lnTo>
                  <a:pt x="267575" y="870377"/>
                </a:lnTo>
                <a:lnTo>
                  <a:pt x="271674" y="853608"/>
                </a:lnTo>
                <a:lnTo>
                  <a:pt x="271503" y="854496"/>
                </a:lnTo>
                <a:lnTo>
                  <a:pt x="275088" y="836175"/>
                </a:lnTo>
                <a:lnTo>
                  <a:pt x="274918" y="836823"/>
                </a:lnTo>
                <a:lnTo>
                  <a:pt x="277991" y="817101"/>
                </a:lnTo>
                <a:lnTo>
                  <a:pt x="277991" y="817904"/>
                </a:lnTo>
                <a:lnTo>
                  <a:pt x="280211" y="796646"/>
                </a:lnTo>
                <a:lnTo>
                  <a:pt x="280211" y="797038"/>
                </a:lnTo>
                <a:lnTo>
                  <a:pt x="282089" y="774499"/>
                </a:lnTo>
                <a:lnTo>
                  <a:pt x="282089" y="775933"/>
                </a:lnTo>
                <a:lnTo>
                  <a:pt x="282089" y="0"/>
                </a:lnTo>
                <a:lnTo>
                  <a:pt x="316241" y="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25A2455A-F18B-487D-887E-3C90AE1B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5931" y="10332147"/>
            <a:ext cx="316241" cy="1109226"/>
          </a:xfrm>
          <a:custGeom xmlns:a="http://schemas.openxmlformats.org/drawingml/2006/main">
            <a:pathLst>
              <a:path w="316241" h="1109226">
                <a:moveTo>
                  <a:pt x="316241" y="0"/>
                </a:moveTo>
                <a:lnTo>
                  <a:pt x="316241" y="877003"/>
                </a:lnTo>
                <a:lnTo>
                  <a:pt x="314192" y="903298"/>
                </a:lnTo>
                <a:lnTo>
                  <a:pt x="311972" y="927784"/>
                </a:lnTo>
                <a:lnTo>
                  <a:pt x="308727" y="950699"/>
                </a:lnTo>
                <a:lnTo>
                  <a:pt x="304971" y="972009"/>
                </a:lnTo>
                <a:lnTo>
                  <a:pt x="300531" y="991987"/>
                </a:lnTo>
                <a:lnTo>
                  <a:pt x="295238" y="1010462"/>
                </a:lnTo>
                <a:lnTo>
                  <a:pt x="289091" y="1027623"/>
                </a:lnTo>
                <a:lnTo>
                  <a:pt x="281748" y="1043247"/>
                </a:lnTo>
                <a:lnTo>
                  <a:pt x="273381" y="1057470"/>
                </a:lnTo>
                <a:lnTo>
                  <a:pt x="263818" y="1070174"/>
                </a:lnTo>
                <a:lnTo>
                  <a:pt x="252890" y="1081291"/>
                </a:lnTo>
                <a:lnTo>
                  <a:pt x="240596" y="1090733"/>
                </a:lnTo>
                <a:lnTo>
                  <a:pt x="226935" y="1098195"/>
                </a:lnTo>
                <a:lnTo>
                  <a:pt x="212421" y="1103762"/>
                </a:lnTo>
                <a:lnTo>
                  <a:pt x="196541" y="1107484"/>
                </a:lnTo>
                <a:lnTo>
                  <a:pt x="179806" y="1109226"/>
                </a:lnTo>
                <a:lnTo>
                  <a:pt x="0" y="1108970"/>
                </a:lnTo>
                <a:lnTo>
                  <a:pt x="0" y="1074819"/>
                </a:lnTo>
                <a:lnTo>
                  <a:pt x="178953" y="1075075"/>
                </a:lnTo>
                <a:lnTo>
                  <a:pt x="177074" y="1075161"/>
                </a:lnTo>
                <a:lnTo>
                  <a:pt x="191930" y="1073624"/>
                </a:lnTo>
                <a:lnTo>
                  <a:pt x="189881" y="1073999"/>
                </a:lnTo>
                <a:lnTo>
                  <a:pt x="203371" y="1070789"/>
                </a:lnTo>
                <a:lnTo>
                  <a:pt x="201322" y="1071455"/>
                </a:lnTo>
                <a:lnTo>
                  <a:pt x="213617" y="1066725"/>
                </a:lnTo>
                <a:lnTo>
                  <a:pt x="211567" y="1067716"/>
                </a:lnTo>
                <a:lnTo>
                  <a:pt x="223008" y="1061432"/>
                </a:lnTo>
                <a:lnTo>
                  <a:pt x="220788" y="1062832"/>
                </a:lnTo>
                <a:lnTo>
                  <a:pt x="231204" y="1054893"/>
                </a:lnTo>
                <a:lnTo>
                  <a:pt x="229326" y="1056463"/>
                </a:lnTo>
                <a:lnTo>
                  <a:pt x="238717" y="1046987"/>
                </a:lnTo>
                <a:lnTo>
                  <a:pt x="237180" y="1048677"/>
                </a:lnTo>
                <a:lnTo>
                  <a:pt x="245548" y="1037663"/>
                </a:lnTo>
                <a:lnTo>
                  <a:pt x="244523" y="1039336"/>
                </a:lnTo>
                <a:lnTo>
                  <a:pt x="251866" y="1026650"/>
                </a:lnTo>
                <a:lnTo>
                  <a:pt x="251182" y="1028049"/>
                </a:lnTo>
                <a:lnTo>
                  <a:pt x="257842" y="1013826"/>
                </a:lnTo>
                <a:lnTo>
                  <a:pt x="257159" y="1015244"/>
                </a:lnTo>
                <a:lnTo>
                  <a:pt x="262965" y="999364"/>
                </a:lnTo>
                <a:lnTo>
                  <a:pt x="262624" y="1000490"/>
                </a:lnTo>
                <a:lnTo>
                  <a:pt x="267575" y="983074"/>
                </a:lnTo>
                <a:lnTo>
                  <a:pt x="267404" y="984081"/>
                </a:lnTo>
                <a:lnTo>
                  <a:pt x="271674" y="965008"/>
                </a:lnTo>
                <a:lnTo>
                  <a:pt x="271503" y="965776"/>
                </a:lnTo>
                <a:lnTo>
                  <a:pt x="275088" y="945150"/>
                </a:lnTo>
                <a:lnTo>
                  <a:pt x="274918" y="945747"/>
                </a:lnTo>
                <a:lnTo>
                  <a:pt x="277991" y="923464"/>
                </a:lnTo>
                <a:lnTo>
                  <a:pt x="277991" y="924164"/>
                </a:lnTo>
                <a:lnTo>
                  <a:pt x="280211" y="900208"/>
                </a:lnTo>
                <a:lnTo>
                  <a:pt x="280211" y="900566"/>
                </a:lnTo>
                <a:lnTo>
                  <a:pt x="282089" y="875073"/>
                </a:lnTo>
                <a:lnTo>
                  <a:pt x="282089" y="876353"/>
                </a:lnTo>
                <a:lnTo>
                  <a:pt x="282089" y="0"/>
                </a:lnTo>
                <a:lnTo>
                  <a:pt x="316241" y="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3899E25E-7FB9-4281-B480-1E99BD2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5931" y="9957175"/>
            <a:ext cx="316241" cy="262958"/>
          </a:xfrm>
          <a:custGeom xmlns:a="http://schemas.openxmlformats.org/drawingml/2006/main">
            <a:pathLst>
              <a:path w="316241" h="262958">
                <a:moveTo>
                  <a:pt x="316241" y="0"/>
                </a:moveTo>
                <a:lnTo>
                  <a:pt x="316241" y="200292"/>
                </a:lnTo>
                <a:lnTo>
                  <a:pt x="310093" y="216343"/>
                </a:lnTo>
                <a:lnTo>
                  <a:pt x="301556" y="228808"/>
                </a:lnTo>
                <a:lnTo>
                  <a:pt x="295579" y="234955"/>
                </a:lnTo>
                <a:lnTo>
                  <a:pt x="288920" y="240249"/>
                </a:lnTo>
                <a:lnTo>
                  <a:pt x="281577" y="244858"/>
                </a:lnTo>
                <a:lnTo>
                  <a:pt x="273381" y="248786"/>
                </a:lnTo>
                <a:lnTo>
                  <a:pt x="264672" y="252030"/>
                </a:lnTo>
                <a:lnTo>
                  <a:pt x="255280" y="254933"/>
                </a:lnTo>
                <a:lnTo>
                  <a:pt x="244864" y="257324"/>
                </a:lnTo>
                <a:lnTo>
                  <a:pt x="233595" y="259202"/>
                </a:lnTo>
                <a:lnTo>
                  <a:pt x="221642" y="260739"/>
                </a:lnTo>
                <a:lnTo>
                  <a:pt x="208493" y="261934"/>
                </a:lnTo>
                <a:lnTo>
                  <a:pt x="194321" y="262617"/>
                </a:lnTo>
                <a:lnTo>
                  <a:pt x="179124" y="262958"/>
                </a:lnTo>
                <a:lnTo>
                  <a:pt x="0" y="262787"/>
                </a:lnTo>
                <a:lnTo>
                  <a:pt x="0" y="228637"/>
                </a:lnTo>
                <a:lnTo>
                  <a:pt x="178953" y="228808"/>
                </a:lnTo>
                <a:lnTo>
                  <a:pt x="178440" y="228808"/>
                </a:lnTo>
                <a:lnTo>
                  <a:pt x="193296" y="228467"/>
                </a:lnTo>
                <a:lnTo>
                  <a:pt x="192955" y="228467"/>
                </a:lnTo>
                <a:lnTo>
                  <a:pt x="206615" y="227784"/>
                </a:lnTo>
                <a:lnTo>
                  <a:pt x="205761" y="227955"/>
                </a:lnTo>
                <a:lnTo>
                  <a:pt x="218226" y="226759"/>
                </a:lnTo>
                <a:lnTo>
                  <a:pt x="217714" y="226759"/>
                </a:lnTo>
                <a:lnTo>
                  <a:pt x="228984" y="225393"/>
                </a:lnTo>
                <a:lnTo>
                  <a:pt x="228301" y="225564"/>
                </a:lnTo>
                <a:lnTo>
                  <a:pt x="238546" y="223685"/>
                </a:lnTo>
                <a:lnTo>
                  <a:pt x="237693" y="223856"/>
                </a:lnTo>
                <a:lnTo>
                  <a:pt x="247085" y="221636"/>
                </a:lnTo>
                <a:lnTo>
                  <a:pt x="246060" y="221978"/>
                </a:lnTo>
                <a:lnTo>
                  <a:pt x="254427" y="219587"/>
                </a:lnTo>
                <a:lnTo>
                  <a:pt x="253232" y="219928"/>
                </a:lnTo>
                <a:lnTo>
                  <a:pt x="260574" y="217197"/>
                </a:lnTo>
                <a:lnTo>
                  <a:pt x="259208" y="217709"/>
                </a:lnTo>
                <a:lnTo>
                  <a:pt x="265867" y="214464"/>
                </a:lnTo>
                <a:lnTo>
                  <a:pt x="264331" y="215319"/>
                </a:lnTo>
                <a:lnTo>
                  <a:pt x="269966" y="211733"/>
                </a:lnTo>
                <a:lnTo>
                  <a:pt x="268429" y="212928"/>
                </a:lnTo>
                <a:lnTo>
                  <a:pt x="273381" y="209001"/>
                </a:lnTo>
                <a:lnTo>
                  <a:pt x="271844" y="210367"/>
                </a:lnTo>
                <a:lnTo>
                  <a:pt x="275942" y="206098"/>
                </a:lnTo>
                <a:lnTo>
                  <a:pt x="274235" y="208318"/>
                </a:lnTo>
                <a:lnTo>
                  <a:pt x="280894" y="198584"/>
                </a:lnTo>
                <a:lnTo>
                  <a:pt x="279016" y="202341"/>
                </a:lnTo>
                <a:lnTo>
                  <a:pt x="283114" y="191243"/>
                </a:lnTo>
                <a:lnTo>
                  <a:pt x="282089" y="197219"/>
                </a:lnTo>
                <a:lnTo>
                  <a:pt x="282089" y="0"/>
                </a:lnTo>
                <a:lnTo>
                  <a:pt x="316241" y="0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4D57A5F1-A432-4337-9969-6A94DD5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8020" y="9815792"/>
            <a:ext cx="269112" cy="528651"/>
          </a:xfrm>
          <a:custGeom xmlns:a="http://schemas.openxmlformats.org/drawingml/2006/main">
            <a:pathLst>
              <a:path w="269112" h="528651">
                <a:moveTo>
                  <a:pt x="0" y="528651"/>
                </a:moveTo>
                <a:lnTo>
                  <a:pt x="0" y="144115"/>
                </a:lnTo>
                <a:lnTo>
                  <a:pt x="3928" y="120040"/>
                </a:lnTo>
                <a:lnTo>
                  <a:pt x="10246" y="99037"/>
                </a:lnTo>
                <a:lnTo>
                  <a:pt x="19467" y="79913"/>
                </a:lnTo>
                <a:lnTo>
                  <a:pt x="32102" y="64374"/>
                </a:lnTo>
                <a:lnTo>
                  <a:pt x="40299" y="57031"/>
                </a:lnTo>
                <a:lnTo>
                  <a:pt x="49007" y="51055"/>
                </a:lnTo>
                <a:lnTo>
                  <a:pt x="58399" y="45933"/>
                </a:lnTo>
                <a:lnTo>
                  <a:pt x="68815" y="42006"/>
                </a:lnTo>
                <a:lnTo>
                  <a:pt x="79743" y="38761"/>
                </a:lnTo>
                <a:lnTo>
                  <a:pt x="91696" y="36371"/>
                </a:lnTo>
                <a:lnTo>
                  <a:pt x="104332" y="34835"/>
                </a:lnTo>
                <a:lnTo>
                  <a:pt x="117822" y="34151"/>
                </a:lnTo>
                <a:lnTo>
                  <a:pt x="200809" y="34322"/>
                </a:lnTo>
                <a:lnTo>
                  <a:pt x="200809" y="68473"/>
                </a:lnTo>
                <a:lnTo>
                  <a:pt x="118164" y="68302"/>
                </a:lnTo>
                <a:lnTo>
                  <a:pt x="119188" y="68302"/>
                </a:lnTo>
                <a:lnTo>
                  <a:pt x="106723" y="68984"/>
                </a:lnTo>
                <a:lnTo>
                  <a:pt x="107918" y="68814"/>
                </a:lnTo>
                <a:lnTo>
                  <a:pt x="96307" y="70180"/>
                </a:lnTo>
                <a:lnTo>
                  <a:pt x="97502" y="70009"/>
                </a:lnTo>
                <a:lnTo>
                  <a:pt x="87086" y="72058"/>
                </a:lnTo>
                <a:lnTo>
                  <a:pt x="88623" y="71717"/>
                </a:lnTo>
                <a:lnTo>
                  <a:pt x="79231" y="74449"/>
                </a:lnTo>
                <a:lnTo>
                  <a:pt x="80426" y="74107"/>
                </a:lnTo>
                <a:lnTo>
                  <a:pt x="71718" y="77523"/>
                </a:lnTo>
                <a:lnTo>
                  <a:pt x="73767" y="76497"/>
                </a:lnTo>
                <a:lnTo>
                  <a:pt x="65912" y="80767"/>
                </a:lnTo>
                <a:lnTo>
                  <a:pt x="67278" y="79913"/>
                </a:lnTo>
                <a:lnTo>
                  <a:pt x="60277" y="84694"/>
                </a:lnTo>
                <a:lnTo>
                  <a:pt x="62156" y="83157"/>
                </a:lnTo>
                <a:lnTo>
                  <a:pt x="55838" y="88792"/>
                </a:lnTo>
                <a:lnTo>
                  <a:pt x="57716" y="86743"/>
                </a:lnTo>
                <a:lnTo>
                  <a:pt x="47299" y="99890"/>
                </a:lnTo>
                <a:lnTo>
                  <a:pt x="49349" y="96646"/>
                </a:lnTo>
                <a:lnTo>
                  <a:pt x="41494" y="112697"/>
                </a:lnTo>
                <a:lnTo>
                  <a:pt x="42519" y="109965"/>
                </a:lnTo>
                <a:lnTo>
                  <a:pt x="37054" y="128748"/>
                </a:lnTo>
                <a:lnTo>
                  <a:pt x="37567" y="126699"/>
                </a:lnTo>
                <a:lnTo>
                  <a:pt x="33981" y="148214"/>
                </a:lnTo>
                <a:lnTo>
                  <a:pt x="34152" y="145482"/>
                </a:lnTo>
                <a:lnTo>
                  <a:pt x="34152" y="528651"/>
                </a:lnTo>
                <a:lnTo>
                  <a:pt x="0" y="528651"/>
                </a:lnTo>
                <a:moveTo>
                  <a:pt x="200809" y="51397"/>
                </a:moveTo>
                <a:lnTo>
                  <a:pt x="166658" y="0"/>
                </a:lnTo>
                <a:lnTo>
                  <a:pt x="269112" y="51397"/>
                </a:lnTo>
                <a:lnTo>
                  <a:pt x="166658" y="102452"/>
                </a:lnTo>
                <a:lnTo>
                  <a:pt x="200809" y="51397"/>
                </a:lnTo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81903444-6464-4B75-AD04-1EC14E9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536" y="9608840"/>
            <a:ext cx="315558" cy="313502"/>
          </a:xfrm>
          <a:custGeom xmlns:a="http://schemas.openxmlformats.org/drawingml/2006/main">
            <a:pathLst>
              <a:path w="31555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9988" y="0"/>
                </a:lnTo>
                <a:cubicBezTo>
                  <a:pt x="286359" y="0"/>
                  <a:pt x="315558" y="29369"/>
                  <a:pt x="315558" y="65569"/>
                </a:cubicBezTo>
                <a:lnTo>
                  <a:pt x="315558" y="247761"/>
                </a:lnTo>
                <a:cubicBezTo>
                  <a:pt x="315558" y="284132"/>
                  <a:pt x="286359" y="313502"/>
                  <a:pt x="249988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D04E4B57-4EF2-43E7-941F-52FFA6A9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631" y="959176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4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7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20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20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4"/>
                </a:lnTo>
                <a:lnTo>
                  <a:pt x="283627" y="346116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19" y="285499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1" y="304452"/>
                </a:lnTo>
                <a:lnTo>
                  <a:pt x="65400" y="310599"/>
                </a:lnTo>
                <a:lnTo>
                  <a:pt x="62326" y="309233"/>
                </a:lnTo>
                <a:lnTo>
                  <a:pt x="74621" y="312990"/>
                </a:lnTo>
                <a:lnTo>
                  <a:pt x="71035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3" y="313502"/>
                </a:lnTo>
                <a:lnTo>
                  <a:pt x="265356" y="313673"/>
                </a:lnTo>
                <a:lnTo>
                  <a:pt x="278673" y="312306"/>
                </a:lnTo>
                <a:lnTo>
                  <a:pt x="275088" y="312990"/>
                </a:lnTo>
                <a:lnTo>
                  <a:pt x="287383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8" y="306159"/>
                </a:lnTo>
                <a:lnTo>
                  <a:pt x="302579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6" y="293352"/>
                </a:lnTo>
                <a:lnTo>
                  <a:pt x="312484" y="282254"/>
                </a:lnTo>
                <a:lnTo>
                  <a:pt x="311289" y="285499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7" y="263300"/>
                </a:lnTo>
                <a:lnTo>
                  <a:pt x="315557" y="265008"/>
                </a:lnTo>
                <a:lnTo>
                  <a:pt x="315557" y="82644"/>
                </a:lnTo>
                <a:lnTo>
                  <a:pt x="315557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9" y="62325"/>
                </a:lnTo>
                <a:lnTo>
                  <a:pt x="312484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79" y="49518"/>
                </a:lnTo>
                <a:lnTo>
                  <a:pt x="292848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3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6" y="34151"/>
                </a:lnTo>
                <a:lnTo>
                  <a:pt x="267063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1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19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6A83682A-FF1C-4CA8-8E73-32AFD6C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8351" y="9608840"/>
            <a:ext cx="313508" cy="313502"/>
          </a:xfrm>
          <a:custGeom xmlns:a="http://schemas.openxmlformats.org/drawingml/2006/main">
            <a:pathLst>
              <a:path w="31350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7937" y="0"/>
                </a:lnTo>
                <a:cubicBezTo>
                  <a:pt x="284309" y="0"/>
                  <a:pt x="313508" y="29369"/>
                  <a:pt x="313508" y="65569"/>
                </a:cubicBezTo>
                <a:lnTo>
                  <a:pt x="313508" y="247761"/>
                </a:lnTo>
                <a:cubicBezTo>
                  <a:pt x="313508" y="284132"/>
                  <a:pt x="284309" y="313502"/>
                  <a:pt x="247937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11BAA3A7-D7D5-4CD6-BFE1-4DE3EC5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1445" y="959176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9" y="50543"/>
                </a:lnTo>
                <a:lnTo>
                  <a:pt x="14002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5" y="6489"/>
                </a:lnTo>
                <a:lnTo>
                  <a:pt x="66083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2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2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4"/>
                </a:lnTo>
                <a:lnTo>
                  <a:pt x="281577" y="346116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3" y="346116"/>
                </a:lnTo>
                <a:lnTo>
                  <a:pt x="50374" y="341334"/>
                </a:lnTo>
                <a:lnTo>
                  <a:pt x="36371" y="333480"/>
                </a:lnTo>
                <a:lnTo>
                  <a:pt x="24248" y="323576"/>
                </a:lnTo>
                <a:lnTo>
                  <a:pt x="14002" y="311282"/>
                </a:lnTo>
                <a:lnTo>
                  <a:pt x="6319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6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400" y="310599"/>
                </a:lnTo>
                <a:lnTo>
                  <a:pt x="62326" y="309233"/>
                </a:lnTo>
                <a:lnTo>
                  <a:pt x="74621" y="312990"/>
                </a:lnTo>
                <a:lnTo>
                  <a:pt x="71035" y="312306"/>
                </a:lnTo>
                <a:lnTo>
                  <a:pt x="84354" y="313673"/>
                </a:lnTo>
                <a:lnTo>
                  <a:pt x="82647" y="313502"/>
                </a:lnTo>
                <a:lnTo>
                  <a:pt x="265014" y="313502"/>
                </a:lnTo>
                <a:lnTo>
                  <a:pt x="263306" y="313673"/>
                </a:lnTo>
                <a:lnTo>
                  <a:pt x="276626" y="312306"/>
                </a:lnTo>
                <a:lnTo>
                  <a:pt x="273040" y="312990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2"/>
                </a:lnTo>
                <a:lnTo>
                  <a:pt x="310436" y="282254"/>
                </a:lnTo>
                <a:lnTo>
                  <a:pt x="309240" y="285499"/>
                </a:lnTo>
                <a:lnTo>
                  <a:pt x="312997" y="273204"/>
                </a:lnTo>
                <a:lnTo>
                  <a:pt x="312313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3" y="71204"/>
                </a:lnTo>
                <a:lnTo>
                  <a:pt x="312997" y="74619"/>
                </a:lnTo>
                <a:lnTo>
                  <a:pt x="309240" y="62325"/>
                </a:lnTo>
                <a:lnTo>
                  <a:pt x="310436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40" y="34663"/>
                </a:lnTo>
                <a:lnTo>
                  <a:pt x="276626" y="35346"/>
                </a:lnTo>
                <a:lnTo>
                  <a:pt x="263306" y="34151"/>
                </a:lnTo>
                <a:lnTo>
                  <a:pt x="265014" y="34151"/>
                </a:lnTo>
                <a:lnTo>
                  <a:pt x="82647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1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6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50B3631F-0D31-41C8-8B93-6FEEA8DF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484" y="9608840"/>
            <a:ext cx="315557" cy="313502"/>
          </a:xfrm>
          <a:custGeom xmlns:a="http://schemas.openxmlformats.org/drawingml/2006/main">
            <a:pathLst>
              <a:path w="31555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7" y="0"/>
                  <a:pt x="315557" y="29369"/>
                  <a:pt x="315557" y="65569"/>
                </a:cubicBezTo>
                <a:lnTo>
                  <a:pt x="315557" y="247761"/>
                </a:lnTo>
                <a:cubicBezTo>
                  <a:pt x="315557" y="284132"/>
                  <a:pt x="286187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61749B4D-B60B-427D-9485-C3936CCB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7408" y="959176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7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5" y="1537"/>
                </a:lnTo>
                <a:lnTo>
                  <a:pt x="299164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5" y="341334"/>
                </a:lnTo>
                <a:lnTo>
                  <a:pt x="283625" y="346116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7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19" y="285499"/>
                </a:lnTo>
                <a:lnTo>
                  <a:pt x="37224" y="282425"/>
                </a:lnTo>
                <a:lnTo>
                  <a:pt x="43201" y="293523"/>
                </a:lnTo>
                <a:lnTo>
                  <a:pt x="41322" y="290792"/>
                </a:lnTo>
                <a:lnTo>
                  <a:pt x="49348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6"/>
                </a:lnTo>
                <a:lnTo>
                  <a:pt x="275088" y="312990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79" y="298134"/>
                </a:lnTo>
                <a:lnTo>
                  <a:pt x="300188" y="300524"/>
                </a:lnTo>
                <a:lnTo>
                  <a:pt x="308215" y="290792"/>
                </a:lnTo>
                <a:lnTo>
                  <a:pt x="306336" y="293352"/>
                </a:lnTo>
                <a:lnTo>
                  <a:pt x="312483" y="282254"/>
                </a:lnTo>
                <a:lnTo>
                  <a:pt x="311289" y="285499"/>
                </a:lnTo>
                <a:lnTo>
                  <a:pt x="315044" y="273204"/>
                </a:lnTo>
                <a:lnTo>
                  <a:pt x="314362" y="276620"/>
                </a:lnTo>
                <a:lnTo>
                  <a:pt x="315557" y="263300"/>
                </a:lnTo>
                <a:lnTo>
                  <a:pt x="315557" y="265008"/>
                </a:lnTo>
                <a:lnTo>
                  <a:pt x="315557" y="82644"/>
                </a:lnTo>
                <a:lnTo>
                  <a:pt x="315557" y="84352"/>
                </a:lnTo>
                <a:lnTo>
                  <a:pt x="314362" y="71204"/>
                </a:lnTo>
                <a:lnTo>
                  <a:pt x="315044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8" y="47128"/>
                </a:lnTo>
                <a:lnTo>
                  <a:pt x="302579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8" y="47128"/>
                </a:lnTo>
                <a:lnTo>
                  <a:pt x="41322" y="56860"/>
                </a:lnTo>
                <a:lnTo>
                  <a:pt x="43201" y="54129"/>
                </a:lnTo>
                <a:lnTo>
                  <a:pt x="37224" y="65228"/>
                </a:lnTo>
                <a:lnTo>
                  <a:pt x="38419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73BDCD53-11BC-4F67-A2EF-39BFA568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929" y="9608840"/>
            <a:ext cx="313337" cy="313502"/>
          </a:xfrm>
          <a:custGeom xmlns:a="http://schemas.openxmlformats.org/drawingml/2006/main">
            <a:pathLst>
              <a:path w="31333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337" y="29369"/>
                  <a:pt x="313337" y="65569"/>
                </a:cubicBezTo>
                <a:lnTo>
                  <a:pt x="313337" y="247761"/>
                </a:lnTo>
                <a:cubicBezTo>
                  <a:pt x="313337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08C49E60-CE06-4F99-A17E-5DEB277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2853" y="959176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7" y="24247"/>
                </a:lnTo>
                <a:lnTo>
                  <a:pt x="36372" y="14001"/>
                </a:lnTo>
                <a:lnTo>
                  <a:pt x="50544" y="6489"/>
                </a:lnTo>
                <a:lnTo>
                  <a:pt x="66083" y="1537"/>
                </a:lnTo>
                <a:lnTo>
                  <a:pt x="81793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1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1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4"/>
                </a:lnTo>
                <a:lnTo>
                  <a:pt x="281577" y="346116"/>
                </a:lnTo>
                <a:lnTo>
                  <a:pt x="265867" y="347653"/>
                </a:lnTo>
                <a:lnTo>
                  <a:pt x="81793" y="347653"/>
                </a:lnTo>
                <a:lnTo>
                  <a:pt x="66083" y="346116"/>
                </a:lnTo>
                <a:lnTo>
                  <a:pt x="50373" y="341334"/>
                </a:lnTo>
                <a:lnTo>
                  <a:pt x="36372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4" y="313673"/>
                </a:lnTo>
                <a:lnTo>
                  <a:pt x="82646" y="313502"/>
                </a:lnTo>
                <a:lnTo>
                  <a:pt x="265014" y="313502"/>
                </a:lnTo>
                <a:lnTo>
                  <a:pt x="263306" y="313673"/>
                </a:lnTo>
                <a:lnTo>
                  <a:pt x="276625" y="312306"/>
                </a:lnTo>
                <a:lnTo>
                  <a:pt x="273039" y="312990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2"/>
                </a:lnTo>
                <a:lnTo>
                  <a:pt x="310435" y="282254"/>
                </a:lnTo>
                <a:lnTo>
                  <a:pt x="309239" y="285499"/>
                </a:lnTo>
                <a:lnTo>
                  <a:pt x="312996" y="273204"/>
                </a:lnTo>
                <a:lnTo>
                  <a:pt x="312313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3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5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6" y="34151"/>
                </a:lnTo>
                <a:lnTo>
                  <a:pt x="265014" y="34151"/>
                </a:lnTo>
                <a:lnTo>
                  <a:pt x="82646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67A7DEAE-3838-4B10-8031-A316E79F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1793" y="9608840"/>
            <a:ext cx="315386" cy="313502"/>
          </a:xfrm>
          <a:custGeom xmlns:a="http://schemas.openxmlformats.org/drawingml/2006/main">
            <a:pathLst>
              <a:path w="315386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8" y="0"/>
                  <a:pt x="315386" y="29369"/>
                  <a:pt x="315386" y="65569"/>
                </a:cubicBezTo>
                <a:lnTo>
                  <a:pt x="315386" y="247761"/>
                </a:lnTo>
                <a:cubicBezTo>
                  <a:pt x="315386" y="284132"/>
                  <a:pt x="286188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5B4075F5-0BE0-4B77-8EC9-6190B0B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717" y="959176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1" y="0"/>
                </a:lnTo>
                <a:lnTo>
                  <a:pt x="267916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4"/>
                </a:lnTo>
                <a:lnTo>
                  <a:pt x="283626" y="346116"/>
                </a:lnTo>
                <a:lnTo>
                  <a:pt x="267916" y="347653"/>
                </a:lnTo>
                <a:lnTo>
                  <a:pt x="81791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19" y="285499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2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4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6"/>
                </a:lnTo>
                <a:lnTo>
                  <a:pt x="275088" y="312990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79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6" y="293352"/>
                </a:lnTo>
                <a:lnTo>
                  <a:pt x="312483" y="282254"/>
                </a:lnTo>
                <a:lnTo>
                  <a:pt x="311288" y="285499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6" y="263300"/>
                </a:lnTo>
                <a:lnTo>
                  <a:pt x="315556" y="265008"/>
                </a:lnTo>
                <a:lnTo>
                  <a:pt x="315556" y="82644"/>
                </a:lnTo>
                <a:lnTo>
                  <a:pt x="315556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8" y="62325"/>
                </a:lnTo>
                <a:lnTo>
                  <a:pt x="312483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79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4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2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19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56D45C6D-4066-4CAC-8243-C78EF4B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5534" y="9608840"/>
            <a:ext cx="313509" cy="313502"/>
          </a:xfrm>
          <a:custGeom xmlns:a="http://schemas.openxmlformats.org/drawingml/2006/main">
            <a:pathLst>
              <a:path w="313509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7938" y="0"/>
                </a:lnTo>
                <a:cubicBezTo>
                  <a:pt x="284309" y="0"/>
                  <a:pt x="313509" y="29369"/>
                  <a:pt x="313509" y="65569"/>
                </a:cubicBezTo>
                <a:lnTo>
                  <a:pt x="313509" y="247761"/>
                </a:lnTo>
                <a:cubicBezTo>
                  <a:pt x="313509" y="284132"/>
                  <a:pt x="284309" y="313502"/>
                  <a:pt x="247938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F9B560EE-DF25-4C23-8AFC-A8F5DBA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630" y="9591765"/>
            <a:ext cx="347659" cy="347653"/>
          </a:xfrm>
          <a:custGeom xmlns:a="http://schemas.openxmlformats.org/drawingml/2006/main">
            <a:pathLst>
              <a:path w="347659" h="347653">
                <a:moveTo>
                  <a:pt x="0" y="81790"/>
                </a:moveTo>
                <a:lnTo>
                  <a:pt x="1537" y="66081"/>
                </a:lnTo>
                <a:lnTo>
                  <a:pt x="6317" y="50543"/>
                </a:lnTo>
                <a:lnTo>
                  <a:pt x="14001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6" y="1537"/>
                </a:lnTo>
                <a:lnTo>
                  <a:pt x="297115" y="6489"/>
                </a:lnTo>
                <a:lnTo>
                  <a:pt x="311288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0" y="50373"/>
                </a:lnTo>
                <a:lnTo>
                  <a:pt x="346122" y="66081"/>
                </a:lnTo>
                <a:lnTo>
                  <a:pt x="347659" y="81790"/>
                </a:lnTo>
                <a:lnTo>
                  <a:pt x="347659" y="265862"/>
                </a:lnTo>
                <a:lnTo>
                  <a:pt x="346122" y="281571"/>
                </a:lnTo>
                <a:lnTo>
                  <a:pt x="341170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8" y="333480"/>
                </a:lnTo>
                <a:lnTo>
                  <a:pt x="297286" y="341334"/>
                </a:lnTo>
                <a:lnTo>
                  <a:pt x="281576" y="346116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7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19" y="285499"/>
                </a:lnTo>
                <a:lnTo>
                  <a:pt x="37224" y="282425"/>
                </a:lnTo>
                <a:lnTo>
                  <a:pt x="43202" y="293523"/>
                </a:lnTo>
                <a:lnTo>
                  <a:pt x="41322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5014" y="313502"/>
                </a:lnTo>
                <a:lnTo>
                  <a:pt x="263305" y="313673"/>
                </a:lnTo>
                <a:lnTo>
                  <a:pt x="276625" y="312306"/>
                </a:lnTo>
                <a:lnTo>
                  <a:pt x="273038" y="312990"/>
                </a:lnTo>
                <a:lnTo>
                  <a:pt x="285333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7" y="306159"/>
                </a:lnTo>
                <a:lnTo>
                  <a:pt x="300531" y="298134"/>
                </a:lnTo>
                <a:lnTo>
                  <a:pt x="298140" y="300524"/>
                </a:lnTo>
                <a:lnTo>
                  <a:pt x="306165" y="290792"/>
                </a:lnTo>
                <a:lnTo>
                  <a:pt x="304287" y="293352"/>
                </a:lnTo>
                <a:lnTo>
                  <a:pt x="310434" y="282254"/>
                </a:lnTo>
                <a:lnTo>
                  <a:pt x="309238" y="285499"/>
                </a:lnTo>
                <a:lnTo>
                  <a:pt x="312996" y="273204"/>
                </a:lnTo>
                <a:lnTo>
                  <a:pt x="312313" y="276620"/>
                </a:lnTo>
                <a:lnTo>
                  <a:pt x="313508" y="263300"/>
                </a:lnTo>
                <a:lnTo>
                  <a:pt x="313508" y="265008"/>
                </a:lnTo>
                <a:lnTo>
                  <a:pt x="313508" y="82644"/>
                </a:lnTo>
                <a:lnTo>
                  <a:pt x="313508" y="84352"/>
                </a:lnTo>
                <a:lnTo>
                  <a:pt x="312313" y="71204"/>
                </a:lnTo>
                <a:lnTo>
                  <a:pt x="312996" y="74619"/>
                </a:lnTo>
                <a:lnTo>
                  <a:pt x="309238" y="62325"/>
                </a:lnTo>
                <a:lnTo>
                  <a:pt x="310434" y="65399"/>
                </a:lnTo>
                <a:lnTo>
                  <a:pt x="304287" y="54299"/>
                </a:lnTo>
                <a:lnTo>
                  <a:pt x="306165" y="56860"/>
                </a:lnTo>
                <a:lnTo>
                  <a:pt x="298140" y="47128"/>
                </a:lnTo>
                <a:lnTo>
                  <a:pt x="300531" y="49518"/>
                </a:lnTo>
                <a:lnTo>
                  <a:pt x="290797" y="41322"/>
                </a:lnTo>
                <a:lnTo>
                  <a:pt x="293529" y="43201"/>
                </a:lnTo>
                <a:lnTo>
                  <a:pt x="282431" y="37224"/>
                </a:lnTo>
                <a:lnTo>
                  <a:pt x="285333" y="38590"/>
                </a:lnTo>
                <a:lnTo>
                  <a:pt x="273038" y="34663"/>
                </a:lnTo>
                <a:lnTo>
                  <a:pt x="276625" y="35346"/>
                </a:lnTo>
                <a:lnTo>
                  <a:pt x="263305" y="34151"/>
                </a:lnTo>
                <a:lnTo>
                  <a:pt x="265014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2" y="56860"/>
                </a:lnTo>
                <a:lnTo>
                  <a:pt x="43202" y="54129"/>
                </a:lnTo>
                <a:lnTo>
                  <a:pt x="37224" y="65228"/>
                </a:lnTo>
                <a:lnTo>
                  <a:pt x="38419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767C031F-A96F-499A-9E33-BD767B3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1338" y="9608840"/>
            <a:ext cx="315557" cy="313502"/>
          </a:xfrm>
          <a:custGeom xmlns:a="http://schemas.openxmlformats.org/drawingml/2006/main">
            <a:pathLst>
              <a:path w="31555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7" y="0"/>
                  <a:pt x="315557" y="29369"/>
                  <a:pt x="315557" y="65569"/>
                </a:cubicBezTo>
                <a:lnTo>
                  <a:pt x="315557" y="247761"/>
                </a:lnTo>
                <a:cubicBezTo>
                  <a:pt x="315557" y="284132"/>
                  <a:pt x="286187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C8CEAED8-7012-4F55-A0C2-C0558E72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62" y="959176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4"/>
                </a:lnTo>
                <a:lnTo>
                  <a:pt x="283626" y="346116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20" y="285499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2" y="290792"/>
                </a:lnTo>
                <a:lnTo>
                  <a:pt x="49348" y="300524"/>
                </a:lnTo>
                <a:lnTo>
                  <a:pt x="47128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4" y="312306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6"/>
                </a:lnTo>
                <a:lnTo>
                  <a:pt x="275088" y="312990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80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5" y="293352"/>
                </a:lnTo>
                <a:lnTo>
                  <a:pt x="312483" y="282254"/>
                </a:lnTo>
                <a:lnTo>
                  <a:pt x="311289" y="285499"/>
                </a:lnTo>
                <a:lnTo>
                  <a:pt x="315044" y="273204"/>
                </a:lnTo>
                <a:lnTo>
                  <a:pt x="314362" y="276620"/>
                </a:lnTo>
                <a:lnTo>
                  <a:pt x="315556" y="263300"/>
                </a:lnTo>
                <a:lnTo>
                  <a:pt x="315556" y="265008"/>
                </a:lnTo>
                <a:lnTo>
                  <a:pt x="315556" y="82644"/>
                </a:lnTo>
                <a:lnTo>
                  <a:pt x="315556" y="84352"/>
                </a:lnTo>
                <a:lnTo>
                  <a:pt x="314362" y="71204"/>
                </a:lnTo>
                <a:lnTo>
                  <a:pt x="315044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5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80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4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8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8" y="49518"/>
                </a:lnTo>
                <a:lnTo>
                  <a:pt x="49348" y="47128"/>
                </a:lnTo>
                <a:lnTo>
                  <a:pt x="41322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B226B95A-8C77-4DD1-9086-6C8E1D8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251" y="9608840"/>
            <a:ext cx="313338" cy="313502"/>
          </a:xfrm>
          <a:custGeom xmlns:a="http://schemas.openxmlformats.org/drawingml/2006/main">
            <a:pathLst>
              <a:path w="313338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338" y="29369"/>
                  <a:pt x="313338" y="65569"/>
                </a:cubicBezTo>
                <a:lnTo>
                  <a:pt x="313338" y="247761"/>
                </a:lnTo>
                <a:cubicBezTo>
                  <a:pt x="313338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928B2CA9-9942-49FB-9BE2-305E190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174" y="959176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9" y="50543"/>
                </a:lnTo>
                <a:lnTo>
                  <a:pt x="14003" y="36370"/>
                </a:lnTo>
                <a:lnTo>
                  <a:pt x="24077" y="24247"/>
                </a:lnTo>
                <a:lnTo>
                  <a:pt x="36372" y="14001"/>
                </a:lnTo>
                <a:lnTo>
                  <a:pt x="50544" y="6489"/>
                </a:lnTo>
                <a:lnTo>
                  <a:pt x="66083" y="1537"/>
                </a:lnTo>
                <a:lnTo>
                  <a:pt x="81793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2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2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4"/>
                </a:lnTo>
                <a:lnTo>
                  <a:pt x="281577" y="346116"/>
                </a:lnTo>
                <a:lnTo>
                  <a:pt x="265867" y="347653"/>
                </a:lnTo>
                <a:lnTo>
                  <a:pt x="81793" y="347653"/>
                </a:lnTo>
                <a:lnTo>
                  <a:pt x="66083" y="346116"/>
                </a:lnTo>
                <a:lnTo>
                  <a:pt x="50373" y="341334"/>
                </a:lnTo>
                <a:lnTo>
                  <a:pt x="36372" y="333480"/>
                </a:lnTo>
                <a:lnTo>
                  <a:pt x="24248" y="323576"/>
                </a:lnTo>
                <a:lnTo>
                  <a:pt x="14003" y="311282"/>
                </a:lnTo>
                <a:lnTo>
                  <a:pt x="6319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6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4" y="313673"/>
                </a:lnTo>
                <a:lnTo>
                  <a:pt x="82647" y="313502"/>
                </a:lnTo>
                <a:lnTo>
                  <a:pt x="265015" y="313502"/>
                </a:lnTo>
                <a:lnTo>
                  <a:pt x="263306" y="313673"/>
                </a:lnTo>
                <a:lnTo>
                  <a:pt x="276625" y="312306"/>
                </a:lnTo>
                <a:lnTo>
                  <a:pt x="273039" y="312990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2"/>
                </a:lnTo>
                <a:lnTo>
                  <a:pt x="310436" y="282254"/>
                </a:lnTo>
                <a:lnTo>
                  <a:pt x="309239" y="285499"/>
                </a:lnTo>
                <a:lnTo>
                  <a:pt x="312996" y="273204"/>
                </a:lnTo>
                <a:lnTo>
                  <a:pt x="312314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4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6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6" y="34151"/>
                </a:lnTo>
                <a:lnTo>
                  <a:pt x="265015" y="34151"/>
                </a:lnTo>
                <a:lnTo>
                  <a:pt x="82647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6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41127142-1FDD-482E-9C87-0A03D669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6943" y="9608840"/>
            <a:ext cx="315728" cy="313502"/>
          </a:xfrm>
          <a:custGeom xmlns:a="http://schemas.openxmlformats.org/drawingml/2006/main">
            <a:pathLst>
              <a:path w="31572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9987" y="0"/>
                </a:lnTo>
                <a:cubicBezTo>
                  <a:pt x="286359" y="0"/>
                  <a:pt x="315728" y="29369"/>
                  <a:pt x="315728" y="65569"/>
                </a:cubicBezTo>
                <a:lnTo>
                  <a:pt x="315728" y="247761"/>
                </a:lnTo>
                <a:cubicBezTo>
                  <a:pt x="315728" y="284132"/>
                  <a:pt x="286359" y="313502"/>
                  <a:pt x="249987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FFBEEDBA-F8D0-46B3-B308-18BB8B5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0039" y="9591765"/>
            <a:ext cx="349709" cy="347653"/>
          </a:xfrm>
          <a:custGeom xmlns:a="http://schemas.openxmlformats.org/drawingml/2006/main">
            <a:pathLst>
              <a:path w="349709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7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8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20" y="50373"/>
                </a:lnTo>
                <a:lnTo>
                  <a:pt x="348172" y="66081"/>
                </a:lnTo>
                <a:lnTo>
                  <a:pt x="349709" y="81790"/>
                </a:lnTo>
                <a:lnTo>
                  <a:pt x="349709" y="265862"/>
                </a:lnTo>
                <a:lnTo>
                  <a:pt x="348172" y="281571"/>
                </a:lnTo>
                <a:lnTo>
                  <a:pt x="343220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8" y="333480"/>
                </a:lnTo>
                <a:lnTo>
                  <a:pt x="299336" y="341334"/>
                </a:lnTo>
                <a:lnTo>
                  <a:pt x="283626" y="346116"/>
                </a:lnTo>
                <a:lnTo>
                  <a:pt x="267917" y="347653"/>
                </a:lnTo>
                <a:lnTo>
                  <a:pt x="81792" y="347653"/>
                </a:lnTo>
                <a:lnTo>
                  <a:pt x="66082" y="346116"/>
                </a:lnTo>
                <a:lnTo>
                  <a:pt x="50373" y="341334"/>
                </a:lnTo>
                <a:lnTo>
                  <a:pt x="36371" y="333480"/>
                </a:lnTo>
                <a:lnTo>
                  <a:pt x="24248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9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90"/>
                </a:lnTo>
                <a:lnTo>
                  <a:pt x="71035" y="312306"/>
                </a:lnTo>
                <a:lnTo>
                  <a:pt x="84354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4" y="312306"/>
                </a:lnTo>
                <a:lnTo>
                  <a:pt x="275088" y="312990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80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7" y="293352"/>
                </a:lnTo>
                <a:lnTo>
                  <a:pt x="312483" y="282254"/>
                </a:lnTo>
                <a:lnTo>
                  <a:pt x="311289" y="285499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8" y="263300"/>
                </a:lnTo>
                <a:lnTo>
                  <a:pt x="315558" y="265008"/>
                </a:lnTo>
                <a:lnTo>
                  <a:pt x="315558" y="82644"/>
                </a:lnTo>
                <a:lnTo>
                  <a:pt x="315558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7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80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80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4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08BE64D0-2EEE-4727-B0EB-3D77015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8536" y="10707120"/>
            <a:ext cx="315558" cy="313502"/>
          </a:xfrm>
          <a:custGeom xmlns:a="http://schemas.openxmlformats.org/drawingml/2006/main">
            <a:pathLst>
              <a:path w="31555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9988" y="0"/>
                </a:lnTo>
                <a:cubicBezTo>
                  <a:pt x="286359" y="0"/>
                  <a:pt x="315558" y="29369"/>
                  <a:pt x="315558" y="65569"/>
                </a:cubicBezTo>
                <a:lnTo>
                  <a:pt x="315558" y="247761"/>
                </a:lnTo>
                <a:cubicBezTo>
                  <a:pt x="315558" y="284132"/>
                  <a:pt x="286359" y="313502"/>
                  <a:pt x="249988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66DBB133-4B6B-412A-9D05-7C508A2B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631" y="1069004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4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7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20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20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5"/>
                </a:lnTo>
                <a:lnTo>
                  <a:pt x="283627" y="346115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19" y="285498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1" y="304452"/>
                </a:lnTo>
                <a:lnTo>
                  <a:pt x="65400" y="310599"/>
                </a:lnTo>
                <a:lnTo>
                  <a:pt x="62326" y="309233"/>
                </a:lnTo>
                <a:lnTo>
                  <a:pt x="74621" y="312989"/>
                </a:lnTo>
                <a:lnTo>
                  <a:pt x="71035" y="312307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3" y="313502"/>
                </a:lnTo>
                <a:lnTo>
                  <a:pt x="265356" y="313673"/>
                </a:lnTo>
                <a:lnTo>
                  <a:pt x="278673" y="312307"/>
                </a:lnTo>
                <a:lnTo>
                  <a:pt x="275088" y="312989"/>
                </a:lnTo>
                <a:lnTo>
                  <a:pt x="287383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8" y="306159"/>
                </a:lnTo>
                <a:lnTo>
                  <a:pt x="302579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6" y="293353"/>
                </a:lnTo>
                <a:lnTo>
                  <a:pt x="312484" y="282254"/>
                </a:lnTo>
                <a:lnTo>
                  <a:pt x="311289" y="285498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7" y="263300"/>
                </a:lnTo>
                <a:lnTo>
                  <a:pt x="315557" y="265008"/>
                </a:lnTo>
                <a:lnTo>
                  <a:pt x="315557" y="82644"/>
                </a:lnTo>
                <a:lnTo>
                  <a:pt x="315557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9" y="62325"/>
                </a:lnTo>
                <a:lnTo>
                  <a:pt x="312484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79" y="49518"/>
                </a:lnTo>
                <a:lnTo>
                  <a:pt x="292848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3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6" y="34151"/>
                </a:lnTo>
                <a:lnTo>
                  <a:pt x="267063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1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19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3CB99A9B-FF51-44AD-9D78-942B5CFC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8351" y="10707120"/>
            <a:ext cx="313508" cy="313502"/>
          </a:xfrm>
          <a:custGeom xmlns:a="http://schemas.openxmlformats.org/drawingml/2006/main">
            <a:pathLst>
              <a:path w="31350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7937" y="0"/>
                </a:lnTo>
                <a:cubicBezTo>
                  <a:pt x="284309" y="0"/>
                  <a:pt x="313508" y="29369"/>
                  <a:pt x="313508" y="65569"/>
                </a:cubicBezTo>
                <a:lnTo>
                  <a:pt x="313508" y="247761"/>
                </a:lnTo>
                <a:cubicBezTo>
                  <a:pt x="313508" y="284132"/>
                  <a:pt x="284309" y="313502"/>
                  <a:pt x="247937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5D2D8234-5CE8-4109-958F-316C846D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1445" y="1069004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9" y="50543"/>
                </a:lnTo>
                <a:lnTo>
                  <a:pt x="14002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5" y="6489"/>
                </a:lnTo>
                <a:lnTo>
                  <a:pt x="66083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2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2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5"/>
                </a:lnTo>
                <a:lnTo>
                  <a:pt x="281577" y="346115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3" y="346115"/>
                </a:lnTo>
                <a:lnTo>
                  <a:pt x="50374" y="341335"/>
                </a:lnTo>
                <a:lnTo>
                  <a:pt x="36371" y="333480"/>
                </a:lnTo>
                <a:lnTo>
                  <a:pt x="24248" y="323576"/>
                </a:lnTo>
                <a:lnTo>
                  <a:pt x="14002" y="311282"/>
                </a:lnTo>
                <a:lnTo>
                  <a:pt x="6319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8"/>
                </a:lnTo>
                <a:lnTo>
                  <a:pt x="37226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400" y="310599"/>
                </a:lnTo>
                <a:lnTo>
                  <a:pt x="62326" y="309233"/>
                </a:lnTo>
                <a:lnTo>
                  <a:pt x="74621" y="312989"/>
                </a:lnTo>
                <a:lnTo>
                  <a:pt x="71035" y="312307"/>
                </a:lnTo>
                <a:lnTo>
                  <a:pt x="84354" y="313673"/>
                </a:lnTo>
                <a:lnTo>
                  <a:pt x="82647" y="313502"/>
                </a:lnTo>
                <a:lnTo>
                  <a:pt x="265014" y="313502"/>
                </a:lnTo>
                <a:lnTo>
                  <a:pt x="263306" y="313673"/>
                </a:lnTo>
                <a:lnTo>
                  <a:pt x="276626" y="312307"/>
                </a:lnTo>
                <a:lnTo>
                  <a:pt x="273040" y="312989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3"/>
                </a:lnTo>
                <a:lnTo>
                  <a:pt x="310436" y="282254"/>
                </a:lnTo>
                <a:lnTo>
                  <a:pt x="309240" y="285498"/>
                </a:lnTo>
                <a:lnTo>
                  <a:pt x="312997" y="273204"/>
                </a:lnTo>
                <a:lnTo>
                  <a:pt x="312313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3" y="71204"/>
                </a:lnTo>
                <a:lnTo>
                  <a:pt x="312997" y="74619"/>
                </a:lnTo>
                <a:lnTo>
                  <a:pt x="309240" y="62325"/>
                </a:lnTo>
                <a:lnTo>
                  <a:pt x="310436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40" y="34663"/>
                </a:lnTo>
                <a:lnTo>
                  <a:pt x="276626" y="35346"/>
                </a:lnTo>
                <a:lnTo>
                  <a:pt x="263306" y="34151"/>
                </a:lnTo>
                <a:lnTo>
                  <a:pt x="265014" y="34151"/>
                </a:lnTo>
                <a:lnTo>
                  <a:pt x="82647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1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6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3C4E8B09-1A58-46EB-B3E9-52273F4C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4484" y="10707120"/>
            <a:ext cx="315557" cy="313502"/>
          </a:xfrm>
          <a:custGeom xmlns:a="http://schemas.openxmlformats.org/drawingml/2006/main">
            <a:pathLst>
              <a:path w="31555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7" y="0"/>
                  <a:pt x="315557" y="29369"/>
                  <a:pt x="315557" y="65569"/>
                </a:cubicBezTo>
                <a:lnTo>
                  <a:pt x="315557" y="247761"/>
                </a:lnTo>
                <a:cubicBezTo>
                  <a:pt x="315557" y="284132"/>
                  <a:pt x="286187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049C7602-E312-46FC-A82F-98F7E4D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7408" y="1069004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7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5" y="1537"/>
                </a:lnTo>
                <a:lnTo>
                  <a:pt x="299164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5" y="341335"/>
                </a:lnTo>
                <a:lnTo>
                  <a:pt x="283625" y="346115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7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19" y="285498"/>
                </a:lnTo>
                <a:lnTo>
                  <a:pt x="37224" y="282425"/>
                </a:lnTo>
                <a:lnTo>
                  <a:pt x="43201" y="293523"/>
                </a:lnTo>
                <a:lnTo>
                  <a:pt x="41322" y="290792"/>
                </a:lnTo>
                <a:lnTo>
                  <a:pt x="49348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5" y="312307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7"/>
                </a:lnTo>
                <a:lnTo>
                  <a:pt x="275088" y="312989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79" y="298134"/>
                </a:lnTo>
                <a:lnTo>
                  <a:pt x="300188" y="300524"/>
                </a:lnTo>
                <a:lnTo>
                  <a:pt x="308215" y="290792"/>
                </a:lnTo>
                <a:lnTo>
                  <a:pt x="306336" y="293353"/>
                </a:lnTo>
                <a:lnTo>
                  <a:pt x="312483" y="282254"/>
                </a:lnTo>
                <a:lnTo>
                  <a:pt x="311289" y="285498"/>
                </a:lnTo>
                <a:lnTo>
                  <a:pt x="315044" y="273204"/>
                </a:lnTo>
                <a:lnTo>
                  <a:pt x="314362" y="276620"/>
                </a:lnTo>
                <a:lnTo>
                  <a:pt x="315557" y="263300"/>
                </a:lnTo>
                <a:lnTo>
                  <a:pt x="315557" y="265008"/>
                </a:lnTo>
                <a:lnTo>
                  <a:pt x="315557" y="82644"/>
                </a:lnTo>
                <a:lnTo>
                  <a:pt x="315557" y="84352"/>
                </a:lnTo>
                <a:lnTo>
                  <a:pt x="314362" y="71204"/>
                </a:lnTo>
                <a:lnTo>
                  <a:pt x="315044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8" y="47128"/>
                </a:lnTo>
                <a:lnTo>
                  <a:pt x="302579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8" y="47128"/>
                </a:lnTo>
                <a:lnTo>
                  <a:pt x="41322" y="56860"/>
                </a:lnTo>
                <a:lnTo>
                  <a:pt x="43201" y="54129"/>
                </a:lnTo>
                <a:lnTo>
                  <a:pt x="37224" y="65228"/>
                </a:lnTo>
                <a:lnTo>
                  <a:pt x="38419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E8FDB794-7E5A-4636-98F0-33F8C00C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929" y="10707120"/>
            <a:ext cx="313337" cy="313502"/>
          </a:xfrm>
          <a:custGeom xmlns:a="http://schemas.openxmlformats.org/drawingml/2006/main">
            <a:pathLst>
              <a:path w="31333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337" y="29369"/>
                  <a:pt x="313337" y="65569"/>
                </a:cubicBezTo>
                <a:lnTo>
                  <a:pt x="313337" y="247761"/>
                </a:lnTo>
                <a:cubicBezTo>
                  <a:pt x="313337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54548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5AF30F0B-0745-4E7E-96BF-AC07C20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2853" y="1069004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2" y="36370"/>
                </a:lnTo>
                <a:lnTo>
                  <a:pt x="24077" y="24247"/>
                </a:lnTo>
                <a:lnTo>
                  <a:pt x="36372" y="14001"/>
                </a:lnTo>
                <a:lnTo>
                  <a:pt x="50544" y="6489"/>
                </a:lnTo>
                <a:lnTo>
                  <a:pt x="66083" y="1537"/>
                </a:lnTo>
                <a:lnTo>
                  <a:pt x="81793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1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1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5"/>
                </a:lnTo>
                <a:lnTo>
                  <a:pt x="281577" y="346115"/>
                </a:lnTo>
                <a:lnTo>
                  <a:pt x="265867" y="347653"/>
                </a:lnTo>
                <a:lnTo>
                  <a:pt x="81793" y="347653"/>
                </a:lnTo>
                <a:lnTo>
                  <a:pt x="66083" y="346115"/>
                </a:lnTo>
                <a:lnTo>
                  <a:pt x="50373" y="341335"/>
                </a:lnTo>
                <a:lnTo>
                  <a:pt x="36372" y="333480"/>
                </a:lnTo>
                <a:lnTo>
                  <a:pt x="24247" y="323576"/>
                </a:lnTo>
                <a:lnTo>
                  <a:pt x="14002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8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5" y="312307"/>
                </a:lnTo>
                <a:lnTo>
                  <a:pt x="84354" y="313673"/>
                </a:lnTo>
                <a:lnTo>
                  <a:pt x="82646" y="313502"/>
                </a:lnTo>
                <a:lnTo>
                  <a:pt x="265014" y="313502"/>
                </a:lnTo>
                <a:lnTo>
                  <a:pt x="263306" y="313673"/>
                </a:lnTo>
                <a:lnTo>
                  <a:pt x="276625" y="312307"/>
                </a:lnTo>
                <a:lnTo>
                  <a:pt x="273039" y="312989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3"/>
                </a:lnTo>
                <a:lnTo>
                  <a:pt x="310435" y="282254"/>
                </a:lnTo>
                <a:lnTo>
                  <a:pt x="309239" y="285498"/>
                </a:lnTo>
                <a:lnTo>
                  <a:pt x="312996" y="273204"/>
                </a:lnTo>
                <a:lnTo>
                  <a:pt x="312313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3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5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6" y="34151"/>
                </a:lnTo>
                <a:lnTo>
                  <a:pt x="265014" y="34151"/>
                </a:lnTo>
                <a:lnTo>
                  <a:pt x="82646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D931EED1-13A9-489E-8821-A7D2260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1793" y="10707120"/>
            <a:ext cx="315386" cy="313502"/>
          </a:xfrm>
          <a:custGeom xmlns:a="http://schemas.openxmlformats.org/drawingml/2006/main">
            <a:pathLst>
              <a:path w="315386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8" y="0"/>
                  <a:pt x="315386" y="29369"/>
                  <a:pt x="315386" y="65569"/>
                </a:cubicBezTo>
                <a:lnTo>
                  <a:pt x="315386" y="247761"/>
                </a:lnTo>
                <a:cubicBezTo>
                  <a:pt x="315386" y="284132"/>
                  <a:pt x="286188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54548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3E1A50E4-A3A8-4638-A240-05A8CD2A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717" y="1069004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1" y="0"/>
                </a:lnTo>
                <a:lnTo>
                  <a:pt x="267916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5"/>
                </a:lnTo>
                <a:lnTo>
                  <a:pt x="283626" y="346115"/>
                </a:lnTo>
                <a:lnTo>
                  <a:pt x="267916" y="347653"/>
                </a:lnTo>
                <a:lnTo>
                  <a:pt x="81791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19" y="285498"/>
                </a:lnTo>
                <a:lnTo>
                  <a:pt x="37225" y="282425"/>
                </a:lnTo>
                <a:lnTo>
                  <a:pt x="43202" y="293523"/>
                </a:lnTo>
                <a:lnTo>
                  <a:pt x="41322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4" y="312307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7"/>
                </a:lnTo>
                <a:lnTo>
                  <a:pt x="275088" y="312989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79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6" y="293353"/>
                </a:lnTo>
                <a:lnTo>
                  <a:pt x="312483" y="282254"/>
                </a:lnTo>
                <a:lnTo>
                  <a:pt x="311288" y="285498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6" y="263300"/>
                </a:lnTo>
                <a:lnTo>
                  <a:pt x="315556" y="265008"/>
                </a:lnTo>
                <a:lnTo>
                  <a:pt x="315556" y="82644"/>
                </a:lnTo>
                <a:lnTo>
                  <a:pt x="315556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8" y="62325"/>
                </a:lnTo>
                <a:lnTo>
                  <a:pt x="312483" y="65399"/>
                </a:lnTo>
                <a:lnTo>
                  <a:pt x="306336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79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4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2" y="56860"/>
                </a:lnTo>
                <a:lnTo>
                  <a:pt x="43202" y="54129"/>
                </a:lnTo>
                <a:lnTo>
                  <a:pt x="37225" y="65228"/>
                </a:lnTo>
                <a:lnTo>
                  <a:pt x="38419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BD6F840D-1B87-4D5D-B581-F9300BE8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5534" y="10707120"/>
            <a:ext cx="313509" cy="313502"/>
          </a:xfrm>
          <a:custGeom xmlns:a="http://schemas.openxmlformats.org/drawingml/2006/main">
            <a:pathLst>
              <a:path w="313509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7938" y="0"/>
                </a:lnTo>
                <a:cubicBezTo>
                  <a:pt x="284309" y="0"/>
                  <a:pt x="313509" y="29369"/>
                  <a:pt x="313509" y="65569"/>
                </a:cubicBezTo>
                <a:lnTo>
                  <a:pt x="313509" y="247761"/>
                </a:lnTo>
                <a:cubicBezTo>
                  <a:pt x="313509" y="284132"/>
                  <a:pt x="284309" y="313502"/>
                  <a:pt x="247938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54548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9BCAF745-A30F-43BF-9C24-476BA2C2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630" y="10690045"/>
            <a:ext cx="347659" cy="347653"/>
          </a:xfrm>
          <a:custGeom xmlns:a="http://schemas.openxmlformats.org/drawingml/2006/main">
            <a:pathLst>
              <a:path w="347659" h="347653">
                <a:moveTo>
                  <a:pt x="0" y="81790"/>
                </a:moveTo>
                <a:lnTo>
                  <a:pt x="1537" y="66081"/>
                </a:lnTo>
                <a:lnTo>
                  <a:pt x="6317" y="50543"/>
                </a:lnTo>
                <a:lnTo>
                  <a:pt x="14001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5867" y="0"/>
                </a:lnTo>
                <a:lnTo>
                  <a:pt x="281576" y="1537"/>
                </a:lnTo>
                <a:lnTo>
                  <a:pt x="297115" y="6489"/>
                </a:lnTo>
                <a:lnTo>
                  <a:pt x="311288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0" y="50373"/>
                </a:lnTo>
                <a:lnTo>
                  <a:pt x="346122" y="66081"/>
                </a:lnTo>
                <a:lnTo>
                  <a:pt x="347659" y="81790"/>
                </a:lnTo>
                <a:lnTo>
                  <a:pt x="347659" y="265862"/>
                </a:lnTo>
                <a:lnTo>
                  <a:pt x="346122" y="281571"/>
                </a:lnTo>
                <a:lnTo>
                  <a:pt x="341170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8" y="333480"/>
                </a:lnTo>
                <a:lnTo>
                  <a:pt x="297286" y="341335"/>
                </a:lnTo>
                <a:lnTo>
                  <a:pt x="281576" y="346115"/>
                </a:lnTo>
                <a:lnTo>
                  <a:pt x="265867" y="347653"/>
                </a:lnTo>
                <a:lnTo>
                  <a:pt x="81792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7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4" y="273204"/>
                </a:lnTo>
                <a:lnTo>
                  <a:pt x="38419" y="285498"/>
                </a:lnTo>
                <a:lnTo>
                  <a:pt x="37224" y="282425"/>
                </a:lnTo>
                <a:lnTo>
                  <a:pt x="43202" y="293523"/>
                </a:lnTo>
                <a:lnTo>
                  <a:pt x="41322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5" y="312307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5014" y="313502"/>
                </a:lnTo>
                <a:lnTo>
                  <a:pt x="263305" y="313673"/>
                </a:lnTo>
                <a:lnTo>
                  <a:pt x="276625" y="312307"/>
                </a:lnTo>
                <a:lnTo>
                  <a:pt x="273038" y="312989"/>
                </a:lnTo>
                <a:lnTo>
                  <a:pt x="285333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7" y="306159"/>
                </a:lnTo>
                <a:lnTo>
                  <a:pt x="300531" y="298134"/>
                </a:lnTo>
                <a:lnTo>
                  <a:pt x="298140" y="300524"/>
                </a:lnTo>
                <a:lnTo>
                  <a:pt x="306165" y="290792"/>
                </a:lnTo>
                <a:lnTo>
                  <a:pt x="304287" y="293353"/>
                </a:lnTo>
                <a:lnTo>
                  <a:pt x="310434" y="282254"/>
                </a:lnTo>
                <a:lnTo>
                  <a:pt x="309238" y="285498"/>
                </a:lnTo>
                <a:lnTo>
                  <a:pt x="312996" y="273204"/>
                </a:lnTo>
                <a:lnTo>
                  <a:pt x="312313" y="276620"/>
                </a:lnTo>
                <a:lnTo>
                  <a:pt x="313508" y="263300"/>
                </a:lnTo>
                <a:lnTo>
                  <a:pt x="313508" y="265008"/>
                </a:lnTo>
                <a:lnTo>
                  <a:pt x="313508" y="82644"/>
                </a:lnTo>
                <a:lnTo>
                  <a:pt x="313508" y="84352"/>
                </a:lnTo>
                <a:lnTo>
                  <a:pt x="312313" y="71204"/>
                </a:lnTo>
                <a:lnTo>
                  <a:pt x="312996" y="74619"/>
                </a:lnTo>
                <a:lnTo>
                  <a:pt x="309238" y="62325"/>
                </a:lnTo>
                <a:lnTo>
                  <a:pt x="310434" y="65399"/>
                </a:lnTo>
                <a:lnTo>
                  <a:pt x="304287" y="54299"/>
                </a:lnTo>
                <a:lnTo>
                  <a:pt x="306165" y="56860"/>
                </a:lnTo>
                <a:lnTo>
                  <a:pt x="298140" y="47128"/>
                </a:lnTo>
                <a:lnTo>
                  <a:pt x="300531" y="49518"/>
                </a:lnTo>
                <a:lnTo>
                  <a:pt x="290797" y="41322"/>
                </a:lnTo>
                <a:lnTo>
                  <a:pt x="293529" y="43201"/>
                </a:lnTo>
                <a:lnTo>
                  <a:pt x="282431" y="37224"/>
                </a:lnTo>
                <a:lnTo>
                  <a:pt x="285333" y="38590"/>
                </a:lnTo>
                <a:lnTo>
                  <a:pt x="273038" y="34663"/>
                </a:lnTo>
                <a:lnTo>
                  <a:pt x="276625" y="35346"/>
                </a:lnTo>
                <a:lnTo>
                  <a:pt x="263305" y="34151"/>
                </a:lnTo>
                <a:lnTo>
                  <a:pt x="265014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2" y="56860"/>
                </a:lnTo>
                <a:lnTo>
                  <a:pt x="43202" y="54129"/>
                </a:lnTo>
                <a:lnTo>
                  <a:pt x="37224" y="65228"/>
                </a:lnTo>
                <a:lnTo>
                  <a:pt x="38419" y="62325"/>
                </a:lnTo>
                <a:lnTo>
                  <a:pt x="34664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73743ED5-6EDB-4ECE-AFDA-F1014B9D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1338" y="10707120"/>
            <a:ext cx="315557" cy="313502"/>
          </a:xfrm>
          <a:custGeom xmlns:a="http://schemas.openxmlformats.org/drawingml/2006/main">
            <a:pathLst>
              <a:path w="315557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9816" y="0"/>
                </a:lnTo>
                <a:cubicBezTo>
                  <a:pt x="286187" y="0"/>
                  <a:pt x="315557" y="29369"/>
                  <a:pt x="315557" y="65569"/>
                </a:cubicBezTo>
                <a:lnTo>
                  <a:pt x="315557" y="247761"/>
                </a:lnTo>
                <a:cubicBezTo>
                  <a:pt x="315557" y="284132"/>
                  <a:pt x="286187" y="313502"/>
                  <a:pt x="249816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AE0E4D72-4EE3-4D69-98E7-EA66842C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62" y="10690045"/>
            <a:ext cx="349708" cy="347653"/>
          </a:xfrm>
          <a:custGeom xmlns:a="http://schemas.openxmlformats.org/drawingml/2006/main">
            <a:pathLst>
              <a:path w="349708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6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6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7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19" y="50373"/>
                </a:lnTo>
                <a:lnTo>
                  <a:pt x="348171" y="66081"/>
                </a:lnTo>
                <a:lnTo>
                  <a:pt x="349708" y="81790"/>
                </a:lnTo>
                <a:lnTo>
                  <a:pt x="349708" y="265862"/>
                </a:lnTo>
                <a:lnTo>
                  <a:pt x="348171" y="281571"/>
                </a:lnTo>
                <a:lnTo>
                  <a:pt x="343219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7" y="333480"/>
                </a:lnTo>
                <a:lnTo>
                  <a:pt x="299336" y="341335"/>
                </a:lnTo>
                <a:lnTo>
                  <a:pt x="283626" y="346115"/>
                </a:lnTo>
                <a:lnTo>
                  <a:pt x="267916" y="347653"/>
                </a:lnTo>
                <a:lnTo>
                  <a:pt x="81792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7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6" y="276620"/>
                </a:lnTo>
                <a:lnTo>
                  <a:pt x="34663" y="273204"/>
                </a:lnTo>
                <a:lnTo>
                  <a:pt x="38420" y="285498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2" y="290792"/>
                </a:lnTo>
                <a:lnTo>
                  <a:pt x="49348" y="300524"/>
                </a:lnTo>
                <a:lnTo>
                  <a:pt x="47128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4" y="312307"/>
                </a:lnTo>
                <a:lnTo>
                  <a:pt x="84353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3" y="312307"/>
                </a:lnTo>
                <a:lnTo>
                  <a:pt x="275088" y="312989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80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5" y="293353"/>
                </a:lnTo>
                <a:lnTo>
                  <a:pt x="312483" y="282254"/>
                </a:lnTo>
                <a:lnTo>
                  <a:pt x="311289" y="285498"/>
                </a:lnTo>
                <a:lnTo>
                  <a:pt x="315044" y="273204"/>
                </a:lnTo>
                <a:lnTo>
                  <a:pt x="314362" y="276620"/>
                </a:lnTo>
                <a:lnTo>
                  <a:pt x="315556" y="263300"/>
                </a:lnTo>
                <a:lnTo>
                  <a:pt x="315556" y="265008"/>
                </a:lnTo>
                <a:lnTo>
                  <a:pt x="315556" y="82644"/>
                </a:lnTo>
                <a:lnTo>
                  <a:pt x="315556" y="84352"/>
                </a:lnTo>
                <a:lnTo>
                  <a:pt x="314362" y="71204"/>
                </a:lnTo>
                <a:lnTo>
                  <a:pt x="315044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5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80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79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3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3" y="34151"/>
                </a:lnTo>
                <a:lnTo>
                  <a:pt x="71034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8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8" y="49518"/>
                </a:lnTo>
                <a:lnTo>
                  <a:pt x="49348" y="47128"/>
                </a:lnTo>
                <a:lnTo>
                  <a:pt x="41322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3" y="74619"/>
                </a:lnTo>
                <a:lnTo>
                  <a:pt x="35346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0A475F92-05CB-474A-91E4-9F15B15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251" y="10707120"/>
            <a:ext cx="313338" cy="313502"/>
          </a:xfrm>
          <a:custGeom xmlns:a="http://schemas.openxmlformats.org/drawingml/2006/main">
            <a:pathLst>
              <a:path w="313338" h="313502">
                <a:moveTo>
                  <a:pt x="0" y="65569"/>
                </a:moveTo>
                <a:cubicBezTo>
                  <a:pt x="0" y="29369"/>
                  <a:pt x="29199" y="0"/>
                  <a:pt x="65570" y="0"/>
                </a:cubicBezTo>
                <a:lnTo>
                  <a:pt x="247767" y="0"/>
                </a:lnTo>
                <a:cubicBezTo>
                  <a:pt x="284138" y="0"/>
                  <a:pt x="313338" y="29369"/>
                  <a:pt x="313338" y="65569"/>
                </a:cubicBezTo>
                <a:lnTo>
                  <a:pt x="313338" y="247761"/>
                </a:lnTo>
                <a:cubicBezTo>
                  <a:pt x="313338" y="284132"/>
                  <a:pt x="284138" y="313502"/>
                  <a:pt x="247767" y="313502"/>
                </a:cubicBezTo>
                <a:lnTo>
                  <a:pt x="65570" y="313502"/>
                </a:lnTo>
                <a:cubicBezTo>
                  <a:pt x="29199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82FECBC-4F52-4319-A1B7-6EC4213C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174" y="10690045"/>
            <a:ext cx="347660" cy="347653"/>
          </a:xfrm>
          <a:custGeom xmlns:a="http://schemas.openxmlformats.org/drawingml/2006/main">
            <a:pathLst>
              <a:path w="347660" h="347653">
                <a:moveTo>
                  <a:pt x="0" y="81790"/>
                </a:moveTo>
                <a:lnTo>
                  <a:pt x="1537" y="66081"/>
                </a:lnTo>
                <a:lnTo>
                  <a:pt x="6319" y="50543"/>
                </a:lnTo>
                <a:lnTo>
                  <a:pt x="14003" y="36370"/>
                </a:lnTo>
                <a:lnTo>
                  <a:pt x="24077" y="24247"/>
                </a:lnTo>
                <a:lnTo>
                  <a:pt x="36372" y="14001"/>
                </a:lnTo>
                <a:lnTo>
                  <a:pt x="50544" y="6489"/>
                </a:lnTo>
                <a:lnTo>
                  <a:pt x="66083" y="1537"/>
                </a:lnTo>
                <a:lnTo>
                  <a:pt x="81793" y="0"/>
                </a:lnTo>
                <a:lnTo>
                  <a:pt x="265867" y="0"/>
                </a:lnTo>
                <a:lnTo>
                  <a:pt x="281577" y="1537"/>
                </a:lnTo>
                <a:lnTo>
                  <a:pt x="297116" y="6489"/>
                </a:lnTo>
                <a:lnTo>
                  <a:pt x="311289" y="14001"/>
                </a:lnTo>
                <a:lnTo>
                  <a:pt x="323583" y="24247"/>
                </a:lnTo>
                <a:lnTo>
                  <a:pt x="333487" y="36370"/>
                </a:lnTo>
                <a:lnTo>
                  <a:pt x="341172" y="50373"/>
                </a:lnTo>
                <a:lnTo>
                  <a:pt x="346123" y="66081"/>
                </a:lnTo>
                <a:lnTo>
                  <a:pt x="347660" y="81790"/>
                </a:lnTo>
                <a:lnTo>
                  <a:pt x="347660" y="265862"/>
                </a:lnTo>
                <a:lnTo>
                  <a:pt x="346123" y="281571"/>
                </a:lnTo>
                <a:lnTo>
                  <a:pt x="341172" y="297280"/>
                </a:lnTo>
                <a:lnTo>
                  <a:pt x="333487" y="311282"/>
                </a:lnTo>
                <a:lnTo>
                  <a:pt x="323583" y="323576"/>
                </a:lnTo>
                <a:lnTo>
                  <a:pt x="311289" y="333480"/>
                </a:lnTo>
                <a:lnTo>
                  <a:pt x="297287" y="341335"/>
                </a:lnTo>
                <a:lnTo>
                  <a:pt x="281577" y="346115"/>
                </a:lnTo>
                <a:lnTo>
                  <a:pt x="265867" y="347653"/>
                </a:lnTo>
                <a:lnTo>
                  <a:pt x="81793" y="347653"/>
                </a:lnTo>
                <a:lnTo>
                  <a:pt x="66083" y="346115"/>
                </a:lnTo>
                <a:lnTo>
                  <a:pt x="50373" y="341335"/>
                </a:lnTo>
                <a:lnTo>
                  <a:pt x="36372" y="333480"/>
                </a:lnTo>
                <a:lnTo>
                  <a:pt x="24248" y="323576"/>
                </a:lnTo>
                <a:lnTo>
                  <a:pt x="14003" y="311282"/>
                </a:lnTo>
                <a:lnTo>
                  <a:pt x="6319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2" y="265008"/>
                </a:moveTo>
                <a:lnTo>
                  <a:pt x="34152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8"/>
                </a:lnTo>
                <a:lnTo>
                  <a:pt x="37226" y="282425"/>
                </a:lnTo>
                <a:lnTo>
                  <a:pt x="43202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2" y="306159"/>
                </a:lnTo>
                <a:lnTo>
                  <a:pt x="54301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5" y="312307"/>
                </a:lnTo>
                <a:lnTo>
                  <a:pt x="84354" y="313673"/>
                </a:lnTo>
                <a:lnTo>
                  <a:pt x="82647" y="313502"/>
                </a:lnTo>
                <a:lnTo>
                  <a:pt x="265015" y="313502"/>
                </a:lnTo>
                <a:lnTo>
                  <a:pt x="263306" y="313673"/>
                </a:lnTo>
                <a:lnTo>
                  <a:pt x="276625" y="312307"/>
                </a:lnTo>
                <a:lnTo>
                  <a:pt x="273039" y="312989"/>
                </a:lnTo>
                <a:lnTo>
                  <a:pt x="285334" y="309233"/>
                </a:lnTo>
                <a:lnTo>
                  <a:pt x="282260" y="310599"/>
                </a:lnTo>
                <a:lnTo>
                  <a:pt x="293359" y="304452"/>
                </a:lnTo>
                <a:lnTo>
                  <a:pt x="290798" y="306159"/>
                </a:lnTo>
                <a:lnTo>
                  <a:pt x="300531" y="298134"/>
                </a:lnTo>
                <a:lnTo>
                  <a:pt x="298141" y="300524"/>
                </a:lnTo>
                <a:lnTo>
                  <a:pt x="306166" y="290792"/>
                </a:lnTo>
                <a:lnTo>
                  <a:pt x="304288" y="293353"/>
                </a:lnTo>
                <a:lnTo>
                  <a:pt x="310436" y="282254"/>
                </a:lnTo>
                <a:lnTo>
                  <a:pt x="309239" y="285498"/>
                </a:lnTo>
                <a:lnTo>
                  <a:pt x="312996" y="273204"/>
                </a:lnTo>
                <a:lnTo>
                  <a:pt x="312314" y="276620"/>
                </a:lnTo>
                <a:lnTo>
                  <a:pt x="313509" y="263300"/>
                </a:lnTo>
                <a:lnTo>
                  <a:pt x="313509" y="265008"/>
                </a:lnTo>
                <a:lnTo>
                  <a:pt x="313509" y="82644"/>
                </a:lnTo>
                <a:lnTo>
                  <a:pt x="313509" y="84352"/>
                </a:lnTo>
                <a:lnTo>
                  <a:pt x="312314" y="71204"/>
                </a:lnTo>
                <a:lnTo>
                  <a:pt x="312996" y="74619"/>
                </a:lnTo>
                <a:lnTo>
                  <a:pt x="309239" y="62325"/>
                </a:lnTo>
                <a:lnTo>
                  <a:pt x="310436" y="65399"/>
                </a:lnTo>
                <a:lnTo>
                  <a:pt x="304288" y="54299"/>
                </a:lnTo>
                <a:lnTo>
                  <a:pt x="306166" y="56860"/>
                </a:lnTo>
                <a:lnTo>
                  <a:pt x="298141" y="47128"/>
                </a:lnTo>
                <a:lnTo>
                  <a:pt x="300531" y="49518"/>
                </a:lnTo>
                <a:lnTo>
                  <a:pt x="290798" y="41322"/>
                </a:lnTo>
                <a:lnTo>
                  <a:pt x="293530" y="43201"/>
                </a:lnTo>
                <a:lnTo>
                  <a:pt x="282431" y="37224"/>
                </a:lnTo>
                <a:lnTo>
                  <a:pt x="285334" y="38590"/>
                </a:lnTo>
                <a:lnTo>
                  <a:pt x="273039" y="34663"/>
                </a:lnTo>
                <a:lnTo>
                  <a:pt x="276625" y="35346"/>
                </a:lnTo>
                <a:lnTo>
                  <a:pt x="263306" y="34151"/>
                </a:lnTo>
                <a:lnTo>
                  <a:pt x="265015" y="34151"/>
                </a:lnTo>
                <a:lnTo>
                  <a:pt x="82647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30" y="43201"/>
                </a:lnTo>
                <a:lnTo>
                  <a:pt x="56862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2" y="54129"/>
                </a:lnTo>
                <a:lnTo>
                  <a:pt x="37226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2" y="84352"/>
                </a:lnTo>
                <a:lnTo>
                  <a:pt x="34152" y="82644"/>
                </a:lnTo>
                <a:lnTo>
                  <a:pt x="34152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22FE1E47-4A65-4381-8CBE-A78BD669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6943" y="10707120"/>
            <a:ext cx="315728" cy="313502"/>
          </a:xfrm>
          <a:custGeom xmlns:a="http://schemas.openxmlformats.org/drawingml/2006/main">
            <a:pathLst>
              <a:path w="315728" h="313502">
                <a:moveTo>
                  <a:pt x="0" y="65569"/>
                </a:moveTo>
                <a:cubicBezTo>
                  <a:pt x="0" y="29369"/>
                  <a:pt x="29370" y="0"/>
                  <a:pt x="65741" y="0"/>
                </a:cubicBezTo>
                <a:lnTo>
                  <a:pt x="249987" y="0"/>
                </a:lnTo>
                <a:cubicBezTo>
                  <a:pt x="286359" y="0"/>
                  <a:pt x="315728" y="29369"/>
                  <a:pt x="315728" y="65569"/>
                </a:cubicBezTo>
                <a:lnTo>
                  <a:pt x="315728" y="247761"/>
                </a:lnTo>
                <a:cubicBezTo>
                  <a:pt x="315728" y="284132"/>
                  <a:pt x="286359" y="313502"/>
                  <a:pt x="249987" y="313502"/>
                </a:cubicBezTo>
                <a:lnTo>
                  <a:pt x="65741" y="313502"/>
                </a:lnTo>
                <a:cubicBezTo>
                  <a:pt x="29370" y="313502"/>
                  <a:pt x="0" y="284132"/>
                  <a:pt x="0" y="247761"/>
                </a:cubicBezTo>
                <a:lnTo>
                  <a:pt x="0" y="65569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B4B8AD42-099A-4185-8582-E01F48DA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0039" y="10690045"/>
            <a:ext cx="349709" cy="347653"/>
          </a:xfrm>
          <a:custGeom xmlns:a="http://schemas.openxmlformats.org/drawingml/2006/main">
            <a:pathLst>
              <a:path w="349709" h="347653">
                <a:moveTo>
                  <a:pt x="0" y="81790"/>
                </a:moveTo>
                <a:lnTo>
                  <a:pt x="1537" y="66081"/>
                </a:lnTo>
                <a:lnTo>
                  <a:pt x="6318" y="50543"/>
                </a:lnTo>
                <a:lnTo>
                  <a:pt x="14001" y="36370"/>
                </a:lnTo>
                <a:lnTo>
                  <a:pt x="24077" y="24247"/>
                </a:lnTo>
                <a:lnTo>
                  <a:pt x="36371" y="14001"/>
                </a:lnTo>
                <a:lnTo>
                  <a:pt x="50543" y="6489"/>
                </a:lnTo>
                <a:lnTo>
                  <a:pt x="66082" y="1537"/>
                </a:lnTo>
                <a:lnTo>
                  <a:pt x="81792" y="0"/>
                </a:lnTo>
                <a:lnTo>
                  <a:pt x="267917" y="0"/>
                </a:lnTo>
                <a:lnTo>
                  <a:pt x="283626" y="1537"/>
                </a:lnTo>
                <a:lnTo>
                  <a:pt x="299165" y="6489"/>
                </a:lnTo>
                <a:lnTo>
                  <a:pt x="313338" y="14001"/>
                </a:lnTo>
                <a:lnTo>
                  <a:pt x="325632" y="24247"/>
                </a:lnTo>
                <a:lnTo>
                  <a:pt x="335536" y="36370"/>
                </a:lnTo>
                <a:lnTo>
                  <a:pt x="343220" y="50373"/>
                </a:lnTo>
                <a:lnTo>
                  <a:pt x="348172" y="66081"/>
                </a:lnTo>
                <a:lnTo>
                  <a:pt x="349709" y="81790"/>
                </a:lnTo>
                <a:lnTo>
                  <a:pt x="349709" y="265862"/>
                </a:lnTo>
                <a:lnTo>
                  <a:pt x="348172" y="281571"/>
                </a:lnTo>
                <a:lnTo>
                  <a:pt x="343220" y="297280"/>
                </a:lnTo>
                <a:lnTo>
                  <a:pt x="335536" y="311282"/>
                </a:lnTo>
                <a:lnTo>
                  <a:pt x="325632" y="323576"/>
                </a:lnTo>
                <a:lnTo>
                  <a:pt x="313338" y="333480"/>
                </a:lnTo>
                <a:lnTo>
                  <a:pt x="299336" y="341335"/>
                </a:lnTo>
                <a:lnTo>
                  <a:pt x="283626" y="346115"/>
                </a:lnTo>
                <a:lnTo>
                  <a:pt x="267917" y="347653"/>
                </a:lnTo>
                <a:lnTo>
                  <a:pt x="81792" y="347653"/>
                </a:lnTo>
                <a:lnTo>
                  <a:pt x="66082" y="346115"/>
                </a:lnTo>
                <a:lnTo>
                  <a:pt x="50373" y="341335"/>
                </a:lnTo>
                <a:lnTo>
                  <a:pt x="36371" y="333480"/>
                </a:lnTo>
                <a:lnTo>
                  <a:pt x="24248" y="323576"/>
                </a:lnTo>
                <a:lnTo>
                  <a:pt x="14001" y="311282"/>
                </a:lnTo>
                <a:lnTo>
                  <a:pt x="6318" y="297109"/>
                </a:lnTo>
                <a:lnTo>
                  <a:pt x="1537" y="281571"/>
                </a:lnTo>
                <a:lnTo>
                  <a:pt x="0" y="265862"/>
                </a:lnTo>
                <a:lnTo>
                  <a:pt x="0" y="81790"/>
                </a:lnTo>
                <a:moveTo>
                  <a:pt x="34151" y="265008"/>
                </a:moveTo>
                <a:lnTo>
                  <a:pt x="34151" y="263300"/>
                </a:lnTo>
                <a:lnTo>
                  <a:pt x="35347" y="276620"/>
                </a:lnTo>
                <a:lnTo>
                  <a:pt x="34664" y="273204"/>
                </a:lnTo>
                <a:lnTo>
                  <a:pt x="38420" y="285498"/>
                </a:lnTo>
                <a:lnTo>
                  <a:pt x="37225" y="282425"/>
                </a:lnTo>
                <a:lnTo>
                  <a:pt x="43201" y="293523"/>
                </a:lnTo>
                <a:lnTo>
                  <a:pt x="41323" y="290792"/>
                </a:lnTo>
                <a:lnTo>
                  <a:pt x="49349" y="300524"/>
                </a:lnTo>
                <a:lnTo>
                  <a:pt x="47129" y="298134"/>
                </a:lnTo>
                <a:lnTo>
                  <a:pt x="56861" y="306159"/>
                </a:lnTo>
                <a:lnTo>
                  <a:pt x="54300" y="304452"/>
                </a:lnTo>
                <a:lnTo>
                  <a:pt x="65399" y="310599"/>
                </a:lnTo>
                <a:lnTo>
                  <a:pt x="62326" y="309233"/>
                </a:lnTo>
                <a:lnTo>
                  <a:pt x="74620" y="312989"/>
                </a:lnTo>
                <a:lnTo>
                  <a:pt x="71035" y="312307"/>
                </a:lnTo>
                <a:lnTo>
                  <a:pt x="84354" y="313673"/>
                </a:lnTo>
                <a:lnTo>
                  <a:pt x="82646" y="313502"/>
                </a:lnTo>
                <a:lnTo>
                  <a:pt x="267062" y="313502"/>
                </a:lnTo>
                <a:lnTo>
                  <a:pt x="265355" y="313673"/>
                </a:lnTo>
                <a:lnTo>
                  <a:pt x="278674" y="312307"/>
                </a:lnTo>
                <a:lnTo>
                  <a:pt x="275088" y="312989"/>
                </a:lnTo>
                <a:lnTo>
                  <a:pt x="287382" y="309233"/>
                </a:lnTo>
                <a:lnTo>
                  <a:pt x="284309" y="310599"/>
                </a:lnTo>
                <a:lnTo>
                  <a:pt x="295408" y="304452"/>
                </a:lnTo>
                <a:lnTo>
                  <a:pt x="292847" y="306159"/>
                </a:lnTo>
                <a:lnTo>
                  <a:pt x="302580" y="298134"/>
                </a:lnTo>
                <a:lnTo>
                  <a:pt x="300189" y="300524"/>
                </a:lnTo>
                <a:lnTo>
                  <a:pt x="308215" y="290792"/>
                </a:lnTo>
                <a:lnTo>
                  <a:pt x="306337" y="293353"/>
                </a:lnTo>
                <a:lnTo>
                  <a:pt x="312483" y="282254"/>
                </a:lnTo>
                <a:lnTo>
                  <a:pt x="311289" y="285498"/>
                </a:lnTo>
                <a:lnTo>
                  <a:pt x="315045" y="273204"/>
                </a:lnTo>
                <a:lnTo>
                  <a:pt x="314362" y="276620"/>
                </a:lnTo>
                <a:lnTo>
                  <a:pt x="315558" y="263300"/>
                </a:lnTo>
                <a:lnTo>
                  <a:pt x="315558" y="265008"/>
                </a:lnTo>
                <a:lnTo>
                  <a:pt x="315558" y="82644"/>
                </a:lnTo>
                <a:lnTo>
                  <a:pt x="315558" y="84352"/>
                </a:lnTo>
                <a:lnTo>
                  <a:pt x="314362" y="71204"/>
                </a:lnTo>
                <a:lnTo>
                  <a:pt x="315045" y="74619"/>
                </a:lnTo>
                <a:lnTo>
                  <a:pt x="311289" y="62325"/>
                </a:lnTo>
                <a:lnTo>
                  <a:pt x="312483" y="65399"/>
                </a:lnTo>
                <a:lnTo>
                  <a:pt x="306337" y="54299"/>
                </a:lnTo>
                <a:lnTo>
                  <a:pt x="308215" y="56860"/>
                </a:lnTo>
                <a:lnTo>
                  <a:pt x="300189" y="47128"/>
                </a:lnTo>
                <a:lnTo>
                  <a:pt x="302580" y="49518"/>
                </a:lnTo>
                <a:lnTo>
                  <a:pt x="292847" y="41322"/>
                </a:lnTo>
                <a:lnTo>
                  <a:pt x="295579" y="43201"/>
                </a:lnTo>
                <a:lnTo>
                  <a:pt x="284480" y="37224"/>
                </a:lnTo>
                <a:lnTo>
                  <a:pt x="287382" y="38590"/>
                </a:lnTo>
                <a:lnTo>
                  <a:pt x="275088" y="34663"/>
                </a:lnTo>
                <a:lnTo>
                  <a:pt x="278674" y="35346"/>
                </a:lnTo>
                <a:lnTo>
                  <a:pt x="265355" y="34151"/>
                </a:lnTo>
                <a:lnTo>
                  <a:pt x="267062" y="34151"/>
                </a:lnTo>
                <a:lnTo>
                  <a:pt x="82646" y="34151"/>
                </a:lnTo>
                <a:lnTo>
                  <a:pt x="84354" y="34151"/>
                </a:lnTo>
                <a:lnTo>
                  <a:pt x="71035" y="35346"/>
                </a:lnTo>
                <a:lnTo>
                  <a:pt x="74620" y="34663"/>
                </a:lnTo>
                <a:lnTo>
                  <a:pt x="62326" y="38590"/>
                </a:lnTo>
                <a:lnTo>
                  <a:pt x="65229" y="37224"/>
                </a:lnTo>
                <a:lnTo>
                  <a:pt x="54129" y="43201"/>
                </a:lnTo>
                <a:lnTo>
                  <a:pt x="56861" y="41322"/>
                </a:lnTo>
                <a:lnTo>
                  <a:pt x="47129" y="49518"/>
                </a:lnTo>
                <a:lnTo>
                  <a:pt x="49349" y="47128"/>
                </a:lnTo>
                <a:lnTo>
                  <a:pt x="41323" y="56860"/>
                </a:lnTo>
                <a:lnTo>
                  <a:pt x="43201" y="54129"/>
                </a:lnTo>
                <a:lnTo>
                  <a:pt x="37225" y="65228"/>
                </a:lnTo>
                <a:lnTo>
                  <a:pt x="38420" y="62325"/>
                </a:lnTo>
                <a:lnTo>
                  <a:pt x="34664" y="74619"/>
                </a:lnTo>
                <a:lnTo>
                  <a:pt x="35347" y="71204"/>
                </a:lnTo>
                <a:lnTo>
                  <a:pt x="34151" y="84352"/>
                </a:lnTo>
                <a:lnTo>
                  <a:pt x="34151" y="82644"/>
                </a:lnTo>
                <a:lnTo>
                  <a:pt x="34151" y="265008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C9EB68B3-7040-4701-AA24-22EB473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170" y="12315625"/>
            <a:ext cx="1149701" cy="318369"/>
          </a:xfrm>
          <a:custGeom xmlns:a="http://schemas.openxmlformats.org/drawingml/2006/main">
            <a:pathLst>
              <a:path w="1149701" h="318369">
                <a:moveTo>
                  <a:pt x="1149701" y="318369"/>
                </a:moveTo>
                <a:lnTo>
                  <a:pt x="272698" y="318369"/>
                </a:lnTo>
                <a:lnTo>
                  <a:pt x="246230" y="316370"/>
                </a:lnTo>
                <a:lnTo>
                  <a:pt x="221642" y="314014"/>
                </a:lnTo>
                <a:lnTo>
                  <a:pt x="198589" y="310838"/>
                </a:lnTo>
                <a:lnTo>
                  <a:pt x="177245" y="307116"/>
                </a:lnTo>
                <a:lnTo>
                  <a:pt x="157267" y="302675"/>
                </a:lnTo>
                <a:lnTo>
                  <a:pt x="138654" y="297332"/>
                </a:lnTo>
                <a:lnTo>
                  <a:pt x="121237" y="291048"/>
                </a:lnTo>
                <a:lnTo>
                  <a:pt x="105527" y="283654"/>
                </a:lnTo>
                <a:lnTo>
                  <a:pt x="91013" y="275203"/>
                </a:lnTo>
                <a:lnTo>
                  <a:pt x="78206" y="265436"/>
                </a:lnTo>
                <a:lnTo>
                  <a:pt x="66766" y="254268"/>
                </a:lnTo>
                <a:lnTo>
                  <a:pt x="57204" y="241683"/>
                </a:lnTo>
                <a:lnTo>
                  <a:pt x="49519" y="227853"/>
                </a:lnTo>
                <a:lnTo>
                  <a:pt x="43884" y="212979"/>
                </a:lnTo>
                <a:lnTo>
                  <a:pt x="40128" y="196963"/>
                </a:lnTo>
                <a:lnTo>
                  <a:pt x="38249" y="179889"/>
                </a:lnTo>
                <a:lnTo>
                  <a:pt x="38420" y="76805"/>
                </a:lnTo>
                <a:lnTo>
                  <a:pt x="76840" y="76873"/>
                </a:lnTo>
                <a:lnTo>
                  <a:pt x="76840" y="178931"/>
                </a:lnTo>
                <a:lnTo>
                  <a:pt x="76670" y="176934"/>
                </a:lnTo>
                <a:lnTo>
                  <a:pt x="78206" y="191790"/>
                </a:lnTo>
                <a:lnTo>
                  <a:pt x="77865" y="189349"/>
                </a:lnTo>
                <a:lnTo>
                  <a:pt x="80939" y="202923"/>
                </a:lnTo>
                <a:lnTo>
                  <a:pt x="80256" y="200481"/>
                </a:lnTo>
                <a:lnTo>
                  <a:pt x="85037" y="212911"/>
                </a:lnTo>
                <a:lnTo>
                  <a:pt x="83841" y="210487"/>
                </a:lnTo>
                <a:lnTo>
                  <a:pt x="90159" y="221893"/>
                </a:lnTo>
                <a:lnTo>
                  <a:pt x="88622" y="219486"/>
                </a:lnTo>
                <a:lnTo>
                  <a:pt x="96477" y="229850"/>
                </a:lnTo>
                <a:lnTo>
                  <a:pt x="94770" y="227853"/>
                </a:lnTo>
                <a:lnTo>
                  <a:pt x="104161" y="237210"/>
                </a:lnTo>
                <a:lnTo>
                  <a:pt x="102283" y="235553"/>
                </a:lnTo>
                <a:lnTo>
                  <a:pt x="113382" y="243869"/>
                </a:lnTo>
                <a:lnTo>
                  <a:pt x="111504" y="242623"/>
                </a:lnTo>
                <a:lnTo>
                  <a:pt x="124140" y="250050"/>
                </a:lnTo>
                <a:lnTo>
                  <a:pt x="122603" y="249230"/>
                </a:lnTo>
                <a:lnTo>
                  <a:pt x="136776" y="255890"/>
                </a:lnTo>
                <a:lnTo>
                  <a:pt x="135239" y="255224"/>
                </a:lnTo>
                <a:lnTo>
                  <a:pt x="151119" y="260995"/>
                </a:lnTo>
                <a:lnTo>
                  <a:pt x="149753" y="260586"/>
                </a:lnTo>
                <a:lnTo>
                  <a:pt x="167170" y="265589"/>
                </a:lnTo>
                <a:lnTo>
                  <a:pt x="166146" y="265298"/>
                </a:lnTo>
                <a:lnTo>
                  <a:pt x="185100" y="269515"/>
                </a:lnTo>
                <a:lnTo>
                  <a:pt x="184246" y="269346"/>
                </a:lnTo>
                <a:lnTo>
                  <a:pt x="204907" y="272932"/>
                </a:lnTo>
                <a:lnTo>
                  <a:pt x="204224" y="272829"/>
                </a:lnTo>
                <a:lnTo>
                  <a:pt x="226593" y="275902"/>
                </a:lnTo>
                <a:lnTo>
                  <a:pt x="225740" y="275817"/>
                </a:lnTo>
                <a:lnTo>
                  <a:pt x="249645" y="278122"/>
                </a:lnTo>
                <a:lnTo>
                  <a:pt x="249304" y="278087"/>
                </a:lnTo>
                <a:lnTo>
                  <a:pt x="274747" y="280001"/>
                </a:lnTo>
                <a:lnTo>
                  <a:pt x="273381" y="279948"/>
                </a:lnTo>
                <a:lnTo>
                  <a:pt x="1149701" y="279948"/>
                </a:lnTo>
                <a:lnTo>
                  <a:pt x="1149701" y="318369"/>
                </a:lnTo>
                <a:moveTo>
                  <a:pt x="57716" y="76838"/>
                </a:moveTo>
                <a:lnTo>
                  <a:pt x="0" y="115173"/>
                </a:lnTo>
                <a:lnTo>
                  <a:pt x="57886" y="0"/>
                </a:lnTo>
                <a:lnTo>
                  <a:pt x="115261" y="115344"/>
                </a:lnTo>
                <a:lnTo>
                  <a:pt x="57716" y="76838"/>
                </a:ln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A22BE40F-46C6-41A4-8E21-F89F9DC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4857" y="9891606"/>
            <a:ext cx="178440" cy="210708"/>
          </a:xfrm>
          <a:custGeom xmlns:a="http://schemas.openxmlformats.org/drawingml/2006/main">
            <a:pathLst>
              <a:path w="178440" h="210708">
                <a:moveTo>
                  <a:pt x="108430" y="0"/>
                </a:moveTo>
                <a:lnTo>
                  <a:pt x="108430" y="172461"/>
                </a:lnTo>
                <a:lnTo>
                  <a:pt x="70010" y="172461"/>
                </a:lnTo>
                <a:lnTo>
                  <a:pt x="70010" y="0"/>
                </a:lnTo>
                <a:lnTo>
                  <a:pt x="108430" y="0"/>
                </a:lnTo>
                <a:moveTo>
                  <a:pt x="172976" y="66935"/>
                </a:moveTo>
                <a:lnTo>
                  <a:pt x="89305" y="210708"/>
                </a:lnTo>
                <a:lnTo>
                  <a:pt x="5464" y="66935"/>
                </a:lnTo>
                <a:cubicBezTo>
                  <a:pt x="0" y="57714"/>
                  <a:pt x="3073" y="46104"/>
                  <a:pt x="12294" y="40640"/>
                </a:cubicBezTo>
                <a:cubicBezTo>
                  <a:pt x="21515" y="35346"/>
                  <a:pt x="33297" y="38419"/>
                  <a:pt x="38590" y="47640"/>
                </a:cubicBezTo>
                <a:lnTo>
                  <a:pt x="105869" y="162898"/>
                </a:lnTo>
                <a:lnTo>
                  <a:pt x="72571" y="162898"/>
                </a:lnTo>
                <a:lnTo>
                  <a:pt x="139849" y="47640"/>
                </a:lnTo>
                <a:cubicBezTo>
                  <a:pt x="145142" y="38419"/>
                  <a:pt x="156925" y="35346"/>
                  <a:pt x="166145" y="40640"/>
                </a:cubicBezTo>
                <a:cubicBezTo>
                  <a:pt x="175366" y="46104"/>
                  <a:pt x="178440" y="57714"/>
                  <a:pt x="172976" y="66935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FE030A66-14EC-46DB-A161-CAF5E890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1081" y="11002864"/>
            <a:ext cx="499121" cy="248615"/>
          </a:xfrm>
          <a:custGeom xmlns:a="http://schemas.openxmlformats.org/drawingml/2006/main">
            <a:pathLst>
              <a:path w="499121" h="248615">
                <a:moveTo>
                  <a:pt x="484094" y="0"/>
                </a:moveTo>
                <a:lnTo>
                  <a:pt x="27662" y="193633"/>
                </a:lnTo>
                <a:lnTo>
                  <a:pt x="42518" y="228996"/>
                </a:lnTo>
                <a:lnTo>
                  <a:pt x="499121" y="35346"/>
                </a:lnTo>
                <a:lnTo>
                  <a:pt x="484094" y="0"/>
                </a:lnTo>
                <a:moveTo>
                  <a:pt x="99551" y="92889"/>
                </a:moveTo>
                <a:lnTo>
                  <a:pt x="0" y="226196"/>
                </a:lnTo>
                <a:lnTo>
                  <a:pt x="164951" y="247266"/>
                </a:lnTo>
                <a:cubicBezTo>
                  <a:pt x="175537" y="248615"/>
                  <a:pt x="185100" y="241170"/>
                  <a:pt x="186466" y="230635"/>
                </a:cubicBezTo>
                <a:cubicBezTo>
                  <a:pt x="187831" y="220117"/>
                  <a:pt x="180490" y="210503"/>
                  <a:pt x="169903" y="209154"/>
                </a:cubicBezTo>
                <a:lnTo>
                  <a:pt x="37567" y="192267"/>
                </a:lnTo>
                <a:lnTo>
                  <a:pt x="50544" y="222815"/>
                </a:lnTo>
                <a:lnTo>
                  <a:pt x="130287" y="115940"/>
                </a:lnTo>
                <a:cubicBezTo>
                  <a:pt x="136776" y="107403"/>
                  <a:pt x="134897" y="95451"/>
                  <a:pt x="126530" y="88962"/>
                </a:cubicBezTo>
                <a:cubicBezTo>
                  <a:pt x="117993" y="82644"/>
                  <a:pt x="105869" y="84352"/>
                  <a:pt x="99551" y="92889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EA8AE7EF-263A-4E58-ACB3-7CB7283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9836" y="11004059"/>
            <a:ext cx="356369" cy="225018"/>
          </a:xfrm>
          <a:custGeom xmlns:a="http://schemas.openxmlformats.org/drawingml/2006/main">
            <a:pathLst>
              <a:path w="356369" h="225018">
                <a:moveTo>
                  <a:pt x="336560" y="0"/>
                </a:moveTo>
                <a:lnTo>
                  <a:pt x="22711" y="188903"/>
                </a:lnTo>
                <a:lnTo>
                  <a:pt x="42518" y="221824"/>
                </a:lnTo>
                <a:lnTo>
                  <a:pt x="356369" y="32954"/>
                </a:lnTo>
                <a:lnTo>
                  <a:pt x="336560" y="0"/>
                </a:lnTo>
                <a:moveTo>
                  <a:pt x="79915" y="79058"/>
                </a:moveTo>
                <a:lnTo>
                  <a:pt x="0" y="225018"/>
                </a:lnTo>
                <a:lnTo>
                  <a:pt x="166316" y="222729"/>
                </a:lnTo>
                <a:cubicBezTo>
                  <a:pt x="176904" y="222593"/>
                  <a:pt x="185442" y="213867"/>
                  <a:pt x="185271" y="203264"/>
                </a:cubicBezTo>
                <a:cubicBezTo>
                  <a:pt x="185100" y="192660"/>
                  <a:pt x="176391" y="184241"/>
                  <a:pt x="165804" y="184241"/>
                </a:cubicBezTo>
                <a:lnTo>
                  <a:pt x="32444" y="186119"/>
                </a:lnTo>
                <a:lnTo>
                  <a:pt x="49519" y="214585"/>
                </a:lnTo>
                <a:lnTo>
                  <a:pt x="113553" y="97499"/>
                </a:lnTo>
                <a:cubicBezTo>
                  <a:pt x="118676" y="88278"/>
                  <a:pt x="115260" y="76496"/>
                  <a:pt x="106039" y="71545"/>
                </a:cubicBezTo>
                <a:cubicBezTo>
                  <a:pt x="96648" y="66422"/>
                  <a:pt x="85037" y="69837"/>
                  <a:pt x="79915" y="79058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1CE9C89C-7734-425D-9FD3-FC871523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2444" y="11006108"/>
            <a:ext cx="218909" cy="193104"/>
          </a:xfrm>
          <a:custGeom xmlns:a="http://schemas.openxmlformats.org/drawingml/2006/main">
            <a:pathLst>
              <a:path w="218909" h="193104">
                <a:moveTo>
                  <a:pt x="193809" y="0"/>
                </a:moveTo>
                <a:lnTo>
                  <a:pt x="16222" y="153677"/>
                </a:lnTo>
                <a:lnTo>
                  <a:pt x="41493" y="182705"/>
                </a:lnTo>
                <a:lnTo>
                  <a:pt x="218909" y="29028"/>
                </a:lnTo>
                <a:lnTo>
                  <a:pt x="193809" y="0"/>
                </a:lnTo>
                <a:moveTo>
                  <a:pt x="53788" y="35687"/>
                </a:moveTo>
                <a:lnTo>
                  <a:pt x="0" y="193104"/>
                </a:lnTo>
                <a:lnTo>
                  <a:pt x="163584" y="162386"/>
                </a:lnTo>
                <a:cubicBezTo>
                  <a:pt x="174001" y="160508"/>
                  <a:pt x="180831" y="150433"/>
                  <a:pt x="178782" y="140017"/>
                </a:cubicBezTo>
                <a:cubicBezTo>
                  <a:pt x="176903" y="129602"/>
                  <a:pt x="166829" y="122600"/>
                  <a:pt x="156413" y="124649"/>
                </a:cubicBezTo>
                <a:lnTo>
                  <a:pt x="25273" y="149238"/>
                </a:lnTo>
                <a:lnTo>
                  <a:pt x="46958" y="174338"/>
                </a:lnTo>
                <a:lnTo>
                  <a:pt x="90159" y="48152"/>
                </a:lnTo>
                <a:cubicBezTo>
                  <a:pt x="93575" y="38078"/>
                  <a:pt x="88282" y="27149"/>
                  <a:pt x="78206" y="23734"/>
                </a:cubicBezTo>
                <a:cubicBezTo>
                  <a:pt x="68132" y="20319"/>
                  <a:pt x="57204" y="25613"/>
                  <a:pt x="53788" y="35687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EBF80544-9353-4194-913B-625B3C3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2436" y="1701633"/>
            <a:ext cx="465140" cy="2059276"/>
          </a:xfrm>
          <a:custGeom xmlns:a="http://schemas.openxmlformats.org/drawingml/2006/main">
            <a:pathLst>
              <a:path w="465140" h="2059276">
                <a:moveTo>
                  <a:pt x="0" y="45932"/>
                </a:moveTo>
                <a:cubicBezTo>
                  <a:pt x="0" y="20490"/>
                  <a:pt x="20661" y="0"/>
                  <a:pt x="46104" y="0"/>
                </a:cubicBezTo>
                <a:lnTo>
                  <a:pt x="419206" y="0"/>
                </a:lnTo>
                <a:cubicBezTo>
                  <a:pt x="444649" y="0"/>
                  <a:pt x="465140" y="20490"/>
                  <a:pt x="465140" y="45932"/>
                </a:cubicBezTo>
                <a:lnTo>
                  <a:pt x="465140" y="2013172"/>
                </a:lnTo>
                <a:cubicBezTo>
                  <a:pt x="465140" y="2038615"/>
                  <a:pt x="444649" y="2059276"/>
                  <a:pt x="419206" y="2059276"/>
                </a:cubicBezTo>
                <a:lnTo>
                  <a:pt x="46104" y="2059276"/>
                </a:lnTo>
                <a:cubicBezTo>
                  <a:pt x="20661" y="2059276"/>
                  <a:pt x="0" y="2038615"/>
                  <a:pt x="0" y="2013172"/>
                </a:cubicBezTo>
                <a:lnTo>
                  <a:pt x="0" y="45932"/>
                </a:lnTo>
              </a:path>
            </a:pathLst>
          </a:custGeom>
          <a:solidFill xmlns:a="http://schemas.openxmlformats.org/drawingml/2006/main">
            <a:srgbClr val="C2C2DE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3CB49F0C-E454-4AFA-B688-F2A50089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7580" y="1686778"/>
            <a:ext cx="495022" cy="2089157"/>
          </a:xfrm>
          <a:custGeom xmlns:a="http://schemas.openxmlformats.org/drawingml/2006/main">
            <a:pathLst>
              <a:path w="495022" h="2089157">
                <a:moveTo>
                  <a:pt x="0" y="60105"/>
                </a:moveTo>
                <a:lnTo>
                  <a:pt x="1196" y="48665"/>
                </a:lnTo>
                <a:lnTo>
                  <a:pt x="4781" y="37054"/>
                </a:lnTo>
                <a:lnTo>
                  <a:pt x="10417" y="26637"/>
                </a:lnTo>
                <a:lnTo>
                  <a:pt x="17930" y="17759"/>
                </a:lnTo>
                <a:lnTo>
                  <a:pt x="26809" y="10246"/>
                </a:lnTo>
                <a:lnTo>
                  <a:pt x="37225" y="4610"/>
                </a:lnTo>
                <a:lnTo>
                  <a:pt x="48837" y="1025"/>
                </a:lnTo>
                <a:lnTo>
                  <a:pt x="60277" y="0"/>
                </a:lnTo>
                <a:lnTo>
                  <a:pt x="434745" y="0"/>
                </a:lnTo>
                <a:lnTo>
                  <a:pt x="446357" y="1025"/>
                </a:lnTo>
                <a:lnTo>
                  <a:pt x="457797" y="4610"/>
                </a:lnTo>
                <a:lnTo>
                  <a:pt x="468214" y="10246"/>
                </a:lnTo>
                <a:lnTo>
                  <a:pt x="477264" y="17588"/>
                </a:lnTo>
                <a:lnTo>
                  <a:pt x="484777" y="26637"/>
                </a:lnTo>
                <a:lnTo>
                  <a:pt x="490412" y="37054"/>
                </a:lnTo>
                <a:lnTo>
                  <a:pt x="493997" y="48665"/>
                </a:lnTo>
                <a:lnTo>
                  <a:pt x="495022" y="60105"/>
                </a:lnTo>
                <a:lnTo>
                  <a:pt x="495022" y="2028710"/>
                </a:lnTo>
                <a:lnTo>
                  <a:pt x="493997" y="2040322"/>
                </a:lnTo>
                <a:lnTo>
                  <a:pt x="490412" y="2051762"/>
                </a:lnTo>
                <a:lnTo>
                  <a:pt x="484777" y="2062178"/>
                </a:lnTo>
                <a:lnTo>
                  <a:pt x="477264" y="2071398"/>
                </a:lnTo>
                <a:lnTo>
                  <a:pt x="468214" y="2078741"/>
                </a:lnTo>
                <a:lnTo>
                  <a:pt x="457797" y="2084376"/>
                </a:lnTo>
                <a:lnTo>
                  <a:pt x="446357" y="2087962"/>
                </a:lnTo>
                <a:lnTo>
                  <a:pt x="434745" y="2089157"/>
                </a:lnTo>
                <a:lnTo>
                  <a:pt x="60277" y="2089157"/>
                </a:lnTo>
                <a:lnTo>
                  <a:pt x="48837" y="2087962"/>
                </a:lnTo>
                <a:lnTo>
                  <a:pt x="37225" y="2084376"/>
                </a:lnTo>
                <a:lnTo>
                  <a:pt x="26809" y="2078741"/>
                </a:lnTo>
                <a:lnTo>
                  <a:pt x="17759" y="2071228"/>
                </a:lnTo>
                <a:lnTo>
                  <a:pt x="10417" y="2062178"/>
                </a:lnTo>
                <a:lnTo>
                  <a:pt x="4781" y="2051762"/>
                </a:lnTo>
                <a:lnTo>
                  <a:pt x="1196" y="2040322"/>
                </a:lnTo>
                <a:lnTo>
                  <a:pt x="0" y="2028710"/>
                </a:lnTo>
                <a:lnTo>
                  <a:pt x="0" y="60105"/>
                </a:lnTo>
                <a:moveTo>
                  <a:pt x="29882" y="2028027"/>
                </a:moveTo>
                <a:lnTo>
                  <a:pt x="29882" y="2026661"/>
                </a:lnTo>
                <a:lnTo>
                  <a:pt x="30736" y="2035882"/>
                </a:lnTo>
                <a:lnTo>
                  <a:pt x="30224" y="2032979"/>
                </a:lnTo>
                <a:lnTo>
                  <a:pt x="32785" y="2041517"/>
                </a:lnTo>
                <a:lnTo>
                  <a:pt x="31761" y="2038785"/>
                </a:lnTo>
                <a:lnTo>
                  <a:pt x="36030" y="2046640"/>
                </a:lnTo>
                <a:lnTo>
                  <a:pt x="34493" y="2044420"/>
                </a:lnTo>
                <a:lnTo>
                  <a:pt x="40128" y="2051250"/>
                </a:lnTo>
                <a:lnTo>
                  <a:pt x="38078" y="2049200"/>
                </a:lnTo>
                <a:lnTo>
                  <a:pt x="44738" y="2054835"/>
                </a:lnTo>
                <a:lnTo>
                  <a:pt x="42348" y="2053129"/>
                </a:lnTo>
                <a:lnTo>
                  <a:pt x="50202" y="2057397"/>
                </a:lnTo>
                <a:lnTo>
                  <a:pt x="47470" y="2056202"/>
                </a:lnTo>
                <a:lnTo>
                  <a:pt x="56179" y="2058934"/>
                </a:lnTo>
                <a:lnTo>
                  <a:pt x="53276" y="2058422"/>
                </a:lnTo>
                <a:lnTo>
                  <a:pt x="62496" y="2059276"/>
                </a:lnTo>
                <a:lnTo>
                  <a:pt x="60960" y="2059276"/>
                </a:lnTo>
                <a:lnTo>
                  <a:pt x="434062" y="2059276"/>
                </a:lnTo>
                <a:lnTo>
                  <a:pt x="432697" y="2059276"/>
                </a:lnTo>
                <a:lnTo>
                  <a:pt x="441917" y="2058422"/>
                </a:lnTo>
                <a:lnTo>
                  <a:pt x="439014" y="2058934"/>
                </a:lnTo>
                <a:lnTo>
                  <a:pt x="447552" y="2056373"/>
                </a:lnTo>
                <a:lnTo>
                  <a:pt x="444820" y="2057397"/>
                </a:lnTo>
                <a:lnTo>
                  <a:pt x="452675" y="2053129"/>
                </a:lnTo>
                <a:lnTo>
                  <a:pt x="450284" y="2054835"/>
                </a:lnTo>
                <a:lnTo>
                  <a:pt x="457285" y="2049200"/>
                </a:lnTo>
                <a:lnTo>
                  <a:pt x="455065" y="2051250"/>
                </a:lnTo>
                <a:lnTo>
                  <a:pt x="460700" y="2044420"/>
                </a:lnTo>
                <a:lnTo>
                  <a:pt x="459163" y="2046640"/>
                </a:lnTo>
                <a:lnTo>
                  <a:pt x="463432" y="2038785"/>
                </a:lnTo>
                <a:lnTo>
                  <a:pt x="462408" y="2041517"/>
                </a:lnTo>
                <a:lnTo>
                  <a:pt x="464969" y="2032979"/>
                </a:lnTo>
                <a:lnTo>
                  <a:pt x="464457" y="2035882"/>
                </a:lnTo>
                <a:lnTo>
                  <a:pt x="465310" y="2026661"/>
                </a:lnTo>
                <a:lnTo>
                  <a:pt x="465140" y="2028027"/>
                </a:lnTo>
                <a:lnTo>
                  <a:pt x="465140" y="60787"/>
                </a:lnTo>
                <a:lnTo>
                  <a:pt x="465310" y="62325"/>
                </a:lnTo>
                <a:lnTo>
                  <a:pt x="464457" y="53105"/>
                </a:lnTo>
                <a:lnTo>
                  <a:pt x="464969" y="56007"/>
                </a:lnTo>
                <a:lnTo>
                  <a:pt x="462237" y="47299"/>
                </a:lnTo>
                <a:lnTo>
                  <a:pt x="463432" y="50032"/>
                </a:lnTo>
                <a:lnTo>
                  <a:pt x="459163" y="42176"/>
                </a:lnTo>
                <a:lnTo>
                  <a:pt x="460871" y="44567"/>
                </a:lnTo>
                <a:lnTo>
                  <a:pt x="455236" y="37908"/>
                </a:lnTo>
                <a:lnTo>
                  <a:pt x="457285" y="39956"/>
                </a:lnTo>
                <a:lnTo>
                  <a:pt x="450284" y="34321"/>
                </a:lnTo>
                <a:lnTo>
                  <a:pt x="452675" y="35858"/>
                </a:lnTo>
                <a:lnTo>
                  <a:pt x="444820" y="31590"/>
                </a:lnTo>
                <a:lnTo>
                  <a:pt x="447552" y="32785"/>
                </a:lnTo>
                <a:lnTo>
                  <a:pt x="439014" y="30052"/>
                </a:lnTo>
                <a:lnTo>
                  <a:pt x="441917" y="30565"/>
                </a:lnTo>
                <a:lnTo>
                  <a:pt x="432697" y="29711"/>
                </a:lnTo>
                <a:lnTo>
                  <a:pt x="434062" y="29881"/>
                </a:lnTo>
                <a:lnTo>
                  <a:pt x="60960" y="29881"/>
                </a:lnTo>
                <a:lnTo>
                  <a:pt x="62496" y="29711"/>
                </a:lnTo>
                <a:lnTo>
                  <a:pt x="53276" y="30565"/>
                </a:lnTo>
                <a:lnTo>
                  <a:pt x="56179" y="30052"/>
                </a:lnTo>
                <a:lnTo>
                  <a:pt x="47470" y="32785"/>
                </a:lnTo>
                <a:lnTo>
                  <a:pt x="50202" y="31590"/>
                </a:lnTo>
                <a:lnTo>
                  <a:pt x="42348" y="35858"/>
                </a:lnTo>
                <a:lnTo>
                  <a:pt x="44738" y="34150"/>
                </a:lnTo>
                <a:lnTo>
                  <a:pt x="38078" y="39785"/>
                </a:lnTo>
                <a:lnTo>
                  <a:pt x="39957" y="37908"/>
                </a:lnTo>
                <a:lnTo>
                  <a:pt x="34322" y="44567"/>
                </a:lnTo>
                <a:lnTo>
                  <a:pt x="36030" y="42176"/>
                </a:lnTo>
                <a:lnTo>
                  <a:pt x="31761" y="50032"/>
                </a:lnTo>
                <a:lnTo>
                  <a:pt x="32956" y="47299"/>
                </a:lnTo>
                <a:lnTo>
                  <a:pt x="30224" y="56007"/>
                </a:lnTo>
                <a:lnTo>
                  <a:pt x="30736" y="53105"/>
                </a:lnTo>
                <a:lnTo>
                  <a:pt x="29882" y="62325"/>
                </a:lnTo>
                <a:lnTo>
                  <a:pt x="29882" y="60787"/>
                </a:lnTo>
                <a:lnTo>
                  <a:pt x="29882" y="2028027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15E1B39B-1955-4EB4-845A-029C584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1731345"/>
            <a:ext cx="192613" cy="194657"/>
          </a:xfrm>
          <a:custGeom xmlns:a="http://schemas.openxmlformats.org/drawingml/2006/main">
            <a:pathLst>
              <a:path w="192613" h="194657">
                <a:moveTo>
                  <a:pt x="0" y="40297"/>
                </a:moveTo>
                <a:cubicBezTo>
                  <a:pt x="0" y="17928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8"/>
                  <a:pt x="192613" y="40297"/>
                </a:cubicBezTo>
                <a:lnTo>
                  <a:pt x="192613" y="154360"/>
                </a:lnTo>
                <a:cubicBezTo>
                  <a:pt x="192613" y="176557"/>
                  <a:pt x="174684" y="194657"/>
                  <a:pt x="152314" y="194657"/>
                </a:cubicBezTo>
                <a:lnTo>
                  <a:pt x="40470" y="194657"/>
                </a:lnTo>
                <a:cubicBezTo>
                  <a:pt x="18100" y="194657"/>
                  <a:pt x="0" y="176557"/>
                  <a:pt x="0" y="154360"/>
                </a:cubicBezTo>
                <a:lnTo>
                  <a:pt x="0" y="40297"/>
                </a:lnTo>
              </a:path>
            </a:pathLst>
          </a:custGeom>
          <a:solidFill xmlns:a="http://schemas.openxmlformats.org/drawingml/2006/main">
            <a:srgbClr val="EFEFF8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69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0F0EDF9D-7540-4909-8513-CC586E8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1981326"/>
            <a:ext cx="192613" cy="194658"/>
          </a:xfrm>
          <a:custGeom xmlns:a="http://schemas.openxmlformats.org/drawingml/2006/main">
            <a:pathLst>
              <a:path w="192613" h="194658">
                <a:moveTo>
                  <a:pt x="0" y="40298"/>
                </a:moveTo>
                <a:cubicBezTo>
                  <a:pt x="0" y="17930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30"/>
                  <a:pt x="192613" y="40298"/>
                </a:cubicBezTo>
                <a:lnTo>
                  <a:pt x="192613" y="154361"/>
                </a:lnTo>
                <a:cubicBezTo>
                  <a:pt x="192613" y="176558"/>
                  <a:pt x="174684" y="194658"/>
                  <a:pt x="152314" y="194658"/>
                </a:cubicBezTo>
                <a:lnTo>
                  <a:pt x="40470" y="194658"/>
                </a:lnTo>
                <a:cubicBezTo>
                  <a:pt x="18100" y="194658"/>
                  <a:pt x="0" y="176558"/>
                  <a:pt x="0" y="15436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EFEFF8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0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F982BF70-AB9D-46EC-95CC-21FD74F8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2231307"/>
            <a:ext cx="192613" cy="194658"/>
          </a:xfrm>
          <a:custGeom xmlns:a="http://schemas.openxmlformats.org/drawingml/2006/main">
            <a:pathLst>
              <a:path w="192613" h="194658">
                <a:moveTo>
                  <a:pt x="0" y="40298"/>
                </a:moveTo>
                <a:cubicBezTo>
                  <a:pt x="0" y="17929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9"/>
                  <a:pt x="192613" y="40298"/>
                </a:cubicBezTo>
                <a:lnTo>
                  <a:pt x="192613" y="154361"/>
                </a:lnTo>
                <a:cubicBezTo>
                  <a:pt x="192613" y="176558"/>
                  <a:pt x="174684" y="194658"/>
                  <a:pt x="152314" y="194658"/>
                </a:cubicBezTo>
                <a:lnTo>
                  <a:pt x="40470" y="194658"/>
                </a:lnTo>
                <a:cubicBezTo>
                  <a:pt x="18100" y="194658"/>
                  <a:pt x="0" y="176558"/>
                  <a:pt x="0" y="15436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EFEFF8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1" name="pdf-path-171">
            <a:extLst xmlns:a="http://schemas.openxmlformats.org/drawingml/2006/main">
              <a:ext uri="{FF2B5EF4-FFF2-40B4-BE49-F238E27FC236}">
                <a16:creationId xmlns:a16="http://schemas.microsoft.com/office/drawing/2014/main" id="{DE998C13-FD9D-40A8-8ADD-6826FC73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2483338"/>
            <a:ext cx="192613" cy="192609"/>
          </a:xfrm>
          <a:custGeom xmlns:a="http://schemas.openxmlformats.org/drawingml/2006/main">
            <a:pathLst>
              <a:path w="192613" h="192609">
                <a:moveTo>
                  <a:pt x="0" y="40298"/>
                </a:moveTo>
                <a:cubicBezTo>
                  <a:pt x="0" y="17929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9"/>
                  <a:pt x="192613" y="40298"/>
                </a:cubicBezTo>
                <a:lnTo>
                  <a:pt x="192613" y="152311"/>
                </a:lnTo>
                <a:cubicBezTo>
                  <a:pt x="192613" y="174509"/>
                  <a:pt x="174684" y="192609"/>
                  <a:pt x="152314" y="192609"/>
                </a:cubicBezTo>
                <a:lnTo>
                  <a:pt x="40470" y="192609"/>
                </a:lnTo>
                <a:cubicBezTo>
                  <a:pt x="18100" y="192609"/>
                  <a:pt x="0" y="174509"/>
                  <a:pt x="0" y="15231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EFEFF8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2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B786262C-5EAC-483A-BA28-804DB2FD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2786595"/>
            <a:ext cx="192613" cy="192608"/>
          </a:xfrm>
          <a:custGeom xmlns:a="http://schemas.openxmlformats.org/drawingml/2006/main">
            <a:pathLst>
              <a:path w="192613" h="192608">
                <a:moveTo>
                  <a:pt x="0" y="40297"/>
                </a:moveTo>
                <a:cubicBezTo>
                  <a:pt x="0" y="17928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8"/>
                  <a:pt x="192613" y="40297"/>
                </a:cubicBezTo>
                <a:lnTo>
                  <a:pt x="192613" y="152310"/>
                </a:lnTo>
                <a:cubicBezTo>
                  <a:pt x="192613" y="174508"/>
                  <a:pt x="174684" y="192608"/>
                  <a:pt x="152314" y="192608"/>
                </a:cubicBezTo>
                <a:lnTo>
                  <a:pt x="40470" y="192608"/>
                </a:lnTo>
                <a:cubicBezTo>
                  <a:pt x="18100" y="192608"/>
                  <a:pt x="0" y="174508"/>
                  <a:pt x="0" y="152310"/>
                </a:cubicBezTo>
                <a:lnTo>
                  <a:pt x="0" y="40297"/>
                </a:lnTo>
              </a:path>
            </a:pathLst>
          </a:custGeom>
          <a:solidFill xmlns:a="http://schemas.openxmlformats.org/drawingml/2006/main">
            <a:srgbClr val="EFEFF8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3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14B8D7AE-2F79-4A97-81A2-9D491CB7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3036577"/>
            <a:ext cx="192613" cy="192608"/>
          </a:xfrm>
          <a:custGeom xmlns:a="http://schemas.openxmlformats.org/drawingml/2006/main">
            <a:pathLst>
              <a:path w="192613" h="192608">
                <a:moveTo>
                  <a:pt x="0" y="40297"/>
                </a:moveTo>
                <a:cubicBezTo>
                  <a:pt x="0" y="17929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9"/>
                  <a:pt x="192613" y="40297"/>
                </a:cubicBezTo>
                <a:lnTo>
                  <a:pt x="192613" y="152311"/>
                </a:lnTo>
                <a:cubicBezTo>
                  <a:pt x="192613" y="174508"/>
                  <a:pt x="174684" y="192608"/>
                  <a:pt x="152314" y="192608"/>
                </a:cubicBezTo>
                <a:lnTo>
                  <a:pt x="40470" y="192608"/>
                </a:lnTo>
                <a:cubicBezTo>
                  <a:pt x="18100" y="192608"/>
                  <a:pt x="0" y="174508"/>
                  <a:pt x="0" y="152311"/>
                </a:cubicBezTo>
                <a:lnTo>
                  <a:pt x="0" y="40297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4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1ACDC03C-6BB9-46D5-830C-3A8137CA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3286558"/>
            <a:ext cx="192613" cy="192609"/>
          </a:xfrm>
          <a:custGeom xmlns:a="http://schemas.openxmlformats.org/drawingml/2006/main">
            <a:pathLst>
              <a:path w="192613" h="192609">
                <a:moveTo>
                  <a:pt x="0" y="40299"/>
                </a:moveTo>
                <a:cubicBezTo>
                  <a:pt x="0" y="17930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30"/>
                  <a:pt x="192613" y="40299"/>
                </a:cubicBezTo>
                <a:lnTo>
                  <a:pt x="192613" y="152312"/>
                </a:lnTo>
                <a:cubicBezTo>
                  <a:pt x="192613" y="174510"/>
                  <a:pt x="174684" y="192609"/>
                  <a:pt x="152314" y="192609"/>
                </a:cubicBezTo>
                <a:lnTo>
                  <a:pt x="40470" y="192609"/>
                </a:lnTo>
                <a:cubicBezTo>
                  <a:pt x="18100" y="192609"/>
                  <a:pt x="0" y="174510"/>
                  <a:pt x="0" y="152312"/>
                </a:cubicBezTo>
                <a:lnTo>
                  <a:pt x="0" y="40299"/>
                </a:lnTo>
              </a:path>
            </a:pathLst>
          </a:custGeom>
          <a:solidFill xmlns:a="http://schemas.openxmlformats.org/drawingml/2006/main">
            <a:srgbClr val="C2C2DE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75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CEAB6A2C-F542-4186-969D-0033B238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2830307"/>
            <a:ext cx="780696" cy="119356"/>
          </a:xfrm>
          <a:custGeom xmlns:a="http://schemas.openxmlformats.org/drawingml/2006/main">
            <a:pathLst>
              <a:path w="780696" h="119356">
                <a:moveTo>
                  <a:pt x="752351" y="75131"/>
                </a:moveTo>
                <a:lnTo>
                  <a:pt x="0" y="68473"/>
                </a:lnTo>
                <a:lnTo>
                  <a:pt x="170" y="38590"/>
                </a:lnTo>
                <a:lnTo>
                  <a:pt x="752522" y="45249"/>
                </a:lnTo>
                <a:lnTo>
                  <a:pt x="752351" y="75131"/>
                </a:lnTo>
                <a:moveTo>
                  <a:pt x="692586" y="4440"/>
                </a:moveTo>
                <a:lnTo>
                  <a:pt x="780696" y="60446"/>
                </a:lnTo>
                <a:lnTo>
                  <a:pt x="691562" y="115087"/>
                </a:lnTo>
                <a:cubicBezTo>
                  <a:pt x="684561" y="119356"/>
                  <a:pt x="675340" y="117137"/>
                  <a:pt x="671071" y="110136"/>
                </a:cubicBezTo>
                <a:cubicBezTo>
                  <a:pt x="666631" y="103134"/>
                  <a:pt x="668851" y="93914"/>
                  <a:pt x="676023" y="89646"/>
                </a:cubicBezTo>
                <a:lnTo>
                  <a:pt x="744667" y="47469"/>
                </a:lnTo>
                <a:lnTo>
                  <a:pt x="744496" y="72912"/>
                </a:lnTo>
                <a:lnTo>
                  <a:pt x="676535" y="29540"/>
                </a:lnTo>
                <a:cubicBezTo>
                  <a:pt x="669534" y="25101"/>
                  <a:pt x="667485" y="15880"/>
                  <a:pt x="671924" y="8880"/>
                </a:cubicBezTo>
                <a:cubicBezTo>
                  <a:pt x="676365" y="2049"/>
                  <a:pt x="685585" y="0"/>
                  <a:pt x="692586" y="4440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A4E5265E-1337-4260-85E1-D5AB69A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3077386"/>
            <a:ext cx="780696" cy="119357"/>
          </a:xfrm>
          <a:custGeom xmlns:a="http://schemas.openxmlformats.org/drawingml/2006/main">
            <a:pathLst>
              <a:path w="780696" h="119357">
                <a:moveTo>
                  <a:pt x="752351" y="74961"/>
                </a:moveTo>
                <a:lnTo>
                  <a:pt x="0" y="71375"/>
                </a:lnTo>
                <a:lnTo>
                  <a:pt x="170" y="41493"/>
                </a:lnTo>
                <a:lnTo>
                  <a:pt x="752522" y="45079"/>
                </a:lnTo>
                <a:lnTo>
                  <a:pt x="752351" y="74961"/>
                </a:lnTo>
                <a:moveTo>
                  <a:pt x="692244" y="4440"/>
                </a:moveTo>
                <a:lnTo>
                  <a:pt x="780696" y="60105"/>
                </a:lnTo>
                <a:lnTo>
                  <a:pt x="691732" y="115088"/>
                </a:lnTo>
                <a:cubicBezTo>
                  <a:pt x="684731" y="119357"/>
                  <a:pt x="675511" y="117307"/>
                  <a:pt x="671242" y="110307"/>
                </a:cubicBezTo>
                <a:cubicBezTo>
                  <a:pt x="666973" y="103135"/>
                  <a:pt x="669022" y="94085"/>
                  <a:pt x="676023" y="89646"/>
                </a:cubicBezTo>
                <a:lnTo>
                  <a:pt x="744667" y="47299"/>
                </a:lnTo>
                <a:lnTo>
                  <a:pt x="744496" y="72570"/>
                </a:lnTo>
                <a:lnTo>
                  <a:pt x="676365" y="29541"/>
                </a:lnTo>
                <a:cubicBezTo>
                  <a:pt x="669363" y="25273"/>
                  <a:pt x="667315" y="16051"/>
                  <a:pt x="671754" y="9051"/>
                </a:cubicBezTo>
                <a:cubicBezTo>
                  <a:pt x="676194" y="2049"/>
                  <a:pt x="685415" y="0"/>
                  <a:pt x="692244" y="4440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CC5C25E8-C9D0-432B-B2B6-39700F8F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3324465"/>
            <a:ext cx="780696" cy="119356"/>
          </a:xfrm>
          <a:custGeom xmlns:a="http://schemas.openxmlformats.org/drawingml/2006/main">
            <a:pathLst>
              <a:path w="780696" h="119356">
                <a:moveTo>
                  <a:pt x="752522" y="74619"/>
                </a:moveTo>
                <a:lnTo>
                  <a:pt x="0" y="74277"/>
                </a:lnTo>
                <a:lnTo>
                  <a:pt x="170" y="44396"/>
                </a:lnTo>
                <a:lnTo>
                  <a:pt x="752522" y="44737"/>
                </a:lnTo>
                <a:lnTo>
                  <a:pt x="752522" y="74619"/>
                </a:lnTo>
                <a:moveTo>
                  <a:pt x="692074" y="4440"/>
                </a:moveTo>
                <a:lnTo>
                  <a:pt x="780696" y="59764"/>
                </a:lnTo>
                <a:lnTo>
                  <a:pt x="692074" y="115087"/>
                </a:lnTo>
                <a:cubicBezTo>
                  <a:pt x="685073" y="119356"/>
                  <a:pt x="675852" y="117307"/>
                  <a:pt x="671412" y="110306"/>
                </a:cubicBezTo>
                <a:cubicBezTo>
                  <a:pt x="667144" y="103305"/>
                  <a:pt x="669193" y="94085"/>
                  <a:pt x="676194" y="89646"/>
                </a:cubicBezTo>
                <a:lnTo>
                  <a:pt x="744496" y="47129"/>
                </a:lnTo>
                <a:lnTo>
                  <a:pt x="744496" y="72399"/>
                </a:lnTo>
                <a:lnTo>
                  <a:pt x="676194" y="29711"/>
                </a:lnTo>
                <a:cubicBezTo>
                  <a:pt x="669193" y="25272"/>
                  <a:pt x="667144" y="16051"/>
                  <a:pt x="671583" y="9050"/>
                </a:cubicBezTo>
                <a:cubicBezTo>
                  <a:pt x="675852" y="2049"/>
                  <a:pt x="685073" y="0"/>
                  <a:pt x="692074" y="4440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E79A4E56-54CD-4767-BE9B-597CE38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2875727"/>
            <a:ext cx="784966" cy="286182"/>
          </a:xfrm>
          <a:custGeom xmlns:a="http://schemas.openxmlformats.org/drawingml/2006/main">
            <a:pathLst>
              <a:path w="784966" h="286182">
                <a:moveTo>
                  <a:pt x="31419" y="263471"/>
                </a:moveTo>
                <a:lnTo>
                  <a:pt x="784966" y="28517"/>
                </a:lnTo>
                <a:lnTo>
                  <a:pt x="776086" y="0"/>
                </a:lnTo>
                <a:lnTo>
                  <a:pt x="22369" y="234955"/>
                </a:lnTo>
                <a:lnTo>
                  <a:pt x="31419" y="263471"/>
                </a:lnTo>
                <a:moveTo>
                  <a:pt x="68131" y="178437"/>
                </a:moveTo>
                <a:lnTo>
                  <a:pt x="0" y="257666"/>
                </a:lnTo>
                <a:lnTo>
                  <a:pt x="101087" y="284132"/>
                </a:lnTo>
                <a:cubicBezTo>
                  <a:pt x="108941" y="286182"/>
                  <a:pt x="117138" y="281401"/>
                  <a:pt x="119187" y="273546"/>
                </a:cubicBezTo>
                <a:cubicBezTo>
                  <a:pt x="121407" y="265521"/>
                  <a:pt x="116626" y="257324"/>
                  <a:pt x="108600" y="255275"/>
                </a:cubicBezTo>
                <a:lnTo>
                  <a:pt x="30736" y="234785"/>
                </a:lnTo>
                <a:lnTo>
                  <a:pt x="38249" y="259032"/>
                </a:lnTo>
                <a:lnTo>
                  <a:pt x="90671" y="197902"/>
                </a:lnTo>
                <a:cubicBezTo>
                  <a:pt x="96135" y="191755"/>
                  <a:pt x="95452" y="182194"/>
                  <a:pt x="89135" y="176900"/>
                </a:cubicBezTo>
                <a:cubicBezTo>
                  <a:pt x="82816" y="171436"/>
                  <a:pt x="73424" y="172119"/>
                  <a:pt x="68131" y="178437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F0130FD4-E75A-4698-ABBE-9EE97E2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3123660"/>
            <a:ext cx="784966" cy="289084"/>
          </a:xfrm>
          <a:custGeom xmlns:a="http://schemas.openxmlformats.org/drawingml/2006/main">
            <a:pathLst>
              <a:path w="784966" h="289084">
                <a:moveTo>
                  <a:pt x="31419" y="266715"/>
                </a:moveTo>
                <a:lnTo>
                  <a:pt x="784966" y="28515"/>
                </a:lnTo>
                <a:lnTo>
                  <a:pt x="776086" y="0"/>
                </a:lnTo>
                <a:lnTo>
                  <a:pt x="22369" y="238199"/>
                </a:lnTo>
                <a:lnTo>
                  <a:pt x="31419" y="266715"/>
                </a:lnTo>
                <a:moveTo>
                  <a:pt x="67790" y="181510"/>
                </a:moveTo>
                <a:lnTo>
                  <a:pt x="0" y="260910"/>
                </a:lnTo>
                <a:lnTo>
                  <a:pt x="101087" y="287035"/>
                </a:lnTo>
                <a:cubicBezTo>
                  <a:pt x="109112" y="289084"/>
                  <a:pt x="117309" y="284303"/>
                  <a:pt x="119358" y="276277"/>
                </a:cubicBezTo>
                <a:cubicBezTo>
                  <a:pt x="121407" y="268253"/>
                  <a:pt x="116626" y="260226"/>
                  <a:pt x="108600" y="258178"/>
                </a:cubicBezTo>
                <a:lnTo>
                  <a:pt x="30565" y="238028"/>
                </a:lnTo>
                <a:lnTo>
                  <a:pt x="38249" y="262105"/>
                </a:lnTo>
                <a:lnTo>
                  <a:pt x="90500" y="200805"/>
                </a:lnTo>
                <a:cubicBezTo>
                  <a:pt x="95794" y="194658"/>
                  <a:pt x="95110" y="185096"/>
                  <a:pt x="88793" y="179802"/>
                </a:cubicBezTo>
                <a:cubicBezTo>
                  <a:pt x="82474" y="174508"/>
                  <a:pt x="73083" y="175192"/>
                  <a:pt x="67790" y="181510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8A635738-DD8F-4C75-9CC2-FEC16CEB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34" y="2792741"/>
            <a:ext cx="194662" cy="192610"/>
          </a:xfrm>
          <a:custGeom xmlns:a="http://schemas.openxmlformats.org/drawingml/2006/main">
            <a:pathLst>
              <a:path w="194662" h="192610">
                <a:moveTo>
                  <a:pt x="0" y="40298"/>
                </a:moveTo>
                <a:cubicBezTo>
                  <a:pt x="0" y="17929"/>
                  <a:pt x="18100" y="0"/>
                  <a:pt x="40469" y="0"/>
                </a:cubicBezTo>
                <a:lnTo>
                  <a:pt x="154533" y="0"/>
                </a:lnTo>
                <a:cubicBezTo>
                  <a:pt x="176732" y="0"/>
                  <a:pt x="194662" y="17929"/>
                  <a:pt x="194662" y="40298"/>
                </a:cubicBezTo>
                <a:lnTo>
                  <a:pt x="194662" y="152311"/>
                </a:lnTo>
                <a:cubicBezTo>
                  <a:pt x="194662" y="174510"/>
                  <a:pt x="176732" y="192610"/>
                  <a:pt x="154533" y="192610"/>
                </a:cubicBezTo>
                <a:lnTo>
                  <a:pt x="40469" y="192610"/>
                </a:lnTo>
                <a:cubicBezTo>
                  <a:pt x="18100" y="192610"/>
                  <a:pt x="0" y="174510"/>
                  <a:pt x="0" y="15231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CDCDE5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81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37DFAE8D-D279-4B3C-BF9F-6C83B7C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34" y="3040675"/>
            <a:ext cx="194662" cy="192608"/>
          </a:xfrm>
          <a:custGeom xmlns:a="http://schemas.openxmlformats.org/drawingml/2006/main">
            <a:pathLst>
              <a:path w="194662" h="192608">
                <a:moveTo>
                  <a:pt x="0" y="40298"/>
                </a:moveTo>
                <a:cubicBezTo>
                  <a:pt x="0" y="17929"/>
                  <a:pt x="18100" y="0"/>
                  <a:pt x="40469" y="0"/>
                </a:cubicBezTo>
                <a:lnTo>
                  <a:pt x="154533" y="0"/>
                </a:lnTo>
                <a:cubicBezTo>
                  <a:pt x="176732" y="0"/>
                  <a:pt x="194662" y="17929"/>
                  <a:pt x="194662" y="40298"/>
                </a:cubicBezTo>
                <a:lnTo>
                  <a:pt x="194662" y="152311"/>
                </a:lnTo>
                <a:cubicBezTo>
                  <a:pt x="194662" y="174509"/>
                  <a:pt x="176732" y="192608"/>
                  <a:pt x="154533" y="192608"/>
                </a:cubicBezTo>
                <a:lnTo>
                  <a:pt x="40469" y="192608"/>
                </a:lnTo>
                <a:cubicBezTo>
                  <a:pt x="18100" y="192608"/>
                  <a:pt x="0" y="174509"/>
                  <a:pt x="0" y="15231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C2C2DE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82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A9B73C6C-21DC-4624-B07A-6413E4B3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34" y="3286558"/>
            <a:ext cx="194662" cy="194658"/>
          </a:xfrm>
          <a:custGeom xmlns:a="http://schemas.openxmlformats.org/drawingml/2006/main">
            <a:pathLst>
              <a:path w="194662" h="194658">
                <a:moveTo>
                  <a:pt x="0" y="40640"/>
                </a:moveTo>
                <a:cubicBezTo>
                  <a:pt x="0" y="18100"/>
                  <a:pt x="18270" y="0"/>
                  <a:pt x="40810" y="0"/>
                </a:cubicBezTo>
                <a:lnTo>
                  <a:pt x="154021" y="0"/>
                </a:lnTo>
                <a:cubicBezTo>
                  <a:pt x="176561" y="0"/>
                  <a:pt x="194662" y="18100"/>
                  <a:pt x="194662" y="40640"/>
                </a:cubicBezTo>
                <a:lnTo>
                  <a:pt x="194662" y="153849"/>
                </a:lnTo>
                <a:cubicBezTo>
                  <a:pt x="194662" y="176387"/>
                  <a:pt x="176561" y="194658"/>
                  <a:pt x="154021" y="194658"/>
                </a:cubicBezTo>
                <a:lnTo>
                  <a:pt x="40810" y="194658"/>
                </a:lnTo>
                <a:cubicBezTo>
                  <a:pt x="18270" y="194658"/>
                  <a:pt x="0" y="176387"/>
                  <a:pt x="0" y="153849"/>
                </a:cubicBezTo>
                <a:lnTo>
                  <a:pt x="0" y="40640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83" name="host-rotated-label-190">
            <a:extLst xmlns:a="http://schemas.openxmlformats.org/drawingml/2006/main">
              <a:ext uri="{FF2B5EF4-FFF2-40B4-BE49-F238E27FC236}">
                <a16:creationId xmlns:a16="http://schemas.microsoft.com/office/drawing/2014/main" id="{EBF9AF7B-25CC-4BC0-B12E-7CB8EF3D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71698" y="2967107"/>
            <a:ext cx="212295" cy="272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4" name="host-rotated-label-191">
            <a:extLst xmlns:a="http://schemas.openxmlformats.org/drawingml/2006/main">
              <a:ext uri="{FF2B5EF4-FFF2-40B4-BE49-F238E27FC236}">
                <a16:creationId xmlns:a16="http://schemas.microsoft.com/office/drawing/2014/main" id="{E292EF04-52B9-495A-8135-32A20BB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71698" y="2686388"/>
            <a:ext cx="212295" cy="272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85" name="host-rotated-label-192">
            <a:extLst xmlns:a="http://schemas.openxmlformats.org/drawingml/2006/main">
              <a:ext uri="{FF2B5EF4-FFF2-40B4-BE49-F238E27FC236}">
                <a16:creationId xmlns:a16="http://schemas.microsoft.com/office/drawing/2014/main" id="{4688AE06-6423-4E05-B6B6-8AD088C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401950" y="2433876"/>
            <a:ext cx="151791" cy="272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9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9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86" name="host-rotated-label-193">
            <a:extLst xmlns:a="http://schemas.openxmlformats.org/drawingml/2006/main">
              <a:ext uri="{FF2B5EF4-FFF2-40B4-BE49-F238E27FC236}">
                <a16:creationId xmlns:a16="http://schemas.microsoft.com/office/drawing/2014/main" id="{C42A11FA-3FB1-4211-9142-E7A7355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86824" y="2203430"/>
            <a:ext cx="182043" cy="272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7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18298EBB-7FFB-431D-B2A2-61E31798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823" y="3536540"/>
            <a:ext cx="192613" cy="194658"/>
          </a:xfrm>
          <a:custGeom xmlns:a="http://schemas.openxmlformats.org/drawingml/2006/main">
            <a:pathLst>
              <a:path w="192613" h="194658">
                <a:moveTo>
                  <a:pt x="0" y="40297"/>
                </a:moveTo>
                <a:cubicBezTo>
                  <a:pt x="0" y="17928"/>
                  <a:pt x="18100" y="0"/>
                  <a:pt x="40470" y="0"/>
                </a:cubicBezTo>
                <a:lnTo>
                  <a:pt x="152314" y="0"/>
                </a:lnTo>
                <a:cubicBezTo>
                  <a:pt x="174684" y="0"/>
                  <a:pt x="192613" y="17928"/>
                  <a:pt x="192613" y="40297"/>
                </a:cubicBezTo>
                <a:lnTo>
                  <a:pt x="192613" y="154360"/>
                </a:lnTo>
                <a:cubicBezTo>
                  <a:pt x="192613" y="176558"/>
                  <a:pt x="174684" y="194658"/>
                  <a:pt x="152314" y="194658"/>
                </a:cubicBezTo>
                <a:lnTo>
                  <a:pt x="40470" y="194658"/>
                </a:lnTo>
                <a:cubicBezTo>
                  <a:pt x="18100" y="194658"/>
                  <a:pt x="0" y="176558"/>
                  <a:pt x="0" y="154360"/>
                </a:cubicBezTo>
                <a:lnTo>
                  <a:pt x="0" y="40297"/>
                </a:lnTo>
              </a:path>
            </a:pathLst>
          </a:custGeom>
          <a:solidFill xmlns:a="http://schemas.openxmlformats.org/drawingml/2006/main">
            <a:srgbClr val="ABADC5"/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88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F3A651E8-5659-419E-B911-A49F32ED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34" y="3534491"/>
            <a:ext cx="194662" cy="192609"/>
          </a:xfrm>
          <a:custGeom xmlns:a="http://schemas.openxmlformats.org/drawingml/2006/main">
            <a:pathLst>
              <a:path w="194662" h="192609">
                <a:moveTo>
                  <a:pt x="0" y="40298"/>
                </a:moveTo>
                <a:cubicBezTo>
                  <a:pt x="0" y="17929"/>
                  <a:pt x="18100" y="0"/>
                  <a:pt x="40469" y="0"/>
                </a:cubicBezTo>
                <a:lnTo>
                  <a:pt x="154533" y="0"/>
                </a:lnTo>
                <a:cubicBezTo>
                  <a:pt x="176732" y="0"/>
                  <a:pt x="194662" y="17929"/>
                  <a:pt x="194662" y="40298"/>
                </a:cubicBezTo>
                <a:lnTo>
                  <a:pt x="194662" y="152311"/>
                </a:lnTo>
                <a:cubicBezTo>
                  <a:pt x="194662" y="174510"/>
                  <a:pt x="176732" y="192609"/>
                  <a:pt x="154533" y="192609"/>
                </a:cubicBezTo>
                <a:lnTo>
                  <a:pt x="40469" y="192609"/>
                </a:lnTo>
                <a:cubicBezTo>
                  <a:pt x="18100" y="192609"/>
                  <a:pt x="0" y="174510"/>
                  <a:pt x="0" y="152311"/>
                </a:cubicBezTo>
                <a:lnTo>
                  <a:pt x="0" y="40298"/>
                </a:lnTo>
              </a:path>
            </a:pathLst>
          </a:custGeom>
          <a:solidFill xmlns:a="http://schemas.openxmlformats.org/drawingml/2006/main">
            <a:srgbClr val="545481">
              <a:alpha val="80000"/>
            </a:srgbClr>
          </a:solidFill>
          <a:ln xmlns:a="http://schemas.openxmlformats.org/drawingml/2006/main" w="28575">
            <a:solidFill>
              <a:srgbClr val="4C4C71"/>
            </a:solidFill>
            <a:prstDash val="solid"/>
          </a:ln>
        </p:spPr>
      </p:sp>
      <p:sp>
        <p:nvSpPr>
          <p:cNvPr id="189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CBF3B03B-576E-44C7-8D1B-544F0CA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3369544"/>
            <a:ext cx="785136" cy="291986"/>
          </a:xfrm>
          <a:custGeom xmlns:a="http://schemas.openxmlformats.org/drawingml/2006/main">
            <a:pathLst>
              <a:path w="785136" h="291986">
                <a:moveTo>
                  <a:pt x="31419" y="269789"/>
                </a:moveTo>
                <a:lnTo>
                  <a:pt x="785136" y="28516"/>
                </a:lnTo>
                <a:lnTo>
                  <a:pt x="775916" y="0"/>
                </a:lnTo>
                <a:lnTo>
                  <a:pt x="22198" y="241443"/>
                </a:lnTo>
                <a:lnTo>
                  <a:pt x="31419" y="269789"/>
                </a:lnTo>
                <a:moveTo>
                  <a:pt x="67448" y="184583"/>
                </a:moveTo>
                <a:lnTo>
                  <a:pt x="0" y="264325"/>
                </a:lnTo>
                <a:lnTo>
                  <a:pt x="101258" y="289938"/>
                </a:lnTo>
                <a:cubicBezTo>
                  <a:pt x="109283" y="291986"/>
                  <a:pt x="117309" y="287205"/>
                  <a:pt x="119358" y="279180"/>
                </a:cubicBezTo>
                <a:cubicBezTo>
                  <a:pt x="121407" y="271155"/>
                  <a:pt x="116626" y="262958"/>
                  <a:pt x="108600" y="260909"/>
                </a:cubicBezTo>
                <a:lnTo>
                  <a:pt x="30565" y="241102"/>
                </a:lnTo>
                <a:lnTo>
                  <a:pt x="38249" y="265349"/>
                </a:lnTo>
                <a:lnTo>
                  <a:pt x="90329" y="203879"/>
                </a:lnTo>
                <a:cubicBezTo>
                  <a:pt x="95623" y="197560"/>
                  <a:pt x="94769" y="187998"/>
                  <a:pt x="88451" y="182705"/>
                </a:cubicBezTo>
                <a:cubicBezTo>
                  <a:pt x="82133" y="177411"/>
                  <a:pt x="72741" y="178266"/>
                  <a:pt x="67448" y="184583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97D09F63-52C8-42D1-9E9B-6B8977F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6462" y="3572398"/>
            <a:ext cx="780696" cy="119356"/>
          </a:xfrm>
          <a:custGeom xmlns:a="http://schemas.openxmlformats.org/drawingml/2006/main">
            <a:pathLst>
              <a:path w="780696" h="119356">
                <a:moveTo>
                  <a:pt x="752351" y="44566"/>
                </a:moveTo>
                <a:lnTo>
                  <a:pt x="0" y="47298"/>
                </a:lnTo>
                <a:lnTo>
                  <a:pt x="170" y="77180"/>
                </a:lnTo>
                <a:lnTo>
                  <a:pt x="752522" y="74448"/>
                </a:lnTo>
                <a:lnTo>
                  <a:pt x="752351" y="44566"/>
                </a:lnTo>
                <a:moveTo>
                  <a:pt x="692244" y="115087"/>
                </a:moveTo>
                <a:lnTo>
                  <a:pt x="780696" y="59422"/>
                </a:lnTo>
                <a:lnTo>
                  <a:pt x="691903" y="4269"/>
                </a:lnTo>
                <a:cubicBezTo>
                  <a:pt x="684902" y="0"/>
                  <a:pt x="675681" y="2219"/>
                  <a:pt x="671242" y="9220"/>
                </a:cubicBezTo>
                <a:cubicBezTo>
                  <a:pt x="666973" y="16221"/>
                  <a:pt x="669022" y="25442"/>
                  <a:pt x="676194" y="29711"/>
                </a:cubicBezTo>
                <a:lnTo>
                  <a:pt x="744496" y="72228"/>
                </a:lnTo>
                <a:lnTo>
                  <a:pt x="744496" y="46786"/>
                </a:lnTo>
                <a:lnTo>
                  <a:pt x="676365" y="89815"/>
                </a:lnTo>
                <a:cubicBezTo>
                  <a:pt x="669363" y="94084"/>
                  <a:pt x="667315" y="103305"/>
                  <a:pt x="671583" y="110305"/>
                </a:cubicBezTo>
                <a:cubicBezTo>
                  <a:pt x="676023" y="117307"/>
                  <a:pt x="685244" y="119356"/>
                  <a:pt x="692244" y="115087"/>
                </a:cubicBezTo>
              </a:path>
            </a:pathLst>
          </a:custGeom>
          <a:solidFill xmlns:a="http://schemas.openxmlformats.org/drawingml/2006/main">
            <a:srgbClr val="545481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95F1346C-16C8-48B7-B483-D54C243B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1337" y="11726410"/>
            <a:ext cx="552566" cy="178334"/>
          </a:xfrm>
          <a:custGeom xmlns:a="http://schemas.openxmlformats.org/drawingml/2006/main">
            <a:pathLst>
              <a:path w="552566" h="178334">
                <a:moveTo>
                  <a:pt x="0" y="69958"/>
                </a:moveTo>
                <a:lnTo>
                  <a:pt x="514489" y="69958"/>
                </a:lnTo>
                <a:lnTo>
                  <a:pt x="514489" y="108377"/>
                </a:lnTo>
                <a:lnTo>
                  <a:pt x="0" y="108377"/>
                </a:lnTo>
                <a:close/>
                <a:moveTo>
                  <a:pt x="408961" y="5345"/>
                </a:moveTo>
                <a:lnTo>
                  <a:pt x="552566" y="89167"/>
                </a:lnTo>
                <a:lnTo>
                  <a:pt x="408961" y="172989"/>
                </a:lnTo>
                <a:cubicBezTo>
                  <a:pt x="399740" y="178334"/>
                  <a:pt x="387958" y="175243"/>
                  <a:pt x="382664" y="166074"/>
                </a:cubicBezTo>
                <a:cubicBezTo>
                  <a:pt x="377371" y="156922"/>
                  <a:pt x="380445" y="145157"/>
                  <a:pt x="389666" y="139812"/>
                </a:cubicBezTo>
                <a:lnTo>
                  <a:pt x="504926" y="72570"/>
                </a:lnTo>
                <a:lnTo>
                  <a:pt x="504926" y="105764"/>
                </a:lnTo>
                <a:lnTo>
                  <a:pt x="389666" y="38521"/>
                </a:lnTo>
                <a:cubicBezTo>
                  <a:pt x="380445" y="33178"/>
                  <a:pt x="377371" y="21412"/>
                  <a:pt x="382664" y="12260"/>
                </a:cubicBezTo>
                <a:cubicBezTo>
                  <a:pt x="387958" y="3091"/>
                  <a:pt x="399740" y="0"/>
                  <a:pt x="408961" y="5345"/>
                </a:cubicBez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B441395A-C0EA-4730-9CA2-140D8B8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7762" y="1668166"/>
            <a:ext cx="1337533" cy="2185803"/>
          </a:xfrm>
          <a:custGeom xmlns:a="http://schemas.openxmlformats.org/drawingml/2006/main">
            <a:pathLst>
              <a:path w="1337533" h="2185803">
                <a:moveTo>
                  <a:pt x="0" y="128918"/>
                </a:moveTo>
                <a:lnTo>
                  <a:pt x="683" y="116112"/>
                </a:lnTo>
                <a:lnTo>
                  <a:pt x="2561" y="103134"/>
                </a:lnTo>
                <a:lnTo>
                  <a:pt x="5976" y="90669"/>
                </a:lnTo>
                <a:lnTo>
                  <a:pt x="10245" y="78888"/>
                </a:lnTo>
                <a:lnTo>
                  <a:pt x="15710" y="67618"/>
                </a:lnTo>
                <a:lnTo>
                  <a:pt x="22198" y="57031"/>
                </a:lnTo>
                <a:lnTo>
                  <a:pt x="29540" y="46958"/>
                </a:lnTo>
                <a:lnTo>
                  <a:pt x="37908" y="37736"/>
                </a:lnTo>
                <a:lnTo>
                  <a:pt x="47129" y="29369"/>
                </a:lnTo>
                <a:lnTo>
                  <a:pt x="57032" y="22027"/>
                </a:lnTo>
                <a:lnTo>
                  <a:pt x="67791" y="15538"/>
                </a:lnTo>
                <a:lnTo>
                  <a:pt x="79060" y="10074"/>
                </a:lnTo>
                <a:lnTo>
                  <a:pt x="90842" y="5805"/>
                </a:lnTo>
                <a:lnTo>
                  <a:pt x="103307" y="2561"/>
                </a:lnTo>
                <a:lnTo>
                  <a:pt x="116285" y="512"/>
                </a:lnTo>
                <a:lnTo>
                  <a:pt x="128921" y="0"/>
                </a:lnTo>
                <a:lnTo>
                  <a:pt x="1208611" y="0"/>
                </a:lnTo>
                <a:lnTo>
                  <a:pt x="1221248" y="512"/>
                </a:lnTo>
                <a:lnTo>
                  <a:pt x="1234225" y="2561"/>
                </a:lnTo>
                <a:lnTo>
                  <a:pt x="1246691" y="5805"/>
                </a:lnTo>
                <a:lnTo>
                  <a:pt x="1258473" y="10074"/>
                </a:lnTo>
                <a:lnTo>
                  <a:pt x="1269742" y="15538"/>
                </a:lnTo>
                <a:lnTo>
                  <a:pt x="1280501" y="22027"/>
                </a:lnTo>
                <a:lnTo>
                  <a:pt x="1290404" y="29369"/>
                </a:lnTo>
                <a:lnTo>
                  <a:pt x="1299624" y="37736"/>
                </a:lnTo>
                <a:lnTo>
                  <a:pt x="1307992" y="46958"/>
                </a:lnTo>
                <a:lnTo>
                  <a:pt x="1315334" y="57031"/>
                </a:lnTo>
                <a:lnTo>
                  <a:pt x="1321823" y="67618"/>
                </a:lnTo>
                <a:lnTo>
                  <a:pt x="1327287" y="78888"/>
                </a:lnTo>
                <a:lnTo>
                  <a:pt x="1331556" y="90669"/>
                </a:lnTo>
                <a:lnTo>
                  <a:pt x="1334972" y="103134"/>
                </a:lnTo>
                <a:lnTo>
                  <a:pt x="1336849" y="116112"/>
                </a:lnTo>
                <a:lnTo>
                  <a:pt x="1337533" y="128918"/>
                </a:lnTo>
                <a:lnTo>
                  <a:pt x="1337533" y="2056715"/>
                </a:lnTo>
                <a:lnTo>
                  <a:pt x="1336849" y="2069350"/>
                </a:lnTo>
                <a:lnTo>
                  <a:pt x="1334972" y="2082497"/>
                </a:lnTo>
                <a:lnTo>
                  <a:pt x="1331556" y="2094791"/>
                </a:lnTo>
                <a:lnTo>
                  <a:pt x="1327287" y="2106573"/>
                </a:lnTo>
                <a:lnTo>
                  <a:pt x="1321823" y="2118014"/>
                </a:lnTo>
                <a:lnTo>
                  <a:pt x="1315334" y="2128771"/>
                </a:lnTo>
                <a:lnTo>
                  <a:pt x="1307992" y="2138675"/>
                </a:lnTo>
                <a:lnTo>
                  <a:pt x="1299624" y="2147896"/>
                </a:lnTo>
                <a:lnTo>
                  <a:pt x="1290404" y="2156262"/>
                </a:lnTo>
                <a:lnTo>
                  <a:pt x="1280501" y="2163605"/>
                </a:lnTo>
                <a:lnTo>
                  <a:pt x="1269742" y="2170093"/>
                </a:lnTo>
                <a:lnTo>
                  <a:pt x="1258473" y="2175557"/>
                </a:lnTo>
                <a:lnTo>
                  <a:pt x="1246691" y="2179827"/>
                </a:lnTo>
                <a:lnTo>
                  <a:pt x="1234225" y="2183241"/>
                </a:lnTo>
                <a:lnTo>
                  <a:pt x="1221248" y="2185120"/>
                </a:lnTo>
                <a:lnTo>
                  <a:pt x="1208611" y="2185803"/>
                </a:lnTo>
                <a:lnTo>
                  <a:pt x="128921" y="2185803"/>
                </a:lnTo>
                <a:lnTo>
                  <a:pt x="116285" y="2185120"/>
                </a:lnTo>
                <a:lnTo>
                  <a:pt x="103307" y="2183241"/>
                </a:lnTo>
                <a:lnTo>
                  <a:pt x="90842" y="2179827"/>
                </a:lnTo>
                <a:lnTo>
                  <a:pt x="79060" y="2175557"/>
                </a:lnTo>
                <a:lnTo>
                  <a:pt x="67791" y="2170093"/>
                </a:lnTo>
                <a:lnTo>
                  <a:pt x="57032" y="2163605"/>
                </a:lnTo>
                <a:lnTo>
                  <a:pt x="47129" y="2156262"/>
                </a:lnTo>
                <a:lnTo>
                  <a:pt x="37908" y="2147896"/>
                </a:lnTo>
                <a:lnTo>
                  <a:pt x="29540" y="2138675"/>
                </a:lnTo>
                <a:lnTo>
                  <a:pt x="22198" y="2128771"/>
                </a:lnTo>
                <a:lnTo>
                  <a:pt x="15710" y="2118014"/>
                </a:lnTo>
                <a:lnTo>
                  <a:pt x="10245" y="2106573"/>
                </a:lnTo>
                <a:lnTo>
                  <a:pt x="5976" y="2094791"/>
                </a:lnTo>
                <a:lnTo>
                  <a:pt x="2561" y="2082497"/>
                </a:lnTo>
                <a:lnTo>
                  <a:pt x="683" y="2069350"/>
                </a:lnTo>
                <a:lnTo>
                  <a:pt x="0" y="2056715"/>
                </a:lnTo>
                <a:lnTo>
                  <a:pt x="0" y="128918"/>
                </a:lnTo>
                <a:moveTo>
                  <a:pt x="38420" y="2056202"/>
                </a:moveTo>
                <a:lnTo>
                  <a:pt x="38420" y="2055348"/>
                </a:lnTo>
                <a:lnTo>
                  <a:pt x="38932" y="2066617"/>
                </a:lnTo>
                <a:lnTo>
                  <a:pt x="38761" y="2064739"/>
                </a:lnTo>
                <a:lnTo>
                  <a:pt x="40470" y="2075667"/>
                </a:lnTo>
                <a:lnTo>
                  <a:pt x="39957" y="2073618"/>
                </a:lnTo>
                <a:lnTo>
                  <a:pt x="42860" y="2084034"/>
                </a:lnTo>
                <a:lnTo>
                  <a:pt x="42347" y="2082497"/>
                </a:lnTo>
                <a:lnTo>
                  <a:pt x="46104" y="2092572"/>
                </a:lnTo>
                <a:lnTo>
                  <a:pt x="45421" y="2090865"/>
                </a:lnTo>
                <a:lnTo>
                  <a:pt x="50032" y="2100597"/>
                </a:lnTo>
                <a:lnTo>
                  <a:pt x="49007" y="2098890"/>
                </a:lnTo>
                <a:lnTo>
                  <a:pt x="54471" y="2108110"/>
                </a:lnTo>
                <a:lnTo>
                  <a:pt x="53617" y="2106573"/>
                </a:lnTo>
                <a:lnTo>
                  <a:pt x="59764" y="2114941"/>
                </a:lnTo>
                <a:lnTo>
                  <a:pt x="58570" y="2113404"/>
                </a:lnTo>
                <a:lnTo>
                  <a:pt x="65740" y="2121258"/>
                </a:lnTo>
                <a:lnTo>
                  <a:pt x="64546" y="2120063"/>
                </a:lnTo>
                <a:lnTo>
                  <a:pt x="72400" y="2127235"/>
                </a:lnTo>
                <a:lnTo>
                  <a:pt x="70864" y="2126040"/>
                </a:lnTo>
                <a:lnTo>
                  <a:pt x="79231" y="2132357"/>
                </a:lnTo>
                <a:lnTo>
                  <a:pt x="77865" y="2131333"/>
                </a:lnTo>
                <a:lnTo>
                  <a:pt x="86915" y="2136797"/>
                </a:lnTo>
                <a:lnTo>
                  <a:pt x="85207" y="2135943"/>
                </a:lnTo>
                <a:lnTo>
                  <a:pt x="94770" y="2140553"/>
                </a:lnTo>
                <a:lnTo>
                  <a:pt x="93232" y="2139700"/>
                </a:lnTo>
                <a:lnTo>
                  <a:pt x="103307" y="2143456"/>
                </a:lnTo>
                <a:lnTo>
                  <a:pt x="101600" y="2142944"/>
                </a:lnTo>
                <a:lnTo>
                  <a:pt x="112186" y="2145847"/>
                </a:lnTo>
                <a:lnTo>
                  <a:pt x="110138" y="2145335"/>
                </a:lnTo>
                <a:lnTo>
                  <a:pt x="121066" y="2147042"/>
                </a:lnTo>
                <a:lnTo>
                  <a:pt x="119017" y="2146871"/>
                </a:lnTo>
                <a:lnTo>
                  <a:pt x="130287" y="2147384"/>
                </a:lnTo>
                <a:lnTo>
                  <a:pt x="129433" y="2147384"/>
                </a:lnTo>
                <a:lnTo>
                  <a:pt x="1208100" y="2147384"/>
                </a:lnTo>
                <a:lnTo>
                  <a:pt x="1207246" y="2147384"/>
                </a:lnTo>
                <a:lnTo>
                  <a:pt x="1218516" y="2146871"/>
                </a:lnTo>
                <a:lnTo>
                  <a:pt x="1216467" y="2147042"/>
                </a:lnTo>
                <a:lnTo>
                  <a:pt x="1227395" y="2145335"/>
                </a:lnTo>
                <a:lnTo>
                  <a:pt x="1225347" y="2145847"/>
                </a:lnTo>
                <a:lnTo>
                  <a:pt x="1235933" y="2142944"/>
                </a:lnTo>
                <a:lnTo>
                  <a:pt x="1234225" y="2143456"/>
                </a:lnTo>
                <a:lnTo>
                  <a:pt x="1244471" y="2139700"/>
                </a:lnTo>
                <a:lnTo>
                  <a:pt x="1242763" y="2140553"/>
                </a:lnTo>
                <a:lnTo>
                  <a:pt x="1252325" y="2135943"/>
                </a:lnTo>
                <a:lnTo>
                  <a:pt x="1250618" y="2136797"/>
                </a:lnTo>
                <a:lnTo>
                  <a:pt x="1259839" y="2131333"/>
                </a:lnTo>
                <a:lnTo>
                  <a:pt x="1258302" y="2132357"/>
                </a:lnTo>
                <a:lnTo>
                  <a:pt x="1266669" y="2126040"/>
                </a:lnTo>
                <a:lnTo>
                  <a:pt x="1265132" y="2127235"/>
                </a:lnTo>
                <a:lnTo>
                  <a:pt x="1272987" y="2120063"/>
                </a:lnTo>
                <a:lnTo>
                  <a:pt x="1271792" y="2121258"/>
                </a:lnTo>
                <a:lnTo>
                  <a:pt x="1278963" y="2113404"/>
                </a:lnTo>
                <a:lnTo>
                  <a:pt x="1277769" y="2114941"/>
                </a:lnTo>
                <a:lnTo>
                  <a:pt x="1284086" y="2106573"/>
                </a:lnTo>
                <a:lnTo>
                  <a:pt x="1283062" y="2108110"/>
                </a:lnTo>
                <a:lnTo>
                  <a:pt x="1288525" y="2098890"/>
                </a:lnTo>
                <a:lnTo>
                  <a:pt x="1287671" y="2100597"/>
                </a:lnTo>
                <a:lnTo>
                  <a:pt x="1292283" y="2090865"/>
                </a:lnTo>
                <a:lnTo>
                  <a:pt x="1291600" y="2092572"/>
                </a:lnTo>
                <a:lnTo>
                  <a:pt x="1295185" y="2082497"/>
                </a:lnTo>
                <a:lnTo>
                  <a:pt x="1294673" y="2084034"/>
                </a:lnTo>
                <a:lnTo>
                  <a:pt x="1297576" y="2073618"/>
                </a:lnTo>
                <a:lnTo>
                  <a:pt x="1297063" y="2075667"/>
                </a:lnTo>
                <a:lnTo>
                  <a:pt x="1298772" y="2064739"/>
                </a:lnTo>
                <a:lnTo>
                  <a:pt x="1298601" y="2066617"/>
                </a:lnTo>
                <a:lnTo>
                  <a:pt x="1299113" y="2055348"/>
                </a:lnTo>
                <a:lnTo>
                  <a:pt x="1299113" y="2056202"/>
                </a:lnTo>
                <a:lnTo>
                  <a:pt x="1299113" y="129260"/>
                </a:lnTo>
                <a:lnTo>
                  <a:pt x="1299113" y="130114"/>
                </a:lnTo>
                <a:lnTo>
                  <a:pt x="1298601" y="118843"/>
                </a:lnTo>
                <a:lnTo>
                  <a:pt x="1298772" y="120893"/>
                </a:lnTo>
                <a:lnTo>
                  <a:pt x="1297063" y="109965"/>
                </a:lnTo>
                <a:lnTo>
                  <a:pt x="1297576" y="112014"/>
                </a:lnTo>
                <a:lnTo>
                  <a:pt x="1294673" y="101427"/>
                </a:lnTo>
                <a:lnTo>
                  <a:pt x="1295185" y="103134"/>
                </a:lnTo>
                <a:lnTo>
                  <a:pt x="1291600" y="93061"/>
                </a:lnTo>
                <a:lnTo>
                  <a:pt x="1292283" y="94768"/>
                </a:lnTo>
                <a:lnTo>
                  <a:pt x="1287671" y="85034"/>
                </a:lnTo>
                <a:lnTo>
                  <a:pt x="1288525" y="86743"/>
                </a:lnTo>
                <a:lnTo>
                  <a:pt x="1283062" y="77693"/>
                </a:lnTo>
                <a:lnTo>
                  <a:pt x="1284086" y="79059"/>
                </a:lnTo>
                <a:lnTo>
                  <a:pt x="1277769" y="70692"/>
                </a:lnTo>
                <a:lnTo>
                  <a:pt x="1278963" y="72228"/>
                </a:lnTo>
                <a:lnTo>
                  <a:pt x="1271792" y="64374"/>
                </a:lnTo>
                <a:lnTo>
                  <a:pt x="1272987" y="65569"/>
                </a:lnTo>
                <a:lnTo>
                  <a:pt x="1265132" y="58397"/>
                </a:lnTo>
                <a:lnTo>
                  <a:pt x="1266669" y="59593"/>
                </a:lnTo>
                <a:lnTo>
                  <a:pt x="1258302" y="53446"/>
                </a:lnTo>
                <a:lnTo>
                  <a:pt x="1259839" y="54470"/>
                </a:lnTo>
                <a:lnTo>
                  <a:pt x="1250618" y="48835"/>
                </a:lnTo>
                <a:lnTo>
                  <a:pt x="1252325" y="49860"/>
                </a:lnTo>
                <a:lnTo>
                  <a:pt x="1242763" y="45249"/>
                </a:lnTo>
                <a:lnTo>
                  <a:pt x="1244471" y="45933"/>
                </a:lnTo>
                <a:lnTo>
                  <a:pt x="1234225" y="42175"/>
                </a:lnTo>
                <a:lnTo>
                  <a:pt x="1235933" y="42688"/>
                </a:lnTo>
                <a:lnTo>
                  <a:pt x="1225347" y="39956"/>
                </a:lnTo>
                <a:lnTo>
                  <a:pt x="1227395" y="40298"/>
                </a:lnTo>
                <a:lnTo>
                  <a:pt x="1216467" y="38590"/>
                </a:lnTo>
                <a:lnTo>
                  <a:pt x="1218516" y="38761"/>
                </a:lnTo>
                <a:lnTo>
                  <a:pt x="1207246" y="38249"/>
                </a:lnTo>
                <a:lnTo>
                  <a:pt x="1208100" y="38419"/>
                </a:lnTo>
                <a:lnTo>
                  <a:pt x="129433" y="38419"/>
                </a:lnTo>
                <a:lnTo>
                  <a:pt x="130287" y="38249"/>
                </a:lnTo>
                <a:lnTo>
                  <a:pt x="119017" y="38761"/>
                </a:lnTo>
                <a:lnTo>
                  <a:pt x="121066" y="38590"/>
                </a:lnTo>
                <a:lnTo>
                  <a:pt x="110138" y="40298"/>
                </a:lnTo>
                <a:lnTo>
                  <a:pt x="112186" y="39956"/>
                </a:lnTo>
                <a:lnTo>
                  <a:pt x="101600" y="42688"/>
                </a:lnTo>
                <a:lnTo>
                  <a:pt x="103307" y="42175"/>
                </a:lnTo>
                <a:lnTo>
                  <a:pt x="93232" y="45933"/>
                </a:lnTo>
                <a:lnTo>
                  <a:pt x="94770" y="45249"/>
                </a:lnTo>
                <a:lnTo>
                  <a:pt x="85207" y="49860"/>
                </a:lnTo>
                <a:lnTo>
                  <a:pt x="86915" y="48835"/>
                </a:lnTo>
                <a:lnTo>
                  <a:pt x="77865" y="54470"/>
                </a:lnTo>
                <a:lnTo>
                  <a:pt x="79231" y="53446"/>
                </a:lnTo>
                <a:lnTo>
                  <a:pt x="70864" y="59593"/>
                </a:lnTo>
                <a:lnTo>
                  <a:pt x="72400" y="58397"/>
                </a:lnTo>
                <a:lnTo>
                  <a:pt x="64546" y="65569"/>
                </a:lnTo>
                <a:lnTo>
                  <a:pt x="65740" y="64374"/>
                </a:lnTo>
                <a:lnTo>
                  <a:pt x="58570" y="72228"/>
                </a:lnTo>
                <a:lnTo>
                  <a:pt x="59764" y="70692"/>
                </a:lnTo>
                <a:lnTo>
                  <a:pt x="53617" y="79059"/>
                </a:lnTo>
                <a:lnTo>
                  <a:pt x="54471" y="77693"/>
                </a:lnTo>
                <a:lnTo>
                  <a:pt x="49007" y="86743"/>
                </a:lnTo>
                <a:lnTo>
                  <a:pt x="49861" y="85034"/>
                </a:lnTo>
                <a:lnTo>
                  <a:pt x="45250" y="94768"/>
                </a:lnTo>
                <a:lnTo>
                  <a:pt x="46104" y="93061"/>
                </a:lnTo>
                <a:lnTo>
                  <a:pt x="42347" y="103134"/>
                </a:lnTo>
                <a:lnTo>
                  <a:pt x="42860" y="101427"/>
                </a:lnTo>
                <a:lnTo>
                  <a:pt x="39957" y="112014"/>
                </a:lnTo>
                <a:lnTo>
                  <a:pt x="40470" y="109965"/>
                </a:lnTo>
                <a:lnTo>
                  <a:pt x="38761" y="120893"/>
                </a:lnTo>
                <a:lnTo>
                  <a:pt x="38932" y="118843"/>
                </a:lnTo>
                <a:lnTo>
                  <a:pt x="38420" y="130114"/>
                </a:lnTo>
                <a:lnTo>
                  <a:pt x="38420" y="129260"/>
                </a:lnTo>
                <a:lnTo>
                  <a:pt x="38420" y="2056202"/>
                </a:lnTo>
              </a:path>
            </a:pathLst>
          </a:custGeom>
          <a:solidFill xmlns:a="http://schemas.openxmlformats.org/drawingml/2006/main">
            <a:srgbClr val="CDE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EDD7551F-9856-426E-AE39-A2FCFF43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751" y="1668166"/>
            <a:ext cx="1339582" cy="2185803"/>
          </a:xfrm>
          <a:custGeom xmlns:a="http://schemas.openxmlformats.org/drawingml/2006/main">
            <a:pathLst>
              <a:path w="1339582" h="2185803">
                <a:moveTo>
                  <a:pt x="0" y="129089"/>
                </a:moveTo>
                <a:lnTo>
                  <a:pt x="683" y="116283"/>
                </a:lnTo>
                <a:lnTo>
                  <a:pt x="2732" y="103305"/>
                </a:lnTo>
                <a:lnTo>
                  <a:pt x="5976" y="91011"/>
                </a:lnTo>
                <a:lnTo>
                  <a:pt x="10246" y="79230"/>
                </a:lnTo>
                <a:lnTo>
                  <a:pt x="15710" y="67789"/>
                </a:lnTo>
                <a:lnTo>
                  <a:pt x="22199" y="57031"/>
                </a:lnTo>
                <a:lnTo>
                  <a:pt x="29711" y="46958"/>
                </a:lnTo>
                <a:lnTo>
                  <a:pt x="38078" y="37907"/>
                </a:lnTo>
                <a:lnTo>
                  <a:pt x="47129" y="29540"/>
                </a:lnTo>
                <a:lnTo>
                  <a:pt x="57203" y="22027"/>
                </a:lnTo>
                <a:lnTo>
                  <a:pt x="67961" y="15538"/>
                </a:lnTo>
                <a:lnTo>
                  <a:pt x="79401" y="10074"/>
                </a:lnTo>
                <a:lnTo>
                  <a:pt x="91183" y="5805"/>
                </a:lnTo>
                <a:lnTo>
                  <a:pt x="103479" y="2561"/>
                </a:lnTo>
                <a:lnTo>
                  <a:pt x="116456" y="512"/>
                </a:lnTo>
                <a:lnTo>
                  <a:pt x="129262" y="0"/>
                </a:lnTo>
                <a:lnTo>
                  <a:pt x="1210491" y="0"/>
                </a:lnTo>
                <a:lnTo>
                  <a:pt x="1223297" y="512"/>
                </a:lnTo>
                <a:lnTo>
                  <a:pt x="1236274" y="2561"/>
                </a:lnTo>
                <a:lnTo>
                  <a:pt x="1248569" y="5805"/>
                </a:lnTo>
                <a:lnTo>
                  <a:pt x="1260522" y="10074"/>
                </a:lnTo>
                <a:lnTo>
                  <a:pt x="1271792" y="15538"/>
                </a:lnTo>
                <a:lnTo>
                  <a:pt x="1282549" y="22027"/>
                </a:lnTo>
                <a:lnTo>
                  <a:pt x="1292454" y="29540"/>
                </a:lnTo>
                <a:lnTo>
                  <a:pt x="1301845" y="37907"/>
                </a:lnTo>
                <a:lnTo>
                  <a:pt x="1310041" y="47129"/>
                </a:lnTo>
                <a:lnTo>
                  <a:pt x="1317554" y="57031"/>
                </a:lnTo>
                <a:lnTo>
                  <a:pt x="1324043" y="67789"/>
                </a:lnTo>
                <a:lnTo>
                  <a:pt x="1329508" y="79230"/>
                </a:lnTo>
                <a:lnTo>
                  <a:pt x="1333776" y="91011"/>
                </a:lnTo>
                <a:lnTo>
                  <a:pt x="1337021" y="103305"/>
                </a:lnTo>
                <a:lnTo>
                  <a:pt x="1339069" y="116283"/>
                </a:lnTo>
                <a:lnTo>
                  <a:pt x="1339582" y="129089"/>
                </a:lnTo>
                <a:lnTo>
                  <a:pt x="1339582" y="2056544"/>
                </a:lnTo>
                <a:lnTo>
                  <a:pt x="1339069" y="2069350"/>
                </a:lnTo>
                <a:lnTo>
                  <a:pt x="1337021" y="2082327"/>
                </a:lnTo>
                <a:lnTo>
                  <a:pt x="1333776" y="2094620"/>
                </a:lnTo>
                <a:lnTo>
                  <a:pt x="1329508" y="2106573"/>
                </a:lnTo>
                <a:lnTo>
                  <a:pt x="1324043" y="2117843"/>
                </a:lnTo>
                <a:lnTo>
                  <a:pt x="1317554" y="2128600"/>
                </a:lnTo>
                <a:lnTo>
                  <a:pt x="1310041" y="2138504"/>
                </a:lnTo>
                <a:lnTo>
                  <a:pt x="1301845" y="2147896"/>
                </a:lnTo>
                <a:lnTo>
                  <a:pt x="1292454" y="2156092"/>
                </a:lnTo>
                <a:lnTo>
                  <a:pt x="1282549" y="2163605"/>
                </a:lnTo>
                <a:lnTo>
                  <a:pt x="1271792" y="2170093"/>
                </a:lnTo>
                <a:lnTo>
                  <a:pt x="1260522" y="2175557"/>
                </a:lnTo>
                <a:lnTo>
                  <a:pt x="1248569" y="2179827"/>
                </a:lnTo>
                <a:lnTo>
                  <a:pt x="1236274" y="2183071"/>
                </a:lnTo>
                <a:lnTo>
                  <a:pt x="1223297" y="2185120"/>
                </a:lnTo>
                <a:lnTo>
                  <a:pt x="1210491" y="2185803"/>
                </a:lnTo>
                <a:lnTo>
                  <a:pt x="129262" y="2185803"/>
                </a:lnTo>
                <a:lnTo>
                  <a:pt x="116456" y="2185120"/>
                </a:lnTo>
                <a:lnTo>
                  <a:pt x="103479" y="2183071"/>
                </a:lnTo>
                <a:lnTo>
                  <a:pt x="91183" y="2179827"/>
                </a:lnTo>
                <a:lnTo>
                  <a:pt x="79401" y="2175557"/>
                </a:lnTo>
                <a:lnTo>
                  <a:pt x="67961" y="2170093"/>
                </a:lnTo>
                <a:lnTo>
                  <a:pt x="57203" y="2163605"/>
                </a:lnTo>
                <a:lnTo>
                  <a:pt x="47300" y="2156092"/>
                </a:lnTo>
                <a:lnTo>
                  <a:pt x="38078" y="2147896"/>
                </a:lnTo>
                <a:lnTo>
                  <a:pt x="29711" y="2138504"/>
                </a:lnTo>
                <a:lnTo>
                  <a:pt x="22199" y="2128600"/>
                </a:lnTo>
                <a:lnTo>
                  <a:pt x="15710" y="2117843"/>
                </a:lnTo>
                <a:lnTo>
                  <a:pt x="10246" y="2106573"/>
                </a:lnTo>
                <a:lnTo>
                  <a:pt x="5976" y="2094620"/>
                </a:lnTo>
                <a:lnTo>
                  <a:pt x="2732" y="2082327"/>
                </a:lnTo>
                <a:lnTo>
                  <a:pt x="683" y="2069350"/>
                </a:lnTo>
                <a:lnTo>
                  <a:pt x="0" y="2056544"/>
                </a:lnTo>
                <a:lnTo>
                  <a:pt x="0" y="129089"/>
                </a:lnTo>
                <a:moveTo>
                  <a:pt x="38420" y="2056202"/>
                </a:moveTo>
                <a:lnTo>
                  <a:pt x="38420" y="2055177"/>
                </a:lnTo>
                <a:lnTo>
                  <a:pt x="38932" y="2066447"/>
                </a:lnTo>
                <a:lnTo>
                  <a:pt x="38762" y="2064397"/>
                </a:lnTo>
                <a:lnTo>
                  <a:pt x="40641" y="2075326"/>
                </a:lnTo>
                <a:lnTo>
                  <a:pt x="40128" y="2073618"/>
                </a:lnTo>
                <a:lnTo>
                  <a:pt x="42860" y="2084205"/>
                </a:lnTo>
                <a:lnTo>
                  <a:pt x="42347" y="2082327"/>
                </a:lnTo>
                <a:lnTo>
                  <a:pt x="46105" y="2092572"/>
                </a:lnTo>
                <a:lnTo>
                  <a:pt x="45250" y="2090865"/>
                </a:lnTo>
                <a:lnTo>
                  <a:pt x="49861" y="2100426"/>
                </a:lnTo>
                <a:lnTo>
                  <a:pt x="49007" y="2098890"/>
                </a:lnTo>
                <a:lnTo>
                  <a:pt x="54472" y="2107940"/>
                </a:lnTo>
                <a:lnTo>
                  <a:pt x="53447" y="2106232"/>
                </a:lnTo>
                <a:lnTo>
                  <a:pt x="59765" y="2114770"/>
                </a:lnTo>
                <a:lnTo>
                  <a:pt x="58741" y="2113404"/>
                </a:lnTo>
                <a:lnTo>
                  <a:pt x="65912" y="2121429"/>
                </a:lnTo>
                <a:lnTo>
                  <a:pt x="64546" y="2120063"/>
                </a:lnTo>
                <a:lnTo>
                  <a:pt x="72401" y="2127064"/>
                </a:lnTo>
                <a:lnTo>
                  <a:pt x="71035" y="2126040"/>
                </a:lnTo>
                <a:lnTo>
                  <a:pt x="79572" y="2132357"/>
                </a:lnTo>
                <a:lnTo>
                  <a:pt x="77865" y="2131333"/>
                </a:lnTo>
                <a:lnTo>
                  <a:pt x="87085" y="2136797"/>
                </a:lnTo>
                <a:lnTo>
                  <a:pt x="85207" y="2135773"/>
                </a:lnTo>
                <a:lnTo>
                  <a:pt x="94941" y="2140382"/>
                </a:lnTo>
                <a:lnTo>
                  <a:pt x="93403" y="2139700"/>
                </a:lnTo>
                <a:lnTo>
                  <a:pt x="103479" y="2143456"/>
                </a:lnTo>
                <a:lnTo>
                  <a:pt x="101600" y="2142944"/>
                </a:lnTo>
                <a:lnTo>
                  <a:pt x="112187" y="2145676"/>
                </a:lnTo>
                <a:lnTo>
                  <a:pt x="110479" y="2145335"/>
                </a:lnTo>
                <a:lnTo>
                  <a:pt x="121579" y="2147042"/>
                </a:lnTo>
                <a:lnTo>
                  <a:pt x="119359" y="2146871"/>
                </a:lnTo>
                <a:lnTo>
                  <a:pt x="130628" y="2147384"/>
                </a:lnTo>
                <a:lnTo>
                  <a:pt x="129603" y="2147384"/>
                </a:lnTo>
                <a:lnTo>
                  <a:pt x="1210149" y="2147384"/>
                </a:lnTo>
                <a:lnTo>
                  <a:pt x="1209124" y="2147384"/>
                </a:lnTo>
                <a:lnTo>
                  <a:pt x="1220394" y="2146871"/>
                </a:lnTo>
                <a:lnTo>
                  <a:pt x="1218174" y="2147042"/>
                </a:lnTo>
                <a:lnTo>
                  <a:pt x="1229274" y="2145335"/>
                </a:lnTo>
                <a:lnTo>
                  <a:pt x="1227566" y="2145676"/>
                </a:lnTo>
                <a:lnTo>
                  <a:pt x="1238153" y="2142944"/>
                </a:lnTo>
                <a:lnTo>
                  <a:pt x="1236274" y="2143456"/>
                </a:lnTo>
                <a:lnTo>
                  <a:pt x="1246520" y="2139700"/>
                </a:lnTo>
                <a:lnTo>
                  <a:pt x="1244812" y="2140553"/>
                </a:lnTo>
                <a:lnTo>
                  <a:pt x="1254375" y="2135943"/>
                </a:lnTo>
                <a:lnTo>
                  <a:pt x="1252667" y="2136797"/>
                </a:lnTo>
                <a:lnTo>
                  <a:pt x="1261888" y="2131333"/>
                </a:lnTo>
                <a:lnTo>
                  <a:pt x="1260180" y="2132357"/>
                </a:lnTo>
                <a:lnTo>
                  <a:pt x="1268718" y="2126040"/>
                </a:lnTo>
                <a:lnTo>
                  <a:pt x="1267523" y="2126893"/>
                </a:lnTo>
                <a:lnTo>
                  <a:pt x="1275378" y="2119892"/>
                </a:lnTo>
                <a:lnTo>
                  <a:pt x="1273841" y="2121429"/>
                </a:lnTo>
                <a:lnTo>
                  <a:pt x="1280842" y="2113574"/>
                </a:lnTo>
                <a:lnTo>
                  <a:pt x="1279989" y="2114770"/>
                </a:lnTo>
                <a:lnTo>
                  <a:pt x="1286307" y="2106232"/>
                </a:lnTo>
                <a:lnTo>
                  <a:pt x="1285282" y="2107940"/>
                </a:lnTo>
                <a:lnTo>
                  <a:pt x="1290745" y="2098890"/>
                </a:lnTo>
                <a:lnTo>
                  <a:pt x="1289892" y="2100426"/>
                </a:lnTo>
                <a:lnTo>
                  <a:pt x="1294503" y="2090865"/>
                </a:lnTo>
                <a:lnTo>
                  <a:pt x="1293649" y="2092572"/>
                </a:lnTo>
                <a:lnTo>
                  <a:pt x="1297405" y="2082327"/>
                </a:lnTo>
                <a:lnTo>
                  <a:pt x="1296893" y="2084205"/>
                </a:lnTo>
                <a:lnTo>
                  <a:pt x="1299625" y="2073618"/>
                </a:lnTo>
                <a:lnTo>
                  <a:pt x="1299113" y="2075326"/>
                </a:lnTo>
                <a:lnTo>
                  <a:pt x="1300991" y="2064397"/>
                </a:lnTo>
                <a:lnTo>
                  <a:pt x="1300820" y="2066447"/>
                </a:lnTo>
                <a:lnTo>
                  <a:pt x="1301333" y="2055177"/>
                </a:lnTo>
                <a:lnTo>
                  <a:pt x="1301162" y="2056202"/>
                </a:lnTo>
                <a:lnTo>
                  <a:pt x="1301162" y="129601"/>
                </a:lnTo>
                <a:lnTo>
                  <a:pt x="1301333" y="130455"/>
                </a:lnTo>
                <a:lnTo>
                  <a:pt x="1300820" y="119185"/>
                </a:lnTo>
                <a:lnTo>
                  <a:pt x="1300991" y="121405"/>
                </a:lnTo>
                <a:lnTo>
                  <a:pt x="1299113" y="110306"/>
                </a:lnTo>
                <a:lnTo>
                  <a:pt x="1299625" y="112014"/>
                </a:lnTo>
                <a:lnTo>
                  <a:pt x="1296893" y="101598"/>
                </a:lnTo>
                <a:lnTo>
                  <a:pt x="1297405" y="103305"/>
                </a:lnTo>
                <a:lnTo>
                  <a:pt x="1293649" y="93231"/>
                </a:lnTo>
                <a:lnTo>
                  <a:pt x="1294332" y="94939"/>
                </a:lnTo>
                <a:lnTo>
                  <a:pt x="1289721" y="85205"/>
                </a:lnTo>
                <a:lnTo>
                  <a:pt x="1290745" y="86913"/>
                </a:lnTo>
                <a:lnTo>
                  <a:pt x="1285282" y="77693"/>
                </a:lnTo>
                <a:lnTo>
                  <a:pt x="1286307" y="79399"/>
                </a:lnTo>
                <a:lnTo>
                  <a:pt x="1279989" y="71033"/>
                </a:lnTo>
                <a:lnTo>
                  <a:pt x="1281013" y="72228"/>
                </a:lnTo>
                <a:lnTo>
                  <a:pt x="1273841" y="64374"/>
                </a:lnTo>
                <a:lnTo>
                  <a:pt x="1275378" y="65740"/>
                </a:lnTo>
                <a:lnTo>
                  <a:pt x="1267352" y="58568"/>
                </a:lnTo>
                <a:lnTo>
                  <a:pt x="1268718" y="59764"/>
                </a:lnTo>
                <a:lnTo>
                  <a:pt x="1260180" y="53275"/>
                </a:lnTo>
                <a:lnTo>
                  <a:pt x="1261888" y="54470"/>
                </a:lnTo>
                <a:lnTo>
                  <a:pt x="1252667" y="48835"/>
                </a:lnTo>
                <a:lnTo>
                  <a:pt x="1254375" y="49860"/>
                </a:lnTo>
                <a:lnTo>
                  <a:pt x="1244812" y="45249"/>
                </a:lnTo>
                <a:lnTo>
                  <a:pt x="1246520" y="45933"/>
                </a:lnTo>
                <a:lnTo>
                  <a:pt x="1236274" y="42175"/>
                </a:lnTo>
                <a:lnTo>
                  <a:pt x="1238153" y="42688"/>
                </a:lnTo>
                <a:lnTo>
                  <a:pt x="1227566" y="40127"/>
                </a:lnTo>
                <a:lnTo>
                  <a:pt x="1229274" y="40469"/>
                </a:lnTo>
                <a:lnTo>
                  <a:pt x="1218174" y="38590"/>
                </a:lnTo>
                <a:lnTo>
                  <a:pt x="1220394" y="38761"/>
                </a:lnTo>
                <a:lnTo>
                  <a:pt x="1209124" y="38249"/>
                </a:lnTo>
                <a:lnTo>
                  <a:pt x="1210149" y="38419"/>
                </a:lnTo>
                <a:lnTo>
                  <a:pt x="129603" y="38419"/>
                </a:lnTo>
                <a:lnTo>
                  <a:pt x="130628" y="38249"/>
                </a:lnTo>
                <a:lnTo>
                  <a:pt x="119359" y="38761"/>
                </a:lnTo>
                <a:lnTo>
                  <a:pt x="121579" y="38590"/>
                </a:lnTo>
                <a:lnTo>
                  <a:pt x="110479" y="40469"/>
                </a:lnTo>
                <a:lnTo>
                  <a:pt x="112187" y="40127"/>
                </a:lnTo>
                <a:lnTo>
                  <a:pt x="101600" y="42688"/>
                </a:lnTo>
                <a:lnTo>
                  <a:pt x="103479" y="42175"/>
                </a:lnTo>
                <a:lnTo>
                  <a:pt x="93403" y="45933"/>
                </a:lnTo>
                <a:lnTo>
                  <a:pt x="94941" y="45249"/>
                </a:lnTo>
                <a:lnTo>
                  <a:pt x="85207" y="49860"/>
                </a:lnTo>
                <a:lnTo>
                  <a:pt x="87085" y="48835"/>
                </a:lnTo>
                <a:lnTo>
                  <a:pt x="77865" y="54470"/>
                </a:lnTo>
                <a:lnTo>
                  <a:pt x="79572" y="53275"/>
                </a:lnTo>
                <a:lnTo>
                  <a:pt x="71035" y="59764"/>
                </a:lnTo>
                <a:lnTo>
                  <a:pt x="72572" y="58568"/>
                </a:lnTo>
                <a:lnTo>
                  <a:pt x="64717" y="65740"/>
                </a:lnTo>
                <a:lnTo>
                  <a:pt x="65912" y="64544"/>
                </a:lnTo>
                <a:lnTo>
                  <a:pt x="58741" y="72399"/>
                </a:lnTo>
                <a:lnTo>
                  <a:pt x="59765" y="71033"/>
                </a:lnTo>
                <a:lnTo>
                  <a:pt x="53447" y="79399"/>
                </a:lnTo>
                <a:lnTo>
                  <a:pt x="54472" y="77693"/>
                </a:lnTo>
                <a:lnTo>
                  <a:pt x="49007" y="86913"/>
                </a:lnTo>
                <a:lnTo>
                  <a:pt x="50032" y="85205"/>
                </a:lnTo>
                <a:lnTo>
                  <a:pt x="45421" y="94939"/>
                </a:lnTo>
                <a:lnTo>
                  <a:pt x="46105" y="93231"/>
                </a:lnTo>
                <a:lnTo>
                  <a:pt x="42347" y="103305"/>
                </a:lnTo>
                <a:lnTo>
                  <a:pt x="42860" y="101598"/>
                </a:lnTo>
                <a:lnTo>
                  <a:pt x="40128" y="112014"/>
                </a:lnTo>
                <a:lnTo>
                  <a:pt x="40641" y="110306"/>
                </a:lnTo>
                <a:lnTo>
                  <a:pt x="38762" y="121405"/>
                </a:lnTo>
                <a:lnTo>
                  <a:pt x="38932" y="119185"/>
                </a:lnTo>
                <a:lnTo>
                  <a:pt x="38420" y="130455"/>
                </a:lnTo>
                <a:lnTo>
                  <a:pt x="38420" y="129601"/>
                </a:lnTo>
                <a:lnTo>
                  <a:pt x="38420" y="2056202"/>
                </a:lnTo>
              </a:path>
            </a:pathLst>
          </a:custGeom>
          <a:solidFill xmlns:a="http://schemas.openxmlformats.org/drawingml/2006/main">
            <a:srgbClr val="F8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9D1DD10C-BA04-4F99-AD39-C43CF1D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9741" y="1668166"/>
            <a:ext cx="1339581" cy="2185803"/>
          </a:xfrm>
          <a:custGeom xmlns:a="http://schemas.openxmlformats.org/drawingml/2006/main">
            <a:pathLst>
              <a:path w="1339581" h="2185803">
                <a:moveTo>
                  <a:pt x="0" y="129089"/>
                </a:moveTo>
                <a:lnTo>
                  <a:pt x="682" y="116283"/>
                </a:lnTo>
                <a:lnTo>
                  <a:pt x="2731" y="103305"/>
                </a:lnTo>
                <a:lnTo>
                  <a:pt x="5975" y="91011"/>
                </a:lnTo>
                <a:lnTo>
                  <a:pt x="10245" y="79230"/>
                </a:lnTo>
                <a:lnTo>
                  <a:pt x="15709" y="67789"/>
                </a:lnTo>
                <a:lnTo>
                  <a:pt x="22198" y="57031"/>
                </a:lnTo>
                <a:lnTo>
                  <a:pt x="29711" y="46958"/>
                </a:lnTo>
                <a:lnTo>
                  <a:pt x="38078" y="37907"/>
                </a:lnTo>
                <a:lnTo>
                  <a:pt x="47129" y="29540"/>
                </a:lnTo>
                <a:lnTo>
                  <a:pt x="57202" y="22027"/>
                </a:lnTo>
                <a:lnTo>
                  <a:pt x="67960" y="15538"/>
                </a:lnTo>
                <a:lnTo>
                  <a:pt x="79402" y="10074"/>
                </a:lnTo>
                <a:lnTo>
                  <a:pt x="91183" y="5805"/>
                </a:lnTo>
                <a:lnTo>
                  <a:pt x="103478" y="2561"/>
                </a:lnTo>
                <a:lnTo>
                  <a:pt x="116456" y="512"/>
                </a:lnTo>
                <a:lnTo>
                  <a:pt x="129262" y="0"/>
                </a:lnTo>
                <a:lnTo>
                  <a:pt x="1210490" y="0"/>
                </a:lnTo>
                <a:lnTo>
                  <a:pt x="1223297" y="512"/>
                </a:lnTo>
                <a:lnTo>
                  <a:pt x="1236274" y="2561"/>
                </a:lnTo>
                <a:lnTo>
                  <a:pt x="1248568" y="5805"/>
                </a:lnTo>
                <a:lnTo>
                  <a:pt x="1260522" y="10074"/>
                </a:lnTo>
                <a:lnTo>
                  <a:pt x="1271791" y="15538"/>
                </a:lnTo>
                <a:lnTo>
                  <a:pt x="1282550" y="22027"/>
                </a:lnTo>
                <a:lnTo>
                  <a:pt x="1292453" y="29540"/>
                </a:lnTo>
                <a:lnTo>
                  <a:pt x="1301843" y="37907"/>
                </a:lnTo>
                <a:lnTo>
                  <a:pt x="1310040" y="47129"/>
                </a:lnTo>
                <a:lnTo>
                  <a:pt x="1317554" y="57031"/>
                </a:lnTo>
                <a:lnTo>
                  <a:pt x="1324042" y="67789"/>
                </a:lnTo>
                <a:lnTo>
                  <a:pt x="1329508" y="79230"/>
                </a:lnTo>
                <a:lnTo>
                  <a:pt x="1333775" y="91011"/>
                </a:lnTo>
                <a:lnTo>
                  <a:pt x="1337021" y="103305"/>
                </a:lnTo>
                <a:lnTo>
                  <a:pt x="1339069" y="116283"/>
                </a:lnTo>
                <a:lnTo>
                  <a:pt x="1339581" y="129089"/>
                </a:lnTo>
                <a:lnTo>
                  <a:pt x="1339581" y="2056544"/>
                </a:lnTo>
                <a:lnTo>
                  <a:pt x="1339069" y="2069350"/>
                </a:lnTo>
                <a:lnTo>
                  <a:pt x="1337021" y="2082327"/>
                </a:lnTo>
                <a:lnTo>
                  <a:pt x="1333775" y="2094620"/>
                </a:lnTo>
                <a:lnTo>
                  <a:pt x="1329508" y="2106573"/>
                </a:lnTo>
                <a:lnTo>
                  <a:pt x="1324042" y="2117843"/>
                </a:lnTo>
                <a:lnTo>
                  <a:pt x="1317554" y="2128600"/>
                </a:lnTo>
                <a:lnTo>
                  <a:pt x="1310040" y="2138504"/>
                </a:lnTo>
                <a:lnTo>
                  <a:pt x="1301843" y="2147896"/>
                </a:lnTo>
                <a:lnTo>
                  <a:pt x="1292453" y="2156092"/>
                </a:lnTo>
                <a:lnTo>
                  <a:pt x="1282550" y="2163605"/>
                </a:lnTo>
                <a:lnTo>
                  <a:pt x="1271791" y="2170093"/>
                </a:lnTo>
                <a:lnTo>
                  <a:pt x="1260522" y="2175557"/>
                </a:lnTo>
                <a:lnTo>
                  <a:pt x="1248568" y="2179827"/>
                </a:lnTo>
                <a:lnTo>
                  <a:pt x="1236274" y="2183071"/>
                </a:lnTo>
                <a:lnTo>
                  <a:pt x="1223297" y="2185120"/>
                </a:lnTo>
                <a:lnTo>
                  <a:pt x="1210490" y="2185803"/>
                </a:lnTo>
                <a:lnTo>
                  <a:pt x="129262" y="2185803"/>
                </a:lnTo>
                <a:lnTo>
                  <a:pt x="116456" y="2185120"/>
                </a:lnTo>
                <a:lnTo>
                  <a:pt x="103478" y="2183071"/>
                </a:lnTo>
                <a:lnTo>
                  <a:pt x="91183" y="2179827"/>
                </a:lnTo>
                <a:lnTo>
                  <a:pt x="79402" y="2175557"/>
                </a:lnTo>
                <a:lnTo>
                  <a:pt x="67960" y="2170093"/>
                </a:lnTo>
                <a:lnTo>
                  <a:pt x="57202" y="2163605"/>
                </a:lnTo>
                <a:lnTo>
                  <a:pt x="47299" y="2156092"/>
                </a:lnTo>
                <a:lnTo>
                  <a:pt x="38078" y="2147896"/>
                </a:lnTo>
                <a:lnTo>
                  <a:pt x="29711" y="2138504"/>
                </a:lnTo>
                <a:lnTo>
                  <a:pt x="22198" y="2128600"/>
                </a:lnTo>
                <a:lnTo>
                  <a:pt x="15709" y="2117843"/>
                </a:lnTo>
                <a:lnTo>
                  <a:pt x="10245" y="2106573"/>
                </a:lnTo>
                <a:lnTo>
                  <a:pt x="5975" y="2094620"/>
                </a:lnTo>
                <a:lnTo>
                  <a:pt x="2731" y="2082327"/>
                </a:lnTo>
                <a:lnTo>
                  <a:pt x="682" y="2069350"/>
                </a:lnTo>
                <a:lnTo>
                  <a:pt x="0" y="2056544"/>
                </a:lnTo>
                <a:lnTo>
                  <a:pt x="0" y="129089"/>
                </a:lnTo>
                <a:moveTo>
                  <a:pt x="38419" y="2056202"/>
                </a:moveTo>
                <a:lnTo>
                  <a:pt x="38419" y="2055177"/>
                </a:lnTo>
                <a:lnTo>
                  <a:pt x="38931" y="2066447"/>
                </a:lnTo>
                <a:lnTo>
                  <a:pt x="38761" y="2064397"/>
                </a:lnTo>
                <a:lnTo>
                  <a:pt x="40640" y="2075326"/>
                </a:lnTo>
                <a:lnTo>
                  <a:pt x="40127" y="2073618"/>
                </a:lnTo>
                <a:lnTo>
                  <a:pt x="42860" y="2084205"/>
                </a:lnTo>
                <a:lnTo>
                  <a:pt x="42347" y="2082327"/>
                </a:lnTo>
                <a:lnTo>
                  <a:pt x="46104" y="2092572"/>
                </a:lnTo>
                <a:lnTo>
                  <a:pt x="45250" y="2090865"/>
                </a:lnTo>
                <a:lnTo>
                  <a:pt x="49860" y="2100426"/>
                </a:lnTo>
                <a:lnTo>
                  <a:pt x="49007" y="2098890"/>
                </a:lnTo>
                <a:lnTo>
                  <a:pt x="54471" y="2107940"/>
                </a:lnTo>
                <a:lnTo>
                  <a:pt x="53446" y="2106232"/>
                </a:lnTo>
                <a:lnTo>
                  <a:pt x="59764" y="2114770"/>
                </a:lnTo>
                <a:lnTo>
                  <a:pt x="58740" y="2113404"/>
                </a:lnTo>
                <a:lnTo>
                  <a:pt x="65911" y="2121429"/>
                </a:lnTo>
                <a:lnTo>
                  <a:pt x="64545" y="2120063"/>
                </a:lnTo>
                <a:lnTo>
                  <a:pt x="72400" y="2127064"/>
                </a:lnTo>
                <a:lnTo>
                  <a:pt x="71034" y="2126040"/>
                </a:lnTo>
                <a:lnTo>
                  <a:pt x="79572" y="2132357"/>
                </a:lnTo>
                <a:lnTo>
                  <a:pt x="77864" y="2131333"/>
                </a:lnTo>
                <a:lnTo>
                  <a:pt x="87085" y="2136797"/>
                </a:lnTo>
                <a:lnTo>
                  <a:pt x="85207" y="2135773"/>
                </a:lnTo>
                <a:lnTo>
                  <a:pt x="94940" y="2140382"/>
                </a:lnTo>
                <a:lnTo>
                  <a:pt x="93402" y="2139700"/>
                </a:lnTo>
                <a:lnTo>
                  <a:pt x="103478" y="2143456"/>
                </a:lnTo>
                <a:lnTo>
                  <a:pt x="101600" y="2142944"/>
                </a:lnTo>
                <a:lnTo>
                  <a:pt x="112186" y="2145676"/>
                </a:lnTo>
                <a:lnTo>
                  <a:pt x="110479" y="2145335"/>
                </a:lnTo>
                <a:lnTo>
                  <a:pt x="121578" y="2147042"/>
                </a:lnTo>
                <a:lnTo>
                  <a:pt x="119358" y="2146871"/>
                </a:lnTo>
                <a:lnTo>
                  <a:pt x="130628" y="2147384"/>
                </a:lnTo>
                <a:lnTo>
                  <a:pt x="129603" y="2147384"/>
                </a:lnTo>
                <a:lnTo>
                  <a:pt x="1209977" y="2147384"/>
                </a:lnTo>
                <a:lnTo>
                  <a:pt x="1209124" y="2147384"/>
                </a:lnTo>
                <a:lnTo>
                  <a:pt x="1220394" y="2146871"/>
                </a:lnTo>
                <a:lnTo>
                  <a:pt x="1218172" y="2147042"/>
                </a:lnTo>
                <a:lnTo>
                  <a:pt x="1229272" y="2145335"/>
                </a:lnTo>
                <a:lnTo>
                  <a:pt x="1227566" y="2145676"/>
                </a:lnTo>
                <a:lnTo>
                  <a:pt x="1238153" y="2142944"/>
                </a:lnTo>
                <a:lnTo>
                  <a:pt x="1236274" y="2143456"/>
                </a:lnTo>
                <a:lnTo>
                  <a:pt x="1246519" y="2139700"/>
                </a:lnTo>
                <a:lnTo>
                  <a:pt x="1244812" y="2140553"/>
                </a:lnTo>
                <a:lnTo>
                  <a:pt x="1254374" y="2135943"/>
                </a:lnTo>
                <a:lnTo>
                  <a:pt x="1252667" y="2136797"/>
                </a:lnTo>
                <a:lnTo>
                  <a:pt x="1261888" y="2131333"/>
                </a:lnTo>
                <a:lnTo>
                  <a:pt x="1260180" y="2132357"/>
                </a:lnTo>
                <a:lnTo>
                  <a:pt x="1268718" y="2126040"/>
                </a:lnTo>
                <a:lnTo>
                  <a:pt x="1267523" y="2126893"/>
                </a:lnTo>
                <a:lnTo>
                  <a:pt x="1275378" y="2119892"/>
                </a:lnTo>
                <a:lnTo>
                  <a:pt x="1273840" y="2121429"/>
                </a:lnTo>
                <a:lnTo>
                  <a:pt x="1280841" y="2113574"/>
                </a:lnTo>
                <a:lnTo>
                  <a:pt x="1279988" y="2114770"/>
                </a:lnTo>
                <a:lnTo>
                  <a:pt x="1286307" y="2106232"/>
                </a:lnTo>
                <a:lnTo>
                  <a:pt x="1285281" y="2107940"/>
                </a:lnTo>
                <a:lnTo>
                  <a:pt x="1290744" y="2098890"/>
                </a:lnTo>
                <a:lnTo>
                  <a:pt x="1289891" y="2100426"/>
                </a:lnTo>
                <a:lnTo>
                  <a:pt x="1294502" y="2090865"/>
                </a:lnTo>
                <a:lnTo>
                  <a:pt x="1293649" y="2092572"/>
                </a:lnTo>
                <a:lnTo>
                  <a:pt x="1297404" y="2082327"/>
                </a:lnTo>
                <a:lnTo>
                  <a:pt x="1296893" y="2084205"/>
                </a:lnTo>
                <a:lnTo>
                  <a:pt x="1299624" y="2073618"/>
                </a:lnTo>
                <a:lnTo>
                  <a:pt x="1299112" y="2075326"/>
                </a:lnTo>
                <a:lnTo>
                  <a:pt x="1300992" y="2064397"/>
                </a:lnTo>
                <a:lnTo>
                  <a:pt x="1300821" y="2066447"/>
                </a:lnTo>
                <a:lnTo>
                  <a:pt x="1301334" y="2055177"/>
                </a:lnTo>
                <a:lnTo>
                  <a:pt x="1301163" y="2056202"/>
                </a:lnTo>
                <a:lnTo>
                  <a:pt x="1301163" y="129601"/>
                </a:lnTo>
                <a:lnTo>
                  <a:pt x="1301334" y="130455"/>
                </a:lnTo>
                <a:lnTo>
                  <a:pt x="1300821" y="119185"/>
                </a:lnTo>
                <a:lnTo>
                  <a:pt x="1300992" y="121405"/>
                </a:lnTo>
                <a:lnTo>
                  <a:pt x="1299112" y="110306"/>
                </a:lnTo>
                <a:lnTo>
                  <a:pt x="1299624" y="112014"/>
                </a:lnTo>
                <a:lnTo>
                  <a:pt x="1296893" y="101598"/>
                </a:lnTo>
                <a:lnTo>
                  <a:pt x="1297404" y="103305"/>
                </a:lnTo>
                <a:lnTo>
                  <a:pt x="1293649" y="93231"/>
                </a:lnTo>
                <a:lnTo>
                  <a:pt x="1294331" y="94939"/>
                </a:lnTo>
                <a:lnTo>
                  <a:pt x="1289720" y="85205"/>
                </a:lnTo>
                <a:lnTo>
                  <a:pt x="1290744" y="86913"/>
                </a:lnTo>
                <a:lnTo>
                  <a:pt x="1285281" y="77693"/>
                </a:lnTo>
                <a:lnTo>
                  <a:pt x="1286307" y="79399"/>
                </a:lnTo>
                <a:lnTo>
                  <a:pt x="1279988" y="71033"/>
                </a:lnTo>
                <a:lnTo>
                  <a:pt x="1281012" y="72228"/>
                </a:lnTo>
                <a:lnTo>
                  <a:pt x="1273840" y="64374"/>
                </a:lnTo>
                <a:lnTo>
                  <a:pt x="1275378" y="65740"/>
                </a:lnTo>
                <a:lnTo>
                  <a:pt x="1267352" y="58568"/>
                </a:lnTo>
                <a:lnTo>
                  <a:pt x="1268718" y="59764"/>
                </a:lnTo>
                <a:lnTo>
                  <a:pt x="1260180" y="53275"/>
                </a:lnTo>
                <a:lnTo>
                  <a:pt x="1261888" y="54470"/>
                </a:lnTo>
                <a:lnTo>
                  <a:pt x="1252667" y="48835"/>
                </a:lnTo>
                <a:lnTo>
                  <a:pt x="1254374" y="49860"/>
                </a:lnTo>
                <a:lnTo>
                  <a:pt x="1244812" y="45249"/>
                </a:lnTo>
                <a:lnTo>
                  <a:pt x="1246519" y="45933"/>
                </a:lnTo>
                <a:lnTo>
                  <a:pt x="1236274" y="42175"/>
                </a:lnTo>
                <a:lnTo>
                  <a:pt x="1238153" y="42688"/>
                </a:lnTo>
                <a:lnTo>
                  <a:pt x="1227566" y="40127"/>
                </a:lnTo>
                <a:lnTo>
                  <a:pt x="1229272" y="40469"/>
                </a:lnTo>
                <a:lnTo>
                  <a:pt x="1218172" y="38590"/>
                </a:lnTo>
                <a:lnTo>
                  <a:pt x="1220394" y="38761"/>
                </a:lnTo>
                <a:lnTo>
                  <a:pt x="1209124" y="38249"/>
                </a:lnTo>
                <a:lnTo>
                  <a:pt x="1209977" y="38419"/>
                </a:lnTo>
                <a:lnTo>
                  <a:pt x="129603" y="38419"/>
                </a:lnTo>
                <a:lnTo>
                  <a:pt x="130628" y="38249"/>
                </a:lnTo>
                <a:lnTo>
                  <a:pt x="119358" y="38761"/>
                </a:lnTo>
                <a:lnTo>
                  <a:pt x="121578" y="38590"/>
                </a:lnTo>
                <a:lnTo>
                  <a:pt x="110479" y="40469"/>
                </a:lnTo>
                <a:lnTo>
                  <a:pt x="112186" y="40127"/>
                </a:lnTo>
                <a:lnTo>
                  <a:pt x="101600" y="42688"/>
                </a:lnTo>
                <a:lnTo>
                  <a:pt x="103478" y="42175"/>
                </a:lnTo>
                <a:lnTo>
                  <a:pt x="93402" y="45933"/>
                </a:lnTo>
                <a:lnTo>
                  <a:pt x="94940" y="45249"/>
                </a:lnTo>
                <a:lnTo>
                  <a:pt x="85207" y="49860"/>
                </a:lnTo>
                <a:lnTo>
                  <a:pt x="87085" y="48835"/>
                </a:lnTo>
                <a:lnTo>
                  <a:pt x="77864" y="54470"/>
                </a:lnTo>
                <a:lnTo>
                  <a:pt x="79572" y="53275"/>
                </a:lnTo>
                <a:lnTo>
                  <a:pt x="71034" y="59764"/>
                </a:lnTo>
                <a:lnTo>
                  <a:pt x="72571" y="58568"/>
                </a:lnTo>
                <a:lnTo>
                  <a:pt x="64716" y="65740"/>
                </a:lnTo>
                <a:lnTo>
                  <a:pt x="65911" y="64544"/>
                </a:lnTo>
                <a:lnTo>
                  <a:pt x="58740" y="72399"/>
                </a:lnTo>
                <a:lnTo>
                  <a:pt x="59764" y="71033"/>
                </a:lnTo>
                <a:lnTo>
                  <a:pt x="53446" y="79399"/>
                </a:lnTo>
                <a:lnTo>
                  <a:pt x="54471" y="77693"/>
                </a:lnTo>
                <a:lnTo>
                  <a:pt x="49007" y="86913"/>
                </a:lnTo>
                <a:lnTo>
                  <a:pt x="50031" y="85205"/>
                </a:lnTo>
                <a:lnTo>
                  <a:pt x="45420" y="94939"/>
                </a:lnTo>
                <a:lnTo>
                  <a:pt x="46104" y="93231"/>
                </a:lnTo>
                <a:lnTo>
                  <a:pt x="42347" y="103305"/>
                </a:lnTo>
                <a:lnTo>
                  <a:pt x="42860" y="101598"/>
                </a:lnTo>
                <a:lnTo>
                  <a:pt x="40127" y="112014"/>
                </a:lnTo>
                <a:lnTo>
                  <a:pt x="40640" y="110306"/>
                </a:lnTo>
                <a:lnTo>
                  <a:pt x="38761" y="121405"/>
                </a:lnTo>
                <a:lnTo>
                  <a:pt x="38931" y="119185"/>
                </a:lnTo>
                <a:lnTo>
                  <a:pt x="38419" y="130455"/>
                </a:lnTo>
                <a:lnTo>
                  <a:pt x="38419" y="129601"/>
                </a:lnTo>
                <a:lnTo>
                  <a:pt x="38419" y="2056202"/>
                </a:lnTo>
              </a:path>
            </a:pathLst>
          </a:custGeom>
          <a:solidFill xmlns:a="http://schemas.openxmlformats.org/drawingml/2006/main">
            <a:srgbClr val="B7E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2D99EAD0-1D58-4D01-BB6B-0BF4B453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439" y="1747642"/>
            <a:ext cx="1080918" cy="20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Localization</a:t>
            </a:r>
          </a:p>
        </p:txBody>
      </p:sp>
      <p:sp>
        <p:nvSpPr>
          <p:cNvPr id="196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E4E96B30-2296-4F55-A3CB-B27685F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8702" y="1611476"/>
            <a:ext cx="213103" cy="213099"/>
          </a:xfrm>
          <a:custGeom xmlns:a="http://schemas.openxmlformats.org/drawingml/2006/main">
            <a:pathLst>
              <a:path w="213103" h="213099">
                <a:moveTo>
                  <a:pt x="0" y="106549"/>
                </a:moveTo>
                <a:cubicBezTo>
                  <a:pt x="0" y="47640"/>
                  <a:pt x="47641" y="0"/>
                  <a:pt x="106381" y="0"/>
                </a:cubicBezTo>
                <a:cubicBezTo>
                  <a:pt x="165292" y="0"/>
                  <a:pt x="213103" y="47640"/>
                  <a:pt x="213103" y="106549"/>
                </a:cubicBezTo>
                <a:cubicBezTo>
                  <a:pt x="213103" y="165288"/>
                  <a:pt x="165292" y="213099"/>
                  <a:pt x="106381" y="213099"/>
                </a:cubicBezTo>
                <a:cubicBezTo>
                  <a:pt x="47641" y="213099"/>
                  <a:pt x="0" y="165288"/>
                  <a:pt x="0" y="10654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9E8E5A22-91C0-4F44-A661-E131F9A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675" y="1596450"/>
            <a:ext cx="243157" cy="243151"/>
          </a:xfrm>
          <a:custGeom xmlns:a="http://schemas.openxmlformats.org/drawingml/2006/main">
            <a:pathLst>
              <a:path w="243157" h="243151">
                <a:moveTo>
                  <a:pt x="0" y="121575"/>
                </a:moveTo>
                <a:lnTo>
                  <a:pt x="684" y="109110"/>
                </a:lnTo>
                <a:lnTo>
                  <a:pt x="2561" y="97158"/>
                </a:lnTo>
                <a:lnTo>
                  <a:pt x="5464" y="85376"/>
                </a:lnTo>
                <a:lnTo>
                  <a:pt x="9563" y="74277"/>
                </a:lnTo>
                <a:lnTo>
                  <a:pt x="14685" y="63520"/>
                </a:lnTo>
                <a:lnTo>
                  <a:pt x="20832" y="53616"/>
                </a:lnTo>
                <a:lnTo>
                  <a:pt x="27834" y="44225"/>
                </a:lnTo>
                <a:lnTo>
                  <a:pt x="35688" y="35687"/>
                </a:lnTo>
                <a:lnTo>
                  <a:pt x="44226" y="27832"/>
                </a:lnTo>
                <a:lnTo>
                  <a:pt x="53618" y="20832"/>
                </a:lnTo>
                <a:lnTo>
                  <a:pt x="63522" y="14684"/>
                </a:lnTo>
                <a:lnTo>
                  <a:pt x="74279" y="9562"/>
                </a:lnTo>
                <a:lnTo>
                  <a:pt x="85379" y="5464"/>
                </a:lnTo>
                <a:lnTo>
                  <a:pt x="97161" y="2561"/>
                </a:lnTo>
                <a:lnTo>
                  <a:pt x="109114" y="682"/>
                </a:lnTo>
                <a:lnTo>
                  <a:pt x="121579" y="0"/>
                </a:lnTo>
                <a:lnTo>
                  <a:pt x="134044" y="682"/>
                </a:lnTo>
                <a:lnTo>
                  <a:pt x="146168" y="2561"/>
                </a:lnTo>
                <a:lnTo>
                  <a:pt x="157608" y="5464"/>
                </a:lnTo>
                <a:lnTo>
                  <a:pt x="168878" y="9562"/>
                </a:lnTo>
                <a:lnTo>
                  <a:pt x="179465" y="14684"/>
                </a:lnTo>
                <a:lnTo>
                  <a:pt x="189540" y="20832"/>
                </a:lnTo>
                <a:lnTo>
                  <a:pt x="198931" y="27832"/>
                </a:lnTo>
                <a:lnTo>
                  <a:pt x="207469" y="35687"/>
                </a:lnTo>
                <a:lnTo>
                  <a:pt x="215323" y="44225"/>
                </a:lnTo>
                <a:lnTo>
                  <a:pt x="222325" y="53616"/>
                </a:lnTo>
                <a:lnTo>
                  <a:pt x="228301" y="63520"/>
                </a:lnTo>
                <a:lnTo>
                  <a:pt x="233594" y="74277"/>
                </a:lnTo>
                <a:lnTo>
                  <a:pt x="237693" y="85376"/>
                </a:lnTo>
                <a:lnTo>
                  <a:pt x="240596" y="97158"/>
                </a:lnTo>
                <a:lnTo>
                  <a:pt x="242474" y="109110"/>
                </a:lnTo>
                <a:lnTo>
                  <a:pt x="243157" y="121575"/>
                </a:lnTo>
                <a:lnTo>
                  <a:pt x="242474" y="134040"/>
                </a:lnTo>
                <a:lnTo>
                  <a:pt x="240596" y="146163"/>
                </a:lnTo>
                <a:lnTo>
                  <a:pt x="237693" y="157604"/>
                </a:lnTo>
                <a:lnTo>
                  <a:pt x="233594" y="169045"/>
                </a:lnTo>
                <a:lnTo>
                  <a:pt x="228301" y="179461"/>
                </a:lnTo>
                <a:lnTo>
                  <a:pt x="222325" y="189534"/>
                </a:lnTo>
                <a:lnTo>
                  <a:pt x="215323" y="198927"/>
                </a:lnTo>
                <a:lnTo>
                  <a:pt x="207469" y="207464"/>
                </a:lnTo>
                <a:lnTo>
                  <a:pt x="198931" y="215318"/>
                </a:lnTo>
                <a:lnTo>
                  <a:pt x="189369" y="222320"/>
                </a:lnTo>
                <a:lnTo>
                  <a:pt x="179465" y="228296"/>
                </a:lnTo>
                <a:lnTo>
                  <a:pt x="169048" y="233589"/>
                </a:lnTo>
                <a:lnTo>
                  <a:pt x="157608" y="237687"/>
                </a:lnTo>
                <a:lnTo>
                  <a:pt x="146168" y="240591"/>
                </a:lnTo>
                <a:lnTo>
                  <a:pt x="134044" y="242468"/>
                </a:lnTo>
                <a:lnTo>
                  <a:pt x="121579" y="243151"/>
                </a:lnTo>
                <a:lnTo>
                  <a:pt x="109114" y="242468"/>
                </a:lnTo>
                <a:lnTo>
                  <a:pt x="97161" y="240591"/>
                </a:lnTo>
                <a:lnTo>
                  <a:pt x="85379" y="237687"/>
                </a:lnTo>
                <a:lnTo>
                  <a:pt x="74109" y="233589"/>
                </a:lnTo>
                <a:lnTo>
                  <a:pt x="63522" y="228296"/>
                </a:lnTo>
                <a:lnTo>
                  <a:pt x="53618" y="222320"/>
                </a:lnTo>
                <a:lnTo>
                  <a:pt x="44226" y="215318"/>
                </a:lnTo>
                <a:lnTo>
                  <a:pt x="35688" y="207464"/>
                </a:lnTo>
                <a:lnTo>
                  <a:pt x="27834" y="198927"/>
                </a:lnTo>
                <a:lnTo>
                  <a:pt x="20832" y="189534"/>
                </a:lnTo>
                <a:lnTo>
                  <a:pt x="14685" y="179461"/>
                </a:lnTo>
                <a:lnTo>
                  <a:pt x="9563" y="168874"/>
                </a:lnTo>
                <a:lnTo>
                  <a:pt x="5464" y="157604"/>
                </a:lnTo>
                <a:lnTo>
                  <a:pt x="2561" y="146163"/>
                </a:lnTo>
                <a:lnTo>
                  <a:pt x="684" y="134040"/>
                </a:lnTo>
                <a:lnTo>
                  <a:pt x="0" y="121575"/>
                </a:lnTo>
                <a:moveTo>
                  <a:pt x="30395" y="131821"/>
                </a:moveTo>
                <a:lnTo>
                  <a:pt x="30224" y="130113"/>
                </a:lnTo>
                <a:lnTo>
                  <a:pt x="31931" y="140870"/>
                </a:lnTo>
                <a:lnTo>
                  <a:pt x="31761" y="139505"/>
                </a:lnTo>
                <a:lnTo>
                  <a:pt x="34323" y="149579"/>
                </a:lnTo>
                <a:lnTo>
                  <a:pt x="33810" y="148042"/>
                </a:lnTo>
                <a:lnTo>
                  <a:pt x="37396" y="157946"/>
                </a:lnTo>
                <a:lnTo>
                  <a:pt x="36713" y="156579"/>
                </a:lnTo>
                <a:lnTo>
                  <a:pt x="41323" y="165801"/>
                </a:lnTo>
                <a:lnTo>
                  <a:pt x="40641" y="164605"/>
                </a:lnTo>
                <a:lnTo>
                  <a:pt x="45934" y="173314"/>
                </a:lnTo>
                <a:lnTo>
                  <a:pt x="45080" y="172119"/>
                </a:lnTo>
                <a:lnTo>
                  <a:pt x="51227" y="180314"/>
                </a:lnTo>
                <a:lnTo>
                  <a:pt x="50373" y="179290"/>
                </a:lnTo>
                <a:lnTo>
                  <a:pt x="57374" y="186803"/>
                </a:lnTo>
                <a:lnTo>
                  <a:pt x="56349" y="185949"/>
                </a:lnTo>
                <a:lnTo>
                  <a:pt x="63863" y="192779"/>
                </a:lnTo>
                <a:lnTo>
                  <a:pt x="62838" y="191925"/>
                </a:lnTo>
                <a:lnTo>
                  <a:pt x="71035" y="198073"/>
                </a:lnTo>
                <a:lnTo>
                  <a:pt x="69669" y="197219"/>
                </a:lnTo>
                <a:lnTo>
                  <a:pt x="78377" y="202341"/>
                </a:lnTo>
                <a:lnTo>
                  <a:pt x="77353" y="201829"/>
                </a:lnTo>
                <a:lnTo>
                  <a:pt x="86744" y="206440"/>
                </a:lnTo>
                <a:lnTo>
                  <a:pt x="85208" y="205756"/>
                </a:lnTo>
                <a:lnTo>
                  <a:pt x="94941" y="209343"/>
                </a:lnTo>
                <a:lnTo>
                  <a:pt x="93404" y="208830"/>
                </a:lnTo>
                <a:lnTo>
                  <a:pt x="103650" y="211391"/>
                </a:lnTo>
                <a:lnTo>
                  <a:pt x="102454" y="211220"/>
                </a:lnTo>
                <a:lnTo>
                  <a:pt x="113041" y="212929"/>
                </a:lnTo>
                <a:lnTo>
                  <a:pt x="111333" y="212758"/>
                </a:lnTo>
                <a:lnTo>
                  <a:pt x="122262" y="213270"/>
                </a:lnTo>
                <a:lnTo>
                  <a:pt x="120895" y="213270"/>
                </a:lnTo>
                <a:lnTo>
                  <a:pt x="131824" y="212758"/>
                </a:lnTo>
                <a:lnTo>
                  <a:pt x="130116" y="212929"/>
                </a:lnTo>
                <a:lnTo>
                  <a:pt x="140704" y="211220"/>
                </a:lnTo>
                <a:lnTo>
                  <a:pt x="139508" y="211562"/>
                </a:lnTo>
                <a:lnTo>
                  <a:pt x="149583" y="209001"/>
                </a:lnTo>
                <a:lnTo>
                  <a:pt x="148046" y="209343"/>
                </a:lnTo>
                <a:lnTo>
                  <a:pt x="157950" y="205756"/>
                </a:lnTo>
                <a:lnTo>
                  <a:pt x="156413" y="206440"/>
                </a:lnTo>
                <a:lnTo>
                  <a:pt x="165634" y="201829"/>
                </a:lnTo>
                <a:lnTo>
                  <a:pt x="164610" y="202341"/>
                </a:lnTo>
                <a:lnTo>
                  <a:pt x="173489" y="197048"/>
                </a:lnTo>
                <a:lnTo>
                  <a:pt x="172122" y="198073"/>
                </a:lnTo>
                <a:lnTo>
                  <a:pt x="180319" y="191925"/>
                </a:lnTo>
                <a:lnTo>
                  <a:pt x="179294" y="192779"/>
                </a:lnTo>
                <a:lnTo>
                  <a:pt x="186807" y="185949"/>
                </a:lnTo>
                <a:lnTo>
                  <a:pt x="185783" y="186803"/>
                </a:lnTo>
                <a:lnTo>
                  <a:pt x="192784" y="179290"/>
                </a:lnTo>
                <a:lnTo>
                  <a:pt x="191760" y="180314"/>
                </a:lnTo>
                <a:lnTo>
                  <a:pt x="198078" y="172119"/>
                </a:lnTo>
                <a:lnTo>
                  <a:pt x="197053" y="173484"/>
                </a:lnTo>
                <a:lnTo>
                  <a:pt x="202346" y="164605"/>
                </a:lnTo>
                <a:lnTo>
                  <a:pt x="201834" y="165630"/>
                </a:lnTo>
                <a:lnTo>
                  <a:pt x="206444" y="156408"/>
                </a:lnTo>
                <a:lnTo>
                  <a:pt x="205761" y="157946"/>
                </a:lnTo>
                <a:lnTo>
                  <a:pt x="209347" y="148042"/>
                </a:lnTo>
                <a:lnTo>
                  <a:pt x="208835" y="149579"/>
                </a:lnTo>
                <a:lnTo>
                  <a:pt x="211396" y="139505"/>
                </a:lnTo>
                <a:lnTo>
                  <a:pt x="211225" y="140870"/>
                </a:lnTo>
                <a:lnTo>
                  <a:pt x="212933" y="130113"/>
                </a:lnTo>
                <a:lnTo>
                  <a:pt x="212762" y="131821"/>
                </a:lnTo>
                <a:lnTo>
                  <a:pt x="213275" y="120893"/>
                </a:lnTo>
                <a:lnTo>
                  <a:pt x="213275" y="122258"/>
                </a:lnTo>
                <a:lnTo>
                  <a:pt x="212762" y="111331"/>
                </a:lnTo>
                <a:lnTo>
                  <a:pt x="212933" y="113038"/>
                </a:lnTo>
                <a:lnTo>
                  <a:pt x="211225" y="102452"/>
                </a:lnTo>
                <a:lnTo>
                  <a:pt x="211396" y="103646"/>
                </a:lnTo>
                <a:lnTo>
                  <a:pt x="208835" y="93402"/>
                </a:lnTo>
                <a:lnTo>
                  <a:pt x="209347" y="94938"/>
                </a:lnTo>
                <a:lnTo>
                  <a:pt x="205761" y="85205"/>
                </a:lnTo>
                <a:lnTo>
                  <a:pt x="206444" y="86743"/>
                </a:lnTo>
                <a:lnTo>
                  <a:pt x="201834" y="77351"/>
                </a:lnTo>
                <a:lnTo>
                  <a:pt x="202346" y="78545"/>
                </a:lnTo>
                <a:lnTo>
                  <a:pt x="197223" y="69838"/>
                </a:lnTo>
                <a:lnTo>
                  <a:pt x="198078" y="71032"/>
                </a:lnTo>
                <a:lnTo>
                  <a:pt x="191760" y="62837"/>
                </a:lnTo>
                <a:lnTo>
                  <a:pt x="192784" y="63861"/>
                </a:lnTo>
                <a:lnTo>
                  <a:pt x="185783" y="56348"/>
                </a:lnTo>
                <a:lnTo>
                  <a:pt x="186807" y="57372"/>
                </a:lnTo>
                <a:lnTo>
                  <a:pt x="179294" y="50372"/>
                </a:lnTo>
                <a:lnTo>
                  <a:pt x="180319" y="51396"/>
                </a:lnTo>
                <a:lnTo>
                  <a:pt x="172122" y="45249"/>
                </a:lnTo>
                <a:lnTo>
                  <a:pt x="173318" y="45932"/>
                </a:lnTo>
                <a:lnTo>
                  <a:pt x="164610" y="40639"/>
                </a:lnTo>
                <a:lnTo>
                  <a:pt x="165804" y="41322"/>
                </a:lnTo>
                <a:lnTo>
                  <a:pt x="156584" y="36882"/>
                </a:lnTo>
                <a:lnTo>
                  <a:pt x="157950" y="37395"/>
                </a:lnTo>
                <a:lnTo>
                  <a:pt x="148046" y="33808"/>
                </a:lnTo>
                <a:lnTo>
                  <a:pt x="149583" y="34321"/>
                </a:lnTo>
                <a:lnTo>
                  <a:pt x="139508" y="31760"/>
                </a:lnTo>
                <a:lnTo>
                  <a:pt x="140704" y="31931"/>
                </a:lnTo>
                <a:lnTo>
                  <a:pt x="130116" y="30394"/>
                </a:lnTo>
                <a:lnTo>
                  <a:pt x="131824" y="30564"/>
                </a:lnTo>
                <a:lnTo>
                  <a:pt x="120895" y="29881"/>
                </a:lnTo>
                <a:lnTo>
                  <a:pt x="122262" y="29881"/>
                </a:lnTo>
                <a:lnTo>
                  <a:pt x="111333" y="30564"/>
                </a:lnTo>
                <a:lnTo>
                  <a:pt x="113041" y="30394"/>
                </a:lnTo>
                <a:lnTo>
                  <a:pt x="102454" y="31931"/>
                </a:lnTo>
                <a:lnTo>
                  <a:pt x="103650" y="31760"/>
                </a:lnTo>
                <a:lnTo>
                  <a:pt x="93404" y="34321"/>
                </a:lnTo>
                <a:lnTo>
                  <a:pt x="94941" y="33808"/>
                </a:lnTo>
                <a:lnTo>
                  <a:pt x="85208" y="37395"/>
                </a:lnTo>
                <a:lnTo>
                  <a:pt x="86573" y="36882"/>
                </a:lnTo>
                <a:lnTo>
                  <a:pt x="77182" y="41322"/>
                </a:lnTo>
                <a:lnTo>
                  <a:pt x="78548" y="40639"/>
                </a:lnTo>
                <a:lnTo>
                  <a:pt x="69840" y="45932"/>
                </a:lnTo>
                <a:lnTo>
                  <a:pt x="71035" y="45249"/>
                </a:lnTo>
                <a:lnTo>
                  <a:pt x="62838" y="51396"/>
                </a:lnTo>
                <a:lnTo>
                  <a:pt x="63863" y="50372"/>
                </a:lnTo>
                <a:lnTo>
                  <a:pt x="56349" y="57372"/>
                </a:lnTo>
                <a:lnTo>
                  <a:pt x="57374" y="56348"/>
                </a:lnTo>
                <a:lnTo>
                  <a:pt x="50373" y="63861"/>
                </a:lnTo>
                <a:lnTo>
                  <a:pt x="51227" y="62837"/>
                </a:lnTo>
                <a:lnTo>
                  <a:pt x="45080" y="71032"/>
                </a:lnTo>
                <a:lnTo>
                  <a:pt x="45934" y="69838"/>
                </a:lnTo>
                <a:lnTo>
                  <a:pt x="40470" y="78545"/>
                </a:lnTo>
                <a:lnTo>
                  <a:pt x="41323" y="77180"/>
                </a:lnTo>
                <a:lnTo>
                  <a:pt x="36884" y="86572"/>
                </a:lnTo>
                <a:lnTo>
                  <a:pt x="37396" y="85205"/>
                </a:lnTo>
                <a:lnTo>
                  <a:pt x="33810" y="94938"/>
                </a:lnTo>
                <a:lnTo>
                  <a:pt x="34323" y="93402"/>
                </a:lnTo>
                <a:lnTo>
                  <a:pt x="31761" y="103646"/>
                </a:lnTo>
                <a:lnTo>
                  <a:pt x="31931" y="102452"/>
                </a:lnTo>
                <a:lnTo>
                  <a:pt x="30224" y="113038"/>
                </a:lnTo>
                <a:lnTo>
                  <a:pt x="30395" y="111331"/>
                </a:lnTo>
                <a:lnTo>
                  <a:pt x="29883" y="122258"/>
                </a:lnTo>
                <a:lnTo>
                  <a:pt x="29883" y="120893"/>
                </a:lnTo>
                <a:lnTo>
                  <a:pt x="30395" y="131821"/>
                </a:lnTo>
              </a:path>
            </a:pathLst>
          </a:custGeom>
          <a:solidFill xmlns:a="http://schemas.openxmlformats.org/drawingml/2006/main">
            <a:srgbClr val="CDE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90059F99-CE51-4B38-A3CF-A68870E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7271" y="1607172"/>
            <a:ext cx="94257" cy="18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8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9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680A5245-369D-4213-A6DE-9F66B28F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4600" y="1611476"/>
            <a:ext cx="211055" cy="213099"/>
          </a:xfrm>
          <a:custGeom xmlns:a="http://schemas.openxmlformats.org/drawingml/2006/main">
            <a:pathLst>
              <a:path w="211055" h="213099">
                <a:moveTo>
                  <a:pt x="0" y="106549"/>
                </a:moveTo>
                <a:cubicBezTo>
                  <a:pt x="0" y="47640"/>
                  <a:pt x="47299" y="0"/>
                  <a:pt x="105527" y="0"/>
                </a:cubicBezTo>
                <a:cubicBezTo>
                  <a:pt x="163925" y="0"/>
                  <a:pt x="211055" y="47640"/>
                  <a:pt x="211055" y="106549"/>
                </a:cubicBezTo>
                <a:cubicBezTo>
                  <a:pt x="211055" y="165288"/>
                  <a:pt x="163925" y="213099"/>
                  <a:pt x="105527" y="213099"/>
                </a:cubicBezTo>
                <a:cubicBezTo>
                  <a:pt x="47299" y="213099"/>
                  <a:pt x="0" y="165288"/>
                  <a:pt x="0" y="10654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206740FF-20A4-4EAA-BF17-58D0DE7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9744" y="1596450"/>
            <a:ext cx="241108" cy="243151"/>
          </a:xfrm>
          <a:custGeom xmlns:a="http://schemas.openxmlformats.org/drawingml/2006/main">
            <a:pathLst>
              <a:path w="241108" h="243151">
                <a:moveTo>
                  <a:pt x="0" y="121575"/>
                </a:moveTo>
                <a:lnTo>
                  <a:pt x="683" y="109110"/>
                </a:lnTo>
                <a:lnTo>
                  <a:pt x="2561" y="97158"/>
                </a:lnTo>
                <a:lnTo>
                  <a:pt x="5464" y="85376"/>
                </a:lnTo>
                <a:lnTo>
                  <a:pt x="9563" y="74277"/>
                </a:lnTo>
                <a:lnTo>
                  <a:pt x="14514" y="63690"/>
                </a:lnTo>
                <a:lnTo>
                  <a:pt x="20661" y="53616"/>
                </a:lnTo>
                <a:lnTo>
                  <a:pt x="27492" y="44395"/>
                </a:lnTo>
                <a:lnTo>
                  <a:pt x="35347" y="35687"/>
                </a:lnTo>
                <a:lnTo>
                  <a:pt x="43885" y="27832"/>
                </a:lnTo>
                <a:lnTo>
                  <a:pt x="53105" y="20832"/>
                </a:lnTo>
                <a:lnTo>
                  <a:pt x="63009" y="14684"/>
                </a:lnTo>
                <a:lnTo>
                  <a:pt x="73596" y="9562"/>
                </a:lnTo>
                <a:lnTo>
                  <a:pt x="84694" y="5464"/>
                </a:lnTo>
                <a:lnTo>
                  <a:pt x="96307" y="2561"/>
                </a:lnTo>
                <a:lnTo>
                  <a:pt x="108259" y="682"/>
                </a:lnTo>
                <a:lnTo>
                  <a:pt x="120554" y="0"/>
                </a:lnTo>
                <a:lnTo>
                  <a:pt x="132848" y="682"/>
                </a:lnTo>
                <a:lnTo>
                  <a:pt x="144801" y="2561"/>
                </a:lnTo>
                <a:lnTo>
                  <a:pt x="156413" y="5464"/>
                </a:lnTo>
                <a:lnTo>
                  <a:pt x="167512" y="9562"/>
                </a:lnTo>
                <a:lnTo>
                  <a:pt x="178098" y="14684"/>
                </a:lnTo>
                <a:lnTo>
                  <a:pt x="188003" y="20832"/>
                </a:lnTo>
                <a:lnTo>
                  <a:pt x="197223" y="27832"/>
                </a:lnTo>
                <a:lnTo>
                  <a:pt x="205761" y="35687"/>
                </a:lnTo>
                <a:lnTo>
                  <a:pt x="213617" y="44395"/>
                </a:lnTo>
                <a:lnTo>
                  <a:pt x="220446" y="53616"/>
                </a:lnTo>
                <a:lnTo>
                  <a:pt x="226593" y="63690"/>
                </a:lnTo>
                <a:lnTo>
                  <a:pt x="231546" y="74277"/>
                </a:lnTo>
                <a:lnTo>
                  <a:pt x="235643" y="85376"/>
                </a:lnTo>
                <a:lnTo>
                  <a:pt x="238546" y="97158"/>
                </a:lnTo>
                <a:lnTo>
                  <a:pt x="240425" y="109110"/>
                </a:lnTo>
                <a:lnTo>
                  <a:pt x="241108" y="121575"/>
                </a:lnTo>
                <a:lnTo>
                  <a:pt x="240425" y="134040"/>
                </a:lnTo>
                <a:lnTo>
                  <a:pt x="238546" y="146163"/>
                </a:lnTo>
                <a:lnTo>
                  <a:pt x="235643" y="157604"/>
                </a:lnTo>
                <a:lnTo>
                  <a:pt x="231546" y="168874"/>
                </a:lnTo>
                <a:lnTo>
                  <a:pt x="226593" y="179461"/>
                </a:lnTo>
                <a:lnTo>
                  <a:pt x="220446" y="189534"/>
                </a:lnTo>
                <a:lnTo>
                  <a:pt x="213617" y="198756"/>
                </a:lnTo>
                <a:lnTo>
                  <a:pt x="205761" y="207464"/>
                </a:lnTo>
                <a:lnTo>
                  <a:pt x="197223" y="215318"/>
                </a:lnTo>
                <a:lnTo>
                  <a:pt x="188003" y="222320"/>
                </a:lnTo>
                <a:lnTo>
                  <a:pt x="178098" y="228296"/>
                </a:lnTo>
                <a:lnTo>
                  <a:pt x="167683" y="233589"/>
                </a:lnTo>
                <a:lnTo>
                  <a:pt x="156413" y="237687"/>
                </a:lnTo>
                <a:lnTo>
                  <a:pt x="144801" y="240591"/>
                </a:lnTo>
                <a:lnTo>
                  <a:pt x="132848" y="242468"/>
                </a:lnTo>
                <a:lnTo>
                  <a:pt x="120554" y="243151"/>
                </a:lnTo>
                <a:lnTo>
                  <a:pt x="108259" y="242468"/>
                </a:lnTo>
                <a:lnTo>
                  <a:pt x="96307" y="240591"/>
                </a:lnTo>
                <a:lnTo>
                  <a:pt x="84694" y="237687"/>
                </a:lnTo>
                <a:lnTo>
                  <a:pt x="73425" y="233589"/>
                </a:lnTo>
                <a:lnTo>
                  <a:pt x="63009" y="228296"/>
                </a:lnTo>
                <a:lnTo>
                  <a:pt x="53105" y="222320"/>
                </a:lnTo>
                <a:lnTo>
                  <a:pt x="43885" y="215318"/>
                </a:lnTo>
                <a:lnTo>
                  <a:pt x="35347" y="207464"/>
                </a:lnTo>
                <a:lnTo>
                  <a:pt x="27492" y="198756"/>
                </a:lnTo>
                <a:lnTo>
                  <a:pt x="20661" y="189534"/>
                </a:lnTo>
                <a:lnTo>
                  <a:pt x="14514" y="179461"/>
                </a:lnTo>
                <a:lnTo>
                  <a:pt x="9563" y="168874"/>
                </a:lnTo>
                <a:lnTo>
                  <a:pt x="5464" y="157604"/>
                </a:lnTo>
                <a:lnTo>
                  <a:pt x="2561" y="146163"/>
                </a:lnTo>
                <a:lnTo>
                  <a:pt x="683" y="134040"/>
                </a:lnTo>
                <a:lnTo>
                  <a:pt x="0" y="121575"/>
                </a:lnTo>
                <a:moveTo>
                  <a:pt x="30394" y="131821"/>
                </a:moveTo>
                <a:lnTo>
                  <a:pt x="30223" y="130113"/>
                </a:lnTo>
                <a:lnTo>
                  <a:pt x="31931" y="140870"/>
                </a:lnTo>
                <a:lnTo>
                  <a:pt x="31761" y="139505"/>
                </a:lnTo>
                <a:lnTo>
                  <a:pt x="34323" y="149579"/>
                </a:lnTo>
                <a:lnTo>
                  <a:pt x="33810" y="148042"/>
                </a:lnTo>
                <a:lnTo>
                  <a:pt x="37396" y="157946"/>
                </a:lnTo>
                <a:lnTo>
                  <a:pt x="36883" y="156750"/>
                </a:lnTo>
                <a:lnTo>
                  <a:pt x="41152" y="165972"/>
                </a:lnTo>
                <a:lnTo>
                  <a:pt x="40470" y="164605"/>
                </a:lnTo>
                <a:lnTo>
                  <a:pt x="45763" y="173314"/>
                </a:lnTo>
                <a:lnTo>
                  <a:pt x="45080" y="172290"/>
                </a:lnTo>
                <a:lnTo>
                  <a:pt x="51227" y="180485"/>
                </a:lnTo>
                <a:lnTo>
                  <a:pt x="50202" y="179290"/>
                </a:lnTo>
                <a:lnTo>
                  <a:pt x="57032" y="186974"/>
                </a:lnTo>
                <a:lnTo>
                  <a:pt x="56008" y="185949"/>
                </a:lnTo>
                <a:lnTo>
                  <a:pt x="63521" y="192779"/>
                </a:lnTo>
                <a:lnTo>
                  <a:pt x="62496" y="191925"/>
                </a:lnTo>
                <a:lnTo>
                  <a:pt x="70523" y="198073"/>
                </a:lnTo>
                <a:lnTo>
                  <a:pt x="69156" y="197219"/>
                </a:lnTo>
                <a:lnTo>
                  <a:pt x="77865" y="202341"/>
                </a:lnTo>
                <a:lnTo>
                  <a:pt x="76841" y="201829"/>
                </a:lnTo>
                <a:lnTo>
                  <a:pt x="86061" y="206440"/>
                </a:lnTo>
                <a:lnTo>
                  <a:pt x="84525" y="205756"/>
                </a:lnTo>
                <a:lnTo>
                  <a:pt x="94257" y="209343"/>
                </a:lnTo>
                <a:lnTo>
                  <a:pt x="92891" y="209001"/>
                </a:lnTo>
                <a:lnTo>
                  <a:pt x="102965" y="211562"/>
                </a:lnTo>
                <a:lnTo>
                  <a:pt x="101600" y="211220"/>
                </a:lnTo>
                <a:lnTo>
                  <a:pt x="112187" y="212929"/>
                </a:lnTo>
                <a:lnTo>
                  <a:pt x="110479" y="212758"/>
                </a:lnTo>
                <a:lnTo>
                  <a:pt x="121237" y="213270"/>
                </a:lnTo>
                <a:lnTo>
                  <a:pt x="119871" y="213270"/>
                </a:lnTo>
                <a:lnTo>
                  <a:pt x="130628" y="212758"/>
                </a:lnTo>
                <a:lnTo>
                  <a:pt x="128921" y="212929"/>
                </a:lnTo>
                <a:lnTo>
                  <a:pt x="139508" y="211220"/>
                </a:lnTo>
                <a:lnTo>
                  <a:pt x="138142" y="211562"/>
                </a:lnTo>
                <a:lnTo>
                  <a:pt x="148216" y="209001"/>
                </a:lnTo>
                <a:lnTo>
                  <a:pt x="146679" y="209343"/>
                </a:lnTo>
                <a:lnTo>
                  <a:pt x="156413" y="205756"/>
                </a:lnTo>
                <a:lnTo>
                  <a:pt x="155047" y="206440"/>
                </a:lnTo>
                <a:lnTo>
                  <a:pt x="164268" y="201829"/>
                </a:lnTo>
                <a:lnTo>
                  <a:pt x="163243" y="202341"/>
                </a:lnTo>
                <a:lnTo>
                  <a:pt x="171951" y="197219"/>
                </a:lnTo>
                <a:lnTo>
                  <a:pt x="170586" y="198073"/>
                </a:lnTo>
                <a:lnTo>
                  <a:pt x="178610" y="191925"/>
                </a:lnTo>
                <a:lnTo>
                  <a:pt x="177586" y="192779"/>
                </a:lnTo>
                <a:lnTo>
                  <a:pt x="185099" y="185949"/>
                </a:lnTo>
                <a:lnTo>
                  <a:pt x="184075" y="186974"/>
                </a:lnTo>
                <a:lnTo>
                  <a:pt x="190905" y="179290"/>
                </a:lnTo>
                <a:lnTo>
                  <a:pt x="189881" y="180485"/>
                </a:lnTo>
                <a:lnTo>
                  <a:pt x="196028" y="172290"/>
                </a:lnTo>
                <a:lnTo>
                  <a:pt x="195346" y="173314"/>
                </a:lnTo>
                <a:lnTo>
                  <a:pt x="200639" y="164605"/>
                </a:lnTo>
                <a:lnTo>
                  <a:pt x="199955" y="165972"/>
                </a:lnTo>
                <a:lnTo>
                  <a:pt x="204224" y="156750"/>
                </a:lnTo>
                <a:lnTo>
                  <a:pt x="203712" y="157946"/>
                </a:lnTo>
                <a:lnTo>
                  <a:pt x="207299" y="148042"/>
                </a:lnTo>
                <a:lnTo>
                  <a:pt x="206786" y="149579"/>
                </a:lnTo>
                <a:lnTo>
                  <a:pt x="209347" y="139505"/>
                </a:lnTo>
                <a:lnTo>
                  <a:pt x="209176" y="140870"/>
                </a:lnTo>
                <a:lnTo>
                  <a:pt x="210884" y="130113"/>
                </a:lnTo>
                <a:lnTo>
                  <a:pt x="210713" y="131821"/>
                </a:lnTo>
                <a:lnTo>
                  <a:pt x="211225" y="120893"/>
                </a:lnTo>
                <a:lnTo>
                  <a:pt x="211225" y="122258"/>
                </a:lnTo>
                <a:lnTo>
                  <a:pt x="210713" y="111331"/>
                </a:lnTo>
                <a:lnTo>
                  <a:pt x="210884" y="113038"/>
                </a:lnTo>
                <a:lnTo>
                  <a:pt x="209176" y="102452"/>
                </a:lnTo>
                <a:lnTo>
                  <a:pt x="209347" y="103646"/>
                </a:lnTo>
                <a:lnTo>
                  <a:pt x="206786" y="93402"/>
                </a:lnTo>
                <a:lnTo>
                  <a:pt x="207299" y="94938"/>
                </a:lnTo>
                <a:lnTo>
                  <a:pt x="203712" y="85205"/>
                </a:lnTo>
                <a:lnTo>
                  <a:pt x="204224" y="86401"/>
                </a:lnTo>
                <a:lnTo>
                  <a:pt x="199785" y="77009"/>
                </a:lnTo>
                <a:lnTo>
                  <a:pt x="200639" y="78545"/>
                </a:lnTo>
                <a:lnTo>
                  <a:pt x="195346" y="69838"/>
                </a:lnTo>
                <a:lnTo>
                  <a:pt x="196028" y="70862"/>
                </a:lnTo>
                <a:lnTo>
                  <a:pt x="189881" y="62666"/>
                </a:lnTo>
                <a:lnTo>
                  <a:pt x="190905" y="63861"/>
                </a:lnTo>
                <a:lnTo>
                  <a:pt x="184075" y="56348"/>
                </a:lnTo>
                <a:lnTo>
                  <a:pt x="185099" y="57372"/>
                </a:lnTo>
                <a:lnTo>
                  <a:pt x="177586" y="50372"/>
                </a:lnTo>
                <a:lnTo>
                  <a:pt x="178610" y="51225"/>
                </a:lnTo>
                <a:lnTo>
                  <a:pt x="170586" y="45078"/>
                </a:lnTo>
                <a:lnTo>
                  <a:pt x="171781" y="45932"/>
                </a:lnTo>
                <a:lnTo>
                  <a:pt x="163072" y="40639"/>
                </a:lnTo>
                <a:lnTo>
                  <a:pt x="164268" y="41322"/>
                </a:lnTo>
                <a:lnTo>
                  <a:pt x="155047" y="36882"/>
                </a:lnTo>
                <a:lnTo>
                  <a:pt x="156413" y="37395"/>
                </a:lnTo>
                <a:lnTo>
                  <a:pt x="146679" y="33808"/>
                </a:lnTo>
                <a:lnTo>
                  <a:pt x="148216" y="34321"/>
                </a:lnTo>
                <a:lnTo>
                  <a:pt x="138142" y="31760"/>
                </a:lnTo>
                <a:lnTo>
                  <a:pt x="139508" y="31931"/>
                </a:lnTo>
                <a:lnTo>
                  <a:pt x="128921" y="30394"/>
                </a:lnTo>
                <a:lnTo>
                  <a:pt x="130628" y="30394"/>
                </a:lnTo>
                <a:lnTo>
                  <a:pt x="119871" y="29881"/>
                </a:lnTo>
                <a:lnTo>
                  <a:pt x="121237" y="29881"/>
                </a:lnTo>
                <a:lnTo>
                  <a:pt x="110479" y="30394"/>
                </a:lnTo>
                <a:lnTo>
                  <a:pt x="112187" y="30394"/>
                </a:lnTo>
                <a:lnTo>
                  <a:pt x="101600" y="31931"/>
                </a:lnTo>
                <a:lnTo>
                  <a:pt x="102965" y="31760"/>
                </a:lnTo>
                <a:lnTo>
                  <a:pt x="92891" y="34321"/>
                </a:lnTo>
                <a:lnTo>
                  <a:pt x="94257" y="33808"/>
                </a:lnTo>
                <a:lnTo>
                  <a:pt x="84525" y="37395"/>
                </a:lnTo>
                <a:lnTo>
                  <a:pt x="86061" y="36882"/>
                </a:lnTo>
                <a:lnTo>
                  <a:pt x="76841" y="41322"/>
                </a:lnTo>
                <a:lnTo>
                  <a:pt x="78036" y="40639"/>
                </a:lnTo>
                <a:lnTo>
                  <a:pt x="69327" y="45932"/>
                </a:lnTo>
                <a:lnTo>
                  <a:pt x="70523" y="45078"/>
                </a:lnTo>
                <a:lnTo>
                  <a:pt x="62496" y="51225"/>
                </a:lnTo>
                <a:lnTo>
                  <a:pt x="63521" y="50372"/>
                </a:lnTo>
                <a:lnTo>
                  <a:pt x="56008" y="57372"/>
                </a:lnTo>
                <a:lnTo>
                  <a:pt x="57032" y="56348"/>
                </a:lnTo>
                <a:lnTo>
                  <a:pt x="50202" y="63861"/>
                </a:lnTo>
                <a:lnTo>
                  <a:pt x="51227" y="62666"/>
                </a:lnTo>
                <a:lnTo>
                  <a:pt x="45080" y="70862"/>
                </a:lnTo>
                <a:lnTo>
                  <a:pt x="45763" y="69838"/>
                </a:lnTo>
                <a:lnTo>
                  <a:pt x="40470" y="78545"/>
                </a:lnTo>
                <a:lnTo>
                  <a:pt x="41323" y="77009"/>
                </a:lnTo>
                <a:lnTo>
                  <a:pt x="36883" y="86401"/>
                </a:lnTo>
                <a:lnTo>
                  <a:pt x="37396" y="85205"/>
                </a:lnTo>
                <a:lnTo>
                  <a:pt x="33810" y="94938"/>
                </a:lnTo>
                <a:lnTo>
                  <a:pt x="34323" y="93402"/>
                </a:lnTo>
                <a:lnTo>
                  <a:pt x="31761" y="103646"/>
                </a:lnTo>
                <a:lnTo>
                  <a:pt x="31931" y="102452"/>
                </a:lnTo>
                <a:lnTo>
                  <a:pt x="30223" y="113038"/>
                </a:lnTo>
                <a:lnTo>
                  <a:pt x="30394" y="111331"/>
                </a:lnTo>
                <a:lnTo>
                  <a:pt x="29882" y="122258"/>
                </a:lnTo>
                <a:lnTo>
                  <a:pt x="29882" y="120893"/>
                </a:lnTo>
                <a:lnTo>
                  <a:pt x="30394" y="131821"/>
                </a:lnTo>
              </a:path>
            </a:pathLst>
          </a:custGeom>
          <a:solidFill xmlns:a="http://schemas.openxmlformats.org/drawingml/2006/main">
            <a:srgbClr val="F8BF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532D52A0-C1E3-4632-9F18-2571E40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2827" y="1607172"/>
            <a:ext cx="94257" cy="18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2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65410738-FBE3-4E91-AF05-E254750D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858" y="1611476"/>
            <a:ext cx="212933" cy="213099"/>
          </a:xfrm>
          <a:custGeom xmlns:a="http://schemas.openxmlformats.org/drawingml/2006/main">
            <a:pathLst>
              <a:path w="212933" h="213099">
                <a:moveTo>
                  <a:pt x="0" y="106549"/>
                </a:moveTo>
                <a:cubicBezTo>
                  <a:pt x="0" y="47640"/>
                  <a:pt x="47641" y="0"/>
                  <a:pt x="106381" y="0"/>
                </a:cubicBezTo>
                <a:cubicBezTo>
                  <a:pt x="165293" y="0"/>
                  <a:pt x="212933" y="47640"/>
                  <a:pt x="212933" y="106549"/>
                </a:cubicBezTo>
                <a:cubicBezTo>
                  <a:pt x="212933" y="165288"/>
                  <a:pt x="165293" y="213099"/>
                  <a:pt x="106381" y="213099"/>
                </a:cubicBezTo>
                <a:cubicBezTo>
                  <a:pt x="47641" y="213099"/>
                  <a:pt x="0" y="165288"/>
                  <a:pt x="0" y="10654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42C1C908-327D-4001-BEBE-D354312F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4832" y="1596450"/>
            <a:ext cx="243156" cy="243151"/>
          </a:xfrm>
          <a:custGeom xmlns:a="http://schemas.openxmlformats.org/drawingml/2006/main">
            <a:pathLst>
              <a:path w="243156" h="243151">
                <a:moveTo>
                  <a:pt x="0" y="121575"/>
                </a:moveTo>
                <a:lnTo>
                  <a:pt x="683" y="109110"/>
                </a:lnTo>
                <a:lnTo>
                  <a:pt x="2561" y="97158"/>
                </a:lnTo>
                <a:lnTo>
                  <a:pt x="5464" y="85376"/>
                </a:lnTo>
                <a:lnTo>
                  <a:pt x="9562" y="74277"/>
                </a:lnTo>
                <a:lnTo>
                  <a:pt x="14684" y="63520"/>
                </a:lnTo>
                <a:lnTo>
                  <a:pt x="20831" y="53616"/>
                </a:lnTo>
                <a:lnTo>
                  <a:pt x="27833" y="44225"/>
                </a:lnTo>
                <a:lnTo>
                  <a:pt x="35688" y="35687"/>
                </a:lnTo>
                <a:lnTo>
                  <a:pt x="44226" y="27832"/>
                </a:lnTo>
                <a:lnTo>
                  <a:pt x="53617" y="20832"/>
                </a:lnTo>
                <a:lnTo>
                  <a:pt x="63520" y="14684"/>
                </a:lnTo>
                <a:lnTo>
                  <a:pt x="74279" y="9562"/>
                </a:lnTo>
                <a:lnTo>
                  <a:pt x="85378" y="5464"/>
                </a:lnTo>
                <a:lnTo>
                  <a:pt x="97160" y="2561"/>
                </a:lnTo>
                <a:lnTo>
                  <a:pt x="109113" y="682"/>
                </a:lnTo>
                <a:lnTo>
                  <a:pt x="121578" y="0"/>
                </a:lnTo>
                <a:lnTo>
                  <a:pt x="134043" y="682"/>
                </a:lnTo>
                <a:lnTo>
                  <a:pt x="146167" y="2561"/>
                </a:lnTo>
                <a:lnTo>
                  <a:pt x="157607" y="5464"/>
                </a:lnTo>
                <a:lnTo>
                  <a:pt x="168877" y="9562"/>
                </a:lnTo>
                <a:lnTo>
                  <a:pt x="179465" y="14684"/>
                </a:lnTo>
                <a:lnTo>
                  <a:pt x="189539" y="20832"/>
                </a:lnTo>
                <a:lnTo>
                  <a:pt x="198931" y="27832"/>
                </a:lnTo>
                <a:lnTo>
                  <a:pt x="207469" y="35687"/>
                </a:lnTo>
                <a:lnTo>
                  <a:pt x="215323" y="44225"/>
                </a:lnTo>
                <a:lnTo>
                  <a:pt x="222325" y="53616"/>
                </a:lnTo>
                <a:lnTo>
                  <a:pt x="228301" y="63520"/>
                </a:lnTo>
                <a:lnTo>
                  <a:pt x="233594" y="74277"/>
                </a:lnTo>
                <a:lnTo>
                  <a:pt x="237692" y="85376"/>
                </a:lnTo>
                <a:lnTo>
                  <a:pt x="240596" y="97158"/>
                </a:lnTo>
                <a:lnTo>
                  <a:pt x="242474" y="109110"/>
                </a:lnTo>
                <a:lnTo>
                  <a:pt x="243156" y="121575"/>
                </a:lnTo>
                <a:lnTo>
                  <a:pt x="242474" y="134040"/>
                </a:lnTo>
                <a:lnTo>
                  <a:pt x="240596" y="146163"/>
                </a:lnTo>
                <a:lnTo>
                  <a:pt x="237692" y="157604"/>
                </a:lnTo>
                <a:lnTo>
                  <a:pt x="233594" y="169045"/>
                </a:lnTo>
                <a:lnTo>
                  <a:pt x="228301" y="179461"/>
                </a:lnTo>
                <a:lnTo>
                  <a:pt x="222325" y="189534"/>
                </a:lnTo>
                <a:lnTo>
                  <a:pt x="215323" y="198927"/>
                </a:lnTo>
                <a:lnTo>
                  <a:pt x="207469" y="207464"/>
                </a:lnTo>
                <a:lnTo>
                  <a:pt x="198931" y="215318"/>
                </a:lnTo>
                <a:lnTo>
                  <a:pt x="189369" y="222320"/>
                </a:lnTo>
                <a:lnTo>
                  <a:pt x="179465" y="228296"/>
                </a:lnTo>
                <a:lnTo>
                  <a:pt x="169048" y="233589"/>
                </a:lnTo>
                <a:lnTo>
                  <a:pt x="157607" y="237687"/>
                </a:lnTo>
                <a:lnTo>
                  <a:pt x="146167" y="240591"/>
                </a:lnTo>
                <a:lnTo>
                  <a:pt x="134043" y="242468"/>
                </a:lnTo>
                <a:lnTo>
                  <a:pt x="121578" y="243151"/>
                </a:lnTo>
                <a:lnTo>
                  <a:pt x="109113" y="242468"/>
                </a:lnTo>
                <a:lnTo>
                  <a:pt x="97160" y="240591"/>
                </a:lnTo>
                <a:lnTo>
                  <a:pt x="85378" y="237687"/>
                </a:lnTo>
                <a:lnTo>
                  <a:pt x="74109" y="233589"/>
                </a:lnTo>
                <a:lnTo>
                  <a:pt x="63520" y="228296"/>
                </a:lnTo>
                <a:lnTo>
                  <a:pt x="53617" y="222320"/>
                </a:lnTo>
                <a:lnTo>
                  <a:pt x="44226" y="215318"/>
                </a:lnTo>
                <a:lnTo>
                  <a:pt x="35688" y="207464"/>
                </a:lnTo>
                <a:lnTo>
                  <a:pt x="27833" y="198927"/>
                </a:lnTo>
                <a:lnTo>
                  <a:pt x="20831" y="189534"/>
                </a:lnTo>
                <a:lnTo>
                  <a:pt x="14684" y="179461"/>
                </a:lnTo>
                <a:lnTo>
                  <a:pt x="9562" y="168874"/>
                </a:lnTo>
                <a:lnTo>
                  <a:pt x="5464" y="157604"/>
                </a:lnTo>
                <a:lnTo>
                  <a:pt x="2561" y="146163"/>
                </a:lnTo>
                <a:lnTo>
                  <a:pt x="683" y="134040"/>
                </a:lnTo>
                <a:lnTo>
                  <a:pt x="0" y="121575"/>
                </a:lnTo>
                <a:moveTo>
                  <a:pt x="30395" y="131821"/>
                </a:moveTo>
                <a:lnTo>
                  <a:pt x="30224" y="130113"/>
                </a:lnTo>
                <a:lnTo>
                  <a:pt x="31931" y="140870"/>
                </a:lnTo>
                <a:lnTo>
                  <a:pt x="31761" y="139505"/>
                </a:lnTo>
                <a:lnTo>
                  <a:pt x="34322" y="149579"/>
                </a:lnTo>
                <a:lnTo>
                  <a:pt x="33809" y="148042"/>
                </a:lnTo>
                <a:lnTo>
                  <a:pt x="37396" y="157946"/>
                </a:lnTo>
                <a:lnTo>
                  <a:pt x="36713" y="156579"/>
                </a:lnTo>
                <a:lnTo>
                  <a:pt x="41322" y="165801"/>
                </a:lnTo>
                <a:lnTo>
                  <a:pt x="40640" y="164605"/>
                </a:lnTo>
                <a:lnTo>
                  <a:pt x="45933" y="173314"/>
                </a:lnTo>
                <a:lnTo>
                  <a:pt x="45080" y="172119"/>
                </a:lnTo>
                <a:lnTo>
                  <a:pt x="51226" y="180314"/>
                </a:lnTo>
                <a:lnTo>
                  <a:pt x="50373" y="179290"/>
                </a:lnTo>
                <a:lnTo>
                  <a:pt x="57373" y="186803"/>
                </a:lnTo>
                <a:lnTo>
                  <a:pt x="56349" y="185949"/>
                </a:lnTo>
                <a:lnTo>
                  <a:pt x="63862" y="192779"/>
                </a:lnTo>
                <a:lnTo>
                  <a:pt x="62838" y="191925"/>
                </a:lnTo>
                <a:lnTo>
                  <a:pt x="71034" y="198073"/>
                </a:lnTo>
                <a:lnTo>
                  <a:pt x="69669" y="197219"/>
                </a:lnTo>
                <a:lnTo>
                  <a:pt x="78377" y="202341"/>
                </a:lnTo>
                <a:lnTo>
                  <a:pt x="77353" y="201829"/>
                </a:lnTo>
                <a:lnTo>
                  <a:pt x="86744" y="206440"/>
                </a:lnTo>
                <a:lnTo>
                  <a:pt x="85207" y="205756"/>
                </a:lnTo>
                <a:lnTo>
                  <a:pt x="94940" y="209343"/>
                </a:lnTo>
                <a:lnTo>
                  <a:pt x="93403" y="208830"/>
                </a:lnTo>
                <a:lnTo>
                  <a:pt x="103649" y="211391"/>
                </a:lnTo>
                <a:lnTo>
                  <a:pt x="102453" y="211220"/>
                </a:lnTo>
                <a:lnTo>
                  <a:pt x="113040" y="212929"/>
                </a:lnTo>
                <a:lnTo>
                  <a:pt x="111333" y="212758"/>
                </a:lnTo>
                <a:lnTo>
                  <a:pt x="122261" y="213270"/>
                </a:lnTo>
                <a:lnTo>
                  <a:pt x="120895" y="213270"/>
                </a:lnTo>
                <a:lnTo>
                  <a:pt x="131823" y="212758"/>
                </a:lnTo>
                <a:lnTo>
                  <a:pt x="130116" y="212929"/>
                </a:lnTo>
                <a:lnTo>
                  <a:pt x="140703" y="211220"/>
                </a:lnTo>
                <a:lnTo>
                  <a:pt x="139507" y="211562"/>
                </a:lnTo>
                <a:lnTo>
                  <a:pt x="149583" y="209001"/>
                </a:lnTo>
                <a:lnTo>
                  <a:pt x="148045" y="209343"/>
                </a:lnTo>
                <a:lnTo>
                  <a:pt x="157949" y="205756"/>
                </a:lnTo>
                <a:lnTo>
                  <a:pt x="156412" y="206440"/>
                </a:lnTo>
                <a:lnTo>
                  <a:pt x="165633" y="201829"/>
                </a:lnTo>
                <a:lnTo>
                  <a:pt x="164609" y="202341"/>
                </a:lnTo>
                <a:lnTo>
                  <a:pt x="173488" y="197048"/>
                </a:lnTo>
                <a:lnTo>
                  <a:pt x="172122" y="198073"/>
                </a:lnTo>
                <a:lnTo>
                  <a:pt x="180319" y="191925"/>
                </a:lnTo>
                <a:lnTo>
                  <a:pt x="179294" y="192779"/>
                </a:lnTo>
                <a:lnTo>
                  <a:pt x="186807" y="185949"/>
                </a:lnTo>
                <a:lnTo>
                  <a:pt x="185783" y="186803"/>
                </a:lnTo>
                <a:lnTo>
                  <a:pt x="192783" y="179290"/>
                </a:lnTo>
                <a:lnTo>
                  <a:pt x="191759" y="180314"/>
                </a:lnTo>
                <a:lnTo>
                  <a:pt x="197907" y="172119"/>
                </a:lnTo>
                <a:lnTo>
                  <a:pt x="197052" y="173484"/>
                </a:lnTo>
                <a:lnTo>
                  <a:pt x="202345" y="164605"/>
                </a:lnTo>
                <a:lnTo>
                  <a:pt x="201834" y="165630"/>
                </a:lnTo>
                <a:lnTo>
                  <a:pt x="206444" y="156408"/>
                </a:lnTo>
                <a:lnTo>
                  <a:pt x="205760" y="157946"/>
                </a:lnTo>
                <a:lnTo>
                  <a:pt x="209347" y="148042"/>
                </a:lnTo>
                <a:lnTo>
                  <a:pt x="208834" y="149579"/>
                </a:lnTo>
                <a:lnTo>
                  <a:pt x="211396" y="139505"/>
                </a:lnTo>
                <a:lnTo>
                  <a:pt x="211225" y="140870"/>
                </a:lnTo>
                <a:lnTo>
                  <a:pt x="212932" y="130113"/>
                </a:lnTo>
                <a:lnTo>
                  <a:pt x="212762" y="131821"/>
                </a:lnTo>
                <a:lnTo>
                  <a:pt x="213274" y="120893"/>
                </a:lnTo>
                <a:lnTo>
                  <a:pt x="213274" y="122258"/>
                </a:lnTo>
                <a:lnTo>
                  <a:pt x="212762" y="111331"/>
                </a:lnTo>
                <a:lnTo>
                  <a:pt x="212932" y="113038"/>
                </a:lnTo>
                <a:lnTo>
                  <a:pt x="211225" y="102452"/>
                </a:lnTo>
                <a:lnTo>
                  <a:pt x="211396" y="103646"/>
                </a:lnTo>
                <a:lnTo>
                  <a:pt x="208834" y="93402"/>
                </a:lnTo>
                <a:lnTo>
                  <a:pt x="209347" y="94938"/>
                </a:lnTo>
                <a:lnTo>
                  <a:pt x="205760" y="85205"/>
                </a:lnTo>
                <a:lnTo>
                  <a:pt x="206444" y="86743"/>
                </a:lnTo>
                <a:lnTo>
                  <a:pt x="201834" y="77351"/>
                </a:lnTo>
                <a:lnTo>
                  <a:pt x="202345" y="78545"/>
                </a:lnTo>
                <a:lnTo>
                  <a:pt x="197223" y="69838"/>
                </a:lnTo>
                <a:lnTo>
                  <a:pt x="197907" y="71032"/>
                </a:lnTo>
                <a:lnTo>
                  <a:pt x="191759" y="62837"/>
                </a:lnTo>
                <a:lnTo>
                  <a:pt x="192783" y="63861"/>
                </a:lnTo>
                <a:lnTo>
                  <a:pt x="185783" y="56348"/>
                </a:lnTo>
                <a:lnTo>
                  <a:pt x="186807" y="57372"/>
                </a:lnTo>
                <a:lnTo>
                  <a:pt x="179294" y="50372"/>
                </a:lnTo>
                <a:lnTo>
                  <a:pt x="180319" y="51396"/>
                </a:lnTo>
                <a:lnTo>
                  <a:pt x="172122" y="45249"/>
                </a:lnTo>
                <a:lnTo>
                  <a:pt x="173318" y="45932"/>
                </a:lnTo>
                <a:lnTo>
                  <a:pt x="164438" y="40639"/>
                </a:lnTo>
                <a:lnTo>
                  <a:pt x="165804" y="41322"/>
                </a:lnTo>
                <a:lnTo>
                  <a:pt x="156583" y="36882"/>
                </a:lnTo>
                <a:lnTo>
                  <a:pt x="157949" y="37395"/>
                </a:lnTo>
                <a:lnTo>
                  <a:pt x="148045" y="33808"/>
                </a:lnTo>
                <a:lnTo>
                  <a:pt x="149583" y="34321"/>
                </a:lnTo>
                <a:lnTo>
                  <a:pt x="139507" y="31760"/>
                </a:lnTo>
                <a:lnTo>
                  <a:pt x="140703" y="31931"/>
                </a:lnTo>
                <a:lnTo>
                  <a:pt x="130116" y="30394"/>
                </a:lnTo>
                <a:lnTo>
                  <a:pt x="131823" y="30564"/>
                </a:lnTo>
                <a:lnTo>
                  <a:pt x="120895" y="29881"/>
                </a:lnTo>
                <a:lnTo>
                  <a:pt x="122261" y="29881"/>
                </a:lnTo>
                <a:lnTo>
                  <a:pt x="111333" y="30564"/>
                </a:lnTo>
                <a:lnTo>
                  <a:pt x="113040" y="30394"/>
                </a:lnTo>
                <a:lnTo>
                  <a:pt x="102453" y="31931"/>
                </a:lnTo>
                <a:lnTo>
                  <a:pt x="103649" y="31760"/>
                </a:lnTo>
                <a:lnTo>
                  <a:pt x="93403" y="34321"/>
                </a:lnTo>
                <a:lnTo>
                  <a:pt x="94940" y="33808"/>
                </a:lnTo>
                <a:lnTo>
                  <a:pt x="85207" y="37395"/>
                </a:lnTo>
                <a:lnTo>
                  <a:pt x="86573" y="36882"/>
                </a:lnTo>
                <a:lnTo>
                  <a:pt x="77182" y="41322"/>
                </a:lnTo>
                <a:lnTo>
                  <a:pt x="78547" y="40639"/>
                </a:lnTo>
                <a:lnTo>
                  <a:pt x="69840" y="45932"/>
                </a:lnTo>
                <a:lnTo>
                  <a:pt x="71034" y="45249"/>
                </a:lnTo>
                <a:lnTo>
                  <a:pt x="62838" y="51396"/>
                </a:lnTo>
                <a:lnTo>
                  <a:pt x="63862" y="50372"/>
                </a:lnTo>
                <a:lnTo>
                  <a:pt x="56349" y="57372"/>
                </a:lnTo>
                <a:lnTo>
                  <a:pt x="57373" y="56348"/>
                </a:lnTo>
                <a:lnTo>
                  <a:pt x="50373" y="63861"/>
                </a:lnTo>
                <a:lnTo>
                  <a:pt x="51226" y="62837"/>
                </a:lnTo>
                <a:lnTo>
                  <a:pt x="45080" y="71032"/>
                </a:lnTo>
                <a:lnTo>
                  <a:pt x="45933" y="69838"/>
                </a:lnTo>
                <a:lnTo>
                  <a:pt x="40469" y="78545"/>
                </a:lnTo>
                <a:lnTo>
                  <a:pt x="41322" y="77180"/>
                </a:lnTo>
                <a:lnTo>
                  <a:pt x="36883" y="86572"/>
                </a:lnTo>
                <a:lnTo>
                  <a:pt x="37396" y="85205"/>
                </a:lnTo>
                <a:lnTo>
                  <a:pt x="33809" y="94938"/>
                </a:lnTo>
                <a:lnTo>
                  <a:pt x="34322" y="93402"/>
                </a:lnTo>
                <a:lnTo>
                  <a:pt x="31761" y="103646"/>
                </a:lnTo>
                <a:lnTo>
                  <a:pt x="31931" y="102452"/>
                </a:lnTo>
                <a:lnTo>
                  <a:pt x="30224" y="113038"/>
                </a:lnTo>
                <a:lnTo>
                  <a:pt x="30395" y="111331"/>
                </a:lnTo>
                <a:lnTo>
                  <a:pt x="29882" y="122258"/>
                </a:lnTo>
                <a:lnTo>
                  <a:pt x="29882" y="120893"/>
                </a:lnTo>
                <a:lnTo>
                  <a:pt x="30395" y="131821"/>
                </a:lnTo>
              </a:path>
            </a:pathLst>
          </a:custGeom>
          <a:solidFill xmlns:a="http://schemas.openxmlformats.org/drawingml/2006/main">
            <a:srgbClr val="B7E4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C1E70242-2602-47B1-9896-1E5CA22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8770" y="1607172"/>
            <a:ext cx="94257" cy="18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4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84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4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5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CA43D3EF-C09F-4237-A6B5-7AD730A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9271" y="1729033"/>
            <a:ext cx="550207" cy="20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Vision</a:t>
            </a:r>
          </a:p>
        </p:txBody>
      </p:sp>
      <p:sp>
        <p:nvSpPr>
          <p:cNvPr id="206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45317562-29F9-4F18-99A4-0B33BF0F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5767" y="1727821"/>
            <a:ext cx="579304" cy="20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207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32F8BDDA-A885-4D16-81D9-282D737C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5145" y="2704975"/>
            <a:ext cx="161365" cy="109793"/>
          </a:xfrm>
          <a:custGeom xmlns:a="http://schemas.openxmlformats.org/drawingml/2006/main">
            <a:pathLst>
              <a:path w="161365" h="109793">
                <a:moveTo>
                  <a:pt x="0" y="44225"/>
                </a:moveTo>
                <a:lnTo>
                  <a:pt x="141216" y="44225"/>
                </a:lnTo>
                <a:lnTo>
                  <a:pt x="141216" y="65570"/>
                </a:lnTo>
                <a:lnTo>
                  <a:pt x="0" y="65570"/>
                </a:lnTo>
                <a:close/>
                <a:moveTo>
                  <a:pt x="78549" y="106720"/>
                </a:moveTo>
                <a:lnTo>
                  <a:pt x="161365" y="54983"/>
                </a:lnTo>
                <a:lnTo>
                  <a:pt x="78549" y="3244"/>
                </a:lnTo>
                <a:cubicBezTo>
                  <a:pt x="73427" y="0"/>
                  <a:pt x="66938" y="1537"/>
                  <a:pt x="63864" y="6489"/>
                </a:cubicBezTo>
                <a:cubicBezTo>
                  <a:pt x="60620" y="11611"/>
                  <a:pt x="62156" y="18099"/>
                  <a:pt x="67109" y="21344"/>
                </a:cubicBezTo>
                <a:lnTo>
                  <a:pt x="135411" y="64032"/>
                </a:lnTo>
                <a:lnTo>
                  <a:pt x="135411" y="45932"/>
                </a:lnTo>
                <a:lnTo>
                  <a:pt x="67109" y="88620"/>
                </a:lnTo>
                <a:cubicBezTo>
                  <a:pt x="62156" y="91694"/>
                  <a:pt x="60620" y="98182"/>
                  <a:pt x="63864" y="103306"/>
                </a:cubicBezTo>
                <a:cubicBezTo>
                  <a:pt x="66938" y="108258"/>
                  <a:pt x="73427" y="109793"/>
                  <a:pt x="78549" y="106720"/>
                </a:cubicBez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217">
            <a:extLst xmlns:a="http://schemas.openxmlformats.org/drawingml/2006/main">
              <a:ext uri="{FF2B5EF4-FFF2-40B4-BE49-F238E27FC236}">
                <a16:creationId xmlns:a16="http://schemas.microsoft.com/office/drawing/2014/main" id="{36EE6350-E878-4E4F-B71B-126F9EB9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8014" y="2704975"/>
            <a:ext cx="161534" cy="109793"/>
          </a:xfrm>
          <a:custGeom xmlns:a="http://schemas.openxmlformats.org/drawingml/2006/main">
            <a:pathLst>
              <a:path w="161534" h="109793">
                <a:moveTo>
                  <a:pt x="0" y="44225"/>
                </a:moveTo>
                <a:lnTo>
                  <a:pt x="141386" y="44225"/>
                </a:lnTo>
                <a:lnTo>
                  <a:pt x="141386" y="65570"/>
                </a:lnTo>
                <a:lnTo>
                  <a:pt x="0" y="65570"/>
                </a:lnTo>
                <a:close/>
                <a:moveTo>
                  <a:pt x="78718" y="106720"/>
                </a:moveTo>
                <a:lnTo>
                  <a:pt x="161534" y="54983"/>
                </a:lnTo>
                <a:lnTo>
                  <a:pt x="78718" y="3244"/>
                </a:lnTo>
                <a:cubicBezTo>
                  <a:pt x="73596" y="0"/>
                  <a:pt x="67107" y="1537"/>
                  <a:pt x="64033" y="6489"/>
                </a:cubicBezTo>
                <a:cubicBezTo>
                  <a:pt x="60789" y="11611"/>
                  <a:pt x="62325" y="18099"/>
                  <a:pt x="67278" y="21344"/>
                </a:cubicBezTo>
                <a:lnTo>
                  <a:pt x="135580" y="64032"/>
                </a:lnTo>
                <a:lnTo>
                  <a:pt x="135580" y="45932"/>
                </a:lnTo>
                <a:lnTo>
                  <a:pt x="67278" y="88620"/>
                </a:lnTo>
                <a:cubicBezTo>
                  <a:pt x="62325" y="91694"/>
                  <a:pt x="60789" y="98182"/>
                  <a:pt x="64033" y="103306"/>
                </a:cubicBezTo>
                <a:cubicBezTo>
                  <a:pt x="67107" y="108258"/>
                  <a:pt x="73596" y="109793"/>
                  <a:pt x="78718" y="106720"/>
                </a:cubicBez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5F16440-BB57-4417-A2D9-0E123BBC2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96e69a94f44b8"/>
          <a:srcRect xmlns:a="http://schemas.openxmlformats.org/drawingml/2006/main" l="0" t="215" r="0" b="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6532" y="1952640"/>
            <a:ext cx="575790" cy="936407"/>
          </a:xfrm>
          <a:prstGeom xmlns:a="http://schemas.openxmlformats.org/drawingml/2006/main" prst="rect">
            <a:avLst/>
          </a:prstGeom>
        </p:spPr>
      </p:pic>
      <p:sp>
        <p:nvSpPr>
          <p:cNvPr id="210" name="host-source-component-3">
            <a:extLst xmlns:a="http://schemas.openxmlformats.org/drawingml/2006/main">
              <a:ext uri="{FF2B5EF4-FFF2-40B4-BE49-F238E27FC236}">
                <a16:creationId xmlns:a16="http://schemas.microsoft.com/office/drawing/2014/main" id="{252EBC0E-40FB-4EE9-A4DD-53E549D7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532" y="1952640"/>
            <a:ext cx="575790" cy="936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7C78050-FA3F-425F-A184-9FBB1A6E01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f0cb567e5434b"/>
          <a:srcRect xmlns:a="http://schemas.openxmlformats.org/drawingml/2006/main" l="317" t="0" r="3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9637" y="2776350"/>
            <a:ext cx="616771" cy="1012221"/>
          </a:xfrm>
          <a:prstGeom xmlns:a="http://schemas.openxmlformats.org/drawingml/2006/main" prst="rect">
            <a:avLst/>
          </a:prstGeom>
        </p:spPr>
      </p:pic>
      <p:sp>
        <p:nvSpPr>
          <p:cNvPr id="212" name="host-source-component-4">
            <a:extLst xmlns:a="http://schemas.openxmlformats.org/drawingml/2006/main">
              <a:ext uri="{FF2B5EF4-FFF2-40B4-BE49-F238E27FC236}">
                <a16:creationId xmlns:a16="http://schemas.microsoft.com/office/drawing/2014/main" id="{B48EF18F-3CB5-4A31-BFF8-0DDFB61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37" y="2776350"/>
            <a:ext cx="616771" cy="1012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7B101AC1-99BD-4581-8690-A9709CC5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6365" y="2168813"/>
            <a:ext cx="71717" cy="71717"/>
          </a:xfrm>
          <a:custGeom xmlns:a="http://schemas.openxmlformats.org/drawingml/2006/main">
            <a:pathLst>
              <a:path w="71717" h="71717">
                <a:moveTo>
                  <a:pt x="0" y="35857"/>
                </a:moveTo>
                <a:cubicBezTo>
                  <a:pt x="0" y="16051"/>
                  <a:pt x="16222" y="0"/>
                  <a:pt x="35858" y="0"/>
                </a:cubicBezTo>
                <a:cubicBezTo>
                  <a:pt x="55667" y="0"/>
                  <a:pt x="71717" y="16051"/>
                  <a:pt x="71717" y="35857"/>
                </a:cubicBezTo>
                <a:cubicBezTo>
                  <a:pt x="71717" y="55666"/>
                  <a:pt x="55667" y="71717"/>
                  <a:pt x="35858" y="71717"/>
                </a:cubicBezTo>
                <a:cubicBezTo>
                  <a:pt x="16222" y="71717"/>
                  <a:pt x="0" y="55666"/>
                  <a:pt x="0" y="3585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1C2A71D4-725C-4B68-ABD3-AF268791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9289" y="2151737"/>
            <a:ext cx="106210" cy="106037"/>
          </a:xfrm>
          <a:custGeom xmlns:a="http://schemas.openxmlformats.org/drawingml/2006/main">
            <a:pathLst>
              <a:path w="106210" h="106037">
                <a:moveTo>
                  <a:pt x="0" y="52933"/>
                </a:moveTo>
                <a:lnTo>
                  <a:pt x="1196" y="42175"/>
                </a:lnTo>
                <a:lnTo>
                  <a:pt x="4270" y="32272"/>
                </a:lnTo>
                <a:lnTo>
                  <a:pt x="9221" y="23222"/>
                </a:lnTo>
                <a:lnTo>
                  <a:pt x="15539" y="15538"/>
                </a:lnTo>
                <a:lnTo>
                  <a:pt x="23394" y="9049"/>
                </a:lnTo>
                <a:lnTo>
                  <a:pt x="32443" y="4098"/>
                </a:lnTo>
                <a:lnTo>
                  <a:pt x="42347" y="1025"/>
                </a:lnTo>
                <a:lnTo>
                  <a:pt x="53105" y="0"/>
                </a:lnTo>
                <a:lnTo>
                  <a:pt x="63692" y="1025"/>
                </a:lnTo>
                <a:lnTo>
                  <a:pt x="73767" y="4098"/>
                </a:lnTo>
                <a:lnTo>
                  <a:pt x="82646" y="9049"/>
                </a:lnTo>
                <a:lnTo>
                  <a:pt x="90501" y="15367"/>
                </a:lnTo>
                <a:lnTo>
                  <a:pt x="96990" y="23222"/>
                </a:lnTo>
                <a:lnTo>
                  <a:pt x="101941" y="32272"/>
                </a:lnTo>
                <a:lnTo>
                  <a:pt x="105015" y="42175"/>
                </a:lnTo>
                <a:lnTo>
                  <a:pt x="106210" y="52933"/>
                </a:lnTo>
                <a:lnTo>
                  <a:pt x="105015" y="63519"/>
                </a:lnTo>
                <a:lnTo>
                  <a:pt x="101941" y="73594"/>
                </a:lnTo>
                <a:lnTo>
                  <a:pt x="96990" y="82473"/>
                </a:lnTo>
                <a:lnTo>
                  <a:pt x="90672" y="90499"/>
                </a:lnTo>
                <a:lnTo>
                  <a:pt x="82646" y="96816"/>
                </a:lnTo>
                <a:lnTo>
                  <a:pt x="73767" y="101768"/>
                </a:lnTo>
                <a:lnTo>
                  <a:pt x="63692" y="104841"/>
                </a:lnTo>
                <a:lnTo>
                  <a:pt x="53105" y="106037"/>
                </a:lnTo>
                <a:lnTo>
                  <a:pt x="42347" y="104841"/>
                </a:lnTo>
                <a:lnTo>
                  <a:pt x="32443" y="101768"/>
                </a:lnTo>
                <a:lnTo>
                  <a:pt x="23394" y="96816"/>
                </a:lnTo>
                <a:lnTo>
                  <a:pt x="15539" y="90328"/>
                </a:lnTo>
                <a:lnTo>
                  <a:pt x="9221" y="82473"/>
                </a:lnTo>
                <a:lnTo>
                  <a:pt x="4270" y="73594"/>
                </a:lnTo>
                <a:lnTo>
                  <a:pt x="1196" y="63519"/>
                </a:lnTo>
                <a:lnTo>
                  <a:pt x="0" y="52933"/>
                </a:lnTo>
                <a:moveTo>
                  <a:pt x="35005" y="58226"/>
                </a:moveTo>
                <a:lnTo>
                  <a:pt x="34323" y="55153"/>
                </a:lnTo>
                <a:lnTo>
                  <a:pt x="36372" y="61984"/>
                </a:lnTo>
                <a:lnTo>
                  <a:pt x="35005" y="58568"/>
                </a:lnTo>
                <a:lnTo>
                  <a:pt x="38249" y="64715"/>
                </a:lnTo>
                <a:lnTo>
                  <a:pt x="36712" y="62153"/>
                </a:lnTo>
                <a:lnTo>
                  <a:pt x="40982" y="67617"/>
                </a:lnTo>
                <a:lnTo>
                  <a:pt x="38591" y="65228"/>
                </a:lnTo>
                <a:lnTo>
                  <a:pt x="43885" y="69496"/>
                </a:lnTo>
                <a:lnTo>
                  <a:pt x="41152" y="67617"/>
                </a:lnTo>
                <a:lnTo>
                  <a:pt x="47300" y="71033"/>
                </a:lnTo>
                <a:lnTo>
                  <a:pt x="44225" y="69666"/>
                </a:lnTo>
                <a:lnTo>
                  <a:pt x="50885" y="71717"/>
                </a:lnTo>
                <a:lnTo>
                  <a:pt x="47641" y="71033"/>
                </a:lnTo>
                <a:lnTo>
                  <a:pt x="54812" y="71887"/>
                </a:lnTo>
                <a:lnTo>
                  <a:pt x="51227" y="71887"/>
                </a:lnTo>
                <a:lnTo>
                  <a:pt x="58399" y="71033"/>
                </a:lnTo>
                <a:lnTo>
                  <a:pt x="55325" y="71717"/>
                </a:lnTo>
                <a:lnTo>
                  <a:pt x="62156" y="69666"/>
                </a:lnTo>
                <a:lnTo>
                  <a:pt x="58741" y="71033"/>
                </a:lnTo>
                <a:lnTo>
                  <a:pt x="64888" y="67788"/>
                </a:lnTo>
                <a:lnTo>
                  <a:pt x="62326" y="69325"/>
                </a:lnTo>
                <a:lnTo>
                  <a:pt x="67790" y="65057"/>
                </a:lnTo>
                <a:lnTo>
                  <a:pt x="65229" y="67617"/>
                </a:lnTo>
                <a:lnTo>
                  <a:pt x="69498" y="62153"/>
                </a:lnTo>
                <a:lnTo>
                  <a:pt x="67790" y="64715"/>
                </a:lnTo>
                <a:lnTo>
                  <a:pt x="71206" y="58568"/>
                </a:lnTo>
                <a:lnTo>
                  <a:pt x="69839" y="61984"/>
                </a:lnTo>
                <a:lnTo>
                  <a:pt x="71888" y="55153"/>
                </a:lnTo>
                <a:lnTo>
                  <a:pt x="71206" y="58226"/>
                </a:lnTo>
                <a:lnTo>
                  <a:pt x="72059" y="51055"/>
                </a:lnTo>
                <a:lnTo>
                  <a:pt x="72059" y="54811"/>
                </a:lnTo>
                <a:lnTo>
                  <a:pt x="71206" y="47469"/>
                </a:lnTo>
                <a:lnTo>
                  <a:pt x="71888" y="50713"/>
                </a:lnTo>
                <a:lnTo>
                  <a:pt x="69839" y="44054"/>
                </a:lnTo>
                <a:lnTo>
                  <a:pt x="71206" y="47128"/>
                </a:lnTo>
                <a:lnTo>
                  <a:pt x="67790" y="40980"/>
                </a:lnTo>
                <a:lnTo>
                  <a:pt x="69669" y="43713"/>
                </a:lnTo>
                <a:lnTo>
                  <a:pt x="65400" y="38419"/>
                </a:lnTo>
                <a:lnTo>
                  <a:pt x="67790" y="40809"/>
                </a:lnTo>
                <a:lnTo>
                  <a:pt x="62326" y="36540"/>
                </a:lnTo>
                <a:lnTo>
                  <a:pt x="64888" y="38249"/>
                </a:lnTo>
                <a:lnTo>
                  <a:pt x="58741" y="34834"/>
                </a:lnTo>
                <a:lnTo>
                  <a:pt x="62156" y="36199"/>
                </a:lnTo>
                <a:lnTo>
                  <a:pt x="55325" y="34151"/>
                </a:lnTo>
                <a:lnTo>
                  <a:pt x="58399" y="34834"/>
                </a:lnTo>
                <a:lnTo>
                  <a:pt x="51227" y="34151"/>
                </a:lnTo>
                <a:lnTo>
                  <a:pt x="54812" y="34151"/>
                </a:lnTo>
                <a:lnTo>
                  <a:pt x="47641" y="34834"/>
                </a:lnTo>
                <a:lnTo>
                  <a:pt x="50885" y="34151"/>
                </a:lnTo>
                <a:lnTo>
                  <a:pt x="44225" y="36199"/>
                </a:lnTo>
                <a:lnTo>
                  <a:pt x="47300" y="35005"/>
                </a:lnTo>
                <a:lnTo>
                  <a:pt x="41152" y="38249"/>
                </a:lnTo>
                <a:lnTo>
                  <a:pt x="43885" y="36370"/>
                </a:lnTo>
                <a:lnTo>
                  <a:pt x="38591" y="40809"/>
                </a:lnTo>
                <a:lnTo>
                  <a:pt x="40811" y="38419"/>
                </a:lnTo>
                <a:lnTo>
                  <a:pt x="36543" y="43713"/>
                </a:lnTo>
                <a:lnTo>
                  <a:pt x="38420" y="40980"/>
                </a:lnTo>
                <a:lnTo>
                  <a:pt x="35005" y="47128"/>
                </a:lnTo>
                <a:lnTo>
                  <a:pt x="36372" y="44054"/>
                </a:lnTo>
                <a:lnTo>
                  <a:pt x="34323" y="50713"/>
                </a:lnTo>
                <a:lnTo>
                  <a:pt x="35005" y="47469"/>
                </a:lnTo>
                <a:lnTo>
                  <a:pt x="34152" y="54811"/>
                </a:lnTo>
                <a:lnTo>
                  <a:pt x="34152" y="51055"/>
                </a:lnTo>
                <a:lnTo>
                  <a:pt x="35005" y="58226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6781984C-4C2B-48D2-B2E5-B9443F37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9567" y="3271190"/>
            <a:ext cx="73939" cy="73766"/>
          </a:xfrm>
          <a:custGeom xmlns:a="http://schemas.openxmlformats.org/drawingml/2006/main">
            <a:pathLst>
              <a:path w="73939" h="73766">
                <a:moveTo>
                  <a:pt x="0" y="36882"/>
                </a:moveTo>
                <a:cubicBezTo>
                  <a:pt x="0" y="16392"/>
                  <a:pt x="16564" y="0"/>
                  <a:pt x="36885" y="0"/>
                </a:cubicBezTo>
                <a:cubicBezTo>
                  <a:pt x="57375" y="0"/>
                  <a:pt x="73939" y="16392"/>
                  <a:pt x="73939" y="36882"/>
                </a:cubicBezTo>
                <a:cubicBezTo>
                  <a:pt x="73939" y="57201"/>
                  <a:pt x="57375" y="73766"/>
                  <a:pt x="36885" y="73766"/>
                </a:cubicBezTo>
                <a:cubicBezTo>
                  <a:pt x="16564" y="73766"/>
                  <a:pt x="0" y="57201"/>
                  <a:pt x="0" y="368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58428040-9245-45D8-BC03-CAA5FA4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2492" y="3254115"/>
            <a:ext cx="108260" cy="108086"/>
          </a:xfrm>
          <a:custGeom xmlns:a="http://schemas.openxmlformats.org/drawingml/2006/main">
            <a:pathLst>
              <a:path w="108260" h="108086">
                <a:moveTo>
                  <a:pt x="0" y="53957"/>
                </a:moveTo>
                <a:lnTo>
                  <a:pt x="1196" y="43029"/>
                </a:lnTo>
                <a:lnTo>
                  <a:pt x="4440" y="32955"/>
                </a:lnTo>
                <a:lnTo>
                  <a:pt x="9222" y="23905"/>
                </a:lnTo>
                <a:lnTo>
                  <a:pt x="15881" y="15709"/>
                </a:lnTo>
                <a:lnTo>
                  <a:pt x="24077" y="9050"/>
                </a:lnTo>
                <a:lnTo>
                  <a:pt x="33127" y="4270"/>
                </a:lnTo>
                <a:lnTo>
                  <a:pt x="43202" y="1025"/>
                </a:lnTo>
                <a:lnTo>
                  <a:pt x="54131" y="0"/>
                </a:lnTo>
                <a:lnTo>
                  <a:pt x="65059" y="1025"/>
                </a:lnTo>
                <a:lnTo>
                  <a:pt x="75133" y="4270"/>
                </a:lnTo>
                <a:lnTo>
                  <a:pt x="84183" y="9050"/>
                </a:lnTo>
                <a:lnTo>
                  <a:pt x="92380" y="15709"/>
                </a:lnTo>
                <a:lnTo>
                  <a:pt x="99038" y="23905"/>
                </a:lnTo>
                <a:lnTo>
                  <a:pt x="103820" y="32955"/>
                </a:lnTo>
                <a:lnTo>
                  <a:pt x="107065" y="43029"/>
                </a:lnTo>
                <a:lnTo>
                  <a:pt x="108260" y="53957"/>
                </a:lnTo>
                <a:lnTo>
                  <a:pt x="107065" y="64886"/>
                </a:lnTo>
                <a:lnTo>
                  <a:pt x="103820" y="74961"/>
                </a:lnTo>
                <a:lnTo>
                  <a:pt x="99038" y="84011"/>
                </a:lnTo>
                <a:lnTo>
                  <a:pt x="92380" y="92206"/>
                </a:lnTo>
                <a:lnTo>
                  <a:pt x="84183" y="98866"/>
                </a:lnTo>
                <a:lnTo>
                  <a:pt x="75133" y="103647"/>
                </a:lnTo>
                <a:lnTo>
                  <a:pt x="65059" y="106892"/>
                </a:lnTo>
                <a:lnTo>
                  <a:pt x="54131" y="108086"/>
                </a:lnTo>
                <a:lnTo>
                  <a:pt x="43202" y="106892"/>
                </a:lnTo>
                <a:lnTo>
                  <a:pt x="33127" y="103647"/>
                </a:lnTo>
                <a:lnTo>
                  <a:pt x="24077" y="98866"/>
                </a:lnTo>
                <a:lnTo>
                  <a:pt x="15881" y="92206"/>
                </a:lnTo>
                <a:lnTo>
                  <a:pt x="9222" y="84011"/>
                </a:lnTo>
                <a:lnTo>
                  <a:pt x="4440" y="74961"/>
                </a:lnTo>
                <a:lnTo>
                  <a:pt x="1196" y="64886"/>
                </a:lnTo>
                <a:lnTo>
                  <a:pt x="0" y="53957"/>
                </a:lnTo>
                <a:moveTo>
                  <a:pt x="35005" y="59593"/>
                </a:moveTo>
                <a:lnTo>
                  <a:pt x="34323" y="56349"/>
                </a:lnTo>
                <a:lnTo>
                  <a:pt x="36542" y="63179"/>
                </a:lnTo>
                <a:lnTo>
                  <a:pt x="35347" y="60275"/>
                </a:lnTo>
                <a:lnTo>
                  <a:pt x="38591" y="66593"/>
                </a:lnTo>
                <a:lnTo>
                  <a:pt x="36713" y="63861"/>
                </a:lnTo>
                <a:lnTo>
                  <a:pt x="41324" y="69325"/>
                </a:lnTo>
                <a:lnTo>
                  <a:pt x="38762" y="66935"/>
                </a:lnTo>
                <a:lnTo>
                  <a:pt x="44226" y="71375"/>
                </a:lnTo>
                <a:lnTo>
                  <a:pt x="41494" y="69496"/>
                </a:lnTo>
                <a:lnTo>
                  <a:pt x="47811" y="72911"/>
                </a:lnTo>
                <a:lnTo>
                  <a:pt x="44909" y="71546"/>
                </a:lnTo>
                <a:lnTo>
                  <a:pt x="51911" y="73766"/>
                </a:lnTo>
                <a:lnTo>
                  <a:pt x="48495" y="73082"/>
                </a:lnTo>
                <a:lnTo>
                  <a:pt x="55838" y="73936"/>
                </a:lnTo>
                <a:lnTo>
                  <a:pt x="52423" y="73936"/>
                </a:lnTo>
                <a:lnTo>
                  <a:pt x="59765" y="73082"/>
                </a:lnTo>
                <a:lnTo>
                  <a:pt x="56349" y="73766"/>
                </a:lnTo>
                <a:lnTo>
                  <a:pt x="63351" y="71546"/>
                </a:lnTo>
                <a:lnTo>
                  <a:pt x="60449" y="72911"/>
                </a:lnTo>
                <a:lnTo>
                  <a:pt x="66767" y="69496"/>
                </a:lnTo>
                <a:lnTo>
                  <a:pt x="64034" y="71375"/>
                </a:lnTo>
                <a:lnTo>
                  <a:pt x="69498" y="66935"/>
                </a:lnTo>
                <a:lnTo>
                  <a:pt x="66938" y="69325"/>
                </a:lnTo>
                <a:lnTo>
                  <a:pt x="71547" y="63861"/>
                </a:lnTo>
                <a:lnTo>
                  <a:pt x="69669" y="66593"/>
                </a:lnTo>
                <a:lnTo>
                  <a:pt x="72914" y="60275"/>
                </a:lnTo>
                <a:lnTo>
                  <a:pt x="71718" y="63179"/>
                </a:lnTo>
                <a:lnTo>
                  <a:pt x="73938" y="56349"/>
                </a:lnTo>
                <a:lnTo>
                  <a:pt x="73256" y="59593"/>
                </a:lnTo>
                <a:lnTo>
                  <a:pt x="74109" y="52251"/>
                </a:lnTo>
                <a:lnTo>
                  <a:pt x="74109" y="55666"/>
                </a:lnTo>
                <a:lnTo>
                  <a:pt x="73256" y="48322"/>
                </a:lnTo>
                <a:lnTo>
                  <a:pt x="73938" y="51738"/>
                </a:lnTo>
                <a:lnTo>
                  <a:pt x="71718" y="44737"/>
                </a:lnTo>
                <a:lnTo>
                  <a:pt x="72914" y="47640"/>
                </a:lnTo>
                <a:lnTo>
                  <a:pt x="69669" y="41322"/>
                </a:lnTo>
                <a:lnTo>
                  <a:pt x="71547" y="44054"/>
                </a:lnTo>
                <a:lnTo>
                  <a:pt x="66938" y="38590"/>
                </a:lnTo>
                <a:lnTo>
                  <a:pt x="69498" y="41152"/>
                </a:lnTo>
                <a:lnTo>
                  <a:pt x="64034" y="36542"/>
                </a:lnTo>
                <a:lnTo>
                  <a:pt x="66767" y="38419"/>
                </a:lnTo>
                <a:lnTo>
                  <a:pt x="60449" y="35175"/>
                </a:lnTo>
                <a:lnTo>
                  <a:pt x="63351" y="36371"/>
                </a:lnTo>
                <a:lnTo>
                  <a:pt x="56349" y="34151"/>
                </a:lnTo>
                <a:lnTo>
                  <a:pt x="59765" y="34834"/>
                </a:lnTo>
                <a:lnTo>
                  <a:pt x="52423" y="34151"/>
                </a:lnTo>
                <a:lnTo>
                  <a:pt x="55838" y="34151"/>
                </a:lnTo>
                <a:lnTo>
                  <a:pt x="48495" y="34834"/>
                </a:lnTo>
                <a:lnTo>
                  <a:pt x="51911" y="34151"/>
                </a:lnTo>
                <a:lnTo>
                  <a:pt x="44909" y="36371"/>
                </a:lnTo>
                <a:lnTo>
                  <a:pt x="47811" y="35175"/>
                </a:lnTo>
                <a:lnTo>
                  <a:pt x="41494" y="38419"/>
                </a:lnTo>
                <a:lnTo>
                  <a:pt x="44226" y="36542"/>
                </a:lnTo>
                <a:lnTo>
                  <a:pt x="38762" y="41152"/>
                </a:lnTo>
                <a:lnTo>
                  <a:pt x="41324" y="38590"/>
                </a:lnTo>
                <a:lnTo>
                  <a:pt x="36713" y="44054"/>
                </a:lnTo>
                <a:lnTo>
                  <a:pt x="38591" y="41322"/>
                </a:lnTo>
                <a:lnTo>
                  <a:pt x="35347" y="47640"/>
                </a:lnTo>
                <a:lnTo>
                  <a:pt x="36542" y="44737"/>
                </a:lnTo>
                <a:lnTo>
                  <a:pt x="34323" y="51738"/>
                </a:lnTo>
                <a:lnTo>
                  <a:pt x="35005" y="48322"/>
                </a:lnTo>
                <a:lnTo>
                  <a:pt x="34152" y="55666"/>
                </a:lnTo>
                <a:lnTo>
                  <a:pt x="34152" y="52251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5510A600-93A2-43F2-B0DF-042F897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7505" y="2617550"/>
            <a:ext cx="73767" cy="73765"/>
          </a:xfrm>
          <a:custGeom xmlns:a="http://schemas.openxmlformats.org/drawingml/2006/main">
            <a:pathLst>
              <a:path w="73767" h="73765">
                <a:moveTo>
                  <a:pt x="0" y="36883"/>
                </a:moveTo>
                <a:cubicBezTo>
                  <a:pt x="0" y="16393"/>
                  <a:pt x="16564" y="0"/>
                  <a:pt x="36883" y="0"/>
                </a:cubicBezTo>
                <a:cubicBezTo>
                  <a:pt x="57374" y="0"/>
                  <a:pt x="73767" y="16393"/>
                  <a:pt x="73767" y="36883"/>
                </a:cubicBezTo>
                <a:cubicBezTo>
                  <a:pt x="73767" y="57203"/>
                  <a:pt x="57374" y="73765"/>
                  <a:pt x="36883" y="73765"/>
                </a:cubicBezTo>
                <a:cubicBezTo>
                  <a:pt x="16564" y="73765"/>
                  <a:pt x="0" y="57203"/>
                  <a:pt x="0" y="36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FA8A0553-209B-40C7-87BC-5999DA7C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0430" y="2600474"/>
            <a:ext cx="108260" cy="108087"/>
          </a:xfrm>
          <a:custGeom xmlns:a="http://schemas.openxmlformats.org/drawingml/2006/main">
            <a:pathLst>
              <a:path w="108260" h="108087">
                <a:moveTo>
                  <a:pt x="0" y="53958"/>
                </a:moveTo>
                <a:lnTo>
                  <a:pt x="1196" y="43030"/>
                </a:lnTo>
                <a:lnTo>
                  <a:pt x="4440" y="32955"/>
                </a:lnTo>
                <a:lnTo>
                  <a:pt x="9221" y="23906"/>
                </a:lnTo>
                <a:lnTo>
                  <a:pt x="15881" y="15710"/>
                </a:lnTo>
                <a:lnTo>
                  <a:pt x="24076" y="9051"/>
                </a:lnTo>
                <a:lnTo>
                  <a:pt x="33127" y="4269"/>
                </a:lnTo>
                <a:lnTo>
                  <a:pt x="43201" y="1025"/>
                </a:lnTo>
                <a:lnTo>
                  <a:pt x="54129" y="0"/>
                </a:lnTo>
                <a:lnTo>
                  <a:pt x="65059" y="1025"/>
                </a:lnTo>
                <a:lnTo>
                  <a:pt x="75133" y="4269"/>
                </a:lnTo>
                <a:lnTo>
                  <a:pt x="84182" y="9051"/>
                </a:lnTo>
                <a:lnTo>
                  <a:pt x="92379" y="15710"/>
                </a:lnTo>
                <a:lnTo>
                  <a:pt x="99038" y="23906"/>
                </a:lnTo>
                <a:lnTo>
                  <a:pt x="103820" y="32955"/>
                </a:lnTo>
                <a:lnTo>
                  <a:pt x="107065" y="43030"/>
                </a:lnTo>
                <a:lnTo>
                  <a:pt x="108260" y="53958"/>
                </a:lnTo>
                <a:lnTo>
                  <a:pt x="107065" y="64886"/>
                </a:lnTo>
                <a:lnTo>
                  <a:pt x="103820" y="74961"/>
                </a:lnTo>
                <a:lnTo>
                  <a:pt x="99038" y="84011"/>
                </a:lnTo>
                <a:lnTo>
                  <a:pt x="92379" y="92207"/>
                </a:lnTo>
                <a:lnTo>
                  <a:pt x="84182" y="98867"/>
                </a:lnTo>
                <a:lnTo>
                  <a:pt x="75133" y="103647"/>
                </a:lnTo>
                <a:lnTo>
                  <a:pt x="65059" y="106891"/>
                </a:lnTo>
                <a:lnTo>
                  <a:pt x="54129" y="108087"/>
                </a:lnTo>
                <a:lnTo>
                  <a:pt x="43201" y="106891"/>
                </a:lnTo>
                <a:lnTo>
                  <a:pt x="33127" y="103647"/>
                </a:lnTo>
                <a:lnTo>
                  <a:pt x="24076" y="98867"/>
                </a:lnTo>
                <a:lnTo>
                  <a:pt x="15881" y="92207"/>
                </a:lnTo>
                <a:lnTo>
                  <a:pt x="9221" y="84011"/>
                </a:lnTo>
                <a:lnTo>
                  <a:pt x="4440" y="74961"/>
                </a:lnTo>
                <a:lnTo>
                  <a:pt x="1196" y="64886"/>
                </a:lnTo>
                <a:lnTo>
                  <a:pt x="0" y="53958"/>
                </a:lnTo>
                <a:moveTo>
                  <a:pt x="35005" y="59593"/>
                </a:moveTo>
                <a:lnTo>
                  <a:pt x="34323" y="56349"/>
                </a:lnTo>
                <a:lnTo>
                  <a:pt x="36542" y="63179"/>
                </a:lnTo>
                <a:lnTo>
                  <a:pt x="35346" y="60276"/>
                </a:lnTo>
                <a:lnTo>
                  <a:pt x="38591" y="66594"/>
                </a:lnTo>
                <a:lnTo>
                  <a:pt x="36713" y="63861"/>
                </a:lnTo>
                <a:lnTo>
                  <a:pt x="41322" y="69325"/>
                </a:lnTo>
                <a:lnTo>
                  <a:pt x="38762" y="66936"/>
                </a:lnTo>
                <a:lnTo>
                  <a:pt x="44226" y="71375"/>
                </a:lnTo>
                <a:lnTo>
                  <a:pt x="41493" y="69496"/>
                </a:lnTo>
                <a:lnTo>
                  <a:pt x="47811" y="72912"/>
                </a:lnTo>
                <a:lnTo>
                  <a:pt x="44909" y="71546"/>
                </a:lnTo>
                <a:lnTo>
                  <a:pt x="51910" y="73766"/>
                </a:lnTo>
                <a:lnTo>
                  <a:pt x="48495" y="73083"/>
                </a:lnTo>
                <a:lnTo>
                  <a:pt x="55838" y="73937"/>
                </a:lnTo>
                <a:lnTo>
                  <a:pt x="52423" y="73937"/>
                </a:lnTo>
                <a:lnTo>
                  <a:pt x="59764" y="73083"/>
                </a:lnTo>
                <a:lnTo>
                  <a:pt x="56349" y="73766"/>
                </a:lnTo>
                <a:lnTo>
                  <a:pt x="63351" y="71546"/>
                </a:lnTo>
                <a:lnTo>
                  <a:pt x="60447" y="72912"/>
                </a:lnTo>
                <a:lnTo>
                  <a:pt x="66765" y="69496"/>
                </a:lnTo>
                <a:lnTo>
                  <a:pt x="64034" y="71375"/>
                </a:lnTo>
                <a:lnTo>
                  <a:pt x="69498" y="66936"/>
                </a:lnTo>
                <a:lnTo>
                  <a:pt x="66936" y="69325"/>
                </a:lnTo>
                <a:lnTo>
                  <a:pt x="71547" y="63861"/>
                </a:lnTo>
                <a:lnTo>
                  <a:pt x="69669" y="66594"/>
                </a:lnTo>
                <a:lnTo>
                  <a:pt x="72913" y="60276"/>
                </a:lnTo>
                <a:lnTo>
                  <a:pt x="71718" y="63179"/>
                </a:lnTo>
                <a:lnTo>
                  <a:pt x="73938" y="56349"/>
                </a:lnTo>
                <a:lnTo>
                  <a:pt x="73254" y="59593"/>
                </a:lnTo>
                <a:lnTo>
                  <a:pt x="74109" y="52251"/>
                </a:lnTo>
                <a:lnTo>
                  <a:pt x="74109" y="55666"/>
                </a:lnTo>
                <a:lnTo>
                  <a:pt x="73254" y="48323"/>
                </a:lnTo>
                <a:lnTo>
                  <a:pt x="73938" y="51739"/>
                </a:lnTo>
                <a:lnTo>
                  <a:pt x="71718" y="44737"/>
                </a:lnTo>
                <a:lnTo>
                  <a:pt x="72913" y="47641"/>
                </a:lnTo>
                <a:lnTo>
                  <a:pt x="69669" y="41323"/>
                </a:lnTo>
                <a:lnTo>
                  <a:pt x="71547" y="44055"/>
                </a:lnTo>
                <a:lnTo>
                  <a:pt x="66936" y="38590"/>
                </a:lnTo>
                <a:lnTo>
                  <a:pt x="69498" y="41152"/>
                </a:lnTo>
                <a:lnTo>
                  <a:pt x="64034" y="36542"/>
                </a:lnTo>
                <a:lnTo>
                  <a:pt x="66765" y="38419"/>
                </a:lnTo>
                <a:lnTo>
                  <a:pt x="60447" y="35175"/>
                </a:lnTo>
                <a:lnTo>
                  <a:pt x="63351" y="36371"/>
                </a:lnTo>
                <a:lnTo>
                  <a:pt x="56349" y="34151"/>
                </a:lnTo>
                <a:lnTo>
                  <a:pt x="59764" y="34835"/>
                </a:lnTo>
                <a:lnTo>
                  <a:pt x="52423" y="34151"/>
                </a:lnTo>
                <a:lnTo>
                  <a:pt x="55838" y="34151"/>
                </a:lnTo>
                <a:lnTo>
                  <a:pt x="48495" y="34835"/>
                </a:lnTo>
                <a:lnTo>
                  <a:pt x="51910" y="34151"/>
                </a:lnTo>
                <a:lnTo>
                  <a:pt x="44909" y="36371"/>
                </a:lnTo>
                <a:lnTo>
                  <a:pt x="47811" y="35175"/>
                </a:lnTo>
                <a:lnTo>
                  <a:pt x="41493" y="38419"/>
                </a:lnTo>
                <a:lnTo>
                  <a:pt x="44226" y="36542"/>
                </a:lnTo>
                <a:lnTo>
                  <a:pt x="38762" y="41152"/>
                </a:lnTo>
                <a:lnTo>
                  <a:pt x="41322" y="38590"/>
                </a:lnTo>
                <a:lnTo>
                  <a:pt x="36713" y="44055"/>
                </a:lnTo>
                <a:lnTo>
                  <a:pt x="38591" y="41323"/>
                </a:lnTo>
                <a:lnTo>
                  <a:pt x="35346" y="47641"/>
                </a:lnTo>
                <a:lnTo>
                  <a:pt x="36542" y="44737"/>
                </a:lnTo>
                <a:lnTo>
                  <a:pt x="34323" y="51739"/>
                </a:lnTo>
                <a:lnTo>
                  <a:pt x="35005" y="48323"/>
                </a:lnTo>
                <a:lnTo>
                  <a:pt x="34152" y="55666"/>
                </a:lnTo>
                <a:lnTo>
                  <a:pt x="34152" y="52251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D19B689F-9B2E-4495-90F7-4BE7A0C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0523" y="2334784"/>
            <a:ext cx="71717" cy="73765"/>
          </a:xfrm>
          <a:custGeom xmlns:a="http://schemas.openxmlformats.org/drawingml/2006/main">
            <a:pathLst>
              <a:path w="71717" h="73765">
                <a:moveTo>
                  <a:pt x="0" y="36883"/>
                </a:moveTo>
                <a:cubicBezTo>
                  <a:pt x="0" y="16393"/>
                  <a:pt x="16222" y="0"/>
                  <a:pt x="35859" y="0"/>
                </a:cubicBezTo>
                <a:cubicBezTo>
                  <a:pt x="55667" y="0"/>
                  <a:pt x="71717" y="16393"/>
                  <a:pt x="71717" y="36883"/>
                </a:cubicBezTo>
                <a:cubicBezTo>
                  <a:pt x="71717" y="57202"/>
                  <a:pt x="55667" y="73765"/>
                  <a:pt x="35859" y="73765"/>
                </a:cubicBezTo>
                <a:cubicBezTo>
                  <a:pt x="16222" y="73765"/>
                  <a:pt x="0" y="57202"/>
                  <a:pt x="0" y="36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4DAA40BA-06EA-4615-ADA8-CF0B1B7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447" y="2317708"/>
            <a:ext cx="106210" cy="108087"/>
          </a:xfrm>
          <a:custGeom xmlns:a="http://schemas.openxmlformats.org/drawingml/2006/main">
            <a:pathLst>
              <a:path w="106210" h="108087">
                <a:moveTo>
                  <a:pt x="0" y="53958"/>
                </a:moveTo>
                <a:lnTo>
                  <a:pt x="1195" y="43201"/>
                </a:lnTo>
                <a:lnTo>
                  <a:pt x="4099" y="33126"/>
                </a:lnTo>
                <a:lnTo>
                  <a:pt x="9050" y="23906"/>
                </a:lnTo>
                <a:lnTo>
                  <a:pt x="15368" y="15880"/>
                </a:lnTo>
                <a:lnTo>
                  <a:pt x="23223" y="9221"/>
                </a:lnTo>
                <a:lnTo>
                  <a:pt x="32443" y="4269"/>
                </a:lnTo>
                <a:lnTo>
                  <a:pt x="42177" y="1025"/>
                </a:lnTo>
                <a:lnTo>
                  <a:pt x="53105" y="0"/>
                </a:lnTo>
                <a:lnTo>
                  <a:pt x="63863" y="1025"/>
                </a:lnTo>
                <a:lnTo>
                  <a:pt x="73938" y="4269"/>
                </a:lnTo>
                <a:lnTo>
                  <a:pt x="82817" y="9221"/>
                </a:lnTo>
                <a:lnTo>
                  <a:pt x="90671" y="15880"/>
                </a:lnTo>
                <a:lnTo>
                  <a:pt x="97160" y="23906"/>
                </a:lnTo>
                <a:lnTo>
                  <a:pt x="102112" y="33126"/>
                </a:lnTo>
                <a:lnTo>
                  <a:pt x="105015" y="43201"/>
                </a:lnTo>
                <a:lnTo>
                  <a:pt x="106210" y="53958"/>
                </a:lnTo>
                <a:lnTo>
                  <a:pt x="105015" y="64716"/>
                </a:lnTo>
                <a:lnTo>
                  <a:pt x="102112" y="74790"/>
                </a:lnTo>
                <a:lnTo>
                  <a:pt x="97160" y="84010"/>
                </a:lnTo>
                <a:lnTo>
                  <a:pt x="90671" y="92036"/>
                </a:lnTo>
                <a:lnTo>
                  <a:pt x="82817" y="98696"/>
                </a:lnTo>
                <a:lnTo>
                  <a:pt x="73938" y="103647"/>
                </a:lnTo>
                <a:lnTo>
                  <a:pt x="63863" y="106891"/>
                </a:lnTo>
                <a:lnTo>
                  <a:pt x="53105" y="108087"/>
                </a:lnTo>
                <a:lnTo>
                  <a:pt x="42177" y="106891"/>
                </a:lnTo>
                <a:lnTo>
                  <a:pt x="32443" y="103647"/>
                </a:lnTo>
                <a:lnTo>
                  <a:pt x="23223" y="98696"/>
                </a:lnTo>
                <a:lnTo>
                  <a:pt x="15368" y="92036"/>
                </a:lnTo>
                <a:lnTo>
                  <a:pt x="9050" y="84010"/>
                </a:lnTo>
                <a:lnTo>
                  <a:pt x="4099" y="74790"/>
                </a:lnTo>
                <a:lnTo>
                  <a:pt x="1195" y="64716"/>
                </a:lnTo>
                <a:lnTo>
                  <a:pt x="0" y="53958"/>
                </a:lnTo>
                <a:moveTo>
                  <a:pt x="35005" y="59593"/>
                </a:moveTo>
                <a:lnTo>
                  <a:pt x="34322" y="56519"/>
                </a:lnTo>
                <a:lnTo>
                  <a:pt x="36371" y="63520"/>
                </a:lnTo>
                <a:lnTo>
                  <a:pt x="35175" y="60276"/>
                </a:lnTo>
                <a:lnTo>
                  <a:pt x="38419" y="66594"/>
                </a:lnTo>
                <a:lnTo>
                  <a:pt x="36713" y="64032"/>
                </a:lnTo>
                <a:lnTo>
                  <a:pt x="41152" y="69496"/>
                </a:lnTo>
                <a:lnTo>
                  <a:pt x="38761" y="67106"/>
                </a:lnTo>
                <a:lnTo>
                  <a:pt x="44055" y="71546"/>
                </a:lnTo>
                <a:lnTo>
                  <a:pt x="41152" y="69496"/>
                </a:lnTo>
                <a:lnTo>
                  <a:pt x="47299" y="72912"/>
                </a:lnTo>
                <a:lnTo>
                  <a:pt x="44396" y="71717"/>
                </a:lnTo>
                <a:lnTo>
                  <a:pt x="51056" y="73936"/>
                </a:lnTo>
                <a:lnTo>
                  <a:pt x="47641" y="73083"/>
                </a:lnTo>
                <a:lnTo>
                  <a:pt x="54813" y="73936"/>
                </a:lnTo>
                <a:lnTo>
                  <a:pt x="51226" y="73936"/>
                </a:lnTo>
                <a:lnTo>
                  <a:pt x="58399" y="73083"/>
                </a:lnTo>
                <a:lnTo>
                  <a:pt x="54984" y="73765"/>
                </a:lnTo>
                <a:lnTo>
                  <a:pt x="61814" y="71717"/>
                </a:lnTo>
                <a:lnTo>
                  <a:pt x="58740" y="72912"/>
                </a:lnTo>
                <a:lnTo>
                  <a:pt x="64888" y="69667"/>
                </a:lnTo>
                <a:lnTo>
                  <a:pt x="62156" y="71546"/>
                </a:lnTo>
                <a:lnTo>
                  <a:pt x="67449" y="66935"/>
                </a:lnTo>
                <a:lnTo>
                  <a:pt x="65058" y="69496"/>
                </a:lnTo>
                <a:lnTo>
                  <a:pt x="69497" y="64032"/>
                </a:lnTo>
                <a:lnTo>
                  <a:pt x="67791" y="66594"/>
                </a:lnTo>
                <a:lnTo>
                  <a:pt x="71035" y="60276"/>
                </a:lnTo>
                <a:lnTo>
                  <a:pt x="69839" y="63520"/>
                </a:lnTo>
                <a:lnTo>
                  <a:pt x="71888" y="56519"/>
                </a:lnTo>
                <a:lnTo>
                  <a:pt x="71206" y="59593"/>
                </a:lnTo>
                <a:lnTo>
                  <a:pt x="72059" y="52250"/>
                </a:lnTo>
                <a:lnTo>
                  <a:pt x="72059" y="55666"/>
                </a:lnTo>
                <a:lnTo>
                  <a:pt x="71206" y="48323"/>
                </a:lnTo>
                <a:lnTo>
                  <a:pt x="71888" y="51396"/>
                </a:lnTo>
                <a:lnTo>
                  <a:pt x="69839" y="44566"/>
                </a:lnTo>
                <a:lnTo>
                  <a:pt x="71035" y="47640"/>
                </a:lnTo>
                <a:lnTo>
                  <a:pt x="67791" y="41322"/>
                </a:lnTo>
                <a:lnTo>
                  <a:pt x="69497" y="43884"/>
                </a:lnTo>
                <a:lnTo>
                  <a:pt x="65058" y="38419"/>
                </a:lnTo>
                <a:lnTo>
                  <a:pt x="67449" y="40981"/>
                </a:lnTo>
                <a:lnTo>
                  <a:pt x="62156" y="36541"/>
                </a:lnTo>
                <a:lnTo>
                  <a:pt x="64888" y="38249"/>
                </a:lnTo>
                <a:lnTo>
                  <a:pt x="58740" y="35004"/>
                </a:lnTo>
                <a:lnTo>
                  <a:pt x="61814" y="36370"/>
                </a:lnTo>
                <a:lnTo>
                  <a:pt x="54984" y="34151"/>
                </a:lnTo>
                <a:lnTo>
                  <a:pt x="58399" y="34835"/>
                </a:lnTo>
                <a:lnTo>
                  <a:pt x="51226" y="34151"/>
                </a:lnTo>
                <a:lnTo>
                  <a:pt x="54813" y="34151"/>
                </a:lnTo>
                <a:lnTo>
                  <a:pt x="47641" y="34835"/>
                </a:lnTo>
                <a:lnTo>
                  <a:pt x="51056" y="34151"/>
                </a:lnTo>
                <a:lnTo>
                  <a:pt x="44396" y="36199"/>
                </a:lnTo>
                <a:lnTo>
                  <a:pt x="47299" y="35004"/>
                </a:lnTo>
                <a:lnTo>
                  <a:pt x="41152" y="38419"/>
                </a:lnTo>
                <a:lnTo>
                  <a:pt x="44055" y="36370"/>
                </a:lnTo>
                <a:lnTo>
                  <a:pt x="38761" y="40810"/>
                </a:lnTo>
                <a:lnTo>
                  <a:pt x="41152" y="38419"/>
                </a:lnTo>
                <a:lnTo>
                  <a:pt x="36713" y="43884"/>
                </a:lnTo>
                <a:lnTo>
                  <a:pt x="38419" y="41322"/>
                </a:lnTo>
                <a:lnTo>
                  <a:pt x="35175" y="47640"/>
                </a:lnTo>
                <a:lnTo>
                  <a:pt x="36371" y="44566"/>
                </a:lnTo>
                <a:lnTo>
                  <a:pt x="34322" y="51396"/>
                </a:lnTo>
                <a:lnTo>
                  <a:pt x="35005" y="48323"/>
                </a:lnTo>
                <a:lnTo>
                  <a:pt x="34151" y="55666"/>
                </a:lnTo>
                <a:lnTo>
                  <a:pt x="34151" y="52250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E05D921D-78A4-4540-B266-08CA217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6452" y="2373716"/>
            <a:ext cx="71717" cy="71716"/>
          </a:xfrm>
          <a:custGeom xmlns:a="http://schemas.openxmlformats.org/drawingml/2006/main">
            <a:pathLst>
              <a:path w="71717" h="71716">
                <a:moveTo>
                  <a:pt x="0" y="35857"/>
                </a:moveTo>
                <a:cubicBezTo>
                  <a:pt x="0" y="16051"/>
                  <a:pt x="16222" y="0"/>
                  <a:pt x="35858" y="0"/>
                </a:cubicBezTo>
                <a:cubicBezTo>
                  <a:pt x="55667" y="0"/>
                  <a:pt x="71717" y="16051"/>
                  <a:pt x="71717" y="35857"/>
                </a:cubicBezTo>
                <a:cubicBezTo>
                  <a:pt x="71717" y="55665"/>
                  <a:pt x="55667" y="71716"/>
                  <a:pt x="35858" y="71716"/>
                </a:cubicBezTo>
                <a:cubicBezTo>
                  <a:pt x="16222" y="71716"/>
                  <a:pt x="0" y="55665"/>
                  <a:pt x="0" y="3585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F02C15CC-9A01-4D15-AF9B-0105BD1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375" y="2356640"/>
            <a:ext cx="106210" cy="106037"/>
          </a:xfrm>
          <a:custGeom xmlns:a="http://schemas.openxmlformats.org/drawingml/2006/main">
            <a:pathLst>
              <a:path w="106210" h="106037">
                <a:moveTo>
                  <a:pt x="0" y="52933"/>
                </a:moveTo>
                <a:lnTo>
                  <a:pt x="1196" y="42175"/>
                </a:lnTo>
                <a:lnTo>
                  <a:pt x="4270" y="32272"/>
                </a:lnTo>
                <a:lnTo>
                  <a:pt x="9221" y="23222"/>
                </a:lnTo>
                <a:lnTo>
                  <a:pt x="15539" y="15538"/>
                </a:lnTo>
                <a:lnTo>
                  <a:pt x="23394" y="9049"/>
                </a:lnTo>
                <a:lnTo>
                  <a:pt x="32443" y="4098"/>
                </a:lnTo>
                <a:lnTo>
                  <a:pt x="42347" y="1025"/>
                </a:lnTo>
                <a:lnTo>
                  <a:pt x="53105" y="0"/>
                </a:lnTo>
                <a:lnTo>
                  <a:pt x="63692" y="1025"/>
                </a:lnTo>
                <a:lnTo>
                  <a:pt x="73767" y="4098"/>
                </a:lnTo>
                <a:lnTo>
                  <a:pt x="82646" y="9049"/>
                </a:lnTo>
                <a:lnTo>
                  <a:pt x="90501" y="15367"/>
                </a:lnTo>
                <a:lnTo>
                  <a:pt x="96990" y="23222"/>
                </a:lnTo>
                <a:lnTo>
                  <a:pt x="101941" y="32272"/>
                </a:lnTo>
                <a:lnTo>
                  <a:pt x="105015" y="42175"/>
                </a:lnTo>
                <a:lnTo>
                  <a:pt x="106210" y="52933"/>
                </a:lnTo>
                <a:lnTo>
                  <a:pt x="105015" y="63519"/>
                </a:lnTo>
                <a:lnTo>
                  <a:pt x="101941" y="73594"/>
                </a:lnTo>
                <a:lnTo>
                  <a:pt x="96990" y="82472"/>
                </a:lnTo>
                <a:lnTo>
                  <a:pt x="90672" y="90499"/>
                </a:lnTo>
                <a:lnTo>
                  <a:pt x="82646" y="96816"/>
                </a:lnTo>
                <a:lnTo>
                  <a:pt x="73767" y="101768"/>
                </a:lnTo>
                <a:lnTo>
                  <a:pt x="63692" y="104841"/>
                </a:lnTo>
                <a:lnTo>
                  <a:pt x="53105" y="106037"/>
                </a:lnTo>
                <a:lnTo>
                  <a:pt x="42347" y="104841"/>
                </a:lnTo>
                <a:lnTo>
                  <a:pt x="32443" y="101768"/>
                </a:lnTo>
                <a:lnTo>
                  <a:pt x="23394" y="96816"/>
                </a:lnTo>
                <a:lnTo>
                  <a:pt x="15539" y="90328"/>
                </a:lnTo>
                <a:lnTo>
                  <a:pt x="9221" y="82472"/>
                </a:lnTo>
                <a:lnTo>
                  <a:pt x="4270" y="73594"/>
                </a:lnTo>
                <a:lnTo>
                  <a:pt x="1196" y="63519"/>
                </a:lnTo>
                <a:lnTo>
                  <a:pt x="0" y="52933"/>
                </a:lnTo>
                <a:moveTo>
                  <a:pt x="35005" y="58226"/>
                </a:moveTo>
                <a:lnTo>
                  <a:pt x="34323" y="55153"/>
                </a:lnTo>
                <a:lnTo>
                  <a:pt x="36372" y="61983"/>
                </a:lnTo>
                <a:lnTo>
                  <a:pt x="35005" y="58568"/>
                </a:lnTo>
                <a:lnTo>
                  <a:pt x="38249" y="64715"/>
                </a:lnTo>
                <a:lnTo>
                  <a:pt x="36712" y="62153"/>
                </a:lnTo>
                <a:lnTo>
                  <a:pt x="40982" y="67617"/>
                </a:lnTo>
                <a:lnTo>
                  <a:pt x="38591" y="65228"/>
                </a:lnTo>
                <a:lnTo>
                  <a:pt x="43885" y="69496"/>
                </a:lnTo>
                <a:lnTo>
                  <a:pt x="41152" y="67617"/>
                </a:lnTo>
                <a:lnTo>
                  <a:pt x="47299" y="71033"/>
                </a:lnTo>
                <a:lnTo>
                  <a:pt x="44225" y="69666"/>
                </a:lnTo>
                <a:lnTo>
                  <a:pt x="50885" y="71717"/>
                </a:lnTo>
                <a:lnTo>
                  <a:pt x="47641" y="71033"/>
                </a:lnTo>
                <a:lnTo>
                  <a:pt x="54812" y="71886"/>
                </a:lnTo>
                <a:lnTo>
                  <a:pt x="51227" y="71886"/>
                </a:lnTo>
                <a:lnTo>
                  <a:pt x="58399" y="71033"/>
                </a:lnTo>
                <a:lnTo>
                  <a:pt x="55325" y="71717"/>
                </a:lnTo>
                <a:lnTo>
                  <a:pt x="62155" y="69666"/>
                </a:lnTo>
                <a:lnTo>
                  <a:pt x="58741" y="71033"/>
                </a:lnTo>
                <a:lnTo>
                  <a:pt x="64888" y="67788"/>
                </a:lnTo>
                <a:lnTo>
                  <a:pt x="62326" y="69325"/>
                </a:lnTo>
                <a:lnTo>
                  <a:pt x="67790" y="65057"/>
                </a:lnTo>
                <a:lnTo>
                  <a:pt x="65229" y="67617"/>
                </a:lnTo>
                <a:lnTo>
                  <a:pt x="69498" y="62153"/>
                </a:lnTo>
                <a:lnTo>
                  <a:pt x="67790" y="64715"/>
                </a:lnTo>
                <a:lnTo>
                  <a:pt x="71206" y="58568"/>
                </a:lnTo>
                <a:lnTo>
                  <a:pt x="69839" y="61983"/>
                </a:lnTo>
                <a:lnTo>
                  <a:pt x="71888" y="55153"/>
                </a:lnTo>
                <a:lnTo>
                  <a:pt x="71206" y="58226"/>
                </a:lnTo>
                <a:lnTo>
                  <a:pt x="72059" y="51054"/>
                </a:lnTo>
                <a:lnTo>
                  <a:pt x="72059" y="54811"/>
                </a:lnTo>
                <a:lnTo>
                  <a:pt x="71206" y="47469"/>
                </a:lnTo>
                <a:lnTo>
                  <a:pt x="71888" y="50713"/>
                </a:lnTo>
                <a:lnTo>
                  <a:pt x="69839" y="44054"/>
                </a:lnTo>
                <a:lnTo>
                  <a:pt x="71206" y="47128"/>
                </a:lnTo>
                <a:lnTo>
                  <a:pt x="67790" y="40980"/>
                </a:lnTo>
                <a:lnTo>
                  <a:pt x="69668" y="43713"/>
                </a:lnTo>
                <a:lnTo>
                  <a:pt x="65399" y="38419"/>
                </a:lnTo>
                <a:lnTo>
                  <a:pt x="67790" y="40809"/>
                </a:lnTo>
                <a:lnTo>
                  <a:pt x="62326" y="36540"/>
                </a:lnTo>
                <a:lnTo>
                  <a:pt x="64888" y="38249"/>
                </a:lnTo>
                <a:lnTo>
                  <a:pt x="58741" y="34833"/>
                </a:lnTo>
                <a:lnTo>
                  <a:pt x="62155" y="36199"/>
                </a:lnTo>
                <a:lnTo>
                  <a:pt x="55325" y="34151"/>
                </a:lnTo>
                <a:lnTo>
                  <a:pt x="58399" y="34833"/>
                </a:lnTo>
                <a:lnTo>
                  <a:pt x="51227" y="34151"/>
                </a:lnTo>
                <a:lnTo>
                  <a:pt x="54812" y="34151"/>
                </a:lnTo>
                <a:lnTo>
                  <a:pt x="47641" y="34833"/>
                </a:lnTo>
                <a:lnTo>
                  <a:pt x="50885" y="34151"/>
                </a:lnTo>
                <a:lnTo>
                  <a:pt x="44225" y="36199"/>
                </a:lnTo>
                <a:lnTo>
                  <a:pt x="47299" y="35004"/>
                </a:lnTo>
                <a:lnTo>
                  <a:pt x="41152" y="38249"/>
                </a:lnTo>
                <a:lnTo>
                  <a:pt x="43885" y="36370"/>
                </a:lnTo>
                <a:lnTo>
                  <a:pt x="38591" y="40809"/>
                </a:lnTo>
                <a:lnTo>
                  <a:pt x="40811" y="38419"/>
                </a:lnTo>
                <a:lnTo>
                  <a:pt x="36541" y="43713"/>
                </a:lnTo>
                <a:lnTo>
                  <a:pt x="38420" y="40980"/>
                </a:lnTo>
                <a:lnTo>
                  <a:pt x="35005" y="47128"/>
                </a:lnTo>
                <a:lnTo>
                  <a:pt x="36372" y="44054"/>
                </a:lnTo>
                <a:lnTo>
                  <a:pt x="34323" y="50713"/>
                </a:lnTo>
                <a:lnTo>
                  <a:pt x="35005" y="47469"/>
                </a:lnTo>
                <a:lnTo>
                  <a:pt x="34152" y="54811"/>
                </a:lnTo>
                <a:lnTo>
                  <a:pt x="34152" y="51054"/>
                </a:lnTo>
                <a:lnTo>
                  <a:pt x="35005" y="58226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94E9C25C-359F-46F4-B955-25DB7E2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2904" y="2527393"/>
            <a:ext cx="73767" cy="73765"/>
          </a:xfrm>
          <a:custGeom xmlns:a="http://schemas.openxmlformats.org/drawingml/2006/main">
            <a:pathLst>
              <a:path w="73767" h="73765">
                <a:moveTo>
                  <a:pt x="0" y="36882"/>
                </a:moveTo>
                <a:cubicBezTo>
                  <a:pt x="0" y="16392"/>
                  <a:pt x="16563" y="0"/>
                  <a:pt x="36883" y="0"/>
                </a:cubicBezTo>
                <a:cubicBezTo>
                  <a:pt x="57374" y="0"/>
                  <a:pt x="73767" y="16392"/>
                  <a:pt x="73767" y="36882"/>
                </a:cubicBezTo>
                <a:cubicBezTo>
                  <a:pt x="73767" y="57201"/>
                  <a:pt x="57374" y="73765"/>
                  <a:pt x="36883" y="73765"/>
                </a:cubicBezTo>
                <a:cubicBezTo>
                  <a:pt x="16563" y="73765"/>
                  <a:pt x="0" y="57201"/>
                  <a:pt x="0" y="368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1A1EFF6A-C145-4B74-856C-E4BE59C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5829" y="2510317"/>
            <a:ext cx="108259" cy="108086"/>
          </a:xfrm>
          <a:custGeom xmlns:a="http://schemas.openxmlformats.org/drawingml/2006/main">
            <a:pathLst>
              <a:path w="108259" h="108086">
                <a:moveTo>
                  <a:pt x="0" y="53957"/>
                </a:moveTo>
                <a:lnTo>
                  <a:pt x="1195" y="43029"/>
                </a:lnTo>
                <a:lnTo>
                  <a:pt x="4440" y="32955"/>
                </a:lnTo>
                <a:lnTo>
                  <a:pt x="9220" y="23905"/>
                </a:lnTo>
                <a:lnTo>
                  <a:pt x="15880" y="15709"/>
                </a:lnTo>
                <a:lnTo>
                  <a:pt x="24076" y="9049"/>
                </a:lnTo>
                <a:lnTo>
                  <a:pt x="33126" y="4269"/>
                </a:lnTo>
                <a:lnTo>
                  <a:pt x="43201" y="1025"/>
                </a:lnTo>
                <a:lnTo>
                  <a:pt x="54129" y="0"/>
                </a:lnTo>
                <a:lnTo>
                  <a:pt x="65058" y="1025"/>
                </a:lnTo>
                <a:lnTo>
                  <a:pt x="75131" y="4269"/>
                </a:lnTo>
                <a:lnTo>
                  <a:pt x="84182" y="9049"/>
                </a:lnTo>
                <a:lnTo>
                  <a:pt x="92379" y="15709"/>
                </a:lnTo>
                <a:lnTo>
                  <a:pt x="99038" y="23905"/>
                </a:lnTo>
                <a:lnTo>
                  <a:pt x="103819" y="32955"/>
                </a:lnTo>
                <a:lnTo>
                  <a:pt x="107063" y="43029"/>
                </a:lnTo>
                <a:lnTo>
                  <a:pt x="108259" y="53957"/>
                </a:lnTo>
                <a:lnTo>
                  <a:pt x="107063" y="64886"/>
                </a:lnTo>
                <a:lnTo>
                  <a:pt x="103819" y="74960"/>
                </a:lnTo>
                <a:lnTo>
                  <a:pt x="99038" y="84010"/>
                </a:lnTo>
                <a:lnTo>
                  <a:pt x="92379" y="92206"/>
                </a:lnTo>
                <a:lnTo>
                  <a:pt x="84182" y="98866"/>
                </a:lnTo>
                <a:lnTo>
                  <a:pt x="75131" y="103647"/>
                </a:lnTo>
                <a:lnTo>
                  <a:pt x="65058" y="106891"/>
                </a:lnTo>
                <a:lnTo>
                  <a:pt x="54129" y="108086"/>
                </a:lnTo>
                <a:lnTo>
                  <a:pt x="43201" y="106891"/>
                </a:lnTo>
                <a:lnTo>
                  <a:pt x="33126" y="103647"/>
                </a:lnTo>
                <a:lnTo>
                  <a:pt x="24076" y="98866"/>
                </a:lnTo>
                <a:lnTo>
                  <a:pt x="15880" y="92206"/>
                </a:lnTo>
                <a:lnTo>
                  <a:pt x="9220" y="84010"/>
                </a:lnTo>
                <a:lnTo>
                  <a:pt x="4440" y="74960"/>
                </a:lnTo>
                <a:lnTo>
                  <a:pt x="1195" y="64886"/>
                </a:lnTo>
                <a:lnTo>
                  <a:pt x="0" y="53957"/>
                </a:lnTo>
                <a:moveTo>
                  <a:pt x="35005" y="59593"/>
                </a:moveTo>
                <a:lnTo>
                  <a:pt x="34322" y="56349"/>
                </a:lnTo>
                <a:lnTo>
                  <a:pt x="36542" y="63178"/>
                </a:lnTo>
                <a:lnTo>
                  <a:pt x="35346" y="60275"/>
                </a:lnTo>
                <a:lnTo>
                  <a:pt x="38590" y="66593"/>
                </a:lnTo>
                <a:lnTo>
                  <a:pt x="36712" y="63861"/>
                </a:lnTo>
                <a:lnTo>
                  <a:pt x="41322" y="69325"/>
                </a:lnTo>
                <a:lnTo>
                  <a:pt x="38760" y="66935"/>
                </a:lnTo>
                <a:lnTo>
                  <a:pt x="44225" y="71375"/>
                </a:lnTo>
                <a:lnTo>
                  <a:pt x="41493" y="69496"/>
                </a:lnTo>
                <a:lnTo>
                  <a:pt x="47811" y="72910"/>
                </a:lnTo>
                <a:lnTo>
                  <a:pt x="44908" y="71546"/>
                </a:lnTo>
                <a:lnTo>
                  <a:pt x="51909" y="73765"/>
                </a:lnTo>
                <a:lnTo>
                  <a:pt x="48494" y="73081"/>
                </a:lnTo>
                <a:lnTo>
                  <a:pt x="55836" y="73935"/>
                </a:lnTo>
                <a:lnTo>
                  <a:pt x="52422" y="73935"/>
                </a:lnTo>
                <a:lnTo>
                  <a:pt x="59764" y="73081"/>
                </a:lnTo>
                <a:lnTo>
                  <a:pt x="56349" y="73765"/>
                </a:lnTo>
                <a:lnTo>
                  <a:pt x="63349" y="71546"/>
                </a:lnTo>
                <a:lnTo>
                  <a:pt x="60447" y="72910"/>
                </a:lnTo>
                <a:lnTo>
                  <a:pt x="66765" y="69496"/>
                </a:lnTo>
                <a:lnTo>
                  <a:pt x="64033" y="71375"/>
                </a:lnTo>
                <a:lnTo>
                  <a:pt x="69497" y="66935"/>
                </a:lnTo>
                <a:lnTo>
                  <a:pt x="66936" y="69325"/>
                </a:lnTo>
                <a:lnTo>
                  <a:pt x="71547" y="63861"/>
                </a:lnTo>
                <a:lnTo>
                  <a:pt x="69667" y="66593"/>
                </a:lnTo>
                <a:lnTo>
                  <a:pt x="72912" y="60275"/>
                </a:lnTo>
                <a:lnTo>
                  <a:pt x="71717" y="63178"/>
                </a:lnTo>
                <a:lnTo>
                  <a:pt x="73937" y="56349"/>
                </a:lnTo>
                <a:lnTo>
                  <a:pt x="73254" y="59593"/>
                </a:lnTo>
                <a:lnTo>
                  <a:pt x="74108" y="52250"/>
                </a:lnTo>
                <a:lnTo>
                  <a:pt x="74108" y="55666"/>
                </a:lnTo>
                <a:lnTo>
                  <a:pt x="73254" y="48322"/>
                </a:lnTo>
                <a:lnTo>
                  <a:pt x="73937" y="51737"/>
                </a:lnTo>
                <a:lnTo>
                  <a:pt x="71717" y="44737"/>
                </a:lnTo>
                <a:lnTo>
                  <a:pt x="72912" y="47640"/>
                </a:lnTo>
                <a:lnTo>
                  <a:pt x="69667" y="41322"/>
                </a:lnTo>
                <a:lnTo>
                  <a:pt x="71547" y="44054"/>
                </a:lnTo>
                <a:lnTo>
                  <a:pt x="66936" y="38590"/>
                </a:lnTo>
                <a:lnTo>
                  <a:pt x="69497" y="41151"/>
                </a:lnTo>
                <a:lnTo>
                  <a:pt x="64033" y="36540"/>
                </a:lnTo>
                <a:lnTo>
                  <a:pt x="66765" y="38419"/>
                </a:lnTo>
                <a:lnTo>
                  <a:pt x="60447" y="35175"/>
                </a:lnTo>
                <a:lnTo>
                  <a:pt x="63349" y="36370"/>
                </a:lnTo>
                <a:lnTo>
                  <a:pt x="56349" y="34151"/>
                </a:lnTo>
                <a:lnTo>
                  <a:pt x="59764" y="34834"/>
                </a:lnTo>
                <a:lnTo>
                  <a:pt x="52422" y="34151"/>
                </a:lnTo>
                <a:lnTo>
                  <a:pt x="55836" y="34151"/>
                </a:lnTo>
                <a:lnTo>
                  <a:pt x="48494" y="34834"/>
                </a:lnTo>
                <a:lnTo>
                  <a:pt x="51909" y="34151"/>
                </a:lnTo>
                <a:lnTo>
                  <a:pt x="44908" y="36370"/>
                </a:lnTo>
                <a:lnTo>
                  <a:pt x="47811" y="35175"/>
                </a:lnTo>
                <a:lnTo>
                  <a:pt x="41493" y="38419"/>
                </a:lnTo>
                <a:lnTo>
                  <a:pt x="44225" y="36540"/>
                </a:lnTo>
                <a:lnTo>
                  <a:pt x="38760" y="41151"/>
                </a:lnTo>
                <a:lnTo>
                  <a:pt x="41322" y="38590"/>
                </a:lnTo>
                <a:lnTo>
                  <a:pt x="36712" y="44054"/>
                </a:lnTo>
                <a:lnTo>
                  <a:pt x="38590" y="41322"/>
                </a:lnTo>
                <a:lnTo>
                  <a:pt x="35346" y="47640"/>
                </a:lnTo>
                <a:lnTo>
                  <a:pt x="36542" y="44737"/>
                </a:lnTo>
                <a:lnTo>
                  <a:pt x="34322" y="51737"/>
                </a:lnTo>
                <a:lnTo>
                  <a:pt x="35005" y="48322"/>
                </a:lnTo>
                <a:lnTo>
                  <a:pt x="34151" y="55666"/>
                </a:lnTo>
                <a:lnTo>
                  <a:pt x="34151" y="52250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01643A5E-A56D-4668-8066-397CDCE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2340" y="2408549"/>
            <a:ext cx="71888" cy="73765"/>
          </a:xfrm>
          <a:custGeom xmlns:a="http://schemas.openxmlformats.org/drawingml/2006/main">
            <a:pathLst>
              <a:path w="71888" h="73765">
                <a:moveTo>
                  <a:pt x="0" y="36883"/>
                </a:moveTo>
                <a:cubicBezTo>
                  <a:pt x="0" y="16393"/>
                  <a:pt x="16222" y="0"/>
                  <a:pt x="35859" y="0"/>
                </a:cubicBezTo>
                <a:cubicBezTo>
                  <a:pt x="55667" y="0"/>
                  <a:pt x="71888" y="16393"/>
                  <a:pt x="71888" y="36883"/>
                </a:cubicBezTo>
                <a:cubicBezTo>
                  <a:pt x="71888" y="57201"/>
                  <a:pt x="55667" y="73765"/>
                  <a:pt x="35859" y="73765"/>
                </a:cubicBezTo>
                <a:cubicBezTo>
                  <a:pt x="16222" y="73765"/>
                  <a:pt x="0" y="57201"/>
                  <a:pt x="0" y="36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DDED5E66-4B17-443F-BCBD-90B6B309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5264" y="2391473"/>
            <a:ext cx="106211" cy="108087"/>
          </a:xfrm>
          <a:custGeom xmlns:a="http://schemas.openxmlformats.org/drawingml/2006/main">
            <a:pathLst>
              <a:path w="106211" h="108087">
                <a:moveTo>
                  <a:pt x="0" y="53958"/>
                </a:moveTo>
                <a:lnTo>
                  <a:pt x="1196" y="43201"/>
                </a:lnTo>
                <a:lnTo>
                  <a:pt x="4099" y="33126"/>
                </a:lnTo>
                <a:lnTo>
                  <a:pt x="9051" y="23906"/>
                </a:lnTo>
                <a:lnTo>
                  <a:pt x="15369" y="15880"/>
                </a:lnTo>
                <a:lnTo>
                  <a:pt x="23224" y="9221"/>
                </a:lnTo>
                <a:lnTo>
                  <a:pt x="32444" y="4270"/>
                </a:lnTo>
                <a:lnTo>
                  <a:pt x="42178" y="1025"/>
                </a:lnTo>
                <a:lnTo>
                  <a:pt x="53106" y="0"/>
                </a:lnTo>
                <a:lnTo>
                  <a:pt x="63863" y="1025"/>
                </a:lnTo>
                <a:lnTo>
                  <a:pt x="73938" y="4270"/>
                </a:lnTo>
                <a:lnTo>
                  <a:pt x="82818" y="9221"/>
                </a:lnTo>
                <a:lnTo>
                  <a:pt x="90672" y="15880"/>
                </a:lnTo>
                <a:lnTo>
                  <a:pt x="97161" y="23906"/>
                </a:lnTo>
                <a:lnTo>
                  <a:pt x="102113" y="33126"/>
                </a:lnTo>
                <a:lnTo>
                  <a:pt x="105015" y="43201"/>
                </a:lnTo>
                <a:lnTo>
                  <a:pt x="106211" y="53958"/>
                </a:lnTo>
                <a:lnTo>
                  <a:pt x="105015" y="64715"/>
                </a:lnTo>
                <a:lnTo>
                  <a:pt x="102113" y="74790"/>
                </a:lnTo>
                <a:lnTo>
                  <a:pt x="97161" y="84011"/>
                </a:lnTo>
                <a:lnTo>
                  <a:pt x="90672" y="92036"/>
                </a:lnTo>
                <a:lnTo>
                  <a:pt x="82818" y="98696"/>
                </a:lnTo>
                <a:lnTo>
                  <a:pt x="73938" y="103647"/>
                </a:lnTo>
                <a:lnTo>
                  <a:pt x="63863" y="106891"/>
                </a:lnTo>
                <a:lnTo>
                  <a:pt x="53106" y="108087"/>
                </a:lnTo>
                <a:lnTo>
                  <a:pt x="42178" y="106891"/>
                </a:lnTo>
                <a:lnTo>
                  <a:pt x="32444" y="103647"/>
                </a:lnTo>
                <a:lnTo>
                  <a:pt x="23224" y="98696"/>
                </a:lnTo>
                <a:lnTo>
                  <a:pt x="15369" y="92036"/>
                </a:lnTo>
                <a:lnTo>
                  <a:pt x="9051" y="84011"/>
                </a:lnTo>
                <a:lnTo>
                  <a:pt x="4099" y="74790"/>
                </a:lnTo>
                <a:lnTo>
                  <a:pt x="1196" y="64715"/>
                </a:lnTo>
                <a:lnTo>
                  <a:pt x="0" y="53958"/>
                </a:lnTo>
                <a:moveTo>
                  <a:pt x="35006" y="59593"/>
                </a:moveTo>
                <a:lnTo>
                  <a:pt x="34323" y="56520"/>
                </a:lnTo>
                <a:lnTo>
                  <a:pt x="36372" y="63521"/>
                </a:lnTo>
                <a:lnTo>
                  <a:pt x="35176" y="60276"/>
                </a:lnTo>
                <a:lnTo>
                  <a:pt x="38420" y="66594"/>
                </a:lnTo>
                <a:lnTo>
                  <a:pt x="36714" y="64032"/>
                </a:lnTo>
                <a:lnTo>
                  <a:pt x="41153" y="69496"/>
                </a:lnTo>
                <a:lnTo>
                  <a:pt x="38762" y="67106"/>
                </a:lnTo>
                <a:lnTo>
                  <a:pt x="44055" y="71546"/>
                </a:lnTo>
                <a:lnTo>
                  <a:pt x="41153" y="69496"/>
                </a:lnTo>
                <a:lnTo>
                  <a:pt x="47300" y="72912"/>
                </a:lnTo>
                <a:lnTo>
                  <a:pt x="44397" y="71717"/>
                </a:lnTo>
                <a:lnTo>
                  <a:pt x="51056" y="73937"/>
                </a:lnTo>
                <a:lnTo>
                  <a:pt x="47642" y="73083"/>
                </a:lnTo>
                <a:lnTo>
                  <a:pt x="54814" y="73937"/>
                </a:lnTo>
                <a:lnTo>
                  <a:pt x="51227" y="73937"/>
                </a:lnTo>
                <a:lnTo>
                  <a:pt x="58400" y="73083"/>
                </a:lnTo>
                <a:lnTo>
                  <a:pt x="54985" y="73766"/>
                </a:lnTo>
                <a:lnTo>
                  <a:pt x="61814" y="71717"/>
                </a:lnTo>
                <a:lnTo>
                  <a:pt x="58741" y="72912"/>
                </a:lnTo>
                <a:lnTo>
                  <a:pt x="64888" y="69667"/>
                </a:lnTo>
                <a:lnTo>
                  <a:pt x="62156" y="71546"/>
                </a:lnTo>
                <a:lnTo>
                  <a:pt x="67450" y="66935"/>
                </a:lnTo>
                <a:lnTo>
                  <a:pt x="65059" y="69496"/>
                </a:lnTo>
                <a:lnTo>
                  <a:pt x="69498" y="64032"/>
                </a:lnTo>
                <a:lnTo>
                  <a:pt x="67792" y="66594"/>
                </a:lnTo>
                <a:lnTo>
                  <a:pt x="71035" y="60276"/>
                </a:lnTo>
                <a:lnTo>
                  <a:pt x="69840" y="63521"/>
                </a:lnTo>
                <a:lnTo>
                  <a:pt x="71889" y="56520"/>
                </a:lnTo>
                <a:lnTo>
                  <a:pt x="71206" y="59593"/>
                </a:lnTo>
                <a:lnTo>
                  <a:pt x="72060" y="52251"/>
                </a:lnTo>
                <a:lnTo>
                  <a:pt x="72060" y="55666"/>
                </a:lnTo>
                <a:lnTo>
                  <a:pt x="71206" y="48323"/>
                </a:lnTo>
                <a:lnTo>
                  <a:pt x="71889" y="51397"/>
                </a:lnTo>
                <a:lnTo>
                  <a:pt x="69840" y="44566"/>
                </a:lnTo>
                <a:lnTo>
                  <a:pt x="71035" y="47640"/>
                </a:lnTo>
                <a:lnTo>
                  <a:pt x="67792" y="41322"/>
                </a:lnTo>
                <a:lnTo>
                  <a:pt x="69498" y="43884"/>
                </a:lnTo>
                <a:lnTo>
                  <a:pt x="65059" y="38419"/>
                </a:lnTo>
                <a:lnTo>
                  <a:pt x="67450" y="40982"/>
                </a:lnTo>
                <a:lnTo>
                  <a:pt x="62156" y="36542"/>
                </a:lnTo>
                <a:lnTo>
                  <a:pt x="64888" y="38249"/>
                </a:lnTo>
                <a:lnTo>
                  <a:pt x="58741" y="35005"/>
                </a:lnTo>
                <a:lnTo>
                  <a:pt x="61814" y="36371"/>
                </a:lnTo>
                <a:lnTo>
                  <a:pt x="54985" y="34151"/>
                </a:lnTo>
                <a:lnTo>
                  <a:pt x="58400" y="34834"/>
                </a:lnTo>
                <a:lnTo>
                  <a:pt x="51227" y="34151"/>
                </a:lnTo>
                <a:lnTo>
                  <a:pt x="54814" y="34151"/>
                </a:lnTo>
                <a:lnTo>
                  <a:pt x="47642" y="34834"/>
                </a:lnTo>
                <a:lnTo>
                  <a:pt x="51056" y="34151"/>
                </a:lnTo>
                <a:lnTo>
                  <a:pt x="44397" y="36200"/>
                </a:lnTo>
                <a:lnTo>
                  <a:pt x="47300" y="35005"/>
                </a:lnTo>
                <a:lnTo>
                  <a:pt x="41153" y="38419"/>
                </a:lnTo>
                <a:lnTo>
                  <a:pt x="44055" y="36371"/>
                </a:lnTo>
                <a:lnTo>
                  <a:pt x="38762" y="40811"/>
                </a:lnTo>
                <a:lnTo>
                  <a:pt x="41153" y="38419"/>
                </a:lnTo>
                <a:lnTo>
                  <a:pt x="36714" y="43884"/>
                </a:lnTo>
                <a:lnTo>
                  <a:pt x="38420" y="41322"/>
                </a:lnTo>
                <a:lnTo>
                  <a:pt x="35176" y="47640"/>
                </a:lnTo>
                <a:lnTo>
                  <a:pt x="36372" y="44566"/>
                </a:lnTo>
                <a:lnTo>
                  <a:pt x="34323" y="51397"/>
                </a:lnTo>
                <a:lnTo>
                  <a:pt x="35006" y="48323"/>
                </a:lnTo>
                <a:lnTo>
                  <a:pt x="34152" y="55666"/>
                </a:lnTo>
                <a:lnTo>
                  <a:pt x="34152" y="52251"/>
                </a:lnTo>
                <a:lnTo>
                  <a:pt x="35006" y="59593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2797BED6-291D-498C-B8FE-96E9DD25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1763" y="2168813"/>
            <a:ext cx="71717" cy="71717"/>
          </a:xfrm>
          <a:custGeom xmlns:a="http://schemas.openxmlformats.org/drawingml/2006/main">
            <a:pathLst>
              <a:path w="71717" h="71717">
                <a:moveTo>
                  <a:pt x="0" y="35857"/>
                </a:moveTo>
                <a:cubicBezTo>
                  <a:pt x="0" y="16051"/>
                  <a:pt x="16221" y="0"/>
                  <a:pt x="35858" y="0"/>
                </a:cubicBezTo>
                <a:cubicBezTo>
                  <a:pt x="55666" y="0"/>
                  <a:pt x="71717" y="16051"/>
                  <a:pt x="71717" y="35857"/>
                </a:cubicBezTo>
                <a:cubicBezTo>
                  <a:pt x="71717" y="55666"/>
                  <a:pt x="55666" y="71717"/>
                  <a:pt x="35858" y="71717"/>
                </a:cubicBezTo>
                <a:cubicBezTo>
                  <a:pt x="16221" y="71717"/>
                  <a:pt x="0" y="55666"/>
                  <a:pt x="0" y="3585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AA2F402D-5184-4987-B6DF-0AD9488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88" y="2151737"/>
            <a:ext cx="106210" cy="106037"/>
          </a:xfrm>
          <a:custGeom xmlns:a="http://schemas.openxmlformats.org/drawingml/2006/main">
            <a:pathLst>
              <a:path w="106210" h="106037">
                <a:moveTo>
                  <a:pt x="0" y="52933"/>
                </a:moveTo>
                <a:lnTo>
                  <a:pt x="1196" y="42175"/>
                </a:lnTo>
                <a:lnTo>
                  <a:pt x="4269" y="32272"/>
                </a:lnTo>
                <a:lnTo>
                  <a:pt x="9220" y="23222"/>
                </a:lnTo>
                <a:lnTo>
                  <a:pt x="15538" y="15538"/>
                </a:lnTo>
                <a:lnTo>
                  <a:pt x="23393" y="9049"/>
                </a:lnTo>
                <a:lnTo>
                  <a:pt x="32443" y="4098"/>
                </a:lnTo>
                <a:lnTo>
                  <a:pt x="42347" y="1025"/>
                </a:lnTo>
                <a:lnTo>
                  <a:pt x="53105" y="0"/>
                </a:lnTo>
                <a:lnTo>
                  <a:pt x="63692" y="1025"/>
                </a:lnTo>
                <a:lnTo>
                  <a:pt x="73767" y="4098"/>
                </a:lnTo>
                <a:lnTo>
                  <a:pt x="82645" y="9049"/>
                </a:lnTo>
                <a:lnTo>
                  <a:pt x="90500" y="15367"/>
                </a:lnTo>
                <a:lnTo>
                  <a:pt x="96989" y="23222"/>
                </a:lnTo>
                <a:lnTo>
                  <a:pt x="101941" y="32272"/>
                </a:lnTo>
                <a:lnTo>
                  <a:pt x="105015" y="42175"/>
                </a:lnTo>
                <a:lnTo>
                  <a:pt x="106210" y="52933"/>
                </a:lnTo>
                <a:lnTo>
                  <a:pt x="105015" y="63519"/>
                </a:lnTo>
                <a:lnTo>
                  <a:pt x="101941" y="73594"/>
                </a:lnTo>
                <a:lnTo>
                  <a:pt x="96989" y="82473"/>
                </a:lnTo>
                <a:lnTo>
                  <a:pt x="90671" y="90499"/>
                </a:lnTo>
                <a:lnTo>
                  <a:pt x="82645" y="96816"/>
                </a:lnTo>
                <a:lnTo>
                  <a:pt x="73767" y="101768"/>
                </a:lnTo>
                <a:lnTo>
                  <a:pt x="63692" y="104841"/>
                </a:lnTo>
                <a:lnTo>
                  <a:pt x="53105" y="106037"/>
                </a:lnTo>
                <a:lnTo>
                  <a:pt x="42347" y="104841"/>
                </a:lnTo>
                <a:lnTo>
                  <a:pt x="32443" y="101768"/>
                </a:lnTo>
                <a:lnTo>
                  <a:pt x="23393" y="96816"/>
                </a:lnTo>
                <a:lnTo>
                  <a:pt x="15538" y="90328"/>
                </a:lnTo>
                <a:lnTo>
                  <a:pt x="9220" y="82473"/>
                </a:lnTo>
                <a:lnTo>
                  <a:pt x="4269" y="73594"/>
                </a:lnTo>
                <a:lnTo>
                  <a:pt x="1196" y="63519"/>
                </a:lnTo>
                <a:lnTo>
                  <a:pt x="0" y="52933"/>
                </a:lnTo>
                <a:moveTo>
                  <a:pt x="35005" y="58226"/>
                </a:moveTo>
                <a:lnTo>
                  <a:pt x="34321" y="55153"/>
                </a:lnTo>
                <a:lnTo>
                  <a:pt x="36371" y="61984"/>
                </a:lnTo>
                <a:lnTo>
                  <a:pt x="35005" y="58568"/>
                </a:lnTo>
                <a:lnTo>
                  <a:pt x="38249" y="64715"/>
                </a:lnTo>
                <a:lnTo>
                  <a:pt x="36712" y="62153"/>
                </a:lnTo>
                <a:lnTo>
                  <a:pt x="40981" y="67617"/>
                </a:lnTo>
                <a:lnTo>
                  <a:pt x="38590" y="65228"/>
                </a:lnTo>
                <a:lnTo>
                  <a:pt x="43885" y="69496"/>
                </a:lnTo>
                <a:lnTo>
                  <a:pt x="41152" y="67617"/>
                </a:lnTo>
                <a:lnTo>
                  <a:pt x="47299" y="71033"/>
                </a:lnTo>
                <a:lnTo>
                  <a:pt x="44225" y="69666"/>
                </a:lnTo>
                <a:lnTo>
                  <a:pt x="50885" y="71717"/>
                </a:lnTo>
                <a:lnTo>
                  <a:pt x="47640" y="71033"/>
                </a:lnTo>
                <a:lnTo>
                  <a:pt x="54812" y="71887"/>
                </a:lnTo>
                <a:lnTo>
                  <a:pt x="51227" y="71887"/>
                </a:lnTo>
                <a:lnTo>
                  <a:pt x="58398" y="71033"/>
                </a:lnTo>
                <a:lnTo>
                  <a:pt x="55325" y="71717"/>
                </a:lnTo>
                <a:lnTo>
                  <a:pt x="62155" y="69666"/>
                </a:lnTo>
                <a:lnTo>
                  <a:pt x="58740" y="71033"/>
                </a:lnTo>
                <a:lnTo>
                  <a:pt x="64887" y="67788"/>
                </a:lnTo>
                <a:lnTo>
                  <a:pt x="62326" y="69325"/>
                </a:lnTo>
                <a:lnTo>
                  <a:pt x="67790" y="65057"/>
                </a:lnTo>
                <a:lnTo>
                  <a:pt x="65229" y="67617"/>
                </a:lnTo>
                <a:lnTo>
                  <a:pt x="69498" y="62153"/>
                </a:lnTo>
                <a:lnTo>
                  <a:pt x="67790" y="64715"/>
                </a:lnTo>
                <a:lnTo>
                  <a:pt x="71205" y="58568"/>
                </a:lnTo>
                <a:lnTo>
                  <a:pt x="69838" y="61984"/>
                </a:lnTo>
                <a:lnTo>
                  <a:pt x="71887" y="55153"/>
                </a:lnTo>
                <a:lnTo>
                  <a:pt x="71205" y="58226"/>
                </a:lnTo>
                <a:lnTo>
                  <a:pt x="72058" y="51055"/>
                </a:lnTo>
                <a:lnTo>
                  <a:pt x="72058" y="54811"/>
                </a:lnTo>
                <a:lnTo>
                  <a:pt x="71205" y="47469"/>
                </a:lnTo>
                <a:lnTo>
                  <a:pt x="71887" y="50713"/>
                </a:lnTo>
                <a:lnTo>
                  <a:pt x="69838" y="44054"/>
                </a:lnTo>
                <a:lnTo>
                  <a:pt x="71205" y="47128"/>
                </a:lnTo>
                <a:lnTo>
                  <a:pt x="67790" y="40980"/>
                </a:lnTo>
                <a:lnTo>
                  <a:pt x="69667" y="43713"/>
                </a:lnTo>
                <a:lnTo>
                  <a:pt x="65399" y="38419"/>
                </a:lnTo>
                <a:lnTo>
                  <a:pt x="67790" y="40809"/>
                </a:lnTo>
                <a:lnTo>
                  <a:pt x="62326" y="36540"/>
                </a:lnTo>
                <a:lnTo>
                  <a:pt x="64887" y="38249"/>
                </a:lnTo>
                <a:lnTo>
                  <a:pt x="58740" y="34834"/>
                </a:lnTo>
                <a:lnTo>
                  <a:pt x="62155" y="36199"/>
                </a:lnTo>
                <a:lnTo>
                  <a:pt x="55325" y="34151"/>
                </a:lnTo>
                <a:lnTo>
                  <a:pt x="58398" y="34834"/>
                </a:lnTo>
                <a:lnTo>
                  <a:pt x="51227" y="34151"/>
                </a:lnTo>
                <a:lnTo>
                  <a:pt x="54812" y="34151"/>
                </a:lnTo>
                <a:lnTo>
                  <a:pt x="47640" y="34834"/>
                </a:lnTo>
                <a:lnTo>
                  <a:pt x="50885" y="34151"/>
                </a:lnTo>
                <a:lnTo>
                  <a:pt x="44225" y="36199"/>
                </a:lnTo>
                <a:lnTo>
                  <a:pt x="47299" y="35005"/>
                </a:lnTo>
                <a:lnTo>
                  <a:pt x="41152" y="38249"/>
                </a:lnTo>
                <a:lnTo>
                  <a:pt x="43885" y="36370"/>
                </a:lnTo>
                <a:lnTo>
                  <a:pt x="38590" y="40809"/>
                </a:lnTo>
                <a:lnTo>
                  <a:pt x="40810" y="38419"/>
                </a:lnTo>
                <a:lnTo>
                  <a:pt x="36541" y="43713"/>
                </a:lnTo>
                <a:lnTo>
                  <a:pt x="38420" y="40980"/>
                </a:lnTo>
                <a:lnTo>
                  <a:pt x="35005" y="47128"/>
                </a:lnTo>
                <a:lnTo>
                  <a:pt x="36371" y="44054"/>
                </a:lnTo>
                <a:lnTo>
                  <a:pt x="34321" y="50713"/>
                </a:lnTo>
                <a:lnTo>
                  <a:pt x="35005" y="47469"/>
                </a:lnTo>
                <a:lnTo>
                  <a:pt x="34151" y="54811"/>
                </a:lnTo>
                <a:lnTo>
                  <a:pt x="34151" y="51055"/>
                </a:lnTo>
                <a:lnTo>
                  <a:pt x="35005" y="58226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65C18844-B294-4D60-A8CE-84E0FE52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0523" y="3416671"/>
            <a:ext cx="71717" cy="73765"/>
          </a:xfrm>
          <a:custGeom xmlns:a="http://schemas.openxmlformats.org/drawingml/2006/main">
            <a:pathLst>
              <a:path w="71717" h="73765">
                <a:moveTo>
                  <a:pt x="0" y="36883"/>
                </a:moveTo>
                <a:cubicBezTo>
                  <a:pt x="0" y="16393"/>
                  <a:pt x="16222" y="0"/>
                  <a:pt x="35859" y="0"/>
                </a:cubicBezTo>
                <a:cubicBezTo>
                  <a:pt x="55667" y="0"/>
                  <a:pt x="71717" y="16393"/>
                  <a:pt x="71717" y="36883"/>
                </a:cubicBezTo>
                <a:cubicBezTo>
                  <a:pt x="71717" y="57202"/>
                  <a:pt x="55667" y="73765"/>
                  <a:pt x="35859" y="73765"/>
                </a:cubicBezTo>
                <a:cubicBezTo>
                  <a:pt x="16222" y="73765"/>
                  <a:pt x="0" y="57202"/>
                  <a:pt x="0" y="36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33AB2709-98F8-4086-A058-F5AC51A9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447" y="3399596"/>
            <a:ext cx="106210" cy="108087"/>
          </a:xfrm>
          <a:custGeom xmlns:a="http://schemas.openxmlformats.org/drawingml/2006/main">
            <a:pathLst>
              <a:path w="106210" h="108087">
                <a:moveTo>
                  <a:pt x="0" y="53958"/>
                </a:moveTo>
                <a:lnTo>
                  <a:pt x="1195" y="43201"/>
                </a:lnTo>
                <a:lnTo>
                  <a:pt x="4099" y="33126"/>
                </a:lnTo>
                <a:lnTo>
                  <a:pt x="9050" y="23906"/>
                </a:lnTo>
                <a:lnTo>
                  <a:pt x="15368" y="15881"/>
                </a:lnTo>
                <a:lnTo>
                  <a:pt x="23223" y="9222"/>
                </a:lnTo>
                <a:lnTo>
                  <a:pt x="32443" y="4269"/>
                </a:lnTo>
                <a:lnTo>
                  <a:pt x="42177" y="1025"/>
                </a:lnTo>
                <a:lnTo>
                  <a:pt x="53105" y="0"/>
                </a:lnTo>
                <a:lnTo>
                  <a:pt x="63863" y="1025"/>
                </a:lnTo>
                <a:lnTo>
                  <a:pt x="73938" y="4269"/>
                </a:lnTo>
                <a:lnTo>
                  <a:pt x="82817" y="9222"/>
                </a:lnTo>
                <a:lnTo>
                  <a:pt x="90671" y="15881"/>
                </a:lnTo>
                <a:lnTo>
                  <a:pt x="97160" y="23906"/>
                </a:lnTo>
                <a:lnTo>
                  <a:pt x="102112" y="33126"/>
                </a:lnTo>
                <a:lnTo>
                  <a:pt x="105015" y="43201"/>
                </a:lnTo>
                <a:lnTo>
                  <a:pt x="106210" y="53958"/>
                </a:lnTo>
                <a:lnTo>
                  <a:pt x="105015" y="64716"/>
                </a:lnTo>
                <a:lnTo>
                  <a:pt x="102112" y="74790"/>
                </a:lnTo>
                <a:lnTo>
                  <a:pt x="97160" y="84011"/>
                </a:lnTo>
                <a:lnTo>
                  <a:pt x="90671" y="92036"/>
                </a:lnTo>
                <a:lnTo>
                  <a:pt x="82817" y="98696"/>
                </a:lnTo>
                <a:lnTo>
                  <a:pt x="73938" y="103647"/>
                </a:lnTo>
                <a:lnTo>
                  <a:pt x="63863" y="106891"/>
                </a:lnTo>
                <a:lnTo>
                  <a:pt x="53105" y="108087"/>
                </a:lnTo>
                <a:lnTo>
                  <a:pt x="42177" y="106891"/>
                </a:lnTo>
                <a:lnTo>
                  <a:pt x="32443" y="103647"/>
                </a:lnTo>
                <a:lnTo>
                  <a:pt x="23223" y="98696"/>
                </a:lnTo>
                <a:lnTo>
                  <a:pt x="15368" y="92036"/>
                </a:lnTo>
                <a:lnTo>
                  <a:pt x="9050" y="84011"/>
                </a:lnTo>
                <a:lnTo>
                  <a:pt x="4099" y="74790"/>
                </a:lnTo>
                <a:lnTo>
                  <a:pt x="1195" y="64716"/>
                </a:lnTo>
                <a:lnTo>
                  <a:pt x="0" y="53958"/>
                </a:lnTo>
                <a:moveTo>
                  <a:pt x="35005" y="59593"/>
                </a:moveTo>
                <a:lnTo>
                  <a:pt x="34322" y="56520"/>
                </a:lnTo>
                <a:lnTo>
                  <a:pt x="36371" y="63520"/>
                </a:lnTo>
                <a:lnTo>
                  <a:pt x="35175" y="60276"/>
                </a:lnTo>
                <a:lnTo>
                  <a:pt x="38419" y="66594"/>
                </a:lnTo>
                <a:lnTo>
                  <a:pt x="36713" y="64032"/>
                </a:lnTo>
                <a:lnTo>
                  <a:pt x="41152" y="69496"/>
                </a:lnTo>
                <a:lnTo>
                  <a:pt x="38761" y="67107"/>
                </a:lnTo>
                <a:lnTo>
                  <a:pt x="44055" y="71546"/>
                </a:lnTo>
                <a:lnTo>
                  <a:pt x="41152" y="69496"/>
                </a:lnTo>
                <a:lnTo>
                  <a:pt x="47299" y="72912"/>
                </a:lnTo>
                <a:lnTo>
                  <a:pt x="44396" y="71717"/>
                </a:lnTo>
                <a:lnTo>
                  <a:pt x="51056" y="73936"/>
                </a:lnTo>
                <a:lnTo>
                  <a:pt x="47641" y="73083"/>
                </a:lnTo>
                <a:lnTo>
                  <a:pt x="54813" y="73936"/>
                </a:lnTo>
                <a:lnTo>
                  <a:pt x="51226" y="73936"/>
                </a:lnTo>
                <a:lnTo>
                  <a:pt x="58399" y="73083"/>
                </a:lnTo>
                <a:lnTo>
                  <a:pt x="54984" y="73765"/>
                </a:lnTo>
                <a:lnTo>
                  <a:pt x="61814" y="71717"/>
                </a:lnTo>
                <a:lnTo>
                  <a:pt x="58740" y="72912"/>
                </a:lnTo>
                <a:lnTo>
                  <a:pt x="64888" y="69667"/>
                </a:lnTo>
                <a:lnTo>
                  <a:pt x="62156" y="71546"/>
                </a:lnTo>
                <a:lnTo>
                  <a:pt x="67449" y="66936"/>
                </a:lnTo>
                <a:lnTo>
                  <a:pt x="65058" y="69496"/>
                </a:lnTo>
                <a:lnTo>
                  <a:pt x="69497" y="64032"/>
                </a:lnTo>
                <a:lnTo>
                  <a:pt x="67791" y="66594"/>
                </a:lnTo>
                <a:lnTo>
                  <a:pt x="71035" y="60276"/>
                </a:lnTo>
                <a:lnTo>
                  <a:pt x="69839" y="63520"/>
                </a:lnTo>
                <a:lnTo>
                  <a:pt x="71888" y="56520"/>
                </a:lnTo>
                <a:lnTo>
                  <a:pt x="71206" y="59593"/>
                </a:lnTo>
                <a:lnTo>
                  <a:pt x="72059" y="52250"/>
                </a:lnTo>
                <a:lnTo>
                  <a:pt x="72059" y="55666"/>
                </a:lnTo>
                <a:lnTo>
                  <a:pt x="71206" y="48323"/>
                </a:lnTo>
                <a:lnTo>
                  <a:pt x="71888" y="51397"/>
                </a:lnTo>
                <a:lnTo>
                  <a:pt x="69839" y="44567"/>
                </a:lnTo>
                <a:lnTo>
                  <a:pt x="71035" y="47640"/>
                </a:lnTo>
                <a:lnTo>
                  <a:pt x="67791" y="41323"/>
                </a:lnTo>
                <a:lnTo>
                  <a:pt x="69497" y="43884"/>
                </a:lnTo>
                <a:lnTo>
                  <a:pt x="65058" y="38419"/>
                </a:lnTo>
                <a:lnTo>
                  <a:pt x="67449" y="40982"/>
                </a:lnTo>
                <a:lnTo>
                  <a:pt x="62156" y="36541"/>
                </a:lnTo>
                <a:lnTo>
                  <a:pt x="64888" y="38249"/>
                </a:lnTo>
                <a:lnTo>
                  <a:pt x="58740" y="35005"/>
                </a:lnTo>
                <a:lnTo>
                  <a:pt x="61814" y="36370"/>
                </a:lnTo>
                <a:lnTo>
                  <a:pt x="54984" y="34151"/>
                </a:lnTo>
                <a:lnTo>
                  <a:pt x="58399" y="34835"/>
                </a:lnTo>
                <a:lnTo>
                  <a:pt x="51226" y="34151"/>
                </a:lnTo>
                <a:lnTo>
                  <a:pt x="54813" y="34151"/>
                </a:lnTo>
                <a:lnTo>
                  <a:pt x="47641" y="34835"/>
                </a:lnTo>
                <a:lnTo>
                  <a:pt x="51056" y="34151"/>
                </a:lnTo>
                <a:lnTo>
                  <a:pt x="44396" y="36201"/>
                </a:lnTo>
                <a:lnTo>
                  <a:pt x="47299" y="35005"/>
                </a:lnTo>
                <a:lnTo>
                  <a:pt x="41152" y="38419"/>
                </a:lnTo>
                <a:lnTo>
                  <a:pt x="44055" y="36370"/>
                </a:lnTo>
                <a:lnTo>
                  <a:pt x="38761" y="40811"/>
                </a:lnTo>
                <a:lnTo>
                  <a:pt x="41152" y="38419"/>
                </a:lnTo>
                <a:lnTo>
                  <a:pt x="36713" y="43884"/>
                </a:lnTo>
                <a:lnTo>
                  <a:pt x="38419" y="41323"/>
                </a:lnTo>
                <a:lnTo>
                  <a:pt x="35175" y="47640"/>
                </a:lnTo>
                <a:lnTo>
                  <a:pt x="36371" y="44567"/>
                </a:lnTo>
                <a:lnTo>
                  <a:pt x="34322" y="51397"/>
                </a:lnTo>
                <a:lnTo>
                  <a:pt x="35005" y="48323"/>
                </a:lnTo>
                <a:lnTo>
                  <a:pt x="34151" y="55666"/>
                </a:lnTo>
                <a:lnTo>
                  <a:pt x="34151" y="52250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901396E9-CBFF-497E-8F9B-C8A4529E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1431" y="3512976"/>
            <a:ext cx="71888" cy="71717"/>
          </a:xfrm>
          <a:custGeom xmlns:a="http://schemas.openxmlformats.org/drawingml/2006/main">
            <a:pathLst>
              <a:path w="71888" h="71717">
                <a:moveTo>
                  <a:pt x="0" y="35858"/>
                </a:moveTo>
                <a:cubicBezTo>
                  <a:pt x="0" y="16051"/>
                  <a:pt x="16222" y="0"/>
                  <a:pt x="35859" y="0"/>
                </a:cubicBezTo>
                <a:cubicBezTo>
                  <a:pt x="55667" y="0"/>
                  <a:pt x="71888" y="16051"/>
                  <a:pt x="71888" y="35858"/>
                </a:cubicBezTo>
                <a:cubicBezTo>
                  <a:pt x="71888" y="55666"/>
                  <a:pt x="55667" y="71717"/>
                  <a:pt x="35859" y="71717"/>
                </a:cubicBezTo>
                <a:cubicBezTo>
                  <a:pt x="16222" y="71717"/>
                  <a:pt x="0" y="55666"/>
                  <a:pt x="0" y="3585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A8ED270B-8CEF-491B-85BF-1B42A0E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4355" y="3495900"/>
            <a:ext cx="106211" cy="106038"/>
          </a:xfrm>
          <a:custGeom xmlns:a="http://schemas.openxmlformats.org/drawingml/2006/main">
            <a:pathLst>
              <a:path w="106211" h="106038">
                <a:moveTo>
                  <a:pt x="0" y="52934"/>
                </a:moveTo>
                <a:lnTo>
                  <a:pt x="1196" y="42176"/>
                </a:lnTo>
                <a:lnTo>
                  <a:pt x="4270" y="32272"/>
                </a:lnTo>
                <a:lnTo>
                  <a:pt x="9222" y="23222"/>
                </a:lnTo>
                <a:lnTo>
                  <a:pt x="15540" y="15539"/>
                </a:lnTo>
                <a:lnTo>
                  <a:pt x="23394" y="9051"/>
                </a:lnTo>
                <a:lnTo>
                  <a:pt x="32444" y="4098"/>
                </a:lnTo>
                <a:lnTo>
                  <a:pt x="42349" y="1025"/>
                </a:lnTo>
                <a:lnTo>
                  <a:pt x="53106" y="0"/>
                </a:lnTo>
                <a:lnTo>
                  <a:pt x="63693" y="1025"/>
                </a:lnTo>
                <a:lnTo>
                  <a:pt x="73768" y="4098"/>
                </a:lnTo>
                <a:lnTo>
                  <a:pt x="82647" y="9051"/>
                </a:lnTo>
                <a:lnTo>
                  <a:pt x="90502" y="15368"/>
                </a:lnTo>
                <a:lnTo>
                  <a:pt x="96990" y="23222"/>
                </a:lnTo>
                <a:lnTo>
                  <a:pt x="101942" y="32272"/>
                </a:lnTo>
                <a:lnTo>
                  <a:pt x="105016" y="42176"/>
                </a:lnTo>
                <a:lnTo>
                  <a:pt x="106211" y="52934"/>
                </a:lnTo>
                <a:lnTo>
                  <a:pt x="105016" y="63520"/>
                </a:lnTo>
                <a:lnTo>
                  <a:pt x="101942" y="73595"/>
                </a:lnTo>
                <a:lnTo>
                  <a:pt x="96990" y="82474"/>
                </a:lnTo>
                <a:lnTo>
                  <a:pt x="90672" y="90499"/>
                </a:lnTo>
                <a:lnTo>
                  <a:pt x="82647" y="96816"/>
                </a:lnTo>
                <a:lnTo>
                  <a:pt x="73768" y="101769"/>
                </a:lnTo>
                <a:lnTo>
                  <a:pt x="63693" y="104843"/>
                </a:lnTo>
                <a:lnTo>
                  <a:pt x="53106" y="106038"/>
                </a:lnTo>
                <a:lnTo>
                  <a:pt x="42349" y="104843"/>
                </a:lnTo>
                <a:lnTo>
                  <a:pt x="32444" y="101769"/>
                </a:lnTo>
                <a:lnTo>
                  <a:pt x="23394" y="96816"/>
                </a:lnTo>
                <a:lnTo>
                  <a:pt x="15540" y="90329"/>
                </a:lnTo>
                <a:lnTo>
                  <a:pt x="9222" y="82474"/>
                </a:lnTo>
                <a:lnTo>
                  <a:pt x="4270" y="73595"/>
                </a:lnTo>
                <a:lnTo>
                  <a:pt x="1196" y="63520"/>
                </a:lnTo>
                <a:lnTo>
                  <a:pt x="0" y="52934"/>
                </a:lnTo>
                <a:moveTo>
                  <a:pt x="35006" y="58227"/>
                </a:moveTo>
                <a:lnTo>
                  <a:pt x="34323" y="55154"/>
                </a:lnTo>
                <a:lnTo>
                  <a:pt x="36372" y="61984"/>
                </a:lnTo>
                <a:lnTo>
                  <a:pt x="35006" y="58568"/>
                </a:lnTo>
                <a:lnTo>
                  <a:pt x="38250" y="64716"/>
                </a:lnTo>
                <a:lnTo>
                  <a:pt x="36714" y="62155"/>
                </a:lnTo>
                <a:lnTo>
                  <a:pt x="40982" y="67619"/>
                </a:lnTo>
                <a:lnTo>
                  <a:pt x="38591" y="65228"/>
                </a:lnTo>
                <a:lnTo>
                  <a:pt x="43885" y="69496"/>
                </a:lnTo>
                <a:lnTo>
                  <a:pt x="41153" y="67619"/>
                </a:lnTo>
                <a:lnTo>
                  <a:pt x="47300" y="71034"/>
                </a:lnTo>
                <a:lnTo>
                  <a:pt x="44226" y="69667"/>
                </a:lnTo>
                <a:lnTo>
                  <a:pt x="50886" y="71717"/>
                </a:lnTo>
                <a:lnTo>
                  <a:pt x="47642" y="71034"/>
                </a:lnTo>
                <a:lnTo>
                  <a:pt x="54814" y="71887"/>
                </a:lnTo>
                <a:lnTo>
                  <a:pt x="51227" y="71887"/>
                </a:lnTo>
                <a:lnTo>
                  <a:pt x="58400" y="71034"/>
                </a:lnTo>
                <a:lnTo>
                  <a:pt x="55327" y="71717"/>
                </a:lnTo>
                <a:lnTo>
                  <a:pt x="62156" y="69667"/>
                </a:lnTo>
                <a:lnTo>
                  <a:pt x="58741" y="71034"/>
                </a:lnTo>
                <a:lnTo>
                  <a:pt x="64888" y="67790"/>
                </a:lnTo>
                <a:lnTo>
                  <a:pt x="62326" y="69325"/>
                </a:lnTo>
                <a:lnTo>
                  <a:pt x="67792" y="65057"/>
                </a:lnTo>
                <a:lnTo>
                  <a:pt x="65229" y="67619"/>
                </a:lnTo>
                <a:lnTo>
                  <a:pt x="69498" y="62155"/>
                </a:lnTo>
                <a:lnTo>
                  <a:pt x="67792" y="64716"/>
                </a:lnTo>
                <a:lnTo>
                  <a:pt x="71206" y="58568"/>
                </a:lnTo>
                <a:lnTo>
                  <a:pt x="69840" y="61984"/>
                </a:lnTo>
                <a:lnTo>
                  <a:pt x="71889" y="55154"/>
                </a:lnTo>
                <a:lnTo>
                  <a:pt x="71206" y="58227"/>
                </a:lnTo>
                <a:lnTo>
                  <a:pt x="72060" y="51055"/>
                </a:lnTo>
                <a:lnTo>
                  <a:pt x="72060" y="54812"/>
                </a:lnTo>
                <a:lnTo>
                  <a:pt x="71206" y="47469"/>
                </a:lnTo>
                <a:lnTo>
                  <a:pt x="71889" y="50714"/>
                </a:lnTo>
                <a:lnTo>
                  <a:pt x="69840" y="44055"/>
                </a:lnTo>
                <a:lnTo>
                  <a:pt x="71206" y="47128"/>
                </a:lnTo>
                <a:lnTo>
                  <a:pt x="67792" y="40982"/>
                </a:lnTo>
                <a:lnTo>
                  <a:pt x="69669" y="43713"/>
                </a:lnTo>
                <a:lnTo>
                  <a:pt x="65400" y="38419"/>
                </a:lnTo>
                <a:lnTo>
                  <a:pt x="67792" y="40811"/>
                </a:lnTo>
                <a:lnTo>
                  <a:pt x="62326" y="36541"/>
                </a:lnTo>
                <a:lnTo>
                  <a:pt x="64888" y="38249"/>
                </a:lnTo>
                <a:lnTo>
                  <a:pt x="58741" y="34835"/>
                </a:lnTo>
                <a:lnTo>
                  <a:pt x="62156" y="36199"/>
                </a:lnTo>
                <a:lnTo>
                  <a:pt x="55327" y="34151"/>
                </a:lnTo>
                <a:lnTo>
                  <a:pt x="58400" y="34835"/>
                </a:lnTo>
                <a:lnTo>
                  <a:pt x="51227" y="34151"/>
                </a:lnTo>
                <a:lnTo>
                  <a:pt x="54814" y="34151"/>
                </a:lnTo>
                <a:lnTo>
                  <a:pt x="47642" y="34835"/>
                </a:lnTo>
                <a:lnTo>
                  <a:pt x="50886" y="34151"/>
                </a:lnTo>
                <a:lnTo>
                  <a:pt x="44226" y="36199"/>
                </a:lnTo>
                <a:lnTo>
                  <a:pt x="47300" y="35005"/>
                </a:lnTo>
                <a:lnTo>
                  <a:pt x="41153" y="38249"/>
                </a:lnTo>
                <a:lnTo>
                  <a:pt x="43885" y="36370"/>
                </a:lnTo>
                <a:lnTo>
                  <a:pt x="38591" y="40811"/>
                </a:lnTo>
                <a:lnTo>
                  <a:pt x="40811" y="38419"/>
                </a:lnTo>
                <a:lnTo>
                  <a:pt x="36543" y="43713"/>
                </a:lnTo>
                <a:lnTo>
                  <a:pt x="38420" y="40982"/>
                </a:lnTo>
                <a:lnTo>
                  <a:pt x="35006" y="47128"/>
                </a:lnTo>
                <a:lnTo>
                  <a:pt x="36372" y="44055"/>
                </a:lnTo>
                <a:lnTo>
                  <a:pt x="34323" y="50714"/>
                </a:lnTo>
                <a:lnTo>
                  <a:pt x="35006" y="47469"/>
                </a:lnTo>
                <a:lnTo>
                  <a:pt x="34152" y="54812"/>
                </a:lnTo>
                <a:lnTo>
                  <a:pt x="34152" y="51055"/>
                </a:lnTo>
                <a:lnTo>
                  <a:pt x="35006" y="58227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37B9CAA5-1499-4F87-A291-8A872EA1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4230" y="3308072"/>
            <a:ext cx="71717" cy="71717"/>
          </a:xfrm>
          <a:custGeom xmlns:a="http://schemas.openxmlformats.org/drawingml/2006/main">
            <a:pathLst>
              <a:path w="71717" h="71717">
                <a:moveTo>
                  <a:pt x="0" y="35859"/>
                </a:moveTo>
                <a:cubicBezTo>
                  <a:pt x="0" y="16051"/>
                  <a:pt x="16222" y="0"/>
                  <a:pt x="35858" y="0"/>
                </a:cubicBezTo>
                <a:cubicBezTo>
                  <a:pt x="55667" y="0"/>
                  <a:pt x="71717" y="16051"/>
                  <a:pt x="71717" y="35859"/>
                </a:cubicBezTo>
                <a:cubicBezTo>
                  <a:pt x="71717" y="55666"/>
                  <a:pt x="55667" y="71717"/>
                  <a:pt x="35858" y="71717"/>
                </a:cubicBezTo>
                <a:cubicBezTo>
                  <a:pt x="16222" y="71717"/>
                  <a:pt x="0" y="55666"/>
                  <a:pt x="0" y="3585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DBC192CC-CBC1-4C30-8CB4-A1D12133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7154" y="3290997"/>
            <a:ext cx="106209" cy="106038"/>
          </a:xfrm>
          <a:custGeom xmlns:a="http://schemas.openxmlformats.org/drawingml/2006/main">
            <a:pathLst>
              <a:path w="106209" h="106038">
                <a:moveTo>
                  <a:pt x="0" y="52935"/>
                </a:moveTo>
                <a:lnTo>
                  <a:pt x="1196" y="42177"/>
                </a:lnTo>
                <a:lnTo>
                  <a:pt x="4269" y="32272"/>
                </a:lnTo>
                <a:lnTo>
                  <a:pt x="9220" y="23222"/>
                </a:lnTo>
                <a:lnTo>
                  <a:pt x="15538" y="15540"/>
                </a:lnTo>
                <a:lnTo>
                  <a:pt x="23393" y="9051"/>
                </a:lnTo>
                <a:lnTo>
                  <a:pt x="32442" y="4099"/>
                </a:lnTo>
                <a:lnTo>
                  <a:pt x="42347" y="1025"/>
                </a:lnTo>
                <a:lnTo>
                  <a:pt x="53105" y="0"/>
                </a:lnTo>
                <a:lnTo>
                  <a:pt x="63691" y="1025"/>
                </a:lnTo>
                <a:lnTo>
                  <a:pt x="73767" y="4099"/>
                </a:lnTo>
                <a:lnTo>
                  <a:pt x="82645" y="9051"/>
                </a:lnTo>
                <a:lnTo>
                  <a:pt x="90500" y="15369"/>
                </a:lnTo>
                <a:lnTo>
                  <a:pt x="96989" y="23222"/>
                </a:lnTo>
                <a:lnTo>
                  <a:pt x="101941" y="32272"/>
                </a:lnTo>
                <a:lnTo>
                  <a:pt x="105015" y="42177"/>
                </a:lnTo>
                <a:lnTo>
                  <a:pt x="106209" y="52935"/>
                </a:lnTo>
                <a:lnTo>
                  <a:pt x="105015" y="63521"/>
                </a:lnTo>
                <a:lnTo>
                  <a:pt x="101941" y="73595"/>
                </a:lnTo>
                <a:lnTo>
                  <a:pt x="96989" y="82474"/>
                </a:lnTo>
                <a:lnTo>
                  <a:pt x="90671" y="90499"/>
                </a:lnTo>
                <a:lnTo>
                  <a:pt x="82645" y="96816"/>
                </a:lnTo>
                <a:lnTo>
                  <a:pt x="73767" y="101770"/>
                </a:lnTo>
                <a:lnTo>
                  <a:pt x="63691" y="104843"/>
                </a:lnTo>
                <a:lnTo>
                  <a:pt x="53105" y="106038"/>
                </a:lnTo>
                <a:lnTo>
                  <a:pt x="42347" y="104843"/>
                </a:lnTo>
                <a:lnTo>
                  <a:pt x="32442" y="101770"/>
                </a:lnTo>
                <a:lnTo>
                  <a:pt x="23393" y="96816"/>
                </a:lnTo>
                <a:lnTo>
                  <a:pt x="15538" y="90329"/>
                </a:lnTo>
                <a:lnTo>
                  <a:pt x="9220" y="82474"/>
                </a:lnTo>
                <a:lnTo>
                  <a:pt x="4269" y="73595"/>
                </a:lnTo>
                <a:lnTo>
                  <a:pt x="1196" y="63521"/>
                </a:lnTo>
                <a:lnTo>
                  <a:pt x="0" y="52935"/>
                </a:lnTo>
                <a:moveTo>
                  <a:pt x="35005" y="58228"/>
                </a:moveTo>
                <a:lnTo>
                  <a:pt x="34322" y="55154"/>
                </a:lnTo>
                <a:lnTo>
                  <a:pt x="36371" y="61984"/>
                </a:lnTo>
                <a:lnTo>
                  <a:pt x="35005" y="58569"/>
                </a:lnTo>
                <a:lnTo>
                  <a:pt x="38249" y="64717"/>
                </a:lnTo>
                <a:lnTo>
                  <a:pt x="36712" y="62155"/>
                </a:lnTo>
                <a:lnTo>
                  <a:pt x="40981" y="67619"/>
                </a:lnTo>
                <a:lnTo>
                  <a:pt x="38591" y="65228"/>
                </a:lnTo>
                <a:lnTo>
                  <a:pt x="43885" y="69497"/>
                </a:lnTo>
                <a:lnTo>
                  <a:pt x="41152" y="67619"/>
                </a:lnTo>
                <a:lnTo>
                  <a:pt x="47299" y="71034"/>
                </a:lnTo>
                <a:lnTo>
                  <a:pt x="44225" y="69668"/>
                </a:lnTo>
                <a:lnTo>
                  <a:pt x="50884" y="71717"/>
                </a:lnTo>
                <a:lnTo>
                  <a:pt x="47640" y="71034"/>
                </a:lnTo>
                <a:lnTo>
                  <a:pt x="54813" y="71887"/>
                </a:lnTo>
                <a:lnTo>
                  <a:pt x="51226" y="71887"/>
                </a:lnTo>
                <a:lnTo>
                  <a:pt x="58398" y="71034"/>
                </a:lnTo>
                <a:lnTo>
                  <a:pt x="55325" y="71717"/>
                </a:lnTo>
                <a:lnTo>
                  <a:pt x="62156" y="69668"/>
                </a:lnTo>
                <a:lnTo>
                  <a:pt x="58740" y="71034"/>
                </a:lnTo>
                <a:lnTo>
                  <a:pt x="64887" y="67790"/>
                </a:lnTo>
                <a:lnTo>
                  <a:pt x="62326" y="69326"/>
                </a:lnTo>
                <a:lnTo>
                  <a:pt x="67790" y="65057"/>
                </a:lnTo>
                <a:lnTo>
                  <a:pt x="65229" y="67619"/>
                </a:lnTo>
                <a:lnTo>
                  <a:pt x="69498" y="62155"/>
                </a:lnTo>
                <a:lnTo>
                  <a:pt x="67790" y="64717"/>
                </a:lnTo>
                <a:lnTo>
                  <a:pt x="71205" y="58569"/>
                </a:lnTo>
                <a:lnTo>
                  <a:pt x="69838" y="61984"/>
                </a:lnTo>
                <a:lnTo>
                  <a:pt x="71888" y="55154"/>
                </a:lnTo>
                <a:lnTo>
                  <a:pt x="71205" y="58228"/>
                </a:lnTo>
                <a:lnTo>
                  <a:pt x="72058" y="51055"/>
                </a:lnTo>
                <a:lnTo>
                  <a:pt x="72058" y="54812"/>
                </a:lnTo>
                <a:lnTo>
                  <a:pt x="71205" y="47470"/>
                </a:lnTo>
                <a:lnTo>
                  <a:pt x="71888" y="50714"/>
                </a:lnTo>
                <a:lnTo>
                  <a:pt x="69838" y="44055"/>
                </a:lnTo>
                <a:lnTo>
                  <a:pt x="71205" y="47129"/>
                </a:lnTo>
                <a:lnTo>
                  <a:pt x="67790" y="40982"/>
                </a:lnTo>
                <a:lnTo>
                  <a:pt x="69669" y="43713"/>
                </a:lnTo>
                <a:lnTo>
                  <a:pt x="65399" y="38419"/>
                </a:lnTo>
                <a:lnTo>
                  <a:pt x="67790" y="40811"/>
                </a:lnTo>
                <a:lnTo>
                  <a:pt x="62326" y="36542"/>
                </a:lnTo>
                <a:lnTo>
                  <a:pt x="64887" y="38249"/>
                </a:lnTo>
                <a:lnTo>
                  <a:pt x="58740" y="34835"/>
                </a:lnTo>
                <a:lnTo>
                  <a:pt x="62156" y="36200"/>
                </a:lnTo>
                <a:lnTo>
                  <a:pt x="55325" y="34151"/>
                </a:lnTo>
                <a:lnTo>
                  <a:pt x="58398" y="34835"/>
                </a:lnTo>
                <a:lnTo>
                  <a:pt x="51226" y="34151"/>
                </a:lnTo>
                <a:lnTo>
                  <a:pt x="54813" y="34151"/>
                </a:lnTo>
                <a:lnTo>
                  <a:pt x="47640" y="34835"/>
                </a:lnTo>
                <a:lnTo>
                  <a:pt x="50884" y="34151"/>
                </a:lnTo>
                <a:lnTo>
                  <a:pt x="44225" y="36200"/>
                </a:lnTo>
                <a:lnTo>
                  <a:pt x="47299" y="35005"/>
                </a:lnTo>
                <a:lnTo>
                  <a:pt x="41152" y="38249"/>
                </a:lnTo>
                <a:lnTo>
                  <a:pt x="43885" y="36371"/>
                </a:lnTo>
                <a:lnTo>
                  <a:pt x="38591" y="40811"/>
                </a:lnTo>
                <a:lnTo>
                  <a:pt x="40811" y="38419"/>
                </a:lnTo>
                <a:lnTo>
                  <a:pt x="36542" y="43713"/>
                </a:lnTo>
                <a:lnTo>
                  <a:pt x="38420" y="40982"/>
                </a:lnTo>
                <a:lnTo>
                  <a:pt x="35005" y="47129"/>
                </a:lnTo>
                <a:lnTo>
                  <a:pt x="36371" y="44055"/>
                </a:lnTo>
                <a:lnTo>
                  <a:pt x="34322" y="50714"/>
                </a:lnTo>
                <a:lnTo>
                  <a:pt x="35005" y="47470"/>
                </a:lnTo>
                <a:lnTo>
                  <a:pt x="34151" y="54812"/>
                </a:lnTo>
                <a:lnTo>
                  <a:pt x="34151" y="51055"/>
                </a:lnTo>
                <a:lnTo>
                  <a:pt x="35005" y="58228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953CB8C8-416F-4383-9475-89400E66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5457" y="3094974"/>
            <a:ext cx="71717" cy="73765"/>
          </a:xfrm>
          <a:custGeom xmlns:a="http://schemas.openxmlformats.org/drawingml/2006/main">
            <a:pathLst>
              <a:path w="71717" h="73765">
                <a:moveTo>
                  <a:pt x="0" y="36882"/>
                </a:moveTo>
                <a:cubicBezTo>
                  <a:pt x="0" y="16393"/>
                  <a:pt x="16222" y="0"/>
                  <a:pt x="35858" y="0"/>
                </a:cubicBezTo>
                <a:cubicBezTo>
                  <a:pt x="55667" y="0"/>
                  <a:pt x="71717" y="16393"/>
                  <a:pt x="71717" y="36882"/>
                </a:cubicBezTo>
                <a:cubicBezTo>
                  <a:pt x="71717" y="57201"/>
                  <a:pt x="55667" y="73765"/>
                  <a:pt x="35858" y="73765"/>
                </a:cubicBezTo>
                <a:cubicBezTo>
                  <a:pt x="16222" y="73765"/>
                  <a:pt x="0" y="57201"/>
                  <a:pt x="0" y="368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20A8B01C-B74C-47D4-9655-7321E359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8381" y="3077898"/>
            <a:ext cx="106210" cy="108087"/>
          </a:xfrm>
          <a:custGeom xmlns:a="http://schemas.openxmlformats.org/drawingml/2006/main">
            <a:pathLst>
              <a:path w="106210" h="108087">
                <a:moveTo>
                  <a:pt x="0" y="53957"/>
                </a:moveTo>
                <a:lnTo>
                  <a:pt x="1196" y="43200"/>
                </a:lnTo>
                <a:lnTo>
                  <a:pt x="4099" y="33126"/>
                </a:lnTo>
                <a:lnTo>
                  <a:pt x="9050" y="23905"/>
                </a:lnTo>
                <a:lnTo>
                  <a:pt x="15368" y="15880"/>
                </a:lnTo>
                <a:lnTo>
                  <a:pt x="23223" y="9220"/>
                </a:lnTo>
                <a:lnTo>
                  <a:pt x="32443" y="4269"/>
                </a:lnTo>
                <a:lnTo>
                  <a:pt x="42177" y="1025"/>
                </a:lnTo>
                <a:lnTo>
                  <a:pt x="53105" y="0"/>
                </a:lnTo>
                <a:lnTo>
                  <a:pt x="63863" y="1025"/>
                </a:lnTo>
                <a:lnTo>
                  <a:pt x="73939" y="4269"/>
                </a:lnTo>
                <a:lnTo>
                  <a:pt x="82817" y="9220"/>
                </a:lnTo>
                <a:lnTo>
                  <a:pt x="90672" y="15880"/>
                </a:lnTo>
                <a:lnTo>
                  <a:pt x="97161" y="23905"/>
                </a:lnTo>
                <a:lnTo>
                  <a:pt x="102112" y="33126"/>
                </a:lnTo>
                <a:lnTo>
                  <a:pt x="105015" y="43200"/>
                </a:lnTo>
                <a:lnTo>
                  <a:pt x="106210" y="53957"/>
                </a:lnTo>
                <a:lnTo>
                  <a:pt x="105015" y="64715"/>
                </a:lnTo>
                <a:lnTo>
                  <a:pt x="102112" y="74790"/>
                </a:lnTo>
                <a:lnTo>
                  <a:pt x="97161" y="84011"/>
                </a:lnTo>
                <a:lnTo>
                  <a:pt x="90672" y="92036"/>
                </a:lnTo>
                <a:lnTo>
                  <a:pt x="82817" y="98695"/>
                </a:lnTo>
                <a:lnTo>
                  <a:pt x="73939" y="103647"/>
                </a:lnTo>
                <a:lnTo>
                  <a:pt x="63863" y="106891"/>
                </a:lnTo>
                <a:lnTo>
                  <a:pt x="53105" y="108087"/>
                </a:lnTo>
                <a:lnTo>
                  <a:pt x="42177" y="106891"/>
                </a:lnTo>
                <a:lnTo>
                  <a:pt x="32443" y="103647"/>
                </a:lnTo>
                <a:lnTo>
                  <a:pt x="23223" y="98695"/>
                </a:lnTo>
                <a:lnTo>
                  <a:pt x="15368" y="92036"/>
                </a:lnTo>
                <a:lnTo>
                  <a:pt x="9050" y="84011"/>
                </a:lnTo>
                <a:lnTo>
                  <a:pt x="4099" y="74790"/>
                </a:lnTo>
                <a:lnTo>
                  <a:pt x="1196" y="64715"/>
                </a:lnTo>
                <a:lnTo>
                  <a:pt x="0" y="53957"/>
                </a:lnTo>
                <a:moveTo>
                  <a:pt x="35005" y="59593"/>
                </a:moveTo>
                <a:lnTo>
                  <a:pt x="34323" y="56520"/>
                </a:lnTo>
                <a:lnTo>
                  <a:pt x="36372" y="63519"/>
                </a:lnTo>
                <a:lnTo>
                  <a:pt x="35176" y="60275"/>
                </a:lnTo>
                <a:lnTo>
                  <a:pt x="38420" y="66593"/>
                </a:lnTo>
                <a:lnTo>
                  <a:pt x="36712" y="64032"/>
                </a:lnTo>
                <a:lnTo>
                  <a:pt x="41152" y="69496"/>
                </a:lnTo>
                <a:lnTo>
                  <a:pt x="38762" y="67106"/>
                </a:lnTo>
                <a:lnTo>
                  <a:pt x="44055" y="71546"/>
                </a:lnTo>
                <a:lnTo>
                  <a:pt x="41152" y="69496"/>
                </a:lnTo>
                <a:lnTo>
                  <a:pt x="47300" y="72912"/>
                </a:lnTo>
                <a:lnTo>
                  <a:pt x="44396" y="71717"/>
                </a:lnTo>
                <a:lnTo>
                  <a:pt x="51056" y="73937"/>
                </a:lnTo>
                <a:lnTo>
                  <a:pt x="47641" y="73082"/>
                </a:lnTo>
                <a:lnTo>
                  <a:pt x="54814" y="73937"/>
                </a:lnTo>
                <a:lnTo>
                  <a:pt x="51227" y="73937"/>
                </a:lnTo>
                <a:lnTo>
                  <a:pt x="58399" y="73082"/>
                </a:lnTo>
                <a:lnTo>
                  <a:pt x="54983" y="73766"/>
                </a:lnTo>
                <a:lnTo>
                  <a:pt x="61814" y="71717"/>
                </a:lnTo>
                <a:lnTo>
                  <a:pt x="58741" y="72912"/>
                </a:lnTo>
                <a:lnTo>
                  <a:pt x="64888" y="69667"/>
                </a:lnTo>
                <a:lnTo>
                  <a:pt x="62156" y="71546"/>
                </a:lnTo>
                <a:lnTo>
                  <a:pt x="67450" y="66935"/>
                </a:lnTo>
                <a:lnTo>
                  <a:pt x="65059" y="69496"/>
                </a:lnTo>
                <a:lnTo>
                  <a:pt x="69498" y="64032"/>
                </a:lnTo>
                <a:lnTo>
                  <a:pt x="67790" y="66593"/>
                </a:lnTo>
                <a:lnTo>
                  <a:pt x="71035" y="60275"/>
                </a:lnTo>
                <a:lnTo>
                  <a:pt x="69839" y="63519"/>
                </a:lnTo>
                <a:lnTo>
                  <a:pt x="71889" y="56520"/>
                </a:lnTo>
                <a:lnTo>
                  <a:pt x="71206" y="59593"/>
                </a:lnTo>
                <a:lnTo>
                  <a:pt x="72059" y="52251"/>
                </a:lnTo>
                <a:lnTo>
                  <a:pt x="72059" y="55666"/>
                </a:lnTo>
                <a:lnTo>
                  <a:pt x="71206" y="48323"/>
                </a:lnTo>
                <a:lnTo>
                  <a:pt x="71889" y="51397"/>
                </a:lnTo>
                <a:lnTo>
                  <a:pt x="69839" y="44566"/>
                </a:lnTo>
                <a:lnTo>
                  <a:pt x="71035" y="47640"/>
                </a:lnTo>
                <a:lnTo>
                  <a:pt x="67790" y="41322"/>
                </a:lnTo>
                <a:lnTo>
                  <a:pt x="69498" y="43884"/>
                </a:lnTo>
                <a:lnTo>
                  <a:pt x="65059" y="38419"/>
                </a:lnTo>
                <a:lnTo>
                  <a:pt x="67450" y="40981"/>
                </a:lnTo>
                <a:lnTo>
                  <a:pt x="62156" y="36542"/>
                </a:lnTo>
                <a:lnTo>
                  <a:pt x="64888" y="38249"/>
                </a:lnTo>
                <a:lnTo>
                  <a:pt x="58741" y="35005"/>
                </a:lnTo>
                <a:lnTo>
                  <a:pt x="61814" y="36371"/>
                </a:lnTo>
                <a:lnTo>
                  <a:pt x="54983" y="34151"/>
                </a:lnTo>
                <a:lnTo>
                  <a:pt x="58399" y="34834"/>
                </a:lnTo>
                <a:lnTo>
                  <a:pt x="51227" y="34151"/>
                </a:lnTo>
                <a:lnTo>
                  <a:pt x="54814" y="34151"/>
                </a:lnTo>
                <a:lnTo>
                  <a:pt x="47641" y="34834"/>
                </a:lnTo>
                <a:lnTo>
                  <a:pt x="51056" y="34151"/>
                </a:lnTo>
                <a:lnTo>
                  <a:pt x="44396" y="36200"/>
                </a:lnTo>
                <a:lnTo>
                  <a:pt x="47300" y="35005"/>
                </a:lnTo>
                <a:lnTo>
                  <a:pt x="41152" y="38419"/>
                </a:lnTo>
                <a:lnTo>
                  <a:pt x="44055" y="36371"/>
                </a:lnTo>
                <a:lnTo>
                  <a:pt x="38762" y="40811"/>
                </a:lnTo>
                <a:lnTo>
                  <a:pt x="41152" y="38419"/>
                </a:lnTo>
                <a:lnTo>
                  <a:pt x="36712" y="43884"/>
                </a:lnTo>
                <a:lnTo>
                  <a:pt x="38420" y="41322"/>
                </a:lnTo>
                <a:lnTo>
                  <a:pt x="35176" y="47640"/>
                </a:lnTo>
                <a:lnTo>
                  <a:pt x="36372" y="44566"/>
                </a:lnTo>
                <a:lnTo>
                  <a:pt x="34323" y="51397"/>
                </a:lnTo>
                <a:lnTo>
                  <a:pt x="35005" y="48323"/>
                </a:lnTo>
                <a:lnTo>
                  <a:pt x="34152" y="55666"/>
                </a:lnTo>
                <a:lnTo>
                  <a:pt x="34152" y="52251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6601B65C-8D8D-406C-84AB-3DAF37A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4228" y="3236357"/>
            <a:ext cx="71717" cy="73765"/>
          </a:xfrm>
          <a:custGeom xmlns:a="http://schemas.openxmlformats.org/drawingml/2006/main">
            <a:pathLst>
              <a:path w="71717" h="73765">
                <a:moveTo>
                  <a:pt x="0" y="36883"/>
                </a:moveTo>
                <a:cubicBezTo>
                  <a:pt x="0" y="16393"/>
                  <a:pt x="16051" y="0"/>
                  <a:pt x="35688" y="0"/>
                </a:cubicBezTo>
                <a:cubicBezTo>
                  <a:pt x="55496" y="0"/>
                  <a:pt x="71717" y="16393"/>
                  <a:pt x="71717" y="36883"/>
                </a:cubicBezTo>
                <a:cubicBezTo>
                  <a:pt x="71717" y="57202"/>
                  <a:pt x="55496" y="73765"/>
                  <a:pt x="35688" y="73765"/>
                </a:cubicBezTo>
                <a:cubicBezTo>
                  <a:pt x="16051" y="73765"/>
                  <a:pt x="0" y="57202"/>
                  <a:pt x="0" y="36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34BE0448-FB16-4C00-BC97-D955307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6982" y="3219281"/>
            <a:ext cx="106211" cy="108087"/>
          </a:xfrm>
          <a:custGeom xmlns:a="http://schemas.openxmlformats.org/drawingml/2006/main">
            <a:pathLst>
              <a:path w="106211" h="108087">
                <a:moveTo>
                  <a:pt x="0" y="53958"/>
                </a:moveTo>
                <a:lnTo>
                  <a:pt x="1196" y="43201"/>
                </a:lnTo>
                <a:lnTo>
                  <a:pt x="4098" y="33126"/>
                </a:lnTo>
                <a:lnTo>
                  <a:pt x="9050" y="23905"/>
                </a:lnTo>
                <a:lnTo>
                  <a:pt x="15368" y="15881"/>
                </a:lnTo>
                <a:lnTo>
                  <a:pt x="23222" y="9221"/>
                </a:lnTo>
                <a:lnTo>
                  <a:pt x="32444" y="4269"/>
                </a:lnTo>
                <a:lnTo>
                  <a:pt x="42177" y="1025"/>
                </a:lnTo>
                <a:lnTo>
                  <a:pt x="53105" y="0"/>
                </a:lnTo>
                <a:lnTo>
                  <a:pt x="63862" y="1025"/>
                </a:lnTo>
                <a:lnTo>
                  <a:pt x="73938" y="4269"/>
                </a:lnTo>
                <a:lnTo>
                  <a:pt x="82818" y="9221"/>
                </a:lnTo>
                <a:lnTo>
                  <a:pt x="90842" y="15881"/>
                </a:lnTo>
                <a:lnTo>
                  <a:pt x="97160" y="23905"/>
                </a:lnTo>
                <a:lnTo>
                  <a:pt x="102111" y="33126"/>
                </a:lnTo>
                <a:lnTo>
                  <a:pt x="105015" y="43201"/>
                </a:lnTo>
                <a:lnTo>
                  <a:pt x="106211" y="53958"/>
                </a:lnTo>
                <a:lnTo>
                  <a:pt x="105015" y="64716"/>
                </a:lnTo>
                <a:lnTo>
                  <a:pt x="102111" y="74790"/>
                </a:lnTo>
                <a:lnTo>
                  <a:pt x="97160" y="84011"/>
                </a:lnTo>
                <a:lnTo>
                  <a:pt x="90842" y="92036"/>
                </a:lnTo>
                <a:lnTo>
                  <a:pt x="82818" y="98695"/>
                </a:lnTo>
                <a:lnTo>
                  <a:pt x="73938" y="103646"/>
                </a:lnTo>
                <a:lnTo>
                  <a:pt x="63862" y="106891"/>
                </a:lnTo>
                <a:lnTo>
                  <a:pt x="53105" y="108087"/>
                </a:lnTo>
                <a:lnTo>
                  <a:pt x="42177" y="106891"/>
                </a:lnTo>
                <a:lnTo>
                  <a:pt x="32444" y="103646"/>
                </a:lnTo>
                <a:lnTo>
                  <a:pt x="23222" y="98695"/>
                </a:lnTo>
                <a:lnTo>
                  <a:pt x="15368" y="92036"/>
                </a:lnTo>
                <a:lnTo>
                  <a:pt x="9050" y="84011"/>
                </a:lnTo>
                <a:lnTo>
                  <a:pt x="4098" y="74790"/>
                </a:lnTo>
                <a:lnTo>
                  <a:pt x="1196" y="64716"/>
                </a:lnTo>
                <a:lnTo>
                  <a:pt x="0" y="53958"/>
                </a:lnTo>
                <a:moveTo>
                  <a:pt x="35005" y="59593"/>
                </a:moveTo>
                <a:lnTo>
                  <a:pt x="34322" y="56519"/>
                </a:lnTo>
                <a:lnTo>
                  <a:pt x="36371" y="63520"/>
                </a:lnTo>
                <a:lnTo>
                  <a:pt x="35175" y="60276"/>
                </a:lnTo>
                <a:lnTo>
                  <a:pt x="38420" y="66593"/>
                </a:lnTo>
                <a:lnTo>
                  <a:pt x="36713" y="64032"/>
                </a:lnTo>
                <a:lnTo>
                  <a:pt x="41152" y="69496"/>
                </a:lnTo>
                <a:lnTo>
                  <a:pt x="38762" y="67106"/>
                </a:lnTo>
                <a:lnTo>
                  <a:pt x="44055" y="71545"/>
                </a:lnTo>
                <a:lnTo>
                  <a:pt x="41152" y="69496"/>
                </a:lnTo>
                <a:lnTo>
                  <a:pt x="47299" y="72911"/>
                </a:lnTo>
                <a:lnTo>
                  <a:pt x="44397" y="71716"/>
                </a:lnTo>
                <a:lnTo>
                  <a:pt x="51056" y="73936"/>
                </a:lnTo>
                <a:lnTo>
                  <a:pt x="47640" y="73082"/>
                </a:lnTo>
                <a:lnTo>
                  <a:pt x="54813" y="73936"/>
                </a:lnTo>
                <a:lnTo>
                  <a:pt x="51227" y="73936"/>
                </a:lnTo>
                <a:lnTo>
                  <a:pt x="58398" y="73082"/>
                </a:lnTo>
                <a:lnTo>
                  <a:pt x="54984" y="73765"/>
                </a:lnTo>
                <a:lnTo>
                  <a:pt x="61814" y="71716"/>
                </a:lnTo>
                <a:lnTo>
                  <a:pt x="58740" y="72911"/>
                </a:lnTo>
                <a:lnTo>
                  <a:pt x="64887" y="69667"/>
                </a:lnTo>
                <a:lnTo>
                  <a:pt x="62156" y="71545"/>
                </a:lnTo>
                <a:lnTo>
                  <a:pt x="67449" y="66935"/>
                </a:lnTo>
                <a:lnTo>
                  <a:pt x="65058" y="69496"/>
                </a:lnTo>
                <a:lnTo>
                  <a:pt x="69498" y="64032"/>
                </a:lnTo>
                <a:lnTo>
                  <a:pt x="67791" y="66593"/>
                </a:lnTo>
                <a:lnTo>
                  <a:pt x="71035" y="60276"/>
                </a:lnTo>
                <a:lnTo>
                  <a:pt x="69840" y="63520"/>
                </a:lnTo>
                <a:lnTo>
                  <a:pt x="71888" y="56519"/>
                </a:lnTo>
                <a:lnTo>
                  <a:pt x="71205" y="59593"/>
                </a:lnTo>
                <a:lnTo>
                  <a:pt x="72059" y="52250"/>
                </a:lnTo>
                <a:lnTo>
                  <a:pt x="72059" y="55665"/>
                </a:lnTo>
                <a:lnTo>
                  <a:pt x="71205" y="48323"/>
                </a:lnTo>
                <a:lnTo>
                  <a:pt x="71888" y="51396"/>
                </a:lnTo>
                <a:lnTo>
                  <a:pt x="69840" y="44567"/>
                </a:lnTo>
                <a:lnTo>
                  <a:pt x="71035" y="47640"/>
                </a:lnTo>
                <a:lnTo>
                  <a:pt x="67791" y="41322"/>
                </a:lnTo>
                <a:lnTo>
                  <a:pt x="69498" y="43884"/>
                </a:lnTo>
                <a:lnTo>
                  <a:pt x="65058" y="38419"/>
                </a:lnTo>
                <a:lnTo>
                  <a:pt x="67449" y="40981"/>
                </a:lnTo>
                <a:lnTo>
                  <a:pt x="62156" y="36541"/>
                </a:lnTo>
                <a:lnTo>
                  <a:pt x="64887" y="38249"/>
                </a:lnTo>
                <a:lnTo>
                  <a:pt x="58740" y="35005"/>
                </a:lnTo>
                <a:lnTo>
                  <a:pt x="61814" y="36370"/>
                </a:lnTo>
                <a:lnTo>
                  <a:pt x="54984" y="34150"/>
                </a:lnTo>
                <a:lnTo>
                  <a:pt x="58398" y="34834"/>
                </a:lnTo>
                <a:lnTo>
                  <a:pt x="51227" y="34150"/>
                </a:lnTo>
                <a:lnTo>
                  <a:pt x="54813" y="34150"/>
                </a:lnTo>
                <a:lnTo>
                  <a:pt x="47640" y="34834"/>
                </a:lnTo>
                <a:lnTo>
                  <a:pt x="51056" y="34150"/>
                </a:lnTo>
                <a:lnTo>
                  <a:pt x="44397" y="36199"/>
                </a:lnTo>
                <a:lnTo>
                  <a:pt x="47299" y="35005"/>
                </a:lnTo>
                <a:lnTo>
                  <a:pt x="41152" y="38419"/>
                </a:lnTo>
                <a:lnTo>
                  <a:pt x="44055" y="36370"/>
                </a:lnTo>
                <a:lnTo>
                  <a:pt x="38762" y="40810"/>
                </a:lnTo>
                <a:lnTo>
                  <a:pt x="41152" y="38419"/>
                </a:lnTo>
                <a:lnTo>
                  <a:pt x="36713" y="43884"/>
                </a:lnTo>
                <a:lnTo>
                  <a:pt x="38420" y="41322"/>
                </a:lnTo>
                <a:lnTo>
                  <a:pt x="35175" y="47640"/>
                </a:lnTo>
                <a:lnTo>
                  <a:pt x="36371" y="44567"/>
                </a:lnTo>
                <a:lnTo>
                  <a:pt x="34322" y="51396"/>
                </a:lnTo>
                <a:lnTo>
                  <a:pt x="35005" y="48323"/>
                </a:lnTo>
                <a:lnTo>
                  <a:pt x="34151" y="55665"/>
                </a:lnTo>
                <a:lnTo>
                  <a:pt x="34151" y="52250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76F8928D-99BC-4887-BE35-C02E871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0634" y="3490436"/>
            <a:ext cx="73767" cy="71717"/>
          </a:xfrm>
          <a:custGeom xmlns:a="http://schemas.openxmlformats.org/drawingml/2006/main">
            <a:pathLst>
              <a:path w="73767" h="71717">
                <a:moveTo>
                  <a:pt x="0" y="35859"/>
                </a:moveTo>
                <a:cubicBezTo>
                  <a:pt x="0" y="16051"/>
                  <a:pt x="16392" y="0"/>
                  <a:pt x="36712" y="0"/>
                </a:cubicBezTo>
                <a:cubicBezTo>
                  <a:pt x="57203" y="0"/>
                  <a:pt x="73767" y="16051"/>
                  <a:pt x="73767" y="35859"/>
                </a:cubicBezTo>
                <a:cubicBezTo>
                  <a:pt x="73767" y="55666"/>
                  <a:pt x="57203" y="71717"/>
                  <a:pt x="36712" y="71717"/>
                </a:cubicBezTo>
                <a:cubicBezTo>
                  <a:pt x="16392" y="71717"/>
                  <a:pt x="0" y="55666"/>
                  <a:pt x="0" y="3585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8971797A-5C76-4023-A082-CC9392F6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3388" y="3473361"/>
            <a:ext cx="108259" cy="106038"/>
          </a:xfrm>
          <a:custGeom xmlns:a="http://schemas.openxmlformats.org/drawingml/2006/main">
            <a:pathLst>
              <a:path w="108259" h="106038">
                <a:moveTo>
                  <a:pt x="0" y="52935"/>
                </a:moveTo>
                <a:lnTo>
                  <a:pt x="1196" y="42006"/>
                </a:lnTo>
                <a:lnTo>
                  <a:pt x="4440" y="32272"/>
                </a:lnTo>
                <a:lnTo>
                  <a:pt x="9391" y="23052"/>
                </a:lnTo>
                <a:lnTo>
                  <a:pt x="16051" y="15198"/>
                </a:lnTo>
                <a:lnTo>
                  <a:pt x="24076" y="8880"/>
                </a:lnTo>
                <a:lnTo>
                  <a:pt x="33297" y="4099"/>
                </a:lnTo>
                <a:lnTo>
                  <a:pt x="43372" y="1025"/>
                </a:lnTo>
                <a:lnTo>
                  <a:pt x="54129" y="0"/>
                </a:lnTo>
                <a:lnTo>
                  <a:pt x="64887" y="1025"/>
                </a:lnTo>
                <a:lnTo>
                  <a:pt x="74962" y="4099"/>
                </a:lnTo>
                <a:lnTo>
                  <a:pt x="84182" y="8880"/>
                </a:lnTo>
                <a:lnTo>
                  <a:pt x="92209" y="15198"/>
                </a:lnTo>
                <a:lnTo>
                  <a:pt x="98868" y="23052"/>
                </a:lnTo>
                <a:lnTo>
                  <a:pt x="103820" y="32272"/>
                </a:lnTo>
                <a:lnTo>
                  <a:pt x="107064" y="42006"/>
                </a:lnTo>
                <a:lnTo>
                  <a:pt x="108259" y="52935"/>
                </a:lnTo>
                <a:lnTo>
                  <a:pt x="107064" y="63692"/>
                </a:lnTo>
                <a:lnTo>
                  <a:pt x="103820" y="73766"/>
                </a:lnTo>
                <a:lnTo>
                  <a:pt x="98868" y="82645"/>
                </a:lnTo>
                <a:lnTo>
                  <a:pt x="92209" y="90670"/>
                </a:lnTo>
                <a:lnTo>
                  <a:pt x="84182" y="96987"/>
                </a:lnTo>
                <a:lnTo>
                  <a:pt x="74962" y="101941"/>
                </a:lnTo>
                <a:lnTo>
                  <a:pt x="64887" y="104843"/>
                </a:lnTo>
                <a:lnTo>
                  <a:pt x="54129" y="106038"/>
                </a:lnTo>
                <a:lnTo>
                  <a:pt x="43372" y="104843"/>
                </a:lnTo>
                <a:lnTo>
                  <a:pt x="33297" y="101941"/>
                </a:lnTo>
                <a:lnTo>
                  <a:pt x="24076" y="96987"/>
                </a:lnTo>
                <a:lnTo>
                  <a:pt x="16051" y="90670"/>
                </a:lnTo>
                <a:lnTo>
                  <a:pt x="9391" y="82645"/>
                </a:lnTo>
                <a:lnTo>
                  <a:pt x="4440" y="73766"/>
                </a:lnTo>
                <a:lnTo>
                  <a:pt x="1196" y="63692"/>
                </a:lnTo>
                <a:lnTo>
                  <a:pt x="0" y="52935"/>
                </a:lnTo>
                <a:moveTo>
                  <a:pt x="35005" y="58228"/>
                </a:moveTo>
                <a:lnTo>
                  <a:pt x="34322" y="54983"/>
                </a:lnTo>
                <a:lnTo>
                  <a:pt x="36371" y="61643"/>
                </a:lnTo>
                <a:lnTo>
                  <a:pt x="35175" y="58568"/>
                </a:lnTo>
                <a:lnTo>
                  <a:pt x="38419" y="64716"/>
                </a:lnTo>
                <a:lnTo>
                  <a:pt x="36713" y="61984"/>
                </a:lnTo>
                <a:lnTo>
                  <a:pt x="41152" y="67448"/>
                </a:lnTo>
                <a:lnTo>
                  <a:pt x="38590" y="64887"/>
                </a:lnTo>
                <a:lnTo>
                  <a:pt x="44055" y="69325"/>
                </a:lnTo>
                <a:lnTo>
                  <a:pt x="41493" y="67619"/>
                </a:lnTo>
                <a:lnTo>
                  <a:pt x="47811" y="70863"/>
                </a:lnTo>
                <a:lnTo>
                  <a:pt x="44566" y="69667"/>
                </a:lnTo>
                <a:lnTo>
                  <a:pt x="51568" y="71717"/>
                </a:lnTo>
                <a:lnTo>
                  <a:pt x="48495" y="71034"/>
                </a:lnTo>
                <a:lnTo>
                  <a:pt x="55838" y="71887"/>
                </a:lnTo>
                <a:lnTo>
                  <a:pt x="52422" y="71887"/>
                </a:lnTo>
                <a:lnTo>
                  <a:pt x="59764" y="71034"/>
                </a:lnTo>
                <a:lnTo>
                  <a:pt x="56691" y="71717"/>
                </a:lnTo>
                <a:lnTo>
                  <a:pt x="63691" y="69667"/>
                </a:lnTo>
                <a:lnTo>
                  <a:pt x="60447" y="70863"/>
                </a:lnTo>
                <a:lnTo>
                  <a:pt x="66765" y="67619"/>
                </a:lnTo>
                <a:lnTo>
                  <a:pt x="64204" y="69325"/>
                </a:lnTo>
                <a:lnTo>
                  <a:pt x="69668" y="64887"/>
                </a:lnTo>
                <a:lnTo>
                  <a:pt x="67107" y="67448"/>
                </a:lnTo>
                <a:lnTo>
                  <a:pt x="71547" y="61984"/>
                </a:lnTo>
                <a:lnTo>
                  <a:pt x="69839" y="64716"/>
                </a:lnTo>
                <a:lnTo>
                  <a:pt x="73084" y="58568"/>
                </a:lnTo>
                <a:lnTo>
                  <a:pt x="71888" y="61643"/>
                </a:lnTo>
                <a:lnTo>
                  <a:pt x="73938" y="54983"/>
                </a:lnTo>
                <a:lnTo>
                  <a:pt x="73254" y="58228"/>
                </a:lnTo>
                <a:lnTo>
                  <a:pt x="74109" y="51055"/>
                </a:lnTo>
                <a:lnTo>
                  <a:pt x="74109" y="54812"/>
                </a:lnTo>
                <a:lnTo>
                  <a:pt x="73254" y="47470"/>
                </a:lnTo>
                <a:lnTo>
                  <a:pt x="73938" y="50885"/>
                </a:lnTo>
                <a:lnTo>
                  <a:pt x="71888" y="44225"/>
                </a:lnTo>
                <a:lnTo>
                  <a:pt x="73084" y="47129"/>
                </a:lnTo>
                <a:lnTo>
                  <a:pt x="69668" y="40982"/>
                </a:lnTo>
                <a:lnTo>
                  <a:pt x="71717" y="43884"/>
                </a:lnTo>
                <a:lnTo>
                  <a:pt x="67278" y="38761"/>
                </a:lnTo>
                <a:lnTo>
                  <a:pt x="69668" y="40982"/>
                </a:lnTo>
                <a:lnTo>
                  <a:pt x="64204" y="36713"/>
                </a:lnTo>
                <a:lnTo>
                  <a:pt x="66765" y="38249"/>
                </a:lnTo>
                <a:lnTo>
                  <a:pt x="60447" y="35005"/>
                </a:lnTo>
                <a:lnTo>
                  <a:pt x="63691" y="36200"/>
                </a:lnTo>
                <a:lnTo>
                  <a:pt x="56691" y="34151"/>
                </a:lnTo>
                <a:lnTo>
                  <a:pt x="59764" y="34835"/>
                </a:lnTo>
                <a:lnTo>
                  <a:pt x="52422" y="34151"/>
                </a:lnTo>
                <a:lnTo>
                  <a:pt x="55838" y="34151"/>
                </a:lnTo>
                <a:lnTo>
                  <a:pt x="48495" y="34835"/>
                </a:lnTo>
                <a:lnTo>
                  <a:pt x="51568" y="34151"/>
                </a:lnTo>
                <a:lnTo>
                  <a:pt x="44566" y="36200"/>
                </a:lnTo>
                <a:lnTo>
                  <a:pt x="47811" y="35005"/>
                </a:lnTo>
                <a:lnTo>
                  <a:pt x="41493" y="38249"/>
                </a:lnTo>
                <a:lnTo>
                  <a:pt x="44055" y="36713"/>
                </a:lnTo>
                <a:lnTo>
                  <a:pt x="38590" y="40982"/>
                </a:lnTo>
                <a:lnTo>
                  <a:pt x="40982" y="38761"/>
                </a:lnTo>
                <a:lnTo>
                  <a:pt x="36542" y="43884"/>
                </a:lnTo>
                <a:lnTo>
                  <a:pt x="38590" y="40982"/>
                </a:lnTo>
                <a:lnTo>
                  <a:pt x="35175" y="47129"/>
                </a:lnTo>
                <a:lnTo>
                  <a:pt x="36371" y="44225"/>
                </a:lnTo>
                <a:lnTo>
                  <a:pt x="34322" y="50885"/>
                </a:lnTo>
                <a:lnTo>
                  <a:pt x="35005" y="47470"/>
                </a:lnTo>
                <a:lnTo>
                  <a:pt x="34151" y="54812"/>
                </a:lnTo>
                <a:lnTo>
                  <a:pt x="34151" y="51055"/>
                </a:lnTo>
                <a:lnTo>
                  <a:pt x="35005" y="58228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14C04483-3AE1-46E8-814C-4E7BE645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3640" y="3201523"/>
            <a:ext cx="73767" cy="73765"/>
          </a:xfrm>
          <a:custGeom xmlns:a="http://schemas.openxmlformats.org/drawingml/2006/main">
            <a:pathLst>
              <a:path w="73767" h="73765">
                <a:moveTo>
                  <a:pt x="0" y="36882"/>
                </a:moveTo>
                <a:cubicBezTo>
                  <a:pt x="0" y="16393"/>
                  <a:pt x="16563" y="0"/>
                  <a:pt x="36883" y="0"/>
                </a:cubicBezTo>
                <a:cubicBezTo>
                  <a:pt x="57374" y="0"/>
                  <a:pt x="73767" y="16393"/>
                  <a:pt x="73767" y="36882"/>
                </a:cubicBezTo>
                <a:cubicBezTo>
                  <a:pt x="73767" y="57201"/>
                  <a:pt x="57374" y="73765"/>
                  <a:pt x="36883" y="73765"/>
                </a:cubicBezTo>
                <a:cubicBezTo>
                  <a:pt x="16563" y="73765"/>
                  <a:pt x="0" y="57201"/>
                  <a:pt x="0" y="368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AEBBC849-1974-47EF-A919-82568D0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6565" y="3184448"/>
            <a:ext cx="108259" cy="108087"/>
          </a:xfrm>
          <a:custGeom xmlns:a="http://schemas.openxmlformats.org/drawingml/2006/main">
            <a:pathLst>
              <a:path w="108259" h="108087">
                <a:moveTo>
                  <a:pt x="0" y="53957"/>
                </a:moveTo>
                <a:lnTo>
                  <a:pt x="1195" y="43030"/>
                </a:lnTo>
                <a:lnTo>
                  <a:pt x="4440" y="32955"/>
                </a:lnTo>
                <a:lnTo>
                  <a:pt x="9220" y="23906"/>
                </a:lnTo>
                <a:lnTo>
                  <a:pt x="15880" y="15709"/>
                </a:lnTo>
                <a:lnTo>
                  <a:pt x="24076" y="9051"/>
                </a:lnTo>
                <a:lnTo>
                  <a:pt x="33126" y="4270"/>
                </a:lnTo>
                <a:lnTo>
                  <a:pt x="43201" y="1025"/>
                </a:lnTo>
                <a:lnTo>
                  <a:pt x="54129" y="0"/>
                </a:lnTo>
                <a:lnTo>
                  <a:pt x="65058" y="1025"/>
                </a:lnTo>
                <a:lnTo>
                  <a:pt x="75133" y="4270"/>
                </a:lnTo>
                <a:lnTo>
                  <a:pt x="84182" y="9051"/>
                </a:lnTo>
                <a:lnTo>
                  <a:pt x="92379" y="15709"/>
                </a:lnTo>
                <a:lnTo>
                  <a:pt x="99038" y="23906"/>
                </a:lnTo>
                <a:lnTo>
                  <a:pt x="103820" y="32955"/>
                </a:lnTo>
                <a:lnTo>
                  <a:pt x="107064" y="43030"/>
                </a:lnTo>
                <a:lnTo>
                  <a:pt x="108259" y="53957"/>
                </a:lnTo>
                <a:lnTo>
                  <a:pt x="107064" y="64886"/>
                </a:lnTo>
                <a:lnTo>
                  <a:pt x="103820" y="74961"/>
                </a:lnTo>
                <a:lnTo>
                  <a:pt x="99038" y="84011"/>
                </a:lnTo>
                <a:lnTo>
                  <a:pt x="92379" y="92207"/>
                </a:lnTo>
                <a:lnTo>
                  <a:pt x="84182" y="98866"/>
                </a:lnTo>
                <a:lnTo>
                  <a:pt x="75133" y="103647"/>
                </a:lnTo>
                <a:lnTo>
                  <a:pt x="65058" y="106891"/>
                </a:lnTo>
                <a:lnTo>
                  <a:pt x="54129" y="108087"/>
                </a:lnTo>
                <a:lnTo>
                  <a:pt x="43201" y="106891"/>
                </a:lnTo>
                <a:lnTo>
                  <a:pt x="33126" y="103647"/>
                </a:lnTo>
                <a:lnTo>
                  <a:pt x="24076" y="98866"/>
                </a:lnTo>
                <a:lnTo>
                  <a:pt x="15880" y="92207"/>
                </a:lnTo>
                <a:lnTo>
                  <a:pt x="9220" y="84011"/>
                </a:lnTo>
                <a:lnTo>
                  <a:pt x="4440" y="74961"/>
                </a:lnTo>
                <a:lnTo>
                  <a:pt x="1195" y="64886"/>
                </a:lnTo>
                <a:lnTo>
                  <a:pt x="0" y="53957"/>
                </a:lnTo>
                <a:moveTo>
                  <a:pt x="35005" y="59593"/>
                </a:moveTo>
                <a:lnTo>
                  <a:pt x="34322" y="56349"/>
                </a:lnTo>
                <a:lnTo>
                  <a:pt x="36542" y="63179"/>
                </a:lnTo>
                <a:lnTo>
                  <a:pt x="35346" y="60276"/>
                </a:lnTo>
                <a:lnTo>
                  <a:pt x="38590" y="66594"/>
                </a:lnTo>
                <a:lnTo>
                  <a:pt x="36713" y="63861"/>
                </a:lnTo>
                <a:lnTo>
                  <a:pt x="41322" y="69325"/>
                </a:lnTo>
                <a:lnTo>
                  <a:pt x="38761" y="66935"/>
                </a:lnTo>
                <a:lnTo>
                  <a:pt x="44226" y="71375"/>
                </a:lnTo>
                <a:lnTo>
                  <a:pt x="41493" y="69496"/>
                </a:lnTo>
                <a:lnTo>
                  <a:pt x="47811" y="72912"/>
                </a:lnTo>
                <a:lnTo>
                  <a:pt x="44908" y="71546"/>
                </a:lnTo>
                <a:lnTo>
                  <a:pt x="51909" y="73766"/>
                </a:lnTo>
                <a:lnTo>
                  <a:pt x="48495" y="73083"/>
                </a:lnTo>
                <a:lnTo>
                  <a:pt x="55838" y="73937"/>
                </a:lnTo>
                <a:lnTo>
                  <a:pt x="52422" y="73937"/>
                </a:lnTo>
                <a:lnTo>
                  <a:pt x="59764" y="73083"/>
                </a:lnTo>
                <a:lnTo>
                  <a:pt x="56349" y="73766"/>
                </a:lnTo>
                <a:lnTo>
                  <a:pt x="63350" y="71546"/>
                </a:lnTo>
                <a:lnTo>
                  <a:pt x="60447" y="72912"/>
                </a:lnTo>
                <a:lnTo>
                  <a:pt x="66765" y="69496"/>
                </a:lnTo>
                <a:lnTo>
                  <a:pt x="64033" y="71375"/>
                </a:lnTo>
                <a:lnTo>
                  <a:pt x="69497" y="66935"/>
                </a:lnTo>
                <a:lnTo>
                  <a:pt x="66936" y="69325"/>
                </a:lnTo>
                <a:lnTo>
                  <a:pt x="71547" y="63861"/>
                </a:lnTo>
                <a:lnTo>
                  <a:pt x="69668" y="66594"/>
                </a:lnTo>
                <a:lnTo>
                  <a:pt x="72913" y="60276"/>
                </a:lnTo>
                <a:lnTo>
                  <a:pt x="71717" y="63179"/>
                </a:lnTo>
                <a:lnTo>
                  <a:pt x="73938" y="56349"/>
                </a:lnTo>
                <a:lnTo>
                  <a:pt x="73254" y="59593"/>
                </a:lnTo>
                <a:lnTo>
                  <a:pt x="74109" y="52251"/>
                </a:lnTo>
                <a:lnTo>
                  <a:pt x="74109" y="55666"/>
                </a:lnTo>
                <a:lnTo>
                  <a:pt x="73254" y="48323"/>
                </a:lnTo>
                <a:lnTo>
                  <a:pt x="73938" y="51739"/>
                </a:lnTo>
                <a:lnTo>
                  <a:pt x="71717" y="44737"/>
                </a:lnTo>
                <a:lnTo>
                  <a:pt x="72913" y="47640"/>
                </a:lnTo>
                <a:lnTo>
                  <a:pt x="69668" y="41322"/>
                </a:lnTo>
                <a:lnTo>
                  <a:pt x="71547" y="44055"/>
                </a:lnTo>
                <a:lnTo>
                  <a:pt x="66936" y="38590"/>
                </a:lnTo>
                <a:lnTo>
                  <a:pt x="69497" y="41152"/>
                </a:lnTo>
                <a:lnTo>
                  <a:pt x="64033" y="36542"/>
                </a:lnTo>
                <a:lnTo>
                  <a:pt x="66765" y="38419"/>
                </a:lnTo>
                <a:lnTo>
                  <a:pt x="60447" y="35175"/>
                </a:lnTo>
                <a:lnTo>
                  <a:pt x="63350" y="36371"/>
                </a:lnTo>
                <a:lnTo>
                  <a:pt x="56349" y="34151"/>
                </a:lnTo>
                <a:lnTo>
                  <a:pt x="59764" y="34834"/>
                </a:lnTo>
                <a:lnTo>
                  <a:pt x="52422" y="34151"/>
                </a:lnTo>
                <a:lnTo>
                  <a:pt x="55838" y="34151"/>
                </a:lnTo>
                <a:lnTo>
                  <a:pt x="48495" y="34834"/>
                </a:lnTo>
                <a:lnTo>
                  <a:pt x="51909" y="34151"/>
                </a:lnTo>
                <a:lnTo>
                  <a:pt x="44908" y="36371"/>
                </a:lnTo>
                <a:lnTo>
                  <a:pt x="47811" y="35175"/>
                </a:lnTo>
                <a:lnTo>
                  <a:pt x="41493" y="38419"/>
                </a:lnTo>
                <a:lnTo>
                  <a:pt x="44226" y="36542"/>
                </a:lnTo>
                <a:lnTo>
                  <a:pt x="38761" y="41152"/>
                </a:lnTo>
                <a:lnTo>
                  <a:pt x="41322" y="38590"/>
                </a:lnTo>
                <a:lnTo>
                  <a:pt x="36713" y="44055"/>
                </a:lnTo>
                <a:lnTo>
                  <a:pt x="38590" y="41322"/>
                </a:lnTo>
                <a:lnTo>
                  <a:pt x="35346" y="47640"/>
                </a:lnTo>
                <a:lnTo>
                  <a:pt x="36542" y="44737"/>
                </a:lnTo>
                <a:lnTo>
                  <a:pt x="34322" y="51739"/>
                </a:lnTo>
                <a:lnTo>
                  <a:pt x="35005" y="48323"/>
                </a:lnTo>
                <a:lnTo>
                  <a:pt x="34151" y="55666"/>
                </a:lnTo>
                <a:lnTo>
                  <a:pt x="34151" y="52251"/>
                </a:lnTo>
                <a:lnTo>
                  <a:pt x="35005" y="59593"/>
                </a:lnTo>
              </a:path>
            </a:pathLst>
          </a:custGeom>
          <a:solidFill xmlns:a="http://schemas.openxmlformats.org/drawingml/2006/main">
            <a:srgbClr val="99D37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CA41C12-6AD5-43DE-99C5-585CBEA31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c8c29f2964c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2686050"/>
            <a:ext cx="142875" cy="428625"/>
          </a:xfrm>
          <a:prstGeom xmlns:a="http://schemas.openxmlformats.org/drawingml/2006/main" prst="rect">
            <a:avLst/>
          </a:prstGeom>
        </p:spPr>
      </p:pic>
      <p:sp>
        <p:nvSpPr>
          <p:cNvPr id="244" name="host-source-component-5">
            <a:extLst xmlns:a="http://schemas.openxmlformats.org/drawingml/2006/main">
              <a:ext uri="{FF2B5EF4-FFF2-40B4-BE49-F238E27FC236}">
                <a16:creationId xmlns:a16="http://schemas.microsoft.com/office/drawing/2014/main" id="{AF0F6660-EA22-45BE-9687-FFD25F8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900" y="2686050"/>
            <a:ext cx="142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26BC886-3E0D-4873-9358-E3F2D98F3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6796cbe5442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58475" y="2457450"/>
            <a:ext cx="200025" cy="800100"/>
          </a:xfrm>
          <a:prstGeom xmlns:a="http://schemas.openxmlformats.org/drawingml/2006/main" prst="rect">
            <a:avLst/>
          </a:prstGeom>
        </p:spPr>
      </p:pic>
      <p:sp>
        <p:nvSpPr>
          <p:cNvPr id="246" name="host-source-component-6">
            <a:extLst xmlns:a="http://schemas.openxmlformats.org/drawingml/2006/main">
              <a:ext uri="{FF2B5EF4-FFF2-40B4-BE49-F238E27FC236}">
                <a16:creationId xmlns:a16="http://schemas.microsoft.com/office/drawing/2014/main" id="{A4BBC102-BF9E-46E0-AE87-9231BD6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8475" y="2457450"/>
            <a:ext cx="2000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156473B-00B5-44A7-9FC8-0C728A52D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df886d51f4b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2725" y="2428875"/>
            <a:ext cx="171450" cy="857250"/>
          </a:xfrm>
          <a:prstGeom xmlns:a="http://schemas.openxmlformats.org/drawingml/2006/main" prst="rect">
            <a:avLst/>
          </a:prstGeom>
        </p:spPr>
      </p:pic>
      <p:sp>
        <p:nvSpPr>
          <p:cNvPr id="248" name="host-source-component-7">
            <a:extLst xmlns:a="http://schemas.openxmlformats.org/drawingml/2006/main">
              <a:ext uri="{FF2B5EF4-FFF2-40B4-BE49-F238E27FC236}">
                <a16:creationId xmlns:a16="http://schemas.microsoft.com/office/drawing/2014/main" id="{A8D22008-5651-4DA3-97DC-6CF8EC2B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2428875"/>
            <a:ext cx="171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099F609-3EF9-41D7-99D2-4E21DE567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22111fd4943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7025" y="2228850"/>
            <a:ext cx="142875" cy="1285875"/>
          </a:xfrm>
          <a:prstGeom xmlns:a="http://schemas.openxmlformats.org/drawingml/2006/main" prst="rect">
            <a:avLst/>
          </a:prstGeom>
        </p:spPr>
      </p:pic>
      <p:sp>
        <p:nvSpPr>
          <p:cNvPr id="250" name="host-source-component-8">
            <a:extLst xmlns:a="http://schemas.openxmlformats.org/drawingml/2006/main">
              <a:ext uri="{FF2B5EF4-FFF2-40B4-BE49-F238E27FC236}">
                <a16:creationId xmlns:a16="http://schemas.microsoft.com/office/drawing/2014/main" id="{8DCB1DBF-4DA7-473B-823B-2CA3FC6C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025" y="2228850"/>
            <a:ext cx="142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24C72D9-1408-4669-B581-676B8938ED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45275184b41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0" y="2571750"/>
            <a:ext cx="142875" cy="657225"/>
          </a:xfrm>
          <a:prstGeom xmlns:a="http://schemas.openxmlformats.org/drawingml/2006/main" prst="rect">
            <a:avLst/>
          </a:prstGeom>
        </p:spPr>
      </p:pic>
      <p:sp>
        <p:nvSpPr>
          <p:cNvPr id="252" name="host-source-component-9">
            <a:extLst xmlns:a="http://schemas.openxmlformats.org/drawingml/2006/main">
              <a:ext uri="{FF2B5EF4-FFF2-40B4-BE49-F238E27FC236}">
                <a16:creationId xmlns:a16="http://schemas.microsoft.com/office/drawing/2014/main" id="{153372B6-896F-473B-90FF-E561DDB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2571750"/>
            <a:ext cx="142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F779355-0FE2-4BBD-BDC2-E727E4F983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7ed98dcbb44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5625" y="2228850"/>
            <a:ext cx="200025" cy="1285875"/>
          </a:xfrm>
          <a:prstGeom xmlns:a="http://schemas.openxmlformats.org/drawingml/2006/main" prst="rect">
            <a:avLst/>
          </a:prstGeom>
        </p:spPr>
      </p:pic>
      <p:sp>
        <p:nvSpPr>
          <p:cNvPr id="254" name="host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DE9F1ED6-48D7-4B7E-A243-F06B704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625" y="2228850"/>
            <a:ext cx="2000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FE482AA-8E53-4FFA-AA0F-AFE1B7DD4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9a0e8ea9041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15650" y="2400300"/>
            <a:ext cx="142875" cy="1028700"/>
          </a:xfrm>
          <a:prstGeom xmlns:a="http://schemas.openxmlformats.org/drawingml/2006/main" prst="rect">
            <a:avLst/>
          </a:prstGeom>
        </p:spPr>
      </p:pic>
      <p:sp>
        <p:nvSpPr>
          <p:cNvPr id="256" name="host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061CDB60-BFCB-4871-B20C-23050C4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2400300"/>
            <a:ext cx="142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1EAD692F-F673-4FD8-B162-71958FA4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7346" y="2445432"/>
            <a:ext cx="71717" cy="73764"/>
          </a:xfrm>
          <a:custGeom xmlns:a="http://schemas.openxmlformats.org/drawingml/2006/main">
            <a:pathLst>
              <a:path w="71717" h="73764">
                <a:moveTo>
                  <a:pt x="0" y="36882"/>
                </a:moveTo>
                <a:cubicBezTo>
                  <a:pt x="0" y="16392"/>
                  <a:pt x="16222" y="0"/>
                  <a:pt x="35859" y="0"/>
                </a:cubicBezTo>
                <a:cubicBezTo>
                  <a:pt x="55667" y="0"/>
                  <a:pt x="71717" y="16392"/>
                  <a:pt x="71717" y="36882"/>
                </a:cubicBezTo>
                <a:cubicBezTo>
                  <a:pt x="71717" y="57202"/>
                  <a:pt x="55667" y="73764"/>
                  <a:pt x="35859" y="73764"/>
                </a:cubicBezTo>
                <a:cubicBezTo>
                  <a:pt x="16222" y="73764"/>
                  <a:pt x="0" y="57202"/>
                  <a:pt x="0" y="368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E0238B05-F056-4F58-A21D-22B345C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0271" y="2428357"/>
            <a:ext cx="106211" cy="108085"/>
          </a:xfrm>
          <a:custGeom xmlns:a="http://schemas.openxmlformats.org/drawingml/2006/main">
            <a:pathLst>
              <a:path w="106211" h="108085">
                <a:moveTo>
                  <a:pt x="0" y="53957"/>
                </a:moveTo>
                <a:lnTo>
                  <a:pt x="1195" y="43199"/>
                </a:lnTo>
                <a:lnTo>
                  <a:pt x="4099" y="33124"/>
                </a:lnTo>
                <a:lnTo>
                  <a:pt x="9050" y="23904"/>
                </a:lnTo>
                <a:lnTo>
                  <a:pt x="15368" y="15880"/>
                </a:lnTo>
                <a:lnTo>
                  <a:pt x="23223" y="9220"/>
                </a:lnTo>
                <a:lnTo>
                  <a:pt x="32443" y="4269"/>
                </a:lnTo>
                <a:lnTo>
                  <a:pt x="42177" y="1024"/>
                </a:lnTo>
                <a:lnTo>
                  <a:pt x="53105" y="0"/>
                </a:lnTo>
                <a:lnTo>
                  <a:pt x="63863" y="1024"/>
                </a:lnTo>
                <a:lnTo>
                  <a:pt x="73938" y="4269"/>
                </a:lnTo>
                <a:lnTo>
                  <a:pt x="82817" y="9220"/>
                </a:lnTo>
                <a:lnTo>
                  <a:pt x="90671" y="15880"/>
                </a:lnTo>
                <a:lnTo>
                  <a:pt x="97160" y="23904"/>
                </a:lnTo>
                <a:lnTo>
                  <a:pt x="102112" y="33124"/>
                </a:lnTo>
                <a:lnTo>
                  <a:pt x="105015" y="43199"/>
                </a:lnTo>
                <a:lnTo>
                  <a:pt x="106211" y="53957"/>
                </a:lnTo>
                <a:lnTo>
                  <a:pt x="105015" y="64714"/>
                </a:lnTo>
                <a:lnTo>
                  <a:pt x="102112" y="74788"/>
                </a:lnTo>
                <a:lnTo>
                  <a:pt x="97160" y="84010"/>
                </a:lnTo>
                <a:lnTo>
                  <a:pt x="90671" y="92034"/>
                </a:lnTo>
                <a:lnTo>
                  <a:pt x="82817" y="98694"/>
                </a:lnTo>
                <a:lnTo>
                  <a:pt x="73938" y="103645"/>
                </a:lnTo>
                <a:lnTo>
                  <a:pt x="63863" y="106889"/>
                </a:lnTo>
                <a:lnTo>
                  <a:pt x="53105" y="108085"/>
                </a:lnTo>
                <a:lnTo>
                  <a:pt x="42177" y="106889"/>
                </a:lnTo>
                <a:lnTo>
                  <a:pt x="32443" y="103645"/>
                </a:lnTo>
                <a:lnTo>
                  <a:pt x="23223" y="98694"/>
                </a:lnTo>
                <a:lnTo>
                  <a:pt x="15368" y="92034"/>
                </a:lnTo>
                <a:lnTo>
                  <a:pt x="9050" y="84010"/>
                </a:lnTo>
                <a:lnTo>
                  <a:pt x="4099" y="74788"/>
                </a:lnTo>
                <a:lnTo>
                  <a:pt x="1195" y="64714"/>
                </a:lnTo>
                <a:lnTo>
                  <a:pt x="0" y="53957"/>
                </a:lnTo>
                <a:moveTo>
                  <a:pt x="35005" y="59592"/>
                </a:moveTo>
                <a:lnTo>
                  <a:pt x="34322" y="56519"/>
                </a:lnTo>
                <a:lnTo>
                  <a:pt x="36371" y="63519"/>
                </a:lnTo>
                <a:lnTo>
                  <a:pt x="35175" y="60275"/>
                </a:lnTo>
                <a:lnTo>
                  <a:pt x="38419" y="66592"/>
                </a:lnTo>
                <a:lnTo>
                  <a:pt x="36713" y="64032"/>
                </a:lnTo>
                <a:lnTo>
                  <a:pt x="41152" y="69495"/>
                </a:lnTo>
                <a:lnTo>
                  <a:pt x="38761" y="67105"/>
                </a:lnTo>
                <a:lnTo>
                  <a:pt x="44055" y="71544"/>
                </a:lnTo>
                <a:lnTo>
                  <a:pt x="41152" y="69495"/>
                </a:lnTo>
                <a:lnTo>
                  <a:pt x="47299" y="72910"/>
                </a:lnTo>
                <a:lnTo>
                  <a:pt x="44397" y="71715"/>
                </a:lnTo>
                <a:lnTo>
                  <a:pt x="51057" y="73935"/>
                </a:lnTo>
                <a:lnTo>
                  <a:pt x="47641" y="73081"/>
                </a:lnTo>
                <a:lnTo>
                  <a:pt x="54813" y="73935"/>
                </a:lnTo>
                <a:lnTo>
                  <a:pt x="51226" y="73935"/>
                </a:lnTo>
                <a:lnTo>
                  <a:pt x="58399" y="73081"/>
                </a:lnTo>
                <a:lnTo>
                  <a:pt x="54984" y="73764"/>
                </a:lnTo>
                <a:lnTo>
                  <a:pt x="61815" y="71715"/>
                </a:lnTo>
                <a:lnTo>
                  <a:pt x="58740" y="72910"/>
                </a:lnTo>
                <a:lnTo>
                  <a:pt x="64888" y="69666"/>
                </a:lnTo>
                <a:lnTo>
                  <a:pt x="62156" y="71544"/>
                </a:lnTo>
                <a:lnTo>
                  <a:pt x="67449" y="66934"/>
                </a:lnTo>
                <a:lnTo>
                  <a:pt x="65058" y="69495"/>
                </a:lnTo>
                <a:lnTo>
                  <a:pt x="69497" y="64032"/>
                </a:lnTo>
                <a:lnTo>
                  <a:pt x="67791" y="66592"/>
                </a:lnTo>
                <a:lnTo>
                  <a:pt x="71035" y="60275"/>
                </a:lnTo>
                <a:lnTo>
                  <a:pt x="69839" y="63519"/>
                </a:lnTo>
                <a:lnTo>
                  <a:pt x="71888" y="56519"/>
                </a:lnTo>
                <a:lnTo>
                  <a:pt x="71206" y="59592"/>
                </a:lnTo>
                <a:lnTo>
                  <a:pt x="72059" y="52250"/>
                </a:lnTo>
                <a:lnTo>
                  <a:pt x="72059" y="55664"/>
                </a:lnTo>
                <a:lnTo>
                  <a:pt x="71206" y="48321"/>
                </a:lnTo>
                <a:lnTo>
                  <a:pt x="71888" y="51395"/>
                </a:lnTo>
                <a:lnTo>
                  <a:pt x="69839" y="44566"/>
                </a:lnTo>
                <a:lnTo>
                  <a:pt x="71035" y="47640"/>
                </a:lnTo>
                <a:lnTo>
                  <a:pt x="67791" y="41322"/>
                </a:lnTo>
                <a:lnTo>
                  <a:pt x="69497" y="43882"/>
                </a:lnTo>
                <a:lnTo>
                  <a:pt x="65058" y="38419"/>
                </a:lnTo>
                <a:lnTo>
                  <a:pt x="67449" y="40980"/>
                </a:lnTo>
                <a:lnTo>
                  <a:pt x="62156" y="36540"/>
                </a:lnTo>
                <a:lnTo>
                  <a:pt x="64888" y="38248"/>
                </a:lnTo>
                <a:lnTo>
                  <a:pt x="58740" y="35004"/>
                </a:lnTo>
                <a:lnTo>
                  <a:pt x="61815" y="36369"/>
                </a:lnTo>
                <a:lnTo>
                  <a:pt x="54984" y="34150"/>
                </a:lnTo>
                <a:lnTo>
                  <a:pt x="58399" y="34833"/>
                </a:lnTo>
                <a:lnTo>
                  <a:pt x="51226" y="34150"/>
                </a:lnTo>
                <a:lnTo>
                  <a:pt x="54813" y="34150"/>
                </a:lnTo>
                <a:lnTo>
                  <a:pt x="47641" y="34833"/>
                </a:lnTo>
                <a:lnTo>
                  <a:pt x="51057" y="34150"/>
                </a:lnTo>
                <a:lnTo>
                  <a:pt x="44397" y="36199"/>
                </a:lnTo>
                <a:lnTo>
                  <a:pt x="47299" y="35004"/>
                </a:lnTo>
                <a:lnTo>
                  <a:pt x="41152" y="38419"/>
                </a:lnTo>
                <a:lnTo>
                  <a:pt x="44055" y="36369"/>
                </a:lnTo>
                <a:lnTo>
                  <a:pt x="38761" y="40809"/>
                </a:lnTo>
                <a:lnTo>
                  <a:pt x="41152" y="38419"/>
                </a:lnTo>
                <a:lnTo>
                  <a:pt x="36713" y="43882"/>
                </a:lnTo>
                <a:lnTo>
                  <a:pt x="38419" y="41322"/>
                </a:lnTo>
                <a:lnTo>
                  <a:pt x="35175" y="47640"/>
                </a:lnTo>
                <a:lnTo>
                  <a:pt x="36371" y="44566"/>
                </a:lnTo>
                <a:lnTo>
                  <a:pt x="34322" y="51395"/>
                </a:lnTo>
                <a:lnTo>
                  <a:pt x="35005" y="48321"/>
                </a:lnTo>
                <a:lnTo>
                  <a:pt x="34151" y="55664"/>
                </a:lnTo>
                <a:lnTo>
                  <a:pt x="34151" y="52250"/>
                </a:lnTo>
                <a:lnTo>
                  <a:pt x="35005" y="59592"/>
                </a:lnTo>
              </a:path>
            </a:pathLst>
          </a:custGeom>
          <a:solidFill xmlns:a="http://schemas.openxmlformats.org/drawingml/2006/main">
            <a:srgbClr val="AA7F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EA10A9D-F712-4E76-B83F-7B98F1B9F0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f1483d4774e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44175" y="2514600"/>
            <a:ext cx="142875" cy="800100"/>
          </a:xfrm>
          <a:prstGeom xmlns:a="http://schemas.openxmlformats.org/drawingml/2006/main" prst="rect">
            <a:avLst/>
          </a:prstGeom>
        </p:spPr>
      </p:pic>
      <p:sp>
        <p:nvSpPr>
          <p:cNvPr id="260" name="host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CCD21085-9CDA-4968-BC8F-7717C94B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44175" y="2514600"/>
            <a:ext cx="14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1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3C028EDE-27D7-43CA-8224-48DFF71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9125" y="2824330"/>
            <a:ext cx="941208" cy="809026"/>
          </a:xfrm>
          <a:custGeom xmlns:a="http://schemas.openxmlformats.org/drawingml/2006/main">
            <a:pathLst>
              <a:path w="941208" h="809026">
                <a:moveTo>
                  <a:pt x="926523" y="0"/>
                </a:moveTo>
                <a:lnTo>
                  <a:pt x="931475" y="6831"/>
                </a:lnTo>
                <a:lnTo>
                  <a:pt x="935743" y="14857"/>
                </a:lnTo>
                <a:lnTo>
                  <a:pt x="938646" y="23564"/>
                </a:lnTo>
                <a:lnTo>
                  <a:pt x="940524" y="32614"/>
                </a:lnTo>
                <a:lnTo>
                  <a:pt x="941208" y="41835"/>
                </a:lnTo>
                <a:lnTo>
                  <a:pt x="940866" y="51226"/>
                </a:lnTo>
                <a:lnTo>
                  <a:pt x="939500" y="60789"/>
                </a:lnTo>
                <a:lnTo>
                  <a:pt x="937110" y="70352"/>
                </a:lnTo>
                <a:lnTo>
                  <a:pt x="933866" y="79914"/>
                </a:lnTo>
                <a:lnTo>
                  <a:pt x="929937" y="89476"/>
                </a:lnTo>
                <a:lnTo>
                  <a:pt x="924815" y="99038"/>
                </a:lnTo>
                <a:lnTo>
                  <a:pt x="919010" y="108429"/>
                </a:lnTo>
                <a:lnTo>
                  <a:pt x="912350" y="117479"/>
                </a:lnTo>
                <a:lnTo>
                  <a:pt x="904836" y="126529"/>
                </a:lnTo>
                <a:lnTo>
                  <a:pt x="888103" y="142750"/>
                </a:lnTo>
                <a:lnTo>
                  <a:pt x="602427" y="385048"/>
                </a:lnTo>
                <a:lnTo>
                  <a:pt x="602940" y="384536"/>
                </a:lnTo>
                <a:lnTo>
                  <a:pt x="586889" y="400244"/>
                </a:lnTo>
                <a:lnTo>
                  <a:pt x="587572" y="399391"/>
                </a:lnTo>
                <a:lnTo>
                  <a:pt x="580742" y="407757"/>
                </a:lnTo>
                <a:lnTo>
                  <a:pt x="581083" y="407246"/>
                </a:lnTo>
                <a:lnTo>
                  <a:pt x="574765" y="415783"/>
                </a:lnTo>
                <a:lnTo>
                  <a:pt x="575278" y="415101"/>
                </a:lnTo>
                <a:lnTo>
                  <a:pt x="569984" y="423808"/>
                </a:lnTo>
                <a:lnTo>
                  <a:pt x="570325" y="423126"/>
                </a:lnTo>
                <a:lnTo>
                  <a:pt x="565715" y="431834"/>
                </a:lnTo>
                <a:lnTo>
                  <a:pt x="566056" y="430980"/>
                </a:lnTo>
                <a:lnTo>
                  <a:pt x="562300" y="439859"/>
                </a:lnTo>
                <a:lnTo>
                  <a:pt x="562642" y="439177"/>
                </a:lnTo>
                <a:lnTo>
                  <a:pt x="559738" y="447885"/>
                </a:lnTo>
                <a:lnTo>
                  <a:pt x="559909" y="447031"/>
                </a:lnTo>
                <a:lnTo>
                  <a:pt x="557860" y="455569"/>
                </a:lnTo>
                <a:lnTo>
                  <a:pt x="558031" y="454545"/>
                </a:lnTo>
                <a:lnTo>
                  <a:pt x="557007" y="463082"/>
                </a:lnTo>
                <a:lnTo>
                  <a:pt x="557007" y="462227"/>
                </a:lnTo>
                <a:lnTo>
                  <a:pt x="556665" y="470424"/>
                </a:lnTo>
                <a:lnTo>
                  <a:pt x="556665" y="469058"/>
                </a:lnTo>
                <a:lnTo>
                  <a:pt x="557348" y="477083"/>
                </a:lnTo>
                <a:lnTo>
                  <a:pt x="557178" y="475718"/>
                </a:lnTo>
                <a:lnTo>
                  <a:pt x="558713" y="483401"/>
                </a:lnTo>
                <a:lnTo>
                  <a:pt x="558202" y="482036"/>
                </a:lnTo>
                <a:lnTo>
                  <a:pt x="560763" y="489206"/>
                </a:lnTo>
                <a:lnTo>
                  <a:pt x="560251" y="487840"/>
                </a:lnTo>
                <a:lnTo>
                  <a:pt x="563666" y="494500"/>
                </a:lnTo>
                <a:lnTo>
                  <a:pt x="562812" y="493133"/>
                </a:lnTo>
                <a:lnTo>
                  <a:pt x="567251" y="499281"/>
                </a:lnTo>
                <a:lnTo>
                  <a:pt x="551201" y="513113"/>
                </a:lnTo>
                <a:lnTo>
                  <a:pt x="545736" y="507648"/>
                </a:lnTo>
                <a:lnTo>
                  <a:pt x="546931" y="508673"/>
                </a:lnTo>
                <a:lnTo>
                  <a:pt x="540955" y="504233"/>
                </a:lnTo>
                <a:lnTo>
                  <a:pt x="542151" y="504915"/>
                </a:lnTo>
                <a:lnTo>
                  <a:pt x="535491" y="501330"/>
                </a:lnTo>
                <a:lnTo>
                  <a:pt x="536857" y="502013"/>
                </a:lnTo>
                <a:lnTo>
                  <a:pt x="529685" y="499281"/>
                </a:lnTo>
                <a:lnTo>
                  <a:pt x="530709" y="499622"/>
                </a:lnTo>
                <a:lnTo>
                  <a:pt x="523026" y="497745"/>
                </a:lnTo>
                <a:lnTo>
                  <a:pt x="524221" y="497916"/>
                </a:lnTo>
                <a:lnTo>
                  <a:pt x="516024" y="496891"/>
                </a:lnTo>
                <a:lnTo>
                  <a:pt x="517049" y="497062"/>
                </a:lnTo>
                <a:lnTo>
                  <a:pt x="508341" y="496720"/>
                </a:lnTo>
                <a:lnTo>
                  <a:pt x="509535" y="496720"/>
                </a:lnTo>
                <a:lnTo>
                  <a:pt x="500657" y="497403"/>
                </a:lnTo>
                <a:lnTo>
                  <a:pt x="501682" y="497233"/>
                </a:lnTo>
                <a:lnTo>
                  <a:pt x="492631" y="498768"/>
                </a:lnTo>
                <a:lnTo>
                  <a:pt x="493314" y="498597"/>
                </a:lnTo>
                <a:lnTo>
                  <a:pt x="483923" y="500989"/>
                </a:lnTo>
                <a:lnTo>
                  <a:pt x="484776" y="500647"/>
                </a:lnTo>
                <a:lnTo>
                  <a:pt x="475385" y="503721"/>
                </a:lnTo>
                <a:lnTo>
                  <a:pt x="476238" y="503380"/>
                </a:lnTo>
                <a:lnTo>
                  <a:pt x="466676" y="507477"/>
                </a:lnTo>
                <a:lnTo>
                  <a:pt x="467359" y="507136"/>
                </a:lnTo>
                <a:lnTo>
                  <a:pt x="457797" y="511746"/>
                </a:lnTo>
                <a:lnTo>
                  <a:pt x="458651" y="511404"/>
                </a:lnTo>
                <a:lnTo>
                  <a:pt x="449259" y="517039"/>
                </a:lnTo>
                <a:lnTo>
                  <a:pt x="449771" y="516698"/>
                </a:lnTo>
                <a:lnTo>
                  <a:pt x="440722" y="522845"/>
                </a:lnTo>
                <a:lnTo>
                  <a:pt x="441233" y="522504"/>
                </a:lnTo>
                <a:lnTo>
                  <a:pt x="432355" y="529504"/>
                </a:lnTo>
                <a:lnTo>
                  <a:pt x="432696" y="529333"/>
                </a:lnTo>
                <a:lnTo>
                  <a:pt x="147192" y="771631"/>
                </a:lnTo>
                <a:lnTo>
                  <a:pt x="137801" y="778974"/>
                </a:lnTo>
                <a:lnTo>
                  <a:pt x="128067" y="785633"/>
                </a:lnTo>
                <a:lnTo>
                  <a:pt x="118163" y="791439"/>
                </a:lnTo>
                <a:lnTo>
                  <a:pt x="108088" y="796561"/>
                </a:lnTo>
                <a:lnTo>
                  <a:pt x="97843" y="800830"/>
                </a:lnTo>
                <a:lnTo>
                  <a:pt x="87768" y="804246"/>
                </a:lnTo>
                <a:lnTo>
                  <a:pt x="77523" y="806636"/>
                </a:lnTo>
                <a:lnTo>
                  <a:pt x="67619" y="808172"/>
                </a:lnTo>
                <a:lnTo>
                  <a:pt x="57886" y="809026"/>
                </a:lnTo>
                <a:lnTo>
                  <a:pt x="48153" y="808856"/>
                </a:lnTo>
                <a:lnTo>
                  <a:pt x="38761" y="807490"/>
                </a:lnTo>
                <a:lnTo>
                  <a:pt x="29882" y="805440"/>
                </a:lnTo>
                <a:lnTo>
                  <a:pt x="21174" y="802025"/>
                </a:lnTo>
                <a:lnTo>
                  <a:pt x="13148" y="797757"/>
                </a:lnTo>
                <a:lnTo>
                  <a:pt x="5976" y="792293"/>
                </a:lnTo>
                <a:lnTo>
                  <a:pt x="0" y="786317"/>
                </a:lnTo>
                <a:lnTo>
                  <a:pt x="15196" y="771290"/>
                </a:lnTo>
                <a:lnTo>
                  <a:pt x="20491" y="776584"/>
                </a:lnTo>
                <a:lnTo>
                  <a:pt x="19466" y="775730"/>
                </a:lnTo>
                <a:lnTo>
                  <a:pt x="25443" y="780340"/>
                </a:lnTo>
                <a:lnTo>
                  <a:pt x="24076" y="779486"/>
                </a:lnTo>
                <a:lnTo>
                  <a:pt x="30736" y="783073"/>
                </a:lnTo>
                <a:lnTo>
                  <a:pt x="29540" y="782389"/>
                </a:lnTo>
                <a:lnTo>
                  <a:pt x="36883" y="785292"/>
                </a:lnTo>
                <a:lnTo>
                  <a:pt x="35346" y="784779"/>
                </a:lnTo>
                <a:lnTo>
                  <a:pt x="43201" y="786658"/>
                </a:lnTo>
                <a:lnTo>
                  <a:pt x="42176" y="786487"/>
                </a:lnTo>
                <a:lnTo>
                  <a:pt x="50373" y="787512"/>
                </a:lnTo>
                <a:lnTo>
                  <a:pt x="49178" y="787512"/>
                </a:lnTo>
                <a:lnTo>
                  <a:pt x="57716" y="787682"/>
                </a:lnTo>
                <a:lnTo>
                  <a:pt x="56691" y="787682"/>
                </a:lnTo>
                <a:lnTo>
                  <a:pt x="65570" y="786999"/>
                </a:lnTo>
                <a:lnTo>
                  <a:pt x="64717" y="787170"/>
                </a:lnTo>
                <a:lnTo>
                  <a:pt x="73767" y="785633"/>
                </a:lnTo>
                <a:lnTo>
                  <a:pt x="72912" y="785804"/>
                </a:lnTo>
                <a:lnTo>
                  <a:pt x="82305" y="783584"/>
                </a:lnTo>
                <a:lnTo>
                  <a:pt x="81450" y="783754"/>
                </a:lnTo>
                <a:lnTo>
                  <a:pt x="90842" y="780681"/>
                </a:lnTo>
                <a:lnTo>
                  <a:pt x="89988" y="781023"/>
                </a:lnTo>
                <a:lnTo>
                  <a:pt x="99550" y="777096"/>
                </a:lnTo>
                <a:lnTo>
                  <a:pt x="98868" y="777437"/>
                </a:lnTo>
                <a:lnTo>
                  <a:pt x="108088" y="772655"/>
                </a:lnTo>
                <a:lnTo>
                  <a:pt x="107577" y="772997"/>
                </a:lnTo>
                <a:lnTo>
                  <a:pt x="116968" y="767362"/>
                </a:lnTo>
                <a:lnTo>
                  <a:pt x="116285" y="767875"/>
                </a:lnTo>
                <a:lnTo>
                  <a:pt x="125335" y="761558"/>
                </a:lnTo>
                <a:lnTo>
                  <a:pt x="124823" y="761899"/>
                </a:lnTo>
                <a:lnTo>
                  <a:pt x="133872" y="754898"/>
                </a:lnTo>
                <a:lnTo>
                  <a:pt x="133531" y="755240"/>
                </a:lnTo>
                <a:lnTo>
                  <a:pt x="419035" y="512942"/>
                </a:lnTo>
                <a:lnTo>
                  <a:pt x="428427" y="505428"/>
                </a:lnTo>
                <a:lnTo>
                  <a:pt x="437989" y="498939"/>
                </a:lnTo>
                <a:lnTo>
                  <a:pt x="448064" y="492793"/>
                </a:lnTo>
                <a:lnTo>
                  <a:pt x="458138" y="487840"/>
                </a:lnTo>
                <a:lnTo>
                  <a:pt x="468384" y="483571"/>
                </a:lnTo>
                <a:lnTo>
                  <a:pt x="478458" y="480327"/>
                </a:lnTo>
                <a:lnTo>
                  <a:pt x="488704" y="477766"/>
                </a:lnTo>
                <a:lnTo>
                  <a:pt x="498608" y="476059"/>
                </a:lnTo>
                <a:lnTo>
                  <a:pt x="508512" y="475376"/>
                </a:lnTo>
                <a:lnTo>
                  <a:pt x="518074" y="475718"/>
                </a:lnTo>
                <a:lnTo>
                  <a:pt x="527465" y="476913"/>
                </a:lnTo>
                <a:lnTo>
                  <a:pt x="536516" y="478962"/>
                </a:lnTo>
                <a:lnTo>
                  <a:pt x="545054" y="482207"/>
                </a:lnTo>
                <a:lnTo>
                  <a:pt x="553078" y="486645"/>
                </a:lnTo>
                <a:lnTo>
                  <a:pt x="560251" y="492109"/>
                </a:lnTo>
                <a:lnTo>
                  <a:pt x="566227" y="497916"/>
                </a:lnTo>
                <a:lnTo>
                  <a:pt x="550005" y="511746"/>
                </a:lnTo>
                <a:lnTo>
                  <a:pt x="545054" y="505086"/>
                </a:lnTo>
                <a:lnTo>
                  <a:pt x="540955" y="497062"/>
                </a:lnTo>
                <a:lnTo>
                  <a:pt x="537882" y="488353"/>
                </a:lnTo>
                <a:lnTo>
                  <a:pt x="536003" y="479303"/>
                </a:lnTo>
                <a:lnTo>
                  <a:pt x="535320" y="470083"/>
                </a:lnTo>
                <a:lnTo>
                  <a:pt x="535662" y="460692"/>
                </a:lnTo>
                <a:lnTo>
                  <a:pt x="537028" y="451129"/>
                </a:lnTo>
                <a:lnTo>
                  <a:pt x="539248" y="441567"/>
                </a:lnTo>
                <a:lnTo>
                  <a:pt x="542492" y="432005"/>
                </a:lnTo>
                <a:lnTo>
                  <a:pt x="546591" y="422272"/>
                </a:lnTo>
                <a:lnTo>
                  <a:pt x="551542" y="412881"/>
                </a:lnTo>
                <a:lnTo>
                  <a:pt x="557348" y="403488"/>
                </a:lnTo>
                <a:lnTo>
                  <a:pt x="564007" y="394268"/>
                </a:lnTo>
                <a:lnTo>
                  <a:pt x="571520" y="385389"/>
                </a:lnTo>
                <a:lnTo>
                  <a:pt x="588425" y="368998"/>
                </a:lnTo>
                <a:lnTo>
                  <a:pt x="873930" y="126700"/>
                </a:lnTo>
                <a:lnTo>
                  <a:pt x="873417" y="127211"/>
                </a:lnTo>
                <a:lnTo>
                  <a:pt x="889639" y="111673"/>
                </a:lnTo>
                <a:lnTo>
                  <a:pt x="888786" y="112527"/>
                </a:lnTo>
                <a:lnTo>
                  <a:pt x="895786" y="104160"/>
                </a:lnTo>
                <a:lnTo>
                  <a:pt x="895274" y="104672"/>
                </a:lnTo>
                <a:lnTo>
                  <a:pt x="901592" y="96135"/>
                </a:lnTo>
                <a:lnTo>
                  <a:pt x="901080" y="96818"/>
                </a:lnTo>
                <a:lnTo>
                  <a:pt x="906544" y="88109"/>
                </a:lnTo>
                <a:lnTo>
                  <a:pt x="906203" y="88621"/>
                </a:lnTo>
                <a:lnTo>
                  <a:pt x="910812" y="79914"/>
                </a:lnTo>
                <a:lnTo>
                  <a:pt x="910301" y="80767"/>
                </a:lnTo>
                <a:lnTo>
                  <a:pt x="914057" y="72058"/>
                </a:lnTo>
                <a:lnTo>
                  <a:pt x="913886" y="72741"/>
                </a:lnTo>
                <a:lnTo>
                  <a:pt x="916789" y="64033"/>
                </a:lnTo>
                <a:lnTo>
                  <a:pt x="916448" y="64888"/>
                </a:lnTo>
                <a:lnTo>
                  <a:pt x="918668" y="56179"/>
                </a:lnTo>
                <a:lnTo>
                  <a:pt x="918497" y="57203"/>
                </a:lnTo>
                <a:lnTo>
                  <a:pt x="919692" y="48837"/>
                </a:lnTo>
                <a:lnTo>
                  <a:pt x="919521" y="49861"/>
                </a:lnTo>
                <a:lnTo>
                  <a:pt x="919863" y="41664"/>
                </a:lnTo>
                <a:lnTo>
                  <a:pt x="919863" y="42689"/>
                </a:lnTo>
                <a:lnTo>
                  <a:pt x="919351" y="34664"/>
                </a:lnTo>
                <a:lnTo>
                  <a:pt x="919521" y="36201"/>
                </a:lnTo>
                <a:lnTo>
                  <a:pt x="917985" y="28517"/>
                </a:lnTo>
                <a:lnTo>
                  <a:pt x="918326" y="30053"/>
                </a:lnTo>
                <a:lnTo>
                  <a:pt x="915766" y="22711"/>
                </a:lnTo>
                <a:lnTo>
                  <a:pt x="916448" y="24077"/>
                </a:lnTo>
                <a:lnTo>
                  <a:pt x="912862" y="17417"/>
                </a:lnTo>
                <a:lnTo>
                  <a:pt x="913716" y="18784"/>
                </a:lnTo>
                <a:lnTo>
                  <a:pt x="909277" y="12637"/>
                </a:lnTo>
                <a:lnTo>
                  <a:pt x="92652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F775D73D-002B-44A9-8F3F-7722F1CC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3198" y="3261629"/>
            <a:ext cx="546591" cy="428247"/>
          </a:xfrm>
          <a:custGeom xmlns:a="http://schemas.openxmlformats.org/drawingml/2006/main">
            <a:pathLst>
              <a:path w="546591" h="428247">
                <a:moveTo>
                  <a:pt x="77695" y="351749"/>
                </a:moveTo>
                <a:lnTo>
                  <a:pt x="101771" y="381973"/>
                </a:lnTo>
                <a:cubicBezTo>
                  <a:pt x="105698" y="386925"/>
                  <a:pt x="108431" y="389827"/>
                  <a:pt x="110138" y="390682"/>
                </a:cubicBezTo>
                <a:cubicBezTo>
                  <a:pt x="111675" y="391364"/>
                  <a:pt x="113554" y="391706"/>
                  <a:pt x="115945" y="391364"/>
                </a:cubicBezTo>
                <a:cubicBezTo>
                  <a:pt x="118334" y="391023"/>
                  <a:pt x="120725" y="389657"/>
                  <a:pt x="123457" y="387609"/>
                </a:cubicBezTo>
                <a:lnTo>
                  <a:pt x="126702" y="384876"/>
                </a:lnTo>
                <a:lnTo>
                  <a:pt x="128921" y="387609"/>
                </a:lnTo>
                <a:lnTo>
                  <a:pt x="77865" y="428247"/>
                </a:lnTo>
                <a:lnTo>
                  <a:pt x="75816" y="425686"/>
                </a:lnTo>
                <a:lnTo>
                  <a:pt x="79060" y="423124"/>
                </a:lnTo>
                <a:cubicBezTo>
                  <a:pt x="81793" y="420733"/>
                  <a:pt x="83671" y="418515"/>
                  <a:pt x="84696" y="416123"/>
                </a:cubicBezTo>
                <a:cubicBezTo>
                  <a:pt x="85378" y="414416"/>
                  <a:pt x="85378" y="412538"/>
                  <a:pt x="84696" y="410317"/>
                </a:cubicBezTo>
                <a:cubicBezTo>
                  <a:pt x="84354" y="408782"/>
                  <a:pt x="82134" y="405537"/>
                  <a:pt x="78378" y="400585"/>
                </a:cubicBezTo>
                <a:lnTo>
                  <a:pt x="27151" y="336382"/>
                </a:lnTo>
                <a:cubicBezTo>
                  <a:pt x="23053" y="331430"/>
                  <a:pt x="20320" y="328528"/>
                  <a:pt x="18784" y="327674"/>
                </a:cubicBezTo>
                <a:cubicBezTo>
                  <a:pt x="17417" y="326820"/>
                  <a:pt x="15369" y="326650"/>
                  <a:pt x="12978" y="326991"/>
                </a:cubicBezTo>
                <a:cubicBezTo>
                  <a:pt x="10757" y="327332"/>
                  <a:pt x="8197" y="328699"/>
                  <a:pt x="5464" y="330747"/>
                </a:cubicBezTo>
                <a:lnTo>
                  <a:pt x="2220" y="333308"/>
                </a:lnTo>
                <a:lnTo>
                  <a:pt x="0" y="330747"/>
                </a:lnTo>
                <a:lnTo>
                  <a:pt x="51056" y="290108"/>
                </a:lnTo>
                <a:lnTo>
                  <a:pt x="53276" y="292669"/>
                </a:lnTo>
                <a:lnTo>
                  <a:pt x="50032" y="295231"/>
                </a:lnTo>
                <a:cubicBezTo>
                  <a:pt x="47129" y="297450"/>
                  <a:pt x="45251" y="299841"/>
                  <a:pt x="44397" y="302232"/>
                </a:cubicBezTo>
                <a:cubicBezTo>
                  <a:pt x="43544" y="303939"/>
                  <a:pt x="43544" y="305817"/>
                  <a:pt x="44055" y="308038"/>
                </a:cubicBezTo>
                <a:cubicBezTo>
                  <a:pt x="44568" y="309574"/>
                  <a:pt x="46618" y="312819"/>
                  <a:pt x="50544" y="317770"/>
                </a:cubicBezTo>
                <a:lnTo>
                  <a:pt x="72571" y="345432"/>
                </a:lnTo>
                <a:lnTo>
                  <a:pt x="107065" y="317941"/>
                </a:lnTo>
                <a:lnTo>
                  <a:pt x="85038" y="290279"/>
                </a:lnTo>
                <a:cubicBezTo>
                  <a:pt x="81109" y="285327"/>
                  <a:pt x="78378" y="282424"/>
                  <a:pt x="76841" y="281570"/>
                </a:cubicBezTo>
                <a:cubicBezTo>
                  <a:pt x="75304" y="280717"/>
                  <a:pt x="73255" y="280547"/>
                  <a:pt x="70865" y="280888"/>
                </a:cubicBezTo>
                <a:cubicBezTo>
                  <a:pt x="68644" y="281228"/>
                  <a:pt x="66082" y="282424"/>
                  <a:pt x="63351" y="284644"/>
                </a:cubicBezTo>
                <a:lnTo>
                  <a:pt x="60107" y="287205"/>
                </a:lnTo>
                <a:lnTo>
                  <a:pt x="58058" y="284473"/>
                </a:lnTo>
                <a:lnTo>
                  <a:pt x="108943" y="243834"/>
                </a:lnTo>
                <a:lnTo>
                  <a:pt x="110991" y="246567"/>
                </a:lnTo>
                <a:lnTo>
                  <a:pt x="107918" y="249127"/>
                </a:lnTo>
                <a:cubicBezTo>
                  <a:pt x="105015" y="251347"/>
                  <a:pt x="103138" y="253738"/>
                  <a:pt x="102283" y="255958"/>
                </a:cubicBezTo>
                <a:cubicBezTo>
                  <a:pt x="101600" y="257665"/>
                  <a:pt x="101430" y="259714"/>
                  <a:pt x="102113" y="261763"/>
                </a:cubicBezTo>
                <a:cubicBezTo>
                  <a:pt x="102454" y="263471"/>
                  <a:pt x="104674" y="266715"/>
                  <a:pt x="108431" y="271496"/>
                </a:cubicBezTo>
                <a:lnTo>
                  <a:pt x="159657" y="335699"/>
                </a:lnTo>
                <a:cubicBezTo>
                  <a:pt x="163756" y="340652"/>
                  <a:pt x="166487" y="343554"/>
                  <a:pt x="168025" y="344408"/>
                </a:cubicBezTo>
                <a:cubicBezTo>
                  <a:pt x="169391" y="345261"/>
                  <a:pt x="171440" y="345432"/>
                  <a:pt x="173830" y="345091"/>
                </a:cubicBezTo>
                <a:cubicBezTo>
                  <a:pt x="176221" y="344750"/>
                  <a:pt x="178782" y="343554"/>
                  <a:pt x="181514" y="341334"/>
                </a:cubicBezTo>
                <a:lnTo>
                  <a:pt x="184587" y="338773"/>
                </a:lnTo>
                <a:lnTo>
                  <a:pt x="186807" y="341505"/>
                </a:lnTo>
                <a:lnTo>
                  <a:pt x="135751" y="382144"/>
                </a:lnTo>
                <a:lnTo>
                  <a:pt x="133703" y="379411"/>
                </a:lnTo>
                <a:lnTo>
                  <a:pt x="136776" y="376851"/>
                </a:lnTo>
                <a:cubicBezTo>
                  <a:pt x="139679" y="374631"/>
                  <a:pt x="141557" y="372241"/>
                  <a:pt x="142411" y="370020"/>
                </a:cubicBezTo>
                <a:cubicBezTo>
                  <a:pt x="143265" y="368313"/>
                  <a:pt x="143265" y="366265"/>
                  <a:pt x="142753" y="364214"/>
                </a:cubicBezTo>
                <a:cubicBezTo>
                  <a:pt x="142240" y="362507"/>
                  <a:pt x="140192" y="359263"/>
                  <a:pt x="136264" y="354482"/>
                </a:cubicBezTo>
                <a:lnTo>
                  <a:pt x="112187" y="324259"/>
                </a:lnTo>
                <a:lnTo>
                  <a:pt x="77695" y="351749"/>
                </a:lnTo>
                <a:moveTo>
                  <a:pt x="206445" y="215661"/>
                </a:moveTo>
                <a:lnTo>
                  <a:pt x="248451" y="268423"/>
                </a:lnTo>
                <a:cubicBezTo>
                  <a:pt x="252549" y="273545"/>
                  <a:pt x="255623" y="276277"/>
                  <a:pt x="257501" y="276789"/>
                </a:cubicBezTo>
                <a:cubicBezTo>
                  <a:pt x="259550" y="277302"/>
                  <a:pt x="262112" y="276619"/>
                  <a:pt x="265356" y="274570"/>
                </a:cubicBezTo>
                <a:lnTo>
                  <a:pt x="267405" y="277131"/>
                </a:lnTo>
                <a:lnTo>
                  <a:pt x="239913" y="298988"/>
                </a:lnTo>
                <a:lnTo>
                  <a:pt x="232740" y="290108"/>
                </a:lnTo>
                <a:cubicBezTo>
                  <a:pt x="232570" y="296426"/>
                  <a:pt x="231546" y="301891"/>
                  <a:pt x="229838" y="306159"/>
                </a:cubicBezTo>
                <a:cubicBezTo>
                  <a:pt x="227960" y="310428"/>
                  <a:pt x="225057" y="314184"/>
                  <a:pt x="221129" y="317429"/>
                </a:cubicBezTo>
                <a:cubicBezTo>
                  <a:pt x="217373" y="320332"/>
                  <a:pt x="212934" y="321868"/>
                  <a:pt x="208152" y="321868"/>
                </a:cubicBezTo>
                <a:cubicBezTo>
                  <a:pt x="203371" y="322039"/>
                  <a:pt x="199273" y="320843"/>
                  <a:pt x="195687" y="318453"/>
                </a:cubicBezTo>
                <a:cubicBezTo>
                  <a:pt x="192272" y="316233"/>
                  <a:pt x="187491" y="311111"/>
                  <a:pt x="181173" y="303426"/>
                </a:cubicBezTo>
                <a:lnTo>
                  <a:pt x="159998" y="276619"/>
                </a:lnTo>
                <a:cubicBezTo>
                  <a:pt x="155901" y="271667"/>
                  <a:pt x="152827" y="268764"/>
                  <a:pt x="150949" y="268252"/>
                </a:cubicBezTo>
                <a:cubicBezTo>
                  <a:pt x="149071" y="267740"/>
                  <a:pt x="146338" y="268593"/>
                  <a:pt x="143094" y="270471"/>
                </a:cubicBezTo>
                <a:lnTo>
                  <a:pt x="141045" y="267911"/>
                </a:lnTo>
                <a:lnTo>
                  <a:pt x="168366" y="246054"/>
                </a:lnTo>
                <a:lnTo>
                  <a:pt x="205078" y="291986"/>
                </a:lnTo>
                <a:cubicBezTo>
                  <a:pt x="208835" y="296768"/>
                  <a:pt x="211567" y="299670"/>
                  <a:pt x="213105" y="300695"/>
                </a:cubicBezTo>
                <a:cubicBezTo>
                  <a:pt x="214811" y="301720"/>
                  <a:pt x="216349" y="302232"/>
                  <a:pt x="217885" y="302232"/>
                </a:cubicBezTo>
                <a:cubicBezTo>
                  <a:pt x="219423" y="302062"/>
                  <a:pt x="220787" y="301549"/>
                  <a:pt x="222154" y="300524"/>
                </a:cubicBezTo>
                <a:cubicBezTo>
                  <a:pt x="223862" y="299158"/>
                  <a:pt x="225057" y="297450"/>
                  <a:pt x="225741" y="295402"/>
                </a:cubicBezTo>
                <a:cubicBezTo>
                  <a:pt x="226594" y="292669"/>
                  <a:pt x="226936" y="288230"/>
                  <a:pt x="226594" y="282424"/>
                </a:cubicBezTo>
                <a:lnTo>
                  <a:pt x="197907" y="246396"/>
                </a:lnTo>
                <a:cubicBezTo>
                  <a:pt x="193809" y="241273"/>
                  <a:pt x="190905" y="238540"/>
                  <a:pt x="188857" y="238029"/>
                </a:cubicBezTo>
                <a:cubicBezTo>
                  <a:pt x="186978" y="237517"/>
                  <a:pt x="184417" y="238200"/>
                  <a:pt x="181173" y="240249"/>
                </a:cubicBezTo>
                <a:lnTo>
                  <a:pt x="178953" y="237517"/>
                </a:lnTo>
                <a:lnTo>
                  <a:pt x="206445" y="215661"/>
                </a:lnTo>
                <a:moveTo>
                  <a:pt x="251012" y="180143"/>
                </a:moveTo>
                <a:lnTo>
                  <a:pt x="258183" y="189023"/>
                </a:lnTo>
                <a:cubicBezTo>
                  <a:pt x="258525" y="182022"/>
                  <a:pt x="259720" y="176387"/>
                  <a:pt x="261599" y="172289"/>
                </a:cubicBezTo>
                <a:cubicBezTo>
                  <a:pt x="263476" y="168191"/>
                  <a:pt x="266209" y="164604"/>
                  <a:pt x="269965" y="161702"/>
                </a:cubicBezTo>
                <a:cubicBezTo>
                  <a:pt x="274406" y="158287"/>
                  <a:pt x="278845" y="156409"/>
                  <a:pt x="283285" y="156067"/>
                </a:cubicBezTo>
                <a:cubicBezTo>
                  <a:pt x="287896" y="155726"/>
                  <a:pt x="292506" y="156922"/>
                  <a:pt x="297458" y="159824"/>
                </a:cubicBezTo>
                <a:cubicBezTo>
                  <a:pt x="297799" y="152482"/>
                  <a:pt x="298995" y="146335"/>
                  <a:pt x="301043" y="141725"/>
                </a:cubicBezTo>
                <a:cubicBezTo>
                  <a:pt x="302921" y="136943"/>
                  <a:pt x="305996" y="133016"/>
                  <a:pt x="309752" y="129943"/>
                </a:cubicBezTo>
                <a:cubicBezTo>
                  <a:pt x="314362" y="126356"/>
                  <a:pt x="318972" y="124478"/>
                  <a:pt x="323413" y="124308"/>
                </a:cubicBezTo>
                <a:cubicBezTo>
                  <a:pt x="327852" y="124308"/>
                  <a:pt x="331950" y="125503"/>
                  <a:pt x="335707" y="127893"/>
                </a:cubicBezTo>
                <a:cubicBezTo>
                  <a:pt x="339292" y="130284"/>
                  <a:pt x="344074" y="135065"/>
                  <a:pt x="349879" y="142236"/>
                </a:cubicBezTo>
                <a:lnTo>
                  <a:pt x="371737" y="169899"/>
                </a:lnTo>
                <a:cubicBezTo>
                  <a:pt x="376005" y="175021"/>
                  <a:pt x="378908" y="177924"/>
                  <a:pt x="380957" y="178437"/>
                </a:cubicBezTo>
                <a:cubicBezTo>
                  <a:pt x="382836" y="178949"/>
                  <a:pt x="385397" y="178095"/>
                  <a:pt x="388641" y="176217"/>
                </a:cubicBezTo>
                <a:lnTo>
                  <a:pt x="390861" y="178778"/>
                </a:lnTo>
                <a:lnTo>
                  <a:pt x="356028" y="206439"/>
                </a:lnTo>
                <a:lnTo>
                  <a:pt x="353978" y="203879"/>
                </a:lnTo>
                <a:cubicBezTo>
                  <a:pt x="356539" y="201487"/>
                  <a:pt x="357734" y="198755"/>
                  <a:pt x="357392" y="195852"/>
                </a:cubicBezTo>
                <a:cubicBezTo>
                  <a:pt x="357392" y="193975"/>
                  <a:pt x="355344" y="190559"/>
                  <a:pt x="351587" y="185949"/>
                </a:cubicBezTo>
                <a:lnTo>
                  <a:pt x="328535" y="157093"/>
                </a:lnTo>
                <a:cubicBezTo>
                  <a:pt x="323754" y="150945"/>
                  <a:pt x="320510" y="147360"/>
                  <a:pt x="318803" y="146164"/>
                </a:cubicBezTo>
                <a:cubicBezTo>
                  <a:pt x="316924" y="144969"/>
                  <a:pt x="315216" y="144286"/>
                  <a:pt x="313510" y="144286"/>
                </a:cubicBezTo>
                <a:cubicBezTo>
                  <a:pt x="311972" y="144286"/>
                  <a:pt x="310435" y="144969"/>
                  <a:pt x="309069" y="145993"/>
                </a:cubicBezTo>
                <a:cubicBezTo>
                  <a:pt x="306850" y="147700"/>
                  <a:pt x="305483" y="150091"/>
                  <a:pt x="304459" y="153335"/>
                </a:cubicBezTo>
                <a:cubicBezTo>
                  <a:pt x="303605" y="156409"/>
                  <a:pt x="303263" y="160507"/>
                  <a:pt x="303605" y="165117"/>
                </a:cubicBezTo>
                <a:lnTo>
                  <a:pt x="332292" y="201316"/>
                </a:lnTo>
                <a:cubicBezTo>
                  <a:pt x="336219" y="206099"/>
                  <a:pt x="339122" y="208830"/>
                  <a:pt x="340830" y="209513"/>
                </a:cubicBezTo>
                <a:cubicBezTo>
                  <a:pt x="343392" y="210367"/>
                  <a:pt x="346294" y="209684"/>
                  <a:pt x="349539" y="207463"/>
                </a:cubicBezTo>
                <a:lnTo>
                  <a:pt x="351587" y="210026"/>
                </a:lnTo>
                <a:lnTo>
                  <a:pt x="316754" y="237688"/>
                </a:lnTo>
                <a:lnTo>
                  <a:pt x="314703" y="235125"/>
                </a:lnTo>
                <a:cubicBezTo>
                  <a:pt x="316583" y="233589"/>
                  <a:pt x="317607" y="231881"/>
                  <a:pt x="318119" y="230174"/>
                </a:cubicBezTo>
                <a:cubicBezTo>
                  <a:pt x="318461" y="228467"/>
                  <a:pt x="318290" y="226930"/>
                  <a:pt x="317778" y="225564"/>
                </a:cubicBezTo>
                <a:cubicBezTo>
                  <a:pt x="317266" y="224027"/>
                  <a:pt x="315387" y="221295"/>
                  <a:pt x="312143" y="217367"/>
                </a:cubicBezTo>
                <a:lnTo>
                  <a:pt x="289090" y="188511"/>
                </a:lnTo>
                <a:cubicBezTo>
                  <a:pt x="284309" y="182364"/>
                  <a:pt x="281065" y="178778"/>
                  <a:pt x="279358" y="177582"/>
                </a:cubicBezTo>
                <a:cubicBezTo>
                  <a:pt x="277650" y="176387"/>
                  <a:pt x="275772" y="175875"/>
                  <a:pt x="274065" y="175875"/>
                </a:cubicBezTo>
                <a:cubicBezTo>
                  <a:pt x="272185" y="175875"/>
                  <a:pt x="270649" y="176558"/>
                  <a:pt x="269283" y="177582"/>
                </a:cubicBezTo>
                <a:cubicBezTo>
                  <a:pt x="267405" y="179120"/>
                  <a:pt x="266038" y="180997"/>
                  <a:pt x="265356" y="183217"/>
                </a:cubicBezTo>
                <a:cubicBezTo>
                  <a:pt x="264160" y="186461"/>
                  <a:pt x="263818" y="190901"/>
                  <a:pt x="264160" y="196536"/>
                </a:cubicBezTo>
                <a:lnTo>
                  <a:pt x="293018" y="232736"/>
                </a:lnTo>
                <a:cubicBezTo>
                  <a:pt x="296774" y="237517"/>
                  <a:pt x="299678" y="240249"/>
                  <a:pt x="301897" y="240932"/>
                </a:cubicBezTo>
                <a:cubicBezTo>
                  <a:pt x="304117" y="241785"/>
                  <a:pt x="306679" y="241102"/>
                  <a:pt x="309923" y="239053"/>
                </a:cubicBezTo>
                <a:lnTo>
                  <a:pt x="311972" y="241614"/>
                </a:lnTo>
                <a:lnTo>
                  <a:pt x="277308" y="269276"/>
                </a:lnTo>
                <a:lnTo>
                  <a:pt x="275259" y="266715"/>
                </a:lnTo>
                <a:cubicBezTo>
                  <a:pt x="277821" y="264154"/>
                  <a:pt x="279187" y="261593"/>
                  <a:pt x="279016" y="259032"/>
                </a:cubicBezTo>
                <a:cubicBezTo>
                  <a:pt x="279016" y="257324"/>
                  <a:pt x="276967" y="253909"/>
                  <a:pt x="272869" y="248787"/>
                </a:cubicBezTo>
                <a:lnTo>
                  <a:pt x="242474" y="210708"/>
                </a:lnTo>
                <a:cubicBezTo>
                  <a:pt x="238547" y="205757"/>
                  <a:pt x="235473" y="202854"/>
                  <a:pt x="233594" y="202341"/>
                </a:cubicBezTo>
                <a:cubicBezTo>
                  <a:pt x="231717" y="201829"/>
                  <a:pt x="228985" y="202683"/>
                  <a:pt x="225741" y="204561"/>
                </a:cubicBezTo>
                <a:lnTo>
                  <a:pt x="223691" y="201999"/>
                </a:lnTo>
                <a:lnTo>
                  <a:pt x="251012" y="180143"/>
                </a:lnTo>
                <a:moveTo>
                  <a:pt x="429282" y="131820"/>
                </a:moveTo>
                <a:cubicBezTo>
                  <a:pt x="426891" y="145481"/>
                  <a:pt x="422451" y="155043"/>
                  <a:pt x="415963" y="160166"/>
                </a:cubicBezTo>
                <a:cubicBezTo>
                  <a:pt x="412034" y="163240"/>
                  <a:pt x="407937" y="164604"/>
                  <a:pt x="403326" y="164093"/>
                </a:cubicBezTo>
                <a:cubicBezTo>
                  <a:pt x="398717" y="163580"/>
                  <a:pt x="394959" y="161531"/>
                  <a:pt x="392057" y="157605"/>
                </a:cubicBezTo>
                <a:cubicBezTo>
                  <a:pt x="387958" y="152482"/>
                  <a:pt x="386422" y="146164"/>
                  <a:pt x="387616" y="138480"/>
                </a:cubicBezTo>
                <a:cubicBezTo>
                  <a:pt x="388641" y="130967"/>
                  <a:pt x="393934" y="117819"/>
                  <a:pt x="403326" y="99208"/>
                </a:cubicBezTo>
                <a:lnTo>
                  <a:pt x="398033" y="92377"/>
                </a:lnTo>
                <a:cubicBezTo>
                  <a:pt x="393934" y="87255"/>
                  <a:pt x="391032" y="84352"/>
                  <a:pt x="389495" y="83497"/>
                </a:cubicBezTo>
                <a:cubicBezTo>
                  <a:pt x="387787" y="82473"/>
                  <a:pt x="385910" y="82303"/>
                  <a:pt x="383519" y="82473"/>
                </a:cubicBezTo>
                <a:cubicBezTo>
                  <a:pt x="381299" y="82644"/>
                  <a:pt x="379079" y="83668"/>
                  <a:pt x="377201" y="85205"/>
                </a:cubicBezTo>
                <a:cubicBezTo>
                  <a:pt x="374128" y="87596"/>
                  <a:pt x="372078" y="90328"/>
                  <a:pt x="371224" y="93402"/>
                </a:cubicBezTo>
                <a:cubicBezTo>
                  <a:pt x="370712" y="95279"/>
                  <a:pt x="370883" y="96646"/>
                  <a:pt x="371737" y="97841"/>
                </a:cubicBezTo>
                <a:cubicBezTo>
                  <a:pt x="372590" y="98866"/>
                  <a:pt x="374128" y="99548"/>
                  <a:pt x="376688" y="100060"/>
                </a:cubicBezTo>
                <a:cubicBezTo>
                  <a:pt x="380275" y="100572"/>
                  <a:pt x="382665" y="101939"/>
                  <a:pt x="384202" y="103817"/>
                </a:cubicBezTo>
                <a:cubicBezTo>
                  <a:pt x="386081" y="106207"/>
                  <a:pt x="386764" y="108770"/>
                  <a:pt x="386422" y="111843"/>
                </a:cubicBezTo>
                <a:cubicBezTo>
                  <a:pt x="385910" y="114917"/>
                  <a:pt x="384372" y="117648"/>
                  <a:pt x="381469" y="119868"/>
                </a:cubicBezTo>
                <a:cubicBezTo>
                  <a:pt x="378567" y="122258"/>
                  <a:pt x="375152" y="123454"/>
                  <a:pt x="371737" y="123112"/>
                </a:cubicBezTo>
                <a:cubicBezTo>
                  <a:pt x="368322" y="122942"/>
                  <a:pt x="365590" y="121746"/>
                  <a:pt x="363540" y="119185"/>
                </a:cubicBezTo>
                <a:cubicBezTo>
                  <a:pt x="360808" y="115769"/>
                  <a:pt x="359613" y="111330"/>
                  <a:pt x="359784" y="106037"/>
                </a:cubicBezTo>
                <a:cubicBezTo>
                  <a:pt x="359954" y="100743"/>
                  <a:pt x="361833" y="95279"/>
                  <a:pt x="365419" y="89645"/>
                </a:cubicBezTo>
                <a:cubicBezTo>
                  <a:pt x="369005" y="84181"/>
                  <a:pt x="373444" y="79228"/>
                  <a:pt x="378737" y="74960"/>
                </a:cubicBezTo>
                <a:cubicBezTo>
                  <a:pt x="385056" y="69837"/>
                  <a:pt x="391203" y="67276"/>
                  <a:pt x="397008" y="66934"/>
                </a:cubicBezTo>
                <a:cubicBezTo>
                  <a:pt x="402985" y="66763"/>
                  <a:pt x="407766" y="67788"/>
                  <a:pt x="411353" y="70008"/>
                </a:cubicBezTo>
                <a:cubicBezTo>
                  <a:pt x="413572" y="71546"/>
                  <a:pt x="417670" y="75814"/>
                  <a:pt x="423476" y="83157"/>
                </a:cubicBezTo>
                <a:lnTo>
                  <a:pt x="444308" y="109281"/>
                </a:lnTo>
                <a:cubicBezTo>
                  <a:pt x="446699" y="112354"/>
                  <a:pt x="448406" y="114234"/>
                  <a:pt x="449259" y="114746"/>
                </a:cubicBezTo>
                <a:cubicBezTo>
                  <a:pt x="450114" y="115429"/>
                  <a:pt x="450968" y="115598"/>
                  <a:pt x="451821" y="115598"/>
                </a:cubicBezTo>
                <a:cubicBezTo>
                  <a:pt x="452504" y="115598"/>
                  <a:pt x="453188" y="115429"/>
                  <a:pt x="453871" y="114917"/>
                </a:cubicBezTo>
                <a:cubicBezTo>
                  <a:pt x="455066" y="113892"/>
                  <a:pt x="455577" y="112014"/>
                  <a:pt x="455577" y="109281"/>
                </a:cubicBezTo>
                <a:lnTo>
                  <a:pt x="458993" y="109281"/>
                </a:lnTo>
                <a:cubicBezTo>
                  <a:pt x="459506" y="114746"/>
                  <a:pt x="459164" y="119185"/>
                  <a:pt x="457797" y="122942"/>
                </a:cubicBezTo>
                <a:cubicBezTo>
                  <a:pt x="456432" y="126527"/>
                  <a:pt x="454212" y="129601"/>
                  <a:pt x="450968" y="132333"/>
                </a:cubicBezTo>
                <a:cubicBezTo>
                  <a:pt x="447211" y="135407"/>
                  <a:pt x="443454" y="136773"/>
                  <a:pt x="439868" y="136773"/>
                </a:cubicBezTo>
                <a:cubicBezTo>
                  <a:pt x="436283" y="136602"/>
                  <a:pt x="432697" y="135065"/>
                  <a:pt x="429282" y="131820"/>
                </a:cubicBezTo>
                <a:moveTo>
                  <a:pt x="425183" y="126527"/>
                </a:moveTo>
                <a:lnTo>
                  <a:pt x="407254" y="103988"/>
                </a:lnTo>
                <a:cubicBezTo>
                  <a:pt x="404181" y="112014"/>
                  <a:pt x="402643" y="119014"/>
                  <a:pt x="402985" y="125161"/>
                </a:cubicBezTo>
                <a:cubicBezTo>
                  <a:pt x="403156" y="129260"/>
                  <a:pt x="404351" y="132674"/>
                  <a:pt x="406400" y="135236"/>
                </a:cubicBezTo>
                <a:cubicBezTo>
                  <a:pt x="408108" y="137455"/>
                  <a:pt x="410499" y="138822"/>
                  <a:pt x="413401" y="139163"/>
                </a:cubicBezTo>
                <a:cubicBezTo>
                  <a:pt x="415621" y="139505"/>
                  <a:pt x="417841" y="138822"/>
                  <a:pt x="420061" y="137113"/>
                </a:cubicBezTo>
                <a:cubicBezTo>
                  <a:pt x="422451" y="135236"/>
                  <a:pt x="424159" y="131649"/>
                  <a:pt x="425183" y="126527"/>
                </a:cubicBezTo>
                <a:moveTo>
                  <a:pt x="447724" y="23222"/>
                </a:moveTo>
                <a:lnTo>
                  <a:pt x="454552" y="31931"/>
                </a:lnTo>
                <a:cubicBezTo>
                  <a:pt x="455066" y="25442"/>
                  <a:pt x="456261" y="20148"/>
                  <a:pt x="457968" y="15880"/>
                </a:cubicBezTo>
                <a:cubicBezTo>
                  <a:pt x="459847" y="11611"/>
                  <a:pt x="462579" y="8195"/>
                  <a:pt x="466165" y="5293"/>
                </a:cubicBezTo>
                <a:cubicBezTo>
                  <a:pt x="470604" y="1707"/>
                  <a:pt x="475215" y="0"/>
                  <a:pt x="479997" y="171"/>
                </a:cubicBezTo>
                <a:cubicBezTo>
                  <a:pt x="484777" y="341"/>
                  <a:pt x="489046" y="1878"/>
                  <a:pt x="492973" y="4610"/>
                </a:cubicBezTo>
                <a:cubicBezTo>
                  <a:pt x="495877" y="6830"/>
                  <a:pt x="500486" y="11782"/>
                  <a:pt x="506634" y="19465"/>
                </a:cubicBezTo>
                <a:lnTo>
                  <a:pt x="527466" y="45590"/>
                </a:lnTo>
                <a:cubicBezTo>
                  <a:pt x="531735" y="50884"/>
                  <a:pt x="534638" y="53616"/>
                  <a:pt x="536686" y="54299"/>
                </a:cubicBezTo>
                <a:cubicBezTo>
                  <a:pt x="538566" y="54811"/>
                  <a:pt x="541126" y="53957"/>
                  <a:pt x="544371" y="51908"/>
                </a:cubicBezTo>
                <a:lnTo>
                  <a:pt x="546591" y="54470"/>
                </a:lnTo>
                <a:lnTo>
                  <a:pt x="512439" y="81619"/>
                </a:lnTo>
                <a:lnTo>
                  <a:pt x="510391" y="79058"/>
                </a:lnTo>
                <a:cubicBezTo>
                  <a:pt x="512610" y="76668"/>
                  <a:pt x="513635" y="74277"/>
                  <a:pt x="513293" y="71546"/>
                </a:cubicBezTo>
                <a:cubicBezTo>
                  <a:pt x="513123" y="69837"/>
                  <a:pt x="511244" y="66422"/>
                  <a:pt x="507317" y="61812"/>
                </a:cubicBezTo>
                <a:lnTo>
                  <a:pt x="483582" y="31760"/>
                </a:lnTo>
                <a:cubicBezTo>
                  <a:pt x="479142" y="26295"/>
                  <a:pt x="476068" y="23051"/>
                  <a:pt x="474532" y="21856"/>
                </a:cubicBezTo>
                <a:cubicBezTo>
                  <a:pt x="472995" y="20831"/>
                  <a:pt x="471288" y="20319"/>
                  <a:pt x="469750" y="20319"/>
                </a:cubicBezTo>
                <a:cubicBezTo>
                  <a:pt x="468043" y="20319"/>
                  <a:pt x="466506" y="20831"/>
                  <a:pt x="465311" y="21856"/>
                </a:cubicBezTo>
                <a:cubicBezTo>
                  <a:pt x="461212" y="25100"/>
                  <a:pt x="459677" y="31077"/>
                  <a:pt x="460870" y="39784"/>
                </a:cubicBezTo>
                <a:lnTo>
                  <a:pt x="489559" y="75985"/>
                </a:lnTo>
                <a:cubicBezTo>
                  <a:pt x="493656" y="80937"/>
                  <a:pt x="496730" y="83839"/>
                  <a:pt x="498608" y="84352"/>
                </a:cubicBezTo>
                <a:cubicBezTo>
                  <a:pt x="500657" y="85034"/>
                  <a:pt x="503048" y="84352"/>
                  <a:pt x="505951" y="82644"/>
                </a:cubicBezTo>
                <a:lnTo>
                  <a:pt x="508000" y="85376"/>
                </a:lnTo>
                <a:lnTo>
                  <a:pt x="473848" y="112525"/>
                </a:lnTo>
                <a:lnTo>
                  <a:pt x="471800" y="109794"/>
                </a:lnTo>
                <a:cubicBezTo>
                  <a:pt x="474361" y="107403"/>
                  <a:pt x="475727" y="104841"/>
                  <a:pt x="475727" y="102281"/>
                </a:cubicBezTo>
                <a:cubicBezTo>
                  <a:pt x="475727" y="100572"/>
                  <a:pt x="473677" y="97158"/>
                  <a:pt x="469409" y="92035"/>
                </a:cubicBezTo>
                <a:lnTo>
                  <a:pt x="439185" y="53957"/>
                </a:lnTo>
                <a:cubicBezTo>
                  <a:pt x="435088" y="48835"/>
                  <a:pt x="432184" y="46103"/>
                  <a:pt x="430135" y="45590"/>
                </a:cubicBezTo>
                <a:cubicBezTo>
                  <a:pt x="428257" y="45077"/>
                  <a:pt x="425695" y="45761"/>
                  <a:pt x="422451" y="47810"/>
                </a:cubicBezTo>
                <a:lnTo>
                  <a:pt x="420232" y="45248"/>
                </a:lnTo>
                <a:lnTo>
                  <a:pt x="447724" y="232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0A344C3A-7E52-43AB-A1DE-4526606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081" y="3460897"/>
            <a:ext cx="368834" cy="291303"/>
          </a:xfrm>
          <a:custGeom xmlns:a="http://schemas.openxmlformats.org/drawingml/2006/main">
            <a:pathLst>
              <a:path w="368834" h="291303">
                <a:moveTo>
                  <a:pt x="89136" y="291303"/>
                </a:moveTo>
                <a:lnTo>
                  <a:pt x="24931" y="257324"/>
                </a:lnTo>
                <a:cubicBezTo>
                  <a:pt x="17075" y="253226"/>
                  <a:pt x="11782" y="250835"/>
                  <a:pt x="8880" y="250493"/>
                </a:cubicBezTo>
                <a:cubicBezTo>
                  <a:pt x="6831" y="250152"/>
                  <a:pt x="4610" y="250493"/>
                  <a:pt x="2049" y="251860"/>
                </a:cubicBezTo>
                <a:lnTo>
                  <a:pt x="0" y="249128"/>
                </a:lnTo>
                <a:lnTo>
                  <a:pt x="35688" y="220612"/>
                </a:lnTo>
                <a:lnTo>
                  <a:pt x="37738" y="223344"/>
                </a:lnTo>
                <a:cubicBezTo>
                  <a:pt x="35517" y="225052"/>
                  <a:pt x="34323" y="226760"/>
                  <a:pt x="34152" y="228125"/>
                </a:cubicBezTo>
                <a:cubicBezTo>
                  <a:pt x="33811" y="230174"/>
                  <a:pt x="34323" y="231882"/>
                  <a:pt x="35517" y="233247"/>
                </a:cubicBezTo>
                <a:cubicBezTo>
                  <a:pt x="36884" y="235126"/>
                  <a:pt x="40641" y="237516"/>
                  <a:pt x="46618" y="240761"/>
                </a:cubicBezTo>
                <a:lnTo>
                  <a:pt x="77865" y="257153"/>
                </a:lnTo>
                <a:lnTo>
                  <a:pt x="69327" y="228296"/>
                </a:lnTo>
                <a:cubicBezTo>
                  <a:pt x="66766" y="220100"/>
                  <a:pt x="64547" y="214636"/>
                  <a:pt x="62497" y="212074"/>
                </a:cubicBezTo>
                <a:cubicBezTo>
                  <a:pt x="61302" y="210538"/>
                  <a:pt x="59764" y="209855"/>
                  <a:pt x="58058" y="209685"/>
                </a:cubicBezTo>
                <a:cubicBezTo>
                  <a:pt x="56179" y="209685"/>
                  <a:pt x="53789" y="210709"/>
                  <a:pt x="51056" y="212758"/>
                </a:cubicBezTo>
                <a:lnTo>
                  <a:pt x="49007" y="210026"/>
                </a:lnTo>
                <a:lnTo>
                  <a:pt x="71035" y="192438"/>
                </a:lnTo>
                <a:lnTo>
                  <a:pt x="73084" y="195169"/>
                </a:lnTo>
                <a:cubicBezTo>
                  <a:pt x="71206" y="197219"/>
                  <a:pt x="70182" y="199268"/>
                  <a:pt x="69840" y="201658"/>
                </a:cubicBezTo>
                <a:cubicBezTo>
                  <a:pt x="69498" y="204049"/>
                  <a:pt x="70523" y="209514"/>
                  <a:pt x="72913" y="217880"/>
                </a:cubicBezTo>
                <a:lnTo>
                  <a:pt x="92550" y="288742"/>
                </a:lnTo>
                <a:lnTo>
                  <a:pt x="89136" y="291303"/>
                </a:lnTo>
                <a:moveTo>
                  <a:pt x="67449" y="142066"/>
                </a:moveTo>
                <a:cubicBezTo>
                  <a:pt x="70523" y="139505"/>
                  <a:pt x="74109" y="138480"/>
                  <a:pt x="77865" y="138993"/>
                </a:cubicBezTo>
                <a:cubicBezTo>
                  <a:pt x="81793" y="139505"/>
                  <a:pt x="85037" y="141213"/>
                  <a:pt x="87427" y="144286"/>
                </a:cubicBezTo>
                <a:cubicBezTo>
                  <a:pt x="89818" y="147359"/>
                  <a:pt x="90842" y="150775"/>
                  <a:pt x="90500" y="154702"/>
                </a:cubicBezTo>
                <a:cubicBezTo>
                  <a:pt x="89989" y="158628"/>
                  <a:pt x="88282" y="161873"/>
                  <a:pt x="85207" y="164264"/>
                </a:cubicBezTo>
                <a:cubicBezTo>
                  <a:pt x="82134" y="166655"/>
                  <a:pt x="78549" y="167679"/>
                  <a:pt x="74791" y="167337"/>
                </a:cubicBezTo>
                <a:cubicBezTo>
                  <a:pt x="70865" y="166826"/>
                  <a:pt x="67620" y="165117"/>
                  <a:pt x="65229" y="162044"/>
                </a:cubicBezTo>
                <a:cubicBezTo>
                  <a:pt x="62838" y="158970"/>
                  <a:pt x="61814" y="155384"/>
                  <a:pt x="62156" y="151458"/>
                </a:cubicBezTo>
                <a:cubicBezTo>
                  <a:pt x="62668" y="147701"/>
                  <a:pt x="64376" y="144457"/>
                  <a:pt x="67449" y="142066"/>
                </a:cubicBezTo>
                <a:moveTo>
                  <a:pt x="103478" y="166484"/>
                </a:moveTo>
                <a:lnTo>
                  <a:pt x="145996" y="219929"/>
                </a:lnTo>
                <a:cubicBezTo>
                  <a:pt x="149754" y="224710"/>
                  <a:pt x="152827" y="227271"/>
                  <a:pt x="154876" y="227613"/>
                </a:cubicBezTo>
                <a:cubicBezTo>
                  <a:pt x="157096" y="228125"/>
                  <a:pt x="159828" y="227100"/>
                  <a:pt x="163243" y="224710"/>
                </a:cubicBezTo>
                <a:lnTo>
                  <a:pt x="165292" y="227442"/>
                </a:lnTo>
                <a:lnTo>
                  <a:pt x="128921" y="256299"/>
                </a:lnTo>
                <a:lnTo>
                  <a:pt x="126872" y="253737"/>
                </a:lnTo>
                <a:cubicBezTo>
                  <a:pt x="129775" y="251347"/>
                  <a:pt x="131312" y="248615"/>
                  <a:pt x="131483" y="245884"/>
                </a:cubicBezTo>
                <a:cubicBezTo>
                  <a:pt x="131483" y="244005"/>
                  <a:pt x="129604" y="240761"/>
                  <a:pt x="125848" y="235980"/>
                </a:cubicBezTo>
                <a:lnTo>
                  <a:pt x="94600" y="196707"/>
                </a:lnTo>
                <a:cubicBezTo>
                  <a:pt x="90671" y="191925"/>
                  <a:pt x="87769" y="189365"/>
                  <a:pt x="85549" y="188852"/>
                </a:cubicBezTo>
                <a:cubicBezTo>
                  <a:pt x="83500" y="188511"/>
                  <a:pt x="80768" y="189365"/>
                  <a:pt x="77353" y="191755"/>
                </a:cubicBezTo>
                <a:lnTo>
                  <a:pt x="75304" y="189023"/>
                </a:lnTo>
                <a:lnTo>
                  <a:pt x="103478" y="166484"/>
                </a:lnTo>
                <a:moveTo>
                  <a:pt x="160169" y="71887"/>
                </a:moveTo>
                <a:lnTo>
                  <a:pt x="221812" y="149237"/>
                </a:lnTo>
                <a:cubicBezTo>
                  <a:pt x="226081" y="154531"/>
                  <a:pt x="228643" y="157433"/>
                  <a:pt x="229667" y="158287"/>
                </a:cubicBezTo>
                <a:cubicBezTo>
                  <a:pt x="231375" y="159483"/>
                  <a:pt x="233082" y="159995"/>
                  <a:pt x="234790" y="159995"/>
                </a:cubicBezTo>
                <a:cubicBezTo>
                  <a:pt x="236327" y="159824"/>
                  <a:pt x="238718" y="158799"/>
                  <a:pt x="241450" y="156922"/>
                </a:cubicBezTo>
                <a:lnTo>
                  <a:pt x="243328" y="159312"/>
                </a:lnTo>
                <a:lnTo>
                  <a:pt x="219423" y="187486"/>
                </a:lnTo>
                <a:lnTo>
                  <a:pt x="210885" y="176899"/>
                </a:lnTo>
                <a:cubicBezTo>
                  <a:pt x="210714" y="183730"/>
                  <a:pt x="210030" y="188852"/>
                  <a:pt x="208493" y="192609"/>
                </a:cubicBezTo>
                <a:cubicBezTo>
                  <a:pt x="206957" y="196194"/>
                  <a:pt x="204567" y="199268"/>
                  <a:pt x="201323" y="202000"/>
                </a:cubicBezTo>
                <a:cubicBezTo>
                  <a:pt x="192614" y="208830"/>
                  <a:pt x="182881" y="210367"/>
                  <a:pt x="171781" y="206610"/>
                </a:cubicBezTo>
                <a:cubicBezTo>
                  <a:pt x="162731" y="203708"/>
                  <a:pt x="154534" y="197561"/>
                  <a:pt x="147363" y="188511"/>
                </a:cubicBezTo>
                <a:cubicBezTo>
                  <a:pt x="141557" y="181339"/>
                  <a:pt x="137630" y="173825"/>
                  <a:pt x="135580" y="166142"/>
                </a:cubicBezTo>
                <a:cubicBezTo>
                  <a:pt x="133532" y="158458"/>
                  <a:pt x="133532" y="151287"/>
                  <a:pt x="135409" y="144969"/>
                </a:cubicBezTo>
                <a:cubicBezTo>
                  <a:pt x="137459" y="138480"/>
                  <a:pt x="141045" y="133358"/>
                  <a:pt x="145996" y="129431"/>
                </a:cubicBezTo>
                <a:cubicBezTo>
                  <a:pt x="149241" y="126869"/>
                  <a:pt x="152485" y="125162"/>
                  <a:pt x="156072" y="124478"/>
                </a:cubicBezTo>
                <a:cubicBezTo>
                  <a:pt x="159486" y="123625"/>
                  <a:pt x="163927" y="123796"/>
                  <a:pt x="169220" y="124649"/>
                </a:cubicBezTo>
                <a:lnTo>
                  <a:pt x="152998" y="104329"/>
                </a:lnTo>
                <a:cubicBezTo>
                  <a:pt x="148900" y="99207"/>
                  <a:pt x="146338" y="96305"/>
                  <a:pt x="144972" y="95621"/>
                </a:cubicBezTo>
                <a:cubicBezTo>
                  <a:pt x="143265" y="94596"/>
                  <a:pt x="141557" y="94255"/>
                  <a:pt x="140020" y="94596"/>
                </a:cubicBezTo>
                <a:cubicBezTo>
                  <a:pt x="138313" y="94767"/>
                  <a:pt x="135751" y="96134"/>
                  <a:pt x="132678" y="98695"/>
                </a:cubicBezTo>
                <a:lnTo>
                  <a:pt x="130287" y="95621"/>
                </a:lnTo>
                <a:lnTo>
                  <a:pt x="160169" y="71887"/>
                </a:lnTo>
                <a:moveTo>
                  <a:pt x="176392" y="133528"/>
                </a:moveTo>
                <a:cubicBezTo>
                  <a:pt x="167341" y="129602"/>
                  <a:pt x="160340" y="129602"/>
                  <a:pt x="155218" y="133699"/>
                </a:cubicBezTo>
                <a:cubicBezTo>
                  <a:pt x="153339" y="135065"/>
                  <a:pt x="152316" y="136772"/>
                  <a:pt x="151974" y="138651"/>
                </a:cubicBezTo>
                <a:cubicBezTo>
                  <a:pt x="151291" y="141553"/>
                  <a:pt x="151974" y="145311"/>
                  <a:pt x="153851" y="149921"/>
                </a:cubicBezTo>
                <a:cubicBezTo>
                  <a:pt x="155730" y="154531"/>
                  <a:pt x="159657" y="160849"/>
                  <a:pt x="165804" y="168532"/>
                </a:cubicBezTo>
                <a:cubicBezTo>
                  <a:pt x="172635" y="177070"/>
                  <a:pt x="178269" y="182705"/>
                  <a:pt x="182710" y="185778"/>
                </a:cubicBezTo>
                <a:cubicBezTo>
                  <a:pt x="187320" y="189023"/>
                  <a:pt x="191247" y="190559"/>
                  <a:pt x="195005" y="190559"/>
                </a:cubicBezTo>
                <a:cubicBezTo>
                  <a:pt x="196711" y="190730"/>
                  <a:pt x="198590" y="189876"/>
                  <a:pt x="200639" y="188341"/>
                </a:cubicBezTo>
                <a:cubicBezTo>
                  <a:pt x="204737" y="185096"/>
                  <a:pt x="206103" y="178608"/>
                  <a:pt x="204567" y="168874"/>
                </a:cubicBezTo>
                <a:lnTo>
                  <a:pt x="176392" y="133528"/>
                </a:lnTo>
                <a:moveTo>
                  <a:pt x="282431" y="74961"/>
                </a:moveTo>
                <a:lnTo>
                  <a:pt x="245547" y="104329"/>
                </a:lnTo>
                <a:cubicBezTo>
                  <a:pt x="253061" y="112867"/>
                  <a:pt x="261087" y="118161"/>
                  <a:pt x="269625" y="119869"/>
                </a:cubicBezTo>
                <a:cubicBezTo>
                  <a:pt x="276114" y="121234"/>
                  <a:pt x="281576" y="120040"/>
                  <a:pt x="286188" y="116282"/>
                </a:cubicBezTo>
                <a:cubicBezTo>
                  <a:pt x="289090" y="114063"/>
                  <a:pt x="291139" y="111160"/>
                  <a:pt x="292165" y="107574"/>
                </a:cubicBezTo>
                <a:cubicBezTo>
                  <a:pt x="293189" y="104158"/>
                  <a:pt x="293530" y="99207"/>
                  <a:pt x="292848" y="92889"/>
                </a:cubicBezTo>
                <a:lnTo>
                  <a:pt x="296603" y="92547"/>
                </a:lnTo>
                <a:cubicBezTo>
                  <a:pt x="298824" y="102964"/>
                  <a:pt x="298995" y="111331"/>
                  <a:pt x="297116" y="117990"/>
                </a:cubicBezTo>
                <a:cubicBezTo>
                  <a:pt x="295067" y="124649"/>
                  <a:pt x="291139" y="130284"/>
                  <a:pt x="285334" y="134895"/>
                </a:cubicBezTo>
                <a:cubicBezTo>
                  <a:pt x="275430" y="142749"/>
                  <a:pt x="264843" y="144969"/>
                  <a:pt x="253573" y="141384"/>
                </a:cubicBezTo>
                <a:cubicBezTo>
                  <a:pt x="244523" y="138480"/>
                  <a:pt x="236327" y="132504"/>
                  <a:pt x="228985" y="123283"/>
                </a:cubicBezTo>
                <a:cubicBezTo>
                  <a:pt x="220105" y="112014"/>
                  <a:pt x="216007" y="100744"/>
                  <a:pt x="216690" y="89303"/>
                </a:cubicBezTo>
                <a:cubicBezTo>
                  <a:pt x="217543" y="77692"/>
                  <a:pt x="221983" y="68814"/>
                  <a:pt x="230180" y="62325"/>
                </a:cubicBezTo>
                <a:cubicBezTo>
                  <a:pt x="237010" y="56860"/>
                  <a:pt x="245036" y="54981"/>
                  <a:pt x="254598" y="56519"/>
                </a:cubicBezTo>
                <a:cubicBezTo>
                  <a:pt x="263989" y="58056"/>
                  <a:pt x="273381" y="64203"/>
                  <a:pt x="282431" y="74961"/>
                </a:cubicBezTo>
                <a:moveTo>
                  <a:pt x="260916" y="84181"/>
                </a:moveTo>
                <a:cubicBezTo>
                  <a:pt x="254769" y="76496"/>
                  <a:pt x="250159" y="71545"/>
                  <a:pt x="246914" y="69325"/>
                </a:cubicBezTo>
                <a:cubicBezTo>
                  <a:pt x="243841" y="67105"/>
                  <a:pt x="240767" y="65910"/>
                  <a:pt x="237864" y="65910"/>
                </a:cubicBezTo>
                <a:cubicBezTo>
                  <a:pt x="236156" y="65910"/>
                  <a:pt x="234449" y="66422"/>
                  <a:pt x="232740" y="67788"/>
                </a:cubicBezTo>
                <a:cubicBezTo>
                  <a:pt x="230350" y="69838"/>
                  <a:pt x="229155" y="72569"/>
                  <a:pt x="229496" y="76325"/>
                </a:cubicBezTo>
                <a:cubicBezTo>
                  <a:pt x="230180" y="82814"/>
                  <a:pt x="233424" y="89816"/>
                  <a:pt x="239400" y="97329"/>
                </a:cubicBezTo>
                <a:lnTo>
                  <a:pt x="241279" y="99890"/>
                </a:lnTo>
                <a:lnTo>
                  <a:pt x="260916" y="84181"/>
                </a:lnTo>
                <a:moveTo>
                  <a:pt x="296433" y="9391"/>
                </a:moveTo>
                <a:cubicBezTo>
                  <a:pt x="302239" y="4781"/>
                  <a:pt x="308898" y="1878"/>
                  <a:pt x="316241" y="854"/>
                </a:cubicBezTo>
                <a:cubicBezTo>
                  <a:pt x="323754" y="0"/>
                  <a:pt x="331097" y="1196"/>
                  <a:pt x="338097" y="4610"/>
                </a:cubicBezTo>
                <a:cubicBezTo>
                  <a:pt x="345098" y="8195"/>
                  <a:pt x="351245" y="13148"/>
                  <a:pt x="356539" y="19807"/>
                </a:cubicBezTo>
                <a:cubicBezTo>
                  <a:pt x="364223" y="29369"/>
                  <a:pt x="368150" y="39272"/>
                  <a:pt x="368492" y="49519"/>
                </a:cubicBezTo>
                <a:cubicBezTo>
                  <a:pt x="368834" y="61983"/>
                  <a:pt x="363710" y="72398"/>
                  <a:pt x="353466" y="80595"/>
                </a:cubicBezTo>
                <a:cubicBezTo>
                  <a:pt x="343392" y="88620"/>
                  <a:pt x="332633" y="91352"/>
                  <a:pt x="321534" y="88620"/>
                </a:cubicBezTo>
                <a:cubicBezTo>
                  <a:pt x="310435" y="85889"/>
                  <a:pt x="301214" y="79741"/>
                  <a:pt x="293701" y="70521"/>
                </a:cubicBezTo>
                <a:cubicBezTo>
                  <a:pt x="286017" y="60787"/>
                  <a:pt x="282089" y="50201"/>
                  <a:pt x="281918" y="38590"/>
                </a:cubicBezTo>
                <a:cubicBezTo>
                  <a:pt x="281747" y="26979"/>
                  <a:pt x="286701" y="17246"/>
                  <a:pt x="296433" y="9391"/>
                </a:cubicBezTo>
                <a:moveTo>
                  <a:pt x="300703" y="14343"/>
                </a:moveTo>
                <a:cubicBezTo>
                  <a:pt x="298312" y="16222"/>
                  <a:pt x="296945" y="18782"/>
                  <a:pt x="296603" y="22027"/>
                </a:cubicBezTo>
                <a:cubicBezTo>
                  <a:pt x="296433" y="25271"/>
                  <a:pt x="298141" y="29881"/>
                  <a:pt x="301897" y="35857"/>
                </a:cubicBezTo>
                <a:cubicBezTo>
                  <a:pt x="305654" y="41663"/>
                  <a:pt x="311459" y="49519"/>
                  <a:pt x="319143" y="59081"/>
                </a:cubicBezTo>
                <a:cubicBezTo>
                  <a:pt x="323242" y="64374"/>
                  <a:pt x="327510" y="68814"/>
                  <a:pt x="331610" y="72740"/>
                </a:cubicBezTo>
                <a:cubicBezTo>
                  <a:pt x="334854" y="75814"/>
                  <a:pt x="338097" y="77351"/>
                  <a:pt x="341342" y="77863"/>
                </a:cubicBezTo>
                <a:cubicBezTo>
                  <a:pt x="344416" y="78205"/>
                  <a:pt x="347148" y="77521"/>
                  <a:pt x="349368" y="75814"/>
                </a:cubicBezTo>
                <a:cubicBezTo>
                  <a:pt x="351416" y="74107"/>
                  <a:pt x="352783" y="72057"/>
                  <a:pt x="353295" y="69667"/>
                </a:cubicBezTo>
                <a:cubicBezTo>
                  <a:pt x="353807" y="66593"/>
                  <a:pt x="353295" y="63349"/>
                  <a:pt x="351587" y="59934"/>
                </a:cubicBezTo>
                <a:cubicBezTo>
                  <a:pt x="348855" y="54470"/>
                  <a:pt x="342025" y="44907"/>
                  <a:pt x="330926" y="31077"/>
                </a:cubicBezTo>
                <a:cubicBezTo>
                  <a:pt x="324437" y="22881"/>
                  <a:pt x="319485" y="17757"/>
                  <a:pt x="316241" y="15368"/>
                </a:cubicBezTo>
                <a:cubicBezTo>
                  <a:pt x="312825" y="12977"/>
                  <a:pt x="309752" y="11953"/>
                  <a:pt x="306850" y="11953"/>
                </a:cubicBezTo>
                <a:cubicBezTo>
                  <a:pt x="304801" y="11953"/>
                  <a:pt x="302751" y="12635"/>
                  <a:pt x="300703" y="1434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DFB9DFE2-76C0-42EC-A5BF-82C7017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729" y="1838593"/>
            <a:ext cx="236011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8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8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rPr>
              <a:t>Vis</a:t>
            </a:r>
          </a:p>
        </p:txBody>
      </p:sp>
      <p:sp>
        <p:nvSpPr>
          <p:cNvPr id="265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FA866D89-6B5B-45B0-8101-7A96B4B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7225" y="1840324"/>
            <a:ext cx="739874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1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11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1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rPr>
              <a:t>ual/Action</a:t>
            </a:r>
          </a:p>
        </p:txBody>
      </p:sp>
      <p:sp>
        <p:nvSpPr>
          <p:cNvPr id="266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8252DC4A-C0DE-4B04-8689-0E4CD4B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2511" y="1839353"/>
            <a:ext cx="486320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6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26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26" b="1" i="0">
                <a:solidFill>
                  <a:srgbClr val="62ACD2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267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7799DD92-8705-4291-AC5C-4B82596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031" y="2090949"/>
            <a:ext cx="118846" cy="118843"/>
          </a:xfrm>
          <a:custGeom xmlns:a="http://schemas.openxmlformats.org/drawingml/2006/main">
            <a:pathLst>
              <a:path w="118846" h="118843">
                <a:moveTo>
                  <a:pt x="0" y="59422"/>
                </a:moveTo>
                <a:cubicBezTo>
                  <a:pt x="0" y="26466"/>
                  <a:pt x="26604" y="0"/>
                  <a:pt x="59423" y="0"/>
                </a:cubicBezTo>
                <a:cubicBezTo>
                  <a:pt x="92242" y="0"/>
                  <a:pt x="118846" y="26466"/>
                  <a:pt x="118846" y="59422"/>
                </a:cubicBezTo>
                <a:cubicBezTo>
                  <a:pt x="118846" y="92206"/>
                  <a:pt x="92242" y="118843"/>
                  <a:pt x="59423" y="118843"/>
                </a:cubicBezTo>
                <a:cubicBezTo>
                  <a:pt x="26604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8F72482A-90D3-47B2-B9C6-8E577B00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383" y="2065166"/>
            <a:ext cx="170312" cy="170411"/>
          </a:xfrm>
          <a:custGeom xmlns:a="http://schemas.openxmlformats.org/drawingml/2006/main">
            <a:pathLst>
              <a:path w="170312" h="170411">
                <a:moveTo>
                  <a:pt x="0" y="85205"/>
                </a:moveTo>
                <a:lnTo>
                  <a:pt x="1656" y="68130"/>
                </a:lnTo>
                <a:lnTo>
                  <a:pt x="6779" y="52079"/>
                </a:lnTo>
                <a:lnTo>
                  <a:pt x="14446" y="37736"/>
                </a:lnTo>
                <a:lnTo>
                  <a:pt x="24965" y="25100"/>
                </a:lnTo>
                <a:lnTo>
                  <a:pt x="37669" y="14513"/>
                </a:lnTo>
                <a:lnTo>
                  <a:pt x="52098" y="6830"/>
                </a:lnTo>
                <a:lnTo>
                  <a:pt x="68029" y="1707"/>
                </a:lnTo>
                <a:lnTo>
                  <a:pt x="85156" y="0"/>
                </a:lnTo>
                <a:lnTo>
                  <a:pt x="102249" y="1707"/>
                </a:lnTo>
                <a:lnTo>
                  <a:pt x="118385" y="6830"/>
                </a:lnTo>
                <a:lnTo>
                  <a:pt x="132694" y="14513"/>
                </a:lnTo>
                <a:lnTo>
                  <a:pt x="145348" y="25100"/>
                </a:lnTo>
                <a:lnTo>
                  <a:pt x="155781" y="37566"/>
                </a:lnTo>
                <a:lnTo>
                  <a:pt x="163687" y="52079"/>
                </a:lnTo>
                <a:lnTo>
                  <a:pt x="168673" y="68301"/>
                </a:lnTo>
                <a:lnTo>
                  <a:pt x="170312" y="85205"/>
                </a:lnTo>
                <a:lnTo>
                  <a:pt x="168673" y="102110"/>
                </a:lnTo>
                <a:lnTo>
                  <a:pt x="163687" y="118502"/>
                </a:lnTo>
                <a:lnTo>
                  <a:pt x="155730" y="132845"/>
                </a:lnTo>
                <a:lnTo>
                  <a:pt x="145348" y="145482"/>
                </a:lnTo>
                <a:lnTo>
                  <a:pt x="132797" y="155726"/>
                </a:lnTo>
                <a:lnTo>
                  <a:pt x="118385" y="163752"/>
                </a:lnTo>
                <a:lnTo>
                  <a:pt x="102112" y="168704"/>
                </a:lnTo>
                <a:lnTo>
                  <a:pt x="85156" y="170411"/>
                </a:lnTo>
                <a:lnTo>
                  <a:pt x="68166" y="168704"/>
                </a:lnTo>
                <a:lnTo>
                  <a:pt x="52081" y="163752"/>
                </a:lnTo>
                <a:lnTo>
                  <a:pt x="37583" y="155897"/>
                </a:lnTo>
                <a:lnTo>
                  <a:pt x="24965" y="145482"/>
                </a:lnTo>
                <a:lnTo>
                  <a:pt x="14497" y="132676"/>
                </a:lnTo>
                <a:lnTo>
                  <a:pt x="6779" y="118502"/>
                </a:lnTo>
                <a:lnTo>
                  <a:pt x="1656" y="102281"/>
                </a:lnTo>
                <a:lnTo>
                  <a:pt x="0" y="85205"/>
                </a:lnTo>
                <a:moveTo>
                  <a:pt x="52388" y="94597"/>
                </a:moveTo>
                <a:lnTo>
                  <a:pt x="51295" y="89304"/>
                </a:lnTo>
                <a:lnTo>
                  <a:pt x="54881" y="100574"/>
                </a:lnTo>
                <a:lnTo>
                  <a:pt x="53020" y="96305"/>
                </a:lnTo>
                <a:lnTo>
                  <a:pt x="58399" y="106207"/>
                </a:lnTo>
                <a:lnTo>
                  <a:pt x="55598" y="102110"/>
                </a:lnTo>
                <a:lnTo>
                  <a:pt x="62889" y="110990"/>
                </a:lnTo>
                <a:lnTo>
                  <a:pt x="59457" y="107403"/>
                </a:lnTo>
                <a:lnTo>
                  <a:pt x="68303" y="114746"/>
                </a:lnTo>
                <a:lnTo>
                  <a:pt x="64238" y="112014"/>
                </a:lnTo>
                <a:lnTo>
                  <a:pt x="74347" y="117478"/>
                </a:lnTo>
                <a:lnTo>
                  <a:pt x="69703" y="115600"/>
                </a:lnTo>
                <a:lnTo>
                  <a:pt x="80836" y="119014"/>
                </a:lnTo>
                <a:lnTo>
                  <a:pt x="75713" y="117990"/>
                </a:lnTo>
                <a:lnTo>
                  <a:pt x="87615" y="119185"/>
                </a:lnTo>
                <a:lnTo>
                  <a:pt x="82697" y="119185"/>
                </a:lnTo>
                <a:lnTo>
                  <a:pt x="94599" y="117990"/>
                </a:lnTo>
                <a:lnTo>
                  <a:pt x="89562" y="119014"/>
                </a:lnTo>
                <a:lnTo>
                  <a:pt x="100831" y="115600"/>
                </a:lnTo>
                <a:lnTo>
                  <a:pt x="95965" y="117649"/>
                </a:lnTo>
                <a:lnTo>
                  <a:pt x="105954" y="112014"/>
                </a:lnTo>
                <a:lnTo>
                  <a:pt x="102010" y="114746"/>
                </a:lnTo>
                <a:lnTo>
                  <a:pt x="110855" y="107403"/>
                </a:lnTo>
                <a:lnTo>
                  <a:pt x="107423" y="110990"/>
                </a:lnTo>
                <a:lnTo>
                  <a:pt x="114714" y="102110"/>
                </a:lnTo>
                <a:lnTo>
                  <a:pt x="112033" y="106037"/>
                </a:lnTo>
                <a:lnTo>
                  <a:pt x="117531" y="95963"/>
                </a:lnTo>
                <a:lnTo>
                  <a:pt x="115482" y="100914"/>
                </a:lnTo>
                <a:lnTo>
                  <a:pt x="118931" y="89646"/>
                </a:lnTo>
                <a:lnTo>
                  <a:pt x="117924" y="94597"/>
                </a:lnTo>
                <a:lnTo>
                  <a:pt x="119085" y="82815"/>
                </a:lnTo>
                <a:lnTo>
                  <a:pt x="119085" y="87767"/>
                </a:lnTo>
                <a:lnTo>
                  <a:pt x="117924" y="75814"/>
                </a:lnTo>
                <a:lnTo>
                  <a:pt x="118966" y="80937"/>
                </a:lnTo>
                <a:lnTo>
                  <a:pt x="115499" y="69837"/>
                </a:lnTo>
                <a:lnTo>
                  <a:pt x="117480" y="74448"/>
                </a:lnTo>
                <a:lnTo>
                  <a:pt x="111965" y="64374"/>
                </a:lnTo>
                <a:lnTo>
                  <a:pt x="114714" y="68301"/>
                </a:lnTo>
                <a:lnTo>
                  <a:pt x="107423" y="59593"/>
                </a:lnTo>
                <a:lnTo>
                  <a:pt x="110855" y="63007"/>
                </a:lnTo>
                <a:lnTo>
                  <a:pt x="102010" y="55666"/>
                </a:lnTo>
                <a:lnTo>
                  <a:pt x="106176" y="58397"/>
                </a:lnTo>
                <a:lnTo>
                  <a:pt x="96187" y="53104"/>
                </a:lnTo>
                <a:lnTo>
                  <a:pt x="100575" y="54982"/>
                </a:lnTo>
                <a:lnTo>
                  <a:pt x="89305" y="51397"/>
                </a:lnTo>
                <a:lnTo>
                  <a:pt x="94599" y="52421"/>
                </a:lnTo>
                <a:lnTo>
                  <a:pt x="82697" y="51226"/>
                </a:lnTo>
                <a:lnTo>
                  <a:pt x="87615" y="51226"/>
                </a:lnTo>
                <a:lnTo>
                  <a:pt x="75713" y="52421"/>
                </a:lnTo>
                <a:lnTo>
                  <a:pt x="81092" y="51397"/>
                </a:lnTo>
                <a:lnTo>
                  <a:pt x="69959" y="54982"/>
                </a:lnTo>
                <a:lnTo>
                  <a:pt x="74125" y="53104"/>
                </a:lnTo>
                <a:lnTo>
                  <a:pt x="64016" y="58568"/>
                </a:lnTo>
                <a:lnTo>
                  <a:pt x="68303" y="55666"/>
                </a:lnTo>
                <a:lnTo>
                  <a:pt x="59457" y="63007"/>
                </a:lnTo>
                <a:lnTo>
                  <a:pt x="62889" y="59593"/>
                </a:lnTo>
                <a:lnTo>
                  <a:pt x="55598" y="68301"/>
                </a:lnTo>
                <a:lnTo>
                  <a:pt x="58467" y="64032"/>
                </a:lnTo>
                <a:lnTo>
                  <a:pt x="53088" y="74277"/>
                </a:lnTo>
                <a:lnTo>
                  <a:pt x="54847" y="70008"/>
                </a:lnTo>
                <a:lnTo>
                  <a:pt x="51261" y="81108"/>
                </a:lnTo>
                <a:lnTo>
                  <a:pt x="52388" y="75814"/>
                </a:lnTo>
                <a:lnTo>
                  <a:pt x="51227" y="87767"/>
                </a:lnTo>
                <a:lnTo>
                  <a:pt x="51227" y="82815"/>
                </a:lnTo>
                <a:lnTo>
                  <a:pt x="52388" y="9459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11C031B1-CF05-4D3F-9C80-DDF738E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9445" y="3138004"/>
            <a:ext cx="118846" cy="116794"/>
          </a:xfrm>
          <a:custGeom xmlns:a="http://schemas.openxmlformats.org/drawingml/2006/main">
            <a:pathLst>
              <a:path w="118846" h="116794">
                <a:moveTo>
                  <a:pt x="0" y="58397"/>
                </a:moveTo>
                <a:cubicBezTo>
                  <a:pt x="0" y="26125"/>
                  <a:pt x="26467" y="0"/>
                  <a:pt x="59423" y="0"/>
                </a:cubicBezTo>
                <a:cubicBezTo>
                  <a:pt x="92209" y="0"/>
                  <a:pt x="118846" y="26125"/>
                  <a:pt x="118846" y="58397"/>
                </a:cubicBezTo>
                <a:cubicBezTo>
                  <a:pt x="118846" y="90499"/>
                  <a:pt x="92209" y="116794"/>
                  <a:pt x="59423" y="116794"/>
                </a:cubicBezTo>
                <a:cubicBezTo>
                  <a:pt x="26467" y="116794"/>
                  <a:pt x="0" y="90499"/>
                  <a:pt x="0" y="5839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D5FFC354-EF5F-4CA4-9688-91DFD270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661" y="3112220"/>
            <a:ext cx="170414" cy="168361"/>
          </a:xfrm>
          <a:custGeom xmlns:a="http://schemas.openxmlformats.org/drawingml/2006/main">
            <a:pathLst>
              <a:path w="170414" h="168361">
                <a:moveTo>
                  <a:pt x="0" y="84181"/>
                </a:moveTo>
                <a:lnTo>
                  <a:pt x="1707" y="67105"/>
                </a:lnTo>
                <a:lnTo>
                  <a:pt x="6830" y="51225"/>
                </a:lnTo>
                <a:lnTo>
                  <a:pt x="14685" y="36882"/>
                </a:lnTo>
                <a:lnTo>
                  <a:pt x="25272" y="24588"/>
                </a:lnTo>
                <a:lnTo>
                  <a:pt x="37908" y="14342"/>
                </a:lnTo>
                <a:lnTo>
                  <a:pt x="52251" y="6659"/>
                </a:lnTo>
                <a:lnTo>
                  <a:pt x="68132" y="1707"/>
                </a:lnTo>
                <a:lnTo>
                  <a:pt x="85207" y="0"/>
                </a:lnTo>
                <a:lnTo>
                  <a:pt x="102112" y="1707"/>
                </a:lnTo>
                <a:lnTo>
                  <a:pt x="118334" y="6659"/>
                </a:lnTo>
                <a:lnTo>
                  <a:pt x="132678" y="14342"/>
                </a:lnTo>
                <a:lnTo>
                  <a:pt x="145143" y="24588"/>
                </a:lnTo>
                <a:lnTo>
                  <a:pt x="155730" y="36882"/>
                </a:lnTo>
                <a:lnTo>
                  <a:pt x="163585" y="51225"/>
                </a:lnTo>
                <a:lnTo>
                  <a:pt x="168707" y="67276"/>
                </a:lnTo>
                <a:lnTo>
                  <a:pt x="170414" y="84181"/>
                </a:lnTo>
                <a:lnTo>
                  <a:pt x="168707" y="101085"/>
                </a:lnTo>
                <a:lnTo>
                  <a:pt x="163585" y="117136"/>
                </a:lnTo>
                <a:lnTo>
                  <a:pt x="155730" y="131479"/>
                </a:lnTo>
                <a:lnTo>
                  <a:pt x="145143" y="143944"/>
                </a:lnTo>
                <a:lnTo>
                  <a:pt x="132507" y="154018"/>
                </a:lnTo>
                <a:lnTo>
                  <a:pt x="118334" y="161702"/>
                </a:lnTo>
                <a:lnTo>
                  <a:pt x="102112" y="166655"/>
                </a:lnTo>
                <a:lnTo>
                  <a:pt x="85207" y="168361"/>
                </a:lnTo>
                <a:lnTo>
                  <a:pt x="68132" y="166655"/>
                </a:lnTo>
                <a:lnTo>
                  <a:pt x="52251" y="161702"/>
                </a:lnTo>
                <a:lnTo>
                  <a:pt x="37908" y="154189"/>
                </a:lnTo>
                <a:lnTo>
                  <a:pt x="25272" y="143944"/>
                </a:lnTo>
                <a:lnTo>
                  <a:pt x="14685" y="131308"/>
                </a:lnTo>
                <a:lnTo>
                  <a:pt x="6830" y="117136"/>
                </a:lnTo>
                <a:lnTo>
                  <a:pt x="1707" y="101256"/>
                </a:lnTo>
                <a:lnTo>
                  <a:pt x="0" y="84181"/>
                </a:lnTo>
                <a:moveTo>
                  <a:pt x="52422" y="93401"/>
                </a:moveTo>
                <a:lnTo>
                  <a:pt x="51227" y="88107"/>
                </a:lnTo>
                <a:lnTo>
                  <a:pt x="54812" y="99036"/>
                </a:lnTo>
                <a:lnTo>
                  <a:pt x="52934" y="94767"/>
                </a:lnTo>
                <a:lnTo>
                  <a:pt x="58398" y="104671"/>
                </a:lnTo>
                <a:lnTo>
                  <a:pt x="55496" y="100402"/>
                </a:lnTo>
                <a:lnTo>
                  <a:pt x="62838" y="109110"/>
                </a:lnTo>
                <a:lnTo>
                  <a:pt x="59082" y="105525"/>
                </a:lnTo>
                <a:lnTo>
                  <a:pt x="67961" y="112525"/>
                </a:lnTo>
                <a:lnTo>
                  <a:pt x="64033" y="109964"/>
                </a:lnTo>
                <a:lnTo>
                  <a:pt x="74108" y="115428"/>
                </a:lnTo>
                <a:lnTo>
                  <a:pt x="69669" y="113550"/>
                </a:lnTo>
                <a:lnTo>
                  <a:pt x="80938" y="116965"/>
                </a:lnTo>
                <a:lnTo>
                  <a:pt x="75816" y="115940"/>
                </a:lnTo>
                <a:lnTo>
                  <a:pt x="87598" y="117136"/>
                </a:lnTo>
                <a:lnTo>
                  <a:pt x="82817" y="117136"/>
                </a:lnTo>
                <a:lnTo>
                  <a:pt x="94599" y="115940"/>
                </a:lnTo>
                <a:lnTo>
                  <a:pt x="89647" y="116965"/>
                </a:lnTo>
                <a:lnTo>
                  <a:pt x="100917" y="113550"/>
                </a:lnTo>
                <a:lnTo>
                  <a:pt x="96307" y="115428"/>
                </a:lnTo>
                <a:lnTo>
                  <a:pt x="106211" y="110135"/>
                </a:lnTo>
                <a:lnTo>
                  <a:pt x="102454" y="112525"/>
                </a:lnTo>
                <a:lnTo>
                  <a:pt x="111333" y="105525"/>
                </a:lnTo>
                <a:lnTo>
                  <a:pt x="107576" y="109110"/>
                </a:lnTo>
                <a:lnTo>
                  <a:pt x="114919" y="100402"/>
                </a:lnTo>
                <a:lnTo>
                  <a:pt x="112187" y="104329"/>
                </a:lnTo>
                <a:lnTo>
                  <a:pt x="117651" y="94425"/>
                </a:lnTo>
                <a:lnTo>
                  <a:pt x="115602" y="99378"/>
                </a:lnTo>
                <a:lnTo>
                  <a:pt x="119017" y="88278"/>
                </a:lnTo>
                <a:lnTo>
                  <a:pt x="117993" y="93401"/>
                </a:lnTo>
                <a:lnTo>
                  <a:pt x="119188" y="81619"/>
                </a:lnTo>
                <a:lnTo>
                  <a:pt x="119188" y="86742"/>
                </a:lnTo>
                <a:lnTo>
                  <a:pt x="117993" y="74960"/>
                </a:lnTo>
                <a:lnTo>
                  <a:pt x="119017" y="80083"/>
                </a:lnTo>
                <a:lnTo>
                  <a:pt x="115602" y="69154"/>
                </a:lnTo>
                <a:lnTo>
                  <a:pt x="117651" y="73935"/>
                </a:lnTo>
                <a:lnTo>
                  <a:pt x="112187" y="64032"/>
                </a:lnTo>
                <a:lnTo>
                  <a:pt x="114919" y="68130"/>
                </a:lnTo>
                <a:lnTo>
                  <a:pt x="107747" y="59593"/>
                </a:lnTo>
                <a:lnTo>
                  <a:pt x="110991" y="62837"/>
                </a:lnTo>
                <a:lnTo>
                  <a:pt x="102283" y="55666"/>
                </a:lnTo>
                <a:lnTo>
                  <a:pt x="106211" y="58397"/>
                </a:lnTo>
                <a:lnTo>
                  <a:pt x="96307" y="52933"/>
                </a:lnTo>
                <a:lnTo>
                  <a:pt x="100917" y="54811"/>
                </a:lnTo>
                <a:lnTo>
                  <a:pt x="89647" y="51396"/>
                </a:lnTo>
                <a:lnTo>
                  <a:pt x="94599" y="52421"/>
                </a:lnTo>
                <a:lnTo>
                  <a:pt x="82817" y="51225"/>
                </a:lnTo>
                <a:lnTo>
                  <a:pt x="87598" y="51225"/>
                </a:lnTo>
                <a:lnTo>
                  <a:pt x="75816" y="52421"/>
                </a:lnTo>
                <a:lnTo>
                  <a:pt x="80938" y="51396"/>
                </a:lnTo>
                <a:lnTo>
                  <a:pt x="69669" y="54811"/>
                </a:lnTo>
                <a:lnTo>
                  <a:pt x="74108" y="53104"/>
                </a:lnTo>
                <a:lnTo>
                  <a:pt x="64033" y="58397"/>
                </a:lnTo>
                <a:lnTo>
                  <a:pt x="68132" y="55666"/>
                </a:lnTo>
                <a:lnTo>
                  <a:pt x="59423" y="62837"/>
                </a:lnTo>
                <a:lnTo>
                  <a:pt x="62667" y="59593"/>
                </a:lnTo>
                <a:lnTo>
                  <a:pt x="55325" y="68130"/>
                </a:lnTo>
                <a:lnTo>
                  <a:pt x="58398" y="63861"/>
                </a:lnTo>
                <a:lnTo>
                  <a:pt x="52934" y="73594"/>
                </a:lnTo>
                <a:lnTo>
                  <a:pt x="54812" y="69325"/>
                </a:lnTo>
                <a:lnTo>
                  <a:pt x="51227" y="80424"/>
                </a:lnTo>
                <a:lnTo>
                  <a:pt x="52422" y="74960"/>
                </a:lnTo>
                <a:lnTo>
                  <a:pt x="51227" y="86742"/>
                </a:lnTo>
                <a:lnTo>
                  <a:pt x="51227" y="81619"/>
                </a:lnTo>
                <a:lnTo>
                  <a:pt x="52422" y="93401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910585B2-0D3C-4F47-B63B-68B1E4F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4083" y="5250553"/>
            <a:ext cx="116798" cy="118843"/>
          </a:xfrm>
          <a:custGeom xmlns:a="http://schemas.openxmlformats.org/drawingml/2006/main">
            <a:pathLst>
              <a:path w="116798" h="118843">
                <a:moveTo>
                  <a:pt x="0" y="59422"/>
                </a:moveTo>
                <a:cubicBezTo>
                  <a:pt x="0" y="26466"/>
                  <a:pt x="26126" y="0"/>
                  <a:pt x="58399" y="0"/>
                </a:cubicBezTo>
                <a:cubicBezTo>
                  <a:pt x="90501" y="0"/>
                  <a:pt x="116798" y="26466"/>
                  <a:pt x="116798" y="59422"/>
                </a:cubicBezTo>
                <a:cubicBezTo>
                  <a:pt x="116798" y="92206"/>
                  <a:pt x="90501" y="118843"/>
                  <a:pt x="58399" y="118843"/>
                </a:cubicBezTo>
                <a:cubicBezTo>
                  <a:pt x="26126" y="118843"/>
                  <a:pt x="0" y="92206"/>
                  <a:pt x="0" y="5942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2D2627A7-2F3D-46A6-B207-A7319EEA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300" y="5224770"/>
            <a:ext cx="168366" cy="170411"/>
          </a:xfrm>
          <a:custGeom xmlns:a="http://schemas.openxmlformats.org/drawingml/2006/main">
            <a:pathLst>
              <a:path w="168366" h="170411">
                <a:moveTo>
                  <a:pt x="0" y="85205"/>
                </a:moveTo>
                <a:lnTo>
                  <a:pt x="1707" y="68301"/>
                </a:lnTo>
                <a:lnTo>
                  <a:pt x="6660" y="52250"/>
                </a:lnTo>
                <a:lnTo>
                  <a:pt x="14343" y="37907"/>
                </a:lnTo>
                <a:lnTo>
                  <a:pt x="24589" y="25272"/>
                </a:lnTo>
                <a:lnTo>
                  <a:pt x="36883" y="14685"/>
                </a:lnTo>
                <a:lnTo>
                  <a:pt x="51226" y="7001"/>
                </a:lnTo>
                <a:lnTo>
                  <a:pt x="67107" y="1707"/>
                </a:lnTo>
                <a:lnTo>
                  <a:pt x="84182" y="0"/>
                </a:lnTo>
                <a:lnTo>
                  <a:pt x="101259" y="1707"/>
                </a:lnTo>
                <a:lnTo>
                  <a:pt x="117138" y="7001"/>
                </a:lnTo>
                <a:lnTo>
                  <a:pt x="131311" y="14685"/>
                </a:lnTo>
                <a:lnTo>
                  <a:pt x="143947" y="25272"/>
                </a:lnTo>
                <a:lnTo>
                  <a:pt x="154022" y="37907"/>
                </a:lnTo>
                <a:lnTo>
                  <a:pt x="161706" y="52250"/>
                </a:lnTo>
                <a:lnTo>
                  <a:pt x="166658" y="68301"/>
                </a:lnTo>
                <a:lnTo>
                  <a:pt x="168366" y="85205"/>
                </a:lnTo>
                <a:lnTo>
                  <a:pt x="166658" y="102110"/>
                </a:lnTo>
                <a:lnTo>
                  <a:pt x="161706" y="118331"/>
                </a:lnTo>
                <a:lnTo>
                  <a:pt x="154022" y="132504"/>
                </a:lnTo>
                <a:lnTo>
                  <a:pt x="143947" y="145140"/>
                </a:lnTo>
                <a:lnTo>
                  <a:pt x="131482" y="155726"/>
                </a:lnTo>
                <a:lnTo>
                  <a:pt x="117138" y="163752"/>
                </a:lnTo>
                <a:lnTo>
                  <a:pt x="101088" y="168703"/>
                </a:lnTo>
                <a:lnTo>
                  <a:pt x="84182" y="170411"/>
                </a:lnTo>
                <a:lnTo>
                  <a:pt x="67278" y="168703"/>
                </a:lnTo>
                <a:lnTo>
                  <a:pt x="51226" y="163752"/>
                </a:lnTo>
                <a:lnTo>
                  <a:pt x="36883" y="155726"/>
                </a:lnTo>
                <a:lnTo>
                  <a:pt x="24589" y="145140"/>
                </a:lnTo>
                <a:lnTo>
                  <a:pt x="14343" y="132675"/>
                </a:lnTo>
                <a:lnTo>
                  <a:pt x="6660" y="118331"/>
                </a:lnTo>
                <a:lnTo>
                  <a:pt x="1707" y="102110"/>
                </a:lnTo>
                <a:lnTo>
                  <a:pt x="0" y="85205"/>
                </a:lnTo>
                <a:moveTo>
                  <a:pt x="52423" y="94597"/>
                </a:moveTo>
                <a:lnTo>
                  <a:pt x="51397" y="89645"/>
                </a:lnTo>
                <a:lnTo>
                  <a:pt x="54812" y="100914"/>
                </a:lnTo>
                <a:lnTo>
                  <a:pt x="52935" y="96305"/>
                </a:lnTo>
                <a:lnTo>
                  <a:pt x="58399" y="106207"/>
                </a:lnTo>
                <a:lnTo>
                  <a:pt x="55667" y="102281"/>
                </a:lnTo>
                <a:lnTo>
                  <a:pt x="62838" y="111160"/>
                </a:lnTo>
                <a:lnTo>
                  <a:pt x="59593" y="107745"/>
                </a:lnTo>
                <a:lnTo>
                  <a:pt x="68132" y="115087"/>
                </a:lnTo>
                <a:lnTo>
                  <a:pt x="64033" y="112184"/>
                </a:lnTo>
                <a:lnTo>
                  <a:pt x="73938" y="117649"/>
                </a:lnTo>
                <a:lnTo>
                  <a:pt x="68985" y="115599"/>
                </a:lnTo>
                <a:lnTo>
                  <a:pt x="80085" y="119014"/>
                </a:lnTo>
                <a:lnTo>
                  <a:pt x="74962" y="117990"/>
                </a:lnTo>
                <a:lnTo>
                  <a:pt x="86744" y="119185"/>
                </a:lnTo>
                <a:lnTo>
                  <a:pt x="81621" y="119185"/>
                </a:lnTo>
                <a:lnTo>
                  <a:pt x="93403" y="117990"/>
                </a:lnTo>
                <a:lnTo>
                  <a:pt x="88281" y="119014"/>
                </a:lnTo>
                <a:lnTo>
                  <a:pt x="99380" y="115599"/>
                </a:lnTo>
                <a:lnTo>
                  <a:pt x="94428" y="117649"/>
                </a:lnTo>
                <a:lnTo>
                  <a:pt x="104332" y="112184"/>
                </a:lnTo>
                <a:lnTo>
                  <a:pt x="100404" y="114917"/>
                </a:lnTo>
                <a:lnTo>
                  <a:pt x="109113" y="107574"/>
                </a:lnTo>
                <a:lnTo>
                  <a:pt x="105526" y="111331"/>
                </a:lnTo>
                <a:lnTo>
                  <a:pt x="112528" y="102452"/>
                </a:lnTo>
                <a:lnTo>
                  <a:pt x="109967" y="106207"/>
                </a:lnTo>
                <a:lnTo>
                  <a:pt x="115431" y="96305"/>
                </a:lnTo>
                <a:lnTo>
                  <a:pt x="113553" y="100914"/>
                </a:lnTo>
                <a:lnTo>
                  <a:pt x="116968" y="89645"/>
                </a:lnTo>
                <a:lnTo>
                  <a:pt x="115944" y="94597"/>
                </a:lnTo>
                <a:lnTo>
                  <a:pt x="117138" y="82815"/>
                </a:lnTo>
                <a:lnTo>
                  <a:pt x="117138" y="87766"/>
                </a:lnTo>
                <a:lnTo>
                  <a:pt x="115944" y="75814"/>
                </a:lnTo>
                <a:lnTo>
                  <a:pt x="116968" y="80937"/>
                </a:lnTo>
                <a:lnTo>
                  <a:pt x="113553" y="69838"/>
                </a:lnTo>
                <a:lnTo>
                  <a:pt x="115431" y="74277"/>
                </a:lnTo>
                <a:lnTo>
                  <a:pt x="109967" y="64032"/>
                </a:lnTo>
                <a:lnTo>
                  <a:pt x="112528" y="67960"/>
                </a:lnTo>
                <a:lnTo>
                  <a:pt x="105526" y="59251"/>
                </a:lnTo>
                <a:lnTo>
                  <a:pt x="109113" y="62837"/>
                </a:lnTo>
                <a:lnTo>
                  <a:pt x="100404" y="55494"/>
                </a:lnTo>
                <a:lnTo>
                  <a:pt x="104503" y="58397"/>
                </a:lnTo>
                <a:lnTo>
                  <a:pt x="94769" y="53104"/>
                </a:lnTo>
                <a:lnTo>
                  <a:pt x="99038" y="54812"/>
                </a:lnTo>
                <a:lnTo>
                  <a:pt x="88110" y="51225"/>
                </a:lnTo>
                <a:lnTo>
                  <a:pt x="93403" y="52421"/>
                </a:lnTo>
                <a:lnTo>
                  <a:pt x="81621" y="51225"/>
                </a:lnTo>
                <a:lnTo>
                  <a:pt x="86744" y="51225"/>
                </a:lnTo>
                <a:lnTo>
                  <a:pt x="74962" y="52421"/>
                </a:lnTo>
                <a:lnTo>
                  <a:pt x="80256" y="51225"/>
                </a:lnTo>
                <a:lnTo>
                  <a:pt x="69326" y="54812"/>
                </a:lnTo>
                <a:lnTo>
                  <a:pt x="73596" y="53104"/>
                </a:lnTo>
                <a:lnTo>
                  <a:pt x="63862" y="58397"/>
                </a:lnTo>
                <a:lnTo>
                  <a:pt x="68132" y="55494"/>
                </a:lnTo>
                <a:lnTo>
                  <a:pt x="59593" y="62667"/>
                </a:lnTo>
                <a:lnTo>
                  <a:pt x="62838" y="59422"/>
                </a:lnTo>
                <a:lnTo>
                  <a:pt x="55667" y="68131"/>
                </a:lnTo>
                <a:lnTo>
                  <a:pt x="58399" y="64032"/>
                </a:lnTo>
                <a:lnTo>
                  <a:pt x="52935" y="74277"/>
                </a:lnTo>
                <a:lnTo>
                  <a:pt x="54812" y="69838"/>
                </a:lnTo>
                <a:lnTo>
                  <a:pt x="51397" y="80937"/>
                </a:lnTo>
                <a:lnTo>
                  <a:pt x="52423" y="75814"/>
                </a:lnTo>
                <a:lnTo>
                  <a:pt x="51226" y="87766"/>
                </a:lnTo>
                <a:lnTo>
                  <a:pt x="51226" y="82815"/>
                </a:lnTo>
                <a:lnTo>
                  <a:pt x="52423" y="9459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605436F0-68A2-4A31-8EC1-630599D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340" y="5371104"/>
            <a:ext cx="192101" cy="325454"/>
          </a:xfrm>
          <a:custGeom xmlns:a="http://schemas.openxmlformats.org/drawingml/2006/main">
            <a:pathLst>
              <a:path w="192101" h="325454">
                <a:moveTo>
                  <a:pt x="78377" y="0"/>
                </a:moveTo>
                <a:lnTo>
                  <a:pt x="77865" y="38419"/>
                </a:lnTo>
                <a:lnTo>
                  <a:pt x="116285" y="38932"/>
                </a:lnTo>
                <a:lnTo>
                  <a:pt x="116797" y="513"/>
                </a:lnTo>
                <a:lnTo>
                  <a:pt x="78377" y="0"/>
                </a:lnTo>
                <a:moveTo>
                  <a:pt x="77523" y="76839"/>
                </a:moveTo>
                <a:lnTo>
                  <a:pt x="77011" y="115258"/>
                </a:lnTo>
                <a:lnTo>
                  <a:pt x="115431" y="115770"/>
                </a:lnTo>
                <a:lnTo>
                  <a:pt x="115943" y="77351"/>
                </a:lnTo>
                <a:lnTo>
                  <a:pt x="77523" y="76839"/>
                </a:lnTo>
                <a:moveTo>
                  <a:pt x="76669" y="153678"/>
                </a:moveTo>
                <a:lnTo>
                  <a:pt x="76157" y="192097"/>
                </a:lnTo>
                <a:lnTo>
                  <a:pt x="114578" y="192609"/>
                </a:lnTo>
                <a:lnTo>
                  <a:pt x="115090" y="154190"/>
                </a:lnTo>
                <a:lnTo>
                  <a:pt x="76669" y="153678"/>
                </a:lnTo>
                <a:moveTo>
                  <a:pt x="95282" y="210367"/>
                </a:moveTo>
                <a:lnTo>
                  <a:pt x="0" y="132334"/>
                </a:lnTo>
                <a:lnTo>
                  <a:pt x="94087" y="325454"/>
                </a:lnTo>
                <a:lnTo>
                  <a:pt x="192101" y="134553"/>
                </a:lnTo>
                <a:lnTo>
                  <a:pt x="95282" y="21036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21E20A2E-7145-45C2-956E-839F23D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3257" y="5379642"/>
            <a:ext cx="192101" cy="307355"/>
          </a:xfrm>
          <a:custGeom xmlns:a="http://schemas.openxmlformats.org/drawingml/2006/main">
            <a:pathLst>
              <a:path w="192101" h="307355">
                <a:moveTo>
                  <a:pt x="76840" y="115257"/>
                </a:moveTo>
                <a:lnTo>
                  <a:pt x="76840" y="153677"/>
                </a:lnTo>
                <a:lnTo>
                  <a:pt x="115260" y="153677"/>
                </a:lnTo>
                <a:lnTo>
                  <a:pt x="115260" y="115257"/>
                </a:lnTo>
                <a:lnTo>
                  <a:pt x="76840" y="115257"/>
                </a:lnTo>
                <a:moveTo>
                  <a:pt x="76840" y="192096"/>
                </a:moveTo>
                <a:lnTo>
                  <a:pt x="76840" y="230516"/>
                </a:lnTo>
                <a:lnTo>
                  <a:pt x="115260" y="230516"/>
                </a:lnTo>
                <a:lnTo>
                  <a:pt x="115260" y="192096"/>
                </a:lnTo>
                <a:lnTo>
                  <a:pt x="76840" y="192096"/>
                </a:lnTo>
                <a:moveTo>
                  <a:pt x="76840" y="268934"/>
                </a:moveTo>
                <a:lnTo>
                  <a:pt x="76840" y="307355"/>
                </a:lnTo>
                <a:lnTo>
                  <a:pt x="115260" y="307355"/>
                </a:lnTo>
                <a:lnTo>
                  <a:pt x="115260" y="268934"/>
                </a:lnTo>
                <a:lnTo>
                  <a:pt x="76840" y="268934"/>
                </a:lnTo>
                <a:moveTo>
                  <a:pt x="96135" y="115257"/>
                </a:moveTo>
                <a:lnTo>
                  <a:pt x="192101" y="192096"/>
                </a:lnTo>
                <a:lnTo>
                  <a:pt x="96135" y="0"/>
                </a:lnTo>
                <a:lnTo>
                  <a:pt x="0" y="192096"/>
                </a:lnTo>
                <a:lnTo>
                  <a:pt x="96135" y="115257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D2370EC7-EC1F-47A2-A744-C6DAE91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7538" y="5371446"/>
            <a:ext cx="192101" cy="307525"/>
          </a:xfrm>
          <a:custGeom xmlns:a="http://schemas.openxmlformats.org/drawingml/2006/main">
            <a:pathLst>
              <a:path w="192101" h="307525">
                <a:moveTo>
                  <a:pt x="78035" y="114917"/>
                </a:moveTo>
                <a:lnTo>
                  <a:pt x="77523" y="153336"/>
                </a:lnTo>
                <a:lnTo>
                  <a:pt x="115943" y="153848"/>
                </a:lnTo>
                <a:lnTo>
                  <a:pt x="116456" y="115428"/>
                </a:lnTo>
                <a:lnTo>
                  <a:pt x="78035" y="114917"/>
                </a:lnTo>
                <a:moveTo>
                  <a:pt x="76840" y="191755"/>
                </a:moveTo>
                <a:lnTo>
                  <a:pt x="76328" y="230175"/>
                </a:lnTo>
                <a:lnTo>
                  <a:pt x="114748" y="230687"/>
                </a:lnTo>
                <a:lnTo>
                  <a:pt x="115261" y="192267"/>
                </a:lnTo>
                <a:lnTo>
                  <a:pt x="76840" y="191755"/>
                </a:lnTo>
                <a:moveTo>
                  <a:pt x="75816" y="268593"/>
                </a:moveTo>
                <a:lnTo>
                  <a:pt x="75133" y="307013"/>
                </a:lnTo>
                <a:lnTo>
                  <a:pt x="113553" y="307525"/>
                </a:lnTo>
                <a:lnTo>
                  <a:pt x="114236" y="269106"/>
                </a:lnTo>
                <a:lnTo>
                  <a:pt x="75816" y="268593"/>
                </a:lnTo>
                <a:moveTo>
                  <a:pt x="97160" y="115258"/>
                </a:moveTo>
                <a:lnTo>
                  <a:pt x="192101" y="193463"/>
                </a:lnTo>
                <a:lnTo>
                  <a:pt x="98868" y="0"/>
                </a:lnTo>
                <a:lnTo>
                  <a:pt x="0" y="190560"/>
                </a:lnTo>
                <a:lnTo>
                  <a:pt x="97160" y="115258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6EFA6924-571B-47CC-8CB9-65C18FED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649" y="1734418"/>
            <a:ext cx="191930" cy="307695"/>
          </a:xfrm>
          <a:custGeom xmlns:a="http://schemas.openxmlformats.org/drawingml/2006/main">
            <a:pathLst>
              <a:path w="191930" h="307695">
                <a:moveTo>
                  <a:pt x="112528" y="114405"/>
                </a:moveTo>
                <a:lnTo>
                  <a:pt x="113895" y="152823"/>
                </a:lnTo>
                <a:lnTo>
                  <a:pt x="75474" y="154189"/>
                </a:lnTo>
                <a:lnTo>
                  <a:pt x="74109" y="115769"/>
                </a:lnTo>
                <a:lnTo>
                  <a:pt x="112528" y="114405"/>
                </a:lnTo>
                <a:moveTo>
                  <a:pt x="115090" y="191243"/>
                </a:moveTo>
                <a:lnTo>
                  <a:pt x="116456" y="229662"/>
                </a:lnTo>
                <a:lnTo>
                  <a:pt x="78036" y="231028"/>
                </a:lnTo>
                <a:lnTo>
                  <a:pt x="76840" y="192608"/>
                </a:lnTo>
                <a:lnTo>
                  <a:pt x="115090" y="191243"/>
                </a:lnTo>
                <a:moveTo>
                  <a:pt x="117822" y="268082"/>
                </a:moveTo>
                <a:lnTo>
                  <a:pt x="119188" y="306501"/>
                </a:lnTo>
                <a:lnTo>
                  <a:pt x="80768" y="307695"/>
                </a:lnTo>
                <a:lnTo>
                  <a:pt x="79402" y="269447"/>
                </a:lnTo>
                <a:lnTo>
                  <a:pt x="117822" y="268082"/>
                </a:lnTo>
                <a:moveTo>
                  <a:pt x="93233" y="115087"/>
                </a:moveTo>
                <a:lnTo>
                  <a:pt x="0" y="195341"/>
                </a:lnTo>
                <a:lnTo>
                  <a:pt x="89135" y="0"/>
                </a:lnTo>
                <a:lnTo>
                  <a:pt x="191930" y="188511"/>
                </a:lnTo>
                <a:lnTo>
                  <a:pt x="93233" y="11508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56C352B5-7123-401B-B825-CD2BFA7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4727" y="1734418"/>
            <a:ext cx="191930" cy="359263"/>
          </a:xfrm>
          <a:custGeom xmlns:a="http://schemas.openxmlformats.org/drawingml/2006/main">
            <a:pathLst>
              <a:path w="191930" h="359263">
                <a:moveTo>
                  <a:pt x="112357" y="114405"/>
                </a:moveTo>
                <a:lnTo>
                  <a:pt x="113723" y="152823"/>
                </a:lnTo>
                <a:lnTo>
                  <a:pt x="75302" y="154189"/>
                </a:lnTo>
                <a:lnTo>
                  <a:pt x="73937" y="115769"/>
                </a:lnTo>
                <a:lnTo>
                  <a:pt x="112357" y="114405"/>
                </a:lnTo>
                <a:moveTo>
                  <a:pt x="115260" y="191072"/>
                </a:moveTo>
                <a:lnTo>
                  <a:pt x="116627" y="229491"/>
                </a:lnTo>
                <a:lnTo>
                  <a:pt x="78206" y="231028"/>
                </a:lnTo>
                <a:lnTo>
                  <a:pt x="76840" y="192608"/>
                </a:lnTo>
                <a:lnTo>
                  <a:pt x="115260" y="191072"/>
                </a:lnTo>
                <a:moveTo>
                  <a:pt x="118163" y="267911"/>
                </a:moveTo>
                <a:lnTo>
                  <a:pt x="119529" y="306330"/>
                </a:lnTo>
                <a:lnTo>
                  <a:pt x="81279" y="307866"/>
                </a:lnTo>
                <a:lnTo>
                  <a:pt x="79743" y="269447"/>
                </a:lnTo>
                <a:lnTo>
                  <a:pt x="118163" y="267911"/>
                </a:lnTo>
                <a:moveTo>
                  <a:pt x="121065" y="344750"/>
                </a:moveTo>
                <a:lnTo>
                  <a:pt x="121578" y="357726"/>
                </a:lnTo>
                <a:lnTo>
                  <a:pt x="83158" y="359263"/>
                </a:lnTo>
                <a:lnTo>
                  <a:pt x="82645" y="346114"/>
                </a:lnTo>
                <a:lnTo>
                  <a:pt x="121065" y="344750"/>
                </a:lnTo>
                <a:moveTo>
                  <a:pt x="93062" y="115087"/>
                </a:moveTo>
                <a:lnTo>
                  <a:pt x="0" y="195512"/>
                </a:lnTo>
                <a:lnTo>
                  <a:pt x="88622" y="0"/>
                </a:lnTo>
                <a:lnTo>
                  <a:pt x="191930" y="188169"/>
                </a:lnTo>
                <a:lnTo>
                  <a:pt x="93062" y="115087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A53EA261-C05A-4D92-87D4-669D0355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7694" y="1731856"/>
            <a:ext cx="191930" cy="358580"/>
          </a:xfrm>
          <a:custGeom xmlns:a="http://schemas.openxmlformats.org/drawingml/2006/main">
            <a:pathLst>
              <a:path w="191930" h="358580">
                <a:moveTo>
                  <a:pt x="81280" y="0"/>
                </a:moveTo>
                <a:lnTo>
                  <a:pt x="80256" y="38249"/>
                </a:lnTo>
                <a:lnTo>
                  <a:pt x="118676" y="39444"/>
                </a:lnTo>
                <a:lnTo>
                  <a:pt x="119700" y="1025"/>
                </a:lnTo>
                <a:lnTo>
                  <a:pt x="81280" y="0"/>
                </a:lnTo>
                <a:moveTo>
                  <a:pt x="79231" y="76668"/>
                </a:moveTo>
                <a:lnTo>
                  <a:pt x="78206" y="115087"/>
                </a:lnTo>
                <a:lnTo>
                  <a:pt x="116627" y="116112"/>
                </a:lnTo>
                <a:lnTo>
                  <a:pt x="117651" y="77693"/>
                </a:lnTo>
                <a:lnTo>
                  <a:pt x="79231" y="76668"/>
                </a:lnTo>
                <a:moveTo>
                  <a:pt x="77182" y="153507"/>
                </a:moveTo>
                <a:lnTo>
                  <a:pt x="75986" y="191926"/>
                </a:lnTo>
                <a:lnTo>
                  <a:pt x="114406" y="192950"/>
                </a:lnTo>
                <a:lnTo>
                  <a:pt x="115431" y="154531"/>
                </a:lnTo>
                <a:lnTo>
                  <a:pt x="77182" y="153507"/>
                </a:lnTo>
                <a:moveTo>
                  <a:pt x="74962" y="230345"/>
                </a:moveTo>
                <a:lnTo>
                  <a:pt x="74620" y="242811"/>
                </a:lnTo>
                <a:lnTo>
                  <a:pt x="113041" y="243835"/>
                </a:lnTo>
                <a:lnTo>
                  <a:pt x="113382" y="231370"/>
                </a:lnTo>
                <a:lnTo>
                  <a:pt x="74962" y="230345"/>
                </a:lnTo>
                <a:moveTo>
                  <a:pt x="93916" y="243323"/>
                </a:moveTo>
                <a:lnTo>
                  <a:pt x="0" y="163923"/>
                </a:lnTo>
                <a:lnTo>
                  <a:pt x="90842" y="358580"/>
                </a:lnTo>
                <a:lnTo>
                  <a:pt x="191930" y="169046"/>
                </a:lnTo>
                <a:lnTo>
                  <a:pt x="93916" y="243323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2C46AADC-B024-4F00-926A-7FB1FE00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815" y="5401122"/>
            <a:ext cx="703945" cy="18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8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8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84" b="1" i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Progress</a:t>
            </a:r>
          </a:p>
        </p:txBody>
      </p:sp>
      <p:sp>
        <p:nvSpPr>
          <p:cNvPr id="280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17B043F0-5794-4C75-83A8-2ACA277A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45" y="7794424"/>
            <a:ext cx="5809123" cy="967142"/>
          </a:xfrm>
          <a:custGeom xmlns:a="http://schemas.openxmlformats.org/drawingml/2006/main">
            <a:pathLst>
              <a:path w="5809123" h="967142">
                <a:moveTo>
                  <a:pt x="0" y="967142"/>
                </a:moveTo>
                <a:lnTo>
                  <a:pt x="5809123" y="967142"/>
                </a:lnTo>
                <a:lnTo>
                  <a:pt x="580912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BAD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39491288-DCE2-46C6-977A-EE2C4D68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78" y="7060380"/>
            <a:ext cx="491779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282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93E969E1-1D44-4058-BD94-CDC2994C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478" y="7306414"/>
            <a:ext cx="693203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Context</a:t>
            </a:r>
          </a:p>
        </p:txBody>
      </p:sp>
      <p:sp>
        <p:nvSpPr>
          <p:cNvPr id="283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3B0F7531-F58D-4786-8948-B62F4DA4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216" y="8034855"/>
            <a:ext cx="629887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</a:t>
            </a:r>
          </a:p>
        </p:txBody>
      </p:sp>
      <p:sp>
        <p:nvSpPr>
          <p:cNvPr id="284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530301BF-95E2-47C4-A847-DFA3ECF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282" y="8033669"/>
            <a:ext cx="273377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ion</a:t>
            </a:r>
          </a:p>
        </p:txBody>
      </p:sp>
      <p:sp>
        <p:nvSpPr>
          <p:cNvPr id="285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9DB52634-CB04-4E84-997F-5C288A0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216" y="8282923"/>
            <a:ext cx="572308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286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002DBAB6-F530-4A30-B6D4-0C9E2C3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9525" y="7508201"/>
            <a:ext cx="1210388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Video</a:t>
            </a:r>
          </a:p>
        </p:txBody>
      </p:sp>
      <p:sp>
        <p:nvSpPr>
          <p:cNvPr id="287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F7BEF6E4-5FC7-47F1-8900-EB9A8DE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474" y="7507104"/>
            <a:ext cx="1081123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288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B9BB231C-0F36-4DAF-886D-58D9264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8241" y="8512482"/>
            <a:ext cx="749584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Progress</a:t>
            </a:r>
          </a:p>
        </p:txBody>
      </p:sp>
      <p:sp>
        <p:nvSpPr>
          <p:cNvPr id="289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7E613203-3EB8-4339-B8F6-156DF06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1984" y="8513531"/>
            <a:ext cx="1168383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Visual Target</a:t>
            </a:r>
          </a:p>
        </p:txBody>
      </p:sp>
      <p:sp>
        <p:nvSpPr>
          <p:cNvPr id="290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69BC7708-F5E4-4892-81FF-1454923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3279" y="8510963"/>
            <a:ext cx="579305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291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DA9FB052-6C33-489C-8B3C-D2F61959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058" y="7928124"/>
            <a:ext cx="111162" cy="128576"/>
          </a:xfrm>
          <a:custGeom xmlns:a="http://schemas.openxmlformats.org/drawingml/2006/main">
            <a:pathLst>
              <a:path w="111162" h="128576">
                <a:moveTo>
                  <a:pt x="80597" y="0"/>
                </a:moveTo>
                <a:cubicBezTo>
                  <a:pt x="85890" y="0"/>
                  <a:pt x="90500" y="1537"/>
                  <a:pt x="94598" y="4439"/>
                </a:cubicBezTo>
                <a:cubicBezTo>
                  <a:pt x="98526" y="7513"/>
                  <a:pt x="102111" y="11952"/>
                  <a:pt x="105185" y="17929"/>
                </a:cubicBezTo>
                <a:lnTo>
                  <a:pt x="91013" y="24075"/>
                </a:lnTo>
                <a:cubicBezTo>
                  <a:pt x="87939" y="17929"/>
                  <a:pt x="85548" y="13831"/>
                  <a:pt x="83329" y="11610"/>
                </a:cubicBezTo>
                <a:cubicBezTo>
                  <a:pt x="81108" y="9220"/>
                  <a:pt x="78547" y="8025"/>
                  <a:pt x="75303" y="8025"/>
                </a:cubicBezTo>
                <a:cubicBezTo>
                  <a:pt x="73595" y="8025"/>
                  <a:pt x="72058" y="8366"/>
                  <a:pt x="70522" y="9049"/>
                </a:cubicBezTo>
                <a:cubicBezTo>
                  <a:pt x="68985" y="9561"/>
                  <a:pt x="67619" y="10757"/>
                  <a:pt x="66423" y="12635"/>
                </a:cubicBezTo>
                <a:cubicBezTo>
                  <a:pt x="65229" y="14513"/>
                  <a:pt x="64203" y="16904"/>
                  <a:pt x="63350" y="19807"/>
                </a:cubicBezTo>
                <a:cubicBezTo>
                  <a:pt x="62496" y="22881"/>
                  <a:pt x="61301" y="27832"/>
                  <a:pt x="59764" y="34833"/>
                </a:cubicBezTo>
                <a:lnTo>
                  <a:pt x="53446" y="65398"/>
                </a:lnTo>
                <a:cubicBezTo>
                  <a:pt x="52422" y="70008"/>
                  <a:pt x="51396" y="73935"/>
                  <a:pt x="50031" y="77521"/>
                </a:cubicBezTo>
                <a:cubicBezTo>
                  <a:pt x="48836" y="80936"/>
                  <a:pt x="47470" y="84351"/>
                  <a:pt x="45762" y="87425"/>
                </a:cubicBezTo>
                <a:cubicBezTo>
                  <a:pt x="44225" y="90499"/>
                  <a:pt x="42517" y="93401"/>
                  <a:pt x="40639" y="95792"/>
                </a:cubicBezTo>
                <a:cubicBezTo>
                  <a:pt x="38761" y="98182"/>
                  <a:pt x="36712" y="100572"/>
                  <a:pt x="34493" y="103134"/>
                </a:cubicBezTo>
                <a:lnTo>
                  <a:pt x="34493" y="103987"/>
                </a:lnTo>
                <a:cubicBezTo>
                  <a:pt x="38249" y="103987"/>
                  <a:pt x="42177" y="104500"/>
                  <a:pt x="45933" y="105355"/>
                </a:cubicBezTo>
                <a:cubicBezTo>
                  <a:pt x="49690" y="106207"/>
                  <a:pt x="53446" y="107232"/>
                  <a:pt x="57032" y="108599"/>
                </a:cubicBezTo>
                <a:cubicBezTo>
                  <a:pt x="60789" y="109964"/>
                  <a:pt x="64374" y="111159"/>
                  <a:pt x="67790" y="112014"/>
                </a:cubicBezTo>
                <a:cubicBezTo>
                  <a:pt x="71205" y="112867"/>
                  <a:pt x="74620" y="113208"/>
                  <a:pt x="77864" y="113208"/>
                </a:cubicBezTo>
                <a:cubicBezTo>
                  <a:pt x="81450" y="113208"/>
                  <a:pt x="84523" y="112696"/>
                  <a:pt x="87085" y="111672"/>
                </a:cubicBezTo>
                <a:cubicBezTo>
                  <a:pt x="89647" y="110817"/>
                  <a:pt x="92037" y="109110"/>
                  <a:pt x="94428" y="106720"/>
                </a:cubicBezTo>
                <a:cubicBezTo>
                  <a:pt x="96989" y="104329"/>
                  <a:pt x="100234" y="100061"/>
                  <a:pt x="104160" y="93743"/>
                </a:cubicBezTo>
                <a:lnTo>
                  <a:pt x="111162" y="98353"/>
                </a:lnTo>
                <a:cubicBezTo>
                  <a:pt x="103820" y="109793"/>
                  <a:pt x="97501" y="117819"/>
                  <a:pt x="92037" y="122087"/>
                </a:cubicBezTo>
                <a:cubicBezTo>
                  <a:pt x="86744" y="126357"/>
                  <a:pt x="81450" y="128576"/>
                  <a:pt x="75986" y="128576"/>
                </a:cubicBezTo>
                <a:cubicBezTo>
                  <a:pt x="71376" y="128576"/>
                  <a:pt x="67107" y="128064"/>
                  <a:pt x="63008" y="127039"/>
                </a:cubicBezTo>
                <a:cubicBezTo>
                  <a:pt x="58910" y="126186"/>
                  <a:pt x="54983" y="124819"/>
                  <a:pt x="51056" y="123112"/>
                </a:cubicBezTo>
                <a:cubicBezTo>
                  <a:pt x="46616" y="121405"/>
                  <a:pt x="42688" y="120038"/>
                  <a:pt x="39615" y="119185"/>
                </a:cubicBezTo>
                <a:cubicBezTo>
                  <a:pt x="36370" y="118331"/>
                  <a:pt x="32956" y="117819"/>
                  <a:pt x="29711" y="117819"/>
                </a:cubicBezTo>
                <a:cubicBezTo>
                  <a:pt x="25955" y="117819"/>
                  <a:pt x="22539" y="118501"/>
                  <a:pt x="19124" y="119868"/>
                </a:cubicBezTo>
                <a:cubicBezTo>
                  <a:pt x="15709" y="121234"/>
                  <a:pt x="10928" y="124137"/>
                  <a:pt x="4781" y="128576"/>
                </a:cubicBezTo>
                <a:lnTo>
                  <a:pt x="0" y="122429"/>
                </a:lnTo>
                <a:cubicBezTo>
                  <a:pt x="7513" y="115599"/>
                  <a:pt x="14001" y="110817"/>
                  <a:pt x="19295" y="108257"/>
                </a:cubicBezTo>
                <a:cubicBezTo>
                  <a:pt x="26125" y="101768"/>
                  <a:pt x="31077" y="91523"/>
                  <a:pt x="34151" y="77350"/>
                </a:cubicBezTo>
                <a:lnTo>
                  <a:pt x="43030" y="36711"/>
                </a:lnTo>
                <a:cubicBezTo>
                  <a:pt x="44566" y="29369"/>
                  <a:pt x="46445" y="23392"/>
                  <a:pt x="48836" y="18953"/>
                </a:cubicBezTo>
                <a:cubicBezTo>
                  <a:pt x="51056" y="14513"/>
                  <a:pt x="53787" y="10928"/>
                  <a:pt x="56861" y="8537"/>
                </a:cubicBezTo>
                <a:cubicBezTo>
                  <a:pt x="60106" y="5976"/>
                  <a:pt x="63521" y="3927"/>
                  <a:pt x="67278" y="2390"/>
                </a:cubicBezTo>
                <a:cubicBezTo>
                  <a:pt x="71035" y="854"/>
                  <a:pt x="75473" y="0"/>
                  <a:pt x="8059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37E6C51A-0ACF-44F1-9E04-51E4612A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6612" y="7984984"/>
            <a:ext cx="224032" cy="133187"/>
          </a:xfrm>
          <a:custGeom xmlns:a="http://schemas.openxmlformats.org/drawingml/2006/main">
            <a:pathLst>
              <a:path w="224032" h="133187">
                <a:moveTo>
                  <a:pt x="95453" y="49347"/>
                </a:moveTo>
                <a:cubicBezTo>
                  <a:pt x="87939" y="49347"/>
                  <a:pt x="82304" y="52591"/>
                  <a:pt x="78377" y="59081"/>
                </a:cubicBezTo>
                <a:cubicBezTo>
                  <a:pt x="74450" y="65569"/>
                  <a:pt x="72401" y="74790"/>
                  <a:pt x="72401" y="86571"/>
                </a:cubicBezTo>
                <a:cubicBezTo>
                  <a:pt x="72401" y="99207"/>
                  <a:pt x="74450" y="108940"/>
                  <a:pt x="78377" y="115770"/>
                </a:cubicBezTo>
                <a:cubicBezTo>
                  <a:pt x="82475" y="122600"/>
                  <a:pt x="88281" y="125844"/>
                  <a:pt x="95624" y="125844"/>
                </a:cubicBezTo>
                <a:cubicBezTo>
                  <a:pt x="99722" y="125844"/>
                  <a:pt x="103308" y="124990"/>
                  <a:pt x="106210" y="122942"/>
                </a:cubicBezTo>
                <a:cubicBezTo>
                  <a:pt x="109113" y="120893"/>
                  <a:pt x="111503" y="118331"/>
                  <a:pt x="113212" y="114916"/>
                </a:cubicBezTo>
                <a:cubicBezTo>
                  <a:pt x="115089" y="111501"/>
                  <a:pt x="116285" y="107573"/>
                  <a:pt x="117138" y="103134"/>
                </a:cubicBezTo>
                <a:cubicBezTo>
                  <a:pt x="117993" y="98695"/>
                  <a:pt x="118334" y="94084"/>
                  <a:pt x="118334" y="89133"/>
                </a:cubicBezTo>
                <a:cubicBezTo>
                  <a:pt x="118334" y="80254"/>
                  <a:pt x="117309" y="72740"/>
                  <a:pt x="115431" y="66763"/>
                </a:cubicBezTo>
                <a:cubicBezTo>
                  <a:pt x="113382" y="60788"/>
                  <a:pt x="110650" y="56348"/>
                  <a:pt x="107235" y="53616"/>
                </a:cubicBezTo>
                <a:cubicBezTo>
                  <a:pt x="103819" y="50884"/>
                  <a:pt x="99893" y="49347"/>
                  <a:pt x="95453" y="49347"/>
                </a:cubicBezTo>
                <a:moveTo>
                  <a:pt x="196539" y="42175"/>
                </a:moveTo>
                <a:cubicBezTo>
                  <a:pt x="201493" y="42175"/>
                  <a:pt x="206102" y="42517"/>
                  <a:pt x="210372" y="43030"/>
                </a:cubicBezTo>
                <a:cubicBezTo>
                  <a:pt x="214640" y="43541"/>
                  <a:pt x="218909" y="44566"/>
                  <a:pt x="223179" y="45761"/>
                </a:cubicBezTo>
                <a:lnTo>
                  <a:pt x="223179" y="65056"/>
                </a:lnTo>
                <a:lnTo>
                  <a:pt x="211566" y="65056"/>
                </a:lnTo>
                <a:cubicBezTo>
                  <a:pt x="210543" y="61129"/>
                  <a:pt x="209176" y="57884"/>
                  <a:pt x="207640" y="55665"/>
                </a:cubicBezTo>
                <a:cubicBezTo>
                  <a:pt x="206102" y="53275"/>
                  <a:pt x="204395" y="51738"/>
                  <a:pt x="202346" y="50884"/>
                </a:cubicBezTo>
                <a:cubicBezTo>
                  <a:pt x="200296" y="49860"/>
                  <a:pt x="197736" y="49347"/>
                  <a:pt x="194833" y="49347"/>
                </a:cubicBezTo>
                <a:cubicBezTo>
                  <a:pt x="190564" y="49347"/>
                  <a:pt x="186637" y="50884"/>
                  <a:pt x="183393" y="53616"/>
                </a:cubicBezTo>
                <a:cubicBezTo>
                  <a:pt x="180148" y="56348"/>
                  <a:pt x="177416" y="60617"/>
                  <a:pt x="175537" y="66251"/>
                </a:cubicBezTo>
                <a:cubicBezTo>
                  <a:pt x="173659" y="71887"/>
                  <a:pt x="172634" y="78716"/>
                  <a:pt x="172634" y="86913"/>
                </a:cubicBezTo>
                <a:cubicBezTo>
                  <a:pt x="172634" y="92035"/>
                  <a:pt x="172976" y="96816"/>
                  <a:pt x="173659" y="101256"/>
                </a:cubicBezTo>
                <a:cubicBezTo>
                  <a:pt x="174513" y="105525"/>
                  <a:pt x="175708" y="109281"/>
                  <a:pt x="177587" y="112355"/>
                </a:cubicBezTo>
                <a:cubicBezTo>
                  <a:pt x="179294" y="115428"/>
                  <a:pt x="181684" y="117820"/>
                  <a:pt x="184587" y="119527"/>
                </a:cubicBezTo>
                <a:cubicBezTo>
                  <a:pt x="187489" y="121234"/>
                  <a:pt x="191246" y="122087"/>
                  <a:pt x="195516" y="122087"/>
                </a:cubicBezTo>
                <a:cubicBezTo>
                  <a:pt x="199784" y="122087"/>
                  <a:pt x="203712" y="121234"/>
                  <a:pt x="207298" y="119527"/>
                </a:cubicBezTo>
                <a:cubicBezTo>
                  <a:pt x="211055" y="117989"/>
                  <a:pt x="214810" y="114916"/>
                  <a:pt x="218738" y="110818"/>
                </a:cubicBezTo>
                <a:lnTo>
                  <a:pt x="224032" y="116965"/>
                </a:lnTo>
                <a:cubicBezTo>
                  <a:pt x="220787" y="120380"/>
                  <a:pt x="218055" y="122942"/>
                  <a:pt x="215665" y="124820"/>
                </a:cubicBezTo>
                <a:cubicBezTo>
                  <a:pt x="213274" y="126698"/>
                  <a:pt x="210714" y="128235"/>
                  <a:pt x="207981" y="129601"/>
                </a:cubicBezTo>
                <a:cubicBezTo>
                  <a:pt x="205249" y="130796"/>
                  <a:pt x="202516" y="131821"/>
                  <a:pt x="199955" y="132333"/>
                </a:cubicBezTo>
                <a:cubicBezTo>
                  <a:pt x="197223" y="132845"/>
                  <a:pt x="194321" y="133187"/>
                  <a:pt x="191246" y="133187"/>
                </a:cubicBezTo>
                <a:cubicBezTo>
                  <a:pt x="179636" y="133187"/>
                  <a:pt x="170757" y="129259"/>
                  <a:pt x="164609" y="121575"/>
                </a:cubicBezTo>
                <a:cubicBezTo>
                  <a:pt x="158462" y="113892"/>
                  <a:pt x="155388" y="102793"/>
                  <a:pt x="155388" y="88278"/>
                </a:cubicBezTo>
                <a:cubicBezTo>
                  <a:pt x="155388" y="79228"/>
                  <a:pt x="157095" y="71204"/>
                  <a:pt x="160510" y="64032"/>
                </a:cubicBezTo>
                <a:cubicBezTo>
                  <a:pt x="163926" y="57031"/>
                  <a:pt x="168877" y="51738"/>
                  <a:pt x="175024" y="47810"/>
                </a:cubicBezTo>
                <a:cubicBezTo>
                  <a:pt x="181172" y="44054"/>
                  <a:pt x="188344" y="42175"/>
                  <a:pt x="196539" y="42175"/>
                </a:cubicBezTo>
                <a:moveTo>
                  <a:pt x="95794" y="42175"/>
                </a:moveTo>
                <a:cubicBezTo>
                  <a:pt x="108943" y="42175"/>
                  <a:pt x="118846" y="45932"/>
                  <a:pt x="125676" y="53616"/>
                </a:cubicBezTo>
                <a:cubicBezTo>
                  <a:pt x="132336" y="61300"/>
                  <a:pt x="135751" y="72228"/>
                  <a:pt x="135751" y="86571"/>
                </a:cubicBezTo>
                <a:cubicBezTo>
                  <a:pt x="135751" y="96645"/>
                  <a:pt x="134044" y="105354"/>
                  <a:pt x="130629" y="112355"/>
                </a:cubicBezTo>
                <a:cubicBezTo>
                  <a:pt x="127213" y="119356"/>
                  <a:pt x="122432" y="124478"/>
                  <a:pt x="116285" y="128064"/>
                </a:cubicBezTo>
                <a:cubicBezTo>
                  <a:pt x="110138" y="131479"/>
                  <a:pt x="102795" y="133187"/>
                  <a:pt x="94258" y="133187"/>
                </a:cubicBezTo>
                <a:cubicBezTo>
                  <a:pt x="81622" y="133187"/>
                  <a:pt x="71888" y="129430"/>
                  <a:pt x="65059" y="121916"/>
                </a:cubicBezTo>
                <a:cubicBezTo>
                  <a:pt x="58398" y="114404"/>
                  <a:pt x="54983" y="103305"/>
                  <a:pt x="54983" y="88620"/>
                </a:cubicBezTo>
                <a:cubicBezTo>
                  <a:pt x="54983" y="78375"/>
                  <a:pt x="56690" y="69838"/>
                  <a:pt x="60277" y="62837"/>
                </a:cubicBezTo>
                <a:cubicBezTo>
                  <a:pt x="63862" y="55836"/>
                  <a:pt x="68644" y="50713"/>
                  <a:pt x="74791" y="47298"/>
                </a:cubicBezTo>
                <a:cubicBezTo>
                  <a:pt x="80938" y="43883"/>
                  <a:pt x="87939" y="42175"/>
                  <a:pt x="95794" y="42175"/>
                </a:cubicBezTo>
                <a:moveTo>
                  <a:pt x="22027" y="0"/>
                </a:moveTo>
                <a:lnTo>
                  <a:pt x="27662" y="0"/>
                </a:lnTo>
                <a:lnTo>
                  <a:pt x="27662" y="108770"/>
                </a:lnTo>
                <a:cubicBezTo>
                  <a:pt x="27662" y="114063"/>
                  <a:pt x="27833" y="117649"/>
                  <a:pt x="28346" y="119697"/>
                </a:cubicBezTo>
                <a:cubicBezTo>
                  <a:pt x="28858" y="121745"/>
                  <a:pt x="29711" y="123284"/>
                  <a:pt x="31248" y="124478"/>
                </a:cubicBezTo>
                <a:cubicBezTo>
                  <a:pt x="32615" y="125502"/>
                  <a:pt x="34834" y="126357"/>
                  <a:pt x="37908" y="127210"/>
                </a:cubicBezTo>
                <a:lnTo>
                  <a:pt x="37908" y="131650"/>
                </a:lnTo>
                <a:lnTo>
                  <a:pt x="1366" y="131650"/>
                </a:lnTo>
                <a:lnTo>
                  <a:pt x="1366" y="127210"/>
                </a:lnTo>
                <a:cubicBezTo>
                  <a:pt x="4440" y="126357"/>
                  <a:pt x="6660" y="125502"/>
                  <a:pt x="7854" y="124649"/>
                </a:cubicBezTo>
                <a:cubicBezTo>
                  <a:pt x="9050" y="123795"/>
                  <a:pt x="9904" y="122771"/>
                  <a:pt x="10417" y="121575"/>
                </a:cubicBezTo>
                <a:cubicBezTo>
                  <a:pt x="10928" y="120380"/>
                  <a:pt x="11270" y="118843"/>
                  <a:pt x="11440" y="116794"/>
                </a:cubicBezTo>
                <a:cubicBezTo>
                  <a:pt x="11611" y="114746"/>
                  <a:pt x="11782" y="112014"/>
                  <a:pt x="11782" y="108770"/>
                </a:cubicBezTo>
                <a:lnTo>
                  <a:pt x="11782" y="31589"/>
                </a:lnTo>
                <a:cubicBezTo>
                  <a:pt x="11782" y="25783"/>
                  <a:pt x="11782" y="21686"/>
                  <a:pt x="11611" y="19295"/>
                </a:cubicBezTo>
                <a:cubicBezTo>
                  <a:pt x="11611" y="17075"/>
                  <a:pt x="11270" y="15025"/>
                  <a:pt x="10928" y="13319"/>
                </a:cubicBezTo>
                <a:cubicBezTo>
                  <a:pt x="10587" y="11781"/>
                  <a:pt x="9904" y="10416"/>
                  <a:pt x="9220" y="9562"/>
                </a:cubicBezTo>
                <a:cubicBezTo>
                  <a:pt x="8538" y="8708"/>
                  <a:pt x="7684" y="7854"/>
                  <a:pt x="6489" y="7343"/>
                </a:cubicBezTo>
                <a:cubicBezTo>
                  <a:pt x="5293" y="6830"/>
                  <a:pt x="3074" y="6317"/>
                  <a:pt x="0" y="5634"/>
                </a:cubicBezTo>
                <a:lnTo>
                  <a:pt x="0" y="853"/>
                </a:lnTo>
                <a:lnTo>
                  <a:pt x="2202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3A5B7DC5-31C2-4881-B838-357E127A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9533" y="7976105"/>
            <a:ext cx="113383" cy="50543"/>
          </a:xfrm>
          <a:custGeom xmlns:a="http://schemas.openxmlformats.org/drawingml/2006/main">
            <a:pathLst>
              <a:path w="113383" h="50543">
                <a:moveTo>
                  <a:pt x="0" y="38249"/>
                </a:moveTo>
                <a:lnTo>
                  <a:pt x="113383" y="38249"/>
                </a:lnTo>
                <a:lnTo>
                  <a:pt x="113383" y="50543"/>
                </a:lnTo>
                <a:lnTo>
                  <a:pt x="0" y="50543"/>
                </a:lnTo>
                <a:close/>
                <a:moveTo>
                  <a:pt x="0" y="0"/>
                </a:moveTo>
                <a:lnTo>
                  <a:pt x="113383" y="0"/>
                </a:lnTo>
                <a:lnTo>
                  <a:pt x="113383" y="12294"/>
                </a:lnTo>
                <a:lnTo>
                  <a:pt x="0" y="12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8F0A0272-1190-4029-9F42-82EB6DE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3245" y="7889532"/>
            <a:ext cx="1365537" cy="227785"/>
          </a:xfrm>
          <a:custGeom xmlns:a="http://schemas.openxmlformats.org/drawingml/2006/main">
            <a:pathLst>
              <a:path w="1365537" h="227785">
                <a:moveTo>
                  <a:pt x="1351363" y="0"/>
                </a:moveTo>
                <a:lnTo>
                  <a:pt x="1365537" y="0"/>
                </a:lnTo>
                <a:lnTo>
                  <a:pt x="1365537" y="227785"/>
                </a:lnTo>
                <a:lnTo>
                  <a:pt x="1351363" y="227785"/>
                </a:lnTo>
                <a:close/>
                <a:moveTo>
                  <a:pt x="1311407" y="0"/>
                </a:moveTo>
                <a:lnTo>
                  <a:pt x="1325581" y="0"/>
                </a:lnTo>
                <a:lnTo>
                  <a:pt x="1325581" y="227785"/>
                </a:lnTo>
                <a:lnTo>
                  <a:pt x="1311407" y="227785"/>
                </a:lnTo>
                <a:close/>
                <a:moveTo>
                  <a:pt x="39957" y="0"/>
                </a:moveTo>
                <a:lnTo>
                  <a:pt x="54130" y="0"/>
                </a:lnTo>
                <a:lnTo>
                  <a:pt x="54130" y="227785"/>
                </a:lnTo>
                <a:lnTo>
                  <a:pt x="39957" y="227785"/>
                </a:lnTo>
                <a:close/>
                <a:moveTo>
                  <a:pt x="0" y="0"/>
                </a:moveTo>
                <a:lnTo>
                  <a:pt x="14173" y="0"/>
                </a:lnTo>
                <a:lnTo>
                  <a:pt x="14173" y="227785"/>
                </a:lnTo>
                <a:lnTo>
                  <a:pt x="0" y="227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97B53C76-5785-4BCC-8F8D-0174A4F0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7257" y="7965348"/>
            <a:ext cx="93232" cy="91523"/>
          </a:xfrm>
          <a:custGeom xmlns:a="http://schemas.openxmlformats.org/drawingml/2006/main">
            <a:pathLst>
              <a:path w="93232" h="91523">
                <a:moveTo>
                  <a:pt x="80767" y="0"/>
                </a:moveTo>
                <a:cubicBezTo>
                  <a:pt x="85207" y="0"/>
                  <a:pt x="88451" y="1024"/>
                  <a:pt x="90330" y="3415"/>
                </a:cubicBezTo>
                <a:cubicBezTo>
                  <a:pt x="92379" y="5635"/>
                  <a:pt x="93232" y="8708"/>
                  <a:pt x="93232" y="12636"/>
                </a:cubicBezTo>
                <a:cubicBezTo>
                  <a:pt x="93232" y="15538"/>
                  <a:pt x="92721" y="18953"/>
                  <a:pt x="91696" y="22710"/>
                </a:cubicBezTo>
                <a:cubicBezTo>
                  <a:pt x="90671" y="26637"/>
                  <a:pt x="89135" y="30564"/>
                  <a:pt x="87256" y="34833"/>
                </a:cubicBezTo>
                <a:cubicBezTo>
                  <a:pt x="85378" y="39102"/>
                  <a:pt x="83158" y="43371"/>
                  <a:pt x="80426" y="47810"/>
                </a:cubicBezTo>
                <a:cubicBezTo>
                  <a:pt x="77864" y="52249"/>
                  <a:pt x="74961" y="56690"/>
                  <a:pt x="71717" y="60787"/>
                </a:cubicBezTo>
                <a:cubicBezTo>
                  <a:pt x="68643" y="65056"/>
                  <a:pt x="65229" y="68984"/>
                  <a:pt x="61472" y="72740"/>
                </a:cubicBezTo>
                <a:cubicBezTo>
                  <a:pt x="57886" y="76497"/>
                  <a:pt x="54129" y="79741"/>
                  <a:pt x="50202" y="82473"/>
                </a:cubicBezTo>
                <a:cubicBezTo>
                  <a:pt x="46446" y="85205"/>
                  <a:pt x="42347" y="87425"/>
                  <a:pt x="38420" y="88962"/>
                </a:cubicBezTo>
                <a:cubicBezTo>
                  <a:pt x="34322" y="90669"/>
                  <a:pt x="30394" y="91523"/>
                  <a:pt x="26296" y="91523"/>
                </a:cubicBezTo>
                <a:cubicBezTo>
                  <a:pt x="24589" y="91523"/>
                  <a:pt x="23052" y="91011"/>
                  <a:pt x="21857" y="90157"/>
                </a:cubicBezTo>
                <a:cubicBezTo>
                  <a:pt x="20661" y="89304"/>
                  <a:pt x="19808" y="87937"/>
                  <a:pt x="18954" y="86400"/>
                </a:cubicBezTo>
                <a:cubicBezTo>
                  <a:pt x="18271" y="84693"/>
                  <a:pt x="17759" y="82814"/>
                  <a:pt x="17416" y="80595"/>
                </a:cubicBezTo>
                <a:cubicBezTo>
                  <a:pt x="17075" y="78375"/>
                  <a:pt x="16904" y="75984"/>
                  <a:pt x="16904" y="73253"/>
                </a:cubicBezTo>
                <a:cubicBezTo>
                  <a:pt x="16904" y="69838"/>
                  <a:pt x="17246" y="66081"/>
                  <a:pt x="17588" y="62154"/>
                </a:cubicBezTo>
                <a:cubicBezTo>
                  <a:pt x="18100" y="58055"/>
                  <a:pt x="18612" y="54128"/>
                  <a:pt x="19296" y="50031"/>
                </a:cubicBezTo>
                <a:lnTo>
                  <a:pt x="23222" y="24588"/>
                </a:lnTo>
                <a:cubicBezTo>
                  <a:pt x="23393" y="23051"/>
                  <a:pt x="23564" y="21686"/>
                  <a:pt x="23734" y="20319"/>
                </a:cubicBezTo>
                <a:cubicBezTo>
                  <a:pt x="23905" y="18953"/>
                  <a:pt x="23905" y="18099"/>
                  <a:pt x="23905" y="17416"/>
                </a:cubicBezTo>
                <a:cubicBezTo>
                  <a:pt x="23905" y="15538"/>
                  <a:pt x="23734" y="14001"/>
                  <a:pt x="23052" y="12806"/>
                </a:cubicBezTo>
                <a:cubicBezTo>
                  <a:pt x="22369" y="11440"/>
                  <a:pt x="21344" y="10928"/>
                  <a:pt x="19978" y="10928"/>
                </a:cubicBezTo>
                <a:cubicBezTo>
                  <a:pt x="18783" y="10928"/>
                  <a:pt x="17588" y="11269"/>
                  <a:pt x="16222" y="11952"/>
                </a:cubicBezTo>
                <a:cubicBezTo>
                  <a:pt x="14855" y="12636"/>
                  <a:pt x="13490" y="13660"/>
                  <a:pt x="12123" y="14684"/>
                </a:cubicBezTo>
                <a:cubicBezTo>
                  <a:pt x="10757" y="15709"/>
                  <a:pt x="9391" y="16904"/>
                  <a:pt x="8025" y="18270"/>
                </a:cubicBezTo>
                <a:cubicBezTo>
                  <a:pt x="6830" y="19466"/>
                  <a:pt x="5634" y="20660"/>
                  <a:pt x="4440" y="21856"/>
                </a:cubicBezTo>
                <a:lnTo>
                  <a:pt x="0" y="16563"/>
                </a:lnTo>
                <a:cubicBezTo>
                  <a:pt x="1878" y="14684"/>
                  <a:pt x="3927" y="12636"/>
                  <a:pt x="6147" y="10757"/>
                </a:cubicBezTo>
                <a:cubicBezTo>
                  <a:pt x="8195" y="8879"/>
                  <a:pt x="10587" y="7172"/>
                  <a:pt x="12978" y="5464"/>
                </a:cubicBezTo>
                <a:cubicBezTo>
                  <a:pt x="15368" y="3927"/>
                  <a:pt x="17759" y="2731"/>
                  <a:pt x="20490" y="1707"/>
                </a:cubicBezTo>
                <a:cubicBezTo>
                  <a:pt x="23052" y="854"/>
                  <a:pt x="25784" y="342"/>
                  <a:pt x="28516" y="342"/>
                </a:cubicBezTo>
                <a:cubicBezTo>
                  <a:pt x="30907" y="342"/>
                  <a:pt x="32784" y="683"/>
                  <a:pt x="34322" y="1537"/>
                </a:cubicBezTo>
                <a:cubicBezTo>
                  <a:pt x="35688" y="2219"/>
                  <a:pt x="36883" y="3244"/>
                  <a:pt x="37737" y="4439"/>
                </a:cubicBezTo>
                <a:cubicBezTo>
                  <a:pt x="38591" y="5806"/>
                  <a:pt x="39103" y="7172"/>
                  <a:pt x="39444" y="8708"/>
                </a:cubicBezTo>
                <a:cubicBezTo>
                  <a:pt x="39786" y="10074"/>
                  <a:pt x="39957" y="11611"/>
                  <a:pt x="39957" y="13148"/>
                </a:cubicBezTo>
                <a:cubicBezTo>
                  <a:pt x="39957" y="14001"/>
                  <a:pt x="39957" y="14855"/>
                  <a:pt x="39786" y="15538"/>
                </a:cubicBezTo>
                <a:cubicBezTo>
                  <a:pt x="39786" y="16393"/>
                  <a:pt x="39615" y="17075"/>
                  <a:pt x="39615" y="17758"/>
                </a:cubicBezTo>
                <a:lnTo>
                  <a:pt x="34322" y="51054"/>
                </a:lnTo>
                <a:cubicBezTo>
                  <a:pt x="33809" y="54640"/>
                  <a:pt x="33297" y="58055"/>
                  <a:pt x="32955" y="61470"/>
                </a:cubicBezTo>
                <a:cubicBezTo>
                  <a:pt x="32614" y="64715"/>
                  <a:pt x="32443" y="67618"/>
                  <a:pt x="32443" y="70350"/>
                </a:cubicBezTo>
                <a:cubicBezTo>
                  <a:pt x="32443" y="72911"/>
                  <a:pt x="32614" y="74961"/>
                  <a:pt x="32955" y="76497"/>
                </a:cubicBezTo>
                <a:cubicBezTo>
                  <a:pt x="33297" y="78205"/>
                  <a:pt x="33809" y="78888"/>
                  <a:pt x="34664" y="78888"/>
                </a:cubicBezTo>
                <a:cubicBezTo>
                  <a:pt x="36712" y="78888"/>
                  <a:pt x="39273" y="78205"/>
                  <a:pt x="42347" y="76497"/>
                </a:cubicBezTo>
                <a:cubicBezTo>
                  <a:pt x="45421" y="74790"/>
                  <a:pt x="48665" y="72569"/>
                  <a:pt x="51910" y="69838"/>
                </a:cubicBezTo>
                <a:cubicBezTo>
                  <a:pt x="55325" y="66934"/>
                  <a:pt x="58740" y="63519"/>
                  <a:pt x="62155" y="59593"/>
                </a:cubicBezTo>
                <a:cubicBezTo>
                  <a:pt x="65399" y="55836"/>
                  <a:pt x="68473" y="51567"/>
                  <a:pt x="71205" y="46956"/>
                </a:cubicBezTo>
                <a:cubicBezTo>
                  <a:pt x="73937" y="42517"/>
                  <a:pt x="76157" y="37737"/>
                  <a:pt x="77864" y="32613"/>
                </a:cubicBezTo>
                <a:cubicBezTo>
                  <a:pt x="79401" y="27662"/>
                  <a:pt x="80255" y="22539"/>
                  <a:pt x="80255" y="17416"/>
                </a:cubicBezTo>
                <a:cubicBezTo>
                  <a:pt x="80255" y="15196"/>
                  <a:pt x="79914" y="13489"/>
                  <a:pt x="78889" y="12294"/>
                </a:cubicBezTo>
                <a:cubicBezTo>
                  <a:pt x="77864" y="11099"/>
                  <a:pt x="76498" y="10587"/>
                  <a:pt x="74450" y="10587"/>
                </a:cubicBezTo>
                <a:cubicBezTo>
                  <a:pt x="71888" y="10587"/>
                  <a:pt x="69498" y="11611"/>
                  <a:pt x="67278" y="13489"/>
                </a:cubicBezTo>
                <a:cubicBezTo>
                  <a:pt x="65058" y="15538"/>
                  <a:pt x="62838" y="18099"/>
                  <a:pt x="60448" y="21344"/>
                </a:cubicBezTo>
                <a:lnTo>
                  <a:pt x="55325" y="16734"/>
                </a:lnTo>
                <a:cubicBezTo>
                  <a:pt x="56691" y="14513"/>
                  <a:pt x="58398" y="12465"/>
                  <a:pt x="60448" y="10416"/>
                </a:cubicBezTo>
                <a:cubicBezTo>
                  <a:pt x="62496" y="8366"/>
                  <a:pt x="64546" y="6488"/>
                  <a:pt x="66766" y="4951"/>
                </a:cubicBezTo>
                <a:cubicBezTo>
                  <a:pt x="68985" y="3415"/>
                  <a:pt x="71376" y="2219"/>
                  <a:pt x="73767" y="1366"/>
                </a:cubicBezTo>
                <a:cubicBezTo>
                  <a:pt x="76157" y="342"/>
                  <a:pt x="78548" y="0"/>
                  <a:pt x="8076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107C01F2-93FA-47E3-B53F-8574A952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5528" y="7922489"/>
            <a:ext cx="76498" cy="34321"/>
          </a:xfrm>
          <a:custGeom xmlns:a="http://schemas.openxmlformats.org/drawingml/2006/main">
            <a:pathLst>
              <a:path w="76498" h="34321">
                <a:moveTo>
                  <a:pt x="32785" y="0"/>
                </a:moveTo>
                <a:lnTo>
                  <a:pt x="45079" y="0"/>
                </a:lnTo>
                <a:lnTo>
                  <a:pt x="76498" y="29028"/>
                </a:lnTo>
                <a:lnTo>
                  <a:pt x="71376" y="34321"/>
                </a:lnTo>
                <a:lnTo>
                  <a:pt x="38932" y="11952"/>
                </a:lnTo>
                <a:lnTo>
                  <a:pt x="37908" y="11952"/>
                </a:lnTo>
                <a:lnTo>
                  <a:pt x="4951" y="34321"/>
                </a:lnTo>
                <a:lnTo>
                  <a:pt x="0" y="29028"/>
                </a:lnTo>
                <a:lnTo>
                  <a:pt x="3278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2653E02C-2C60-4224-BE23-83BF057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6541" y="7917195"/>
            <a:ext cx="74620" cy="94426"/>
          </a:xfrm>
          <a:custGeom xmlns:a="http://schemas.openxmlformats.org/drawingml/2006/main">
            <a:pathLst>
              <a:path w="74620" h="94426">
                <a:moveTo>
                  <a:pt x="52935" y="8879"/>
                </a:moveTo>
                <a:cubicBezTo>
                  <a:pt x="50202" y="8879"/>
                  <a:pt x="47640" y="9732"/>
                  <a:pt x="45250" y="11440"/>
                </a:cubicBezTo>
                <a:cubicBezTo>
                  <a:pt x="43030" y="12977"/>
                  <a:pt x="40469" y="15367"/>
                  <a:pt x="37908" y="18441"/>
                </a:cubicBezTo>
                <a:cubicBezTo>
                  <a:pt x="36712" y="19808"/>
                  <a:pt x="35516" y="21173"/>
                  <a:pt x="34492" y="22539"/>
                </a:cubicBezTo>
                <a:cubicBezTo>
                  <a:pt x="33468" y="23905"/>
                  <a:pt x="32614" y="25442"/>
                  <a:pt x="31761" y="27150"/>
                </a:cubicBezTo>
                <a:cubicBezTo>
                  <a:pt x="30907" y="28687"/>
                  <a:pt x="30223" y="30564"/>
                  <a:pt x="29540" y="32614"/>
                </a:cubicBezTo>
                <a:cubicBezTo>
                  <a:pt x="28858" y="34492"/>
                  <a:pt x="28346" y="36882"/>
                  <a:pt x="27833" y="39444"/>
                </a:cubicBezTo>
                <a:cubicBezTo>
                  <a:pt x="27150" y="42517"/>
                  <a:pt x="26808" y="45078"/>
                  <a:pt x="26296" y="47127"/>
                </a:cubicBezTo>
                <a:cubicBezTo>
                  <a:pt x="25955" y="49347"/>
                  <a:pt x="25784" y="51225"/>
                  <a:pt x="25784" y="53104"/>
                </a:cubicBezTo>
                <a:cubicBezTo>
                  <a:pt x="25784" y="56690"/>
                  <a:pt x="26637" y="59252"/>
                  <a:pt x="28346" y="60788"/>
                </a:cubicBezTo>
                <a:cubicBezTo>
                  <a:pt x="30053" y="62325"/>
                  <a:pt x="32785" y="63007"/>
                  <a:pt x="36371" y="63007"/>
                </a:cubicBezTo>
                <a:cubicBezTo>
                  <a:pt x="39103" y="63007"/>
                  <a:pt x="41493" y="62496"/>
                  <a:pt x="43714" y="61300"/>
                </a:cubicBezTo>
                <a:cubicBezTo>
                  <a:pt x="45933" y="60275"/>
                  <a:pt x="47982" y="58739"/>
                  <a:pt x="49861" y="56690"/>
                </a:cubicBezTo>
                <a:cubicBezTo>
                  <a:pt x="51739" y="54811"/>
                  <a:pt x="53276" y="52420"/>
                  <a:pt x="54812" y="49860"/>
                </a:cubicBezTo>
                <a:cubicBezTo>
                  <a:pt x="56179" y="47298"/>
                  <a:pt x="57374" y="44396"/>
                  <a:pt x="58399" y="41493"/>
                </a:cubicBezTo>
                <a:cubicBezTo>
                  <a:pt x="59252" y="38419"/>
                  <a:pt x="60105" y="35516"/>
                  <a:pt x="60618" y="32272"/>
                </a:cubicBezTo>
                <a:cubicBezTo>
                  <a:pt x="61130" y="29199"/>
                  <a:pt x="61301" y="26125"/>
                  <a:pt x="61301" y="23222"/>
                </a:cubicBezTo>
                <a:cubicBezTo>
                  <a:pt x="61301" y="18441"/>
                  <a:pt x="60618" y="14855"/>
                  <a:pt x="59252" y="12465"/>
                </a:cubicBezTo>
                <a:cubicBezTo>
                  <a:pt x="58057" y="10074"/>
                  <a:pt x="55837" y="8879"/>
                  <a:pt x="52935" y="8879"/>
                </a:cubicBezTo>
                <a:moveTo>
                  <a:pt x="21686" y="0"/>
                </a:moveTo>
                <a:cubicBezTo>
                  <a:pt x="25101" y="0"/>
                  <a:pt x="27492" y="1025"/>
                  <a:pt x="29369" y="3244"/>
                </a:cubicBezTo>
                <a:cubicBezTo>
                  <a:pt x="31248" y="5293"/>
                  <a:pt x="32102" y="8195"/>
                  <a:pt x="32102" y="11782"/>
                </a:cubicBezTo>
                <a:cubicBezTo>
                  <a:pt x="32102" y="12807"/>
                  <a:pt x="31931" y="13660"/>
                  <a:pt x="31761" y="14684"/>
                </a:cubicBezTo>
                <a:cubicBezTo>
                  <a:pt x="31761" y="15538"/>
                  <a:pt x="31419" y="16564"/>
                  <a:pt x="31078" y="17416"/>
                </a:cubicBezTo>
                <a:lnTo>
                  <a:pt x="31931" y="17929"/>
                </a:lnTo>
                <a:cubicBezTo>
                  <a:pt x="36371" y="11782"/>
                  <a:pt x="40640" y="7343"/>
                  <a:pt x="44908" y="4269"/>
                </a:cubicBezTo>
                <a:cubicBezTo>
                  <a:pt x="49007" y="1366"/>
                  <a:pt x="53446" y="0"/>
                  <a:pt x="58228" y="0"/>
                </a:cubicBezTo>
                <a:cubicBezTo>
                  <a:pt x="63521" y="0"/>
                  <a:pt x="67619" y="1878"/>
                  <a:pt x="70351" y="5635"/>
                </a:cubicBezTo>
                <a:cubicBezTo>
                  <a:pt x="73254" y="9562"/>
                  <a:pt x="74620" y="15196"/>
                  <a:pt x="74620" y="22539"/>
                </a:cubicBezTo>
                <a:cubicBezTo>
                  <a:pt x="74620" y="29028"/>
                  <a:pt x="73596" y="35004"/>
                  <a:pt x="71717" y="40639"/>
                </a:cubicBezTo>
                <a:cubicBezTo>
                  <a:pt x="69668" y="46445"/>
                  <a:pt x="66936" y="51396"/>
                  <a:pt x="63521" y="55665"/>
                </a:cubicBezTo>
                <a:cubicBezTo>
                  <a:pt x="60105" y="59934"/>
                  <a:pt x="56179" y="63348"/>
                  <a:pt x="51739" y="65911"/>
                </a:cubicBezTo>
                <a:cubicBezTo>
                  <a:pt x="47299" y="68301"/>
                  <a:pt x="42518" y="69496"/>
                  <a:pt x="37567" y="69496"/>
                </a:cubicBezTo>
                <a:cubicBezTo>
                  <a:pt x="33980" y="69496"/>
                  <a:pt x="31078" y="69154"/>
                  <a:pt x="28346" y="68471"/>
                </a:cubicBezTo>
                <a:cubicBezTo>
                  <a:pt x="25784" y="67789"/>
                  <a:pt x="23735" y="66934"/>
                  <a:pt x="22028" y="66081"/>
                </a:cubicBezTo>
                <a:cubicBezTo>
                  <a:pt x="21686" y="67789"/>
                  <a:pt x="21173" y="69496"/>
                  <a:pt x="20661" y="71375"/>
                </a:cubicBezTo>
                <a:cubicBezTo>
                  <a:pt x="20319" y="73252"/>
                  <a:pt x="19808" y="75131"/>
                  <a:pt x="19296" y="76839"/>
                </a:cubicBezTo>
                <a:cubicBezTo>
                  <a:pt x="18954" y="78546"/>
                  <a:pt x="18612" y="80254"/>
                  <a:pt x="18271" y="81790"/>
                </a:cubicBezTo>
                <a:cubicBezTo>
                  <a:pt x="18100" y="83156"/>
                  <a:pt x="17929" y="84352"/>
                  <a:pt x="17929" y="85205"/>
                </a:cubicBezTo>
                <a:cubicBezTo>
                  <a:pt x="17929" y="86059"/>
                  <a:pt x="18100" y="86742"/>
                  <a:pt x="18271" y="87255"/>
                </a:cubicBezTo>
                <a:cubicBezTo>
                  <a:pt x="18612" y="87766"/>
                  <a:pt x="18954" y="88278"/>
                  <a:pt x="19637" y="88620"/>
                </a:cubicBezTo>
                <a:cubicBezTo>
                  <a:pt x="20319" y="88962"/>
                  <a:pt x="21173" y="89304"/>
                  <a:pt x="22198" y="89475"/>
                </a:cubicBezTo>
                <a:cubicBezTo>
                  <a:pt x="23222" y="89646"/>
                  <a:pt x="24589" y="89815"/>
                  <a:pt x="26296" y="89986"/>
                </a:cubicBezTo>
                <a:lnTo>
                  <a:pt x="26125" y="94426"/>
                </a:lnTo>
                <a:lnTo>
                  <a:pt x="2390" y="94426"/>
                </a:lnTo>
                <a:lnTo>
                  <a:pt x="18783" y="24588"/>
                </a:lnTo>
                <a:cubicBezTo>
                  <a:pt x="19296" y="22027"/>
                  <a:pt x="19637" y="19978"/>
                  <a:pt x="19978" y="18441"/>
                </a:cubicBezTo>
                <a:cubicBezTo>
                  <a:pt x="20148" y="16734"/>
                  <a:pt x="20319" y="15196"/>
                  <a:pt x="20319" y="14001"/>
                </a:cubicBezTo>
                <a:cubicBezTo>
                  <a:pt x="20319" y="10757"/>
                  <a:pt x="18954" y="9050"/>
                  <a:pt x="16392" y="9050"/>
                </a:cubicBezTo>
                <a:cubicBezTo>
                  <a:pt x="15539" y="9050"/>
                  <a:pt x="14685" y="9220"/>
                  <a:pt x="13831" y="9562"/>
                </a:cubicBezTo>
                <a:cubicBezTo>
                  <a:pt x="13148" y="9903"/>
                  <a:pt x="12294" y="10416"/>
                  <a:pt x="11269" y="11099"/>
                </a:cubicBezTo>
                <a:cubicBezTo>
                  <a:pt x="10416" y="11782"/>
                  <a:pt x="9391" y="12636"/>
                  <a:pt x="8366" y="13660"/>
                </a:cubicBezTo>
                <a:cubicBezTo>
                  <a:pt x="7172" y="14684"/>
                  <a:pt x="5976" y="15880"/>
                  <a:pt x="4610" y="17245"/>
                </a:cubicBezTo>
                <a:lnTo>
                  <a:pt x="0" y="12807"/>
                </a:lnTo>
                <a:cubicBezTo>
                  <a:pt x="2219" y="10587"/>
                  <a:pt x="4269" y="8708"/>
                  <a:pt x="6147" y="7001"/>
                </a:cubicBezTo>
                <a:cubicBezTo>
                  <a:pt x="8025" y="5464"/>
                  <a:pt x="9733" y="4098"/>
                  <a:pt x="11611" y="3073"/>
                </a:cubicBezTo>
                <a:cubicBezTo>
                  <a:pt x="13319" y="2049"/>
                  <a:pt x="14855" y="1195"/>
                  <a:pt x="16563" y="683"/>
                </a:cubicBezTo>
                <a:cubicBezTo>
                  <a:pt x="18271" y="171"/>
                  <a:pt x="19978" y="0"/>
                  <a:pt x="216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9D95187C-D523-41B9-8509-F54D9008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2537" y="7995281"/>
            <a:ext cx="113404" cy="12242"/>
          </a:xfrm>
          <a:custGeom xmlns:a="http://schemas.openxmlformats.org/drawingml/2006/main">
            <a:pathLst>
              <a:path w="113404" h="12242">
                <a:moveTo>
                  <a:pt x="0" y="12242"/>
                </a:moveTo>
                <a:lnTo>
                  <a:pt x="113404" y="12242"/>
                </a:lnTo>
                <a:lnTo>
                  <a:pt x="1134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49269F2C-CB32-4292-8E80-44BB387C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7807" y="7889532"/>
            <a:ext cx="748083" cy="227785"/>
          </a:xfrm>
          <a:custGeom xmlns:a="http://schemas.openxmlformats.org/drawingml/2006/main">
            <a:pathLst>
              <a:path w="748083" h="227785">
                <a:moveTo>
                  <a:pt x="688318" y="0"/>
                </a:moveTo>
                <a:cubicBezTo>
                  <a:pt x="707443" y="5123"/>
                  <a:pt x="722298" y="18101"/>
                  <a:pt x="732545" y="39103"/>
                </a:cubicBezTo>
                <a:cubicBezTo>
                  <a:pt x="742960" y="60277"/>
                  <a:pt x="748083" y="85206"/>
                  <a:pt x="748083" y="113893"/>
                </a:cubicBezTo>
                <a:cubicBezTo>
                  <a:pt x="748083" y="142749"/>
                  <a:pt x="742960" y="167679"/>
                  <a:pt x="732545" y="188682"/>
                </a:cubicBezTo>
                <a:cubicBezTo>
                  <a:pt x="722298" y="209685"/>
                  <a:pt x="707443" y="222661"/>
                  <a:pt x="688318" y="227785"/>
                </a:cubicBezTo>
                <a:lnTo>
                  <a:pt x="686098" y="220272"/>
                </a:lnTo>
                <a:cubicBezTo>
                  <a:pt x="700954" y="214637"/>
                  <a:pt x="712054" y="202514"/>
                  <a:pt x="719738" y="183730"/>
                </a:cubicBezTo>
                <a:cubicBezTo>
                  <a:pt x="727422" y="164948"/>
                  <a:pt x="731178" y="141726"/>
                  <a:pt x="731178" y="114064"/>
                </a:cubicBezTo>
                <a:cubicBezTo>
                  <a:pt x="731178" y="86231"/>
                  <a:pt x="727422" y="62837"/>
                  <a:pt x="719738" y="44055"/>
                </a:cubicBezTo>
                <a:cubicBezTo>
                  <a:pt x="712054" y="25272"/>
                  <a:pt x="700954" y="13149"/>
                  <a:pt x="686098" y="7513"/>
                </a:cubicBezTo>
                <a:lnTo>
                  <a:pt x="688318" y="0"/>
                </a:lnTo>
                <a:moveTo>
                  <a:pt x="59765" y="0"/>
                </a:moveTo>
                <a:lnTo>
                  <a:pt x="61985" y="7513"/>
                </a:lnTo>
                <a:cubicBezTo>
                  <a:pt x="47129" y="13149"/>
                  <a:pt x="36030" y="25272"/>
                  <a:pt x="28346" y="44055"/>
                </a:cubicBezTo>
                <a:cubicBezTo>
                  <a:pt x="20662" y="62837"/>
                  <a:pt x="16905" y="86231"/>
                  <a:pt x="16905" y="114064"/>
                </a:cubicBezTo>
                <a:cubicBezTo>
                  <a:pt x="16905" y="141726"/>
                  <a:pt x="20662" y="164948"/>
                  <a:pt x="28346" y="183730"/>
                </a:cubicBezTo>
                <a:cubicBezTo>
                  <a:pt x="36030" y="202514"/>
                  <a:pt x="47129" y="214637"/>
                  <a:pt x="61985" y="220272"/>
                </a:cubicBezTo>
                <a:lnTo>
                  <a:pt x="59765" y="227785"/>
                </a:lnTo>
                <a:cubicBezTo>
                  <a:pt x="40641" y="222661"/>
                  <a:pt x="25784" y="209685"/>
                  <a:pt x="15539" y="188682"/>
                </a:cubicBezTo>
                <a:cubicBezTo>
                  <a:pt x="5123" y="167679"/>
                  <a:pt x="0" y="142749"/>
                  <a:pt x="0" y="113893"/>
                </a:cubicBezTo>
                <a:cubicBezTo>
                  <a:pt x="0" y="85206"/>
                  <a:pt x="5123" y="60277"/>
                  <a:pt x="15539" y="39103"/>
                </a:cubicBezTo>
                <a:cubicBezTo>
                  <a:pt x="25784" y="18101"/>
                  <a:pt x="40641" y="5123"/>
                  <a:pt x="5976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8D48363A-C388-4DA5-89BB-96FE8FCD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3453" y="7965689"/>
            <a:ext cx="74791" cy="91010"/>
          </a:xfrm>
          <a:custGeom xmlns:a="http://schemas.openxmlformats.org/drawingml/2006/main">
            <a:pathLst>
              <a:path w="74791" h="91010">
                <a:moveTo>
                  <a:pt x="46958" y="0"/>
                </a:moveTo>
                <a:cubicBezTo>
                  <a:pt x="55838" y="0"/>
                  <a:pt x="65059" y="1537"/>
                  <a:pt x="74791" y="4439"/>
                </a:cubicBezTo>
                <a:lnTo>
                  <a:pt x="71206" y="21173"/>
                </a:lnTo>
                <a:lnTo>
                  <a:pt x="62668" y="21173"/>
                </a:lnTo>
                <a:cubicBezTo>
                  <a:pt x="61473" y="11952"/>
                  <a:pt x="56008" y="7171"/>
                  <a:pt x="46276" y="7171"/>
                </a:cubicBezTo>
                <a:cubicBezTo>
                  <a:pt x="40811" y="7171"/>
                  <a:pt x="36201" y="8878"/>
                  <a:pt x="32614" y="11952"/>
                </a:cubicBezTo>
                <a:cubicBezTo>
                  <a:pt x="29028" y="15196"/>
                  <a:pt x="27321" y="19465"/>
                  <a:pt x="27321" y="25100"/>
                </a:cubicBezTo>
                <a:cubicBezTo>
                  <a:pt x="27321" y="29027"/>
                  <a:pt x="28858" y="32272"/>
                  <a:pt x="31932" y="34662"/>
                </a:cubicBezTo>
                <a:cubicBezTo>
                  <a:pt x="35176" y="37053"/>
                  <a:pt x="39445" y="38248"/>
                  <a:pt x="45080" y="38248"/>
                </a:cubicBezTo>
                <a:lnTo>
                  <a:pt x="58058" y="38248"/>
                </a:lnTo>
                <a:lnTo>
                  <a:pt x="56008" y="47640"/>
                </a:lnTo>
                <a:lnTo>
                  <a:pt x="46788" y="47640"/>
                </a:lnTo>
                <a:cubicBezTo>
                  <a:pt x="42177" y="47640"/>
                  <a:pt x="38249" y="47981"/>
                  <a:pt x="35346" y="48664"/>
                </a:cubicBezTo>
                <a:cubicBezTo>
                  <a:pt x="32273" y="49176"/>
                  <a:pt x="29370" y="50201"/>
                  <a:pt x="26809" y="51567"/>
                </a:cubicBezTo>
                <a:cubicBezTo>
                  <a:pt x="24077" y="52933"/>
                  <a:pt x="22028" y="54469"/>
                  <a:pt x="20662" y="56006"/>
                </a:cubicBezTo>
                <a:cubicBezTo>
                  <a:pt x="19126" y="57542"/>
                  <a:pt x="17930" y="59251"/>
                  <a:pt x="17246" y="61299"/>
                </a:cubicBezTo>
                <a:cubicBezTo>
                  <a:pt x="16564" y="63178"/>
                  <a:pt x="16052" y="65569"/>
                  <a:pt x="16052" y="67958"/>
                </a:cubicBezTo>
                <a:cubicBezTo>
                  <a:pt x="16052" y="72228"/>
                  <a:pt x="17588" y="75642"/>
                  <a:pt x="20491" y="77863"/>
                </a:cubicBezTo>
                <a:cubicBezTo>
                  <a:pt x="23564" y="80083"/>
                  <a:pt x="27663" y="81278"/>
                  <a:pt x="33298" y="81278"/>
                </a:cubicBezTo>
                <a:cubicBezTo>
                  <a:pt x="38078" y="81278"/>
                  <a:pt x="42689" y="80595"/>
                  <a:pt x="47300" y="79228"/>
                </a:cubicBezTo>
                <a:cubicBezTo>
                  <a:pt x="51740" y="77863"/>
                  <a:pt x="56862" y="75131"/>
                  <a:pt x="62668" y="71374"/>
                </a:cubicBezTo>
                <a:lnTo>
                  <a:pt x="67108" y="78546"/>
                </a:lnTo>
                <a:cubicBezTo>
                  <a:pt x="60790" y="82985"/>
                  <a:pt x="54471" y="86058"/>
                  <a:pt x="48324" y="88107"/>
                </a:cubicBezTo>
                <a:cubicBezTo>
                  <a:pt x="42177" y="89986"/>
                  <a:pt x="35688" y="91010"/>
                  <a:pt x="28858" y="91010"/>
                </a:cubicBezTo>
                <a:cubicBezTo>
                  <a:pt x="22711" y="91010"/>
                  <a:pt x="17588" y="89986"/>
                  <a:pt x="13149" y="87936"/>
                </a:cubicBezTo>
                <a:cubicBezTo>
                  <a:pt x="8709" y="85888"/>
                  <a:pt x="5464" y="83156"/>
                  <a:pt x="3245" y="79741"/>
                </a:cubicBezTo>
                <a:cubicBezTo>
                  <a:pt x="1026" y="76326"/>
                  <a:pt x="0" y="72569"/>
                  <a:pt x="0" y="68471"/>
                </a:cubicBezTo>
                <a:cubicBezTo>
                  <a:pt x="0" y="62154"/>
                  <a:pt x="2391" y="56690"/>
                  <a:pt x="7343" y="52249"/>
                </a:cubicBezTo>
                <a:cubicBezTo>
                  <a:pt x="12295" y="47810"/>
                  <a:pt x="19296" y="44566"/>
                  <a:pt x="28517" y="42517"/>
                </a:cubicBezTo>
                <a:lnTo>
                  <a:pt x="28687" y="41663"/>
                </a:lnTo>
                <a:cubicBezTo>
                  <a:pt x="18101" y="38077"/>
                  <a:pt x="12637" y="31931"/>
                  <a:pt x="12637" y="23222"/>
                </a:cubicBezTo>
                <a:cubicBezTo>
                  <a:pt x="12637" y="19295"/>
                  <a:pt x="14002" y="15538"/>
                  <a:pt x="16393" y="12123"/>
                </a:cubicBezTo>
                <a:cubicBezTo>
                  <a:pt x="18784" y="8537"/>
                  <a:pt x="22711" y="5634"/>
                  <a:pt x="28005" y="3414"/>
                </a:cubicBezTo>
                <a:cubicBezTo>
                  <a:pt x="33127" y="1195"/>
                  <a:pt x="39445" y="0"/>
                  <a:pt x="4695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888385B7-7D79-430B-B14A-4B92772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0122" y="8025794"/>
            <a:ext cx="74620" cy="94426"/>
          </a:xfrm>
          <a:custGeom xmlns:a="http://schemas.openxmlformats.org/drawingml/2006/main">
            <a:pathLst>
              <a:path w="74620" h="94426">
                <a:moveTo>
                  <a:pt x="52935" y="8879"/>
                </a:moveTo>
                <a:cubicBezTo>
                  <a:pt x="50202" y="8879"/>
                  <a:pt x="47641" y="9733"/>
                  <a:pt x="45250" y="11440"/>
                </a:cubicBezTo>
                <a:cubicBezTo>
                  <a:pt x="43031" y="12978"/>
                  <a:pt x="40470" y="15367"/>
                  <a:pt x="37908" y="18442"/>
                </a:cubicBezTo>
                <a:cubicBezTo>
                  <a:pt x="36713" y="19808"/>
                  <a:pt x="35517" y="21173"/>
                  <a:pt x="34493" y="22539"/>
                </a:cubicBezTo>
                <a:cubicBezTo>
                  <a:pt x="33468" y="23904"/>
                  <a:pt x="32614" y="25442"/>
                  <a:pt x="31761" y="27149"/>
                </a:cubicBezTo>
                <a:cubicBezTo>
                  <a:pt x="30907" y="28687"/>
                  <a:pt x="30224" y="30565"/>
                  <a:pt x="29540" y="32613"/>
                </a:cubicBezTo>
                <a:cubicBezTo>
                  <a:pt x="28858" y="34491"/>
                  <a:pt x="28346" y="36882"/>
                  <a:pt x="27834" y="39444"/>
                </a:cubicBezTo>
                <a:cubicBezTo>
                  <a:pt x="27150" y="42517"/>
                  <a:pt x="26809" y="45079"/>
                  <a:pt x="26297" y="47128"/>
                </a:cubicBezTo>
                <a:cubicBezTo>
                  <a:pt x="25955" y="49347"/>
                  <a:pt x="25784" y="51225"/>
                  <a:pt x="25784" y="53104"/>
                </a:cubicBezTo>
                <a:cubicBezTo>
                  <a:pt x="25784" y="56690"/>
                  <a:pt x="26638" y="59251"/>
                  <a:pt x="28346" y="60788"/>
                </a:cubicBezTo>
                <a:cubicBezTo>
                  <a:pt x="30053" y="62325"/>
                  <a:pt x="32785" y="63007"/>
                  <a:pt x="36371" y="63007"/>
                </a:cubicBezTo>
                <a:cubicBezTo>
                  <a:pt x="39103" y="63007"/>
                  <a:pt x="41494" y="62496"/>
                  <a:pt x="43714" y="61299"/>
                </a:cubicBezTo>
                <a:cubicBezTo>
                  <a:pt x="45934" y="60275"/>
                  <a:pt x="47982" y="58739"/>
                  <a:pt x="49861" y="56690"/>
                </a:cubicBezTo>
                <a:cubicBezTo>
                  <a:pt x="51739" y="54811"/>
                  <a:pt x="53276" y="52421"/>
                  <a:pt x="54813" y="49860"/>
                </a:cubicBezTo>
                <a:cubicBezTo>
                  <a:pt x="56179" y="47298"/>
                  <a:pt x="57374" y="44396"/>
                  <a:pt x="58399" y="41493"/>
                </a:cubicBezTo>
                <a:cubicBezTo>
                  <a:pt x="59252" y="38419"/>
                  <a:pt x="60106" y="35516"/>
                  <a:pt x="60618" y="32272"/>
                </a:cubicBezTo>
                <a:cubicBezTo>
                  <a:pt x="61131" y="29198"/>
                  <a:pt x="61302" y="26125"/>
                  <a:pt x="61302" y="23222"/>
                </a:cubicBezTo>
                <a:cubicBezTo>
                  <a:pt x="61302" y="18442"/>
                  <a:pt x="60618" y="14855"/>
                  <a:pt x="59252" y="12465"/>
                </a:cubicBezTo>
                <a:cubicBezTo>
                  <a:pt x="58057" y="10074"/>
                  <a:pt x="55838" y="8879"/>
                  <a:pt x="52935" y="8879"/>
                </a:cubicBezTo>
                <a:moveTo>
                  <a:pt x="21686" y="0"/>
                </a:moveTo>
                <a:cubicBezTo>
                  <a:pt x="25102" y="0"/>
                  <a:pt x="27492" y="1024"/>
                  <a:pt x="29370" y="3244"/>
                </a:cubicBezTo>
                <a:cubicBezTo>
                  <a:pt x="31249" y="5293"/>
                  <a:pt x="32102" y="8195"/>
                  <a:pt x="32102" y="11781"/>
                </a:cubicBezTo>
                <a:cubicBezTo>
                  <a:pt x="32102" y="12807"/>
                  <a:pt x="31931" y="13660"/>
                  <a:pt x="31761" y="14685"/>
                </a:cubicBezTo>
                <a:cubicBezTo>
                  <a:pt x="31761" y="15538"/>
                  <a:pt x="31420" y="16563"/>
                  <a:pt x="31078" y="17416"/>
                </a:cubicBezTo>
                <a:lnTo>
                  <a:pt x="31931" y="17929"/>
                </a:lnTo>
                <a:cubicBezTo>
                  <a:pt x="36371" y="11781"/>
                  <a:pt x="40641" y="7343"/>
                  <a:pt x="44909" y="4269"/>
                </a:cubicBezTo>
                <a:cubicBezTo>
                  <a:pt x="49007" y="1366"/>
                  <a:pt x="53447" y="0"/>
                  <a:pt x="58228" y="0"/>
                </a:cubicBezTo>
                <a:cubicBezTo>
                  <a:pt x="63521" y="0"/>
                  <a:pt x="67620" y="1878"/>
                  <a:pt x="70352" y="5635"/>
                </a:cubicBezTo>
                <a:cubicBezTo>
                  <a:pt x="73255" y="9562"/>
                  <a:pt x="74620" y="15197"/>
                  <a:pt x="74620" y="22539"/>
                </a:cubicBezTo>
                <a:cubicBezTo>
                  <a:pt x="74620" y="29028"/>
                  <a:pt x="73596" y="35004"/>
                  <a:pt x="71717" y="40639"/>
                </a:cubicBezTo>
                <a:cubicBezTo>
                  <a:pt x="69668" y="46445"/>
                  <a:pt x="66936" y="51396"/>
                  <a:pt x="63521" y="55666"/>
                </a:cubicBezTo>
                <a:cubicBezTo>
                  <a:pt x="60106" y="59934"/>
                  <a:pt x="56179" y="63348"/>
                  <a:pt x="51739" y="65911"/>
                </a:cubicBezTo>
                <a:cubicBezTo>
                  <a:pt x="47299" y="68301"/>
                  <a:pt x="42518" y="69496"/>
                  <a:pt x="37567" y="69496"/>
                </a:cubicBezTo>
                <a:cubicBezTo>
                  <a:pt x="33981" y="69496"/>
                  <a:pt x="31078" y="69154"/>
                  <a:pt x="28346" y="68472"/>
                </a:cubicBezTo>
                <a:cubicBezTo>
                  <a:pt x="25784" y="67789"/>
                  <a:pt x="23735" y="66934"/>
                  <a:pt x="22028" y="66081"/>
                </a:cubicBezTo>
                <a:cubicBezTo>
                  <a:pt x="21686" y="67789"/>
                  <a:pt x="21174" y="69496"/>
                  <a:pt x="20661" y="71375"/>
                </a:cubicBezTo>
                <a:cubicBezTo>
                  <a:pt x="20320" y="73253"/>
                  <a:pt x="19808" y="75131"/>
                  <a:pt x="19296" y="76839"/>
                </a:cubicBezTo>
                <a:cubicBezTo>
                  <a:pt x="18954" y="78546"/>
                  <a:pt x="18613" y="80254"/>
                  <a:pt x="18271" y="81790"/>
                </a:cubicBezTo>
                <a:cubicBezTo>
                  <a:pt x="18100" y="83156"/>
                  <a:pt x="17929" y="84352"/>
                  <a:pt x="17929" y="85205"/>
                </a:cubicBezTo>
                <a:cubicBezTo>
                  <a:pt x="17929" y="86059"/>
                  <a:pt x="18100" y="86742"/>
                  <a:pt x="18271" y="87255"/>
                </a:cubicBezTo>
                <a:cubicBezTo>
                  <a:pt x="18613" y="87767"/>
                  <a:pt x="18954" y="88278"/>
                  <a:pt x="19637" y="88620"/>
                </a:cubicBezTo>
                <a:cubicBezTo>
                  <a:pt x="20320" y="88962"/>
                  <a:pt x="21174" y="89304"/>
                  <a:pt x="22199" y="89474"/>
                </a:cubicBezTo>
                <a:cubicBezTo>
                  <a:pt x="23222" y="89645"/>
                  <a:pt x="24589" y="89816"/>
                  <a:pt x="26297" y="89986"/>
                </a:cubicBezTo>
                <a:lnTo>
                  <a:pt x="26126" y="94426"/>
                </a:lnTo>
                <a:lnTo>
                  <a:pt x="2390" y="94426"/>
                </a:lnTo>
                <a:lnTo>
                  <a:pt x="18784" y="24588"/>
                </a:lnTo>
                <a:cubicBezTo>
                  <a:pt x="19296" y="22027"/>
                  <a:pt x="19637" y="19978"/>
                  <a:pt x="19978" y="18442"/>
                </a:cubicBezTo>
                <a:cubicBezTo>
                  <a:pt x="20149" y="16734"/>
                  <a:pt x="20320" y="15197"/>
                  <a:pt x="20320" y="14001"/>
                </a:cubicBezTo>
                <a:cubicBezTo>
                  <a:pt x="20320" y="10757"/>
                  <a:pt x="18954" y="9050"/>
                  <a:pt x="16393" y="9050"/>
                </a:cubicBezTo>
                <a:cubicBezTo>
                  <a:pt x="15539" y="9050"/>
                  <a:pt x="14685" y="9221"/>
                  <a:pt x="13831" y="9562"/>
                </a:cubicBezTo>
                <a:cubicBezTo>
                  <a:pt x="13149" y="9904"/>
                  <a:pt x="12295" y="10416"/>
                  <a:pt x="11270" y="11098"/>
                </a:cubicBezTo>
                <a:cubicBezTo>
                  <a:pt x="10417" y="11781"/>
                  <a:pt x="9392" y="12636"/>
                  <a:pt x="8367" y="13660"/>
                </a:cubicBezTo>
                <a:cubicBezTo>
                  <a:pt x="7172" y="14685"/>
                  <a:pt x="5977" y="15880"/>
                  <a:pt x="4610" y="17245"/>
                </a:cubicBezTo>
                <a:lnTo>
                  <a:pt x="0" y="12807"/>
                </a:lnTo>
                <a:cubicBezTo>
                  <a:pt x="2220" y="10587"/>
                  <a:pt x="4270" y="8708"/>
                  <a:pt x="6147" y="7001"/>
                </a:cubicBezTo>
                <a:cubicBezTo>
                  <a:pt x="8025" y="5464"/>
                  <a:pt x="9734" y="4098"/>
                  <a:pt x="11611" y="3073"/>
                </a:cubicBezTo>
                <a:cubicBezTo>
                  <a:pt x="13320" y="2049"/>
                  <a:pt x="14856" y="1195"/>
                  <a:pt x="16564" y="683"/>
                </a:cubicBezTo>
                <a:cubicBezTo>
                  <a:pt x="18271" y="171"/>
                  <a:pt x="19978" y="0"/>
                  <a:pt x="216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9FB0F6BF-6C3A-4783-88A6-7E3A1E0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8168" y="7995281"/>
            <a:ext cx="113404" cy="12242"/>
          </a:xfrm>
          <a:custGeom xmlns:a="http://schemas.openxmlformats.org/drawingml/2006/main">
            <a:pathLst>
              <a:path w="113404" h="12242">
                <a:moveTo>
                  <a:pt x="0" y="12242"/>
                </a:moveTo>
                <a:lnTo>
                  <a:pt x="113404" y="12242"/>
                </a:lnTo>
                <a:lnTo>
                  <a:pt x="1134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0F491440-1ACB-4057-8CA0-438FD07A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387" y="7965689"/>
            <a:ext cx="102112" cy="129601"/>
          </a:xfrm>
          <a:custGeom xmlns:a="http://schemas.openxmlformats.org/drawingml/2006/main">
            <a:pathLst>
              <a:path w="102112" h="129601">
                <a:moveTo>
                  <a:pt x="29712" y="0"/>
                </a:moveTo>
                <a:cubicBezTo>
                  <a:pt x="32273" y="0"/>
                  <a:pt x="34494" y="341"/>
                  <a:pt x="36200" y="1024"/>
                </a:cubicBezTo>
                <a:cubicBezTo>
                  <a:pt x="37396" y="1537"/>
                  <a:pt x="38762" y="2389"/>
                  <a:pt x="39957" y="3585"/>
                </a:cubicBezTo>
                <a:cubicBezTo>
                  <a:pt x="41152" y="4610"/>
                  <a:pt x="42177" y="6317"/>
                  <a:pt x="43202" y="8195"/>
                </a:cubicBezTo>
                <a:cubicBezTo>
                  <a:pt x="44055" y="10245"/>
                  <a:pt x="44909" y="12635"/>
                  <a:pt x="45592" y="15025"/>
                </a:cubicBezTo>
                <a:cubicBezTo>
                  <a:pt x="46446" y="17587"/>
                  <a:pt x="47129" y="21173"/>
                  <a:pt x="47983" y="25954"/>
                </a:cubicBezTo>
                <a:cubicBezTo>
                  <a:pt x="49520" y="33808"/>
                  <a:pt x="50886" y="42175"/>
                  <a:pt x="52252" y="50884"/>
                </a:cubicBezTo>
                <a:cubicBezTo>
                  <a:pt x="53618" y="59592"/>
                  <a:pt x="54813" y="67789"/>
                  <a:pt x="55838" y="75302"/>
                </a:cubicBezTo>
                <a:cubicBezTo>
                  <a:pt x="61814" y="66763"/>
                  <a:pt x="66766" y="58226"/>
                  <a:pt x="71035" y="50030"/>
                </a:cubicBezTo>
                <a:cubicBezTo>
                  <a:pt x="75133" y="41833"/>
                  <a:pt x="78036" y="34662"/>
                  <a:pt x="79914" y="28686"/>
                </a:cubicBezTo>
                <a:cubicBezTo>
                  <a:pt x="81793" y="22539"/>
                  <a:pt x="82646" y="17587"/>
                  <a:pt x="82646" y="13831"/>
                </a:cubicBezTo>
                <a:cubicBezTo>
                  <a:pt x="82646" y="10928"/>
                  <a:pt x="81964" y="8878"/>
                  <a:pt x="80768" y="7854"/>
                </a:cubicBezTo>
                <a:cubicBezTo>
                  <a:pt x="79573" y="6830"/>
                  <a:pt x="77523" y="6317"/>
                  <a:pt x="74450" y="5976"/>
                </a:cubicBezTo>
                <a:lnTo>
                  <a:pt x="75475" y="1537"/>
                </a:lnTo>
                <a:lnTo>
                  <a:pt x="99722" y="1537"/>
                </a:lnTo>
                <a:lnTo>
                  <a:pt x="102112" y="6146"/>
                </a:lnTo>
                <a:cubicBezTo>
                  <a:pt x="97503" y="18953"/>
                  <a:pt x="91184" y="32613"/>
                  <a:pt x="83159" y="47127"/>
                </a:cubicBezTo>
                <a:cubicBezTo>
                  <a:pt x="75304" y="61299"/>
                  <a:pt x="66254" y="75472"/>
                  <a:pt x="56179" y="89644"/>
                </a:cubicBezTo>
                <a:cubicBezTo>
                  <a:pt x="46446" y="103134"/>
                  <a:pt x="38420" y="112866"/>
                  <a:pt x="31931" y="118843"/>
                </a:cubicBezTo>
                <a:cubicBezTo>
                  <a:pt x="27492" y="122941"/>
                  <a:pt x="23223" y="125844"/>
                  <a:pt x="18955" y="127722"/>
                </a:cubicBezTo>
                <a:cubicBezTo>
                  <a:pt x="15710" y="128917"/>
                  <a:pt x="12124" y="129601"/>
                  <a:pt x="8368" y="129601"/>
                </a:cubicBezTo>
                <a:cubicBezTo>
                  <a:pt x="7173" y="129601"/>
                  <a:pt x="5635" y="129601"/>
                  <a:pt x="3928" y="129430"/>
                </a:cubicBezTo>
                <a:cubicBezTo>
                  <a:pt x="2220" y="129088"/>
                  <a:pt x="1025" y="128917"/>
                  <a:pt x="0" y="128405"/>
                </a:cubicBezTo>
                <a:lnTo>
                  <a:pt x="4099" y="110646"/>
                </a:lnTo>
                <a:lnTo>
                  <a:pt x="11270" y="110646"/>
                </a:lnTo>
                <a:cubicBezTo>
                  <a:pt x="11270" y="114574"/>
                  <a:pt x="12637" y="116452"/>
                  <a:pt x="15368" y="116452"/>
                </a:cubicBezTo>
                <a:cubicBezTo>
                  <a:pt x="18955" y="116452"/>
                  <a:pt x="23052" y="114233"/>
                  <a:pt x="27834" y="109793"/>
                </a:cubicBezTo>
                <a:cubicBezTo>
                  <a:pt x="32444" y="105353"/>
                  <a:pt x="38079" y="98694"/>
                  <a:pt x="44397" y="89644"/>
                </a:cubicBezTo>
                <a:cubicBezTo>
                  <a:pt x="42689" y="79057"/>
                  <a:pt x="40299" y="66081"/>
                  <a:pt x="37225" y="50884"/>
                </a:cubicBezTo>
                <a:cubicBezTo>
                  <a:pt x="33981" y="34662"/>
                  <a:pt x="31761" y="24588"/>
                  <a:pt x="30737" y="20831"/>
                </a:cubicBezTo>
                <a:cubicBezTo>
                  <a:pt x="29370" y="16051"/>
                  <a:pt x="28005" y="13147"/>
                  <a:pt x="26638" y="11781"/>
                </a:cubicBezTo>
                <a:cubicBezTo>
                  <a:pt x="25784" y="11098"/>
                  <a:pt x="24760" y="10587"/>
                  <a:pt x="23393" y="10587"/>
                </a:cubicBezTo>
                <a:cubicBezTo>
                  <a:pt x="21516" y="10587"/>
                  <a:pt x="19637" y="11439"/>
                  <a:pt x="17930" y="12976"/>
                </a:cubicBezTo>
                <a:cubicBezTo>
                  <a:pt x="16223" y="14683"/>
                  <a:pt x="14002" y="17416"/>
                  <a:pt x="11611" y="21344"/>
                </a:cubicBezTo>
                <a:lnTo>
                  <a:pt x="5635" y="17416"/>
                </a:lnTo>
                <a:cubicBezTo>
                  <a:pt x="9734" y="11098"/>
                  <a:pt x="13831" y="6659"/>
                  <a:pt x="17418" y="3926"/>
                </a:cubicBezTo>
                <a:cubicBezTo>
                  <a:pt x="21174" y="1366"/>
                  <a:pt x="25273" y="0"/>
                  <a:pt x="29712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F7691768-274E-48D7-8883-BA99C97E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4526" y="7917195"/>
            <a:ext cx="74620" cy="94426"/>
          </a:xfrm>
          <a:custGeom xmlns:a="http://schemas.openxmlformats.org/drawingml/2006/main">
            <a:pathLst>
              <a:path w="74620" h="94426">
                <a:moveTo>
                  <a:pt x="52935" y="8879"/>
                </a:moveTo>
                <a:cubicBezTo>
                  <a:pt x="50202" y="8879"/>
                  <a:pt x="47640" y="9732"/>
                  <a:pt x="45250" y="11440"/>
                </a:cubicBezTo>
                <a:cubicBezTo>
                  <a:pt x="43030" y="12977"/>
                  <a:pt x="40469" y="15367"/>
                  <a:pt x="37908" y="18441"/>
                </a:cubicBezTo>
                <a:cubicBezTo>
                  <a:pt x="36712" y="19808"/>
                  <a:pt x="35517" y="21173"/>
                  <a:pt x="34493" y="22539"/>
                </a:cubicBezTo>
                <a:cubicBezTo>
                  <a:pt x="33468" y="23905"/>
                  <a:pt x="32614" y="25442"/>
                  <a:pt x="31761" y="27150"/>
                </a:cubicBezTo>
                <a:cubicBezTo>
                  <a:pt x="30907" y="28687"/>
                  <a:pt x="30223" y="30564"/>
                  <a:pt x="29540" y="32614"/>
                </a:cubicBezTo>
                <a:cubicBezTo>
                  <a:pt x="28858" y="34492"/>
                  <a:pt x="28346" y="36882"/>
                  <a:pt x="27833" y="39444"/>
                </a:cubicBezTo>
                <a:cubicBezTo>
                  <a:pt x="27150" y="42517"/>
                  <a:pt x="26808" y="45078"/>
                  <a:pt x="26296" y="47127"/>
                </a:cubicBezTo>
                <a:cubicBezTo>
                  <a:pt x="25955" y="49347"/>
                  <a:pt x="25784" y="51225"/>
                  <a:pt x="25784" y="53104"/>
                </a:cubicBezTo>
                <a:cubicBezTo>
                  <a:pt x="25784" y="56690"/>
                  <a:pt x="26638" y="59252"/>
                  <a:pt x="28346" y="60788"/>
                </a:cubicBezTo>
                <a:cubicBezTo>
                  <a:pt x="30052" y="62325"/>
                  <a:pt x="32785" y="63007"/>
                  <a:pt x="36371" y="63007"/>
                </a:cubicBezTo>
                <a:cubicBezTo>
                  <a:pt x="39102" y="63007"/>
                  <a:pt x="41493" y="62496"/>
                  <a:pt x="43714" y="61300"/>
                </a:cubicBezTo>
                <a:cubicBezTo>
                  <a:pt x="45933" y="60275"/>
                  <a:pt x="47982" y="58739"/>
                  <a:pt x="49861" y="56690"/>
                </a:cubicBezTo>
                <a:cubicBezTo>
                  <a:pt x="51739" y="54811"/>
                  <a:pt x="53276" y="52420"/>
                  <a:pt x="54812" y="49860"/>
                </a:cubicBezTo>
                <a:cubicBezTo>
                  <a:pt x="56179" y="47298"/>
                  <a:pt x="57374" y="44396"/>
                  <a:pt x="58398" y="41493"/>
                </a:cubicBezTo>
                <a:cubicBezTo>
                  <a:pt x="59252" y="38419"/>
                  <a:pt x="60106" y="35516"/>
                  <a:pt x="60618" y="32272"/>
                </a:cubicBezTo>
                <a:cubicBezTo>
                  <a:pt x="61130" y="29199"/>
                  <a:pt x="61301" y="26125"/>
                  <a:pt x="61301" y="23222"/>
                </a:cubicBezTo>
                <a:cubicBezTo>
                  <a:pt x="61301" y="18441"/>
                  <a:pt x="60618" y="14855"/>
                  <a:pt x="59252" y="12465"/>
                </a:cubicBezTo>
                <a:cubicBezTo>
                  <a:pt x="58057" y="10074"/>
                  <a:pt x="55837" y="8879"/>
                  <a:pt x="52935" y="8879"/>
                </a:cubicBezTo>
                <a:moveTo>
                  <a:pt x="21686" y="0"/>
                </a:moveTo>
                <a:cubicBezTo>
                  <a:pt x="25101" y="0"/>
                  <a:pt x="27491" y="1025"/>
                  <a:pt x="29370" y="3244"/>
                </a:cubicBezTo>
                <a:cubicBezTo>
                  <a:pt x="31248" y="5293"/>
                  <a:pt x="32102" y="8195"/>
                  <a:pt x="32102" y="11782"/>
                </a:cubicBezTo>
                <a:cubicBezTo>
                  <a:pt x="32102" y="12807"/>
                  <a:pt x="31931" y="13660"/>
                  <a:pt x="31761" y="14684"/>
                </a:cubicBezTo>
                <a:cubicBezTo>
                  <a:pt x="31761" y="15538"/>
                  <a:pt x="31419" y="16564"/>
                  <a:pt x="31077" y="17416"/>
                </a:cubicBezTo>
                <a:lnTo>
                  <a:pt x="31931" y="17929"/>
                </a:lnTo>
                <a:cubicBezTo>
                  <a:pt x="36371" y="11782"/>
                  <a:pt x="40640" y="7343"/>
                  <a:pt x="44909" y="4269"/>
                </a:cubicBezTo>
                <a:cubicBezTo>
                  <a:pt x="49007" y="1366"/>
                  <a:pt x="53446" y="0"/>
                  <a:pt x="58228" y="0"/>
                </a:cubicBezTo>
                <a:cubicBezTo>
                  <a:pt x="63521" y="0"/>
                  <a:pt x="67619" y="1878"/>
                  <a:pt x="70351" y="5635"/>
                </a:cubicBezTo>
                <a:cubicBezTo>
                  <a:pt x="73254" y="9562"/>
                  <a:pt x="74620" y="15196"/>
                  <a:pt x="74620" y="22539"/>
                </a:cubicBezTo>
                <a:cubicBezTo>
                  <a:pt x="74620" y="29028"/>
                  <a:pt x="73596" y="35004"/>
                  <a:pt x="71717" y="40639"/>
                </a:cubicBezTo>
                <a:cubicBezTo>
                  <a:pt x="69668" y="46445"/>
                  <a:pt x="66936" y="51396"/>
                  <a:pt x="63521" y="55665"/>
                </a:cubicBezTo>
                <a:cubicBezTo>
                  <a:pt x="60106" y="59934"/>
                  <a:pt x="56179" y="63348"/>
                  <a:pt x="51739" y="65911"/>
                </a:cubicBezTo>
                <a:cubicBezTo>
                  <a:pt x="47299" y="68301"/>
                  <a:pt x="42518" y="69496"/>
                  <a:pt x="37566" y="69496"/>
                </a:cubicBezTo>
                <a:cubicBezTo>
                  <a:pt x="33980" y="69496"/>
                  <a:pt x="31077" y="69154"/>
                  <a:pt x="28346" y="68471"/>
                </a:cubicBezTo>
                <a:cubicBezTo>
                  <a:pt x="25784" y="67789"/>
                  <a:pt x="23734" y="66934"/>
                  <a:pt x="22027" y="66081"/>
                </a:cubicBezTo>
                <a:cubicBezTo>
                  <a:pt x="21686" y="67789"/>
                  <a:pt x="21173" y="69496"/>
                  <a:pt x="20661" y="71375"/>
                </a:cubicBezTo>
                <a:cubicBezTo>
                  <a:pt x="20320" y="73252"/>
                  <a:pt x="19808" y="75131"/>
                  <a:pt x="19296" y="76839"/>
                </a:cubicBezTo>
                <a:cubicBezTo>
                  <a:pt x="18954" y="78546"/>
                  <a:pt x="18612" y="80254"/>
                  <a:pt x="18270" y="81790"/>
                </a:cubicBezTo>
                <a:cubicBezTo>
                  <a:pt x="18100" y="83156"/>
                  <a:pt x="17929" y="84352"/>
                  <a:pt x="17929" y="85205"/>
                </a:cubicBezTo>
                <a:cubicBezTo>
                  <a:pt x="17929" y="86059"/>
                  <a:pt x="18100" y="86742"/>
                  <a:pt x="18270" y="87255"/>
                </a:cubicBezTo>
                <a:cubicBezTo>
                  <a:pt x="18612" y="87766"/>
                  <a:pt x="18954" y="88278"/>
                  <a:pt x="19637" y="88620"/>
                </a:cubicBezTo>
                <a:cubicBezTo>
                  <a:pt x="20320" y="88962"/>
                  <a:pt x="21173" y="89304"/>
                  <a:pt x="22198" y="89475"/>
                </a:cubicBezTo>
                <a:cubicBezTo>
                  <a:pt x="23222" y="89646"/>
                  <a:pt x="24589" y="89815"/>
                  <a:pt x="26296" y="89986"/>
                </a:cubicBezTo>
                <a:lnTo>
                  <a:pt x="26125" y="94426"/>
                </a:lnTo>
                <a:lnTo>
                  <a:pt x="2390" y="94426"/>
                </a:lnTo>
                <a:lnTo>
                  <a:pt x="18783" y="24588"/>
                </a:lnTo>
                <a:cubicBezTo>
                  <a:pt x="19296" y="22027"/>
                  <a:pt x="19808" y="19978"/>
                  <a:pt x="19978" y="18441"/>
                </a:cubicBezTo>
                <a:cubicBezTo>
                  <a:pt x="20149" y="16734"/>
                  <a:pt x="20320" y="15196"/>
                  <a:pt x="20320" y="14001"/>
                </a:cubicBezTo>
                <a:cubicBezTo>
                  <a:pt x="20320" y="10757"/>
                  <a:pt x="18954" y="9050"/>
                  <a:pt x="16393" y="9050"/>
                </a:cubicBezTo>
                <a:cubicBezTo>
                  <a:pt x="15539" y="9050"/>
                  <a:pt x="14684" y="9220"/>
                  <a:pt x="13831" y="9562"/>
                </a:cubicBezTo>
                <a:cubicBezTo>
                  <a:pt x="13148" y="9903"/>
                  <a:pt x="12294" y="10416"/>
                  <a:pt x="11270" y="11099"/>
                </a:cubicBezTo>
                <a:cubicBezTo>
                  <a:pt x="10416" y="11782"/>
                  <a:pt x="9391" y="12636"/>
                  <a:pt x="8366" y="13660"/>
                </a:cubicBezTo>
                <a:cubicBezTo>
                  <a:pt x="7172" y="14684"/>
                  <a:pt x="5976" y="15880"/>
                  <a:pt x="4610" y="17245"/>
                </a:cubicBezTo>
                <a:lnTo>
                  <a:pt x="0" y="12807"/>
                </a:lnTo>
                <a:cubicBezTo>
                  <a:pt x="2220" y="10587"/>
                  <a:pt x="4269" y="8708"/>
                  <a:pt x="6147" y="7001"/>
                </a:cubicBezTo>
                <a:cubicBezTo>
                  <a:pt x="8025" y="5464"/>
                  <a:pt x="9733" y="4098"/>
                  <a:pt x="11611" y="3073"/>
                </a:cubicBezTo>
                <a:cubicBezTo>
                  <a:pt x="13319" y="2049"/>
                  <a:pt x="14855" y="1195"/>
                  <a:pt x="16564" y="683"/>
                </a:cubicBezTo>
                <a:cubicBezTo>
                  <a:pt x="18270" y="171"/>
                  <a:pt x="19978" y="0"/>
                  <a:pt x="216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35CF8B68-1601-4417-AA5F-55F0190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397" y="7845479"/>
            <a:ext cx="58056" cy="86742"/>
          </a:xfrm>
          <a:custGeom xmlns:a="http://schemas.openxmlformats.org/drawingml/2006/main">
            <a:pathLst>
              <a:path w="58056" h="86742">
                <a:moveTo>
                  <a:pt x="30907" y="0"/>
                </a:moveTo>
                <a:cubicBezTo>
                  <a:pt x="35516" y="0"/>
                  <a:pt x="39445" y="513"/>
                  <a:pt x="42859" y="1537"/>
                </a:cubicBezTo>
                <a:cubicBezTo>
                  <a:pt x="46103" y="2562"/>
                  <a:pt x="48665" y="4099"/>
                  <a:pt x="50885" y="5806"/>
                </a:cubicBezTo>
                <a:cubicBezTo>
                  <a:pt x="52934" y="7684"/>
                  <a:pt x="54300" y="9734"/>
                  <a:pt x="55325" y="12294"/>
                </a:cubicBezTo>
                <a:cubicBezTo>
                  <a:pt x="56179" y="14856"/>
                  <a:pt x="56690" y="17416"/>
                  <a:pt x="56690" y="20320"/>
                </a:cubicBezTo>
                <a:cubicBezTo>
                  <a:pt x="56690" y="22198"/>
                  <a:pt x="56520" y="23735"/>
                  <a:pt x="56349" y="25272"/>
                </a:cubicBezTo>
                <a:cubicBezTo>
                  <a:pt x="56008" y="26808"/>
                  <a:pt x="55666" y="28174"/>
                  <a:pt x="54983" y="29710"/>
                </a:cubicBezTo>
                <a:cubicBezTo>
                  <a:pt x="54471" y="31078"/>
                  <a:pt x="53616" y="32614"/>
                  <a:pt x="52592" y="33980"/>
                </a:cubicBezTo>
                <a:cubicBezTo>
                  <a:pt x="51567" y="35516"/>
                  <a:pt x="50373" y="37054"/>
                  <a:pt x="49007" y="38760"/>
                </a:cubicBezTo>
                <a:cubicBezTo>
                  <a:pt x="47811" y="40128"/>
                  <a:pt x="46274" y="41835"/>
                  <a:pt x="44567" y="43713"/>
                </a:cubicBezTo>
                <a:cubicBezTo>
                  <a:pt x="42859" y="45592"/>
                  <a:pt x="40810" y="47640"/>
                  <a:pt x="38761" y="49689"/>
                </a:cubicBezTo>
                <a:cubicBezTo>
                  <a:pt x="36541" y="51909"/>
                  <a:pt x="34321" y="54129"/>
                  <a:pt x="32102" y="56520"/>
                </a:cubicBezTo>
                <a:cubicBezTo>
                  <a:pt x="29711" y="58739"/>
                  <a:pt x="27491" y="61130"/>
                  <a:pt x="25272" y="63349"/>
                </a:cubicBezTo>
                <a:cubicBezTo>
                  <a:pt x="23051" y="65569"/>
                  <a:pt x="21002" y="67789"/>
                  <a:pt x="19295" y="70009"/>
                </a:cubicBezTo>
                <a:cubicBezTo>
                  <a:pt x="17416" y="72058"/>
                  <a:pt x="15880" y="74107"/>
                  <a:pt x="14685" y="75814"/>
                </a:cubicBezTo>
                <a:lnTo>
                  <a:pt x="39614" y="75814"/>
                </a:lnTo>
                <a:cubicBezTo>
                  <a:pt x="41664" y="75814"/>
                  <a:pt x="43372" y="75814"/>
                  <a:pt x="44567" y="75643"/>
                </a:cubicBezTo>
                <a:cubicBezTo>
                  <a:pt x="45762" y="75473"/>
                  <a:pt x="46787" y="75131"/>
                  <a:pt x="47640" y="74619"/>
                </a:cubicBezTo>
                <a:cubicBezTo>
                  <a:pt x="48494" y="74107"/>
                  <a:pt x="49177" y="73253"/>
                  <a:pt x="49861" y="72229"/>
                </a:cubicBezTo>
                <a:cubicBezTo>
                  <a:pt x="50373" y="71033"/>
                  <a:pt x="51056" y="69496"/>
                  <a:pt x="51738" y="67618"/>
                </a:cubicBezTo>
                <a:lnTo>
                  <a:pt x="58056" y="67618"/>
                </a:lnTo>
                <a:cubicBezTo>
                  <a:pt x="57885" y="70862"/>
                  <a:pt x="57545" y="73936"/>
                  <a:pt x="57374" y="77181"/>
                </a:cubicBezTo>
                <a:cubicBezTo>
                  <a:pt x="57203" y="80425"/>
                  <a:pt x="57032" y="83669"/>
                  <a:pt x="56690" y="86742"/>
                </a:cubicBezTo>
                <a:lnTo>
                  <a:pt x="0" y="86742"/>
                </a:lnTo>
                <a:lnTo>
                  <a:pt x="0" y="83328"/>
                </a:lnTo>
                <a:cubicBezTo>
                  <a:pt x="1025" y="80937"/>
                  <a:pt x="2389" y="78546"/>
                  <a:pt x="3756" y="76155"/>
                </a:cubicBezTo>
                <a:cubicBezTo>
                  <a:pt x="5122" y="73766"/>
                  <a:pt x="6830" y="71546"/>
                  <a:pt x="8538" y="68984"/>
                </a:cubicBezTo>
                <a:cubicBezTo>
                  <a:pt x="10416" y="66594"/>
                  <a:pt x="12465" y="64203"/>
                  <a:pt x="14685" y="61643"/>
                </a:cubicBezTo>
                <a:cubicBezTo>
                  <a:pt x="16904" y="59081"/>
                  <a:pt x="19466" y="56349"/>
                  <a:pt x="22198" y="53616"/>
                </a:cubicBezTo>
                <a:cubicBezTo>
                  <a:pt x="26467" y="49348"/>
                  <a:pt x="29882" y="45762"/>
                  <a:pt x="32443" y="42859"/>
                </a:cubicBezTo>
                <a:cubicBezTo>
                  <a:pt x="35175" y="39786"/>
                  <a:pt x="37225" y="37224"/>
                  <a:pt x="38761" y="34835"/>
                </a:cubicBezTo>
                <a:cubicBezTo>
                  <a:pt x="40298" y="32614"/>
                  <a:pt x="41322" y="30394"/>
                  <a:pt x="41834" y="28345"/>
                </a:cubicBezTo>
                <a:cubicBezTo>
                  <a:pt x="42347" y="26466"/>
                  <a:pt x="42689" y="24417"/>
                  <a:pt x="42689" y="22198"/>
                </a:cubicBezTo>
                <a:cubicBezTo>
                  <a:pt x="42689" y="19808"/>
                  <a:pt x="42347" y="17758"/>
                  <a:pt x="41664" y="15880"/>
                </a:cubicBezTo>
                <a:cubicBezTo>
                  <a:pt x="41152" y="13831"/>
                  <a:pt x="40127" y="12294"/>
                  <a:pt x="38932" y="10928"/>
                </a:cubicBezTo>
                <a:cubicBezTo>
                  <a:pt x="37737" y="9563"/>
                  <a:pt x="36200" y="8537"/>
                  <a:pt x="34321" y="7855"/>
                </a:cubicBezTo>
                <a:cubicBezTo>
                  <a:pt x="32443" y="7001"/>
                  <a:pt x="30394" y="6660"/>
                  <a:pt x="28003" y="6660"/>
                </a:cubicBezTo>
                <a:cubicBezTo>
                  <a:pt x="23734" y="6660"/>
                  <a:pt x="20320" y="7684"/>
                  <a:pt x="17416" y="10075"/>
                </a:cubicBezTo>
                <a:cubicBezTo>
                  <a:pt x="14685" y="12294"/>
                  <a:pt x="12465" y="15539"/>
                  <a:pt x="10928" y="19808"/>
                </a:cubicBezTo>
                <a:lnTo>
                  <a:pt x="2218" y="19808"/>
                </a:lnTo>
                <a:lnTo>
                  <a:pt x="2218" y="6830"/>
                </a:lnTo>
                <a:cubicBezTo>
                  <a:pt x="7854" y="4440"/>
                  <a:pt x="13148" y="2733"/>
                  <a:pt x="17929" y="1537"/>
                </a:cubicBezTo>
                <a:cubicBezTo>
                  <a:pt x="22710" y="513"/>
                  <a:pt x="26978" y="0"/>
                  <a:pt x="309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89369747-E249-45C9-911F-09C6EB12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5471" y="8348516"/>
            <a:ext cx="111333" cy="128576"/>
          </a:xfrm>
          <a:custGeom xmlns:a="http://schemas.openxmlformats.org/drawingml/2006/main">
            <a:pathLst>
              <a:path w="111333" h="128576">
                <a:moveTo>
                  <a:pt x="80597" y="0"/>
                </a:moveTo>
                <a:cubicBezTo>
                  <a:pt x="85891" y="0"/>
                  <a:pt x="90672" y="1537"/>
                  <a:pt x="94599" y="4610"/>
                </a:cubicBezTo>
                <a:cubicBezTo>
                  <a:pt x="98697" y="7513"/>
                  <a:pt x="102112" y="11953"/>
                  <a:pt x="105185" y="17929"/>
                </a:cubicBezTo>
                <a:lnTo>
                  <a:pt x="91013" y="24076"/>
                </a:lnTo>
                <a:cubicBezTo>
                  <a:pt x="88110" y="18099"/>
                  <a:pt x="85549" y="13831"/>
                  <a:pt x="83330" y="11611"/>
                </a:cubicBezTo>
                <a:cubicBezTo>
                  <a:pt x="81280" y="9221"/>
                  <a:pt x="78547" y="8196"/>
                  <a:pt x="75303" y="8196"/>
                </a:cubicBezTo>
                <a:cubicBezTo>
                  <a:pt x="73596" y="8196"/>
                  <a:pt x="72059" y="8367"/>
                  <a:pt x="70523" y="9050"/>
                </a:cubicBezTo>
                <a:cubicBezTo>
                  <a:pt x="69156" y="9733"/>
                  <a:pt x="67790" y="10928"/>
                  <a:pt x="66595" y="12636"/>
                </a:cubicBezTo>
                <a:cubicBezTo>
                  <a:pt x="65399" y="14514"/>
                  <a:pt x="64204" y="16904"/>
                  <a:pt x="63351" y="19978"/>
                </a:cubicBezTo>
                <a:cubicBezTo>
                  <a:pt x="62496" y="22881"/>
                  <a:pt x="61473" y="27833"/>
                  <a:pt x="59935" y="34834"/>
                </a:cubicBezTo>
                <a:lnTo>
                  <a:pt x="53446" y="65399"/>
                </a:lnTo>
                <a:cubicBezTo>
                  <a:pt x="52423" y="70008"/>
                  <a:pt x="51397" y="74107"/>
                  <a:pt x="50202" y="77522"/>
                </a:cubicBezTo>
                <a:cubicBezTo>
                  <a:pt x="49008" y="80937"/>
                  <a:pt x="47470" y="84352"/>
                  <a:pt x="45933" y="87425"/>
                </a:cubicBezTo>
                <a:cubicBezTo>
                  <a:pt x="44225" y="90669"/>
                  <a:pt x="42518" y="93402"/>
                  <a:pt x="40811" y="95793"/>
                </a:cubicBezTo>
                <a:cubicBezTo>
                  <a:pt x="38932" y="98182"/>
                  <a:pt x="36883" y="100573"/>
                  <a:pt x="34494" y="103134"/>
                </a:cubicBezTo>
                <a:lnTo>
                  <a:pt x="34494" y="103988"/>
                </a:lnTo>
                <a:cubicBezTo>
                  <a:pt x="38419" y="103988"/>
                  <a:pt x="42176" y="104501"/>
                  <a:pt x="45933" y="105355"/>
                </a:cubicBezTo>
                <a:cubicBezTo>
                  <a:pt x="49690" y="106208"/>
                  <a:pt x="53446" y="107232"/>
                  <a:pt x="57203" y="108599"/>
                </a:cubicBezTo>
                <a:cubicBezTo>
                  <a:pt x="60960" y="109965"/>
                  <a:pt x="64546" y="111160"/>
                  <a:pt x="67961" y="112014"/>
                </a:cubicBezTo>
                <a:cubicBezTo>
                  <a:pt x="71206" y="112867"/>
                  <a:pt x="74621" y="113209"/>
                  <a:pt x="78035" y="113209"/>
                </a:cubicBezTo>
                <a:cubicBezTo>
                  <a:pt x="81622" y="113209"/>
                  <a:pt x="84695" y="112696"/>
                  <a:pt x="87085" y="111843"/>
                </a:cubicBezTo>
                <a:cubicBezTo>
                  <a:pt x="89647" y="110819"/>
                  <a:pt x="92209" y="109110"/>
                  <a:pt x="94599" y="106720"/>
                </a:cubicBezTo>
                <a:cubicBezTo>
                  <a:pt x="96989" y="104330"/>
                  <a:pt x="100234" y="100061"/>
                  <a:pt x="104332" y="93743"/>
                </a:cubicBezTo>
                <a:lnTo>
                  <a:pt x="111333" y="98353"/>
                </a:lnTo>
                <a:cubicBezTo>
                  <a:pt x="103820" y="109965"/>
                  <a:pt x="97502" y="117820"/>
                  <a:pt x="92209" y="122088"/>
                </a:cubicBezTo>
                <a:cubicBezTo>
                  <a:pt x="86915" y="126528"/>
                  <a:pt x="81451" y="128576"/>
                  <a:pt x="76158" y="128576"/>
                </a:cubicBezTo>
                <a:cubicBezTo>
                  <a:pt x="71547" y="128576"/>
                  <a:pt x="67108" y="128064"/>
                  <a:pt x="63180" y="127211"/>
                </a:cubicBezTo>
                <a:cubicBezTo>
                  <a:pt x="59082" y="126187"/>
                  <a:pt x="54983" y="124819"/>
                  <a:pt x="51056" y="123113"/>
                </a:cubicBezTo>
                <a:cubicBezTo>
                  <a:pt x="46617" y="121405"/>
                  <a:pt x="42860" y="120039"/>
                  <a:pt x="39616" y="119185"/>
                </a:cubicBezTo>
                <a:cubicBezTo>
                  <a:pt x="36371" y="118331"/>
                  <a:pt x="33126" y="117820"/>
                  <a:pt x="29711" y="117820"/>
                </a:cubicBezTo>
                <a:cubicBezTo>
                  <a:pt x="26125" y="117820"/>
                  <a:pt x="22540" y="118502"/>
                  <a:pt x="19125" y="119868"/>
                </a:cubicBezTo>
                <a:cubicBezTo>
                  <a:pt x="15881" y="121234"/>
                  <a:pt x="11099" y="124137"/>
                  <a:pt x="4952" y="128576"/>
                </a:cubicBezTo>
                <a:lnTo>
                  <a:pt x="0" y="122601"/>
                </a:lnTo>
                <a:cubicBezTo>
                  <a:pt x="7684" y="115600"/>
                  <a:pt x="14173" y="110819"/>
                  <a:pt x="19467" y="108428"/>
                </a:cubicBezTo>
                <a:cubicBezTo>
                  <a:pt x="26296" y="101769"/>
                  <a:pt x="31249" y="91523"/>
                  <a:pt x="34322" y="77351"/>
                </a:cubicBezTo>
                <a:lnTo>
                  <a:pt x="43031" y="36712"/>
                </a:lnTo>
                <a:cubicBezTo>
                  <a:pt x="44738" y="29369"/>
                  <a:pt x="46617" y="23392"/>
                  <a:pt x="48837" y="18954"/>
                </a:cubicBezTo>
                <a:cubicBezTo>
                  <a:pt x="51226" y="14514"/>
                  <a:pt x="53788" y="11099"/>
                  <a:pt x="57032" y="8538"/>
                </a:cubicBezTo>
                <a:cubicBezTo>
                  <a:pt x="60106" y="5976"/>
                  <a:pt x="63521" y="3928"/>
                  <a:pt x="67449" y="2390"/>
                </a:cubicBezTo>
                <a:cubicBezTo>
                  <a:pt x="71206" y="854"/>
                  <a:pt x="75645" y="0"/>
                  <a:pt x="8059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338F71CF-1663-4961-A84E-33BA8D61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9952" y="8405377"/>
            <a:ext cx="264672" cy="133187"/>
          </a:xfrm>
          <a:custGeom xmlns:a="http://schemas.openxmlformats.org/drawingml/2006/main">
            <a:pathLst>
              <a:path w="264672" h="133187">
                <a:moveTo>
                  <a:pt x="146168" y="53275"/>
                </a:moveTo>
                <a:cubicBezTo>
                  <a:pt x="142582" y="53275"/>
                  <a:pt x="139678" y="53787"/>
                  <a:pt x="137118" y="54982"/>
                </a:cubicBezTo>
                <a:cubicBezTo>
                  <a:pt x="134727" y="56006"/>
                  <a:pt x="132336" y="57713"/>
                  <a:pt x="129775" y="59934"/>
                </a:cubicBezTo>
                <a:cubicBezTo>
                  <a:pt x="127384" y="62153"/>
                  <a:pt x="125677" y="64373"/>
                  <a:pt x="124482" y="66592"/>
                </a:cubicBezTo>
                <a:cubicBezTo>
                  <a:pt x="123285" y="68813"/>
                  <a:pt x="122774" y="71374"/>
                  <a:pt x="122774" y="74277"/>
                </a:cubicBezTo>
                <a:lnTo>
                  <a:pt x="122774" y="98523"/>
                </a:lnTo>
                <a:cubicBezTo>
                  <a:pt x="122774" y="103304"/>
                  <a:pt x="122945" y="107061"/>
                  <a:pt x="123456" y="109964"/>
                </a:cubicBezTo>
                <a:cubicBezTo>
                  <a:pt x="123798" y="112696"/>
                  <a:pt x="124653" y="114916"/>
                  <a:pt x="125677" y="116794"/>
                </a:cubicBezTo>
                <a:cubicBezTo>
                  <a:pt x="126530" y="118672"/>
                  <a:pt x="128068" y="120380"/>
                  <a:pt x="129946" y="121916"/>
                </a:cubicBezTo>
                <a:cubicBezTo>
                  <a:pt x="131995" y="123453"/>
                  <a:pt x="134044" y="124478"/>
                  <a:pt x="136434" y="124990"/>
                </a:cubicBezTo>
                <a:cubicBezTo>
                  <a:pt x="138825" y="125673"/>
                  <a:pt x="141556" y="126015"/>
                  <a:pt x="144459" y="126015"/>
                </a:cubicBezTo>
                <a:cubicBezTo>
                  <a:pt x="151803" y="126015"/>
                  <a:pt x="157437" y="122941"/>
                  <a:pt x="161194" y="116965"/>
                </a:cubicBezTo>
                <a:cubicBezTo>
                  <a:pt x="165122" y="110988"/>
                  <a:pt x="166999" y="101939"/>
                  <a:pt x="166999" y="89815"/>
                </a:cubicBezTo>
                <a:cubicBezTo>
                  <a:pt x="166999" y="77692"/>
                  <a:pt x="165292" y="68642"/>
                  <a:pt x="161706" y="62495"/>
                </a:cubicBezTo>
                <a:cubicBezTo>
                  <a:pt x="158291" y="56348"/>
                  <a:pt x="152998" y="53275"/>
                  <a:pt x="146168" y="53275"/>
                </a:cubicBezTo>
                <a:moveTo>
                  <a:pt x="40299" y="49518"/>
                </a:moveTo>
                <a:cubicBezTo>
                  <a:pt x="32956" y="49518"/>
                  <a:pt x="27150" y="52591"/>
                  <a:pt x="23223" y="59080"/>
                </a:cubicBezTo>
                <a:cubicBezTo>
                  <a:pt x="19296" y="65569"/>
                  <a:pt x="17247" y="74790"/>
                  <a:pt x="17247" y="86571"/>
                </a:cubicBezTo>
                <a:cubicBezTo>
                  <a:pt x="17247" y="99207"/>
                  <a:pt x="19296" y="108940"/>
                  <a:pt x="23393" y="115770"/>
                </a:cubicBezTo>
                <a:cubicBezTo>
                  <a:pt x="27321" y="122600"/>
                  <a:pt x="33127" y="126015"/>
                  <a:pt x="40641" y="126015"/>
                </a:cubicBezTo>
                <a:cubicBezTo>
                  <a:pt x="44738" y="126015"/>
                  <a:pt x="48154" y="124990"/>
                  <a:pt x="51056" y="122941"/>
                </a:cubicBezTo>
                <a:cubicBezTo>
                  <a:pt x="53959" y="120893"/>
                  <a:pt x="56349" y="118331"/>
                  <a:pt x="58228" y="114916"/>
                </a:cubicBezTo>
                <a:cubicBezTo>
                  <a:pt x="59935" y="111501"/>
                  <a:pt x="61301" y="107573"/>
                  <a:pt x="61985" y="103134"/>
                </a:cubicBezTo>
                <a:cubicBezTo>
                  <a:pt x="62838" y="98694"/>
                  <a:pt x="63180" y="94084"/>
                  <a:pt x="63180" y="89302"/>
                </a:cubicBezTo>
                <a:cubicBezTo>
                  <a:pt x="63180" y="80253"/>
                  <a:pt x="62326" y="72740"/>
                  <a:pt x="60277" y="66763"/>
                </a:cubicBezTo>
                <a:cubicBezTo>
                  <a:pt x="58228" y="60787"/>
                  <a:pt x="55496" y="56519"/>
                  <a:pt x="52081" y="53616"/>
                </a:cubicBezTo>
                <a:cubicBezTo>
                  <a:pt x="48666" y="50884"/>
                  <a:pt x="44738" y="49518"/>
                  <a:pt x="40299" y="49518"/>
                </a:cubicBezTo>
                <a:moveTo>
                  <a:pt x="237693" y="42175"/>
                </a:moveTo>
                <a:cubicBezTo>
                  <a:pt x="241790" y="42175"/>
                  <a:pt x="245718" y="42346"/>
                  <a:pt x="249475" y="42858"/>
                </a:cubicBezTo>
                <a:cubicBezTo>
                  <a:pt x="253232" y="43200"/>
                  <a:pt x="258013" y="43883"/>
                  <a:pt x="263647" y="45077"/>
                </a:cubicBezTo>
                <a:lnTo>
                  <a:pt x="263647" y="63861"/>
                </a:lnTo>
                <a:lnTo>
                  <a:pt x="254939" y="63861"/>
                </a:lnTo>
                <a:cubicBezTo>
                  <a:pt x="253573" y="60275"/>
                  <a:pt x="251866" y="57371"/>
                  <a:pt x="250158" y="55152"/>
                </a:cubicBezTo>
                <a:cubicBezTo>
                  <a:pt x="248280" y="53104"/>
                  <a:pt x="246231" y="51566"/>
                  <a:pt x="243840" y="50713"/>
                </a:cubicBezTo>
                <a:cubicBezTo>
                  <a:pt x="241450" y="49859"/>
                  <a:pt x="238717" y="49518"/>
                  <a:pt x="235302" y="49518"/>
                </a:cubicBezTo>
                <a:cubicBezTo>
                  <a:pt x="230351" y="49518"/>
                  <a:pt x="226423" y="50542"/>
                  <a:pt x="223519" y="52933"/>
                </a:cubicBezTo>
                <a:cubicBezTo>
                  <a:pt x="220617" y="55152"/>
                  <a:pt x="219251" y="58397"/>
                  <a:pt x="219251" y="62324"/>
                </a:cubicBezTo>
                <a:cubicBezTo>
                  <a:pt x="219251" y="65227"/>
                  <a:pt x="219763" y="67447"/>
                  <a:pt x="220959" y="69325"/>
                </a:cubicBezTo>
                <a:cubicBezTo>
                  <a:pt x="222154" y="71203"/>
                  <a:pt x="223861" y="72911"/>
                  <a:pt x="226423" y="74448"/>
                </a:cubicBezTo>
                <a:cubicBezTo>
                  <a:pt x="228813" y="76155"/>
                  <a:pt x="233082" y="78205"/>
                  <a:pt x="239401" y="80765"/>
                </a:cubicBezTo>
                <a:cubicBezTo>
                  <a:pt x="245547" y="83498"/>
                  <a:pt x="250500" y="86058"/>
                  <a:pt x="253744" y="88278"/>
                </a:cubicBezTo>
                <a:cubicBezTo>
                  <a:pt x="257159" y="90499"/>
                  <a:pt x="259891" y="93230"/>
                  <a:pt x="261770" y="96134"/>
                </a:cubicBezTo>
                <a:cubicBezTo>
                  <a:pt x="263818" y="99207"/>
                  <a:pt x="264672" y="102793"/>
                  <a:pt x="264672" y="107061"/>
                </a:cubicBezTo>
                <a:cubicBezTo>
                  <a:pt x="264672" y="111843"/>
                  <a:pt x="263989" y="115939"/>
                  <a:pt x="262282" y="119184"/>
                </a:cubicBezTo>
                <a:cubicBezTo>
                  <a:pt x="260574" y="122600"/>
                  <a:pt x="258183" y="125160"/>
                  <a:pt x="255281" y="127381"/>
                </a:cubicBezTo>
                <a:cubicBezTo>
                  <a:pt x="252208" y="129430"/>
                  <a:pt x="248621" y="130966"/>
                  <a:pt x="244523" y="131820"/>
                </a:cubicBezTo>
                <a:cubicBezTo>
                  <a:pt x="240425" y="132674"/>
                  <a:pt x="235814" y="133187"/>
                  <a:pt x="231033" y="133187"/>
                </a:cubicBezTo>
                <a:cubicBezTo>
                  <a:pt x="225740" y="133187"/>
                  <a:pt x="220788" y="132845"/>
                  <a:pt x="216006" y="131991"/>
                </a:cubicBezTo>
                <a:cubicBezTo>
                  <a:pt x="211055" y="131308"/>
                  <a:pt x="206444" y="130284"/>
                  <a:pt x="201834" y="129088"/>
                </a:cubicBezTo>
                <a:lnTo>
                  <a:pt x="201834" y="109793"/>
                </a:lnTo>
                <a:lnTo>
                  <a:pt x="210713" y="109793"/>
                </a:lnTo>
                <a:cubicBezTo>
                  <a:pt x="212420" y="115428"/>
                  <a:pt x="214982" y="119526"/>
                  <a:pt x="218226" y="122087"/>
                </a:cubicBezTo>
                <a:cubicBezTo>
                  <a:pt x="221470" y="124648"/>
                  <a:pt x="225911" y="126015"/>
                  <a:pt x="231546" y="126015"/>
                </a:cubicBezTo>
                <a:cubicBezTo>
                  <a:pt x="233766" y="126015"/>
                  <a:pt x="235985" y="125673"/>
                  <a:pt x="238034" y="125331"/>
                </a:cubicBezTo>
                <a:cubicBezTo>
                  <a:pt x="240254" y="124819"/>
                  <a:pt x="242132" y="123966"/>
                  <a:pt x="243669" y="122941"/>
                </a:cubicBezTo>
                <a:cubicBezTo>
                  <a:pt x="245376" y="121916"/>
                  <a:pt x="246743" y="120380"/>
                  <a:pt x="247767" y="118501"/>
                </a:cubicBezTo>
                <a:cubicBezTo>
                  <a:pt x="248621" y="116794"/>
                  <a:pt x="249133" y="114403"/>
                  <a:pt x="249133" y="111672"/>
                </a:cubicBezTo>
                <a:cubicBezTo>
                  <a:pt x="249133" y="108598"/>
                  <a:pt x="248621" y="106037"/>
                  <a:pt x="247255" y="103987"/>
                </a:cubicBezTo>
                <a:cubicBezTo>
                  <a:pt x="246060" y="102109"/>
                  <a:pt x="244182" y="100231"/>
                  <a:pt x="241620" y="98694"/>
                </a:cubicBezTo>
                <a:cubicBezTo>
                  <a:pt x="239059" y="96987"/>
                  <a:pt x="234448" y="94766"/>
                  <a:pt x="227960" y="92035"/>
                </a:cubicBezTo>
                <a:cubicBezTo>
                  <a:pt x="222496" y="89815"/>
                  <a:pt x="217885" y="87425"/>
                  <a:pt x="214640" y="85205"/>
                </a:cubicBezTo>
                <a:cubicBezTo>
                  <a:pt x="211225" y="82985"/>
                  <a:pt x="208493" y="80424"/>
                  <a:pt x="206615" y="77521"/>
                </a:cubicBezTo>
                <a:cubicBezTo>
                  <a:pt x="204738" y="74448"/>
                  <a:pt x="203712" y="70862"/>
                  <a:pt x="203712" y="66763"/>
                </a:cubicBezTo>
                <a:cubicBezTo>
                  <a:pt x="203712" y="61812"/>
                  <a:pt x="205078" y="57371"/>
                  <a:pt x="207811" y="53616"/>
                </a:cubicBezTo>
                <a:cubicBezTo>
                  <a:pt x="210543" y="49859"/>
                  <a:pt x="214469" y="47127"/>
                  <a:pt x="219593" y="45077"/>
                </a:cubicBezTo>
                <a:cubicBezTo>
                  <a:pt x="224715" y="43200"/>
                  <a:pt x="230863" y="42175"/>
                  <a:pt x="237693" y="42175"/>
                </a:cubicBezTo>
                <a:moveTo>
                  <a:pt x="40641" y="42175"/>
                </a:moveTo>
                <a:cubicBezTo>
                  <a:pt x="53788" y="42175"/>
                  <a:pt x="63863" y="45932"/>
                  <a:pt x="70522" y="53616"/>
                </a:cubicBezTo>
                <a:cubicBezTo>
                  <a:pt x="77353" y="61299"/>
                  <a:pt x="80597" y="72228"/>
                  <a:pt x="80597" y="86571"/>
                </a:cubicBezTo>
                <a:cubicBezTo>
                  <a:pt x="80597" y="96816"/>
                  <a:pt x="78890" y="105353"/>
                  <a:pt x="75645" y="112354"/>
                </a:cubicBezTo>
                <a:cubicBezTo>
                  <a:pt x="72230" y="119355"/>
                  <a:pt x="67449" y="124478"/>
                  <a:pt x="61301" y="128064"/>
                </a:cubicBezTo>
                <a:cubicBezTo>
                  <a:pt x="54984" y="131479"/>
                  <a:pt x="47641" y="133187"/>
                  <a:pt x="39275" y="133187"/>
                </a:cubicBezTo>
                <a:cubicBezTo>
                  <a:pt x="26468" y="133187"/>
                  <a:pt x="16734" y="129430"/>
                  <a:pt x="10075" y="121916"/>
                </a:cubicBezTo>
                <a:cubicBezTo>
                  <a:pt x="3244" y="114403"/>
                  <a:pt x="0" y="103304"/>
                  <a:pt x="0" y="88620"/>
                </a:cubicBezTo>
                <a:cubicBezTo>
                  <a:pt x="0" y="78375"/>
                  <a:pt x="1707" y="69837"/>
                  <a:pt x="5293" y="62836"/>
                </a:cubicBezTo>
                <a:cubicBezTo>
                  <a:pt x="8709" y="55835"/>
                  <a:pt x="13661" y="50713"/>
                  <a:pt x="19637" y="47298"/>
                </a:cubicBezTo>
                <a:cubicBezTo>
                  <a:pt x="25784" y="43883"/>
                  <a:pt x="32785" y="42175"/>
                  <a:pt x="40641" y="42175"/>
                </a:cubicBezTo>
                <a:moveTo>
                  <a:pt x="117309" y="0"/>
                </a:moveTo>
                <a:lnTo>
                  <a:pt x="122774" y="0"/>
                </a:lnTo>
                <a:lnTo>
                  <a:pt x="122774" y="58226"/>
                </a:lnTo>
                <a:lnTo>
                  <a:pt x="123115" y="58226"/>
                </a:lnTo>
                <a:cubicBezTo>
                  <a:pt x="127384" y="53787"/>
                  <a:pt x="130970" y="50542"/>
                  <a:pt x="133873" y="48493"/>
                </a:cubicBezTo>
                <a:cubicBezTo>
                  <a:pt x="136776" y="46444"/>
                  <a:pt x="139678" y="44907"/>
                  <a:pt x="142753" y="43883"/>
                </a:cubicBezTo>
                <a:cubicBezTo>
                  <a:pt x="145826" y="42858"/>
                  <a:pt x="149070" y="42346"/>
                  <a:pt x="152656" y="42346"/>
                </a:cubicBezTo>
                <a:cubicBezTo>
                  <a:pt x="159316" y="42346"/>
                  <a:pt x="164951" y="43883"/>
                  <a:pt x="169561" y="47298"/>
                </a:cubicBezTo>
                <a:cubicBezTo>
                  <a:pt x="174342" y="50713"/>
                  <a:pt x="177928" y="55664"/>
                  <a:pt x="180490" y="62324"/>
                </a:cubicBezTo>
                <a:cubicBezTo>
                  <a:pt x="183051" y="68984"/>
                  <a:pt x="184246" y="77179"/>
                  <a:pt x="184246" y="86913"/>
                </a:cubicBezTo>
                <a:cubicBezTo>
                  <a:pt x="184246" y="96987"/>
                  <a:pt x="182710" y="105353"/>
                  <a:pt x="179806" y="112354"/>
                </a:cubicBezTo>
                <a:cubicBezTo>
                  <a:pt x="176733" y="119184"/>
                  <a:pt x="172292" y="124478"/>
                  <a:pt x="166317" y="127893"/>
                </a:cubicBezTo>
                <a:cubicBezTo>
                  <a:pt x="160340" y="131479"/>
                  <a:pt x="153339" y="133187"/>
                  <a:pt x="145313" y="133187"/>
                </a:cubicBezTo>
                <a:cubicBezTo>
                  <a:pt x="140704" y="133187"/>
                  <a:pt x="136434" y="132845"/>
                  <a:pt x="132336" y="131991"/>
                </a:cubicBezTo>
                <a:cubicBezTo>
                  <a:pt x="128410" y="131137"/>
                  <a:pt x="124140" y="129772"/>
                  <a:pt x="119701" y="127552"/>
                </a:cubicBezTo>
                <a:lnTo>
                  <a:pt x="113383" y="133187"/>
                </a:lnTo>
                <a:lnTo>
                  <a:pt x="106894" y="131820"/>
                </a:lnTo>
                <a:lnTo>
                  <a:pt x="106894" y="31760"/>
                </a:lnTo>
                <a:cubicBezTo>
                  <a:pt x="106894" y="25783"/>
                  <a:pt x="106894" y="21685"/>
                  <a:pt x="106894" y="19295"/>
                </a:cubicBezTo>
                <a:cubicBezTo>
                  <a:pt x="106723" y="17075"/>
                  <a:pt x="106553" y="15025"/>
                  <a:pt x="106040" y="13489"/>
                </a:cubicBezTo>
                <a:cubicBezTo>
                  <a:pt x="105698" y="11781"/>
                  <a:pt x="105185" y="10587"/>
                  <a:pt x="104503" y="9561"/>
                </a:cubicBezTo>
                <a:cubicBezTo>
                  <a:pt x="103649" y="8707"/>
                  <a:pt x="102796" y="8025"/>
                  <a:pt x="101600" y="7342"/>
                </a:cubicBezTo>
                <a:cubicBezTo>
                  <a:pt x="100405" y="6830"/>
                  <a:pt x="98185" y="6317"/>
                  <a:pt x="95112" y="5805"/>
                </a:cubicBezTo>
                <a:lnTo>
                  <a:pt x="95112" y="1024"/>
                </a:lnTo>
                <a:lnTo>
                  <a:pt x="11730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4D304A93-DA60-4BCC-8D16-899C4412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8124" y="8396497"/>
            <a:ext cx="113382" cy="50543"/>
          </a:xfrm>
          <a:custGeom xmlns:a="http://schemas.openxmlformats.org/drawingml/2006/main">
            <a:pathLst>
              <a:path w="113382" h="50543">
                <a:moveTo>
                  <a:pt x="0" y="38249"/>
                </a:moveTo>
                <a:lnTo>
                  <a:pt x="113382" y="38249"/>
                </a:lnTo>
                <a:lnTo>
                  <a:pt x="113382" y="50543"/>
                </a:lnTo>
                <a:lnTo>
                  <a:pt x="0" y="50543"/>
                </a:lnTo>
                <a:close/>
                <a:moveTo>
                  <a:pt x="0" y="0"/>
                </a:moveTo>
                <a:lnTo>
                  <a:pt x="113382" y="0"/>
                </a:lnTo>
                <a:lnTo>
                  <a:pt x="113382" y="12294"/>
                </a:lnTo>
                <a:lnTo>
                  <a:pt x="0" y="12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D90C2DA8-B52A-404C-B12D-BE0A057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1836" y="8337758"/>
            <a:ext cx="1343168" cy="171265"/>
          </a:xfrm>
          <a:custGeom xmlns:a="http://schemas.openxmlformats.org/drawingml/2006/main">
            <a:pathLst>
              <a:path w="1343168" h="171265">
                <a:moveTo>
                  <a:pt x="1328995" y="0"/>
                </a:moveTo>
                <a:lnTo>
                  <a:pt x="1343168" y="0"/>
                </a:lnTo>
                <a:lnTo>
                  <a:pt x="1343168" y="171265"/>
                </a:lnTo>
                <a:lnTo>
                  <a:pt x="1328995" y="171265"/>
                </a:lnTo>
                <a:close/>
                <a:moveTo>
                  <a:pt x="1288867" y="0"/>
                </a:moveTo>
                <a:lnTo>
                  <a:pt x="1303040" y="0"/>
                </a:lnTo>
                <a:lnTo>
                  <a:pt x="1303040" y="171265"/>
                </a:lnTo>
                <a:lnTo>
                  <a:pt x="1288867" y="171265"/>
                </a:lnTo>
                <a:close/>
                <a:moveTo>
                  <a:pt x="40128" y="0"/>
                </a:moveTo>
                <a:lnTo>
                  <a:pt x="54300" y="0"/>
                </a:lnTo>
                <a:lnTo>
                  <a:pt x="54300" y="171265"/>
                </a:lnTo>
                <a:lnTo>
                  <a:pt x="40128" y="171265"/>
                </a:lnTo>
                <a:close/>
                <a:moveTo>
                  <a:pt x="0" y="0"/>
                </a:moveTo>
                <a:lnTo>
                  <a:pt x="14172" y="0"/>
                </a:lnTo>
                <a:lnTo>
                  <a:pt x="14172" y="171265"/>
                </a:lnTo>
                <a:lnTo>
                  <a:pt x="0" y="171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EA3FB928-3940-46C3-80CC-8C06FAB5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019" y="8385740"/>
            <a:ext cx="93232" cy="91522"/>
          </a:xfrm>
          <a:custGeom xmlns:a="http://schemas.openxmlformats.org/drawingml/2006/main">
            <a:pathLst>
              <a:path w="93232" h="91522">
                <a:moveTo>
                  <a:pt x="80597" y="0"/>
                </a:moveTo>
                <a:cubicBezTo>
                  <a:pt x="85037" y="0"/>
                  <a:pt x="88281" y="1195"/>
                  <a:pt x="90330" y="3415"/>
                </a:cubicBezTo>
                <a:cubicBezTo>
                  <a:pt x="92209" y="5805"/>
                  <a:pt x="93232" y="8879"/>
                  <a:pt x="93232" y="12635"/>
                </a:cubicBezTo>
                <a:cubicBezTo>
                  <a:pt x="93232" y="15709"/>
                  <a:pt x="92721" y="18953"/>
                  <a:pt x="91696" y="22881"/>
                </a:cubicBezTo>
                <a:cubicBezTo>
                  <a:pt x="90671" y="26637"/>
                  <a:pt x="89135" y="30564"/>
                  <a:pt x="87256" y="34833"/>
                </a:cubicBezTo>
                <a:cubicBezTo>
                  <a:pt x="85378" y="39101"/>
                  <a:pt x="82988" y="43370"/>
                  <a:pt x="80426" y="47810"/>
                </a:cubicBezTo>
                <a:cubicBezTo>
                  <a:pt x="77694" y="52420"/>
                  <a:pt x="74791" y="56690"/>
                  <a:pt x="71717" y="60787"/>
                </a:cubicBezTo>
                <a:cubicBezTo>
                  <a:pt x="68473" y="65056"/>
                  <a:pt x="65058" y="68984"/>
                  <a:pt x="61473" y="72740"/>
                </a:cubicBezTo>
                <a:cubicBezTo>
                  <a:pt x="57887" y="76496"/>
                  <a:pt x="54130" y="79741"/>
                  <a:pt x="50202" y="82472"/>
                </a:cubicBezTo>
                <a:cubicBezTo>
                  <a:pt x="46275" y="85205"/>
                  <a:pt x="42348" y="87425"/>
                  <a:pt x="38249" y="88962"/>
                </a:cubicBezTo>
                <a:cubicBezTo>
                  <a:pt x="34323" y="90669"/>
                  <a:pt x="30224" y="91522"/>
                  <a:pt x="26296" y="91522"/>
                </a:cubicBezTo>
                <a:cubicBezTo>
                  <a:pt x="24418" y="91522"/>
                  <a:pt x="23052" y="91010"/>
                  <a:pt x="21857" y="90157"/>
                </a:cubicBezTo>
                <a:cubicBezTo>
                  <a:pt x="20661" y="89303"/>
                  <a:pt x="19637" y="87936"/>
                  <a:pt x="18955" y="86400"/>
                </a:cubicBezTo>
                <a:cubicBezTo>
                  <a:pt x="18100" y="84693"/>
                  <a:pt x="17588" y="82814"/>
                  <a:pt x="17417" y="80595"/>
                </a:cubicBezTo>
                <a:cubicBezTo>
                  <a:pt x="17075" y="78375"/>
                  <a:pt x="16905" y="75984"/>
                  <a:pt x="16905" y="73423"/>
                </a:cubicBezTo>
                <a:cubicBezTo>
                  <a:pt x="16905" y="69837"/>
                  <a:pt x="17075" y="66081"/>
                  <a:pt x="17588" y="62154"/>
                </a:cubicBezTo>
                <a:cubicBezTo>
                  <a:pt x="17930" y="58055"/>
                  <a:pt x="18442" y="54128"/>
                  <a:pt x="19125" y="50030"/>
                </a:cubicBezTo>
                <a:lnTo>
                  <a:pt x="23052" y="24588"/>
                </a:lnTo>
                <a:cubicBezTo>
                  <a:pt x="23223" y="23051"/>
                  <a:pt x="23564" y="21685"/>
                  <a:pt x="23735" y="20319"/>
                </a:cubicBezTo>
                <a:cubicBezTo>
                  <a:pt x="23735" y="19124"/>
                  <a:pt x="23906" y="18099"/>
                  <a:pt x="23906" y="17416"/>
                </a:cubicBezTo>
                <a:cubicBezTo>
                  <a:pt x="23906" y="15538"/>
                  <a:pt x="23564" y="14001"/>
                  <a:pt x="22881" y="12806"/>
                </a:cubicBezTo>
                <a:cubicBezTo>
                  <a:pt x="22369" y="11610"/>
                  <a:pt x="21345" y="10928"/>
                  <a:pt x="19808" y="10928"/>
                </a:cubicBezTo>
                <a:cubicBezTo>
                  <a:pt x="18613" y="10928"/>
                  <a:pt x="17417" y="11268"/>
                  <a:pt x="16051" y="11952"/>
                </a:cubicBezTo>
                <a:cubicBezTo>
                  <a:pt x="14685" y="12635"/>
                  <a:pt x="13319" y="13660"/>
                  <a:pt x="11953" y="14684"/>
                </a:cubicBezTo>
                <a:cubicBezTo>
                  <a:pt x="10587" y="15880"/>
                  <a:pt x="9221" y="17075"/>
                  <a:pt x="8025" y="18269"/>
                </a:cubicBezTo>
                <a:cubicBezTo>
                  <a:pt x="6660" y="19466"/>
                  <a:pt x="5464" y="20660"/>
                  <a:pt x="4440" y="21856"/>
                </a:cubicBezTo>
                <a:lnTo>
                  <a:pt x="0" y="16563"/>
                </a:lnTo>
                <a:cubicBezTo>
                  <a:pt x="1878" y="14684"/>
                  <a:pt x="3928" y="12806"/>
                  <a:pt x="5977" y="10757"/>
                </a:cubicBezTo>
                <a:cubicBezTo>
                  <a:pt x="8196" y="8879"/>
                  <a:pt x="10417" y="7171"/>
                  <a:pt x="12807" y="5463"/>
                </a:cubicBezTo>
                <a:cubicBezTo>
                  <a:pt x="15198" y="3927"/>
                  <a:pt x="17759" y="2731"/>
                  <a:pt x="20320" y="1707"/>
                </a:cubicBezTo>
                <a:cubicBezTo>
                  <a:pt x="23052" y="853"/>
                  <a:pt x="25784" y="341"/>
                  <a:pt x="28517" y="341"/>
                </a:cubicBezTo>
                <a:cubicBezTo>
                  <a:pt x="30737" y="341"/>
                  <a:pt x="32785" y="682"/>
                  <a:pt x="34152" y="1537"/>
                </a:cubicBezTo>
                <a:cubicBezTo>
                  <a:pt x="35688" y="2218"/>
                  <a:pt x="36884" y="3244"/>
                  <a:pt x="37567" y="4610"/>
                </a:cubicBezTo>
                <a:cubicBezTo>
                  <a:pt x="38420" y="5805"/>
                  <a:pt x="39103" y="7171"/>
                  <a:pt x="39274" y="8708"/>
                </a:cubicBezTo>
                <a:cubicBezTo>
                  <a:pt x="39616" y="10245"/>
                  <a:pt x="39787" y="11610"/>
                  <a:pt x="39787" y="13147"/>
                </a:cubicBezTo>
                <a:cubicBezTo>
                  <a:pt x="39787" y="14001"/>
                  <a:pt x="39787" y="14855"/>
                  <a:pt x="39787" y="15709"/>
                </a:cubicBezTo>
                <a:cubicBezTo>
                  <a:pt x="39616" y="16392"/>
                  <a:pt x="39616" y="17245"/>
                  <a:pt x="39445" y="17757"/>
                </a:cubicBezTo>
                <a:lnTo>
                  <a:pt x="34323" y="51225"/>
                </a:lnTo>
                <a:cubicBezTo>
                  <a:pt x="33810" y="54640"/>
                  <a:pt x="33298" y="58055"/>
                  <a:pt x="32956" y="61470"/>
                </a:cubicBezTo>
                <a:cubicBezTo>
                  <a:pt x="32614" y="64714"/>
                  <a:pt x="32273" y="67789"/>
                  <a:pt x="32273" y="70349"/>
                </a:cubicBezTo>
                <a:cubicBezTo>
                  <a:pt x="32273" y="72911"/>
                  <a:pt x="32443" y="74960"/>
                  <a:pt x="32785" y="76496"/>
                </a:cubicBezTo>
                <a:cubicBezTo>
                  <a:pt x="33127" y="78205"/>
                  <a:pt x="33639" y="78887"/>
                  <a:pt x="34494" y="78887"/>
                </a:cubicBezTo>
                <a:cubicBezTo>
                  <a:pt x="36542" y="78887"/>
                  <a:pt x="39103" y="78205"/>
                  <a:pt x="42177" y="76496"/>
                </a:cubicBezTo>
                <a:cubicBezTo>
                  <a:pt x="45250" y="74960"/>
                  <a:pt x="48495" y="72569"/>
                  <a:pt x="51910" y="69837"/>
                </a:cubicBezTo>
                <a:cubicBezTo>
                  <a:pt x="55326" y="66934"/>
                  <a:pt x="58570" y="63519"/>
                  <a:pt x="61985" y="59592"/>
                </a:cubicBezTo>
                <a:cubicBezTo>
                  <a:pt x="65399" y="55835"/>
                  <a:pt x="68473" y="51567"/>
                  <a:pt x="71035" y="46957"/>
                </a:cubicBezTo>
                <a:cubicBezTo>
                  <a:pt x="73767" y="42517"/>
                  <a:pt x="75987" y="37736"/>
                  <a:pt x="77694" y="32613"/>
                </a:cubicBezTo>
                <a:cubicBezTo>
                  <a:pt x="79402" y="27661"/>
                  <a:pt x="80256" y="22539"/>
                  <a:pt x="80256" y="17416"/>
                </a:cubicBezTo>
                <a:cubicBezTo>
                  <a:pt x="80256" y="15196"/>
                  <a:pt x="79744" y="13489"/>
                  <a:pt x="78719" y="12294"/>
                </a:cubicBezTo>
                <a:cubicBezTo>
                  <a:pt x="77864" y="11098"/>
                  <a:pt x="76328" y="10587"/>
                  <a:pt x="74279" y="10587"/>
                </a:cubicBezTo>
                <a:cubicBezTo>
                  <a:pt x="71717" y="10587"/>
                  <a:pt x="69327" y="11610"/>
                  <a:pt x="67278" y="13489"/>
                </a:cubicBezTo>
                <a:cubicBezTo>
                  <a:pt x="65058" y="15538"/>
                  <a:pt x="62838" y="18099"/>
                  <a:pt x="60448" y="21344"/>
                </a:cubicBezTo>
                <a:lnTo>
                  <a:pt x="55155" y="16733"/>
                </a:lnTo>
                <a:cubicBezTo>
                  <a:pt x="56691" y="14513"/>
                  <a:pt x="58399" y="12464"/>
                  <a:pt x="60448" y="10416"/>
                </a:cubicBezTo>
                <a:cubicBezTo>
                  <a:pt x="62326" y="8366"/>
                  <a:pt x="64546" y="6659"/>
                  <a:pt x="66766" y="5122"/>
                </a:cubicBezTo>
                <a:cubicBezTo>
                  <a:pt x="68985" y="3586"/>
                  <a:pt x="71206" y="2218"/>
                  <a:pt x="73767" y="1366"/>
                </a:cubicBezTo>
                <a:cubicBezTo>
                  <a:pt x="76157" y="512"/>
                  <a:pt x="78377" y="0"/>
                  <a:pt x="8059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155F79A7-326E-4B99-BBD9-0E990A11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4119" y="8342881"/>
            <a:ext cx="76499" cy="34321"/>
          </a:xfrm>
          <a:custGeom xmlns:a="http://schemas.openxmlformats.org/drawingml/2006/main">
            <a:pathLst>
              <a:path w="76499" h="34321">
                <a:moveTo>
                  <a:pt x="32785" y="0"/>
                </a:moveTo>
                <a:lnTo>
                  <a:pt x="45250" y="0"/>
                </a:lnTo>
                <a:lnTo>
                  <a:pt x="76499" y="29027"/>
                </a:lnTo>
                <a:lnTo>
                  <a:pt x="71547" y="34321"/>
                </a:lnTo>
                <a:lnTo>
                  <a:pt x="39103" y="11952"/>
                </a:lnTo>
                <a:lnTo>
                  <a:pt x="38078" y="11952"/>
                </a:lnTo>
                <a:lnTo>
                  <a:pt x="4952" y="34321"/>
                </a:lnTo>
                <a:lnTo>
                  <a:pt x="0" y="29027"/>
                </a:lnTo>
                <a:lnTo>
                  <a:pt x="32785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42CB6E4E-ABC9-4CA4-8AC5-54FBAE17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0938" y="8337588"/>
            <a:ext cx="63350" cy="69666"/>
          </a:xfrm>
          <a:custGeom xmlns:a="http://schemas.openxmlformats.org/drawingml/2006/main">
            <a:pathLst>
              <a:path w="63350" h="69666">
                <a:moveTo>
                  <a:pt x="38078" y="6659"/>
                </a:moveTo>
                <a:cubicBezTo>
                  <a:pt x="35517" y="6659"/>
                  <a:pt x="33127" y="7171"/>
                  <a:pt x="30907" y="8195"/>
                </a:cubicBezTo>
                <a:cubicBezTo>
                  <a:pt x="28858" y="9390"/>
                  <a:pt x="26809" y="10928"/>
                  <a:pt x="24930" y="12806"/>
                </a:cubicBezTo>
                <a:cubicBezTo>
                  <a:pt x="23052" y="14855"/>
                  <a:pt x="21515" y="17245"/>
                  <a:pt x="19978" y="19808"/>
                </a:cubicBezTo>
                <a:cubicBezTo>
                  <a:pt x="18612" y="22539"/>
                  <a:pt x="17417" y="25442"/>
                  <a:pt x="16393" y="28515"/>
                </a:cubicBezTo>
                <a:cubicBezTo>
                  <a:pt x="15368" y="31589"/>
                  <a:pt x="14514" y="34833"/>
                  <a:pt x="14002" y="38077"/>
                </a:cubicBezTo>
                <a:cubicBezTo>
                  <a:pt x="13490" y="41493"/>
                  <a:pt x="13148" y="44907"/>
                  <a:pt x="13148" y="48152"/>
                </a:cubicBezTo>
                <a:cubicBezTo>
                  <a:pt x="13148" y="53275"/>
                  <a:pt x="14343" y="57202"/>
                  <a:pt x="16393" y="59592"/>
                </a:cubicBezTo>
                <a:cubicBezTo>
                  <a:pt x="18441" y="61983"/>
                  <a:pt x="21686" y="63178"/>
                  <a:pt x="26125" y="63178"/>
                </a:cubicBezTo>
                <a:cubicBezTo>
                  <a:pt x="28516" y="63178"/>
                  <a:pt x="30736" y="62666"/>
                  <a:pt x="32956" y="61470"/>
                </a:cubicBezTo>
                <a:cubicBezTo>
                  <a:pt x="35005" y="60275"/>
                  <a:pt x="37054" y="58739"/>
                  <a:pt x="38761" y="56690"/>
                </a:cubicBezTo>
                <a:cubicBezTo>
                  <a:pt x="40640" y="54640"/>
                  <a:pt x="42177" y="52250"/>
                  <a:pt x="43543" y="49518"/>
                </a:cubicBezTo>
                <a:cubicBezTo>
                  <a:pt x="45079" y="46957"/>
                  <a:pt x="46275" y="44054"/>
                  <a:pt x="47129" y="40981"/>
                </a:cubicBezTo>
                <a:cubicBezTo>
                  <a:pt x="48153" y="37907"/>
                  <a:pt x="49007" y="34662"/>
                  <a:pt x="49519" y="31418"/>
                </a:cubicBezTo>
                <a:cubicBezTo>
                  <a:pt x="50032" y="28003"/>
                  <a:pt x="50202" y="24930"/>
                  <a:pt x="50202" y="21685"/>
                </a:cubicBezTo>
                <a:cubicBezTo>
                  <a:pt x="50202" y="16733"/>
                  <a:pt x="49178" y="12976"/>
                  <a:pt x="47299" y="10416"/>
                </a:cubicBezTo>
                <a:cubicBezTo>
                  <a:pt x="45250" y="7854"/>
                  <a:pt x="42177" y="6659"/>
                  <a:pt x="38078" y="6659"/>
                </a:cubicBezTo>
                <a:moveTo>
                  <a:pt x="39274" y="0"/>
                </a:moveTo>
                <a:cubicBezTo>
                  <a:pt x="43372" y="0"/>
                  <a:pt x="46787" y="683"/>
                  <a:pt x="49861" y="1878"/>
                </a:cubicBezTo>
                <a:cubicBezTo>
                  <a:pt x="52935" y="3244"/>
                  <a:pt x="55325" y="4951"/>
                  <a:pt x="57374" y="7171"/>
                </a:cubicBezTo>
                <a:cubicBezTo>
                  <a:pt x="59423" y="9390"/>
                  <a:pt x="60960" y="11952"/>
                  <a:pt x="61985" y="15026"/>
                </a:cubicBezTo>
                <a:cubicBezTo>
                  <a:pt x="62838" y="17928"/>
                  <a:pt x="63350" y="21173"/>
                  <a:pt x="63350" y="24588"/>
                </a:cubicBezTo>
                <a:cubicBezTo>
                  <a:pt x="63350" y="31418"/>
                  <a:pt x="62496" y="37565"/>
                  <a:pt x="60448" y="43029"/>
                </a:cubicBezTo>
                <a:cubicBezTo>
                  <a:pt x="58398" y="48493"/>
                  <a:pt x="55667" y="53275"/>
                  <a:pt x="52080" y="57202"/>
                </a:cubicBezTo>
                <a:cubicBezTo>
                  <a:pt x="48495" y="61128"/>
                  <a:pt x="44396" y="64202"/>
                  <a:pt x="39445" y="66422"/>
                </a:cubicBezTo>
                <a:cubicBezTo>
                  <a:pt x="34664" y="68471"/>
                  <a:pt x="29540" y="69666"/>
                  <a:pt x="23906" y="69666"/>
                </a:cubicBezTo>
                <a:cubicBezTo>
                  <a:pt x="20149" y="69666"/>
                  <a:pt x="16904" y="68984"/>
                  <a:pt x="13831" y="67959"/>
                </a:cubicBezTo>
                <a:cubicBezTo>
                  <a:pt x="10928" y="66763"/>
                  <a:pt x="8367" y="65227"/>
                  <a:pt x="6318" y="63178"/>
                </a:cubicBezTo>
                <a:cubicBezTo>
                  <a:pt x="4269" y="60958"/>
                  <a:pt x="2732" y="58397"/>
                  <a:pt x="1707" y="55494"/>
                </a:cubicBezTo>
                <a:cubicBezTo>
                  <a:pt x="512" y="52591"/>
                  <a:pt x="0" y="49176"/>
                  <a:pt x="0" y="45419"/>
                </a:cubicBezTo>
                <a:cubicBezTo>
                  <a:pt x="0" y="39102"/>
                  <a:pt x="1025" y="33125"/>
                  <a:pt x="2902" y="27661"/>
                </a:cubicBezTo>
                <a:cubicBezTo>
                  <a:pt x="4952" y="22027"/>
                  <a:pt x="7684" y="17245"/>
                  <a:pt x="11270" y="13147"/>
                </a:cubicBezTo>
                <a:cubicBezTo>
                  <a:pt x="14685" y="9050"/>
                  <a:pt x="18954" y="5805"/>
                  <a:pt x="23735" y="3586"/>
                </a:cubicBezTo>
                <a:cubicBezTo>
                  <a:pt x="28516" y="1195"/>
                  <a:pt x="33639" y="0"/>
                  <a:pt x="39274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92D81CCB-C490-41BF-9178-FBEB0318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079" y="8415674"/>
            <a:ext cx="113404" cy="12242"/>
          </a:xfrm>
          <a:custGeom xmlns:a="http://schemas.openxmlformats.org/drawingml/2006/main">
            <a:pathLst>
              <a:path w="113404" h="12242">
                <a:moveTo>
                  <a:pt x="0" y="12242"/>
                </a:moveTo>
                <a:lnTo>
                  <a:pt x="113404" y="12242"/>
                </a:lnTo>
                <a:lnTo>
                  <a:pt x="1134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C234EB1A-7363-4A18-9BEB-35C52B20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4350" y="8336563"/>
            <a:ext cx="727421" cy="174509"/>
          </a:xfrm>
          <a:custGeom xmlns:a="http://schemas.openxmlformats.org/drawingml/2006/main">
            <a:pathLst>
              <a:path w="727421" h="174509">
                <a:moveTo>
                  <a:pt x="671754" y="0"/>
                </a:moveTo>
                <a:cubicBezTo>
                  <a:pt x="689684" y="4611"/>
                  <a:pt x="703515" y="14856"/>
                  <a:pt x="713077" y="30565"/>
                </a:cubicBezTo>
                <a:cubicBezTo>
                  <a:pt x="722639" y="46274"/>
                  <a:pt x="727421" y="65058"/>
                  <a:pt x="727421" y="87255"/>
                </a:cubicBezTo>
                <a:cubicBezTo>
                  <a:pt x="727421" y="109453"/>
                  <a:pt x="722639" y="128406"/>
                  <a:pt x="713077" y="144116"/>
                </a:cubicBezTo>
                <a:cubicBezTo>
                  <a:pt x="703515" y="159655"/>
                  <a:pt x="689684" y="169900"/>
                  <a:pt x="671754" y="174509"/>
                </a:cubicBezTo>
                <a:lnTo>
                  <a:pt x="669535" y="167508"/>
                </a:lnTo>
                <a:cubicBezTo>
                  <a:pt x="683707" y="162728"/>
                  <a:pt x="694294" y="153336"/>
                  <a:pt x="701124" y="139505"/>
                </a:cubicBezTo>
                <a:cubicBezTo>
                  <a:pt x="708125" y="125504"/>
                  <a:pt x="711540" y="107916"/>
                  <a:pt x="711540" y="86402"/>
                </a:cubicBezTo>
                <a:cubicBezTo>
                  <a:pt x="711540" y="65570"/>
                  <a:pt x="708125" y="48323"/>
                  <a:pt x="701295" y="34664"/>
                </a:cubicBezTo>
                <a:cubicBezTo>
                  <a:pt x="694294" y="21003"/>
                  <a:pt x="683707" y="11783"/>
                  <a:pt x="669193" y="7002"/>
                </a:cubicBezTo>
                <a:lnTo>
                  <a:pt x="671754" y="0"/>
                </a:lnTo>
                <a:moveTo>
                  <a:pt x="55666" y="0"/>
                </a:moveTo>
                <a:lnTo>
                  <a:pt x="58228" y="7002"/>
                </a:lnTo>
                <a:cubicBezTo>
                  <a:pt x="43884" y="11783"/>
                  <a:pt x="33126" y="21003"/>
                  <a:pt x="26295" y="34664"/>
                </a:cubicBezTo>
                <a:cubicBezTo>
                  <a:pt x="19295" y="48323"/>
                  <a:pt x="15880" y="65570"/>
                  <a:pt x="15880" y="86402"/>
                </a:cubicBezTo>
                <a:cubicBezTo>
                  <a:pt x="15880" y="107916"/>
                  <a:pt x="19295" y="125504"/>
                  <a:pt x="26295" y="139505"/>
                </a:cubicBezTo>
                <a:cubicBezTo>
                  <a:pt x="33126" y="153336"/>
                  <a:pt x="43713" y="162728"/>
                  <a:pt x="57886" y="167508"/>
                </a:cubicBezTo>
                <a:lnTo>
                  <a:pt x="55666" y="174509"/>
                </a:lnTo>
                <a:cubicBezTo>
                  <a:pt x="37737" y="169900"/>
                  <a:pt x="23905" y="159655"/>
                  <a:pt x="14343" y="144116"/>
                </a:cubicBezTo>
                <a:cubicBezTo>
                  <a:pt x="4781" y="128406"/>
                  <a:pt x="0" y="109453"/>
                  <a:pt x="0" y="87255"/>
                </a:cubicBezTo>
                <a:cubicBezTo>
                  <a:pt x="0" y="65058"/>
                  <a:pt x="4781" y="46274"/>
                  <a:pt x="14343" y="30565"/>
                </a:cubicBezTo>
                <a:cubicBezTo>
                  <a:pt x="24076" y="14856"/>
                  <a:pt x="37737" y="4611"/>
                  <a:pt x="5566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path-314">
            <a:extLst xmlns:a="http://schemas.openxmlformats.org/drawingml/2006/main">
              <a:ext uri="{FF2B5EF4-FFF2-40B4-BE49-F238E27FC236}">
                <a16:creationId xmlns:a16="http://schemas.microsoft.com/office/drawing/2014/main" id="{B01E5540-6B1E-4911-96F8-60624AF4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4018" y="8386081"/>
            <a:ext cx="74620" cy="91010"/>
          </a:xfrm>
          <a:custGeom xmlns:a="http://schemas.openxmlformats.org/drawingml/2006/main">
            <a:pathLst>
              <a:path w="74620" h="91010">
                <a:moveTo>
                  <a:pt x="46788" y="0"/>
                </a:moveTo>
                <a:cubicBezTo>
                  <a:pt x="55667" y="0"/>
                  <a:pt x="64888" y="1537"/>
                  <a:pt x="74620" y="4440"/>
                </a:cubicBezTo>
                <a:lnTo>
                  <a:pt x="71206" y="21173"/>
                </a:lnTo>
                <a:lnTo>
                  <a:pt x="62496" y="21173"/>
                </a:lnTo>
                <a:cubicBezTo>
                  <a:pt x="61472" y="11953"/>
                  <a:pt x="56008" y="7342"/>
                  <a:pt x="46275" y="7342"/>
                </a:cubicBezTo>
                <a:cubicBezTo>
                  <a:pt x="40640" y="7342"/>
                  <a:pt x="36029" y="8879"/>
                  <a:pt x="32443" y="11953"/>
                </a:cubicBezTo>
                <a:cubicBezTo>
                  <a:pt x="28858" y="15197"/>
                  <a:pt x="27150" y="19466"/>
                  <a:pt x="27150" y="25101"/>
                </a:cubicBezTo>
                <a:cubicBezTo>
                  <a:pt x="27150" y="29028"/>
                  <a:pt x="28687" y="32272"/>
                  <a:pt x="31931" y="34663"/>
                </a:cubicBezTo>
                <a:cubicBezTo>
                  <a:pt x="35005" y="37053"/>
                  <a:pt x="39444" y="38249"/>
                  <a:pt x="44908" y="38249"/>
                </a:cubicBezTo>
                <a:lnTo>
                  <a:pt x="58057" y="38249"/>
                </a:lnTo>
                <a:lnTo>
                  <a:pt x="55838" y="47640"/>
                </a:lnTo>
                <a:lnTo>
                  <a:pt x="46617" y="47640"/>
                </a:lnTo>
                <a:cubicBezTo>
                  <a:pt x="42005" y="47640"/>
                  <a:pt x="38249" y="47981"/>
                  <a:pt x="35175" y="48664"/>
                </a:cubicBezTo>
                <a:cubicBezTo>
                  <a:pt x="32102" y="49177"/>
                  <a:pt x="29369" y="50201"/>
                  <a:pt x="26637" y="51567"/>
                </a:cubicBezTo>
                <a:cubicBezTo>
                  <a:pt x="24076" y="52934"/>
                  <a:pt x="22028" y="54470"/>
                  <a:pt x="20490" y="56007"/>
                </a:cubicBezTo>
                <a:cubicBezTo>
                  <a:pt x="18954" y="57543"/>
                  <a:pt x="17929" y="59422"/>
                  <a:pt x="17075" y="61300"/>
                </a:cubicBezTo>
                <a:cubicBezTo>
                  <a:pt x="16393" y="63349"/>
                  <a:pt x="16051" y="65569"/>
                  <a:pt x="16051" y="67960"/>
                </a:cubicBezTo>
                <a:cubicBezTo>
                  <a:pt x="16051" y="72399"/>
                  <a:pt x="17417" y="75643"/>
                  <a:pt x="20490" y="77864"/>
                </a:cubicBezTo>
                <a:cubicBezTo>
                  <a:pt x="23393" y="80083"/>
                  <a:pt x="27662" y="81278"/>
                  <a:pt x="33126" y="81278"/>
                </a:cubicBezTo>
                <a:cubicBezTo>
                  <a:pt x="37908" y="81278"/>
                  <a:pt x="42689" y="80595"/>
                  <a:pt x="47129" y="79229"/>
                </a:cubicBezTo>
                <a:cubicBezTo>
                  <a:pt x="51739" y="77864"/>
                  <a:pt x="56862" y="75131"/>
                  <a:pt x="62496" y="71374"/>
                </a:cubicBezTo>
                <a:lnTo>
                  <a:pt x="66936" y="78546"/>
                </a:lnTo>
                <a:cubicBezTo>
                  <a:pt x="60618" y="82986"/>
                  <a:pt x="54300" y="86059"/>
                  <a:pt x="48153" y="88108"/>
                </a:cubicBezTo>
                <a:cubicBezTo>
                  <a:pt x="42005" y="89987"/>
                  <a:pt x="35517" y="91010"/>
                  <a:pt x="28858" y="91010"/>
                </a:cubicBezTo>
                <a:cubicBezTo>
                  <a:pt x="22711" y="91010"/>
                  <a:pt x="17417" y="89987"/>
                  <a:pt x="12978" y="87937"/>
                </a:cubicBezTo>
                <a:cubicBezTo>
                  <a:pt x="8708" y="85888"/>
                  <a:pt x="5293" y="83157"/>
                  <a:pt x="3244" y="79741"/>
                </a:cubicBezTo>
                <a:cubicBezTo>
                  <a:pt x="1025" y="76326"/>
                  <a:pt x="0" y="72570"/>
                  <a:pt x="0" y="68472"/>
                </a:cubicBezTo>
                <a:cubicBezTo>
                  <a:pt x="0" y="62154"/>
                  <a:pt x="2390" y="56690"/>
                  <a:pt x="7342" y="52250"/>
                </a:cubicBezTo>
                <a:cubicBezTo>
                  <a:pt x="12123" y="47810"/>
                  <a:pt x="19296" y="44566"/>
                  <a:pt x="28517" y="42688"/>
                </a:cubicBezTo>
                <a:lnTo>
                  <a:pt x="28687" y="41663"/>
                </a:lnTo>
                <a:cubicBezTo>
                  <a:pt x="17929" y="38078"/>
                  <a:pt x="12636" y="31931"/>
                  <a:pt x="12636" y="23222"/>
                </a:cubicBezTo>
                <a:cubicBezTo>
                  <a:pt x="12636" y="19296"/>
                  <a:pt x="13831" y="15709"/>
                  <a:pt x="16222" y="12123"/>
                </a:cubicBezTo>
                <a:cubicBezTo>
                  <a:pt x="18783" y="8538"/>
                  <a:pt x="22540" y="5634"/>
                  <a:pt x="27833" y="3416"/>
                </a:cubicBezTo>
                <a:cubicBezTo>
                  <a:pt x="33126" y="1196"/>
                  <a:pt x="39444" y="0"/>
                  <a:pt x="4678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EC7CE0A0-464B-4F29-83A5-AB0E140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6322" y="8446186"/>
            <a:ext cx="63351" cy="69668"/>
          </a:xfrm>
          <a:custGeom xmlns:a="http://schemas.openxmlformats.org/drawingml/2006/main">
            <a:pathLst>
              <a:path w="63351" h="69668">
                <a:moveTo>
                  <a:pt x="38079" y="6660"/>
                </a:moveTo>
                <a:cubicBezTo>
                  <a:pt x="35517" y="6660"/>
                  <a:pt x="33127" y="7173"/>
                  <a:pt x="30907" y="8196"/>
                </a:cubicBezTo>
                <a:cubicBezTo>
                  <a:pt x="28858" y="9392"/>
                  <a:pt x="26809" y="10928"/>
                  <a:pt x="24931" y="12807"/>
                </a:cubicBezTo>
                <a:cubicBezTo>
                  <a:pt x="23052" y="14855"/>
                  <a:pt x="21516" y="17246"/>
                  <a:pt x="19979" y="19808"/>
                </a:cubicBezTo>
                <a:cubicBezTo>
                  <a:pt x="18613" y="22540"/>
                  <a:pt x="17417" y="25443"/>
                  <a:pt x="16393" y="28517"/>
                </a:cubicBezTo>
                <a:cubicBezTo>
                  <a:pt x="15368" y="31590"/>
                  <a:pt x="14515" y="34834"/>
                  <a:pt x="14002" y="38078"/>
                </a:cubicBezTo>
                <a:cubicBezTo>
                  <a:pt x="13490" y="41493"/>
                  <a:pt x="13149" y="44908"/>
                  <a:pt x="13149" y="48153"/>
                </a:cubicBezTo>
                <a:cubicBezTo>
                  <a:pt x="13149" y="53276"/>
                  <a:pt x="14344" y="57202"/>
                  <a:pt x="16393" y="59593"/>
                </a:cubicBezTo>
                <a:cubicBezTo>
                  <a:pt x="18442" y="61984"/>
                  <a:pt x="21686" y="63178"/>
                  <a:pt x="26126" y="63178"/>
                </a:cubicBezTo>
                <a:cubicBezTo>
                  <a:pt x="28517" y="63178"/>
                  <a:pt x="30736" y="62667"/>
                  <a:pt x="32956" y="61471"/>
                </a:cubicBezTo>
                <a:cubicBezTo>
                  <a:pt x="35005" y="60276"/>
                  <a:pt x="37055" y="58740"/>
                  <a:pt x="38762" y="56690"/>
                </a:cubicBezTo>
                <a:cubicBezTo>
                  <a:pt x="40641" y="54641"/>
                  <a:pt x="42177" y="52250"/>
                  <a:pt x="43543" y="49519"/>
                </a:cubicBezTo>
                <a:cubicBezTo>
                  <a:pt x="45080" y="46957"/>
                  <a:pt x="46275" y="44055"/>
                  <a:pt x="47129" y="40981"/>
                </a:cubicBezTo>
                <a:cubicBezTo>
                  <a:pt x="48154" y="37907"/>
                  <a:pt x="49007" y="34663"/>
                  <a:pt x="49520" y="31419"/>
                </a:cubicBezTo>
                <a:cubicBezTo>
                  <a:pt x="50032" y="28004"/>
                  <a:pt x="50202" y="24931"/>
                  <a:pt x="50202" y="21686"/>
                </a:cubicBezTo>
                <a:cubicBezTo>
                  <a:pt x="50202" y="16734"/>
                  <a:pt x="49178" y="12978"/>
                  <a:pt x="47299" y="10417"/>
                </a:cubicBezTo>
                <a:cubicBezTo>
                  <a:pt x="45251" y="7855"/>
                  <a:pt x="42177" y="6660"/>
                  <a:pt x="38079" y="6660"/>
                </a:cubicBezTo>
                <a:moveTo>
                  <a:pt x="39274" y="0"/>
                </a:moveTo>
                <a:cubicBezTo>
                  <a:pt x="43373" y="0"/>
                  <a:pt x="46788" y="683"/>
                  <a:pt x="49861" y="1879"/>
                </a:cubicBezTo>
                <a:cubicBezTo>
                  <a:pt x="52935" y="3245"/>
                  <a:pt x="55325" y="4952"/>
                  <a:pt x="57374" y="7173"/>
                </a:cubicBezTo>
                <a:cubicBezTo>
                  <a:pt x="59423" y="9392"/>
                  <a:pt x="60961" y="11953"/>
                  <a:pt x="61985" y="15026"/>
                </a:cubicBezTo>
                <a:cubicBezTo>
                  <a:pt x="62838" y="17930"/>
                  <a:pt x="63351" y="21174"/>
                  <a:pt x="63351" y="24589"/>
                </a:cubicBezTo>
                <a:cubicBezTo>
                  <a:pt x="63351" y="31419"/>
                  <a:pt x="62497" y="37567"/>
                  <a:pt x="60448" y="43031"/>
                </a:cubicBezTo>
                <a:cubicBezTo>
                  <a:pt x="58399" y="48493"/>
                  <a:pt x="55667" y="53276"/>
                  <a:pt x="52081" y="57202"/>
                </a:cubicBezTo>
                <a:cubicBezTo>
                  <a:pt x="48495" y="61130"/>
                  <a:pt x="44397" y="64204"/>
                  <a:pt x="39445" y="66423"/>
                </a:cubicBezTo>
                <a:cubicBezTo>
                  <a:pt x="34664" y="68472"/>
                  <a:pt x="29541" y="69668"/>
                  <a:pt x="23906" y="69668"/>
                </a:cubicBezTo>
                <a:cubicBezTo>
                  <a:pt x="20149" y="69668"/>
                  <a:pt x="16905" y="68984"/>
                  <a:pt x="13831" y="67960"/>
                </a:cubicBezTo>
                <a:cubicBezTo>
                  <a:pt x="10928" y="66764"/>
                  <a:pt x="8367" y="65228"/>
                  <a:pt x="6318" y="63178"/>
                </a:cubicBezTo>
                <a:cubicBezTo>
                  <a:pt x="4270" y="60959"/>
                  <a:pt x="2732" y="58398"/>
                  <a:pt x="1708" y="55495"/>
                </a:cubicBezTo>
                <a:cubicBezTo>
                  <a:pt x="513" y="52592"/>
                  <a:pt x="0" y="49177"/>
                  <a:pt x="0" y="45420"/>
                </a:cubicBezTo>
                <a:cubicBezTo>
                  <a:pt x="0" y="39103"/>
                  <a:pt x="1025" y="33126"/>
                  <a:pt x="2903" y="27662"/>
                </a:cubicBezTo>
                <a:cubicBezTo>
                  <a:pt x="4952" y="22027"/>
                  <a:pt x="7684" y="17246"/>
                  <a:pt x="11270" y="13149"/>
                </a:cubicBezTo>
                <a:cubicBezTo>
                  <a:pt x="14685" y="9050"/>
                  <a:pt x="18954" y="5805"/>
                  <a:pt x="23735" y="3587"/>
                </a:cubicBezTo>
                <a:cubicBezTo>
                  <a:pt x="28517" y="1196"/>
                  <a:pt x="33639" y="0"/>
                  <a:pt x="39274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316">
            <a:extLst xmlns:a="http://schemas.openxmlformats.org/drawingml/2006/main">
              <a:ext uri="{FF2B5EF4-FFF2-40B4-BE49-F238E27FC236}">
                <a16:creationId xmlns:a16="http://schemas.microsoft.com/office/drawing/2014/main" id="{3CE9BA27-6016-4D05-82FE-9F20DA3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464" y="8415674"/>
            <a:ext cx="113404" cy="12242"/>
          </a:xfrm>
          <a:custGeom xmlns:a="http://schemas.openxmlformats.org/drawingml/2006/main">
            <a:pathLst>
              <a:path w="113404" h="12242">
                <a:moveTo>
                  <a:pt x="0" y="12242"/>
                </a:moveTo>
                <a:lnTo>
                  <a:pt x="113404" y="12242"/>
                </a:lnTo>
                <a:lnTo>
                  <a:pt x="1134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960ED8DF-4734-4E34-8212-AD24D2F9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3855" y="8386252"/>
            <a:ext cx="102111" cy="129602"/>
          </a:xfrm>
          <a:custGeom xmlns:a="http://schemas.openxmlformats.org/drawingml/2006/main">
            <a:pathLst>
              <a:path w="102111" h="129602">
                <a:moveTo>
                  <a:pt x="29711" y="0"/>
                </a:moveTo>
                <a:cubicBezTo>
                  <a:pt x="32272" y="0"/>
                  <a:pt x="34321" y="341"/>
                  <a:pt x="36200" y="1025"/>
                </a:cubicBezTo>
                <a:cubicBezTo>
                  <a:pt x="37396" y="1366"/>
                  <a:pt x="38590" y="2219"/>
                  <a:pt x="39786" y="3415"/>
                </a:cubicBezTo>
                <a:cubicBezTo>
                  <a:pt x="40981" y="4440"/>
                  <a:pt x="42176" y="6147"/>
                  <a:pt x="43030" y="8196"/>
                </a:cubicBezTo>
                <a:cubicBezTo>
                  <a:pt x="44055" y="10075"/>
                  <a:pt x="44908" y="12464"/>
                  <a:pt x="45591" y="14855"/>
                </a:cubicBezTo>
                <a:cubicBezTo>
                  <a:pt x="46275" y="17416"/>
                  <a:pt x="47128" y="21002"/>
                  <a:pt x="47982" y="25784"/>
                </a:cubicBezTo>
                <a:cubicBezTo>
                  <a:pt x="49348" y="33638"/>
                  <a:pt x="50884" y="42005"/>
                  <a:pt x="52251" y="50713"/>
                </a:cubicBezTo>
                <a:cubicBezTo>
                  <a:pt x="53616" y="59593"/>
                  <a:pt x="54812" y="67618"/>
                  <a:pt x="55666" y="75131"/>
                </a:cubicBezTo>
                <a:cubicBezTo>
                  <a:pt x="61643" y="66593"/>
                  <a:pt x="66765" y="58056"/>
                  <a:pt x="70864" y="49859"/>
                </a:cubicBezTo>
                <a:cubicBezTo>
                  <a:pt x="74961" y="41663"/>
                  <a:pt x="78034" y="34492"/>
                  <a:pt x="79743" y="28515"/>
                </a:cubicBezTo>
                <a:cubicBezTo>
                  <a:pt x="81621" y="22369"/>
                  <a:pt x="82475" y="17416"/>
                  <a:pt x="82475" y="13661"/>
                </a:cubicBezTo>
                <a:cubicBezTo>
                  <a:pt x="82475" y="10757"/>
                  <a:pt x="81962" y="8879"/>
                  <a:pt x="80767" y="7684"/>
                </a:cubicBezTo>
                <a:cubicBezTo>
                  <a:pt x="79401" y="6659"/>
                  <a:pt x="77353" y="6147"/>
                  <a:pt x="74449" y="5976"/>
                </a:cubicBezTo>
                <a:lnTo>
                  <a:pt x="75303" y="1366"/>
                </a:lnTo>
                <a:lnTo>
                  <a:pt x="99550" y="1366"/>
                </a:lnTo>
                <a:lnTo>
                  <a:pt x="102111" y="5976"/>
                </a:lnTo>
                <a:cubicBezTo>
                  <a:pt x="97330" y="18783"/>
                  <a:pt x="91012" y="32442"/>
                  <a:pt x="83158" y="46957"/>
                </a:cubicBezTo>
                <a:cubicBezTo>
                  <a:pt x="75303" y="61129"/>
                  <a:pt x="66252" y="75302"/>
                  <a:pt x="56178" y="89474"/>
                </a:cubicBezTo>
                <a:cubicBezTo>
                  <a:pt x="46446" y="102964"/>
                  <a:pt x="38419" y="112696"/>
                  <a:pt x="31931" y="118673"/>
                </a:cubicBezTo>
                <a:cubicBezTo>
                  <a:pt x="27491" y="122771"/>
                  <a:pt x="23051" y="125674"/>
                  <a:pt x="18953" y="127552"/>
                </a:cubicBezTo>
                <a:cubicBezTo>
                  <a:pt x="15539" y="128918"/>
                  <a:pt x="12123" y="129602"/>
                  <a:pt x="8366" y="129602"/>
                </a:cubicBezTo>
                <a:cubicBezTo>
                  <a:pt x="7001" y="129602"/>
                  <a:pt x="5634" y="129431"/>
                  <a:pt x="3927" y="129260"/>
                </a:cubicBezTo>
                <a:cubicBezTo>
                  <a:pt x="2219" y="128918"/>
                  <a:pt x="853" y="128747"/>
                  <a:pt x="0" y="128405"/>
                </a:cubicBezTo>
                <a:lnTo>
                  <a:pt x="3927" y="110477"/>
                </a:lnTo>
                <a:lnTo>
                  <a:pt x="11269" y="110477"/>
                </a:lnTo>
                <a:cubicBezTo>
                  <a:pt x="11269" y="114404"/>
                  <a:pt x="12464" y="116282"/>
                  <a:pt x="15197" y="116282"/>
                </a:cubicBezTo>
                <a:cubicBezTo>
                  <a:pt x="18782" y="116282"/>
                  <a:pt x="22881" y="114062"/>
                  <a:pt x="27662" y="109623"/>
                </a:cubicBezTo>
                <a:cubicBezTo>
                  <a:pt x="32443" y="105183"/>
                  <a:pt x="37908" y="98524"/>
                  <a:pt x="44396" y="89645"/>
                </a:cubicBezTo>
                <a:cubicBezTo>
                  <a:pt x="42518" y="78887"/>
                  <a:pt x="40127" y="65910"/>
                  <a:pt x="37054" y="50713"/>
                </a:cubicBezTo>
                <a:cubicBezTo>
                  <a:pt x="33809" y="34492"/>
                  <a:pt x="31589" y="24589"/>
                  <a:pt x="30565" y="20661"/>
                </a:cubicBezTo>
                <a:cubicBezTo>
                  <a:pt x="29369" y="16051"/>
                  <a:pt x="28003" y="12977"/>
                  <a:pt x="26637" y="11782"/>
                </a:cubicBezTo>
                <a:cubicBezTo>
                  <a:pt x="25784" y="10928"/>
                  <a:pt x="24589" y="10587"/>
                  <a:pt x="23393" y="10587"/>
                </a:cubicBezTo>
                <a:cubicBezTo>
                  <a:pt x="21344" y="10587"/>
                  <a:pt x="19466" y="11269"/>
                  <a:pt x="17758" y="12977"/>
                </a:cubicBezTo>
                <a:cubicBezTo>
                  <a:pt x="16051" y="14513"/>
                  <a:pt x="14001" y="17245"/>
                  <a:pt x="11440" y="21173"/>
                </a:cubicBezTo>
                <a:lnTo>
                  <a:pt x="5463" y="17245"/>
                </a:lnTo>
                <a:cubicBezTo>
                  <a:pt x="9732" y="10928"/>
                  <a:pt x="13660" y="6488"/>
                  <a:pt x="17416" y="3757"/>
                </a:cubicBezTo>
                <a:cubicBezTo>
                  <a:pt x="21002" y="1195"/>
                  <a:pt x="25101" y="0"/>
                  <a:pt x="2971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df-path-318">
            <a:extLst xmlns:a="http://schemas.openxmlformats.org/drawingml/2006/main">
              <a:ext uri="{FF2B5EF4-FFF2-40B4-BE49-F238E27FC236}">
                <a16:creationId xmlns:a16="http://schemas.microsoft.com/office/drawing/2014/main" id="{4A24356E-7B98-48D7-9A5C-F1628AA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6629" y="8337588"/>
            <a:ext cx="63350" cy="69666"/>
          </a:xfrm>
          <a:custGeom xmlns:a="http://schemas.openxmlformats.org/drawingml/2006/main">
            <a:pathLst>
              <a:path w="63350" h="69666">
                <a:moveTo>
                  <a:pt x="38078" y="6659"/>
                </a:moveTo>
                <a:cubicBezTo>
                  <a:pt x="35516" y="6659"/>
                  <a:pt x="33126" y="7171"/>
                  <a:pt x="30907" y="8195"/>
                </a:cubicBezTo>
                <a:cubicBezTo>
                  <a:pt x="28857" y="9390"/>
                  <a:pt x="26808" y="10928"/>
                  <a:pt x="24930" y="12806"/>
                </a:cubicBezTo>
                <a:cubicBezTo>
                  <a:pt x="23051" y="14855"/>
                  <a:pt x="21515" y="17245"/>
                  <a:pt x="19978" y="19808"/>
                </a:cubicBezTo>
                <a:cubicBezTo>
                  <a:pt x="18612" y="22539"/>
                  <a:pt x="17416" y="25442"/>
                  <a:pt x="16392" y="28515"/>
                </a:cubicBezTo>
                <a:cubicBezTo>
                  <a:pt x="15368" y="31589"/>
                  <a:pt x="14513" y="34833"/>
                  <a:pt x="14001" y="38077"/>
                </a:cubicBezTo>
                <a:cubicBezTo>
                  <a:pt x="13489" y="41493"/>
                  <a:pt x="13148" y="44907"/>
                  <a:pt x="13148" y="48152"/>
                </a:cubicBezTo>
                <a:cubicBezTo>
                  <a:pt x="13148" y="53275"/>
                  <a:pt x="14343" y="57202"/>
                  <a:pt x="16392" y="59592"/>
                </a:cubicBezTo>
                <a:cubicBezTo>
                  <a:pt x="18441" y="61983"/>
                  <a:pt x="21686" y="63178"/>
                  <a:pt x="26125" y="63178"/>
                </a:cubicBezTo>
                <a:cubicBezTo>
                  <a:pt x="28516" y="63178"/>
                  <a:pt x="30736" y="62666"/>
                  <a:pt x="32955" y="61470"/>
                </a:cubicBezTo>
                <a:cubicBezTo>
                  <a:pt x="35005" y="60275"/>
                  <a:pt x="37054" y="58739"/>
                  <a:pt x="38761" y="56690"/>
                </a:cubicBezTo>
                <a:cubicBezTo>
                  <a:pt x="40640" y="54640"/>
                  <a:pt x="42176" y="52250"/>
                  <a:pt x="43543" y="49518"/>
                </a:cubicBezTo>
                <a:cubicBezTo>
                  <a:pt x="45079" y="46957"/>
                  <a:pt x="46275" y="44054"/>
                  <a:pt x="47128" y="40981"/>
                </a:cubicBezTo>
                <a:cubicBezTo>
                  <a:pt x="48152" y="37907"/>
                  <a:pt x="49006" y="34662"/>
                  <a:pt x="49519" y="31418"/>
                </a:cubicBezTo>
                <a:cubicBezTo>
                  <a:pt x="50031" y="28003"/>
                  <a:pt x="50202" y="24930"/>
                  <a:pt x="50202" y="21685"/>
                </a:cubicBezTo>
                <a:cubicBezTo>
                  <a:pt x="50202" y="16733"/>
                  <a:pt x="49177" y="12976"/>
                  <a:pt x="47299" y="10416"/>
                </a:cubicBezTo>
                <a:cubicBezTo>
                  <a:pt x="45250" y="7854"/>
                  <a:pt x="42176" y="6659"/>
                  <a:pt x="38078" y="6659"/>
                </a:cubicBezTo>
                <a:moveTo>
                  <a:pt x="39273" y="0"/>
                </a:moveTo>
                <a:cubicBezTo>
                  <a:pt x="43372" y="0"/>
                  <a:pt x="46786" y="683"/>
                  <a:pt x="49861" y="1878"/>
                </a:cubicBezTo>
                <a:cubicBezTo>
                  <a:pt x="52935" y="3244"/>
                  <a:pt x="55324" y="4951"/>
                  <a:pt x="57374" y="7171"/>
                </a:cubicBezTo>
                <a:cubicBezTo>
                  <a:pt x="59423" y="9390"/>
                  <a:pt x="60959" y="11952"/>
                  <a:pt x="61984" y="15026"/>
                </a:cubicBezTo>
                <a:cubicBezTo>
                  <a:pt x="62837" y="17928"/>
                  <a:pt x="63350" y="21173"/>
                  <a:pt x="63350" y="24588"/>
                </a:cubicBezTo>
                <a:cubicBezTo>
                  <a:pt x="63350" y="31418"/>
                  <a:pt x="62496" y="37565"/>
                  <a:pt x="60447" y="43029"/>
                </a:cubicBezTo>
                <a:cubicBezTo>
                  <a:pt x="58399" y="48493"/>
                  <a:pt x="55666" y="53275"/>
                  <a:pt x="52080" y="57202"/>
                </a:cubicBezTo>
                <a:cubicBezTo>
                  <a:pt x="48494" y="61128"/>
                  <a:pt x="44396" y="64202"/>
                  <a:pt x="39444" y="66422"/>
                </a:cubicBezTo>
                <a:cubicBezTo>
                  <a:pt x="34664" y="68471"/>
                  <a:pt x="29540" y="69666"/>
                  <a:pt x="23905" y="69666"/>
                </a:cubicBezTo>
                <a:cubicBezTo>
                  <a:pt x="20148" y="69666"/>
                  <a:pt x="16904" y="68984"/>
                  <a:pt x="13831" y="67959"/>
                </a:cubicBezTo>
                <a:cubicBezTo>
                  <a:pt x="10928" y="66763"/>
                  <a:pt x="8366" y="65227"/>
                  <a:pt x="6318" y="63178"/>
                </a:cubicBezTo>
                <a:cubicBezTo>
                  <a:pt x="4269" y="60958"/>
                  <a:pt x="2731" y="58397"/>
                  <a:pt x="1707" y="55494"/>
                </a:cubicBezTo>
                <a:cubicBezTo>
                  <a:pt x="512" y="52591"/>
                  <a:pt x="0" y="49176"/>
                  <a:pt x="0" y="45419"/>
                </a:cubicBezTo>
                <a:cubicBezTo>
                  <a:pt x="0" y="39102"/>
                  <a:pt x="1025" y="33125"/>
                  <a:pt x="2902" y="27661"/>
                </a:cubicBezTo>
                <a:cubicBezTo>
                  <a:pt x="4951" y="22027"/>
                  <a:pt x="7684" y="17245"/>
                  <a:pt x="11269" y="13147"/>
                </a:cubicBezTo>
                <a:cubicBezTo>
                  <a:pt x="14684" y="9050"/>
                  <a:pt x="18954" y="5805"/>
                  <a:pt x="23734" y="3586"/>
                </a:cubicBezTo>
                <a:cubicBezTo>
                  <a:pt x="28516" y="1195"/>
                  <a:pt x="33639" y="0"/>
                  <a:pt x="3927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E87B73EB-BFC9-4665-9466-7A692A0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7448" y="8319146"/>
            <a:ext cx="58057" cy="86913"/>
          </a:xfrm>
          <a:custGeom xmlns:a="http://schemas.openxmlformats.org/drawingml/2006/main">
            <a:pathLst>
              <a:path w="58057" h="86913">
                <a:moveTo>
                  <a:pt x="30907" y="0"/>
                </a:moveTo>
                <a:cubicBezTo>
                  <a:pt x="35687" y="0"/>
                  <a:pt x="39615" y="513"/>
                  <a:pt x="42859" y="1537"/>
                </a:cubicBezTo>
                <a:cubicBezTo>
                  <a:pt x="46104" y="2732"/>
                  <a:pt x="48836" y="4099"/>
                  <a:pt x="50885" y="5806"/>
                </a:cubicBezTo>
                <a:cubicBezTo>
                  <a:pt x="52935" y="7684"/>
                  <a:pt x="54470" y="9733"/>
                  <a:pt x="55325" y="12294"/>
                </a:cubicBezTo>
                <a:cubicBezTo>
                  <a:pt x="56179" y="14856"/>
                  <a:pt x="56690" y="17416"/>
                  <a:pt x="56690" y="20490"/>
                </a:cubicBezTo>
                <a:cubicBezTo>
                  <a:pt x="56690" y="22199"/>
                  <a:pt x="56520" y="23735"/>
                  <a:pt x="56349" y="25272"/>
                </a:cubicBezTo>
                <a:cubicBezTo>
                  <a:pt x="56179" y="26808"/>
                  <a:pt x="55666" y="28174"/>
                  <a:pt x="54983" y="29711"/>
                </a:cubicBezTo>
                <a:cubicBezTo>
                  <a:pt x="54470" y="31077"/>
                  <a:pt x="53617" y="32614"/>
                  <a:pt x="52764" y="34151"/>
                </a:cubicBezTo>
                <a:cubicBezTo>
                  <a:pt x="51739" y="35516"/>
                  <a:pt x="50543" y="37053"/>
                  <a:pt x="49007" y="38761"/>
                </a:cubicBezTo>
                <a:cubicBezTo>
                  <a:pt x="47812" y="40127"/>
                  <a:pt x="46446" y="41834"/>
                  <a:pt x="44567" y="43713"/>
                </a:cubicBezTo>
                <a:cubicBezTo>
                  <a:pt x="42859" y="45591"/>
                  <a:pt x="40982" y="47640"/>
                  <a:pt x="38761" y="49689"/>
                </a:cubicBezTo>
                <a:cubicBezTo>
                  <a:pt x="36712" y="51909"/>
                  <a:pt x="34493" y="54129"/>
                  <a:pt x="32102" y="56519"/>
                </a:cubicBezTo>
                <a:cubicBezTo>
                  <a:pt x="29711" y="58739"/>
                  <a:pt x="27492" y="61130"/>
                  <a:pt x="25272" y="63349"/>
                </a:cubicBezTo>
                <a:cubicBezTo>
                  <a:pt x="23223" y="65569"/>
                  <a:pt x="21174" y="67789"/>
                  <a:pt x="19295" y="70009"/>
                </a:cubicBezTo>
                <a:cubicBezTo>
                  <a:pt x="17416" y="72228"/>
                  <a:pt x="16051" y="74106"/>
                  <a:pt x="14856" y="75985"/>
                </a:cubicBezTo>
                <a:lnTo>
                  <a:pt x="39615" y="75985"/>
                </a:lnTo>
                <a:cubicBezTo>
                  <a:pt x="41663" y="75985"/>
                  <a:pt x="43372" y="75814"/>
                  <a:pt x="44567" y="75644"/>
                </a:cubicBezTo>
                <a:cubicBezTo>
                  <a:pt x="45933" y="75473"/>
                  <a:pt x="46958" y="75131"/>
                  <a:pt x="47812" y="74619"/>
                </a:cubicBezTo>
                <a:cubicBezTo>
                  <a:pt x="48665" y="74106"/>
                  <a:pt x="49348" y="73253"/>
                  <a:pt x="49861" y="72228"/>
                </a:cubicBezTo>
                <a:cubicBezTo>
                  <a:pt x="50373" y="71033"/>
                  <a:pt x="51056" y="69667"/>
                  <a:pt x="51910" y="67618"/>
                </a:cubicBezTo>
                <a:lnTo>
                  <a:pt x="58057" y="67618"/>
                </a:lnTo>
                <a:cubicBezTo>
                  <a:pt x="57886" y="70863"/>
                  <a:pt x="57715" y="74106"/>
                  <a:pt x="57545" y="77181"/>
                </a:cubicBezTo>
                <a:cubicBezTo>
                  <a:pt x="57203" y="80425"/>
                  <a:pt x="57032" y="83669"/>
                  <a:pt x="56861" y="86913"/>
                </a:cubicBezTo>
                <a:lnTo>
                  <a:pt x="0" y="86913"/>
                </a:lnTo>
                <a:lnTo>
                  <a:pt x="0" y="83327"/>
                </a:lnTo>
                <a:cubicBezTo>
                  <a:pt x="1195" y="80938"/>
                  <a:pt x="2390" y="78546"/>
                  <a:pt x="3757" y="76156"/>
                </a:cubicBezTo>
                <a:cubicBezTo>
                  <a:pt x="5293" y="73936"/>
                  <a:pt x="6830" y="71546"/>
                  <a:pt x="8708" y="69154"/>
                </a:cubicBezTo>
                <a:cubicBezTo>
                  <a:pt x="10417" y="66594"/>
                  <a:pt x="12465" y="64203"/>
                  <a:pt x="14685" y="61642"/>
                </a:cubicBezTo>
                <a:cubicBezTo>
                  <a:pt x="17076" y="59081"/>
                  <a:pt x="19466" y="56349"/>
                  <a:pt x="22370" y="53616"/>
                </a:cubicBezTo>
                <a:cubicBezTo>
                  <a:pt x="26467" y="49348"/>
                  <a:pt x="29882" y="45762"/>
                  <a:pt x="32614" y="42859"/>
                </a:cubicBezTo>
                <a:cubicBezTo>
                  <a:pt x="35176" y="39786"/>
                  <a:pt x="37225" y="37224"/>
                  <a:pt x="38761" y="34834"/>
                </a:cubicBezTo>
                <a:cubicBezTo>
                  <a:pt x="40299" y="32614"/>
                  <a:pt x="41323" y="30394"/>
                  <a:pt x="42005" y="28516"/>
                </a:cubicBezTo>
                <a:cubicBezTo>
                  <a:pt x="42518" y="26466"/>
                  <a:pt x="42689" y="24418"/>
                  <a:pt x="42689" y="22199"/>
                </a:cubicBezTo>
                <a:cubicBezTo>
                  <a:pt x="42689" y="19808"/>
                  <a:pt x="42518" y="17758"/>
                  <a:pt x="41834" y="15880"/>
                </a:cubicBezTo>
                <a:cubicBezTo>
                  <a:pt x="41152" y="14001"/>
                  <a:pt x="40299" y="12294"/>
                  <a:pt x="38932" y="10928"/>
                </a:cubicBezTo>
                <a:cubicBezTo>
                  <a:pt x="37737" y="9562"/>
                  <a:pt x="36200" y="8537"/>
                  <a:pt x="34493" y="7855"/>
                </a:cubicBezTo>
                <a:cubicBezTo>
                  <a:pt x="32614" y="7001"/>
                  <a:pt x="30394" y="6659"/>
                  <a:pt x="28004" y="6659"/>
                </a:cubicBezTo>
                <a:cubicBezTo>
                  <a:pt x="23905" y="6659"/>
                  <a:pt x="20319" y="7855"/>
                  <a:pt x="17587" y="10074"/>
                </a:cubicBezTo>
                <a:cubicBezTo>
                  <a:pt x="14685" y="12294"/>
                  <a:pt x="12636" y="15538"/>
                  <a:pt x="10928" y="19808"/>
                </a:cubicBezTo>
                <a:lnTo>
                  <a:pt x="2219" y="19808"/>
                </a:lnTo>
                <a:lnTo>
                  <a:pt x="2219" y="6830"/>
                </a:lnTo>
                <a:cubicBezTo>
                  <a:pt x="7854" y="4440"/>
                  <a:pt x="13148" y="2732"/>
                  <a:pt x="17929" y="1707"/>
                </a:cubicBezTo>
                <a:cubicBezTo>
                  <a:pt x="22881" y="513"/>
                  <a:pt x="27150" y="0"/>
                  <a:pt x="309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04AB1CDC-6838-4630-AF1B-E0A9962D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1078" y="7932562"/>
            <a:ext cx="111333" cy="128577"/>
          </a:xfrm>
          <a:custGeom xmlns:a="http://schemas.openxmlformats.org/drawingml/2006/main">
            <a:pathLst>
              <a:path w="111333" h="128577">
                <a:moveTo>
                  <a:pt x="80768" y="0"/>
                </a:moveTo>
                <a:cubicBezTo>
                  <a:pt x="86062" y="0"/>
                  <a:pt x="90671" y="1537"/>
                  <a:pt x="94771" y="4440"/>
                </a:cubicBezTo>
                <a:cubicBezTo>
                  <a:pt x="98697" y="7513"/>
                  <a:pt x="102284" y="11953"/>
                  <a:pt x="105357" y="17929"/>
                </a:cubicBezTo>
                <a:lnTo>
                  <a:pt x="91013" y="24077"/>
                </a:lnTo>
                <a:cubicBezTo>
                  <a:pt x="88111" y="17929"/>
                  <a:pt x="85549" y="13831"/>
                  <a:pt x="83500" y="11612"/>
                </a:cubicBezTo>
                <a:cubicBezTo>
                  <a:pt x="81280" y="9221"/>
                  <a:pt x="78719" y="8026"/>
                  <a:pt x="75475" y="8026"/>
                </a:cubicBezTo>
                <a:cubicBezTo>
                  <a:pt x="73767" y="8026"/>
                  <a:pt x="72059" y="8367"/>
                  <a:pt x="70694" y="9050"/>
                </a:cubicBezTo>
                <a:cubicBezTo>
                  <a:pt x="69157" y="9563"/>
                  <a:pt x="67791" y="10757"/>
                  <a:pt x="66595" y="12636"/>
                </a:cubicBezTo>
                <a:cubicBezTo>
                  <a:pt x="65400" y="14514"/>
                  <a:pt x="64376" y="16905"/>
                  <a:pt x="63522" y="19808"/>
                </a:cubicBezTo>
                <a:cubicBezTo>
                  <a:pt x="62668" y="22881"/>
                  <a:pt x="61473" y="27834"/>
                  <a:pt x="59935" y="34835"/>
                </a:cubicBezTo>
                <a:lnTo>
                  <a:pt x="53617" y="65399"/>
                </a:lnTo>
                <a:cubicBezTo>
                  <a:pt x="52594" y="70009"/>
                  <a:pt x="51398" y="73937"/>
                  <a:pt x="50202" y="77523"/>
                </a:cubicBezTo>
                <a:cubicBezTo>
                  <a:pt x="49007" y="80938"/>
                  <a:pt x="47641" y="84352"/>
                  <a:pt x="45934" y="87425"/>
                </a:cubicBezTo>
                <a:cubicBezTo>
                  <a:pt x="44397" y="90499"/>
                  <a:pt x="42519" y="93402"/>
                  <a:pt x="40811" y="95792"/>
                </a:cubicBezTo>
                <a:cubicBezTo>
                  <a:pt x="38933" y="98183"/>
                  <a:pt x="36884" y="100574"/>
                  <a:pt x="34664" y="103135"/>
                </a:cubicBezTo>
                <a:lnTo>
                  <a:pt x="34664" y="103989"/>
                </a:lnTo>
                <a:cubicBezTo>
                  <a:pt x="38420" y="103989"/>
                  <a:pt x="42348" y="104501"/>
                  <a:pt x="46105" y="105355"/>
                </a:cubicBezTo>
                <a:cubicBezTo>
                  <a:pt x="49861" y="106209"/>
                  <a:pt x="53617" y="107233"/>
                  <a:pt x="57204" y="108599"/>
                </a:cubicBezTo>
                <a:cubicBezTo>
                  <a:pt x="60960" y="109965"/>
                  <a:pt x="64547" y="111161"/>
                  <a:pt x="67962" y="112014"/>
                </a:cubicBezTo>
                <a:cubicBezTo>
                  <a:pt x="71377" y="112868"/>
                  <a:pt x="74791" y="113210"/>
                  <a:pt x="78035" y="113210"/>
                </a:cubicBezTo>
                <a:cubicBezTo>
                  <a:pt x="81622" y="113210"/>
                  <a:pt x="84695" y="112697"/>
                  <a:pt x="87257" y="111673"/>
                </a:cubicBezTo>
                <a:cubicBezTo>
                  <a:pt x="89818" y="110819"/>
                  <a:pt x="92209" y="109111"/>
                  <a:pt x="94600" y="106720"/>
                </a:cubicBezTo>
                <a:cubicBezTo>
                  <a:pt x="96991" y="104330"/>
                  <a:pt x="100234" y="100061"/>
                  <a:pt x="104333" y="93743"/>
                </a:cubicBezTo>
                <a:lnTo>
                  <a:pt x="111333" y="98354"/>
                </a:lnTo>
                <a:cubicBezTo>
                  <a:pt x="103991" y="109794"/>
                  <a:pt x="97502" y="117820"/>
                  <a:pt x="92209" y="122089"/>
                </a:cubicBezTo>
                <a:cubicBezTo>
                  <a:pt x="86915" y="126357"/>
                  <a:pt x="81622" y="128577"/>
                  <a:pt x="76158" y="128577"/>
                </a:cubicBezTo>
                <a:cubicBezTo>
                  <a:pt x="71547" y="128577"/>
                  <a:pt x="67278" y="128064"/>
                  <a:pt x="63180" y="127041"/>
                </a:cubicBezTo>
                <a:cubicBezTo>
                  <a:pt x="59082" y="126186"/>
                  <a:pt x="55155" y="124820"/>
                  <a:pt x="51227" y="123113"/>
                </a:cubicBezTo>
                <a:cubicBezTo>
                  <a:pt x="46788" y="121405"/>
                  <a:pt x="42860" y="120040"/>
                  <a:pt x="39616" y="119185"/>
                </a:cubicBezTo>
                <a:cubicBezTo>
                  <a:pt x="36542" y="118332"/>
                  <a:pt x="33127" y="117820"/>
                  <a:pt x="29712" y="117820"/>
                </a:cubicBezTo>
                <a:cubicBezTo>
                  <a:pt x="26126" y="117820"/>
                  <a:pt x="22540" y="118503"/>
                  <a:pt x="19296" y="119869"/>
                </a:cubicBezTo>
                <a:cubicBezTo>
                  <a:pt x="15882" y="121234"/>
                  <a:pt x="11099" y="124137"/>
                  <a:pt x="4952" y="128577"/>
                </a:cubicBezTo>
                <a:lnTo>
                  <a:pt x="0" y="122429"/>
                </a:lnTo>
                <a:cubicBezTo>
                  <a:pt x="7684" y="115599"/>
                  <a:pt x="14173" y="110819"/>
                  <a:pt x="19467" y="108258"/>
                </a:cubicBezTo>
                <a:cubicBezTo>
                  <a:pt x="26297" y="101769"/>
                  <a:pt x="31249" y="91524"/>
                  <a:pt x="34323" y="77352"/>
                </a:cubicBezTo>
                <a:lnTo>
                  <a:pt x="43202" y="36712"/>
                </a:lnTo>
                <a:cubicBezTo>
                  <a:pt x="44738" y="29370"/>
                  <a:pt x="46618" y="23393"/>
                  <a:pt x="49007" y="18954"/>
                </a:cubicBezTo>
                <a:cubicBezTo>
                  <a:pt x="51227" y="14514"/>
                  <a:pt x="53959" y="10928"/>
                  <a:pt x="57033" y="8538"/>
                </a:cubicBezTo>
                <a:cubicBezTo>
                  <a:pt x="60106" y="5977"/>
                  <a:pt x="63693" y="3928"/>
                  <a:pt x="67449" y="2391"/>
                </a:cubicBezTo>
                <a:cubicBezTo>
                  <a:pt x="71206" y="855"/>
                  <a:pt x="75646" y="0"/>
                  <a:pt x="8076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29838B94-58E9-4CDA-82C6-12B8F92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3169" y="7989936"/>
            <a:ext cx="233936" cy="112184"/>
          </a:xfrm>
          <a:custGeom xmlns:a="http://schemas.openxmlformats.org/drawingml/2006/main">
            <a:pathLst>
              <a:path w="233936" h="112184">
                <a:moveTo>
                  <a:pt x="53276" y="68813"/>
                </a:moveTo>
                <a:cubicBezTo>
                  <a:pt x="40811" y="68813"/>
                  <a:pt x="31420" y="70520"/>
                  <a:pt x="25272" y="73765"/>
                </a:cubicBezTo>
                <a:cubicBezTo>
                  <a:pt x="19125" y="76839"/>
                  <a:pt x="16052" y="81790"/>
                  <a:pt x="16052" y="88108"/>
                </a:cubicBezTo>
                <a:cubicBezTo>
                  <a:pt x="16052" y="91693"/>
                  <a:pt x="16734" y="94426"/>
                  <a:pt x="18100" y="96476"/>
                </a:cubicBezTo>
                <a:cubicBezTo>
                  <a:pt x="19467" y="98525"/>
                  <a:pt x="21345" y="99890"/>
                  <a:pt x="23394" y="100573"/>
                </a:cubicBezTo>
                <a:cubicBezTo>
                  <a:pt x="25614" y="101427"/>
                  <a:pt x="28176" y="101769"/>
                  <a:pt x="31078" y="101769"/>
                </a:cubicBezTo>
                <a:cubicBezTo>
                  <a:pt x="35347" y="101769"/>
                  <a:pt x="39103" y="100744"/>
                  <a:pt x="42518" y="98695"/>
                </a:cubicBezTo>
                <a:cubicBezTo>
                  <a:pt x="45934" y="96646"/>
                  <a:pt x="48496" y="94084"/>
                  <a:pt x="50373" y="91011"/>
                </a:cubicBezTo>
                <a:cubicBezTo>
                  <a:pt x="52252" y="87938"/>
                  <a:pt x="53276" y="84863"/>
                  <a:pt x="53276" y="81790"/>
                </a:cubicBezTo>
                <a:lnTo>
                  <a:pt x="53276" y="68813"/>
                </a:lnTo>
                <a:moveTo>
                  <a:pt x="135580" y="21173"/>
                </a:moveTo>
                <a:cubicBezTo>
                  <a:pt x="140704" y="21173"/>
                  <a:pt x="145314" y="21515"/>
                  <a:pt x="149583" y="22028"/>
                </a:cubicBezTo>
                <a:cubicBezTo>
                  <a:pt x="153851" y="22539"/>
                  <a:pt x="158121" y="23564"/>
                  <a:pt x="162390" y="24759"/>
                </a:cubicBezTo>
                <a:lnTo>
                  <a:pt x="162390" y="44054"/>
                </a:lnTo>
                <a:lnTo>
                  <a:pt x="150778" y="44054"/>
                </a:lnTo>
                <a:cubicBezTo>
                  <a:pt x="149754" y="40127"/>
                  <a:pt x="148387" y="36882"/>
                  <a:pt x="146850" y="34663"/>
                </a:cubicBezTo>
                <a:cubicBezTo>
                  <a:pt x="145314" y="32272"/>
                  <a:pt x="143606" y="30736"/>
                  <a:pt x="141556" y="29881"/>
                </a:cubicBezTo>
                <a:cubicBezTo>
                  <a:pt x="139508" y="28858"/>
                  <a:pt x="136947" y="28345"/>
                  <a:pt x="134044" y="28345"/>
                </a:cubicBezTo>
                <a:cubicBezTo>
                  <a:pt x="129774" y="28345"/>
                  <a:pt x="125848" y="29881"/>
                  <a:pt x="122603" y="32614"/>
                </a:cubicBezTo>
                <a:cubicBezTo>
                  <a:pt x="119188" y="35346"/>
                  <a:pt x="116627" y="39615"/>
                  <a:pt x="114748" y="45250"/>
                </a:cubicBezTo>
                <a:cubicBezTo>
                  <a:pt x="112699" y="50884"/>
                  <a:pt x="111845" y="57714"/>
                  <a:pt x="111845" y="65911"/>
                </a:cubicBezTo>
                <a:cubicBezTo>
                  <a:pt x="111845" y="71033"/>
                  <a:pt x="112187" y="75813"/>
                  <a:pt x="112870" y="80254"/>
                </a:cubicBezTo>
                <a:cubicBezTo>
                  <a:pt x="113724" y="84522"/>
                  <a:pt x="114919" y="88279"/>
                  <a:pt x="116627" y="91353"/>
                </a:cubicBezTo>
                <a:cubicBezTo>
                  <a:pt x="118505" y="94426"/>
                  <a:pt x="120896" y="96817"/>
                  <a:pt x="123798" y="98525"/>
                </a:cubicBezTo>
                <a:cubicBezTo>
                  <a:pt x="126701" y="100231"/>
                  <a:pt x="130287" y="101085"/>
                  <a:pt x="134728" y="101085"/>
                </a:cubicBezTo>
                <a:cubicBezTo>
                  <a:pt x="138996" y="101085"/>
                  <a:pt x="142923" y="100231"/>
                  <a:pt x="146510" y="98525"/>
                </a:cubicBezTo>
                <a:cubicBezTo>
                  <a:pt x="150266" y="96988"/>
                  <a:pt x="154022" y="93913"/>
                  <a:pt x="157950" y="89816"/>
                </a:cubicBezTo>
                <a:lnTo>
                  <a:pt x="163243" y="95963"/>
                </a:lnTo>
                <a:cubicBezTo>
                  <a:pt x="159998" y="99378"/>
                  <a:pt x="157267" y="101940"/>
                  <a:pt x="154876" y="103818"/>
                </a:cubicBezTo>
                <a:cubicBezTo>
                  <a:pt x="152486" y="105696"/>
                  <a:pt x="149925" y="107233"/>
                  <a:pt x="147192" y="108599"/>
                </a:cubicBezTo>
                <a:cubicBezTo>
                  <a:pt x="144460" y="109794"/>
                  <a:pt x="141727" y="110648"/>
                  <a:pt x="139167" y="111331"/>
                </a:cubicBezTo>
                <a:cubicBezTo>
                  <a:pt x="136434" y="111843"/>
                  <a:pt x="133532" y="112184"/>
                  <a:pt x="130458" y="112184"/>
                </a:cubicBezTo>
                <a:cubicBezTo>
                  <a:pt x="118847" y="112184"/>
                  <a:pt x="109968" y="108257"/>
                  <a:pt x="103821" y="100573"/>
                </a:cubicBezTo>
                <a:cubicBezTo>
                  <a:pt x="97672" y="92890"/>
                  <a:pt x="94599" y="81790"/>
                  <a:pt x="94599" y="67276"/>
                </a:cubicBezTo>
                <a:cubicBezTo>
                  <a:pt x="94599" y="58226"/>
                  <a:pt x="96307" y="50202"/>
                  <a:pt x="99722" y="43030"/>
                </a:cubicBezTo>
                <a:cubicBezTo>
                  <a:pt x="103137" y="36029"/>
                  <a:pt x="107918" y="30736"/>
                  <a:pt x="114236" y="26808"/>
                </a:cubicBezTo>
                <a:cubicBezTo>
                  <a:pt x="120383" y="23051"/>
                  <a:pt x="127555" y="21173"/>
                  <a:pt x="135580" y="21173"/>
                </a:cubicBezTo>
                <a:moveTo>
                  <a:pt x="43372" y="21173"/>
                </a:moveTo>
                <a:cubicBezTo>
                  <a:pt x="49349" y="21173"/>
                  <a:pt x="54301" y="22199"/>
                  <a:pt x="58058" y="24076"/>
                </a:cubicBezTo>
                <a:cubicBezTo>
                  <a:pt x="61643" y="25955"/>
                  <a:pt x="64376" y="29028"/>
                  <a:pt x="66254" y="32956"/>
                </a:cubicBezTo>
                <a:cubicBezTo>
                  <a:pt x="68132" y="36882"/>
                  <a:pt x="68985" y="42859"/>
                  <a:pt x="68985" y="51055"/>
                </a:cubicBezTo>
                <a:lnTo>
                  <a:pt x="68985" y="82986"/>
                </a:lnTo>
                <a:cubicBezTo>
                  <a:pt x="68985" y="87596"/>
                  <a:pt x="68985" y="90840"/>
                  <a:pt x="69156" y="92548"/>
                </a:cubicBezTo>
                <a:cubicBezTo>
                  <a:pt x="69156" y="94426"/>
                  <a:pt x="69327" y="96305"/>
                  <a:pt x="69669" y="97841"/>
                </a:cubicBezTo>
                <a:cubicBezTo>
                  <a:pt x="70010" y="99378"/>
                  <a:pt x="70523" y="100744"/>
                  <a:pt x="71035" y="101598"/>
                </a:cubicBezTo>
                <a:cubicBezTo>
                  <a:pt x="71718" y="102622"/>
                  <a:pt x="72572" y="103476"/>
                  <a:pt x="73767" y="104159"/>
                </a:cubicBezTo>
                <a:cubicBezTo>
                  <a:pt x="74962" y="104842"/>
                  <a:pt x="76841" y="105526"/>
                  <a:pt x="79572" y="106207"/>
                </a:cubicBezTo>
                <a:lnTo>
                  <a:pt x="79572" y="110648"/>
                </a:lnTo>
                <a:lnTo>
                  <a:pt x="54472" y="110648"/>
                </a:lnTo>
                <a:lnTo>
                  <a:pt x="54814" y="97499"/>
                </a:lnTo>
                <a:lnTo>
                  <a:pt x="53447" y="97157"/>
                </a:lnTo>
                <a:cubicBezTo>
                  <a:pt x="48154" y="102622"/>
                  <a:pt x="43031" y="106549"/>
                  <a:pt x="38420" y="108770"/>
                </a:cubicBezTo>
                <a:cubicBezTo>
                  <a:pt x="33810" y="110989"/>
                  <a:pt x="28687" y="112184"/>
                  <a:pt x="23394" y="112184"/>
                </a:cubicBezTo>
                <a:cubicBezTo>
                  <a:pt x="18783" y="112184"/>
                  <a:pt x="14685" y="111331"/>
                  <a:pt x="11100" y="109452"/>
                </a:cubicBezTo>
                <a:cubicBezTo>
                  <a:pt x="7513" y="107744"/>
                  <a:pt x="4782" y="105184"/>
                  <a:pt x="2903" y="101769"/>
                </a:cubicBezTo>
                <a:cubicBezTo>
                  <a:pt x="1025" y="98525"/>
                  <a:pt x="0" y="94768"/>
                  <a:pt x="0" y="90499"/>
                </a:cubicBezTo>
                <a:cubicBezTo>
                  <a:pt x="0" y="81449"/>
                  <a:pt x="4440" y="74619"/>
                  <a:pt x="13320" y="69667"/>
                </a:cubicBezTo>
                <a:cubicBezTo>
                  <a:pt x="22199" y="64887"/>
                  <a:pt x="35518" y="61983"/>
                  <a:pt x="53276" y="61130"/>
                </a:cubicBezTo>
                <a:lnTo>
                  <a:pt x="53276" y="55153"/>
                </a:lnTo>
                <a:cubicBezTo>
                  <a:pt x="53276" y="48836"/>
                  <a:pt x="52594" y="43883"/>
                  <a:pt x="51398" y="40127"/>
                </a:cubicBezTo>
                <a:cubicBezTo>
                  <a:pt x="50202" y="36370"/>
                  <a:pt x="48325" y="33809"/>
                  <a:pt x="45592" y="32102"/>
                </a:cubicBezTo>
                <a:cubicBezTo>
                  <a:pt x="43031" y="30223"/>
                  <a:pt x="39445" y="29369"/>
                  <a:pt x="35005" y="29369"/>
                </a:cubicBezTo>
                <a:cubicBezTo>
                  <a:pt x="30225" y="29369"/>
                  <a:pt x="26467" y="30736"/>
                  <a:pt x="23565" y="33296"/>
                </a:cubicBezTo>
                <a:cubicBezTo>
                  <a:pt x="20662" y="35687"/>
                  <a:pt x="18442" y="39444"/>
                  <a:pt x="16905" y="44566"/>
                </a:cubicBezTo>
                <a:lnTo>
                  <a:pt x="4951" y="44566"/>
                </a:lnTo>
                <a:lnTo>
                  <a:pt x="4951" y="32614"/>
                </a:lnTo>
                <a:cubicBezTo>
                  <a:pt x="10758" y="29540"/>
                  <a:pt x="15710" y="27321"/>
                  <a:pt x="19637" y="25784"/>
                </a:cubicBezTo>
                <a:cubicBezTo>
                  <a:pt x="23565" y="24418"/>
                  <a:pt x="27492" y="23222"/>
                  <a:pt x="31420" y="22368"/>
                </a:cubicBezTo>
                <a:cubicBezTo>
                  <a:pt x="35347" y="21515"/>
                  <a:pt x="39274" y="21173"/>
                  <a:pt x="43372" y="21173"/>
                </a:cubicBezTo>
                <a:moveTo>
                  <a:pt x="188686" y="0"/>
                </a:moveTo>
                <a:lnTo>
                  <a:pt x="201834" y="0"/>
                </a:lnTo>
                <a:lnTo>
                  <a:pt x="201834" y="22710"/>
                </a:lnTo>
                <a:lnTo>
                  <a:pt x="231546" y="22710"/>
                </a:lnTo>
                <a:lnTo>
                  <a:pt x="231546" y="32102"/>
                </a:lnTo>
                <a:lnTo>
                  <a:pt x="201834" y="32102"/>
                </a:lnTo>
                <a:lnTo>
                  <a:pt x="201834" y="72911"/>
                </a:lnTo>
                <a:cubicBezTo>
                  <a:pt x="201834" y="78887"/>
                  <a:pt x="202005" y="83669"/>
                  <a:pt x="202516" y="87255"/>
                </a:cubicBezTo>
                <a:cubicBezTo>
                  <a:pt x="203029" y="90669"/>
                  <a:pt x="203883" y="93572"/>
                  <a:pt x="205249" y="95450"/>
                </a:cubicBezTo>
                <a:cubicBezTo>
                  <a:pt x="206615" y="97499"/>
                  <a:pt x="208152" y="98866"/>
                  <a:pt x="209859" y="99719"/>
                </a:cubicBezTo>
                <a:cubicBezTo>
                  <a:pt x="211567" y="100573"/>
                  <a:pt x="213788" y="101085"/>
                  <a:pt x="216519" y="101085"/>
                </a:cubicBezTo>
                <a:cubicBezTo>
                  <a:pt x="218910" y="101085"/>
                  <a:pt x="221301" y="100573"/>
                  <a:pt x="223349" y="99549"/>
                </a:cubicBezTo>
                <a:cubicBezTo>
                  <a:pt x="225570" y="98525"/>
                  <a:pt x="227619" y="96988"/>
                  <a:pt x="229838" y="95109"/>
                </a:cubicBezTo>
                <a:lnTo>
                  <a:pt x="233936" y="100061"/>
                </a:lnTo>
                <a:cubicBezTo>
                  <a:pt x="229496" y="104330"/>
                  <a:pt x="225399" y="107404"/>
                  <a:pt x="221470" y="109282"/>
                </a:cubicBezTo>
                <a:cubicBezTo>
                  <a:pt x="217714" y="111160"/>
                  <a:pt x="213617" y="112184"/>
                  <a:pt x="209518" y="112184"/>
                </a:cubicBezTo>
                <a:cubicBezTo>
                  <a:pt x="201493" y="112184"/>
                  <a:pt x="195687" y="109794"/>
                  <a:pt x="191759" y="105184"/>
                </a:cubicBezTo>
                <a:cubicBezTo>
                  <a:pt x="187832" y="100402"/>
                  <a:pt x="185954" y="93061"/>
                  <a:pt x="185954" y="83156"/>
                </a:cubicBezTo>
                <a:lnTo>
                  <a:pt x="185954" y="32102"/>
                </a:lnTo>
                <a:lnTo>
                  <a:pt x="172294" y="32102"/>
                </a:lnTo>
                <a:lnTo>
                  <a:pt x="172294" y="27321"/>
                </a:lnTo>
                <a:cubicBezTo>
                  <a:pt x="175367" y="26808"/>
                  <a:pt x="177928" y="25955"/>
                  <a:pt x="179807" y="24759"/>
                </a:cubicBezTo>
                <a:cubicBezTo>
                  <a:pt x="181685" y="23564"/>
                  <a:pt x="183222" y="21857"/>
                  <a:pt x="184245" y="19978"/>
                </a:cubicBezTo>
                <a:cubicBezTo>
                  <a:pt x="185270" y="18100"/>
                  <a:pt x="186125" y="15709"/>
                  <a:pt x="186807" y="12807"/>
                </a:cubicBezTo>
                <a:cubicBezTo>
                  <a:pt x="187490" y="9904"/>
                  <a:pt x="188003" y="5635"/>
                  <a:pt x="1886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A3E9D56C-9F65-41B7-ADA1-3277D1B2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8824" y="7980544"/>
            <a:ext cx="113381" cy="50543"/>
          </a:xfrm>
          <a:custGeom xmlns:a="http://schemas.openxmlformats.org/drawingml/2006/main">
            <a:pathLst>
              <a:path w="113381" h="50543">
                <a:moveTo>
                  <a:pt x="0" y="38249"/>
                </a:moveTo>
                <a:lnTo>
                  <a:pt x="113381" y="38249"/>
                </a:lnTo>
                <a:lnTo>
                  <a:pt x="113381" y="50543"/>
                </a:lnTo>
                <a:lnTo>
                  <a:pt x="0" y="50543"/>
                </a:lnTo>
                <a:close/>
                <a:moveTo>
                  <a:pt x="0" y="0"/>
                </a:moveTo>
                <a:lnTo>
                  <a:pt x="113381" y="0"/>
                </a:lnTo>
                <a:lnTo>
                  <a:pt x="113381" y="12295"/>
                </a:lnTo>
                <a:lnTo>
                  <a:pt x="0" y="122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C489F0FF-C482-4103-A5C4-3A3F37E9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2536" y="7921805"/>
            <a:ext cx="1357340" cy="171265"/>
          </a:xfrm>
          <a:custGeom xmlns:a="http://schemas.openxmlformats.org/drawingml/2006/main">
            <a:pathLst>
              <a:path w="1357340" h="171265">
                <a:moveTo>
                  <a:pt x="1343167" y="0"/>
                </a:moveTo>
                <a:lnTo>
                  <a:pt x="1357340" y="0"/>
                </a:lnTo>
                <a:lnTo>
                  <a:pt x="1357340" y="171265"/>
                </a:lnTo>
                <a:lnTo>
                  <a:pt x="1343167" y="171265"/>
                </a:lnTo>
                <a:close/>
                <a:moveTo>
                  <a:pt x="1303211" y="0"/>
                </a:moveTo>
                <a:lnTo>
                  <a:pt x="1317383" y="0"/>
                </a:lnTo>
                <a:lnTo>
                  <a:pt x="1317383" y="171265"/>
                </a:lnTo>
                <a:lnTo>
                  <a:pt x="1303211" y="171265"/>
                </a:lnTo>
                <a:close/>
                <a:moveTo>
                  <a:pt x="39956" y="0"/>
                </a:moveTo>
                <a:lnTo>
                  <a:pt x="54129" y="0"/>
                </a:lnTo>
                <a:lnTo>
                  <a:pt x="54129" y="171265"/>
                </a:lnTo>
                <a:lnTo>
                  <a:pt x="39956" y="171265"/>
                </a:lnTo>
                <a:close/>
                <a:moveTo>
                  <a:pt x="0" y="0"/>
                </a:moveTo>
                <a:lnTo>
                  <a:pt x="14172" y="0"/>
                </a:lnTo>
                <a:lnTo>
                  <a:pt x="14172" y="171265"/>
                </a:lnTo>
                <a:lnTo>
                  <a:pt x="0" y="1712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6676CAE9-AA6F-45AA-9C85-466B0C38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6547" y="7969786"/>
            <a:ext cx="93233" cy="91524"/>
          </a:xfrm>
          <a:custGeom xmlns:a="http://schemas.openxmlformats.org/drawingml/2006/main">
            <a:pathLst>
              <a:path w="93233" h="91524">
                <a:moveTo>
                  <a:pt x="80767" y="0"/>
                </a:moveTo>
                <a:cubicBezTo>
                  <a:pt x="85207" y="0"/>
                  <a:pt x="88281" y="1026"/>
                  <a:pt x="90329" y="3416"/>
                </a:cubicBezTo>
                <a:cubicBezTo>
                  <a:pt x="92209" y="5635"/>
                  <a:pt x="93233" y="8709"/>
                  <a:pt x="93233" y="12636"/>
                </a:cubicBezTo>
                <a:cubicBezTo>
                  <a:pt x="93233" y="15539"/>
                  <a:pt x="92721" y="18955"/>
                  <a:pt x="91696" y="22711"/>
                </a:cubicBezTo>
                <a:cubicBezTo>
                  <a:pt x="90671" y="26637"/>
                  <a:pt x="89135" y="30565"/>
                  <a:pt x="87256" y="34835"/>
                </a:cubicBezTo>
                <a:cubicBezTo>
                  <a:pt x="85378" y="39103"/>
                  <a:pt x="83159" y="43372"/>
                  <a:pt x="80426" y="47810"/>
                </a:cubicBezTo>
                <a:cubicBezTo>
                  <a:pt x="77865" y="52251"/>
                  <a:pt x="74962" y="56690"/>
                  <a:pt x="71718" y="60788"/>
                </a:cubicBezTo>
                <a:cubicBezTo>
                  <a:pt x="68473" y="65058"/>
                  <a:pt x="65059" y="68985"/>
                  <a:pt x="61472" y="72741"/>
                </a:cubicBezTo>
                <a:cubicBezTo>
                  <a:pt x="57887" y="76498"/>
                  <a:pt x="54129" y="79743"/>
                  <a:pt x="50202" y="82474"/>
                </a:cubicBezTo>
                <a:cubicBezTo>
                  <a:pt x="46276" y="85205"/>
                  <a:pt x="42347" y="87425"/>
                  <a:pt x="38420" y="88962"/>
                </a:cubicBezTo>
                <a:cubicBezTo>
                  <a:pt x="34323" y="90669"/>
                  <a:pt x="30395" y="91524"/>
                  <a:pt x="26296" y="91524"/>
                </a:cubicBezTo>
                <a:cubicBezTo>
                  <a:pt x="24589" y="91524"/>
                  <a:pt x="23051" y="91011"/>
                  <a:pt x="21858" y="90158"/>
                </a:cubicBezTo>
                <a:cubicBezTo>
                  <a:pt x="20662" y="89304"/>
                  <a:pt x="19637" y="87938"/>
                  <a:pt x="18954" y="86402"/>
                </a:cubicBezTo>
                <a:cubicBezTo>
                  <a:pt x="18271" y="84694"/>
                  <a:pt x="17758" y="82816"/>
                  <a:pt x="17417" y="80596"/>
                </a:cubicBezTo>
                <a:cubicBezTo>
                  <a:pt x="17075" y="78375"/>
                  <a:pt x="16904" y="75986"/>
                  <a:pt x="16904" y="73253"/>
                </a:cubicBezTo>
                <a:cubicBezTo>
                  <a:pt x="16904" y="69838"/>
                  <a:pt x="17246" y="66081"/>
                  <a:pt x="17588" y="62155"/>
                </a:cubicBezTo>
                <a:cubicBezTo>
                  <a:pt x="18100" y="58057"/>
                  <a:pt x="18613" y="54129"/>
                  <a:pt x="19296" y="50031"/>
                </a:cubicBezTo>
                <a:lnTo>
                  <a:pt x="23051" y="24589"/>
                </a:lnTo>
                <a:cubicBezTo>
                  <a:pt x="23393" y="23052"/>
                  <a:pt x="23564" y="21686"/>
                  <a:pt x="23735" y="20320"/>
                </a:cubicBezTo>
                <a:cubicBezTo>
                  <a:pt x="23906" y="18955"/>
                  <a:pt x="23906" y="18100"/>
                  <a:pt x="23906" y="17417"/>
                </a:cubicBezTo>
                <a:cubicBezTo>
                  <a:pt x="23906" y="15539"/>
                  <a:pt x="23564" y="14002"/>
                  <a:pt x="23051" y="12807"/>
                </a:cubicBezTo>
                <a:cubicBezTo>
                  <a:pt x="22370" y="11441"/>
                  <a:pt x="21345" y="10928"/>
                  <a:pt x="19978" y="10928"/>
                </a:cubicBezTo>
                <a:cubicBezTo>
                  <a:pt x="18783" y="10928"/>
                  <a:pt x="17417" y="11270"/>
                  <a:pt x="16052" y="11954"/>
                </a:cubicBezTo>
                <a:cubicBezTo>
                  <a:pt x="14856" y="12636"/>
                  <a:pt x="13490" y="13661"/>
                  <a:pt x="11953" y="14685"/>
                </a:cubicBezTo>
                <a:cubicBezTo>
                  <a:pt x="10587" y="15710"/>
                  <a:pt x="9392" y="16905"/>
                  <a:pt x="8025" y="18271"/>
                </a:cubicBezTo>
                <a:cubicBezTo>
                  <a:pt x="6660" y="19467"/>
                  <a:pt x="5464" y="20661"/>
                  <a:pt x="4440" y="21857"/>
                </a:cubicBezTo>
                <a:lnTo>
                  <a:pt x="0" y="16564"/>
                </a:lnTo>
                <a:cubicBezTo>
                  <a:pt x="1878" y="14685"/>
                  <a:pt x="3927" y="12636"/>
                  <a:pt x="6147" y="10757"/>
                </a:cubicBezTo>
                <a:cubicBezTo>
                  <a:pt x="8196" y="8879"/>
                  <a:pt x="10587" y="7173"/>
                  <a:pt x="12978" y="5464"/>
                </a:cubicBezTo>
                <a:cubicBezTo>
                  <a:pt x="15369" y="3928"/>
                  <a:pt x="17758" y="2733"/>
                  <a:pt x="20491" y="1708"/>
                </a:cubicBezTo>
                <a:cubicBezTo>
                  <a:pt x="23051" y="855"/>
                  <a:pt x="25784" y="342"/>
                  <a:pt x="28516" y="342"/>
                </a:cubicBezTo>
                <a:cubicBezTo>
                  <a:pt x="30907" y="342"/>
                  <a:pt x="32785" y="684"/>
                  <a:pt x="34323" y="1537"/>
                </a:cubicBezTo>
                <a:cubicBezTo>
                  <a:pt x="35688" y="2220"/>
                  <a:pt x="36883" y="3245"/>
                  <a:pt x="37738" y="4440"/>
                </a:cubicBezTo>
                <a:cubicBezTo>
                  <a:pt x="38591" y="5806"/>
                  <a:pt x="39103" y="7173"/>
                  <a:pt x="39445" y="8709"/>
                </a:cubicBezTo>
                <a:cubicBezTo>
                  <a:pt x="39787" y="10075"/>
                  <a:pt x="39958" y="11612"/>
                  <a:pt x="39958" y="13149"/>
                </a:cubicBezTo>
                <a:cubicBezTo>
                  <a:pt x="39958" y="14002"/>
                  <a:pt x="39787" y="14856"/>
                  <a:pt x="39787" y="15539"/>
                </a:cubicBezTo>
                <a:cubicBezTo>
                  <a:pt x="39787" y="16393"/>
                  <a:pt x="39616" y="17076"/>
                  <a:pt x="39445" y="17759"/>
                </a:cubicBezTo>
                <a:lnTo>
                  <a:pt x="34323" y="51055"/>
                </a:lnTo>
                <a:cubicBezTo>
                  <a:pt x="33810" y="54642"/>
                  <a:pt x="33298" y="58057"/>
                  <a:pt x="32956" y="61472"/>
                </a:cubicBezTo>
                <a:cubicBezTo>
                  <a:pt x="32614" y="64716"/>
                  <a:pt x="32444" y="67618"/>
                  <a:pt x="32444" y="70351"/>
                </a:cubicBezTo>
                <a:cubicBezTo>
                  <a:pt x="32444" y="72911"/>
                  <a:pt x="32614" y="74961"/>
                  <a:pt x="32956" y="76498"/>
                </a:cubicBezTo>
                <a:cubicBezTo>
                  <a:pt x="33127" y="78205"/>
                  <a:pt x="33810" y="78888"/>
                  <a:pt x="34664" y="78888"/>
                </a:cubicBezTo>
                <a:cubicBezTo>
                  <a:pt x="36713" y="78888"/>
                  <a:pt x="39274" y="78205"/>
                  <a:pt x="42347" y="76498"/>
                </a:cubicBezTo>
                <a:cubicBezTo>
                  <a:pt x="45251" y="74790"/>
                  <a:pt x="48495" y="72570"/>
                  <a:pt x="51910" y="69838"/>
                </a:cubicBezTo>
                <a:cubicBezTo>
                  <a:pt x="55325" y="66936"/>
                  <a:pt x="58741" y="63521"/>
                  <a:pt x="61985" y="59593"/>
                </a:cubicBezTo>
                <a:cubicBezTo>
                  <a:pt x="65400" y="55837"/>
                  <a:pt x="68473" y="51567"/>
                  <a:pt x="71206" y="46958"/>
                </a:cubicBezTo>
                <a:cubicBezTo>
                  <a:pt x="73938" y="42517"/>
                  <a:pt x="75987" y="37737"/>
                  <a:pt x="77694" y="32614"/>
                </a:cubicBezTo>
                <a:cubicBezTo>
                  <a:pt x="79402" y="27663"/>
                  <a:pt x="80256" y="22540"/>
                  <a:pt x="80256" y="17417"/>
                </a:cubicBezTo>
                <a:cubicBezTo>
                  <a:pt x="80256" y="15198"/>
                  <a:pt x="79743" y="13490"/>
                  <a:pt x="78889" y="12295"/>
                </a:cubicBezTo>
                <a:cubicBezTo>
                  <a:pt x="77865" y="11099"/>
                  <a:pt x="76499" y="10587"/>
                  <a:pt x="74450" y="10587"/>
                </a:cubicBezTo>
                <a:cubicBezTo>
                  <a:pt x="71889" y="10587"/>
                  <a:pt x="69498" y="11612"/>
                  <a:pt x="67278" y="13490"/>
                </a:cubicBezTo>
                <a:cubicBezTo>
                  <a:pt x="65059" y="15539"/>
                  <a:pt x="62838" y="18100"/>
                  <a:pt x="60447" y="21344"/>
                </a:cubicBezTo>
                <a:lnTo>
                  <a:pt x="55325" y="16734"/>
                </a:lnTo>
                <a:cubicBezTo>
                  <a:pt x="56691" y="14514"/>
                  <a:pt x="58399" y="12466"/>
                  <a:pt x="60447" y="10417"/>
                </a:cubicBezTo>
                <a:cubicBezTo>
                  <a:pt x="62496" y="8367"/>
                  <a:pt x="64547" y="6490"/>
                  <a:pt x="66765" y="4952"/>
                </a:cubicBezTo>
                <a:cubicBezTo>
                  <a:pt x="68985" y="3416"/>
                  <a:pt x="71376" y="2220"/>
                  <a:pt x="73767" y="1367"/>
                </a:cubicBezTo>
                <a:cubicBezTo>
                  <a:pt x="76158" y="342"/>
                  <a:pt x="78547" y="0"/>
                  <a:pt x="8076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66B492C4-46D8-41B9-AA16-8B6698B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4647" y="7926927"/>
            <a:ext cx="76499" cy="34322"/>
          </a:xfrm>
          <a:custGeom xmlns:a="http://schemas.openxmlformats.org/drawingml/2006/main">
            <a:pathLst>
              <a:path w="76499" h="34322">
                <a:moveTo>
                  <a:pt x="32956" y="0"/>
                </a:moveTo>
                <a:lnTo>
                  <a:pt x="45251" y="0"/>
                </a:lnTo>
                <a:lnTo>
                  <a:pt x="76499" y="29028"/>
                </a:lnTo>
                <a:lnTo>
                  <a:pt x="71547" y="34322"/>
                </a:lnTo>
                <a:lnTo>
                  <a:pt x="39103" y="11954"/>
                </a:lnTo>
                <a:lnTo>
                  <a:pt x="38078" y="11954"/>
                </a:lnTo>
                <a:lnTo>
                  <a:pt x="4951" y="34322"/>
                </a:lnTo>
                <a:lnTo>
                  <a:pt x="0" y="29028"/>
                </a:lnTo>
                <a:lnTo>
                  <a:pt x="3295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9387A645-1AE0-4C51-8771-ECB97215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1465" y="7921634"/>
            <a:ext cx="74620" cy="69496"/>
          </a:xfrm>
          <a:custGeom xmlns:a="http://schemas.openxmlformats.org/drawingml/2006/main">
            <a:pathLst>
              <a:path w="74620" h="69496">
                <a:moveTo>
                  <a:pt x="38591" y="6490"/>
                </a:moveTo>
                <a:cubicBezTo>
                  <a:pt x="36031" y="6490"/>
                  <a:pt x="33469" y="7173"/>
                  <a:pt x="31249" y="8368"/>
                </a:cubicBezTo>
                <a:cubicBezTo>
                  <a:pt x="29029" y="9392"/>
                  <a:pt x="26809" y="11099"/>
                  <a:pt x="24932" y="13149"/>
                </a:cubicBezTo>
                <a:cubicBezTo>
                  <a:pt x="23053" y="15027"/>
                  <a:pt x="21516" y="17418"/>
                  <a:pt x="19979" y="19978"/>
                </a:cubicBezTo>
                <a:cubicBezTo>
                  <a:pt x="18614" y="22711"/>
                  <a:pt x="17247" y="25443"/>
                  <a:pt x="16393" y="28346"/>
                </a:cubicBezTo>
                <a:cubicBezTo>
                  <a:pt x="15369" y="31419"/>
                  <a:pt x="14515" y="34322"/>
                  <a:pt x="14002" y="37566"/>
                </a:cubicBezTo>
                <a:cubicBezTo>
                  <a:pt x="13490" y="40640"/>
                  <a:pt x="13320" y="43543"/>
                  <a:pt x="13320" y="46445"/>
                </a:cubicBezTo>
                <a:cubicBezTo>
                  <a:pt x="13320" y="51226"/>
                  <a:pt x="14002" y="54813"/>
                  <a:pt x="15369" y="57202"/>
                </a:cubicBezTo>
                <a:cubicBezTo>
                  <a:pt x="16735" y="59593"/>
                  <a:pt x="18956" y="60788"/>
                  <a:pt x="21858" y="60788"/>
                </a:cubicBezTo>
                <a:cubicBezTo>
                  <a:pt x="23394" y="60788"/>
                  <a:pt x="24932" y="60447"/>
                  <a:pt x="26297" y="59935"/>
                </a:cubicBezTo>
                <a:cubicBezTo>
                  <a:pt x="27663" y="59423"/>
                  <a:pt x="29200" y="58569"/>
                  <a:pt x="30738" y="57373"/>
                </a:cubicBezTo>
                <a:cubicBezTo>
                  <a:pt x="34664" y="54300"/>
                  <a:pt x="38079" y="50543"/>
                  <a:pt x="40811" y="46104"/>
                </a:cubicBezTo>
                <a:cubicBezTo>
                  <a:pt x="43544" y="41664"/>
                  <a:pt x="45593" y="36542"/>
                  <a:pt x="47129" y="30394"/>
                </a:cubicBezTo>
                <a:cubicBezTo>
                  <a:pt x="47642" y="27663"/>
                  <a:pt x="48154" y="25101"/>
                  <a:pt x="48496" y="22881"/>
                </a:cubicBezTo>
                <a:cubicBezTo>
                  <a:pt x="48838" y="20662"/>
                  <a:pt x="49008" y="18613"/>
                  <a:pt x="49008" y="16564"/>
                </a:cubicBezTo>
                <a:cubicBezTo>
                  <a:pt x="49008" y="12978"/>
                  <a:pt x="48154" y="10417"/>
                  <a:pt x="46618" y="8880"/>
                </a:cubicBezTo>
                <a:cubicBezTo>
                  <a:pt x="44909" y="7343"/>
                  <a:pt x="42178" y="6490"/>
                  <a:pt x="38591" y="6490"/>
                </a:cubicBezTo>
                <a:moveTo>
                  <a:pt x="37396" y="0"/>
                </a:moveTo>
                <a:cubicBezTo>
                  <a:pt x="40982" y="0"/>
                  <a:pt x="44055" y="342"/>
                  <a:pt x="46788" y="1196"/>
                </a:cubicBezTo>
                <a:cubicBezTo>
                  <a:pt x="49521" y="2049"/>
                  <a:pt x="51911" y="3075"/>
                  <a:pt x="54131" y="4611"/>
                </a:cubicBezTo>
                <a:lnTo>
                  <a:pt x="60620" y="0"/>
                </a:lnTo>
                <a:lnTo>
                  <a:pt x="66083" y="1367"/>
                </a:lnTo>
                <a:lnTo>
                  <a:pt x="56008" y="45250"/>
                </a:lnTo>
                <a:cubicBezTo>
                  <a:pt x="55325" y="47811"/>
                  <a:pt x="54985" y="49861"/>
                  <a:pt x="54814" y="51397"/>
                </a:cubicBezTo>
                <a:cubicBezTo>
                  <a:pt x="54472" y="53105"/>
                  <a:pt x="54472" y="54471"/>
                  <a:pt x="54472" y="55837"/>
                </a:cubicBezTo>
                <a:cubicBezTo>
                  <a:pt x="54472" y="57544"/>
                  <a:pt x="54814" y="58739"/>
                  <a:pt x="55496" y="59423"/>
                </a:cubicBezTo>
                <a:cubicBezTo>
                  <a:pt x="56180" y="60276"/>
                  <a:pt x="57204" y="60618"/>
                  <a:pt x="58400" y="60618"/>
                </a:cubicBezTo>
                <a:cubicBezTo>
                  <a:pt x="59253" y="60618"/>
                  <a:pt x="60107" y="60447"/>
                  <a:pt x="60790" y="60106"/>
                </a:cubicBezTo>
                <a:cubicBezTo>
                  <a:pt x="61644" y="59764"/>
                  <a:pt x="62497" y="59252"/>
                  <a:pt x="63351" y="58569"/>
                </a:cubicBezTo>
                <a:cubicBezTo>
                  <a:pt x="64376" y="58057"/>
                  <a:pt x="65229" y="57202"/>
                  <a:pt x="66425" y="56008"/>
                </a:cubicBezTo>
                <a:cubicBezTo>
                  <a:pt x="67450" y="54983"/>
                  <a:pt x="68815" y="53787"/>
                  <a:pt x="70182" y="52251"/>
                </a:cubicBezTo>
                <a:cubicBezTo>
                  <a:pt x="70865" y="53105"/>
                  <a:pt x="71547" y="53787"/>
                  <a:pt x="72401" y="54471"/>
                </a:cubicBezTo>
                <a:cubicBezTo>
                  <a:pt x="73085" y="55325"/>
                  <a:pt x="73768" y="56008"/>
                  <a:pt x="74620" y="56690"/>
                </a:cubicBezTo>
                <a:cubicBezTo>
                  <a:pt x="72231" y="58910"/>
                  <a:pt x="70352" y="60959"/>
                  <a:pt x="68473" y="62496"/>
                </a:cubicBezTo>
                <a:cubicBezTo>
                  <a:pt x="66596" y="64203"/>
                  <a:pt x="64888" y="65570"/>
                  <a:pt x="63180" y="66594"/>
                </a:cubicBezTo>
                <a:cubicBezTo>
                  <a:pt x="61474" y="67619"/>
                  <a:pt x="59765" y="68473"/>
                  <a:pt x="58058" y="68814"/>
                </a:cubicBezTo>
                <a:cubicBezTo>
                  <a:pt x="56351" y="69325"/>
                  <a:pt x="54643" y="69496"/>
                  <a:pt x="52935" y="69496"/>
                </a:cubicBezTo>
                <a:cubicBezTo>
                  <a:pt x="49691" y="69496"/>
                  <a:pt x="47129" y="68473"/>
                  <a:pt x="45422" y="66423"/>
                </a:cubicBezTo>
                <a:cubicBezTo>
                  <a:pt x="43544" y="64374"/>
                  <a:pt x="42690" y="61472"/>
                  <a:pt x="42690" y="57886"/>
                </a:cubicBezTo>
                <a:cubicBezTo>
                  <a:pt x="42690" y="55837"/>
                  <a:pt x="43032" y="53958"/>
                  <a:pt x="43714" y="52080"/>
                </a:cubicBezTo>
                <a:lnTo>
                  <a:pt x="42690" y="51738"/>
                </a:lnTo>
                <a:cubicBezTo>
                  <a:pt x="40470" y="54983"/>
                  <a:pt x="38249" y="57544"/>
                  <a:pt x="36031" y="59935"/>
                </a:cubicBezTo>
                <a:cubicBezTo>
                  <a:pt x="33981" y="62155"/>
                  <a:pt x="31761" y="63862"/>
                  <a:pt x="29712" y="65399"/>
                </a:cubicBezTo>
                <a:cubicBezTo>
                  <a:pt x="27663" y="66765"/>
                  <a:pt x="25443" y="67960"/>
                  <a:pt x="23394" y="68643"/>
                </a:cubicBezTo>
                <a:cubicBezTo>
                  <a:pt x="21174" y="69325"/>
                  <a:pt x="18956" y="69496"/>
                  <a:pt x="16564" y="69496"/>
                </a:cubicBezTo>
                <a:cubicBezTo>
                  <a:pt x="11271" y="69496"/>
                  <a:pt x="7173" y="67619"/>
                  <a:pt x="4270" y="63862"/>
                </a:cubicBezTo>
                <a:cubicBezTo>
                  <a:pt x="1366" y="60106"/>
                  <a:pt x="0" y="54471"/>
                  <a:pt x="0" y="47129"/>
                </a:cubicBezTo>
                <a:cubicBezTo>
                  <a:pt x="0" y="42859"/>
                  <a:pt x="342" y="38762"/>
                  <a:pt x="1366" y="34664"/>
                </a:cubicBezTo>
                <a:cubicBezTo>
                  <a:pt x="2220" y="30736"/>
                  <a:pt x="3587" y="26979"/>
                  <a:pt x="5124" y="23393"/>
                </a:cubicBezTo>
                <a:cubicBezTo>
                  <a:pt x="6831" y="19978"/>
                  <a:pt x="8880" y="16734"/>
                  <a:pt x="11271" y="13831"/>
                </a:cubicBezTo>
                <a:cubicBezTo>
                  <a:pt x="13490" y="10928"/>
                  <a:pt x="16052" y="8538"/>
                  <a:pt x="18785" y="6490"/>
                </a:cubicBezTo>
                <a:cubicBezTo>
                  <a:pt x="21687" y="4440"/>
                  <a:pt x="24590" y="2733"/>
                  <a:pt x="27663" y="1708"/>
                </a:cubicBezTo>
                <a:cubicBezTo>
                  <a:pt x="30738" y="513"/>
                  <a:pt x="33981" y="0"/>
                  <a:pt x="3739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72146146-013F-43A6-BE1F-7D8595E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3876" y="7999721"/>
            <a:ext cx="113403" cy="12243"/>
          </a:xfrm>
          <a:custGeom xmlns:a="http://schemas.openxmlformats.org/drawingml/2006/main">
            <a:pathLst>
              <a:path w="113403" h="12243">
                <a:moveTo>
                  <a:pt x="0" y="12243"/>
                </a:moveTo>
                <a:lnTo>
                  <a:pt x="113403" y="12243"/>
                </a:lnTo>
                <a:lnTo>
                  <a:pt x="11340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37AFC239-9716-4F0A-ACF4-B29545E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8975" y="7920439"/>
            <a:ext cx="737838" cy="174680"/>
          </a:xfrm>
          <a:custGeom xmlns:a="http://schemas.openxmlformats.org/drawingml/2006/main">
            <a:pathLst>
              <a:path w="737838" h="174680">
                <a:moveTo>
                  <a:pt x="682001" y="0"/>
                </a:moveTo>
                <a:cubicBezTo>
                  <a:pt x="699931" y="4781"/>
                  <a:pt x="713762" y="15026"/>
                  <a:pt x="723324" y="30736"/>
                </a:cubicBezTo>
                <a:cubicBezTo>
                  <a:pt x="732887" y="46445"/>
                  <a:pt x="737838" y="65227"/>
                  <a:pt x="737838" y="87425"/>
                </a:cubicBezTo>
                <a:cubicBezTo>
                  <a:pt x="737838" y="109623"/>
                  <a:pt x="732887" y="128577"/>
                  <a:pt x="723324" y="144115"/>
                </a:cubicBezTo>
                <a:cubicBezTo>
                  <a:pt x="713762" y="159824"/>
                  <a:pt x="700101" y="169899"/>
                  <a:pt x="682001" y="174680"/>
                </a:cubicBezTo>
                <a:lnTo>
                  <a:pt x="679780" y="167679"/>
                </a:lnTo>
                <a:cubicBezTo>
                  <a:pt x="693954" y="162898"/>
                  <a:pt x="704540" y="153507"/>
                  <a:pt x="711542" y="139676"/>
                </a:cubicBezTo>
                <a:cubicBezTo>
                  <a:pt x="718372" y="125674"/>
                  <a:pt x="721786" y="107915"/>
                  <a:pt x="721786" y="86571"/>
                </a:cubicBezTo>
                <a:cubicBezTo>
                  <a:pt x="721786" y="65740"/>
                  <a:pt x="718372" y="48494"/>
                  <a:pt x="711542" y="34834"/>
                </a:cubicBezTo>
                <a:cubicBezTo>
                  <a:pt x="704711" y="21173"/>
                  <a:pt x="693954" y="11952"/>
                  <a:pt x="679610" y="7172"/>
                </a:cubicBezTo>
                <a:lnTo>
                  <a:pt x="682001" y="0"/>
                </a:lnTo>
                <a:moveTo>
                  <a:pt x="55838" y="0"/>
                </a:moveTo>
                <a:lnTo>
                  <a:pt x="58229" y="7172"/>
                </a:lnTo>
                <a:cubicBezTo>
                  <a:pt x="43885" y="11952"/>
                  <a:pt x="33298" y="21173"/>
                  <a:pt x="26297" y="34834"/>
                </a:cubicBezTo>
                <a:cubicBezTo>
                  <a:pt x="19467" y="48494"/>
                  <a:pt x="16052" y="65740"/>
                  <a:pt x="16052" y="86571"/>
                </a:cubicBezTo>
                <a:cubicBezTo>
                  <a:pt x="16052" y="107915"/>
                  <a:pt x="19467" y="125674"/>
                  <a:pt x="26297" y="139676"/>
                </a:cubicBezTo>
                <a:cubicBezTo>
                  <a:pt x="33298" y="153507"/>
                  <a:pt x="43714" y="162898"/>
                  <a:pt x="57887" y="167679"/>
                </a:cubicBezTo>
                <a:lnTo>
                  <a:pt x="55838" y="174680"/>
                </a:lnTo>
                <a:cubicBezTo>
                  <a:pt x="37738" y="169899"/>
                  <a:pt x="24078" y="159824"/>
                  <a:pt x="14344" y="144115"/>
                </a:cubicBezTo>
                <a:cubicBezTo>
                  <a:pt x="4782" y="128577"/>
                  <a:pt x="0" y="109623"/>
                  <a:pt x="0" y="87425"/>
                </a:cubicBezTo>
                <a:cubicBezTo>
                  <a:pt x="0" y="65227"/>
                  <a:pt x="4953" y="46445"/>
                  <a:pt x="14515" y="30736"/>
                </a:cubicBezTo>
                <a:cubicBezTo>
                  <a:pt x="24078" y="15026"/>
                  <a:pt x="37908" y="4781"/>
                  <a:pt x="5583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df-path-329">
            <a:extLst xmlns:a="http://schemas.openxmlformats.org/drawingml/2006/main">
              <a:ext uri="{FF2B5EF4-FFF2-40B4-BE49-F238E27FC236}">
                <a16:creationId xmlns:a16="http://schemas.microsoft.com/office/drawing/2014/main" id="{D3381F39-7EB9-4BC9-8ECF-C5954FF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8644" y="7970128"/>
            <a:ext cx="74791" cy="91011"/>
          </a:xfrm>
          <a:custGeom xmlns:a="http://schemas.openxmlformats.org/drawingml/2006/main">
            <a:pathLst>
              <a:path w="74791" h="91011">
                <a:moveTo>
                  <a:pt x="46958" y="0"/>
                </a:moveTo>
                <a:cubicBezTo>
                  <a:pt x="55838" y="0"/>
                  <a:pt x="65059" y="1537"/>
                  <a:pt x="74791" y="4440"/>
                </a:cubicBezTo>
                <a:lnTo>
                  <a:pt x="71206" y="21173"/>
                </a:lnTo>
                <a:lnTo>
                  <a:pt x="62497" y="21173"/>
                </a:lnTo>
                <a:cubicBezTo>
                  <a:pt x="61473" y="11953"/>
                  <a:pt x="56008" y="7172"/>
                  <a:pt x="46276" y="7172"/>
                </a:cubicBezTo>
                <a:cubicBezTo>
                  <a:pt x="40641" y="7172"/>
                  <a:pt x="36200" y="8879"/>
                  <a:pt x="32615" y="11953"/>
                </a:cubicBezTo>
                <a:cubicBezTo>
                  <a:pt x="29028" y="15197"/>
                  <a:pt x="27151" y="19466"/>
                  <a:pt x="27151" y="25101"/>
                </a:cubicBezTo>
                <a:cubicBezTo>
                  <a:pt x="27151" y="29028"/>
                  <a:pt x="28858" y="32272"/>
                  <a:pt x="31931" y="34663"/>
                </a:cubicBezTo>
                <a:cubicBezTo>
                  <a:pt x="35175" y="37053"/>
                  <a:pt x="39445" y="38249"/>
                  <a:pt x="44909" y="38249"/>
                </a:cubicBezTo>
                <a:lnTo>
                  <a:pt x="58058" y="38249"/>
                </a:lnTo>
                <a:lnTo>
                  <a:pt x="56008" y="47640"/>
                </a:lnTo>
                <a:lnTo>
                  <a:pt x="46788" y="47640"/>
                </a:lnTo>
                <a:cubicBezTo>
                  <a:pt x="42006" y="47640"/>
                  <a:pt x="38249" y="47981"/>
                  <a:pt x="35175" y="48665"/>
                </a:cubicBezTo>
                <a:cubicBezTo>
                  <a:pt x="32273" y="49177"/>
                  <a:pt x="29370" y="50202"/>
                  <a:pt x="26809" y="51567"/>
                </a:cubicBezTo>
                <a:cubicBezTo>
                  <a:pt x="24077" y="52933"/>
                  <a:pt x="22029" y="54470"/>
                  <a:pt x="20491" y="56007"/>
                </a:cubicBezTo>
                <a:cubicBezTo>
                  <a:pt x="19125" y="57544"/>
                  <a:pt x="17929" y="59252"/>
                  <a:pt x="17246" y="61301"/>
                </a:cubicBezTo>
                <a:cubicBezTo>
                  <a:pt x="16393" y="63179"/>
                  <a:pt x="16052" y="65570"/>
                  <a:pt x="16052" y="67960"/>
                </a:cubicBezTo>
                <a:cubicBezTo>
                  <a:pt x="16052" y="72228"/>
                  <a:pt x="17588" y="75644"/>
                  <a:pt x="20491" y="77864"/>
                </a:cubicBezTo>
                <a:cubicBezTo>
                  <a:pt x="23393" y="80083"/>
                  <a:pt x="27663" y="81278"/>
                  <a:pt x="33127" y="81278"/>
                </a:cubicBezTo>
                <a:cubicBezTo>
                  <a:pt x="38078" y="81278"/>
                  <a:pt x="42689" y="80596"/>
                  <a:pt x="47300" y="79230"/>
                </a:cubicBezTo>
                <a:cubicBezTo>
                  <a:pt x="51740" y="77864"/>
                  <a:pt x="56862" y="75131"/>
                  <a:pt x="62497" y="71375"/>
                </a:cubicBezTo>
                <a:lnTo>
                  <a:pt x="67107" y="78546"/>
                </a:lnTo>
                <a:cubicBezTo>
                  <a:pt x="60618" y="82986"/>
                  <a:pt x="54471" y="86060"/>
                  <a:pt x="48324" y="88108"/>
                </a:cubicBezTo>
                <a:cubicBezTo>
                  <a:pt x="42006" y="89988"/>
                  <a:pt x="35688" y="91011"/>
                  <a:pt x="28858" y="91011"/>
                </a:cubicBezTo>
                <a:cubicBezTo>
                  <a:pt x="22711" y="91011"/>
                  <a:pt x="17417" y="89988"/>
                  <a:pt x="13149" y="87938"/>
                </a:cubicBezTo>
                <a:cubicBezTo>
                  <a:pt x="8709" y="85889"/>
                  <a:pt x="5464" y="83157"/>
                  <a:pt x="3245" y="79741"/>
                </a:cubicBezTo>
                <a:cubicBezTo>
                  <a:pt x="1025" y="76326"/>
                  <a:pt x="0" y="72569"/>
                  <a:pt x="0" y="68473"/>
                </a:cubicBezTo>
                <a:cubicBezTo>
                  <a:pt x="0" y="62154"/>
                  <a:pt x="2391" y="56690"/>
                  <a:pt x="7343" y="52251"/>
                </a:cubicBezTo>
                <a:cubicBezTo>
                  <a:pt x="12295" y="47810"/>
                  <a:pt x="19296" y="44566"/>
                  <a:pt x="28516" y="42517"/>
                </a:cubicBezTo>
                <a:lnTo>
                  <a:pt x="28687" y="41664"/>
                </a:lnTo>
                <a:cubicBezTo>
                  <a:pt x="18100" y="38078"/>
                  <a:pt x="12636" y="31931"/>
                  <a:pt x="12636" y="23222"/>
                </a:cubicBezTo>
                <a:cubicBezTo>
                  <a:pt x="12636" y="19295"/>
                  <a:pt x="13831" y="15538"/>
                  <a:pt x="16393" y="12124"/>
                </a:cubicBezTo>
                <a:cubicBezTo>
                  <a:pt x="18784" y="8537"/>
                  <a:pt x="22711" y="5635"/>
                  <a:pt x="27834" y="3415"/>
                </a:cubicBezTo>
                <a:cubicBezTo>
                  <a:pt x="33127" y="1196"/>
                  <a:pt x="39445" y="0"/>
                  <a:pt x="4695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112FCB73-71C4-49E3-821C-19AA81A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0949" y="8030233"/>
            <a:ext cx="74620" cy="69496"/>
          </a:xfrm>
          <a:custGeom xmlns:a="http://schemas.openxmlformats.org/drawingml/2006/main">
            <a:pathLst>
              <a:path w="74620" h="69496">
                <a:moveTo>
                  <a:pt x="38591" y="6489"/>
                </a:moveTo>
                <a:cubicBezTo>
                  <a:pt x="36029" y="6489"/>
                  <a:pt x="33468" y="7171"/>
                  <a:pt x="31249" y="8367"/>
                </a:cubicBezTo>
                <a:cubicBezTo>
                  <a:pt x="29028" y="9391"/>
                  <a:pt x="26809" y="11098"/>
                  <a:pt x="24931" y="13148"/>
                </a:cubicBezTo>
                <a:cubicBezTo>
                  <a:pt x="23051" y="15026"/>
                  <a:pt x="21515" y="17416"/>
                  <a:pt x="19978" y="19978"/>
                </a:cubicBezTo>
                <a:cubicBezTo>
                  <a:pt x="18613" y="22710"/>
                  <a:pt x="17246" y="25442"/>
                  <a:pt x="16393" y="28345"/>
                </a:cubicBezTo>
                <a:cubicBezTo>
                  <a:pt x="15368" y="31419"/>
                  <a:pt x="14513" y="34321"/>
                  <a:pt x="14002" y="37565"/>
                </a:cubicBezTo>
                <a:cubicBezTo>
                  <a:pt x="13490" y="40640"/>
                  <a:pt x="13320" y="43542"/>
                  <a:pt x="13320" y="46444"/>
                </a:cubicBezTo>
                <a:cubicBezTo>
                  <a:pt x="13320" y="51226"/>
                  <a:pt x="14002" y="54811"/>
                  <a:pt x="15368" y="57201"/>
                </a:cubicBezTo>
                <a:cubicBezTo>
                  <a:pt x="16734" y="59593"/>
                  <a:pt x="18954" y="60787"/>
                  <a:pt x="21857" y="60787"/>
                </a:cubicBezTo>
                <a:cubicBezTo>
                  <a:pt x="23393" y="60787"/>
                  <a:pt x="24931" y="60446"/>
                  <a:pt x="26295" y="59934"/>
                </a:cubicBezTo>
                <a:cubicBezTo>
                  <a:pt x="27662" y="59422"/>
                  <a:pt x="29199" y="58568"/>
                  <a:pt x="30736" y="57372"/>
                </a:cubicBezTo>
                <a:cubicBezTo>
                  <a:pt x="34664" y="54299"/>
                  <a:pt x="38078" y="50543"/>
                  <a:pt x="40811" y="46102"/>
                </a:cubicBezTo>
                <a:cubicBezTo>
                  <a:pt x="43543" y="41663"/>
                  <a:pt x="45591" y="36541"/>
                  <a:pt x="47129" y="30393"/>
                </a:cubicBezTo>
                <a:cubicBezTo>
                  <a:pt x="47640" y="27662"/>
                  <a:pt x="48153" y="25100"/>
                  <a:pt x="48495" y="22881"/>
                </a:cubicBezTo>
                <a:cubicBezTo>
                  <a:pt x="48836" y="20661"/>
                  <a:pt x="49007" y="18612"/>
                  <a:pt x="49007" y="16563"/>
                </a:cubicBezTo>
                <a:cubicBezTo>
                  <a:pt x="49007" y="12977"/>
                  <a:pt x="48153" y="10416"/>
                  <a:pt x="46616" y="8878"/>
                </a:cubicBezTo>
                <a:cubicBezTo>
                  <a:pt x="44909" y="7342"/>
                  <a:pt x="42177" y="6489"/>
                  <a:pt x="38591" y="6489"/>
                </a:cubicBezTo>
                <a:moveTo>
                  <a:pt x="37396" y="0"/>
                </a:moveTo>
                <a:cubicBezTo>
                  <a:pt x="40982" y="0"/>
                  <a:pt x="44055" y="341"/>
                  <a:pt x="46787" y="1196"/>
                </a:cubicBezTo>
                <a:cubicBezTo>
                  <a:pt x="49520" y="2048"/>
                  <a:pt x="51909" y="3074"/>
                  <a:pt x="54129" y="4610"/>
                </a:cubicBezTo>
                <a:lnTo>
                  <a:pt x="60618" y="0"/>
                </a:lnTo>
                <a:lnTo>
                  <a:pt x="66082" y="1366"/>
                </a:lnTo>
                <a:lnTo>
                  <a:pt x="56008" y="45249"/>
                </a:lnTo>
                <a:cubicBezTo>
                  <a:pt x="55325" y="47810"/>
                  <a:pt x="54984" y="49859"/>
                  <a:pt x="54813" y="51395"/>
                </a:cubicBezTo>
                <a:cubicBezTo>
                  <a:pt x="54471" y="53104"/>
                  <a:pt x="54471" y="54470"/>
                  <a:pt x="54471" y="55836"/>
                </a:cubicBezTo>
                <a:cubicBezTo>
                  <a:pt x="54471" y="57543"/>
                  <a:pt x="54813" y="58739"/>
                  <a:pt x="55496" y="59422"/>
                </a:cubicBezTo>
                <a:cubicBezTo>
                  <a:pt x="56179" y="60275"/>
                  <a:pt x="57202" y="60616"/>
                  <a:pt x="58398" y="60616"/>
                </a:cubicBezTo>
                <a:cubicBezTo>
                  <a:pt x="59252" y="60616"/>
                  <a:pt x="60106" y="60446"/>
                  <a:pt x="60789" y="60104"/>
                </a:cubicBezTo>
                <a:cubicBezTo>
                  <a:pt x="61643" y="59764"/>
                  <a:pt x="62496" y="59251"/>
                  <a:pt x="63351" y="58568"/>
                </a:cubicBezTo>
                <a:cubicBezTo>
                  <a:pt x="64375" y="58056"/>
                  <a:pt x="65229" y="57201"/>
                  <a:pt x="66424" y="56007"/>
                </a:cubicBezTo>
                <a:cubicBezTo>
                  <a:pt x="67449" y="54982"/>
                  <a:pt x="68815" y="53787"/>
                  <a:pt x="70180" y="52250"/>
                </a:cubicBezTo>
                <a:cubicBezTo>
                  <a:pt x="70864" y="53104"/>
                  <a:pt x="71547" y="53787"/>
                  <a:pt x="72400" y="54470"/>
                </a:cubicBezTo>
                <a:cubicBezTo>
                  <a:pt x="73084" y="55323"/>
                  <a:pt x="73767" y="56007"/>
                  <a:pt x="74620" y="56690"/>
                </a:cubicBezTo>
                <a:cubicBezTo>
                  <a:pt x="72229" y="58909"/>
                  <a:pt x="70351" y="60958"/>
                  <a:pt x="68473" y="62495"/>
                </a:cubicBezTo>
                <a:cubicBezTo>
                  <a:pt x="66595" y="64202"/>
                  <a:pt x="64887" y="65569"/>
                  <a:pt x="63180" y="66593"/>
                </a:cubicBezTo>
                <a:cubicBezTo>
                  <a:pt x="61472" y="67617"/>
                  <a:pt x="59764" y="68472"/>
                  <a:pt x="58057" y="68814"/>
                </a:cubicBezTo>
                <a:cubicBezTo>
                  <a:pt x="56349" y="69325"/>
                  <a:pt x="54642" y="69496"/>
                  <a:pt x="52934" y="69496"/>
                </a:cubicBezTo>
                <a:cubicBezTo>
                  <a:pt x="49690" y="69496"/>
                  <a:pt x="47129" y="68472"/>
                  <a:pt x="45420" y="66422"/>
                </a:cubicBezTo>
                <a:cubicBezTo>
                  <a:pt x="43543" y="64373"/>
                  <a:pt x="42689" y="61471"/>
                  <a:pt x="42689" y="57885"/>
                </a:cubicBezTo>
                <a:cubicBezTo>
                  <a:pt x="42689" y="55836"/>
                  <a:pt x="43031" y="53957"/>
                  <a:pt x="43714" y="52079"/>
                </a:cubicBezTo>
                <a:lnTo>
                  <a:pt x="42689" y="51737"/>
                </a:lnTo>
                <a:cubicBezTo>
                  <a:pt x="40469" y="54982"/>
                  <a:pt x="38249" y="57543"/>
                  <a:pt x="36029" y="59934"/>
                </a:cubicBezTo>
                <a:cubicBezTo>
                  <a:pt x="33980" y="62153"/>
                  <a:pt x="31761" y="63861"/>
                  <a:pt x="29711" y="65398"/>
                </a:cubicBezTo>
                <a:cubicBezTo>
                  <a:pt x="27662" y="66764"/>
                  <a:pt x="25443" y="67959"/>
                  <a:pt x="23393" y="68643"/>
                </a:cubicBezTo>
                <a:cubicBezTo>
                  <a:pt x="21173" y="69325"/>
                  <a:pt x="18954" y="69496"/>
                  <a:pt x="16564" y="69496"/>
                </a:cubicBezTo>
                <a:cubicBezTo>
                  <a:pt x="11269" y="69496"/>
                  <a:pt x="7172" y="67617"/>
                  <a:pt x="4269" y="63861"/>
                </a:cubicBezTo>
                <a:cubicBezTo>
                  <a:pt x="1366" y="60104"/>
                  <a:pt x="0" y="54470"/>
                  <a:pt x="0" y="47128"/>
                </a:cubicBezTo>
                <a:cubicBezTo>
                  <a:pt x="0" y="42858"/>
                  <a:pt x="342" y="38760"/>
                  <a:pt x="1366" y="34663"/>
                </a:cubicBezTo>
                <a:cubicBezTo>
                  <a:pt x="2219" y="30735"/>
                  <a:pt x="3586" y="26978"/>
                  <a:pt x="5122" y="23392"/>
                </a:cubicBezTo>
                <a:cubicBezTo>
                  <a:pt x="6831" y="19978"/>
                  <a:pt x="8879" y="16734"/>
                  <a:pt x="11269" y="13831"/>
                </a:cubicBezTo>
                <a:cubicBezTo>
                  <a:pt x="13490" y="10928"/>
                  <a:pt x="16051" y="8538"/>
                  <a:pt x="18783" y="6489"/>
                </a:cubicBezTo>
                <a:cubicBezTo>
                  <a:pt x="21686" y="4440"/>
                  <a:pt x="24589" y="2732"/>
                  <a:pt x="27662" y="1707"/>
                </a:cubicBezTo>
                <a:cubicBezTo>
                  <a:pt x="30736" y="512"/>
                  <a:pt x="33980" y="0"/>
                  <a:pt x="3739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F211017B-24D9-4C0B-98E9-C83AFC81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3360" y="7999721"/>
            <a:ext cx="113402" cy="12243"/>
          </a:xfrm>
          <a:custGeom xmlns:a="http://schemas.openxmlformats.org/drawingml/2006/main">
            <a:pathLst>
              <a:path w="113402" h="12243">
                <a:moveTo>
                  <a:pt x="0" y="12243"/>
                </a:moveTo>
                <a:lnTo>
                  <a:pt x="113402" y="12243"/>
                </a:lnTo>
                <a:lnTo>
                  <a:pt x="1134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2A188111-A219-4A67-A784-E2260CA5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628" y="7970128"/>
            <a:ext cx="102111" cy="129602"/>
          </a:xfrm>
          <a:custGeom xmlns:a="http://schemas.openxmlformats.org/drawingml/2006/main">
            <a:pathLst>
              <a:path w="102111" h="129602">
                <a:moveTo>
                  <a:pt x="29711" y="0"/>
                </a:moveTo>
                <a:cubicBezTo>
                  <a:pt x="32273" y="0"/>
                  <a:pt x="34493" y="342"/>
                  <a:pt x="36200" y="1026"/>
                </a:cubicBezTo>
                <a:cubicBezTo>
                  <a:pt x="37396" y="1537"/>
                  <a:pt x="38591" y="2391"/>
                  <a:pt x="39958" y="3586"/>
                </a:cubicBezTo>
                <a:cubicBezTo>
                  <a:pt x="41152" y="4610"/>
                  <a:pt x="42177" y="6319"/>
                  <a:pt x="43202" y="8196"/>
                </a:cubicBezTo>
                <a:cubicBezTo>
                  <a:pt x="44055" y="10245"/>
                  <a:pt x="44909" y="12636"/>
                  <a:pt x="45592" y="15026"/>
                </a:cubicBezTo>
                <a:cubicBezTo>
                  <a:pt x="46276" y="17587"/>
                  <a:pt x="47129" y="21173"/>
                  <a:pt x="47982" y="25955"/>
                </a:cubicBezTo>
                <a:cubicBezTo>
                  <a:pt x="49520" y="33809"/>
                  <a:pt x="50885" y="42175"/>
                  <a:pt x="52251" y="50884"/>
                </a:cubicBezTo>
                <a:cubicBezTo>
                  <a:pt x="53617" y="59593"/>
                  <a:pt x="54813" y="67789"/>
                  <a:pt x="55838" y="75302"/>
                </a:cubicBezTo>
                <a:cubicBezTo>
                  <a:pt x="61814" y="66764"/>
                  <a:pt x="66766" y="58226"/>
                  <a:pt x="70865" y="50031"/>
                </a:cubicBezTo>
                <a:cubicBezTo>
                  <a:pt x="75133" y="41835"/>
                  <a:pt x="78035" y="34663"/>
                  <a:pt x="79914" y="28687"/>
                </a:cubicBezTo>
                <a:cubicBezTo>
                  <a:pt x="81622" y="22540"/>
                  <a:pt x="82647" y="17587"/>
                  <a:pt x="82647" y="13831"/>
                </a:cubicBezTo>
                <a:cubicBezTo>
                  <a:pt x="82647" y="10928"/>
                  <a:pt x="81963" y="8879"/>
                  <a:pt x="80767" y="7855"/>
                </a:cubicBezTo>
                <a:cubicBezTo>
                  <a:pt x="79573" y="6831"/>
                  <a:pt x="77353" y="6319"/>
                  <a:pt x="74450" y="5977"/>
                </a:cubicBezTo>
                <a:lnTo>
                  <a:pt x="75474" y="1537"/>
                </a:lnTo>
                <a:lnTo>
                  <a:pt x="99551" y="1537"/>
                </a:lnTo>
                <a:lnTo>
                  <a:pt x="102111" y="6148"/>
                </a:lnTo>
                <a:cubicBezTo>
                  <a:pt x="97502" y="18954"/>
                  <a:pt x="91184" y="32614"/>
                  <a:pt x="83158" y="47129"/>
                </a:cubicBezTo>
                <a:cubicBezTo>
                  <a:pt x="75304" y="61301"/>
                  <a:pt x="66253" y="75473"/>
                  <a:pt x="56179" y="89646"/>
                </a:cubicBezTo>
                <a:cubicBezTo>
                  <a:pt x="46447" y="103134"/>
                  <a:pt x="38420" y="112868"/>
                  <a:pt x="31931" y="118844"/>
                </a:cubicBezTo>
                <a:cubicBezTo>
                  <a:pt x="27491" y="122942"/>
                  <a:pt x="23222" y="125845"/>
                  <a:pt x="18954" y="127722"/>
                </a:cubicBezTo>
                <a:cubicBezTo>
                  <a:pt x="15709" y="128919"/>
                  <a:pt x="12124" y="129602"/>
                  <a:pt x="8367" y="129602"/>
                </a:cubicBezTo>
                <a:cubicBezTo>
                  <a:pt x="7172" y="129602"/>
                  <a:pt x="5635" y="129602"/>
                  <a:pt x="3927" y="129431"/>
                </a:cubicBezTo>
                <a:cubicBezTo>
                  <a:pt x="2220" y="129090"/>
                  <a:pt x="1025" y="128919"/>
                  <a:pt x="0" y="128406"/>
                </a:cubicBezTo>
                <a:lnTo>
                  <a:pt x="3927" y="110648"/>
                </a:lnTo>
                <a:lnTo>
                  <a:pt x="11270" y="110648"/>
                </a:lnTo>
                <a:cubicBezTo>
                  <a:pt x="11270" y="114576"/>
                  <a:pt x="12636" y="116454"/>
                  <a:pt x="15369" y="116454"/>
                </a:cubicBezTo>
                <a:cubicBezTo>
                  <a:pt x="18784" y="116454"/>
                  <a:pt x="23052" y="114234"/>
                  <a:pt x="27662" y="109794"/>
                </a:cubicBezTo>
                <a:cubicBezTo>
                  <a:pt x="32444" y="105355"/>
                  <a:pt x="38078" y="98695"/>
                  <a:pt x="44397" y="89646"/>
                </a:cubicBezTo>
                <a:cubicBezTo>
                  <a:pt x="42689" y="79059"/>
                  <a:pt x="40129" y="66081"/>
                  <a:pt x="37054" y="50884"/>
                </a:cubicBezTo>
                <a:cubicBezTo>
                  <a:pt x="33809" y="34663"/>
                  <a:pt x="31761" y="24588"/>
                  <a:pt x="30736" y="20831"/>
                </a:cubicBezTo>
                <a:cubicBezTo>
                  <a:pt x="29370" y="16051"/>
                  <a:pt x="28004" y="13149"/>
                  <a:pt x="26638" y="11782"/>
                </a:cubicBezTo>
                <a:cubicBezTo>
                  <a:pt x="25784" y="11099"/>
                  <a:pt x="24760" y="10587"/>
                  <a:pt x="23393" y="10587"/>
                </a:cubicBezTo>
                <a:cubicBezTo>
                  <a:pt x="21516" y="10587"/>
                  <a:pt x="19637" y="11441"/>
                  <a:pt x="17929" y="12978"/>
                </a:cubicBezTo>
                <a:cubicBezTo>
                  <a:pt x="16222" y="14685"/>
                  <a:pt x="14002" y="17417"/>
                  <a:pt x="11611" y="21344"/>
                </a:cubicBezTo>
                <a:lnTo>
                  <a:pt x="5464" y="17417"/>
                </a:lnTo>
                <a:cubicBezTo>
                  <a:pt x="9733" y="11099"/>
                  <a:pt x="13661" y="6660"/>
                  <a:pt x="17417" y="3928"/>
                </a:cubicBezTo>
                <a:cubicBezTo>
                  <a:pt x="21174" y="1366"/>
                  <a:pt x="25272" y="0"/>
                  <a:pt x="2971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947C5C1E-A247-484A-8552-65672E3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402" y="7921634"/>
            <a:ext cx="74620" cy="69496"/>
          </a:xfrm>
          <a:custGeom xmlns:a="http://schemas.openxmlformats.org/drawingml/2006/main">
            <a:pathLst>
              <a:path w="74620" h="69496">
                <a:moveTo>
                  <a:pt x="38591" y="6490"/>
                </a:moveTo>
                <a:cubicBezTo>
                  <a:pt x="36029" y="6490"/>
                  <a:pt x="33469" y="7173"/>
                  <a:pt x="31249" y="8368"/>
                </a:cubicBezTo>
                <a:cubicBezTo>
                  <a:pt x="29028" y="9392"/>
                  <a:pt x="26809" y="11099"/>
                  <a:pt x="24931" y="13149"/>
                </a:cubicBezTo>
                <a:cubicBezTo>
                  <a:pt x="23051" y="15027"/>
                  <a:pt x="21516" y="17418"/>
                  <a:pt x="19978" y="19978"/>
                </a:cubicBezTo>
                <a:cubicBezTo>
                  <a:pt x="18613" y="22711"/>
                  <a:pt x="17246" y="25443"/>
                  <a:pt x="16393" y="28346"/>
                </a:cubicBezTo>
                <a:cubicBezTo>
                  <a:pt x="15369" y="31419"/>
                  <a:pt x="14514" y="34322"/>
                  <a:pt x="14002" y="37566"/>
                </a:cubicBezTo>
                <a:cubicBezTo>
                  <a:pt x="13490" y="40640"/>
                  <a:pt x="13320" y="43543"/>
                  <a:pt x="13320" y="46445"/>
                </a:cubicBezTo>
                <a:cubicBezTo>
                  <a:pt x="13320" y="51226"/>
                  <a:pt x="14002" y="54813"/>
                  <a:pt x="15369" y="57202"/>
                </a:cubicBezTo>
                <a:cubicBezTo>
                  <a:pt x="16734" y="59593"/>
                  <a:pt x="18954" y="60788"/>
                  <a:pt x="21858" y="60788"/>
                </a:cubicBezTo>
                <a:cubicBezTo>
                  <a:pt x="23393" y="60788"/>
                  <a:pt x="24931" y="60447"/>
                  <a:pt x="26296" y="59935"/>
                </a:cubicBezTo>
                <a:cubicBezTo>
                  <a:pt x="27663" y="59423"/>
                  <a:pt x="29199" y="58569"/>
                  <a:pt x="30736" y="57373"/>
                </a:cubicBezTo>
                <a:cubicBezTo>
                  <a:pt x="34664" y="54300"/>
                  <a:pt x="38078" y="50543"/>
                  <a:pt x="40811" y="46104"/>
                </a:cubicBezTo>
                <a:cubicBezTo>
                  <a:pt x="43543" y="41664"/>
                  <a:pt x="45592" y="36542"/>
                  <a:pt x="47129" y="30394"/>
                </a:cubicBezTo>
                <a:cubicBezTo>
                  <a:pt x="47640" y="27663"/>
                  <a:pt x="48153" y="25101"/>
                  <a:pt x="48495" y="22881"/>
                </a:cubicBezTo>
                <a:cubicBezTo>
                  <a:pt x="48836" y="20662"/>
                  <a:pt x="49007" y="18613"/>
                  <a:pt x="49007" y="16564"/>
                </a:cubicBezTo>
                <a:cubicBezTo>
                  <a:pt x="49007" y="12978"/>
                  <a:pt x="48153" y="10417"/>
                  <a:pt x="46616" y="8880"/>
                </a:cubicBezTo>
                <a:cubicBezTo>
                  <a:pt x="44909" y="7343"/>
                  <a:pt x="42177" y="6490"/>
                  <a:pt x="38591" y="6490"/>
                </a:cubicBezTo>
                <a:moveTo>
                  <a:pt x="37396" y="0"/>
                </a:moveTo>
                <a:cubicBezTo>
                  <a:pt x="40982" y="0"/>
                  <a:pt x="44055" y="342"/>
                  <a:pt x="46787" y="1196"/>
                </a:cubicBezTo>
                <a:cubicBezTo>
                  <a:pt x="49520" y="2049"/>
                  <a:pt x="51910" y="3075"/>
                  <a:pt x="54129" y="4611"/>
                </a:cubicBezTo>
                <a:lnTo>
                  <a:pt x="60618" y="0"/>
                </a:lnTo>
                <a:lnTo>
                  <a:pt x="66082" y="1367"/>
                </a:lnTo>
                <a:lnTo>
                  <a:pt x="56008" y="45250"/>
                </a:lnTo>
                <a:cubicBezTo>
                  <a:pt x="55325" y="47811"/>
                  <a:pt x="54984" y="49861"/>
                  <a:pt x="54813" y="51397"/>
                </a:cubicBezTo>
                <a:cubicBezTo>
                  <a:pt x="54471" y="53105"/>
                  <a:pt x="54471" y="54471"/>
                  <a:pt x="54471" y="55837"/>
                </a:cubicBezTo>
                <a:cubicBezTo>
                  <a:pt x="54471" y="57544"/>
                  <a:pt x="54813" y="58739"/>
                  <a:pt x="55496" y="59423"/>
                </a:cubicBezTo>
                <a:cubicBezTo>
                  <a:pt x="56179" y="60276"/>
                  <a:pt x="57203" y="60618"/>
                  <a:pt x="58399" y="60618"/>
                </a:cubicBezTo>
                <a:cubicBezTo>
                  <a:pt x="59253" y="60618"/>
                  <a:pt x="60106" y="60447"/>
                  <a:pt x="60789" y="60106"/>
                </a:cubicBezTo>
                <a:cubicBezTo>
                  <a:pt x="61643" y="59764"/>
                  <a:pt x="62497" y="59252"/>
                  <a:pt x="63351" y="58569"/>
                </a:cubicBezTo>
                <a:cubicBezTo>
                  <a:pt x="64376" y="58057"/>
                  <a:pt x="65229" y="57202"/>
                  <a:pt x="66424" y="56008"/>
                </a:cubicBezTo>
                <a:cubicBezTo>
                  <a:pt x="67449" y="54983"/>
                  <a:pt x="68815" y="53787"/>
                  <a:pt x="70181" y="52251"/>
                </a:cubicBezTo>
                <a:cubicBezTo>
                  <a:pt x="70865" y="53105"/>
                  <a:pt x="71547" y="53787"/>
                  <a:pt x="72400" y="54471"/>
                </a:cubicBezTo>
                <a:cubicBezTo>
                  <a:pt x="73084" y="55325"/>
                  <a:pt x="73767" y="56008"/>
                  <a:pt x="74620" y="56690"/>
                </a:cubicBezTo>
                <a:cubicBezTo>
                  <a:pt x="72229" y="58910"/>
                  <a:pt x="70352" y="60959"/>
                  <a:pt x="68473" y="62496"/>
                </a:cubicBezTo>
                <a:cubicBezTo>
                  <a:pt x="66595" y="64203"/>
                  <a:pt x="64888" y="65570"/>
                  <a:pt x="63180" y="66594"/>
                </a:cubicBezTo>
                <a:cubicBezTo>
                  <a:pt x="61472" y="67619"/>
                  <a:pt x="59764" y="68473"/>
                  <a:pt x="58058" y="68814"/>
                </a:cubicBezTo>
                <a:cubicBezTo>
                  <a:pt x="56349" y="69325"/>
                  <a:pt x="54642" y="69496"/>
                  <a:pt x="52934" y="69496"/>
                </a:cubicBezTo>
                <a:cubicBezTo>
                  <a:pt x="49691" y="69496"/>
                  <a:pt x="47129" y="68473"/>
                  <a:pt x="45422" y="66423"/>
                </a:cubicBezTo>
                <a:cubicBezTo>
                  <a:pt x="43543" y="64374"/>
                  <a:pt x="42689" y="61472"/>
                  <a:pt x="42689" y="57886"/>
                </a:cubicBezTo>
                <a:cubicBezTo>
                  <a:pt x="42689" y="55837"/>
                  <a:pt x="43031" y="53958"/>
                  <a:pt x="43714" y="52080"/>
                </a:cubicBezTo>
                <a:lnTo>
                  <a:pt x="42689" y="51738"/>
                </a:lnTo>
                <a:cubicBezTo>
                  <a:pt x="40470" y="54983"/>
                  <a:pt x="38249" y="57544"/>
                  <a:pt x="36029" y="59935"/>
                </a:cubicBezTo>
                <a:cubicBezTo>
                  <a:pt x="33981" y="62155"/>
                  <a:pt x="31761" y="63862"/>
                  <a:pt x="29711" y="65399"/>
                </a:cubicBezTo>
                <a:cubicBezTo>
                  <a:pt x="27663" y="66765"/>
                  <a:pt x="25443" y="67960"/>
                  <a:pt x="23393" y="68643"/>
                </a:cubicBezTo>
                <a:cubicBezTo>
                  <a:pt x="21174" y="69325"/>
                  <a:pt x="18954" y="69496"/>
                  <a:pt x="16564" y="69496"/>
                </a:cubicBezTo>
                <a:cubicBezTo>
                  <a:pt x="11270" y="69496"/>
                  <a:pt x="7172" y="67619"/>
                  <a:pt x="4269" y="63862"/>
                </a:cubicBezTo>
                <a:cubicBezTo>
                  <a:pt x="1366" y="60106"/>
                  <a:pt x="0" y="54471"/>
                  <a:pt x="0" y="47129"/>
                </a:cubicBezTo>
                <a:cubicBezTo>
                  <a:pt x="0" y="42859"/>
                  <a:pt x="342" y="38762"/>
                  <a:pt x="1366" y="34664"/>
                </a:cubicBezTo>
                <a:cubicBezTo>
                  <a:pt x="2220" y="30736"/>
                  <a:pt x="3587" y="26979"/>
                  <a:pt x="5122" y="23393"/>
                </a:cubicBezTo>
                <a:cubicBezTo>
                  <a:pt x="6831" y="19978"/>
                  <a:pt x="8880" y="16734"/>
                  <a:pt x="11270" y="13831"/>
                </a:cubicBezTo>
                <a:cubicBezTo>
                  <a:pt x="13490" y="10928"/>
                  <a:pt x="16051" y="8538"/>
                  <a:pt x="18783" y="6490"/>
                </a:cubicBezTo>
                <a:cubicBezTo>
                  <a:pt x="21687" y="4440"/>
                  <a:pt x="24589" y="2733"/>
                  <a:pt x="27663" y="1708"/>
                </a:cubicBezTo>
                <a:cubicBezTo>
                  <a:pt x="30736" y="513"/>
                  <a:pt x="33981" y="0"/>
                  <a:pt x="3739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df-path-334">
            <a:extLst xmlns:a="http://schemas.openxmlformats.org/drawingml/2006/main">
              <a:ext uri="{FF2B5EF4-FFF2-40B4-BE49-F238E27FC236}">
                <a16:creationId xmlns:a16="http://schemas.microsoft.com/office/drawing/2014/main" id="{A95B4D6D-2F09-4501-851F-008A5DC2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489" y="7903194"/>
            <a:ext cx="58058" cy="86742"/>
          </a:xfrm>
          <a:custGeom xmlns:a="http://schemas.openxmlformats.org/drawingml/2006/main">
            <a:pathLst>
              <a:path w="58058" h="86742">
                <a:moveTo>
                  <a:pt x="30907" y="0"/>
                </a:moveTo>
                <a:cubicBezTo>
                  <a:pt x="35518" y="0"/>
                  <a:pt x="39445" y="512"/>
                  <a:pt x="42690" y="1537"/>
                </a:cubicBezTo>
                <a:cubicBezTo>
                  <a:pt x="46105" y="2560"/>
                  <a:pt x="48667" y="4098"/>
                  <a:pt x="50715" y="5805"/>
                </a:cubicBezTo>
                <a:cubicBezTo>
                  <a:pt x="52765" y="7683"/>
                  <a:pt x="54301" y="9733"/>
                  <a:pt x="55156" y="12294"/>
                </a:cubicBezTo>
                <a:cubicBezTo>
                  <a:pt x="56179" y="14855"/>
                  <a:pt x="56520" y="17416"/>
                  <a:pt x="56520" y="20319"/>
                </a:cubicBezTo>
                <a:cubicBezTo>
                  <a:pt x="56520" y="22197"/>
                  <a:pt x="56520" y="23733"/>
                  <a:pt x="56179" y="25272"/>
                </a:cubicBezTo>
                <a:cubicBezTo>
                  <a:pt x="56008" y="26808"/>
                  <a:pt x="55496" y="28174"/>
                  <a:pt x="54985" y="29710"/>
                </a:cubicBezTo>
                <a:cubicBezTo>
                  <a:pt x="54301" y="31077"/>
                  <a:pt x="53618" y="32613"/>
                  <a:pt x="52594" y="33979"/>
                </a:cubicBezTo>
                <a:cubicBezTo>
                  <a:pt x="51569" y="35516"/>
                  <a:pt x="50373" y="37053"/>
                  <a:pt x="48838" y="38760"/>
                </a:cubicBezTo>
                <a:cubicBezTo>
                  <a:pt x="47813" y="40126"/>
                  <a:pt x="46276" y="41833"/>
                  <a:pt x="44568" y="43712"/>
                </a:cubicBezTo>
                <a:cubicBezTo>
                  <a:pt x="42690" y="45590"/>
                  <a:pt x="40811" y="47640"/>
                  <a:pt x="38591" y="49689"/>
                </a:cubicBezTo>
                <a:cubicBezTo>
                  <a:pt x="36543" y="51909"/>
                  <a:pt x="34323" y="54128"/>
                  <a:pt x="31931" y="56519"/>
                </a:cubicBezTo>
                <a:cubicBezTo>
                  <a:pt x="29712" y="58739"/>
                  <a:pt x="27493" y="61128"/>
                  <a:pt x="25273" y="63348"/>
                </a:cubicBezTo>
                <a:cubicBezTo>
                  <a:pt x="23053" y="65569"/>
                  <a:pt x="21004" y="67789"/>
                  <a:pt x="19125" y="70008"/>
                </a:cubicBezTo>
                <a:cubicBezTo>
                  <a:pt x="17418" y="72057"/>
                  <a:pt x="15881" y="74106"/>
                  <a:pt x="14686" y="75813"/>
                </a:cubicBezTo>
                <a:lnTo>
                  <a:pt x="39445" y="75813"/>
                </a:lnTo>
                <a:cubicBezTo>
                  <a:pt x="41665" y="75813"/>
                  <a:pt x="43203" y="75813"/>
                  <a:pt x="44568" y="75642"/>
                </a:cubicBezTo>
                <a:cubicBezTo>
                  <a:pt x="45763" y="75472"/>
                  <a:pt x="46788" y="75131"/>
                  <a:pt x="47642" y="74619"/>
                </a:cubicBezTo>
                <a:cubicBezTo>
                  <a:pt x="48496" y="74106"/>
                  <a:pt x="49178" y="73253"/>
                  <a:pt x="49691" y="72228"/>
                </a:cubicBezTo>
                <a:cubicBezTo>
                  <a:pt x="50373" y="71033"/>
                  <a:pt x="51056" y="69496"/>
                  <a:pt x="51740" y="67618"/>
                </a:cubicBezTo>
                <a:lnTo>
                  <a:pt x="58058" y="67618"/>
                </a:lnTo>
                <a:cubicBezTo>
                  <a:pt x="57716" y="70862"/>
                  <a:pt x="57545" y="73935"/>
                  <a:pt x="57375" y="77179"/>
                </a:cubicBezTo>
                <a:cubicBezTo>
                  <a:pt x="57204" y="80424"/>
                  <a:pt x="57033" y="83669"/>
                  <a:pt x="56691" y="86742"/>
                </a:cubicBezTo>
                <a:lnTo>
                  <a:pt x="0" y="86742"/>
                </a:lnTo>
                <a:lnTo>
                  <a:pt x="0" y="83327"/>
                </a:lnTo>
                <a:cubicBezTo>
                  <a:pt x="1025" y="80936"/>
                  <a:pt x="2220" y="78546"/>
                  <a:pt x="3758" y="76155"/>
                </a:cubicBezTo>
                <a:cubicBezTo>
                  <a:pt x="5124" y="73765"/>
                  <a:pt x="6831" y="71545"/>
                  <a:pt x="8538" y="68984"/>
                </a:cubicBezTo>
                <a:cubicBezTo>
                  <a:pt x="10246" y="66592"/>
                  <a:pt x="12296" y="64203"/>
                  <a:pt x="14686" y="61641"/>
                </a:cubicBezTo>
                <a:cubicBezTo>
                  <a:pt x="16905" y="59080"/>
                  <a:pt x="19467" y="56348"/>
                  <a:pt x="22200" y="53616"/>
                </a:cubicBezTo>
                <a:cubicBezTo>
                  <a:pt x="26468" y="49347"/>
                  <a:pt x="29883" y="45761"/>
                  <a:pt x="32444" y="42859"/>
                </a:cubicBezTo>
                <a:cubicBezTo>
                  <a:pt x="35176" y="39784"/>
                  <a:pt x="37225" y="37224"/>
                  <a:pt x="38762" y="34833"/>
                </a:cubicBezTo>
                <a:cubicBezTo>
                  <a:pt x="40300" y="32613"/>
                  <a:pt x="41324" y="30394"/>
                  <a:pt x="41836" y="28345"/>
                </a:cubicBezTo>
                <a:cubicBezTo>
                  <a:pt x="42349" y="26466"/>
                  <a:pt x="42690" y="24417"/>
                  <a:pt x="42690" y="22197"/>
                </a:cubicBezTo>
                <a:cubicBezTo>
                  <a:pt x="42690" y="19808"/>
                  <a:pt x="42349" y="17758"/>
                  <a:pt x="41665" y="15880"/>
                </a:cubicBezTo>
                <a:cubicBezTo>
                  <a:pt x="40982" y="13831"/>
                  <a:pt x="40129" y="12294"/>
                  <a:pt x="38933" y="10928"/>
                </a:cubicBezTo>
                <a:cubicBezTo>
                  <a:pt x="37738" y="9562"/>
                  <a:pt x="36201" y="8537"/>
                  <a:pt x="34323" y="7854"/>
                </a:cubicBezTo>
                <a:cubicBezTo>
                  <a:pt x="32444" y="7001"/>
                  <a:pt x="30396" y="6659"/>
                  <a:pt x="27834" y="6659"/>
                </a:cubicBezTo>
                <a:cubicBezTo>
                  <a:pt x="23736" y="6659"/>
                  <a:pt x="20320" y="7683"/>
                  <a:pt x="17418" y="10074"/>
                </a:cubicBezTo>
                <a:cubicBezTo>
                  <a:pt x="14686" y="12294"/>
                  <a:pt x="12467" y="15538"/>
                  <a:pt x="10929" y="19808"/>
                </a:cubicBezTo>
                <a:lnTo>
                  <a:pt x="2049" y="19808"/>
                </a:lnTo>
                <a:lnTo>
                  <a:pt x="2049" y="6830"/>
                </a:lnTo>
                <a:cubicBezTo>
                  <a:pt x="7855" y="4440"/>
                  <a:pt x="13149" y="2731"/>
                  <a:pt x="17931" y="1537"/>
                </a:cubicBezTo>
                <a:cubicBezTo>
                  <a:pt x="22711" y="512"/>
                  <a:pt x="26980" y="0"/>
                  <a:pt x="3090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1DBA5EF0-C1C3-485C-A342-07C38173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6863" y="8337417"/>
            <a:ext cx="111333" cy="128576"/>
          </a:xfrm>
          <a:custGeom xmlns:a="http://schemas.openxmlformats.org/drawingml/2006/main">
            <a:pathLst>
              <a:path w="111333" h="128576">
                <a:moveTo>
                  <a:pt x="80597" y="0"/>
                </a:moveTo>
                <a:cubicBezTo>
                  <a:pt x="86062" y="0"/>
                  <a:pt x="90671" y="1537"/>
                  <a:pt x="94600" y="4439"/>
                </a:cubicBezTo>
                <a:cubicBezTo>
                  <a:pt x="98697" y="7513"/>
                  <a:pt x="102112" y="11952"/>
                  <a:pt x="105186" y="17929"/>
                </a:cubicBezTo>
                <a:lnTo>
                  <a:pt x="91013" y="24075"/>
                </a:lnTo>
                <a:cubicBezTo>
                  <a:pt x="88111" y="17929"/>
                  <a:pt x="85549" y="13831"/>
                  <a:pt x="83500" y="11610"/>
                </a:cubicBezTo>
                <a:cubicBezTo>
                  <a:pt x="81280" y="9221"/>
                  <a:pt x="78548" y="8025"/>
                  <a:pt x="75475" y="8025"/>
                </a:cubicBezTo>
                <a:cubicBezTo>
                  <a:pt x="73767" y="8025"/>
                  <a:pt x="72059" y="8366"/>
                  <a:pt x="70693" y="9050"/>
                </a:cubicBezTo>
                <a:cubicBezTo>
                  <a:pt x="69156" y="9561"/>
                  <a:pt x="67791" y="10757"/>
                  <a:pt x="66595" y="12635"/>
                </a:cubicBezTo>
                <a:cubicBezTo>
                  <a:pt x="65399" y="14514"/>
                  <a:pt x="64376" y="16904"/>
                  <a:pt x="63522" y="19808"/>
                </a:cubicBezTo>
                <a:cubicBezTo>
                  <a:pt x="62668" y="22881"/>
                  <a:pt x="61473" y="27832"/>
                  <a:pt x="59935" y="34833"/>
                </a:cubicBezTo>
                <a:lnTo>
                  <a:pt x="53446" y="65398"/>
                </a:lnTo>
                <a:cubicBezTo>
                  <a:pt x="52593" y="70008"/>
                  <a:pt x="51398" y="73936"/>
                  <a:pt x="50202" y="77521"/>
                </a:cubicBezTo>
                <a:cubicBezTo>
                  <a:pt x="49007" y="80936"/>
                  <a:pt x="47470" y="84352"/>
                  <a:pt x="45933" y="87425"/>
                </a:cubicBezTo>
                <a:cubicBezTo>
                  <a:pt x="44226" y="90499"/>
                  <a:pt x="42518" y="93401"/>
                  <a:pt x="40811" y="95792"/>
                </a:cubicBezTo>
                <a:cubicBezTo>
                  <a:pt x="38933" y="98182"/>
                  <a:pt x="36884" y="100573"/>
                  <a:pt x="34493" y="103134"/>
                </a:cubicBezTo>
                <a:lnTo>
                  <a:pt x="34493" y="103987"/>
                </a:lnTo>
                <a:cubicBezTo>
                  <a:pt x="38420" y="103987"/>
                  <a:pt x="42177" y="104500"/>
                  <a:pt x="45933" y="105355"/>
                </a:cubicBezTo>
                <a:cubicBezTo>
                  <a:pt x="49861" y="106207"/>
                  <a:pt x="53446" y="107232"/>
                  <a:pt x="57204" y="108599"/>
                </a:cubicBezTo>
                <a:cubicBezTo>
                  <a:pt x="60960" y="109964"/>
                  <a:pt x="64547" y="111160"/>
                  <a:pt x="67962" y="112014"/>
                </a:cubicBezTo>
                <a:cubicBezTo>
                  <a:pt x="71376" y="112867"/>
                  <a:pt x="74620" y="113208"/>
                  <a:pt x="78035" y="113208"/>
                </a:cubicBezTo>
                <a:cubicBezTo>
                  <a:pt x="81622" y="113208"/>
                  <a:pt x="84695" y="112696"/>
                  <a:pt x="87256" y="111672"/>
                </a:cubicBezTo>
                <a:cubicBezTo>
                  <a:pt x="89647" y="110818"/>
                  <a:pt x="92209" y="109110"/>
                  <a:pt x="94600" y="106720"/>
                </a:cubicBezTo>
                <a:cubicBezTo>
                  <a:pt x="96989" y="104329"/>
                  <a:pt x="100234" y="100061"/>
                  <a:pt x="104332" y="93743"/>
                </a:cubicBezTo>
                <a:lnTo>
                  <a:pt x="111333" y="98353"/>
                </a:lnTo>
                <a:cubicBezTo>
                  <a:pt x="103820" y="109793"/>
                  <a:pt x="97502" y="117819"/>
                  <a:pt x="92209" y="122087"/>
                </a:cubicBezTo>
                <a:cubicBezTo>
                  <a:pt x="86915" y="126357"/>
                  <a:pt x="81622" y="128576"/>
                  <a:pt x="76158" y="128576"/>
                </a:cubicBezTo>
                <a:cubicBezTo>
                  <a:pt x="71547" y="128576"/>
                  <a:pt x="67278" y="128064"/>
                  <a:pt x="63180" y="127040"/>
                </a:cubicBezTo>
                <a:cubicBezTo>
                  <a:pt x="59082" y="126186"/>
                  <a:pt x="54984" y="124819"/>
                  <a:pt x="51056" y="123112"/>
                </a:cubicBezTo>
                <a:cubicBezTo>
                  <a:pt x="46617" y="121405"/>
                  <a:pt x="42860" y="120038"/>
                  <a:pt x="39616" y="119185"/>
                </a:cubicBezTo>
                <a:cubicBezTo>
                  <a:pt x="36371" y="118331"/>
                  <a:pt x="33127" y="117819"/>
                  <a:pt x="29711" y="117819"/>
                </a:cubicBezTo>
                <a:cubicBezTo>
                  <a:pt x="26126" y="117819"/>
                  <a:pt x="22540" y="118501"/>
                  <a:pt x="19296" y="119867"/>
                </a:cubicBezTo>
                <a:cubicBezTo>
                  <a:pt x="15880" y="121234"/>
                  <a:pt x="11099" y="124137"/>
                  <a:pt x="4952" y="128576"/>
                </a:cubicBezTo>
                <a:lnTo>
                  <a:pt x="0" y="122429"/>
                </a:lnTo>
                <a:cubicBezTo>
                  <a:pt x="7684" y="115599"/>
                  <a:pt x="14173" y="110818"/>
                  <a:pt x="19467" y="108257"/>
                </a:cubicBezTo>
                <a:cubicBezTo>
                  <a:pt x="26297" y="101768"/>
                  <a:pt x="31249" y="91523"/>
                  <a:pt x="34322" y="77350"/>
                </a:cubicBezTo>
                <a:lnTo>
                  <a:pt x="43031" y="36711"/>
                </a:lnTo>
                <a:cubicBezTo>
                  <a:pt x="44738" y="29369"/>
                  <a:pt x="46617" y="23392"/>
                  <a:pt x="48836" y="18953"/>
                </a:cubicBezTo>
                <a:cubicBezTo>
                  <a:pt x="51227" y="14514"/>
                  <a:pt x="53788" y="10928"/>
                  <a:pt x="57033" y="8537"/>
                </a:cubicBezTo>
                <a:cubicBezTo>
                  <a:pt x="60106" y="5976"/>
                  <a:pt x="63522" y="3928"/>
                  <a:pt x="67449" y="2390"/>
                </a:cubicBezTo>
                <a:cubicBezTo>
                  <a:pt x="71206" y="854"/>
                  <a:pt x="75645" y="0"/>
                  <a:pt x="8059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df-path-336">
            <a:extLst xmlns:a="http://schemas.openxmlformats.org/drawingml/2006/main">
              <a:ext uri="{FF2B5EF4-FFF2-40B4-BE49-F238E27FC236}">
                <a16:creationId xmlns:a16="http://schemas.microsoft.com/office/drawing/2014/main" id="{77034EDB-A784-4A39-BEC7-47D9B2C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596" y="8385399"/>
            <a:ext cx="113554" cy="50542"/>
          </a:xfrm>
          <a:custGeom xmlns:a="http://schemas.openxmlformats.org/drawingml/2006/main">
            <a:pathLst>
              <a:path w="113554" h="50542">
                <a:moveTo>
                  <a:pt x="0" y="38249"/>
                </a:moveTo>
                <a:lnTo>
                  <a:pt x="113554" y="38249"/>
                </a:lnTo>
                <a:lnTo>
                  <a:pt x="113554" y="50542"/>
                </a:lnTo>
                <a:lnTo>
                  <a:pt x="0" y="50542"/>
                </a:lnTo>
                <a:close/>
                <a:moveTo>
                  <a:pt x="0" y="0"/>
                </a:moveTo>
                <a:lnTo>
                  <a:pt x="113554" y="0"/>
                </a:lnTo>
                <a:lnTo>
                  <a:pt x="113554" y="12294"/>
                </a:lnTo>
                <a:lnTo>
                  <a:pt x="0" y="12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ACEF1478-6527-4A76-A798-CC8C392D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0915" y="8332807"/>
            <a:ext cx="94770" cy="133187"/>
          </a:xfrm>
          <a:custGeom xmlns:a="http://schemas.openxmlformats.org/drawingml/2006/main">
            <a:pathLst>
              <a:path w="94770" h="133187">
                <a:moveTo>
                  <a:pt x="53959" y="0"/>
                </a:moveTo>
                <a:cubicBezTo>
                  <a:pt x="58740" y="0"/>
                  <a:pt x="62326" y="1025"/>
                  <a:pt x="64887" y="3245"/>
                </a:cubicBezTo>
                <a:cubicBezTo>
                  <a:pt x="67278" y="5464"/>
                  <a:pt x="69156" y="9049"/>
                  <a:pt x="70181" y="13831"/>
                </a:cubicBezTo>
                <a:cubicBezTo>
                  <a:pt x="71205" y="18441"/>
                  <a:pt x="71717" y="25442"/>
                  <a:pt x="71717" y="34663"/>
                </a:cubicBezTo>
                <a:cubicBezTo>
                  <a:pt x="71717" y="37565"/>
                  <a:pt x="71717" y="42005"/>
                  <a:pt x="71547" y="47640"/>
                </a:cubicBezTo>
                <a:lnTo>
                  <a:pt x="71205" y="62154"/>
                </a:lnTo>
                <a:cubicBezTo>
                  <a:pt x="70694" y="75984"/>
                  <a:pt x="70523" y="86913"/>
                  <a:pt x="70523" y="94767"/>
                </a:cubicBezTo>
                <a:cubicBezTo>
                  <a:pt x="70523" y="101256"/>
                  <a:pt x="70523" y="106208"/>
                  <a:pt x="70865" y="109794"/>
                </a:cubicBezTo>
                <a:cubicBezTo>
                  <a:pt x="71205" y="113379"/>
                  <a:pt x="71547" y="116111"/>
                  <a:pt x="72229" y="117990"/>
                </a:cubicBezTo>
                <a:cubicBezTo>
                  <a:pt x="72742" y="119697"/>
                  <a:pt x="73596" y="121064"/>
                  <a:pt x="74450" y="121575"/>
                </a:cubicBezTo>
                <a:cubicBezTo>
                  <a:pt x="75474" y="122259"/>
                  <a:pt x="76498" y="122600"/>
                  <a:pt x="77864" y="122600"/>
                </a:cubicBezTo>
                <a:cubicBezTo>
                  <a:pt x="79573" y="122600"/>
                  <a:pt x="81280" y="122088"/>
                  <a:pt x="82987" y="121064"/>
                </a:cubicBezTo>
                <a:cubicBezTo>
                  <a:pt x="84866" y="119868"/>
                  <a:pt x="87086" y="117990"/>
                  <a:pt x="89647" y="115087"/>
                </a:cubicBezTo>
                <a:lnTo>
                  <a:pt x="94770" y="120381"/>
                </a:lnTo>
                <a:cubicBezTo>
                  <a:pt x="90842" y="124308"/>
                  <a:pt x="86915" y="127552"/>
                  <a:pt x="82987" y="129772"/>
                </a:cubicBezTo>
                <a:cubicBezTo>
                  <a:pt x="79060" y="131991"/>
                  <a:pt x="75645" y="133187"/>
                  <a:pt x="72742" y="133187"/>
                </a:cubicBezTo>
                <a:cubicBezTo>
                  <a:pt x="69156" y="133187"/>
                  <a:pt x="66424" y="132504"/>
                  <a:pt x="64716" y="131138"/>
                </a:cubicBezTo>
                <a:cubicBezTo>
                  <a:pt x="62838" y="129601"/>
                  <a:pt x="61473" y="127381"/>
                  <a:pt x="60618" y="124137"/>
                </a:cubicBezTo>
                <a:cubicBezTo>
                  <a:pt x="59764" y="120893"/>
                  <a:pt x="59423" y="116111"/>
                  <a:pt x="59423" y="109794"/>
                </a:cubicBezTo>
                <a:cubicBezTo>
                  <a:pt x="59423" y="101085"/>
                  <a:pt x="60106" y="86742"/>
                  <a:pt x="61302" y="66935"/>
                </a:cubicBezTo>
                <a:lnTo>
                  <a:pt x="60447" y="66935"/>
                </a:lnTo>
                <a:cubicBezTo>
                  <a:pt x="42006" y="93914"/>
                  <a:pt x="28175" y="115599"/>
                  <a:pt x="18784" y="131650"/>
                </a:cubicBezTo>
                <a:lnTo>
                  <a:pt x="0" y="131650"/>
                </a:lnTo>
                <a:lnTo>
                  <a:pt x="1025" y="127211"/>
                </a:lnTo>
                <a:cubicBezTo>
                  <a:pt x="3757" y="123796"/>
                  <a:pt x="6660" y="120210"/>
                  <a:pt x="9391" y="116453"/>
                </a:cubicBezTo>
                <a:cubicBezTo>
                  <a:pt x="12295" y="112696"/>
                  <a:pt x="15709" y="108086"/>
                  <a:pt x="19808" y="102281"/>
                </a:cubicBezTo>
                <a:lnTo>
                  <a:pt x="60960" y="43884"/>
                </a:lnTo>
                <a:cubicBezTo>
                  <a:pt x="60960" y="37565"/>
                  <a:pt x="60618" y="32272"/>
                  <a:pt x="60106" y="28003"/>
                </a:cubicBezTo>
                <a:cubicBezTo>
                  <a:pt x="59593" y="23905"/>
                  <a:pt x="58911" y="20490"/>
                  <a:pt x="58058" y="17928"/>
                </a:cubicBezTo>
                <a:cubicBezTo>
                  <a:pt x="57204" y="15539"/>
                  <a:pt x="56179" y="13661"/>
                  <a:pt x="54642" y="12464"/>
                </a:cubicBezTo>
                <a:cubicBezTo>
                  <a:pt x="53276" y="11269"/>
                  <a:pt x="51398" y="10757"/>
                  <a:pt x="48836" y="10757"/>
                </a:cubicBezTo>
                <a:cubicBezTo>
                  <a:pt x="46958" y="10757"/>
                  <a:pt x="44909" y="11269"/>
                  <a:pt x="42689" y="12464"/>
                </a:cubicBezTo>
                <a:cubicBezTo>
                  <a:pt x="40640" y="13661"/>
                  <a:pt x="37567" y="16051"/>
                  <a:pt x="33640" y="19637"/>
                </a:cubicBezTo>
                <a:lnTo>
                  <a:pt x="28858" y="14342"/>
                </a:lnTo>
                <a:cubicBezTo>
                  <a:pt x="34493" y="8707"/>
                  <a:pt x="39103" y="4951"/>
                  <a:pt x="42860" y="3074"/>
                </a:cubicBezTo>
                <a:cubicBezTo>
                  <a:pt x="46616" y="1025"/>
                  <a:pt x="50373" y="0"/>
                  <a:pt x="53959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df-path-338">
            <a:extLst xmlns:a="http://schemas.openxmlformats.org/drawingml/2006/main">
              <a:ext uri="{FF2B5EF4-FFF2-40B4-BE49-F238E27FC236}">
                <a16:creationId xmlns:a16="http://schemas.microsoft.com/office/drawing/2014/main" id="{9A284EFC-A59E-4AE4-9E61-9017D8E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978" y="8435087"/>
            <a:ext cx="74620" cy="94426"/>
          </a:xfrm>
          <a:custGeom xmlns:a="http://schemas.openxmlformats.org/drawingml/2006/main">
            <a:pathLst>
              <a:path w="74620" h="94426">
                <a:moveTo>
                  <a:pt x="52764" y="8879"/>
                </a:moveTo>
                <a:cubicBezTo>
                  <a:pt x="50032" y="8879"/>
                  <a:pt x="47470" y="9733"/>
                  <a:pt x="45250" y="11440"/>
                </a:cubicBezTo>
                <a:cubicBezTo>
                  <a:pt x="43031" y="12978"/>
                  <a:pt x="40469" y="15367"/>
                  <a:pt x="37908" y="18442"/>
                </a:cubicBezTo>
                <a:cubicBezTo>
                  <a:pt x="36713" y="19808"/>
                  <a:pt x="35517" y="21173"/>
                  <a:pt x="34493" y="22539"/>
                </a:cubicBezTo>
                <a:cubicBezTo>
                  <a:pt x="33468" y="23905"/>
                  <a:pt x="32614" y="25442"/>
                  <a:pt x="31761" y="27149"/>
                </a:cubicBezTo>
                <a:cubicBezTo>
                  <a:pt x="30907" y="28687"/>
                  <a:pt x="30224" y="30565"/>
                  <a:pt x="29541" y="32613"/>
                </a:cubicBezTo>
                <a:cubicBezTo>
                  <a:pt x="28858" y="34492"/>
                  <a:pt x="28346" y="36882"/>
                  <a:pt x="27833" y="39444"/>
                </a:cubicBezTo>
                <a:cubicBezTo>
                  <a:pt x="27150" y="42517"/>
                  <a:pt x="26637" y="45079"/>
                  <a:pt x="26297" y="47128"/>
                </a:cubicBezTo>
                <a:cubicBezTo>
                  <a:pt x="25955" y="49347"/>
                  <a:pt x="25784" y="51225"/>
                  <a:pt x="25784" y="53104"/>
                </a:cubicBezTo>
                <a:cubicBezTo>
                  <a:pt x="25784" y="56690"/>
                  <a:pt x="26637" y="59252"/>
                  <a:pt x="28346" y="60788"/>
                </a:cubicBezTo>
                <a:cubicBezTo>
                  <a:pt x="29882" y="62325"/>
                  <a:pt x="32614" y="63007"/>
                  <a:pt x="36371" y="63007"/>
                </a:cubicBezTo>
                <a:cubicBezTo>
                  <a:pt x="38932" y="63007"/>
                  <a:pt x="41323" y="62496"/>
                  <a:pt x="43714" y="61300"/>
                </a:cubicBezTo>
                <a:cubicBezTo>
                  <a:pt x="45933" y="60275"/>
                  <a:pt x="47982" y="58739"/>
                  <a:pt x="49691" y="56690"/>
                </a:cubicBezTo>
                <a:cubicBezTo>
                  <a:pt x="51568" y="54811"/>
                  <a:pt x="53276" y="52421"/>
                  <a:pt x="54642" y="49860"/>
                </a:cubicBezTo>
                <a:cubicBezTo>
                  <a:pt x="56179" y="47298"/>
                  <a:pt x="57375" y="44396"/>
                  <a:pt x="58228" y="41493"/>
                </a:cubicBezTo>
                <a:cubicBezTo>
                  <a:pt x="59252" y="38419"/>
                  <a:pt x="59935" y="35516"/>
                  <a:pt x="60448" y="32272"/>
                </a:cubicBezTo>
                <a:cubicBezTo>
                  <a:pt x="60960" y="29199"/>
                  <a:pt x="61302" y="26125"/>
                  <a:pt x="61302" y="23222"/>
                </a:cubicBezTo>
                <a:cubicBezTo>
                  <a:pt x="61302" y="18442"/>
                  <a:pt x="60619" y="14855"/>
                  <a:pt x="59252" y="12465"/>
                </a:cubicBezTo>
                <a:cubicBezTo>
                  <a:pt x="57886" y="10074"/>
                  <a:pt x="55838" y="8879"/>
                  <a:pt x="52764" y="8879"/>
                </a:cubicBezTo>
                <a:moveTo>
                  <a:pt x="21686" y="0"/>
                </a:moveTo>
                <a:cubicBezTo>
                  <a:pt x="24931" y="0"/>
                  <a:pt x="27492" y="1024"/>
                  <a:pt x="29370" y="3244"/>
                </a:cubicBezTo>
                <a:cubicBezTo>
                  <a:pt x="31078" y="5293"/>
                  <a:pt x="31931" y="8196"/>
                  <a:pt x="31931" y="11781"/>
                </a:cubicBezTo>
                <a:cubicBezTo>
                  <a:pt x="31931" y="12807"/>
                  <a:pt x="31931" y="13660"/>
                  <a:pt x="31761" y="14685"/>
                </a:cubicBezTo>
                <a:cubicBezTo>
                  <a:pt x="31591" y="15538"/>
                  <a:pt x="31420" y="16563"/>
                  <a:pt x="30907" y="17416"/>
                </a:cubicBezTo>
                <a:lnTo>
                  <a:pt x="31931" y="17929"/>
                </a:lnTo>
                <a:cubicBezTo>
                  <a:pt x="36200" y="11781"/>
                  <a:pt x="40640" y="7343"/>
                  <a:pt x="44737" y="4269"/>
                </a:cubicBezTo>
                <a:cubicBezTo>
                  <a:pt x="49007" y="1366"/>
                  <a:pt x="53446" y="0"/>
                  <a:pt x="58057" y="0"/>
                </a:cubicBezTo>
                <a:cubicBezTo>
                  <a:pt x="63350" y="0"/>
                  <a:pt x="67449" y="1878"/>
                  <a:pt x="70351" y="5635"/>
                </a:cubicBezTo>
                <a:cubicBezTo>
                  <a:pt x="73084" y="9562"/>
                  <a:pt x="74620" y="15197"/>
                  <a:pt x="74620" y="22539"/>
                </a:cubicBezTo>
                <a:cubicBezTo>
                  <a:pt x="74620" y="29028"/>
                  <a:pt x="73596" y="35004"/>
                  <a:pt x="71547" y="40639"/>
                </a:cubicBezTo>
                <a:cubicBezTo>
                  <a:pt x="69668" y="46445"/>
                  <a:pt x="66937" y="51396"/>
                  <a:pt x="63521" y="55666"/>
                </a:cubicBezTo>
                <a:cubicBezTo>
                  <a:pt x="60106" y="59934"/>
                  <a:pt x="56179" y="63348"/>
                  <a:pt x="51739" y="65911"/>
                </a:cubicBezTo>
                <a:cubicBezTo>
                  <a:pt x="47129" y="68301"/>
                  <a:pt x="42519" y="69496"/>
                  <a:pt x="37396" y="69496"/>
                </a:cubicBezTo>
                <a:cubicBezTo>
                  <a:pt x="33981" y="69496"/>
                  <a:pt x="30907" y="69154"/>
                  <a:pt x="28346" y="68472"/>
                </a:cubicBezTo>
                <a:cubicBezTo>
                  <a:pt x="25784" y="67789"/>
                  <a:pt x="23735" y="66935"/>
                  <a:pt x="22028" y="66081"/>
                </a:cubicBezTo>
                <a:cubicBezTo>
                  <a:pt x="21515" y="67789"/>
                  <a:pt x="21174" y="69496"/>
                  <a:pt x="20661" y="71375"/>
                </a:cubicBezTo>
                <a:cubicBezTo>
                  <a:pt x="20148" y="73253"/>
                  <a:pt x="19808" y="75131"/>
                  <a:pt x="19296" y="76839"/>
                </a:cubicBezTo>
                <a:cubicBezTo>
                  <a:pt x="18955" y="78546"/>
                  <a:pt x="18613" y="80254"/>
                  <a:pt x="18271" y="81790"/>
                </a:cubicBezTo>
                <a:cubicBezTo>
                  <a:pt x="17930" y="83156"/>
                  <a:pt x="17930" y="84352"/>
                  <a:pt x="17930" y="85205"/>
                </a:cubicBezTo>
                <a:cubicBezTo>
                  <a:pt x="17930" y="86060"/>
                  <a:pt x="17930" y="86742"/>
                  <a:pt x="18271" y="87255"/>
                </a:cubicBezTo>
                <a:cubicBezTo>
                  <a:pt x="18442" y="87767"/>
                  <a:pt x="18955" y="88279"/>
                  <a:pt x="19637" y="88620"/>
                </a:cubicBezTo>
                <a:cubicBezTo>
                  <a:pt x="20148" y="88962"/>
                  <a:pt x="21003" y="89304"/>
                  <a:pt x="22199" y="89474"/>
                </a:cubicBezTo>
                <a:cubicBezTo>
                  <a:pt x="23223" y="89645"/>
                  <a:pt x="24589" y="89816"/>
                  <a:pt x="26126" y="89986"/>
                </a:cubicBezTo>
                <a:lnTo>
                  <a:pt x="25955" y="94426"/>
                </a:lnTo>
                <a:lnTo>
                  <a:pt x="2390" y="94426"/>
                </a:lnTo>
                <a:lnTo>
                  <a:pt x="18784" y="24588"/>
                </a:lnTo>
                <a:cubicBezTo>
                  <a:pt x="19296" y="22027"/>
                  <a:pt x="19637" y="19978"/>
                  <a:pt x="19808" y="18442"/>
                </a:cubicBezTo>
                <a:cubicBezTo>
                  <a:pt x="20148" y="16734"/>
                  <a:pt x="20148" y="15197"/>
                  <a:pt x="20148" y="14001"/>
                </a:cubicBezTo>
                <a:cubicBezTo>
                  <a:pt x="20148" y="10757"/>
                  <a:pt x="18955" y="9050"/>
                  <a:pt x="16222" y="9050"/>
                </a:cubicBezTo>
                <a:cubicBezTo>
                  <a:pt x="15368" y="9050"/>
                  <a:pt x="14685" y="9221"/>
                  <a:pt x="13831" y="9562"/>
                </a:cubicBezTo>
                <a:cubicBezTo>
                  <a:pt x="12978" y="9904"/>
                  <a:pt x="12124" y="10416"/>
                  <a:pt x="11270" y="11098"/>
                </a:cubicBezTo>
                <a:cubicBezTo>
                  <a:pt x="10417" y="11781"/>
                  <a:pt x="9392" y="12636"/>
                  <a:pt x="8196" y="13660"/>
                </a:cubicBezTo>
                <a:cubicBezTo>
                  <a:pt x="7173" y="14685"/>
                  <a:pt x="5977" y="15880"/>
                  <a:pt x="4610" y="17245"/>
                </a:cubicBezTo>
                <a:lnTo>
                  <a:pt x="0" y="12807"/>
                </a:lnTo>
                <a:cubicBezTo>
                  <a:pt x="2219" y="10587"/>
                  <a:pt x="4269" y="8708"/>
                  <a:pt x="6148" y="7001"/>
                </a:cubicBezTo>
                <a:cubicBezTo>
                  <a:pt x="8025" y="5464"/>
                  <a:pt x="9733" y="4098"/>
                  <a:pt x="11441" y="3073"/>
                </a:cubicBezTo>
                <a:cubicBezTo>
                  <a:pt x="13149" y="2049"/>
                  <a:pt x="14855" y="1195"/>
                  <a:pt x="16564" y="683"/>
                </a:cubicBezTo>
                <a:cubicBezTo>
                  <a:pt x="18100" y="171"/>
                  <a:pt x="19808" y="0"/>
                  <a:pt x="2168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df-path-339">
            <a:extLst xmlns:a="http://schemas.openxmlformats.org/drawingml/2006/main">
              <a:ext uri="{FF2B5EF4-FFF2-40B4-BE49-F238E27FC236}">
                <a16:creationId xmlns:a16="http://schemas.microsoft.com/office/drawing/2014/main" id="{C521B917-6D73-44C5-982E-5D50CACE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4211" y="8337417"/>
            <a:ext cx="111333" cy="128576"/>
          </a:xfrm>
          <a:custGeom xmlns:a="http://schemas.openxmlformats.org/drawingml/2006/main">
            <a:pathLst>
              <a:path w="111333" h="128576">
                <a:moveTo>
                  <a:pt x="80596" y="0"/>
                </a:moveTo>
                <a:cubicBezTo>
                  <a:pt x="86061" y="0"/>
                  <a:pt x="90671" y="1537"/>
                  <a:pt x="94598" y="4439"/>
                </a:cubicBezTo>
                <a:cubicBezTo>
                  <a:pt x="98697" y="7513"/>
                  <a:pt x="102111" y="11952"/>
                  <a:pt x="105185" y="17929"/>
                </a:cubicBezTo>
                <a:lnTo>
                  <a:pt x="91013" y="24075"/>
                </a:lnTo>
                <a:cubicBezTo>
                  <a:pt x="88109" y="17929"/>
                  <a:pt x="85549" y="13831"/>
                  <a:pt x="83500" y="11610"/>
                </a:cubicBezTo>
                <a:cubicBezTo>
                  <a:pt x="81279" y="9221"/>
                  <a:pt x="78547" y="8025"/>
                  <a:pt x="75473" y="8025"/>
                </a:cubicBezTo>
                <a:cubicBezTo>
                  <a:pt x="73767" y="8025"/>
                  <a:pt x="72058" y="8366"/>
                  <a:pt x="70693" y="9050"/>
                </a:cubicBezTo>
                <a:cubicBezTo>
                  <a:pt x="69155" y="9561"/>
                  <a:pt x="67790" y="10757"/>
                  <a:pt x="66595" y="12635"/>
                </a:cubicBezTo>
                <a:cubicBezTo>
                  <a:pt x="65399" y="14514"/>
                  <a:pt x="64375" y="16904"/>
                  <a:pt x="63520" y="19808"/>
                </a:cubicBezTo>
                <a:cubicBezTo>
                  <a:pt x="62667" y="22881"/>
                  <a:pt x="61472" y="27832"/>
                  <a:pt x="59935" y="34833"/>
                </a:cubicBezTo>
                <a:lnTo>
                  <a:pt x="53446" y="65398"/>
                </a:lnTo>
                <a:cubicBezTo>
                  <a:pt x="52593" y="70008"/>
                  <a:pt x="51397" y="73936"/>
                  <a:pt x="50202" y="77521"/>
                </a:cubicBezTo>
                <a:cubicBezTo>
                  <a:pt x="49007" y="80936"/>
                  <a:pt x="47470" y="84352"/>
                  <a:pt x="45933" y="87425"/>
                </a:cubicBezTo>
                <a:cubicBezTo>
                  <a:pt x="44226" y="90499"/>
                  <a:pt x="42518" y="93401"/>
                  <a:pt x="40811" y="95792"/>
                </a:cubicBezTo>
                <a:cubicBezTo>
                  <a:pt x="38932" y="98182"/>
                  <a:pt x="36883" y="100573"/>
                  <a:pt x="34493" y="103134"/>
                </a:cubicBezTo>
                <a:lnTo>
                  <a:pt x="34493" y="103987"/>
                </a:lnTo>
                <a:cubicBezTo>
                  <a:pt x="38419" y="103987"/>
                  <a:pt x="42176" y="104500"/>
                  <a:pt x="45933" y="105355"/>
                </a:cubicBezTo>
                <a:cubicBezTo>
                  <a:pt x="49860" y="106207"/>
                  <a:pt x="53446" y="107232"/>
                  <a:pt x="57202" y="108599"/>
                </a:cubicBezTo>
                <a:cubicBezTo>
                  <a:pt x="60960" y="109964"/>
                  <a:pt x="64546" y="111160"/>
                  <a:pt x="67961" y="112014"/>
                </a:cubicBezTo>
                <a:cubicBezTo>
                  <a:pt x="71376" y="112867"/>
                  <a:pt x="74620" y="113208"/>
                  <a:pt x="78035" y="113208"/>
                </a:cubicBezTo>
                <a:cubicBezTo>
                  <a:pt x="81621" y="113208"/>
                  <a:pt x="84695" y="112696"/>
                  <a:pt x="87255" y="111672"/>
                </a:cubicBezTo>
                <a:cubicBezTo>
                  <a:pt x="89647" y="110818"/>
                  <a:pt x="92209" y="109110"/>
                  <a:pt x="94598" y="106720"/>
                </a:cubicBezTo>
                <a:cubicBezTo>
                  <a:pt x="96989" y="104329"/>
                  <a:pt x="100233" y="100061"/>
                  <a:pt x="104332" y="93743"/>
                </a:cubicBezTo>
                <a:lnTo>
                  <a:pt x="111333" y="98353"/>
                </a:lnTo>
                <a:cubicBezTo>
                  <a:pt x="103820" y="109793"/>
                  <a:pt x="97502" y="117819"/>
                  <a:pt x="92209" y="122087"/>
                </a:cubicBezTo>
                <a:cubicBezTo>
                  <a:pt x="86915" y="126357"/>
                  <a:pt x="81621" y="128576"/>
                  <a:pt x="76157" y="128576"/>
                </a:cubicBezTo>
                <a:cubicBezTo>
                  <a:pt x="71547" y="128576"/>
                  <a:pt x="67278" y="128064"/>
                  <a:pt x="63179" y="127040"/>
                </a:cubicBezTo>
                <a:cubicBezTo>
                  <a:pt x="59082" y="126186"/>
                  <a:pt x="54983" y="124819"/>
                  <a:pt x="51055" y="123112"/>
                </a:cubicBezTo>
                <a:cubicBezTo>
                  <a:pt x="46616" y="121405"/>
                  <a:pt x="42860" y="120038"/>
                  <a:pt x="39615" y="119185"/>
                </a:cubicBezTo>
                <a:cubicBezTo>
                  <a:pt x="36371" y="118331"/>
                  <a:pt x="33126" y="117819"/>
                  <a:pt x="29711" y="117819"/>
                </a:cubicBezTo>
                <a:cubicBezTo>
                  <a:pt x="26125" y="117819"/>
                  <a:pt x="22540" y="118501"/>
                  <a:pt x="19296" y="119867"/>
                </a:cubicBezTo>
                <a:cubicBezTo>
                  <a:pt x="15880" y="121234"/>
                  <a:pt x="11099" y="124137"/>
                  <a:pt x="4951" y="128576"/>
                </a:cubicBezTo>
                <a:lnTo>
                  <a:pt x="0" y="122429"/>
                </a:lnTo>
                <a:cubicBezTo>
                  <a:pt x="7684" y="115599"/>
                  <a:pt x="14172" y="110818"/>
                  <a:pt x="19467" y="108257"/>
                </a:cubicBezTo>
                <a:cubicBezTo>
                  <a:pt x="26295" y="101768"/>
                  <a:pt x="31249" y="91523"/>
                  <a:pt x="34322" y="77350"/>
                </a:cubicBezTo>
                <a:lnTo>
                  <a:pt x="43031" y="36711"/>
                </a:lnTo>
                <a:cubicBezTo>
                  <a:pt x="44737" y="29369"/>
                  <a:pt x="46616" y="23392"/>
                  <a:pt x="48836" y="18953"/>
                </a:cubicBezTo>
                <a:cubicBezTo>
                  <a:pt x="51226" y="14514"/>
                  <a:pt x="53788" y="10928"/>
                  <a:pt x="57032" y="8537"/>
                </a:cubicBezTo>
                <a:cubicBezTo>
                  <a:pt x="60106" y="5976"/>
                  <a:pt x="63520" y="3928"/>
                  <a:pt x="67449" y="2390"/>
                </a:cubicBezTo>
                <a:cubicBezTo>
                  <a:pt x="71205" y="854"/>
                  <a:pt x="75644" y="0"/>
                  <a:pt x="8059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df-path-340">
            <a:extLst xmlns:a="http://schemas.openxmlformats.org/drawingml/2006/main">
              <a:ext uri="{FF2B5EF4-FFF2-40B4-BE49-F238E27FC236}">
                <a16:creationId xmlns:a16="http://schemas.microsoft.com/office/drawing/2014/main" id="{4BDBD988-78D2-4A48-A27A-9FA1C58F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765" y="8394278"/>
            <a:ext cx="224032" cy="133187"/>
          </a:xfrm>
          <a:custGeom xmlns:a="http://schemas.openxmlformats.org/drawingml/2006/main">
            <a:pathLst>
              <a:path w="224032" h="133187">
                <a:moveTo>
                  <a:pt x="95453" y="49347"/>
                </a:moveTo>
                <a:cubicBezTo>
                  <a:pt x="88110" y="49347"/>
                  <a:pt x="82476" y="52591"/>
                  <a:pt x="78377" y="59081"/>
                </a:cubicBezTo>
                <a:cubicBezTo>
                  <a:pt x="74450" y="65569"/>
                  <a:pt x="72571" y="74790"/>
                  <a:pt x="72571" y="86571"/>
                </a:cubicBezTo>
                <a:cubicBezTo>
                  <a:pt x="72571" y="99207"/>
                  <a:pt x="74450" y="108940"/>
                  <a:pt x="78547" y="115770"/>
                </a:cubicBezTo>
                <a:cubicBezTo>
                  <a:pt x="82476" y="122600"/>
                  <a:pt x="88281" y="125844"/>
                  <a:pt x="95794" y="125844"/>
                </a:cubicBezTo>
                <a:cubicBezTo>
                  <a:pt x="99892" y="125844"/>
                  <a:pt x="103478" y="124990"/>
                  <a:pt x="106211" y="122942"/>
                </a:cubicBezTo>
                <a:cubicBezTo>
                  <a:pt x="109113" y="120893"/>
                  <a:pt x="111504" y="118331"/>
                  <a:pt x="113383" y="114916"/>
                </a:cubicBezTo>
                <a:cubicBezTo>
                  <a:pt x="115089" y="111501"/>
                  <a:pt x="116456" y="107574"/>
                  <a:pt x="117309" y="103134"/>
                </a:cubicBezTo>
                <a:cubicBezTo>
                  <a:pt x="117992" y="98695"/>
                  <a:pt x="118505" y="94084"/>
                  <a:pt x="118505" y="89133"/>
                </a:cubicBezTo>
                <a:cubicBezTo>
                  <a:pt x="118505" y="80254"/>
                  <a:pt x="117480" y="72740"/>
                  <a:pt x="115431" y="66763"/>
                </a:cubicBezTo>
                <a:cubicBezTo>
                  <a:pt x="113383" y="60788"/>
                  <a:pt x="110821" y="56348"/>
                  <a:pt x="107236" y="53616"/>
                </a:cubicBezTo>
                <a:cubicBezTo>
                  <a:pt x="103820" y="50884"/>
                  <a:pt x="99892" y="49347"/>
                  <a:pt x="95453" y="49347"/>
                </a:cubicBezTo>
                <a:moveTo>
                  <a:pt x="196540" y="42175"/>
                </a:moveTo>
                <a:cubicBezTo>
                  <a:pt x="201663" y="42175"/>
                  <a:pt x="206274" y="42517"/>
                  <a:pt x="210543" y="43030"/>
                </a:cubicBezTo>
                <a:cubicBezTo>
                  <a:pt x="214811" y="43542"/>
                  <a:pt x="219081" y="44566"/>
                  <a:pt x="223349" y="45761"/>
                </a:cubicBezTo>
                <a:lnTo>
                  <a:pt x="223349" y="65057"/>
                </a:lnTo>
                <a:lnTo>
                  <a:pt x="211738" y="65057"/>
                </a:lnTo>
                <a:cubicBezTo>
                  <a:pt x="210543" y="61129"/>
                  <a:pt x="209347" y="57884"/>
                  <a:pt x="207810" y="55665"/>
                </a:cubicBezTo>
                <a:cubicBezTo>
                  <a:pt x="206274" y="53275"/>
                  <a:pt x="204566" y="51738"/>
                  <a:pt x="202516" y="50884"/>
                </a:cubicBezTo>
                <a:cubicBezTo>
                  <a:pt x="200468" y="49860"/>
                  <a:pt x="197907" y="49347"/>
                  <a:pt x="194832" y="49347"/>
                </a:cubicBezTo>
                <a:cubicBezTo>
                  <a:pt x="190563" y="49347"/>
                  <a:pt x="186807" y="50884"/>
                  <a:pt x="183563" y="53616"/>
                </a:cubicBezTo>
                <a:cubicBezTo>
                  <a:pt x="180148" y="56348"/>
                  <a:pt x="177587" y="60617"/>
                  <a:pt x="175708" y="66251"/>
                </a:cubicBezTo>
                <a:cubicBezTo>
                  <a:pt x="173659" y="71887"/>
                  <a:pt x="172805" y="78717"/>
                  <a:pt x="172805" y="86913"/>
                </a:cubicBezTo>
                <a:cubicBezTo>
                  <a:pt x="172805" y="92035"/>
                  <a:pt x="173147" y="96816"/>
                  <a:pt x="173830" y="101256"/>
                </a:cubicBezTo>
                <a:cubicBezTo>
                  <a:pt x="174513" y="105526"/>
                  <a:pt x="175879" y="109281"/>
                  <a:pt x="177587" y="112355"/>
                </a:cubicBezTo>
                <a:cubicBezTo>
                  <a:pt x="179465" y="115428"/>
                  <a:pt x="181685" y="117820"/>
                  <a:pt x="184758" y="119527"/>
                </a:cubicBezTo>
                <a:cubicBezTo>
                  <a:pt x="187661" y="121234"/>
                  <a:pt x="191247" y="122087"/>
                  <a:pt x="195687" y="122087"/>
                </a:cubicBezTo>
                <a:cubicBezTo>
                  <a:pt x="199956" y="122087"/>
                  <a:pt x="203883" y="121234"/>
                  <a:pt x="207470" y="119527"/>
                </a:cubicBezTo>
                <a:cubicBezTo>
                  <a:pt x="211055" y="117990"/>
                  <a:pt x="214982" y="114916"/>
                  <a:pt x="218910" y="110819"/>
                </a:cubicBezTo>
                <a:lnTo>
                  <a:pt x="224032" y="116965"/>
                </a:lnTo>
                <a:cubicBezTo>
                  <a:pt x="220958" y="120380"/>
                  <a:pt x="218227" y="122942"/>
                  <a:pt x="215836" y="124820"/>
                </a:cubicBezTo>
                <a:cubicBezTo>
                  <a:pt x="213445" y="126699"/>
                  <a:pt x="210884" y="128235"/>
                  <a:pt x="208152" y="129601"/>
                </a:cubicBezTo>
                <a:cubicBezTo>
                  <a:pt x="205420" y="130796"/>
                  <a:pt x="202687" y="131650"/>
                  <a:pt x="199956" y="132334"/>
                </a:cubicBezTo>
                <a:cubicBezTo>
                  <a:pt x="197394" y="132845"/>
                  <a:pt x="194492" y="133187"/>
                  <a:pt x="191247" y="133187"/>
                </a:cubicBezTo>
                <a:cubicBezTo>
                  <a:pt x="179807" y="133187"/>
                  <a:pt x="170927" y="129259"/>
                  <a:pt x="164780" y="121576"/>
                </a:cubicBezTo>
                <a:cubicBezTo>
                  <a:pt x="158632" y="113892"/>
                  <a:pt x="155559" y="102793"/>
                  <a:pt x="155559" y="88278"/>
                </a:cubicBezTo>
                <a:cubicBezTo>
                  <a:pt x="155559" y="79228"/>
                  <a:pt x="157267" y="71204"/>
                  <a:pt x="160681" y="64032"/>
                </a:cubicBezTo>
                <a:cubicBezTo>
                  <a:pt x="164096" y="57031"/>
                  <a:pt x="168878" y="51738"/>
                  <a:pt x="175196" y="47810"/>
                </a:cubicBezTo>
                <a:cubicBezTo>
                  <a:pt x="181343" y="44054"/>
                  <a:pt x="188514" y="42175"/>
                  <a:pt x="196540" y="42175"/>
                </a:cubicBezTo>
                <a:moveTo>
                  <a:pt x="95965" y="42175"/>
                </a:moveTo>
                <a:cubicBezTo>
                  <a:pt x="108942" y="42175"/>
                  <a:pt x="119018" y="45932"/>
                  <a:pt x="125677" y="53616"/>
                </a:cubicBezTo>
                <a:cubicBezTo>
                  <a:pt x="132507" y="61300"/>
                  <a:pt x="135922" y="72228"/>
                  <a:pt x="135922" y="86571"/>
                </a:cubicBezTo>
                <a:cubicBezTo>
                  <a:pt x="135922" y="96646"/>
                  <a:pt x="134214" y="105355"/>
                  <a:pt x="130799" y="112355"/>
                </a:cubicBezTo>
                <a:cubicBezTo>
                  <a:pt x="127384" y="119356"/>
                  <a:pt x="122603" y="124478"/>
                  <a:pt x="116456" y="128064"/>
                </a:cubicBezTo>
                <a:cubicBezTo>
                  <a:pt x="110138" y="131479"/>
                  <a:pt x="102966" y="133187"/>
                  <a:pt x="94429" y="133187"/>
                </a:cubicBezTo>
                <a:cubicBezTo>
                  <a:pt x="81622" y="133187"/>
                  <a:pt x="71888" y="129430"/>
                  <a:pt x="65229" y="121916"/>
                </a:cubicBezTo>
                <a:cubicBezTo>
                  <a:pt x="58399" y="114404"/>
                  <a:pt x="55154" y="103305"/>
                  <a:pt x="55154" y="88620"/>
                </a:cubicBezTo>
                <a:cubicBezTo>
                  <a:pt x="55154" y="78375"/>
                  <a:pt x="56862" y="69838"/>
                  <a:pt x="60447" y="62837"/>
                </a:cubicBezTo>
                <a:cubicBezTo>
                  <a:pt x="63863" y="55836"/>
                  <a:pt x="68815" y="50713"/>
                  <a:pt x="74962" y="47298"/>
                </a:cubicBezTo>
                <a:cubicBezTo>
                  <a:pt x="81109" y="43883"/>
                  <a:pt x="88110" y="42175"/>
                  <a:pt x="95965" y="42175"/>
                </a:cubicBezTo>
                <a:moveTo>
                  <a:pt x="22198" y="0"/>
                </a:moveTo>
                <a:lnTo>
                  <a:pt x="27663" y="0"/>
                </a:lnTo>
                <a:lnTo>
                  <a:pt x="27663" y="108770"/>
                </a:lnTo>
                <a:cubicBezTo>
                  <a:pt x="27663" y="114063"/>
                  <a:pt x="28005" y="117649"/>
                  <a:pt x="28516" y="119697"/>
                </a:cubicBezTo>
                <a:cubicBezTo>
                  <a:pt x="29028" y="121745"/>
                  <a:pt x="29882" y="123284"/>
                  <a:pt x="31249" y="124478"/>
                </a:cubicBezTo>
                <a:cubicBezTo>
                  <a:pt x="32614" y="125502"/>
                  <a:pt x="34834" y="126357"/>
                  <a:pt x="38078" y="127210"/>
                </a:cubicBezTo>
                <a:lnTo>
                  <a:pt x="38078" y="131650"/>
                </a:lnTo>
                <a:lnTo>
                  <a:pt x="1537" y="131650"/>
                </a:lnTo>
                <a:lnTo>
                  <a:pt x="1537" y="127210"/>
                </a:lnTo>
                <a:cubicBezTo>
                  <a:pt x="4610" y="126357"/>
                  <a:pt x="6660" y="125502"/>
                  <a:pt x="7855" y="124649"/>
                </a:cubicBezTo>
                <a:cubicBezTo>
                  <a:pt x="9051" y="123796"/>
                  <a:pt x="9905" y="122771"/>
                  <a:pt x="10416" y="121576"/>
                </a:cubicBezTo>
                <a:cubicBezTo>
                  <a:pt x="10928" y="120380"/>
                  <a:pt x="11269" y="118843"/>
                  <a:pt x="11611" y="116794"/>
                </a:cubicBezTo>
                <a:cubicBezTo>
                  <a:pt x="11782" y="114746"/>
                  <a:pt x="11953" y="112014"/>
                  <a:pt x="11953" y="108770"/>
                </a:cubicBezTo>
                <a:lnTo>
                  <a:pt x="11953" y="31589"/>
                </a:lnTo>
                <a:cubicBezTo>
                  <a:pt x="11953" y="25783"/>
                  <a:pt x="11782" y="21686"/>
                  <a:pt x="11782" y="19295"/>
                </a:cubicBezTo>
                <a:cubicBezTo>
                  <a:pt x="11611" y="17075"/>
                  <a:pt x="11440" y="15025"/>
                  <a:pt x="11099" y="13319"/>
                </a:cubicBezTo>
                <a:cubicBezTo>
                  <a:pt x="10587" y="11781"/>
                  <a:pt x="10076" y="10416"/>
                  <a:pt x="9392" y="9562"/>
                </a:cubicBezTo>
                <a:cubicBezTo>
                  <a:pt x="8709" y="8708"/>
                  <a:pt x="7684" y="7854"/>
                  <a:pt x="6489" y="7343"/>
                </a:cubicBezTo>
                <a:cubicBezTo>
                  <a:pt x="5293" y="6830"/>
                  <a:pt x="3074" y="6318"/>
                  <a:pt x="0" y="5635"/>
                </a:cubicBezTo>
                <a:lnTo>
                  <a:pt x="0" y="854"/>
                </a:lnTo>
                <a:lnTo>
                  <a:pt x="2219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7549B2FD-A488-4A88-B511-1E450C3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392" y="8351419"/>
            <a:ext cx="113553" cy="118331"/>
          </a:xfrm>
          <a:custGeom xmlns:a="http://schemas.openxmlformats.org/drawingml/2006/main">
            <a:pathLst>
              <a:path w="113553" h="118331">
                <a:moveTo>
                  <a:pt x="50202" y="0"/>
                </a:moveTo>
                <a:lnTo>
                  <a:pt x="63350" y="0"/>
                </a:lnTo>
                <a:lnTo>
                  <a:pt x="63350" y="53104"/>
                </a:lnTo>
                <a:lnTo>
                  <a:pt x="113553" y="53104"/>
                </a:lnTo>
                <a:lnTo>
                  <a:pt x="113553" y="65398"/>
                </a:lnTo>
                <a:lnTo>
                  <a:pt x="63350" y="65398"/>
                </a:lnTo>
                <a:lnTo>
                  <a:pt x="63350" y="118331"/>
                </a:lnTo>
                <a:lnTo>
                  <a:pt x="50202" y="118331"/>
                </a:lnTo>
                <a:lnTo>
                  <a:pt x="50202" y="65398"/>
                </a:lnTo>
                <a:lnTo>
                  <a:pt x="0" y="65398"/>
                </a:lnTo>
                <a:lnTo>
                  <a:pt x="0" y="53104"/>
                </a:lnTo>
                <a:lnTo>
                  <a:pt x="50202" y="53104"/>
                </a:lnTo>
                <a:lnTo>
                  <a:pt x="502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df-path-342">
            <a:extLst xmlns:a="http://schemas.openxmlformats.org/drawingml/2006/main">
              <a:ext uri="{FF2B5EF4-FFF2-40B4-BE49-F238E27FC236}">
                <a16:creationId xmlns:a16="http://schemas.microsoft.com/office/drawing/2014/main" id="{AC3C4D5B-9868-411A-A426-B62B4F10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5464" y="8332807"/>
            <a:ext cx="94771" cy="133187"/>
          </a:xfrm>
          <a:custGeom xmlns:a="http://schemas.openxmlformats.org/drawingml/2006/main">
            <a:pathLst>
              <a:path w="94771" h="133187">
                <a:moveTo>
                  <a:pt x="53960" y="0"/>
                </a:moveTo>
                <a:cubicBezTo>
                  <a:pt x="58741" y="0"/>
                  <a:pt x="62326" y="1025"/>
                  <a:pt x="64888" y="3245"/>
                </a:cubicBezTo>
                <a:cubicBezTo>
                  <a:pt x="67278" y="5464"/>
                  <a:pt x="69157" y="9049"/>
                  <a:pt x="70182" y="13831"/>
                </a:cubicBezTo>
                <a:cubicBezTo>
                  <a:pt x="71206" y="18441"/>
                  <a:pt x="71718" y="25442"/>
                  <a:pt x="71718" y="34663"/>
                </a:cubicBezTo>
                <a:cubicBezTo>
                  <a:pt x="71718" y="37565"/>
                  <a:pt x="71718" y="42005"/>
                  <a:pt x="71547" y="47640"/>
                </a:cubicBezTo>
                <a:lnTo>
                  <a:pt x="71206" y="62154"/>
                </a:lnTo>
                <a:cubicBezTo>
                  <a:pt x="70694" y="75984"/>
                  <a:pt x="70523" y="86913"/>
                  <a:pt x="70523" y="94767"/>
                </a:cubicBezTo>
                <a:cubicBezTo>
                  <a:pt x="70523" y="101256"/>
                  <a:pt x="70523" y="106208"/>
                  <a:pt x="70865" y="109794"/>
                </a:cubicBezTo>
                <a:cubicBezTo>
                  <a:pt x="71206" y="113379"/>
                  <a:pt x="71547" y="116111"/>
                  <a:pt x="72231" y="117990"/>
                </a:cubicBezTo>
                <a:cubicBezTo>
                  <a:pt x="72743" y="119697"/>
                  <a:pt x="73596" y="121064"/>
                  <a:pt x="74450" y="121575"/>
                </a:cubicBezTo>
                <a:cubicBezTo>
                  <a:pt x="75475" y="122259"/>
                  <a:pt x="76500" y="122600"/>
                  <a:pt x="77865" y="122600"/>
                </a:cubicBezTo>
                <a:cubicBezTo>
                  <a:pt x="79574" y="122600"/>
                  <a:pt x="81280" y="122088"/>
                  <a:pt x="82989" y="121064"/>
                </a:cubicBezTo>
                <a:cubicBezTo>
                  <a:pt x="84867" y="119868"/>
                  <a:pt x="87086" y="117990"/>
                  <a:pt x="89647" y="115087"/>
                </a:cubicBezTo>
                <a:lnTo>
                  <a:pt x="94771" y="120381"/>
                </a:lnTo>
                <a:cubicBezTo>
                  <a:pt x="90843" y="124308"/>
                  <a:pt x="86915" y="127552"/>
                  <a:pt x="82989" y="129772"/>
                </a:cubicBezTo>
                <a:cubicBezTo>
                  <a:pt x="79061" y="131991"/>
                  <a:pt x="75645" y="133187"/>
                  <a:pt x="72743" y="133187"/>
                </a:cubicBezTo>
                <a:cubicBezTo>
                  <a:pt x="69157" y="133187"/>
                  <a:pt x="66425" y="132504"/>
                  <a:pt x="64718" y="131138"/>
                </a:cubicBezTo>
                <a:cubicBezTo>
                  <a:pt x="62838" y="129601"/>
                  <a:pt x="61473" y="127381"/>
                  <a:pt x="60620" y="124137"/>
                </a:cubicBezTo>
                <a:cubicBezTo>
                  <a:pt x="59765" y="120893"/>
                  <a:pt x="59424" y="116111"/>
                  <a:pt x="59424" y="109794"/>
                </a:cubicBezTo>
                <a:cubicBezTo>
                  <a:pt x="59424" y="101085"/>
                  <a:pt x="60107" y="86742"/>
                  <a:pt x="61302" y="66935"/>
                </a:cubicBezTo>
                <a:lnTo>
                  <a:pt x="60449" y="66935"/>
                </a:lnTo>
                <a:cubicBezTo>
                  <a:pt x="42007" y="93914"/>
                  <a:pt x="28176" y="115599"/>
                  <a:pt x="18784" y="131650"/>
                </a:cubicBezTo>
                <a:lnTo>
                  <a:pt x="0" y="131650"/>
                </a:lnTo>
                <a:lnTo>
                  <a:pt x="1025" y="127211"/>
                </a:lnTo>
                <a:cubicBezTo>
                  <a:pt x="3758" y="123796"/>
                  <a:pt x="6660" y="120210"/>
                  <a:pt x="9393" y="116453"/>
                </a:cubicBezTo>
                <a:cubicBezTo>
                  <a:pt x="12295" y="112696"/>
                  <a:pt x="15711" y="108086"/>
                  <a:pt x="19808" y="102281"/>
                </a:cubicBezTo>
                <a:lnTo>
                  <a:pt x="60960" y="43884"/>
                </a:lnTo>
                <a:cubicBezTo>
                  <a:pt x="60960" y="37565"/>
                  <a:pt x="60620" y="32272"/>
                  <a:pt x="60107" y="28003"/>
                </a:cubicBezTo>
                <a:cubicBezTo>
                  <a:pt x="59595" y="23905"/>
                  <a:pt x="58912" y="20490"/>
                  <a:pt x="58058" y="17928"/>
                </a:cubicBezTo>
                <a:cubicBezTo>
                  <a:pt x="57204" y="15539"/>
                  <a:pt x="56179" y="13661"/>
                  <a:pt x="54643" y="12464"/>
                </a:cubicBezTo>
                <a:cubicBezTo>
                  <a:pt x="53276" y="11269"/>
                  <a:pt x="51398" y="10757"/>
                  <a:pt x="48838" y="10757"/>
                </a:cubicBezTo>
                <a:cubicBezTo>
                  <a:pt x="46958" y="10757"/>
                  <a:pt x="44909" y="11269"/>
                  <a:pt x="42689" y="12464"/>
                </a:cubicBezTo>
                <a:cubicBezTo>
                  <a:pt x="40641" y="13661"/>
                  <a:pt x="37567" y="16051"/>
                  <a:pt x="33640" y="19637"/>
                </a:cubicBezTo>
                <a:lnTo>
                  <a:pt x="28858" y="14342"/>
                </a:lnTo>
                <a:cubicBezTo>
                  <a:pt x="34494" y="8707"/>
                  <a:pt x="39104" y="4951"/>
                  <a:pt x="42860" y="3074"/>
                </a:cubicBezTo>
                <a:cubicBezTo>
                  <a:pt x="46618" y="1025"/>
                  <a:pt x="50373" y="0"/>
                  <a:pt x="53960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611B10E4-A261-43DA-85D7-7491639F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163" y="8435087"/>
            <a:ext cx="63522" cy="69496"/>
          </a:xfrm>
          <a:custGeom xmlns:a="http://schemas.openxmlformats.org/drawingml/2006/main">
            <a:pathLst>
              <a:path w="63522" h="69496">
                <a:moveTo>
                  <a:pt x="38079" y="6488"/>
                </a:moveTo>
                <a:cubicBezTo>
                  <a:pt x="35518" y="6488"/>
                  <a:pt x="33127" y="7172"/>
                  <a:pt x="31078" y="8196"/>
                </a:cubicBezTo>
                <a:cubicBezTo>
                  <a:pt x="28858" y="9391"/>
                  <a:pt x="26809" y="10928"/>
                  <a:pt x="24931" y="12807"/>
                </a:cubicBezTo>
                <a:cubicBezTo>
                  <a:pt x="23053" y="14855"/>
                  <a:pt x="21516" y="17075"/>
                  <a:pt x="19979" y="19808"/>
                </a:cubicBezTo>
                <a:cubicBezTo>
                  <a:pt x="18613" y="22539"/>
                  <a:pt x="17417" y="25442"/>
                  <a:pt x="16393" y="28516"/>
                </a:cubicBezTo>
                <a:cubicBezTo>
                  <a:pt x="15369" y="31589"/>
                  <a:pt x="14515" y="34834"/>
                  <a:pt x="14002" y="38078"/>
                </a:cubicBezTo>
                <a:cubicBezTo>
                  <a:pt x="13490" y="41493"/>
                  <a:pt x="13320" y="44908"/>
                  <a:pt x="13320" y="48152"/>
                </a:cubicBezTo>
                <a:cubicBezTo>
                  <a:pt x="13320" y="53275"/>
                  <a:pt x="14344" y="57202"/>
                  <a:pt x="16393" y="59592"/>
                </a:cubicBezTo>
                <a:cubicBezTo>
                  <a:pt x="18613" y="61983"/>
                  <a:pt x="21858" y="63178"/>
                  <a:pt x="26126" y="63178"/>
                </a:cubicBezTo>
                <a:cubicBezTo>
                  <a:pt x="28517" y="63178"/>
                  <a:pt x="30737" y="62667"/>
                  <a:pt x="32956" y="61471"/>
                </a:cubicBezTo>
                <a:cubicBezTo>
                  <a:pt x="35006" y="60275"/>
                  <a:pt x="37055" y="58568"/>
                  <a:pt x="38762" y="56690"/>
                </a:cubicBezTo>
                <a:cubicBezTo>
                  <a:pt x="40641" y="54640"/>
                  <a:pt x="42177" y="52250"/>
                  <a:pt x="43714" y="49518"/>
                </a:cubicBezTo>
                <a:cubicBezTo>
                  <a:pt x="45080" y="46786"/>
                  <a:pt x="46276" y="44054"/>
                  <a:pt x="47300" y="40810"/>
                </a:cubicBezTo>
                <a:cubicBezTo>
                  <a:pt x="48153" y="37737"/>
                  <a:pt x="49007" y="34663"/>
                  <a:pt x="49520" y="31418"/>
                </a:cubicBezTo>
                <a:cubicBezTo>
                  <a:pt x="50032" y="28003"/>
                  <a:pt x="50202" y="24759"/>
                  <a:pt x="50202" y="21685"/>
                </a:cubicBezTo>
                <a:cubicBezTo>
                  <a:pt x="50202" y="16734"/>
                  <a:pt x="49178" y="12978"/>
                  <a:pt x="47300" y="10416"/>
                </a:cubicBezTo>
                <a:cubicBezTo>
                  <a:pt x="45251" y="7854"/>
                  <a:pt x="42177" y="6488"/>
                  <a:pt x="38079" y="6488"/>
                </a:cubicBezTo>
                <a:moveTo>
                  <a:pt x="39275" y="0"/>
                </a:moveTo>
                <a:cubicBezTo>
                  <a:pt x="43373" y="0"/>
                  <a:pt x="46788" y="512"/>
                  <a:pt x="49861" y="1878"/>
                </a:cubicBezTo>
                <a:cubicBezTo>
                  <a:pt x="52935" y="3244"/>
                  <a:pt x="55325" y="4951"/>
                  <a:pt x="57375" y="7172"/>
                </a:cubicBezTo>
                <a:cubicBezTo>
                  <a:pt x="59424" y="9391"/>
                  <a:pt x="60960" y="11952"/>
                  <a:pt x="61985" y="15026"/>
                </a:cubicBezTo>
                <a:cubicBezTo>
                  <a:pt x="63009" y="17929"/>
                  <a:pt x="63522" y="21173"/>
                  <a:pt x="63522" y="24588"/>
                </a:cubicBezTo>
                <a:cubicBezTo>
                  <a:pt x="63522" y="31248"/>
                  <a:pt x="62497" y="37395"/>
                  <a:pt x="60449" y="43030"/>
                </a:cubicBezTo>
                <a:cubicBezTo>
                  <a:pt x="58400" y="48494"/>
                  <a:pt x="55667" y="53275"/>
                  <a:pt x="52082" y="57202"/>
                </a:cubicBezTo>
                <a:cubicBezTo>
                  <a:pt x="48495" y="61130"/>
                  <a:pt x="44397" y="64203"/>
                  <a:pt x="39616" y="66423"/>
                </a:cubicBezTo>
                <a:cubicBezTo>
                  <a:pt x="34664" y="68472"/>
                  <a:pt x="29542" y="69496"/>
                  <a:pt x="23906" y="69496"/>
                </a:cubicBezTo>
                <a:cubicBezTo>
                  <a:pt x="20149" y="69496"/>
                  <a:pt x="16904" y="68984"/>
                  <a:pt x="13831" y="67960"/>
                </a:cubicBezTo>
                <a:cubicBezTo>
                  <a:pt x="10928" y="66764"/>
                  <a:pt x="8538" y="65227"/>
                  <a:pt x="6318" y="63007"/>
                </a:cubicBezTo>
                <a:cubicBezTo>
                  <a:pt x="4270" y="60959"/>
                  <a:pt x="2733" y="58397"/>
                  <a:pt x="1708" y="55495"/>
                </a:cubicBezTo>
                <a:cubicBezTo>
                  <a:pt x="513" y="52421"/>
                  <a:pt x="0" y="49176"/>
                  <a:pt x="0" y="45420"/>
                </a:cubicBezTo>
                <a:cubicBezTo>
                  <a:pt x="0" y="39102"/>
                  <a:pt x="1025" y="33125"/>
                  <a:pt x="3074" y="27661"/>
                </a:cubicBezTo>
                <a:cubicBezTo>
                  <a:pt x="4953" y="22027"/>
                  <a:pt x="7684" y="17245"/>
                  <a:pt x="11271" y="13148"/>
                </a:cubicBezTo>
                <a:cubicBezTo>
                  <a:pt x="14686" y="9050"/>
                  <a:pt x="18955" y="5805"/>
                  <a:pt x="23735" y="3415"/>
                </a:cubicBezTo>
                <a:cubicBezTo>
                  <a:pt x="28517" y="1195"/>
                  <a:pt x="33640" y="0"/>
                  <a:pt x="3927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df-path-344">
            <a:extLst xmlns:a="http://schemas.openxmlformats.org/drawingml/2006/main">
              <a:ext uri="{FF2B5EF4-FFF2-40B4-BE49-F238E27FC236}">
                <a16:creationId xmlns:a16="http://schemas.microsoft.com/office/drawing/2014/main" id="{2D836D06-F559-404D-913F-6FB1257E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4663" y="8337417"/>
            <a:ext cx="111333" cy="128576"/>
          </a:xfrm>
          <a:custGeom xmlns:a="http://schemas.openxmlformats.org/drawingml/2006/main">
            <a:pathLst>
              <a:path w="111333" h="128576">
                <a:moveTo>
                  <a:pt x="80597" y="0"/>
                </a:moveTo>
                <a:cubicBezTo>
                  <a:pt x="86061" y="0"/>
                  <a:pt x="90671" y="1537"/>
                  <a:pt x="94598" y="4439"/>
                </a:cubicBezTo>
                <a:cubicBezTo>
                  <a:pt x="98697" y="7513"/>
                  <a:pt x="102111" y="11952"/>
                  <a:pt x="105186" y="17929"/>
                </a:cubicBezTo>
                <a:lnTo>
                  <a:pt x="91013" y="24075"/>
                </a:lnTo>
                <a:cubicBezTo>
                  <a:pt x="88111" y="17929"/>
                  <a:pt x="85549" y="13831"/>
                  <a:pt x="83500" y="11610"/>
                </a:cubicBezTo>
                <a:cubicBezTo>
                  <a:pt x="81280" y="9221"/>
                  <a:pt x="78547" y="8025"/>
                  <a:pt x="75473" y="8025"/>
                </a:cubicBezTo>
                <a:cubicBezTo>
                  <a:pt x="73767" y="8025"/>
                  <a:pt x="72059" y="8366"/>
                  <a:pt x="70693" y="9050"/>
                </a:cubicBezTo>
                <a:cubicBezTo>
                  <a:pt x="69155" y="9561"/>
                  <a:pt x="67791" y="10757"/>
                  <a:pt x="66595" y="12635"/>
                </a:cubicBezTo>
                <a:cubicBezTo>
                  <a:pt x="65399" y="14514"/>
                  <a:pt x="64375" y="16904"/>
                  <a:pt x="63522" y="19808"/>
                </a:cubicBezTo>
                <a:cubicBezTo>
                  <a:pt x="62667" y="22881"/>
                  <a:pt x="61472" y="27832"/>
                  <a:pt x="59935" y="34833"/>
                </a:cubicBezTo>
                <a:lnTo>
                  <a:pt x="53446" y="65398"/>
                </a:lnTo>
                <a:cubicBezTo>
                  <a:pt x="52593" y="70008"/>
                  <a:pt x="51397" y="73936"/>
                  <a:pt x="50202" y="77521"/>
                </a:cubicBezTo>
                <a:cubicBezTo>
                  <a:pt x="49007" y="80936"/>
                  <a:pt x="47470" y="84352"/>
                  <a:pt x="45933" y="87425"/>
                </a:cubicBezTo>
                <a:cubicBezTo>
                  <a:pt x="44226" y="90499"/>
                  <a:pt x="42518" y="93401"/>
                  <a:pt x="40811" y="95792"/>
                </a:cubicBezTo>
                <a:cubicBezTo>
                  <a:pt x="38933" y="98182"/>
                  <a:pt x="36884" y="100573"/>
                  <a:pt x="34493" y="103134"/>
                </a:cubicBezTo>
                <a:lnTo>
                  <a:pt x="34493" y="103987"/>
                </a:lnTo>
                <a:cubicBezTo>
                  <a:pt x="38420" y="103987"/>
                  <a:pt x="42177" y="104500"/>
                  <a:pt x="45933" y="105355"/>
                </a:cubicBezTo>
                <a:cubicBezTo>
                  <a:pt x="49861" y="106207"/>
                  <a:pt x="53446" y="107232"/>
                  <a:pt x="57202" y="108599"/>
                </a:cubicBezTo>
                <a:cubicBezTo>
                  <a:pt x="60960" y="109964"/>
                  <a:pt x="64546" y="111160"/>
                  <a:pt x="67961" y="112014"/>
                </a:cubicBezTo>
                <a:cubicBezTo>
                  <a:pt x="71376" y="112867"/>
                  <a:pt x="74620" y="113208"/>
                  <a:pt x="78035" y="113208"/>
                </a:cubicBezTo>
                <a:cubicBezTo>
                  <a:pt x="81622" y="113208"/>
                  <a:pt x="84695" y="112696"/>
                  <a:pt x="87256" y="111672"/>
                </a:cubicBezTo>
                <a:cubicBezTo>
                  <a:pt x="89647" y="110818"/>
                  <a:pt x="92209" y="109110"/>
                  <a:pt x="94598" y="106720"/>
                </a:cubicBezTo>
                <a:cubicBezTo>
                  <a:pt x="96989" y="104329"/>
                  <a:pt x="100233" y="100061"/>
                  <a:pt x="104332" y="93743"/>
                </a:cubicBezTo>
                <a:lnTo>
                  <a:pt x="111333" y="98353"/>
                </a:lnTo>
                <a:cubicBezTo>
                  <a:pt x="103820" y="109793"/>
                  <a:pt x="97502" y="117819"/>
                  <a:pt x="92209" y="122087"/>
                </a:cubicBezTo>
                <a:cubicBezTo>
                  <a:pt x="86915" y="126357"/>
                  <a:pt x="81622" y="128576"/>
                  <a:pt x="76157" y="128576"/>
                </a:cubicBezTo>
                <a:cubicBezTo>
                  <a:pt x="71547" y="128576"/>
                  <a:pt x="67278" y="128064"/>
                  <a:pt x="63180" y="127040"/>
                </a:cubicBezTo>
                <a:cubicBezTo>
                  <a:pt x="59082" y="126186"/>
                  <a:pt x="54984" y="124819"/>
                  <a:pt x="51055" y="123112"/>
                </a:cubicBezTo>
                <a:cubicBezTo>
                  <a:pt x="46616" y="121405"/>
                  <a:pt x="42860" y="120038"/>
                  <a:pt x="39615" y="119185"/>
                </a:cubicBezTo>
                <a:cubicBezTo>
                  <a:pt x="36371" y="118331"/>
                  <a:pt x="33126" y="117819"/>
                  <a:pt x="29711" y="117819"/>
                </a:cubicBezTo>
                <a:cubicBezTo>
                  <a:pt x="26126" y="117819"/>
                  <a:pt x="22540" y="118501"/>
                  <a:pt x="19296" y="119867"/>
                </a:cubicBezTo>
                <a:cubicBezTo>
                  <a:pt x="15880" y="121234"/>
                  <a:pt x="11099" y="124137"/>
                  <a:pt x="4951" y="128576"/>
                </a:cubicBezTo>
                <a:lnTo>
                  <a:pt x="0" y="122429"/>
                </a:lnTo>
                <a:cubicBezTo>
                  <a:pt x="7684" y="115599"/>
                  <a:pt x="14172" y="110818"/>
                  <a:pt x="19467" y="108257"/>
                </a:cubicBezTo>
                <a:cubicBezTo>
                  <a:pt x="26295" y="101768"/>
                  <a:pt x="31249" y="91523"/>
                  <a:pt x="34322" y="77350"/>
                </a:cubicBezTo>
                <a:lnTo>
                  <a:pt x="43031" y="36711"/>
                </a:lnTo>
                <a:cubicBezTo>
                  <a:pt x="44737" y="29369"/>
                  <a:pt x="46616" y="23392"/>
                  <a:pt x="48836" y="18953"/>
                </a:cubicBezTo>
                <a:cubicBezTo>
                  <a:pt x="51226" y="14514"/>
                  <a:pt x="53788" y="10928"/>
                  <a:pt x="57033" y="8537"/>
                </a:cubicBezTo>
                <a:cubicBezTo>
                  <a:pt x="60106" y="5976"/>
                  <a:pt x="63522" y="3928"/>
                  <a:pt x="67449" y="2390"/>
                </a:cubicBezTo>
                <a:cubicBezTo>
                  <a:pt x="71205" y="854"/>
                  <a:pt x="75644" y="0"/>
                  <a:pt x="80597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ED8CA87F-DF8B-43CF-8C3F-082E507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9143" y="8394278"/>
            <a:ext cx="264844" cy="133187"/>
          </a:xfrm>
          <a:custGeom xmlns:a="http://schemas.openxmlformats.org/drawingml/2006/main">
            <a:pathLst>
              <a:path w="264844" h="133187">
                <a:moveTo>
                  <a:pt x="146168" y="53275"/>
                </a:moveTo>
                <a:cubicBezTo>
                  <a:pt x="142582" y="53275"/>
                  <a:pt x="139680" y="53787"/>
                  <a:pt x="137118" y="54982"/>
                </a:cubicBezTo>
                <a:cubicBezTo>
                  <a:pt x="134728" y="56007"/>
                  <a:pt x="132336" y="57713"/>
                  <a:pt x="129947" y="59934"/>
                </a:cubicBezTo>
                <a:cubicBezTo>
                  <a:pt x="127385" y="62154"/>
                  <a:pt x="125678" y="64374"/>
                  <a:pt x="124482" y="66593"/>
                </a:cubicBezTo>
                <a:cubicBezTo>
                  <a:pt x="123458" y="68813"/>
                  <a:pt x="122774" y="71375"/>
                  <a:pt x="122774" y="74106"/>
                </a:cubicBezTo>
                <a:lnTo>
                  <a:pt x="122774" y="98524"/>
                </a:lnTo>
                <a:cubicBezTo>
                  <a:pt x="122774" y="103305"/>
                  <a:pt x="123116" y="107062"/>
                  <a:pt x="123458" y="109793"/>
                </a:cubicBezTo>
                <a:cubicBezTo>
                  <a:pt x="123969" y="112696"/>
                  <a:pt x="124653" y="114916"/>
                  <a:pt x="125678" y="116794"/>
                </a:cubicBezTo>
                <a:cubicBezTo>
                  <a:pt x="126702" y="118672"/>
                  <a:pt x="128068" y="120380"/>
                  <a:pt x="130118" y="121916"/>
                </a:cubicBezTo>
                <a:cubicBezTo>
                  <a:pt x="131995" y="123454"/>
                  <a:pt x="134216" y="124478"/>
                  <a:pt x="136605" y="124990"/>
                </a:cubicBezTo>
                <a:cubicBezTo>
                  <a:pt x="138996" y="125673"/>
                  <a:pt x="141558" y="125844"/>
                  <a:pt x="144460" y="125844"/>
                </a:cubicBezTo>
                <a:cubicBezTo>
                  <a:pt x="151974" y="125844"/>
                  <a:pt x="157438" y="122942"/>
                  <a:pt x="161365" y="116965"/>
                </a:cubicBezTo>
                <a:cubicBezTo>
                  <a:pt x="165122" y="110819"/>
                  <a:pt x="167001" y="101940"/>
                  <a:pt x="167001" y="89815"/>
                </a:cubicBezTo>
                <a:cubicBezTo>
                  <a:pt x="167001" y="77692"/>
                  <a:pt x="165293" y="68642"/>
                  <a:pt x="161878" y="62495"/>
                </a:cubicBezTo>
                <a:cubicBezTo>
                  <a:pt x="158292" y="56348"/>
                  <a:pt x="153169" y="53275"/>
                  <a:pt x="146168" y="53275"/>
                </a:cubicBezTo>
                <a:moveTo>
                  <a:pt x="40300" y="49347"/>
                </a:moveTo>
                <a:cubicBezTo>
                  <a:pt x="32957" y="49347"/>
                  <a:pt x="27322" y="52591"/>
                  <a:pt x="23224" y="59081"/>
                </a:cubicBezTo>
                <a:cubicBezTo>
                  <a:pt x="19296" y="65569"/>
                  <a:pt x="17418" y="74790"/>
                  <a:pt x="17418" y="86571"/>
                </a:cubicBezTo>
                <a:cubicBezTo>
                  <a:pt x="17418" y="99207"/>
                  <a:pt x="19296" y="108940"/>
                  <a:pt x="23395" y="115770"/>
                </a:cubicBezTo>
                <a:cubicBezTo>
                  <a:pt x="27322" y="122600"/>
                  <a:pt x="33127" y="125844"/>
                  <a:pt x="40641" y="125844"/>
                </a:cubicBezTo>
                <a:cubicBezTo>
                  <a:pt x="44739" y="125844"/>
                  <a:pt x="48325" y="124990"/>
                  <a:pt x="51057" y="122942"/>
                </a:cubicBezTo>
                <a:cubicBezTo>
                  <a:pt x="53960" y="120893"/>
                  <a:pt x="56351" y="118331"/>
                  <a:pt x="58229" y="114916"/>
                </a:cubicBezTo>
                <a:cubicBezTo>
                  <a:pt x="59936" y="111501"/>
                  <a:pt x="61303" y="107574"/>
                  <a:pt x="62156" y="103134"/>
                </a:cubicBezTo>
                <a:cubicBezTo>
                  <a:pt x="62839" y="98695"/>
                  <a:pt x="63351" y="94084"/>
                  <a:pt x="63351" y="89133"/>
                </a:cubicBezTo>
                <a:cubicBezTo>
                  <a:pt x="63351" y="80254"/>
                  <a:pt x="62326" y="72740"/>
                  <a:pt x="60278" y="66763"/>
                </a:cubicBezTo>
                <a:cubicBezTo>
                  <a:pt x="58229" y="60788"/>
                  <a:pt x="55667" y="56348"/>
                  <a:pt x="52082" y="53616"/>
                </a:cubicBezTo>
                <a:cubicBezTo>
                  <a:pt x="48667" y="50884"/>
                  <a:pt x="44739" y="49347"/>
                  <a:pt x="40300" y="49347"/>
                </a:cubicBezTo>
                <a:moveTo>
                  <a:pt x="237865" y="42175"/>
                </a:moveTo>
                <a:cubicBezTo>
                  <a:pt x="241791" y="42175"/>
                  <a:pt x="245719" y="42346"/>
                  <a:pt x="249476" y="42688"/>
                </a:cubicBezTo>
                <a:cubicBezTo>
                  <a:pt x="253232" y="43201"/>
                  <a:pt x="258014" y="43883"/>
                  <a:pt x="263819" y="45078"/>
                </a:cubicBezTo>
                <a:lnTo>
                  <a:pt x="263819" y="63861"/>
                </a:lnTo>
                <a:lnTo>
                  <a:pt x="254940" y="63861"/>
                </a:lnTo>
                <a:cubicBezTo>
                  <a:pt x="253574" y="60275"/>
                  <a:pt x="252037" y="57372"/>
                  <a:pt x="250159" y="55153"/>
                </a:cubicBezTo>
                <a:cubicBezTo>
                  <a:pt x="248280" y="53104"/>
                  <a:pt x="246232" y="51567"/>
                  <a:pt x="243841" y="50713"/>
                </a:cubicBezTo>
                <a:cubicBezTo>
                  <a:pt x="241620" y="49860"/>
                  <a:pt x="238718" y="49347"/>
                  <a:pt x="235302" y="49347"/>
                </a:cubicBezTo>
                <a:cubicBezTo>
                  <a:pt x="230351" y="49347"/>
                  <a:pt x="226423" y="50543"/>
                  <a:pt x="223520" y="52933"/>
                </a:cubicBezTo>
                <a:cubicBezTo>
                  <a:pt x="220618" y="55153"/>
                  <a:pt x="219252" y="58397"/>
                  <a:pt x="219252" y="62325"/>
                </a:cubicBezTo>
                <a:cubicBezTo>
                  <a:pt x="219252" y="65057"/>
                  <a:pt x="219764" y="67447"/>
                  <a:pt x="220959" y="69325"/>
                </a:cubicBezTo>
                <a:cubicBezTo>
                  <a:pt x="222155" y="71204"/>
                  <a:pt x="223862" y="72911"/>
                  <a:pt x="226423" y="74448"/>
                </a:cubicBezTo>
                <a:cubicBezTo>
                  <a:pt x="228814" y="75984"/>
                  <a:pt x="233083" y="78205"/>
                  <a:pt x="239401" y="80766"/>
                </a:cubicBezTo>
                <a:cubicBezTo>
                  <a:pt x="245548" y="83498"/>
                  <a:pt x="250500" y="86059"/>
                  <a:pt x="253916" y="88278"/>
                </a:cubicBezTo>
                <a:cubicBezTo>
                  <a:pt x="257330" y="90499"/>
                  <a:pt x="259891" y="93231"/>
                  <a:pt x="261941" y="96134"/>
                </a:cubicBezTo>
                <a:cubicBezTo>
                  <a:pt x="263819" y="99207"/>
                  <a:pt x="264844" y="102793"/>
                  <a:pt x="264844" y="106891"/>
                </a:cubicBezTo>
                <a:cubicBezTo>
                  <a:pt x="264844" y="111843"/>
                  <a:pt x="263990" y="115941"/>
                  <a:pt x="262283" y="119185"/>
                </a:cubicBezTo>
                <a:cubicBezTo>
                  <a:pt x="260574" y="122429"/>
                  <a:pt x="258355" y="125161"/>
                  <a:pt x="255281" y="127381"/>
                </a:cubicBezTo>
                <a:cubicBezTo>
                  <a:pt x="252208" y="129430"/>
                  <a:pt x="248621" y="130966"/>
                  <a:pt x="244523" y="131821"/>
                </a:cubicBezTo>
                <a:cubicBezTo>
                  <a:pt x="240426" y="132674"/>
                  <a:pt x="235814" y="133187"/>
                  <a:pt x="231034" y="133187"/>
                </a:cubicBezTo>
                <a:cubicBezTo>
                  <a:pt x="225912" y="133187"/>
                  <a:pt x="220789" y="132845"/>
                  <a:pt x="216008" y="131992"/>
                </a:cubicBezTo>
                <a:cubicBezTo>
                  <a:pt x="211055" y="131308"/>
                  <a:pt x="206445" y="130284"/>
                  <a:pt x="201834" y="129089"/>
                </a:cubicBezTo>
                <a:lnTo>
                  <a:pt x="201834" y="109793"/>
                </a:lnTo>
                <a:lnTo>
                  <a:pt x="210885" y="109793"/>
                </a:lnTo>
                <a:cubicBezTo>
                  <a:pt x="212421" y="115428"/>
                  <a:pt x="214983" y="119527"/>
                  <a:pt x="218227" y="122087"/>
                </a:cubicBezTo>
                <a:cubicBezTo>
                  <a:pt x="221472" y="124649"/>
                  <a:pt x="225912" y="125844"/>
                  <a:pt x="231546" y="125844"/>
                </a:cubicBezTo>
                <a:cubicBezTo>
                  <a:pt x="233766" y="125844"/>
                  <a:pt x="235985" y="125673"/>
                  <a:pt x="238035" y="125161"/>
                </a:cubicBezTo>
                <a:cubicBezTo>
                  <a:pt x="240255" y="124820"/>
                  <a:pt x="242133" y="123966"/>
                  <a:pt x="243841" y="122942"/>
                </a:cubicBezTo>
                <a:cubicBezTo>
                  <a:pt x="245378" y="121916"/>
                  <a:pt x="246744" y="120380"/>
                  <a:pt x="247767" y="118501"/>
                </a:cubicBezTo>
                <a:cubicBezTo>
                  <a:pt x="248792" y="116794"/>
                  <a:pt x="249134" y="114404"/>
                  <a:pt x="249134" y="111672"/>
                </a:cubicBezTo>
                <a:cubicBezTo>
                  <a:pt x="249134" y="108599"/>
                  <a:pt x="248621" y="106037"/>
                  <a:pt x="247427" y="103988"/>
                </a:cubicBezTo>
                <a:cubicBezTo>
                  <a:pt x="246061" y="102110"/>
                  <a:pt x="244182" y="100232"/>
                  <a:pt x="241620" y="98695"/>
                </a:cubicBezTo>
                <a:cubicBezTo>
                  <a:pt x="239059" y="96987"/>
                  <a:pt x="234621" y="94768"/>
                  <a:pt x="227961" y="92035"/>
                </a:cubicBezTo>
                <a:cubicBezTo>
                  <a:pt x="222497" y="89646"/>
                  <a:pt x="218056" y="87425"/>
                  <a:pt x="214641" y="85205"/>
                </a:cubicBezTo>
                <a:cubicBezTo>
                  <a:pt x="211226" y="82985"/>
                  <a:pt x="208494" y="80425"/>
                  <a:pt x="206616" y="77351"/>
                </a:cubicBezTo>
                <a:cubicBezTo>
                  <a:pt x="204738" y="74448"/>
                  <a:pt x="203714" y="70862"/>
                  <a:pt x="203714" y="66763"/>
                </a:cubicBezTo>
                <a:cubicBezTo>
                  <a:pt x="203714" y="61641"/>
                  <a:pt x="205078" y="57372"/>
                  <a:pt x="207811" y="53616"/>
                </a:cubicBezTo>
                <a:cubicBezTo>
                  <a:pt x="210543" y="49860"/>
                  <a:pt x="214470" y="47127"/>
                  <a:pt x="219594" y="45078"/>
                </a:cubicBezTo>
                <a:cubicBezTo>
                  <a:pt x="224887" y="43201"/>
                  <a:pt x="230863" y="42175"/>
                  <a:pt x="237865" y="42175"/>
                </a:cubicBezTo>
                <a:moveTo>
                  <a:pt x="40811" y="42175"/>
                </a:moveTo>
                <a:cubicBezTo>
                  <a:pt x="53789" y="42175"/>
                  <a:pt x="63864" y="45932"/>
                  <a:pt x="70523" y="53616"/>
                </a:cubicBezTo>
                <a:cubicBezTo>
                  <a:pt x="77353" y="61300"/>
                  <a:pt x="80769" y="72228"/>
                  <a:pt x="80769" y="86571"/>
                </a:cubicBezTo>
                <a:cubicBezTo>
                  <a:pt x="80769" y="96646"/>
                  <a:pt x="79061" y="105355"/>
                  <a:pt x="75646" y="112355"/>
                </a:cubicBezTo>
                <a:cubicBezTo>
                  <a:pt x="72231" y="119356"/>
                  <a:pt x="67450" y="124478"/>
                  <a:pt x="61303" y="128064"/>
                </a:cubicBezTo>
                <a:cubicBezTo>
                  <a:pt x="54985" y="131479"/>
                  <a:pt x="47813" y="133187"/>
                  <a:pt x="39275" y="133187"/>
                </a:cubicBezTo>
                <a:cubicBezTo>
                  <a:pt x="26468" y="133187"/>
                  <a:pt x="16735" y="129430"/>
                  <a:pt x="10076" y="121916"/>
                </a:cubicBezTo>
                <a:cubicBezTo>
                  <a:pt x="3245" y="114404"/>
                  <a:pt x="0" y="103305"/>
                  <a:pt x="0" y="88620"/>
                </a:cubicBezTo>
                <a:cubicBezTo>
                  <a:pt x="0" y="78375"/>
                  <a:pt x="1708" y="69838"/>
                  <a:pt x="5294" y="62837"/>
                </a:cubicBezTo>
                <a:cubicBezTo>
                  <a:pt x="8709" y="55836"/>
                  <a:pt x="13661" y="50713"/>
                  <a:pt x="19808" y="47298"/>
                </a:cubicBezTo>
                <a:cubicBezTo>
                  <a:pt x="25955" y="43883"/>
                  <a:pt x="32957" y="42175"/>
                  <a:pt x="40811" y="42175"/>
                </a:cubicBezTo>
                <a:moveTo>
                  <a:pt x="117311" y="0"/>
                </a:moveTo>
                <a:lnTo>
                  <a:pt x="122774" y="0"/>
                </a:lnTo>
                <a:lnTo>
                  <a:pt x="122774" y="58226"/>
                </a:lnTo>
                <a:lnTo>
                  <a:pt x="123116" y="58226"/>
                </a:lnTo>
                <a:cubicBezTo>
                  <a:pt x="127556" y="53787"/>
                  <a:pt x="131142" y="50543"/>
                  <a:pt x="133874" y="48494"/>
                </a:cubicBezTo>
                <a:cubicBezTo>
                  <a:pt x="136776" y="46445"/>
                  <a:pt x="139680" y="44907"/>
                  <a:pt x="142753" y="43883"/>
                </a:cubicBezTo>
                <a:cubicBezTo>
                  <a:pt x="145827" y="42859"/>
                  <a:pt x="149071" y="42175"/>
                  <a:pt x="152657" y="42175"/>
                </a:cubicBezTo>
                <a:cubicBezTo>
                  <a:pt x="159316" y="42175"/>
                  <a:pt x="164952" y="43883"/>
                  <a:pt x="169562" y="47298"/>
                </a:cubicBezTo>
                <a:cubicBezTo>
                  <a:pt x="174343" y="50543"/>
                  <a:pt x="177929" y="55665"/>
                  <a:pt x="180490" y="62325"/>
                </a:cubicBezTo>
                <a:cubicBezTo>
                  <a:pt x="183052" y="68984"/>
                  <a:pt x="184247" y="77180"/>
                  <a:pt x="184247" y="86913"/>
                </a:cubicBezTo>
                <a:cubicBezTo>
                  <a:pt x="184247" y="96816"/>
                  <a:pt x="182710" y="105355"/>
                  <a:pt x="179807" y="112184"/>
                </a:cubicBezTo>
                <a:cubicBezTo>
                  <a:pt x="176734" y="119185"/>
                  <a:pt x="172294" y="124308"/>
                  <a:pt x="166318" y="127893"/>
                </a:cubicBezTo>
                <a:cubicBezTo>
                  <a:pt x="160341" y="131479"/>
                  <a:pt x="153340" y="133187"/>
                  <a:pt x="145314" y="133187"/>
                </a:cubicBezTo>
                <a:cubicBezTo>
                  <a:pt x="140704" y="133187"/>
                  <a:pt x="136436" y="132845"/>
                  <a:pt x="132507" y="131992"/>
                </a:cubicBezTo>
                <a:cubicBezTo>
                  <a:pt x="128410" y="131137"/>
                  <a:pt x="124140" y="129601"/>
                  <a:pt x="119701" y="127552"/>
                </a:cubicBezTo>
                <a:lnTo>
                  <a:pt x="113383" y="133187"/>
                </a:lnTo>
                <a:lnTo>
                  <a:pt x="107065" y="131650"/>
                </a:lnTo>
                <a:lnTo>
                  <a:pt x="107065" y="31589"/>
                </a:lnTo>
                <a:cubicBezTo>
                  <a:pt x="107065" y="25783"/>
                  <a:pt x="106894" y="21686"/>
                  <a:pt x="106894" y="19295"/>
                </a:cubicBezTo>
                <a:cubicBezTo>
                  <a:pt x="106723" y="17075"/>
                  <a:pt x="106553" y="15025"/>
                  <a:pt x="106040" y="13319"/>
                </a:cubicBezTo>
                <a:cubicBezTo>
                  <a:pt x="105698" y="11781"/>
                  <a:pt x="105187" y="10416"/>
                  <a:pt x="104504" y="9562"/>
                </a:cubicBezTo>
                <a:cubicBezTo>
                  <a:pt x="103821" y="8708"/>
                  <a:pt x="102796" y="7854"/>
                  <a:pt x="101600" y="7343"/>
                </a:cubicBezTo>
                <a:cubicBezTo>
                  <a:pt x="100405" y="6830"/>
                  <a:pt x="98186" y="6318"/>
                  <a:pt x="95112" y="5635"/>
                </a:cubicBezTo>
                <a:lnTo>
                  <a:pt x="95112" y="854"/>
                </a:lnTo>
                <a:lnTo>
                  <a:pt x="11731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df-path-346">
            <a:extLst xmlns:a="http://schemas.openxmlformats.org/drawingml/2006/main">
              <a:ext uri="{FF2B5EF4-FFF2-40B4-BE49-F238E27FC236}">
                <a16:creationId xmlns:a16="http://schemas.microsoft.com/office/drawing/2014/main" id="{7ECF512B-BB3B-49FD-89C6-1EE6F453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7071" y="8351419"/>
            <a:ext cx="113552" cy="118331"/>
          </a:xfrm>
          <a:custGeom xmlns:a="http://schemas.openxmlformats.org/drawingml/2006/main">
            <a:pathLst>
              <a:path w="113552" h="118331">
                <a:moveTo>
                  <a:pt x="50202" y="0"/>
                </a:moveTo>
                <a:lnTo>
                  <a:pt x="63349" y="0"/>
                </a:lnTo>
                <a:lnTo>
                  <a:pt x="63349" y="53104"/>
                </a:lnTo>
                <a:lnTo>
                  <a:pt x="113552" y="53104"/>
                </a:lnTo>
                <a:lnTo>
                  <a:pt x="113552" y="65398"/>
                </a:lnTo>
                <a:lnTo>
                  <a:pt x="63349" y="65398"/>
                </a:lnTo>
                <a:lnTo>
                  <a:pt x="63349" y="118331"/>
                </a:lnTo>
                <a:lnTo>
                  <a:pt x="50202" y="118331"/>
                </a:lnTo>
                <a:lnTo>
                  <a:pt x="50202" y="65398"/>
                </a:lnTo>
                <a:lnTo>
                  <a:pt x="0" y="65398"/>
                </a:lnTo>
                <a:lnTo>
                  <a:pt x="0" y="53104"/>
                </a:lnTo>
                <a:lnTo>
                  <a:pt x="50202" y="53104"/>
                </a:lnTo>
                <a:lnTo>
                  <a:pt x="502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df-path-347">
            <a:extLst xmlns:a="http://schemas.openxmlformats.org/drawingml/2006/main">
              <a:ext uri="{FF2B5EF4-FFF2-40B4-BE49-F238E27FC236}">
                <a16:creationId xmlns:a16="http://schemas.microsoft.com/office/drawing/2014/main" id="{D61C6D72-3FA9-4D98-B376-0509E57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7143" y="8332807"/>
            <a:ext cx="94771" cy="133187"/>
          </a:xfrm>
          <a:custGeom xmlns:a="http://schemas.openxmlformats.org/drawingml/2006/main">
            <a:pathLst>
              <a:path w="94771" h="133187">
                <a:moveTo>
                  <a:pt x="53960" y="0"/>
                </a:moveTo>
                <a:cubicBezTo>
                  <a:pt x="58741" y="0"/>
                  <a:pt x="62326" y="1025"/>
                  <a:pt x="64888" y="3245"/>
                </a:cubicBezTo>
                <a:cubicBezTo>
                  <a:pt x="67278" y="5464"/>
                  <a:pt x="69157" y="9049"/>
                  <a:pt x="70182" y="13831"/>
                </a:cubicBezTo>
                <a:cubicBezTo>
                  <a:pt x="71206" y="18441"/>
                  <a:pt x="71718" y="25442"/>
                  <a:pt x="71718" y="34663"/>
                </a:cubicBezTo>
                <a:cubicBezTo>
                  <a:pt x="71718" y="37565"/>
                  <a:pt x="71718" y="42005"/>
                  <a:pt x="71547" y="47640"/>
                </a:cubicBezTo>
                <a:lnTo>
                  <a:pt x="71206" y="62154"/>
                </a:lnTo>
                <a:cubicBezTo>
                  <a:pt x="70694" y="75984"/>
                  <a:pt x="70523" y="86913"/>
                  <a:pt x="70523" y="94767"/>
                </a:cubicBezTo>
                <a:cubicBezTo>
                  <a:pt x="70523" y="101256"/>
                  <a:pt x="70523" y="106208"/>
                  <a:pt x="70865" y="109794"/>
                </a:cubicBezTo>
                <a:cubicBezTo>
                  <a:pt x="71206" y="113379"/>
                  <a:pt x="71547" y="116111"/>
                  <a:pt x="72231" y="117990"/>
                </a:cubicBezTo>
                <a:cubicBezTo>
                  <a:pt x="72742" y="119697"/>
                  <a:pt x="73596" y="121064"/>
                  <a:pt x="74450" y="121575"/>
                </a:cubicBezTo>
                <a:cubicBezTo>
                  <a:pt x="75475" y="122259"/>
                  <a:pt x="76500" y="122600"/>
                  <a:pt x="77865" y="122600"/>
                </a:cubicBezTo>
                <a:cubicBezTo>
                  <a:pt x="79573" y="122600"/>
                  <a:pt x="81280" y="122088"/>
                  <a:pt x="82989" y="121064"/>
                </a:cubicBezTo>
                <a:cubicBezTo>
                  <a:pt x="84866" y="119868"/>
                  <a:pt x="87086" y="117990"/>
                  <a:pt x="89647" y="115087"/>
                </a:cubicBezTo>
                <a:lnTo>
                  <a:pt x="94771" y="120381"/>
                </a:lnTo>
                <a:cubicBezTo>
                  <a:pt x="90842" y="124308"/>
                  <a:pt x="86915" y="127552"/>
                  <a:pt x="82989" y="129772"/>
                </a:cubicBezTo>
                <a:cubicBezTo>
                  <a:pt x="79060" y="131991"/>
                  <a:pt x="75646" y="133187"/>
                  <a:pt x="72742" y="133187"/>
                </a:cubicBezTo>
                <a:cubicBezTo>
                  <a:pt x="69157" y="133187"/>
                  <a:pt x="66424" y="132504"/>
                  <a:pt x="64718" y="131138"/>
                </a:cubicBezTo>
                <a:cubicBezTo>
                  <a:pt x="62839" y="129601"/>
                  <a:pt x="61473" y="127381"/>
                  <a:pt x="60619" y="124137"/>
                </a:cubicBezTo>
                <a:cubicBezTo>
                  <a:pt x="59764" y="120893"/>
                  <a:pt x="59424" y="116111"/>
                  <a:pt x="59424" y="109794"/>
                </a:cubicBezTo>
                <a:cubicBezTo>
                  <a:pt x="59424" y="101085"/>
                  <a:pt x="60106" y="86742"/>
                  <a:pt x="61302" y="66935"/>
                </a:cubicBezTo>
                <a:lnTo>
                  <a:pt x="60448" y="66935"/>
                </a:lnTo>
                <a:cubicBezTo>
                  <a:pt x="42006" y="93914"/>
                  <a:pt x="28176" y="115599"/>
                  <a:pt x="18784" y="131650"/>
                </a:cubicBezTo>
                <a:lnTo>
                  <a:pt x="0" y="131650"/>
                </a:lnTo>
                <a:lnTo>
                  <a:pt x="1025" y="127211"/>
                </a:lnTo>
                <a:cubicBezTo>
                  <a:pt x="3758" y="123796"/>
                  <a:pt x="6660" y="120210"/>
                  <a:pt x="9393" y="116453"/>
                </a:cubicBezTo>
                <a:cubicBezTo>
                  <a:pt x="12295" y="112696"/>
                  <a:pt x="15711" y="108086"/>
                  <a:pt x="19808" y="102281"/>
                </a:cubicBezTo>
                <a:lnTo>
                  <a:pt x="60960" y="43884"/>
                </a:lnTo>
                <a:cubicBezTo>
                  <a:pt x="60960" y="37565"/>
                  <a:pt x="60619" y="32272"/>
                  <a:pt x="60106" y="28003"/>
                </a:cubicBezTo>
                <a:cubicBezTo>
                  <a:pt x="59595" y="23905"/>
                  <a:pt x="58912" y="20490"/>
                  <a:pt x="58058" y="17928"/>
                </a:cubicBezTo>
                <a:cubicBezTo>
                  <a:pt x="57204" y="15539"/>
                  <a:pt x="56179" y="13661"/>
                  <a:pt x="54642" y="12464"/>
                </a:cubicBezTo>
                <a:cubicBezTo>
                  <a:pt x="53277" y="11269"/>
                  <a:pt x="51398" y="10757"/>
                  <a:pt x="48837" y="10757"/>
                </a:cubicBezTo>
                <a:cubicBezTo>
                  <a:pt x="46958" y="10757"/>
                  <a:pt x="44909" y="11269"/>
                  <a:pt x="42689" y="12464"/>
                </a:cubicBezTo>
                <a:cubicBezTo>
                  <a:pt x="40641" y="13661"/>
                  <a:pt x="37567" y="16051"/>
                  <a:pt x="33640" y="19637"/>
                </a:cubicBezTo>
                <a:lnTo>
                  <a:pt x="28858" y="14342"/>
                </a:lnTo>
                <a:cubicBezTo>
                  <a:pt x="34494" y="8707"/>
                  <a:pt x="39104" y="4951"/>
                  <a:pt x="42860" y="3074"/>
                </a:cubicBezTo>
                <a:cubicBezTo>
                  <a:pt x="46618" y="1025"/>
                  <a:pt x="50373" y="0"/>
                  <a:pt x="53960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df-path-348">
            <a:extLst xmlns:a="http://schemas.openxmlformats.org/drawingml/2006/main">
              <a:ext uri="{FF2B5EF4-FFF2-40B4-BE49-F238E27FC236}">
                <a16:creationId xmlns:a16="http://schemas.microsoft.com/office/drawing/2014/main" id="{12D3E155-EC28-42D2-A349-0EBA7C4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2671" y="8435087"/>
            <a:ext cx="74620" cy="69496"/>
          </a:xfrm>
          <a:custGeom xmlns:a="http://schemas.openxmlformats.org/drawingml/2006/main">
            <a:pathLst>
              <a:path w="74620" h="69496">
                <a:moveTo>
                  <a:pt x="38761" y="6488"/>
                </a:moveTo>
                <a:cubicBezTo>
                  <a:pt x="36029" y="6488"/>
                  <a:pt x="33639" y="7172"/>
                  <a:pt x="31419" y="8366"/>
                </a:cubicBezTo>
                <a:cubicBezTo>
                  <a:pt x="29028" y="9391"/>
                  <a:pt x="26979" y="11098"/>
                  <a:pt x="25101" y="13148"/>
                </a:cubicBezTo>
                <a:cubicBezTo>
                  <a:pt x="23222" y="15026"/>
                  <a:pt x="21515" y="17416"/>
                  <a:pt x="20149" y="19978"/>
                </a:cubicBezTo>
                <a:cubicBezTo>
                  <a:pt x="18612" y="22710"/>
                  <a:pt x="17416" y="25442"/>
                  <a:pt x="16392" y="28345"/>
                </a:cubicBezTo>
                <a:cubicBezTo>
                  <a:pt x="15368" y="31418"/>
                  <a:pt x="14685" y="34322"/>
                  <a:pt x="14172" y="37566"/>
                </a:cubicBezTo>
                <a:cubicBezTo>
                  <a:pt x="13661" y="40639"/>
                  <a:pt x="13490" y="43541"/>
                  <a:pt x="13490" y="46445"/>
                </a:cubicBezTo>
                <a:cubicBezTo>
                  <a:pt x="13490" y="51225"/>
                  <a:pt x="14172" y="54811"/>
                  <a:pt x="15368" y="57202"/>
                </a:cubicBezTo>
                <a:cubicBezTo>
                  <a:pt x="16734" y="59592"/>
                  <a:pt x="18954" y="60788"/>
                  <a:pt x="22028" y="60788"/>
                </a:cubicBezTo>
                <a:cubicBezTo>
                  <a:pt x="23563" y="60788"/>
                  <a:pt x="25101" y="60446"/>
                  <a:pt x="26467" y="59934"/>
                </a:cubicBezTo>
                <a:cubicBezTo>
                  <a:pt x="27833" y="59423"/>
                  <a:pt x="29369" y="58568"/>
                  <a:pt x="30907" y="57373"/>
                </a:cubicBezTo>
                <a:cubicBezTo>
                  <a:pt x="34835" y="54298"/>
                  <a:pt x="38249" y="50543"/>
                  <a:pt x="40981" y="46103"/>
                </a:cubicBezTo>
                <a:cubicBezTo>
                  <a:pt x="43714" y="41663"/>
                  <a:pt x="45763" y="36541"/>
                  <a:pt x="47128" y="30394"/>
                </a:cubicBezTo>
                <a:cubicBezTo>
                  <a:pt x="47811" y="27661"/>
                  <a:pt x="48323" y="25101"/>
                  <a:pt x="48665" y="22881"/>
                </a:cubicBezTo>
                <a:cubicBezTo>
                  <a:pt x="49007" y="20660"/>
                  <a:pt x="49177" y="18612"/>
                  <a:pt x="49177" y="16563"/>
                </a:cubicBezTo>
                <a:cubicBezTo>
                  <a:pt x="49177" y="12978"/>
                  <a:pt x="48323" y="10416"/>
                  <a:pt x="46617" y="8879"/>
                </a:cubicBezTo>
                <a:cubicBezTo>
                  <a:pt x="45079" y="7343"/>
                  <a:pt x="42347" y="6488"/>
                  <a:pt x="38761" y="6488"/>
                </a:cubicBezTo>
                <a:moveTo>
                  <a:pt x="37566" y="0"/>
                </a:moveTo>
                <a:cubicBezTo>
                  <a:pt x="41152" y="0"/>
                  <a:pt x="44225" y="341"/>
                  <a:pt x="46958" y="1195"/>
                </a:cubicBezTo>
                <a:cubicBezTo>
                  <a:pt x="49519" y="2049"/>
                  <a:pt x="52081" y="3073"/>
                  <a:pt x="54300" y="4610"/>
                </a:cubicBezTo>
                <a:lnTo>
                  <a:pt x="60789" y="0"/>
                </a:lnTo>
                <a:lnTo>
                  <a:pt x="66252" y="1366"/>
                </a:lnTo>
                <a:lnTo>
                  <a:pt x="56179" y="45249"/>
                </a:lnTo>
                <a:cubicBezTo>
                  <a:pt x="55496" y="47810"/>
                  <a:pt x="55154" y="49860"/>
                  <a:pt x="54983" y="51396"/>
                </a:cubicBezTo>
                <a:cubicBezTo>
                  <a:pt x="54641" y="53104"/>
                  <a:pt x="54641" y="54469"/>
                  <a:pt x="54641" y="55836"/>
                </a:cubicBezTo>
                <a:cubicBezTo>
                  <a:pt x="54641" y="57543"/>
                  <a:pt x="54983" y="58739"/>
                  <a:pt x="55666" y="59423"/>
                </a:cubicBezTo>
                <a:cubicBezTo>
                  <a:pt x="56349" y="60275"/>
                  <a:pt x="57374" y="60617"/>
                  <a:pt x="58570" y="60617"/>
                </a:cubicBezTo>
                <a:cubicBezTo>
                  <a:pt x="59423" y="60617"/>
                  <a:pt x="60105" y="60446"/>
                  <a:pt x="60959" y="60104"/>
                </a:cubicBezTo>
                <a:cubicBezTo>
                  <a:pt x="61814" y="59763"/>
                  <a:pt x="62667" y="59252"/>
                  <a:pt x="63521" y="58568"/>
                </a:cubicBezTo>
                <a:cubicBezTo>
                  <a:pt x="64375" y="58055"/>
                  <a:pt x="65399" y="57202"/>
                  <a:pt x="66594" y="56007"/>
                </a:cubicBezTo>
                <a:cubicBezTo>
                  <a:pt x="67619" y="54982"/>
                  <a:pt x="68814" y="53787"/>
                  <a:pt x="70181" y="52250"/>
                </a:cubicBezTo>
                <a:cubicBezTo>
                  <a:pt x="71035" y="53104"/>
                  <a:pt x="71717" y="53787"/>
                  <a:pt x="72400" y="54469"/>
                </a:cubicBezTo>
                <a:cubicBezTo>
                  <a:pt x="73254" y="55324"/>
                  <a:pt x="73937" y="56007"/>
                  <a:pt x="74620" y="56690"/>
                </a:cubicBezTo>
                <a:cubicBezTo>
                  <a:pt x="72400" y="58910"/>
                  <a:pt x="70352" y="60959"/>
                  <a:pt x="68643" y="62496"/>
                </a:cubicBezTo>
                <a:cubicBezTo>
                  <a:pt x="66765" y="64203"/>
                  <a:pt x="64888" y="65569"/>
                  <a:pt x="63179" y="66593"/>
                </a:cubicBezTo>
                <a:cubicBezTo>
                  <a:pt x="61472" y="67618"/>
                  <a:pt x="59765" y="68472"/>
                  <a:pt x="58228" y="68813"/>
                </a:cubicBezTo>
                <a:cubicBezTo>
                  <a:pt x="56520" y="69325"/>
                  <a:pt x="54812" y="69496"/>
                  <a:pt x="53105" y="69496"/>
                </a:cubicBezTo>
                <a:cubicBezTo>
                  <a:pt x="49861" y="69496"/>
                  <a:pt x="47299" y="68472"/>
                  <a:pt x="45592" y="66423"/>
                </a:cubicBezTo>
                <a:cubicBezTo>
                  <a:pt x="43714" y="64374"/>
                  <a:pt x="42859" y="61471"/>
                  <a:pt x="42859" y="57885"/>
                </a:cubicBezTo>
                <a:cubicBezTo>
                  <a:pt x="42859" y="55836"/>
                  <a:pt x="43201" y="53958"/>
                  <a:pt x="43714" y="52079"/>
                </a:cubicBezTo>
                <a:lnTo>
                  <a:pt x="42859" y="51738"/>
                </a:lnTo>
                <a:cubicBezTo>
                  <a:pt x="40639" y="54982"/>
                  <a:pt x="38420" y="57543"/>
                  <a:pt x="36200" y="59934"/>
                </a:cubicBezTo>
                <a:cubicBezTo>
                  <a:pt x="33981" y="62154"/>
                  <a:pt x="31931" y="63861"/>
                  <a:pt x="29882" y="65398"/>
                </a:cubicBezTo>
                <a:cubicBezTo>
                  <a:pt x="27663" y="66764"/>
                  <a:pt x="25614" y="67960"/>
                  <a:pt x="23393" y="68642"/>
                </a:cubicBezTo>
                <a:cubicBezTo>
                  <a:pt x="21345" y="69325"/>
                  <a:pt x="19125" y="69496"/>
                  <a:pt x="16734" y="69496"/>
                </a:cubicBezTo>
                <a:cubicBezTo>
                  <a:pt x="11440" y="69496"/>
                  <a:pt x="7343" y="67618"/>
                  <a:pt x="4439" y="63861"/>
                </a:cubicBezTo>
                <a:cubicBezTo>
                  <a:pt x="1537" y="60104"/>
                  <a:pt x="0" y="54469"/>
                  <a:pt x="0" y="47128"/>
                </a:cubicBezTo>
                <a:cubicBezTo>
                  <a:pt x="0" y="42859"/>
                  <a:pt x="512" y="38760"/>
                  <a:pt x="1366" y="34663"/>
                </a:cubicBezTo>
                <a:cubicBezTo>
                  <a:pt x="2390" y="30735"/>
                  <a:pt x="3586" y="26979"/>
                  <a:pt x="5293" y="23393"/>
                </a:cubicBezTo>
                <a:cubicBezTo>
                  <a:pt x="7001" y="19978"/>
                  <a:pt x="9050" y="16734"/>
                  <a:pt x="11269" y="13831"/>
                </a:cubicBezTo>
                <a:cubicBezTo>
                  <a:pt x="13661" y="10928"/>
                  <a:pt x="16221" y="8537"/>
                  <a:pt x="18954" y="6488"/>
                </a:cubicBezTo>
                <a:cubicBezTo>
                  <a:pt x="21686" y="4440"/>
                  <a:pt x="24759" y="2732"/>
                  <a:pt x="27833" y="1707"/>
                </a:cubicBezTo>
                <a:cubicBezTo>
                  <a:pt x="30907" y="512"/>
                  <a:pt x="34152" y="0"/>
                  <a:pt x="3756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df-path-349">
            <a:extLst xmlns:a="http://schemas.openxmlformats.org/drawingml/2006/main">
              <a:ext uri="{FF2B5EF4-FFF2-40B4-BE49-F238E27FC236}">
                <a16:creationId xmlns:a16="http://schemas.microsoft.com/office/drawing/2014/main" id="{5BD29A06-D953-4290-B3DD-D15700E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2488" y="8337417"/>
            <a:ext cx="111334" cy="128576"/>
          </a:xfrm>
          <a:custGeom xmlns:a="http://schemas.openxmlformats.org/drawingml/2006/main">
            <a:pathLst>
              <a:path w="111334" h="128576">
                <a:moveTo>
                  <a:pt x="80598" y="0"/>
                </a:moveTo>
                <a:cubicBezTo>
                  <a:pt x="86062" y="0"/>
                  <a:pt x="90672" y="1537"/>
                  <a:pt x="94600" y="4439"/>
                </a:cubicBezTo>
                <a:cubicBezTo>
                  <a:pt x="98698" y="7513"/>
                  <a:pt x="102113" y="11952"/>
                  <a:pt x="105187" y="17929"/>
                </a:cubicBezTo>
                <a:lnTo>
                  <a:pt x="91014" y="24075"/>
                </a:lnTo>
                <a:cubicBezTo>
                  <a:pt x="88111" y="17929"/>
                  <a:pt x="85550" y="13831"/>
                  <a:pt x="83500" y="11610"/>
                </a:cubicBezTo>
                <a:cubicBezTo>
                  <a:pt x="81280" y="9221"/>
                  <a:pt x="78549" y="8025"/>
                  <a:pt x="75475" y="8025"/>
                </a:cubicBezTo>
                <a:cubicBezTo>
                  <a:pt x="73768" y="8025"/>
                  <a:pt x="72060" y="8366"/>
                  <a:pt x="70694" y="9050"/>
                </a:cubicBezTo>
                <a:cubicBezTo>
                  <a:pt x="69157" y="9561"/>
                  <a:pt x="67792" y="10757"/>
                  <a:pt x="66596" y="12635"/>
                </a:cubicBezTo>
                <a:cubicBezTo>
                  <a:pt x="65400" y="14514"/>
                  <a:pt x="64376" y="16904"/>
                  <a:pt x="63522" y="19808"/>
                </a:cubicBezTo>
                <a:cubicBezTo>
                  <a:pt x="62668" y="22881"/>
                  <a:pt x="61474" y="27832"/>
                  <a:pt x="59936" y="34833"/>
                </a:cubicBezTo>
                <a:lnTo>
                  <a:pt x="53447" y="65398"/>
                </a:lnTo>
                <a:cubicBezTo>
                  <a:pt x="52594" y="70008"/>
                  <a:pt x="51398" y="73936"/>
                  <a:pt x="50202" y="77521"/>
                </a:cubicBezTo>
                <a:cubicBezTo>
                  <a:pt x="49008" y="80936"/>
                  <a:pt x="47471" y="84352"/>
                  <a:pt x="45934" y="87425"/>
                </a:cubicBezTo>
                <a:cubicBezTo>
                  <a:pt x="44226" y="90499"/>
                  <a:pt x="42520" y="93401"/>
                  <a:pt x="40811" y="95792"/>
                </a:cubicBezTo>
                <a:cubicBezTo>
                  <a:pt x="38933" y="98182"/>
                  <a:pt x="36885" y="100573"/>
                  <a:pt x="34494" y="103134"/>
                </a:cubicBezTo>
                <a:lnTo>
                  <a:pt x="34494" y="103987"/>
                </a:lnTo>
                <a:cubicBezTo>
                  <a:pt x="38420" y="103987"/>
                  <a:pt x="42178" y="104500"/>
                  <a:pt x="45934" y="105355"/>
                </a:cubicBezTo>
                <a:cubicBezTo>
                  <a:pt x="49862" y="106207"/>
                  <a:pt x="53447" y="107232"/>
                  <a:pt x="57204" y="108599"/>
                </a:cubicBezTo>
                <a:cubicBezTo>
                  <a:pt x="60961" y="109964"/>
                  <a:pt x="64547" y="111160"/>
                  <a:pt x="67962" y="112014"/>
                </a:cubicBezTo>
                <a:cubicBezTo>
                  <a:pt x="71377" y="112867"/>
                  <a:pt x="74620" y="113208"/>
                  <a:pt x="78036" y="113208"/>
                </a:cubicBezTo>
                <a:cubicBezTo>
                  <a:pt x="81622" y="113208"/>
                  <a:pt x="84696" y="112696"/>
                  <a:pt x="87258" y="111672"/>
                </a:cubicBezTo>
                <a:cubicBezTo>
                  <a:pt x="89647" y="110818"/>
                  <a:pt x="92209" y="109110"/>
                  <a:pt x="94600" y="106720"/>
                </a:cubicBezTo>
                <a:cubicBezTo>
                  <a:pt x="96991" y="104329"/>
                  <a:pt x="100234" y="100061"/>
                  <a:pt x="104333" y="93743"/>
                </a:cubicBezTo>
                <a:lnTo>
                  <a:pt x="111334" y="98353"/>
                </a:lnTo>
                <a:cubicBezTo>
                  <a:pt x="103821" y="109793"/>
                  <a:pt x="97503" y="117819"/>
                  <a:pt x="92209" y="122087"/>
                </a:cubicBezTo>
                <a:cubicBezTo>
                  <a:pt x="86915" y="126357"/>
                  <a:pt x="81622" y="128576"/>
                  <a:pt x="76158" y="128576"/>
                </a:cubicBezTo>
                <a:cubicBezTo>
                  <a:pt x="71547" y="128576"/>
                  <a:pt x="67279" y="128064"/>
                  <a:pt x="63180" y="127040"/>
                </a:cubicBezTo>
                <a:cubicBezTo>
                  <a:pt x="59082" y="126186"/>
                  <a:pt x="54985" y="124819"/>
                  <a:pt x="51057" y="123112"/>
                </a:cubicBezTo>
                <a:cubicBezTo>
                  <a:pt x="46618" y="121405"/>
                  <a:pt x="42861" y="120038"/>
                  <a:pt x="39616" y="119185"/>
                </a:cubicBezTo>
                <a:cubicBezTo>
                  <a:pt x="36372" y="118331"/>
                  <a:pt x="33127" y="117819"/>
                  <a:pt x="29713" y="117819"/>
                </a:cubicBezTo>
                <a:cubicBezTo>
                  <a:pt x="26126" y="117819"/>
                  <a:pt x="22540" y="118501"/>
                  <a:pt x="19296" y="119867"/>
                </a:cubicBezTo>
                <a:cubicBezTo>
                  <a:pt x="15882" y="121234"/>
                  <a:pt x="11100" y="124137"/>
                  <a:pt x="4953" y="128576"/>
                </a:cubicBezTo>
                <a:lnTo>
                  <a:pt x="0" y="122429"/>
                </a:lnTo>
                <a:cubicBezTo>
                  <a:pt x="7684" y="115599"/>
                  <a:pt x="14173" y="110818"/>
                  <a:pt x="19467" y="108257"/>
                </a:cubicBezTo>
                <a:cubicBezTo>
                  <a:pt x="26297" y="101768"/>
                  <a:pt x="31249" y="91523"/>
                  <a:pt x="34323" y="77350"/>
                </a:cubicBezTo>
                <a:lnTo>
                  <a:pt x="43032" y="36711"/>
                </a:lnTo>
                <a:cubicBezTo>
                  <a:pt x="44738" y="29369"/>
                  <a:pt x="46618" y="23392"/>
                  <a:pt x="48838" y="18953"/>
                </a:cubicBezTo>
                <a:cubicBezTo>
                  <a:pt x="51227" y="14514"/>
                  <a:pt x="53789" y="10928"/>
                  <a:pt x="57033" y="8537"/>
                </a:cubicBezTo>
                <a:cubicBezTo>
                  <a:pt x="60107" y="5976"/>
                  <a:pt x="63522" y="3928"/>
                  <a:pt x="67450" y="2390"/>
                </a:cubicBezTo>
                <a:cubicBezTo>
                  <a:pt x="71206" y="854"/>
                  <a:pt x="75646" y="0"/>
                  <a:pt x="8059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df-path-350">
            <a:extLst xmlns:a="http://schemas.openxmlformats.org/drawingml/2006/main">
              <a:ext uri="{FF2B5EF4-FFF2-40B4-BE49-F238E27FC236}">
                <a16:creationId xmlns:a16="http://schemas.microsoft.com/office/drawing/2014/main" id="{4FCA2AEA-3BBE-4DC0-AC01-BABD0CE1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579" y="8394790"/>
            <a:ext cx="233936" cy="112184"/>
          </a:xfrm>
          <a:custGeom xmlns:a="http://schemas.openxmlformats.org/drawingml/2006/main">
            <a:pathLst>
              <a:path w="233936" h="112184">
                <a:moveTo>
                  <a:pt x="53276" y="68813"/>
                </a:moveTo>
                <a:cubicBezTo>
                  <a:pt x="40811" y="68813"/>
                  <a:pt x="31420" y="70520"/>
                  <a:pt x="25272" y="73764"/>
                </a:cubicBezTo>
                <a:cubicBezTo>
                  <a:pt x="19125" y="76838"/>
                  <a:pt x="16051" y="81789"/>
                  <a:pt x="16051" y="88107"/>
                </a:cubicBezTo>
                <a:cubicBezTo>
                  <a:pt x="16051" y="91693"/>
                  <a:pt x="16734" y="94426"/>
                  <a:pt x="18100" y="96475"/>
                </a:cubicBezTo>
                <a:cubicBezTo>
                  <a:pt x="19467" y="98523"/>
                  <a:pt x="21344" y="99889"/>
                  <a:pt x="23393" y="100572"/>
                </a:cubicBezTo>
                <a:cubicBezTo>
                  <a:pt x="25614" y="101427"/>
                  <a:pt x="28175" y="101768"/>
                  <a:pt x="31078" y="101768"/>
                </a:cubicBezTo>
                <a:cubicBezTo>
                  <a:pt x="35175" y="101768"/>
                  <a:pt x="39102" y="100743"/>
                  <a:pt x="42518" y="98694"/>
                </a:cubicBezTo>
                <a:cubicBezTo>
                  <a:pt x="45762" y="96645"/>
                  <a:pt x="48495" y="94084"/>
                  <a:pt x="50373" y="91010"/>
                </a:cubicBezTo>
                <a:cubicBezTo>
                  <a:pt x="52251" y="87936"/>
                  <a:pt x="53276" y="84863"/>
                  <a:pt x="53276" y="81789"/>
                </a:cubicBezTo>
                <a:lnTo>
                  <a:pt x="53276" y="68813"/>
                </a:lnTo>
                <a:moveTo>
                  <a:pt x="135580" y="21173"/>
                </a:moveTo>
                <a:cubicBezTo>
                  <a:pt x="140703" y="21173"/>
                  <a:pt x="145313" y="21514"/>
                  <a:pt x="149583" y="22026"/>
                </a:cubicBezTo>
                <a:cubicBezTo>
                  <a:pt x="153851" y="22539"/>
                  <a:pt x="158120" y="23563"/>
                  <a:pt x="162389" y="24758"/>
                </a:cubicBezTo>
                <a:lnTo>
                  <a:pt x="162389" y="44054"/>
                </a:lnTo>
                <a:lnTo>
                  <a:pt x="150777" y="44054"/>
                </a:lnTo>
                <a:cubicBezTo>
                  <a:pt x="149583" y="40126"/>
                  <a:pt x="148387" y="36882"/>
                  <a:pt x="146850" y="34662"/>
                </a:cubicBezTo>
                <a:cubicBezTo>
                  <a:pt x="145313" y="32272"/>
                  <a:pt x="143605" y="30734"/>
                  <a:pt x="141556" y="29881"/>
                </a:cubicBezTo>
                <a:cubicBezTo>
                  <a:pt x="139507" y="28857"/>
                  <a:pt x="136947" y="28344"/>
                  <a:pt x="133873" y="28344"/>
                </a:cubicBezTo>
                <a:cubicBezTo>
                  <a:pt x="129604" y="28344"/>
                  <a:pt x="125847" y="29881"/>
                  <a:pt x="122603" y="32613"/>
                </a:cubicBezTo>
                <a:cubicBezTo>
                  <a:pt x="119187" y="35345"/>
                  <a:pt x="116627" y="39613"/>
                  <a:pt x="114747" y="45248"/>
                </a:cubicBezTo>
                <a:cubicBezTo>
                  <a:pt x="112698" y="50884"/>
                  <a:pt x="111845" y="57713"/>
                  <a:pt x="111845" y="65910"/>
                </a:cubicBezTo>
                <a:cubicBezTo>
                  <a:pt x="111845" y="71032"/>
                  <a:pt x="112187" y="75813"/>
                  <a:pt x="112869" y="80253"/>
                </a:cubicBezTo>
                <a:cubicBezTo>
                  <a:pt x="113553" y="84522"/>
                  <a:pt x="114918" y="88278"/>
                  <a:pt x="116627" y="91351"/>
                </a:cubicBezTo>
                <a:cubicBezTo>
                  <a:pt x="118505" y="94426"/>
                  <a:pt x="120724" y="96816"/>
                  <a:pt x="123798" y="98523"/>
                </a:cubicBezTo>
                <a:cubicBezTo>
                  <a:pt x="126700" y="100231"/>
                  <a:pt x="130287" y="101085"/>
                  <a:pt x="134727" y="101085"/>
                </a:cubicBezTo>
                <a:cubicBezTo>
                  <a:pt x="138995" y="101085"/>
                  <a:pt x="142923" y="100231"/>
                  <a:pt x="146509" y="98523"/>
                </a:cubicBezTo>
                <a:cubicBezTo>
                  <a:pt x="150094" y="96987"/>
                  <a:pt x="154022" y="93913"/>
                  <a:pt x="157949" y="89815"/>
                </a:cubicBezTo>
                <a:lnTo>
                  <a:pt x="163071" y="95963"/>
                </a:lnTo>
                <a:cubicBezTo>
                  <a:pt x="159998" y="99378"/>
                  <a:pt x="157266" y="101939"/>
                  <a:pt x="154876" y="103816"/>
                </a:cubicBezTo>
                <a:cubicBezTo>
                  <a:pt x="152485" y="105695"/>
                  <a:pt x="149925" y="107232"/>
                  <a:pt x="147192" y="108598"/>
                </a:cubicBezTo>
                <a:cubicBezTo>
                  <a:pt x="144459" y="109793"/>
                  <a:pt x="141727" y="110646"/>
                  <a:pt x="138995" y="111330"/>
                </a:cubicBezTo>
                <a:cubicBezTo>
                  <a:pt x="136434" y="111843"/>
                  <a:pt x="133531" y="112184"/>
                  <a:pt x="130287" y="112184"/>
                </a:cubicBezTo>
                <a:cubicBezTo>
                  <a:pt x="118847" y="112184"/>
                  <a:pt x="109967" y="108257"/>
                  <a:pt x="103820" y="100572"/>
                </a:cubicBezTo>
                <a:cubicBezTo>
                  <a:pt x="97672" y="92889"/>
                  <a:pt x="94598" y="81789"/>
                  <a:pt x="94598" y="67276"/>
                </a:cubicBezTo>
                <a:cubicBezTo>
                  <a:pt x="94598" y="58226"/>
                  <a:pt x="96306" y="50201"/>
                  <a:pt x="99722" y="43029"/>
                </a:cubicBezTo>
                <a:cubicBezTo>
                  <a:pt x="103136" y="36027"/>
                  <a:pt x="107918" y="30734"/>
                  <a:pt x="114235" y="26807"/>
                </a:cubicBezTo>
                <a:cubicBezTo>
                  <a:pt x="120382" y="23051"/>
                  <a:pt x="127554" y="21173"/>
                  <a:pt x="135580" y="21173"/>
                </a:cubicBezTo>
                <a:moveTo>
                  <a:pt x="43372" y="21173"/>
                </a:moveTo>
                <a:cubicBezTo>
                  <a:pt x="49349" y="21173"/>
                  <a:pt x="54300" y="22197"/>
                  <a:pt x="57886" y="24075"/>
                </a:cubicBezTo>
                <a:cubicBezTo>
                  <a:pt x="61643" y="25954"/>
                  <a:pt x="64375" y="29027"/>
                  <a:pt x="66253" y="32954"/>
                </a:cubicBezTo>
                <a:cubicBezTo>
                  <a:pt x="68132" y="36882"/>
                  <a:pt x="68985" y="42858"/>
                  <a:pt x="68985" y="51054"/>
                </a:cubicBezTo>
                <a:lnTo>
                  <a:pt x="68985" y="82985"/>
                </a:lnTo>
                <a:cubicBezTo>
                  <a:pt x="68985" y="87595"/>
                  <a:pt x="68985" y="90840"/>
                  <a:pt x="69156" y="92547"/>
                </a:cubicBezTo>
                <a:cubicBezTo>
                  <a:pt x="69156" y="94426"/>
                  <a:pt x="69327" y="96304"/>
                  <a:pt x="69669" y="97840"/>
                </a:cubicBezTo>
                <a:cubicBezTo>
                  <a:pt x="70009" y="99378"/>
                  <a:pt x="70351" y="100743"/>
                  <a:pt x="71034" y="101597"/>
                </a:cubicBezTo>
                <a:cubicBezTo>
                  <a:pt x="71547" y="102622"/>
                  <a:pt x="72571" y="103475"/>
                  <a:pt x="73767" y="104158"/>
                </a:cubicBezTo>
                <a:cubicBezTo>
                  <a:pt x="74962" y="104842"/>
                  <a:pt x="76840" y="105524"/>
                  <a:pt x="79572" y="106207"/>
                </a:cubicBezTo>
                <a:lnTo>
                  <a:pt x="79572" y="110646"/>
                </a:lnTo>
                <a:lnTo>
                  <a:pt x="54300" y="110646"/>
                </a:lnTo>
                <a:lnTo>
                  <a:pt x="54813" y="97499"/>
                </a:lnTo>
                <a:lnTo>
                  <a:pt x="53446" y="97157"/>
                </a:lnTo>
                <a:cubicBezTo>
                  <a:pt x="48153" y="102622"/>
                  <a:pt x="43031" y="106549"/>
                  <a:pt x="38420" y="108769"/>
                </a:cubicBezTo>
                <a:cubicBezTo>
                  <a:pt x="33638" y="110988"/>
                  <a:pt x="28687" y="112184"/>
                  <a:pt x="23393" y="112184"/>
                </a:cubicBezTo>
                <a:cubicBezTo>
                  <a:pt x="18783" y="112184"/>
                  <a:pt x="14684" y="111330"/>
                  <a:pt x="11099" y="109451"/>
                </a:cubicBezTo>
                <a:cubicBezTo>
                  <a:pt x="7513" y="107744"/>
                  <a:pt x="4781" y="105182"/>
                  <a:pt x="2902" y="101768"/>
                </a:cubicBezTo>
                <a:cubicBezTo>
                  <a:pt x="1025" y="98523"/>
                  <a:pt x="0" y="94766"/>
                  <a:pt x="0" y="90499"/>
                </a:cubicBezTo>
                <a:cubicBezTo>
                  <a:pt x="0" y="81449"/>
                  <a:pt x="4440" y="74619"/>
                  <a:pt x="13320" y="69666"/>
                </a:cubicBezTo>
                <a:cubicBezTo>
                  <a:pt x="22198" y="64885"/>
                  <a:pt x="35517" y="61982"/>
                  <a:pt x="53276" y="61128"/>
                </a:cubicBezTo>
                <a:lnTo>
                  <a:pt x="53276" y="55152"/>
                </a:lnTo>
                <a:cubicBezTo>
                  <a:pt x="53276" y="48834"/>
                  <a:pt x="52593" y="43883"/>
                  <a:pt x="51397" y="40126"/>
                </a:cubicBezTo>
                <a:cubicBezTo>
                  <a:pt x="50202" y="36369"/>
                  <a:pt x="48324" y="33808"/>
                  <a:pt x="45591" y="32101"/>
                </a:cubicBezTo>
                <a:cubicBezTo>
                  <a:pt x="43031" y="30222"/>
                  <a:pt x="39444" y="29369"/>
                  <a:pt x="35005" y="29369"/>
                </a:cubicBezTo>
                <a:cubicBezTo>
                  <a:pt x="30224" y="29369"/>
                  <a:pt x="26466" y="30734"/>
                  <a:pt x="23393" y="33296"/>
                </a:cubicBezTo>
                <a:cubicBezTo>
                  <a:pt x="20491" y="35686"/>
                  <a:pt x="18442" y="39443"/>
                  <a:pt x="16904" y="44566"/>
                </a:cubicBezTo>
                <a:lnTo>
                  <a:pt x="4781" y="44566"/>
                </a:lnTo>
                <a:lnTo>
                  <a:pt x="4781" y="32613"/>
                </a:lnTo>
                <a:cubicBezTo>
                  <a:pt x="10757" y="29539"/>
                  <a:pt x="15709" y="27319"/>
                  <a:pt x="19637" y="25783"/>
                </a:cubicBezTo>
                <a:cubicBezTo>
                  <a:pt x="23564" y="24417"/>
                  <a:pt x="27491" y="23222"/>
                  <a:pt x="31420" y="22368"/>
                </a:cubicBezTo>
                <a:cubicBezTo>
                  <a:pt x="35346" y="21514"/>
                  <a:pt x="39273" y="21173"/>
                  <a:pt x="43372" y="21173"/>
                </a:cubicBezTo>
                <a:moveTo>
                  <a:pt x="188685" y="0"/>
                </a:moveTo>
                <a:lnTo>
                  <a:pt x="201834" y="0"/>
                </a:lnTo>
                <a:lnTo>
                  <a:pt x="201834" y="22710"/>
                </a:lnTo>
                <a:lnTo>
                  <a:pt x="231545" y="22710"/>
                </a:lnTo>
                <a:lnTo>
                  <a:pt x="231545" y="32101"/>
                </a:lnTo>
                <a:lnTo>
                  <a:pt x="201834" y="32101"/>
                </a:lnTo>
                <a:lnTo>
                  <a:pt x="201834" y="72910"/>
                </a:lnTo>
                <a:cubicBezTo>
                  <a:pt x="201834" y="78886"/>
                  <a:pt x="202005" y="83669"/>
                  <a:pt x="202516" y="87254"/>
                </a:cubicBezTo>
                <a:cubicBezTo>
                  <a:pt x="203029" y="90669"/>
                  <a:pt x="203883" y="93572"/>
                  <a:pt x="205249" y="95450"/>
                </a:cubicBezTo>
                <a:cubicBezTo>
                  <a:pt x="206614" y="97499"/>
                  <a:pt x="208152" y="98865"/>
                  <a:pt x="209859" y="99719"/>
                </a:cubicBezTo>
                <a:cubicBezTo>
                  <a:pt x="211567" y="100572"/>
                  <a:pt x="213787" y="101085"/>
                  <a:pt x="216519" y="101085"/>
                </a:cubicBezTo>
                <a:cubicBezTo>
                  <a:pt x="218909" y="101085"/>
                  <a:pt x="221300" y="100572"/>
                  <a:pt x="223349" y="99549"/>
                </a:cubicBezTo>
                <a:cubicBezTo>
                  <a:pt x="225569" y="98523"/>
                  <a:pt x="227618" y="96987"/>
                  <a:pt x="229667" y="95108"/>
                </a:cubicBezTo>
                <a:lnTo>
                  <a:pt x="233936" y="100060"/>
                </a:lnTo>
                <a:cubicBezTo>
                  <a:pt x="229496" y="104329"/>
                  <a:pt x="225398" y="107402"/>
                  <a:pt x="221470" y="109281"/>
                </a:cubicBezTo>
                <a:cubicBezTo>
                  <a:pt x="217543" y="111159"/>
                  <a:pt x="213616" y="112184"/>
                  <a:pt x="209347" y="112184"/>
                </a:cubicBezTo>
                <a:cubicBezTo>
                  <a:pt x="201492" y="112184"/>
                  <a:pt x="195516" y="109793"/>
                  <a:pt x="191759" y="105182"/>
                </a:cubicBezTo>
                <a:cubicBezTo>
                  <a:pt x="187831" y="100401"/>
                  <a:pt x="185954" y="93059"/>
                  <a:pt x="185954" y="83156"/>
                </a:cubicBezTo>
                <a:lnTo>
                  <a:pt x="185954" y="32101"/>
                </a:lnTo>
                <a:lnTo>
                  <a:pt x="172293" y="32101"/>
                </a:lnTo>
                <a:lnTo>
                  <a:pt x="172293" y="27319"/>
                </a:lnTo>
                <a:cubicBezTo>
                  <a:pt x="175366" y="26807"/>
                  <a:pt x="177928" y="25954"/>
                  <a:pt x="179807" y="24758"/>
                </a:cubicBezTo>
                <a:cubicBezTo>
                  <a:pt x="181684" y="23563"/>
                  <a:pt x="183221" y="21856"/>
                  <a:pt x="184245" y="19977"/>
                </a:cubicBezTo>
                <a:cubicBezTo>
                  <a:pt x="185270" y="18099"/>
                  <a:pt x="186125" y="15709"/>
                  <a:pt x="186807" y="12806"/>
                </a:cubicBezTo>
                <a:cubicBezTo>
                  <a:pt x="187319" y="9732"/>
                  <a:pt x="188002" y="5634"/>
                  <a:pt x="18868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B8FDC3C5-9B50-487D-B194-07FF68517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02670ce9d43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9050" y="3000375"/>
            <a:ext cx="314325" cy="1143000"/>
          </a:xfrm>
          <a:prstGeom xmlns:a="http://schemas.openxmlformats.org/drawingml/2006/main" prst="rect">
            <a:avLst/>
          </a:prstGeom>
        </p:spPr>
      </p:pic>
      <p:sp>
        <p:nvSpPr>
          <p:cNvPr id="353" name="host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86E01FF0-85EC-4F3F-81F5-5CD9802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000375"/>
            <a:ext cx="314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32B3989-58A9-45E4-B161-A4AF0F545F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c2c60e48541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00300" y="3571875"/>
            <a:ext cx="228600" cy="485775"/>
          </a:xfrm>
          <a:prstGeom xmlns:a="http://schemas.openxmlformats.org/drawingml/2006/main" prst="rect">
            <a:avLst/>
          </a:prstGeom>
        </p:spPr>
      </p:pic>
      <p:sp>
        <p:nvSpPr>
          <p:cNvPr id="355" name="host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FFB1E8FB-F87A-41FB-A33B-1C79E09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571875"/>
            <a:ext cx="228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3D9B959-3B5B-47ED-8F27-F845BE4BC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0431daad746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43075" y="3228975"/>
            <a:ext cx="200025" cy="400050"/>
          </a:xfrm>
          <a:prstGeom xmlns:a="http://schemas.openxmlformats.org/drawingml/2006/main" prst="rect">
            <a:avLst/>
          </a:prstGeom>
        </p:spPr>
      </p:pic>
      <p:sp>
        <p:nvSpPr>
          <p:cNvPr id="357" name="host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D08CF2A9-2823-4410-90A6-199C794A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3228975"/>
            <a:ext cx="20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8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8BF446C7-6CE2-4229-86B1-1C8C8FE2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2705" y="7505422"/>
            <a:ext cx="978464" cy="20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</a:t>
            </a:r>
          </a:p>
        </p:txBody>
      </p:sp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C6AF26F3-00B4-410D-8FA5-040846D346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4880f6b5b4989"/>
          <a:srcRect xmlns:a="http://schemas.openxmlformats.org/drawingml/2006/main" l="113" t="0" r="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0381" y="2044846"/>
            <a:ext cx="1264278" cy="1686351"/>
          </a:xfrm>
          <a:prstGeom xmlns:a="http://schemas.openxmlformats.org/drawingml/2006/main" prst="rect">
            <a:avLst/>
          </a:prstGeom>
        </p:spPr>
      </p:pic>
      <p:sp>
        <p:nvSpPr>
          <p:cNvPr id="360" name="host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2B81CD4C-F585-47EE-BA3B-F7F9D504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381" y="2044846"/>
            <a:ext cx="1264278" cy="1686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1" name="pdf-path-356">
            <a:extLst xmlns:a="http://schemas.openxmlformats.org/drawingml/2006/main">
              <a:ext uri="{FF2B5EF4-FFF2-40B4-BE49-F238E27FC236}">
                <a16:creationId xmlns:a16="http://schemas.microsoft.com/office/drawing/2014/main" id="{ED2F5416-0475-4607-A60A-D4E4376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2600" y="2540326"/>
            <a:ext cx="100938" cy="250986"/>
          </a:xfrm>
          <a:custGeom xmlns:a="http://schemas.openxmlformats.org/drawingml/2006/main">
            <a:pathLst>
              <a:path w="100938" h="250986">
                <a:moveTo>
                  <a:pt x="95240" y="226685"/>
                </a:moveTo>
                <a:cubicBezTo>
                  <a:pt x="57407" y="214223"/>
                  <a:pt x="29681" y="148705"/>
                  <a:pt x="29789" y="72013"/>
                </a:cubicBezTo>
                <a:cubicBezTo>
                  <a:pt x="29847" y="62517"/>
                  <a:pt x="30332" y="53046"/>
                  <a:pt x="31236" y="43720"/>
                </a:cubicBezTo>
                <a:lnTo>
                  <a:pt x="31478" y="43720"/>
                </a:lnTo>
                <a:lnTo>
                  <a:pt x="36998" y="62843"/>
                </a:lnTo>
                <a:cubicBezTo>
                  <a:pt x="38665" y="68624"/>
                  <a:pt x="42358" y="70610"/>
                  <a:pt x="45247" y="67277"/>
                </a:cubicBezTo>
                <a:cubicBezTo>
                  <a:pt x="48137" y="63944"/>
                  <a:pt x="49130" y="56560"/>
                  <a:pt x="47463" y="50778"/>
                </a:cubicBezTo>
                <a:lnTo>
                  <a:pt x="34645" y="6440"/>
                </a:lnTo>
                <a:cubicBezTo>
                  <a:pt x="33848" y="3680"/>
                  <a:pt x="32536" y="1664"/>
                  <a:pt x="30996" y="830"/>
                </a:cubicBezTo>
                <a:cubicBezTo>
                  <a:pt x="29450" y="0"/>
                  <a:pt x="27798" y="433"/>
                  <a:pt x="26411" y="2036"/>
                </a:cubicBezTo>
                <a:lnTo>
                  <a:pt x="4092" y="27795"/>
                </a:lnTo>
                <a:cubicBezTo>
                  <a:pt x="1141" y="30886"/>
                  <a:pt x="0" y="38175"/>
                  <a:pt x="1543" y="44077"/>
                </a:cubicBezTo>
                <a:cubicBezTo>
                  <a:pt x="3089" y="49984"/>
                  <a:pt x="6733" y="52266"/>
                  <a:pt x="9684" y="49175"/>
                </a:cubicBezTo>
                <a:cubicBezTo>
                  <a:pt x="9835" y="49019"/>
                  <a:pt x="9983" y="48848"/>
                  <a:pt x="10124" y="48667"/>
                </a:cubicBezTo>
                <a:lnTo>
                  <a:pt x="19353" y="37990"/>
                </a:lnTo>
                <a:cubicBezTo>
                  <a:pt x="18280" y="49205"/>
                  <a:pt x="17735" y="60596"/>
                  <a:pt x="17724" y="72013"/>
                </a:cubicBezTo>
                <a:cubicBezTo>
                  <a:pt x="17589" y="160423"/>
                  <a:pt x="49522" y="235990"/>
                  <a:pt x="93129" y="250453"/>
                </a:cubicBezTo>
                <a:lnTo>
                  <a:pt x="94153" y="250453"/>
                </a:lnTo>
                <a:cubicBezTo>
                  <a:pt x="97486" y="250986"/>
                  <a:pt x="100402" y="246019"/>
                  <a:pt x="100668" y="239353"/>
                </a:cubicBezTo>
                <a:cubicBezTo>
                  <a:pt x="100938" y="232692"/>
                  <a:pt x="98452" y="226856"/>
                  <a:pt x="95119" y="226323"/>
                </a:cubicBezTo>
                <a:lnTo>
                  <a:pt x="95240" y="226685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sp>
        <p:nvSpPr>
          <p:cNvPr id="362" name="pdf-path-358">
            <a:extLst xmlns:a="http://schemas.openxmlformats.org/drawingml/2006/main">
              <a:ext uri="{FF2B5EF4-FFF2-40B4-BE49-F238E27FC236}">
                <a16:creationId xmlns:a16="http://schemas.microsoft.com/office/drawing/2014/main" id="{A19A6F11-EF2B-4601-A685-55986B03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7990" y="2539758"/>
            <a:ext cx="83471" cy="278604"/>
          </a:xfrm>
          <a:custGeom xmlns:a="http://schemas.openxmlformats.org/drawingml/2006/main">
            <a:pathLst>
              <a:path w="83471" h="278604">
                <a:moveTo>
                  <a:pt x="83302" y="72580"/>
                </a:moveTo>
                <a:cubicBezTo>
                  <a:pt x="83315" y="51024"/>
                  <a:pt x="81408" y="29639"/>
                  <a:pt x="77662" y="9421"/>
                </a:cubicBezTo>
                <a:cubicBezTo>
                  <a:pt x="76499" y="3177"/>
                  <a:pt x="73020" y="0"/>
                  <a:pt x="69896" y="2332"/>
                </a:cubicBezTo>
                <a:cubicBezTo>
                  <a:pt x="66774" y="4665"/>
                  <a:pt x="65188" y="11623"/>
                  <a:pt x="66352" y="17866"/>
                </a:cubicBezTo>
                <a:cubicBezTo>
                  <a:pt x="81455" y="99053"/>
                  <a:pt x="60793" y="189354"/>
                  <a:pt x="20203" y="219561"/>
                </a:cubicBezTo>
                <a:cubicBezTo>
                  <a:pt x="19914" y="219777"/>
                  <a:pt x="19622" y="219989"/>
                  <a:pt x="19331" y="220194"/>
                </a:cubicBezTo>
                <a:lnTo>
                  <a:pt x="24820" y="201011"/>
                </a:lnTo>
                <a:cubicBezTo>
                  <a:pt x="26486" y="195215"/>
                  <a:pt x="25489" y="187815"/>
                  <a:pt x="22588" y="184482"/>
                </a:cubicBezTo>
                <a:cubicBezTo>
                  <a:pt x="19690" y="181149"/>
                  <a:pt x="15991" y="183150"/>
                  <a:pt x="14324" y="188946"/>
                </a:cubicBezTo>
                <a:lnTo>
                  <a:pt x="1656" y="233405"/>
                </a:lnTo>
                <a:cubicBezTo>
                  <a:pt x="0" y="239187"/>
                  <a:pt x="998" y="246561"/>
                  <a:pt x="3888" y="249874"/>
                </a:cubicBezTo>
                <a:lnTo>
                  <a:pt x="26117" y="275271"/>
                </a:lnTo>
                <a:cubicBezTo>
                  <a:pt x="29017" y="278604"/>
                  <a:pt x="32717" y="276603"/>
                  <a:pt x="34381" y="270807"/>
                </a:cubicBezTo>
                <a:cubicBezTo>
                  <a:pt x="36048" y="265011"/>
                  <a:pt x="35050" y="257611"/>
                  <a:pt x="32149" y="254278"/>
                </a:cubicBezTo>
                <a:lnTo>
                  <a:pt x="22738" y="243600"/>
                </a:lnTo>
                <a:cubicBezTo>
                  <a:pt x="59131" y="218350"/>
                  <a:pt x="83471" y="149620"/>
                  <a:pt x="83302" y="72580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sp>
        <p:nvSpPr>
          <p:cNvPr id="363" name="pdf-path-360">
            <a:extLst xmlns:a="http://schemas.openxmlformats.org/drawingml/2006/main">
              <a:ext uri="{FF2B5EF4-FFF2-40B4-BE49-F238E27FC236}">
                <a16:creationId xmlns:a16="http://schemas.microsoft.com/office/drawing/2014/main" id="{5FB2F2C0-39FA-4FFC-B047-C864EF0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9442" y="2409613"/>
            <a:ext cx="142185" cy="107488"/>
          </a:xfrm>
          <a:custGeom xmlns:a="http://schemas.openxmlformats.org/drawingml/2006/main">
            <a:pathLst>
              <a:path w="142185" h="107488">
                <a:moveTo>
                  <a:pt x="110576" y="81896"/>
                </a:moveTo>
                <a:cubicBezTo>
                  <a:pt x="107246" y="81896"/>
                  <a:pt x="104544" y="87300"/>
                  <a:pt x="104544" y="93961"/>
                </a:cubicBezTo>
                <a:cubicBezTo>
                  <a:pt x="104544" y="100626"/>
                  <a:pt x="107246" y="106026"/>
                  <a:pt x="110576" y="106026"/>
                </a:cubicBezTo>
                <a:lnTo>
                  <a:pt x="135368" y="106026"/>
                </a:lnTo>
                <a:cubicBezTo>
                  <a:pt x="135600" y="106056"/>
                  <a:pt x="135834" y="106056"/>
                  <a:pt x="136063" y="106026"/>
                </a:cubicBezTo>
                <a:cubicBezTo>
                  <a:pt x="137224" y="106026"/>
                  <a:pt x="138360" y="105332"/>
                  <a:pt x="139320" y="104035"/>
                </a:cubicBezTo>
                <a:lnTo>
                  <a:pt x="139743" y="103492"/>
                </a:lnTo>
                <a:lnTo>
                  <a:pt x="139923" y="103191"/>
                </a:lnTo>
                <a:lnTo>
                  <a:pt x="140316" y="102587"/>
                </a:lnTo>
                <a:cubicBezTo>
                  <a:pt x="141496" y="100335"/>
                  <a:pt x="142173" y="97223"/>
                  <a:pt x="142185" y="93961"/>
                </a:cubicBezTo>
                <a:lnTo>
                  <a:pt x="142185" y="42806"/>
                </a:lnTo>
                <a:cubicBezTo>
                  <a:pt x="142185" y="36145"/>
                  <a:pt x="139485" y="30741"/>
                  <a:pt x="136153" y="30741"/>
                </a:cubicBezTo>
                <a:cubicBezTo>
                  <a:pt x="132823" y="30741"/>
                  <a:pt x="130121" y="36145"/>
                  <a:pt x="130121" y="42806"/>
                </a:cubicBezTo>
                <a:lnTo>
                  <a:pt x="130121" y="64824"/>
                </a:lnTo>
                <a:cubicBezTo>
                  <a:pt x="92085" y="0"/>
                  <a:pt x="34977" y="9119"/>
                  <a:pt x="2564" y="85193"/>
                </a:cubicBezTo>
                <a:cubicBezTo>
                  <a:pt x="2425" y="85520"/>
                  <a:pt x="2287" y="85852"/>
                  <a:pt x="2146" y="86178"/>
                </a:cubicBezTo>
                <a:cubicBezTo>
                  <a:pt x="0" y="91276"/>
                  <a:pt x="322" y="98892"/>
                  <a:pt x="2870" y="103190"/>
                </a:cubicBezTo>
                <a:cubicBezTo>
                  <a:pt x="5419" y="107488"/>
                  <a:pt x="9229" y="106840"/>
                  <a:pt x="11376" y="101742"/>
                </a:cubicBezTo>
                <a:cubicBezTo>
                  <a:pt x="39076" y="35758"/>
                  <a:pt x="88204" y="26814"/>
                  <a:pt x="121405" y="81715"/>
                </a:cubicBezTo>
                <a:lnTo>
                  <a:pt x="110576" y="81896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sp>
        <p:nvSpPr>
          <p:cNvPr id="364" name="pdf-path-362">
            <a:extLst xmlns:a="http://schemas.openxmlformats.org/drawingml/2006/main">
              <a:ext uri="{FF2B5EF4-FFF2-40B4-BE49-F238E27FC236}">
                <a16:creationId xmlns:a16="http://schemas.microsoft.com/office/drawing/2014/main" id="{081D4BF8-C870-434F-B023-1CDFC6D8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8117" y="3100474"/>
            <a:ext cx="159527" cy="251860"/>
          </a:xfrm>
          <a:custGeom xmlns:a="http://schemas.openxmlformats.org/drawingml/2006/main">
            <a:pathLst>
              <a:path w="159527" h="251860">
                <a:moveTo>
                  <a:pt x="150523" y="227475"/>
                </a:moveTo>
                <a:cubicBezTo>
                  <a:pt x="90730" y="214969"/>
                  <a:pt x="46911" y="149223"/>
                  <a:pt x="47081" y="72263"/>
                </a:cubicBezTo>
                <a:cubicBezTo>
                  <a:pt x="47173" y="62734"/>
                  <a:pt x="47940" y="53230"/>
                  <a:pt x="49370" y="43873"/>
                </a:cubicBezTo>
                <a:lnTo>
                  <a:pt x="49751" y="43873"/>
                </a:lnTo>
                <a:lnTo>
                  <a:pt x="58474" y="63062"/>
                </a:lnTo>
                <a:cubicBezTo>
                  <a:pt x="61107" y="68863"/>
                  <a:pt x="66947" y="70856"/>
                  <a:pt x="71512" y="67512"/>
                </a:cubicBezTo>
                <a:cubicBezTo>
                  <a:pt x="76079" y="64167"/>
                  <a:pt x="77649" y="56757"/>
                  <a:pt x="75015" y="50955"/>
                </a:cubicBezTo>
                <a:lnTo>
                  <a:pt x="54755" y="6462"/>
                </a:lnTo>
                <a:cubicBezTo>
                  <a:pt x="53496" y="3693"/>
                  <a:pt x="51423" y="1670"/>
                  <a:pt x="48988" y="832"/>
                </a:cubicBezTo>
                <a:cubicBezTo>
                  <a:pt x="46545" y="0"/>
                  <a:pt x="43935" y="434"/>
                  <a:pt x="41742" y="2043"/>
                </a:cubicBezTo>
                <a:lnTo>
                  <a:pt x="6467" y="27891"/>
                </a:lnTo>
                <a:cubicBezTo>
                  <a:pt x="1804" y="30994"/>
                  <a:pt x="0" y="38308"/>
                  <a:pt x="2439" y="44231"/>
                </a:cubicBezTo>
                <a:cubicBezTo>
                  <a:pt x="4883" y="50158"/>
                  <a:pt x="10642" y="52448"/>
                  <a:pt x="15306" y="49346"/>
                </a:cubicBezTo>
                <a:cubicBezTo>
                  <a:pt x="15544" y="49190"/>
                  <a:pt x="15779" y="49018"/>
                  <a:pt x="16001" y="48836"/>
                </a:cubicBezTo>
                <a:lnTo>
                  <a:pt x="30588" y="38122"/>
                </a:lnTo>
                <a:cubicBezTo>
                  <a:pt x="28892" y="49376"/>
                  <a:pt x="28030" y="60807"/>
                  <a:pt x="28013" y="72263"/>
                </a:cubicBezTo>
                <a:cubicBezTo>
                  <a:pt x="27800" y="160982"/>
                  <a:pt x="78269" y="236812"/>
                  <a:pt x="147185" y="251325"/>
                </a:cubicBezTo>
                <a:lnTo>
                  <a:pt x="148807" y="251325"/>
                </a:lnTo>
                <a:cubicBezTo>
                  <a:pt x="154074" y="251860"/>
                  <a:pt x="158682" y="246876"/>
                  <a:pt x="159103" y="240187"/>
                </a:cubicBezTo>
                <a:cubicBezTo>
                  <a:pt x="159527" y="233503"/>
                  <a:pt x="155599" y="227646"/>
                  <a:pt x="150332" y="227111"/>
                </a:cubicBezTo>
                <a:lnTo>
                  <a:pt x="150523" y="227475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6096">
            <a:solidFill>
              <a:srgbClr val="00B050"/>
            </a:solidFill>
            <a:prstDash val="solid"/>
          </a:ln>
        </p:spPr>
      </p:sp>
      <p:sp>
        <p:nvSpPr>
          <p:cNvPr id="365" name="pdf-path-364">
            <a:extLst xmlns:a="http://schemas.openxmlformats.org/drawingml/2006/main">
              <a:ext uri="{FF2B5EF4-FFF2-40B4-BE49-F238E27FC236}">
                <a16:creationId xmlns:a16="http://schemas.microsoft.com/office/drawing/2014/main" id="{E6145077-75E5-4DC9-A06D-404B7F93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0485" y="3099904"/>
            <a:ext cx="131923" cy="279574"/>
          </a:xfrm>
          <a:custGeom xmlns:a="http://schemas.openxmlformats.org/drawingml/2006/main">
            <a:pathLst>
              <a:path w="131923" h="279574">
                <a:moveTo>
                  <a:pt x="131657" y="72834"/>
                </a:moveTo>
                <a:cubicBezTo>
                  <a:pt x="131677" y="51202"/>
                  <a:pt x="128662" y="29743"/>
                  <a:pt x="122743" y="9454"/>
                </a:cubicBezTo>
                <a:cubicBezTo>
                  <a:pt x="120904" y="3188"/>
                  <a:pt x="115406" y="0"/>
                  <a:pt x="110468" y="2341"/>
                </a:cubicBezTo>
                <a:cubicBezTo>
                  <a:pt x="105534" y="4682"/>
                  <a:pt x="103028" y="11663"/>
                  <a:pt x="104867" y="17928"/>
                </a:cubicBezTo>
                <a:cubicBezTo>
                  <a:pt x="128737" y="99398"/>
                  <a:pt x="96080" y="190014"/>
                  <a:pt x="31931" y="220326"/>
                </a:cubicBezTo>
                <a:cubicBezTo>
                  <a:pt x="31474" y="220543"/>
                  <a:pt x="31012" y="220755"/>
                  <a:pt x="30552" y="220962"/>
                </a:cubicBezTo>
                <a:lnTo>
                  <a:pt x="39228" y="201712"/>
                </a:lnTo>
                <a:cubicBezTo>
                  <a:pt x="41861" y="195895"/>
                  <a:pt x="40284" y="188470"/>
                  <a:pt x="35700" y="185125"/>
                </a:cubicBezTo>
                <a:cubicBezTo>
                  <a:pt x="31120" y="181781"/>
                  <a:pt x="25273" y="183788"/>
                  <a:pt x="22639" y="189605"/>
                </a:cubicBezTo>
                <a:lnTo>
                  <a:pt x="2618" y="234219"/>
                </a:lnTo>
                <a:cubicBezTo>
                  <a:pt x="0" y="240020"/>
                  <a:pt x="1578" y="247420"/>
                  <a:pt x="6145" y="250745"/>
                </a:cubicBezTo>
                <a:lnTo>
                  <a:pt x="41277" y="276230"/>
                </a:lnTo>
                <a:cubicBezTo>
                  <a:pt x="45861" y="279574"/>
                  <a:pt x="51709" y="277567"/>
                  <a:pt x="54339" y="271750"/>
                </a:cubicBezTo>
                <a:cubicBezTo>
                  <a:pt x="56972" y="265934"/>
                  <a:pt x="55395" y="258508"/>
                  <a:pt x="50811" y="255164"/>
                </a:cubicBezTo>
                <a:lnTo>
                  <a:pt x="35939" y="244449"/>
                </a:lnTo>
                <a:cubicBezTo>
                  <a:pt x="93455" y="219110"/>
                  <a:pt x="131923" y="150141"/>
                  <a:pt x="131657" y="72834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6096">
            <a:solidFill>
              <a:srgbClr val="00B050"/>
            </a:solidFill>
            <a:prstDash val="solid"/>
          </a:ln>
        </p:spPr>
      </p:sp>
      <p:sp>
        <p:nvSpPr>
          <p:cNvPr id="366" name="pdf-path-366">
            <a:extLst xmlns:a="http://schemas.openxmlformats.org/drawingml/2006/main">
              <a:ext uri="{FF2B5EF4-FFF2-40B4-BE49-F238E27FC236}">
                <a16:creationId xmlns:a16="http://schemas.microsoft.com/office/drawing/2014/main" id="{A3ADBD12-2A22-45F6-87EA-86A46E4D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6344" y="2969306"/>
            <a:ext cx="224718" cy="107863"/>
          </a:xfrm>
          <a:custGeom xmlns:a="http://schemas.openxmlformats.org/drawingml/2006/main">
            <a:pathLst>
              <a:path w="224718" h="107863">
                <a:moveTo>
                  <a:pt x="174761" y="82181"/>
                </a:moveTo>
                <a:cubicBezTo>
                  <a:pt x="169498" y="82181"/>
                  <a:pt x="165227" y="87604"/>
                  <a:pt x="165227" y="94288"/>
                </a:cubicBezTo>
                <a:cubicBezTo>
                  <a:pt x="165227" y="100977"/>
                  <a:pt x="169498" y="106395"/>
                  <a:pt x="174761" y="106395"/>
                </a:cubicBezTo>
                <a:lnTo>
                  <a:pt x="213944" y="106395"/>
                </a:lnTo>
                <a:cubicBezTo>
                  <a:pt x="214310" y="106425"/>
                  <a:pt x="214680" y="106425"/>
                  <a:pt x="215041" y="106395"/>
                </a:cubicBezTo>
                <a:cubicBezTo>
                  <a:pt x="216876" y="106395"/>
                  <a:pt x="218672" y="105699"/>
                  <a:pt x="220189" y="104398"/>
                </a:cubicBezTo>
                <a:lnTo>
                  <a:pt x="220856" y="103853"/>
                </a:lnTo>
                <a:lnTo>
                  <a:pt x="221142" y="103550"/>
                </a:lnTo>
                <a:lnTo>
                  <a:pt x="221762" y="102945"/>
                </a:lnTo>
                <a:cubicBezTo>
                  <a:pt x="223629" y="100685"/>
                  <a:pt x="224698" y="97562"/>
                  <a:pt x="224718" y="94288"/>
                </a:cubicBezTo>
                <a:lnTo>
                  <a:pt x="224718" y="42955"/>
                </a:lnTo>
                <a:cubicBezTo>
                  <a:pt x="224718" y="36271"/>
                  <a:pt x="220452" y="30848"/>
                  <a:pt x="215184" y="30848"/>
                </a:cubicBezTo>
                <a:cubicBezTo>
                  <a:pt x="209921" y="30848"/>
                  <a:pt x="205651" y="36271"/>
                  <a:pt x="205651" y="42955"/>
                </a:cubicBezTo>
                <a:lnTo>
                  <a:pt x="205651" y="65050"/>
                </a:lnTo>
                <a:cubicBezTo>
                  <a:pt x="145536" y="0"/>
                  <a:pt x="55279" y="9151"/>
                  <a:pt x="4051" y="85490"/>
                </a:cubicBezTo>
                <a:cubicBezTo>
                  <a:pt x="3833" y="85818"/>
                  <a:pt x="3615" y="86151"/>
                  <a:pt x="3392" y="86479"/>
                </a:cubicBezTo>
                <a:cubicBezTo>
                  <a:pt x="0" y="91594"/>
                  <a:pt x="508" y="99236"/>
                  <a:pt x="4536" y="103549"/>
                </a:cubicBezTo>
                <a:cubicBezTo>
                  <a:pt x="8564" y="107863"/>
                  <a:pt x="14587" y="107212"/>
                  <a:pt x="17979" y="102097"/>
                </a:cubicBezTo>
                <a:cubicBezTo>
                  <a:pt x="61759" y="35882"/>
                  <a:pt x="139403" y="26908"/>
                  <a:pt x="191874" y="82000"/>
                </a:cubicBezTo>
                <a:lnTo>
                  <a:pt x="174761" y="82181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6096">
            <a:solidFill>
              <a:srgbClr val="00B050"/>
            </a:solidFill>
            <a:prstDash val="solid"/>
          </a:ln>
        </p:spPr>
      </p:sp>
      <p:sp>
        <p:nvSpPr>
          <p:cNvPr id="367" name="pdf-path-368">
            <a:extLst xmlns:a="http://schemas.openxmlformats.org/drawingml/2006/main">
              <a:ext uri="{FF2B5EF4-FFF2-40B4-BE49-F238E27FC236}">
                <a16:creationId xmlns:a16="http://schemas.microsoft.com/office/drawing/2014/main" id="{B76EB2C9-6A01-4592-BBE7-77C085C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2961" y="2130519"/>
            <a:ext cx="198346" cy="250985"/>
          </a:xfrm>
          <a:custGeom xmlns:a="http://schemas.openxmlformats.org/drawingml/2006/main">
            <a:pathLst>
              <a:path w="198346" h="250985">
                <a:moveTo>
                  <a:pt x="187150" y="226685"/>
                </a:moveTo>
                <a:cubicBezTo>
                  <a:pt x="112807" y="214223"/>
                  <a:pt x="58325" y="148705"/>
                  <a:pt x="58537" y="72012"/>
                </a:cubicBezTo>
                <a:cubicBezTo>
                  <a:pt x="58651" y="62516"/>
                  <a:pt x="59604" y="53045"/>
                  <a:pt x="61382" y="43720"/>
                </a:cubicBezTo>
                <a:lnTo>
                  <a:pt x="61856" y="43720"/>
                </a:lnTo>
                <a:lnTo>
                  <a:pt x="72702" y="62843"/>
                </a:lnTo>
                <a:cubicBezTo>
                  <a:pt x="75977" y="68624"/>
                  <a:pt x="83237" y="70610"/>
                  <a:pt x="88912" y="67277"/>
                </a:cubicBezTo>
                <a:cubicBezTo>
                  <a:pt x="94592" y="63944"/>
                  <a:pt x="96543" y="56559"/>
                  <a:pt x="93268" y="50778"/>
                </a:cubicBezTo>
                <a:lnTo>
                  <a:pt x="68079" y="6440"/>
                </a:lnTo>
                <a:cubicBezTo>
                  <a:pt x="66514" y="3680"/>
                  <a:pt x="63935" y="1664"/>
                  <a:pt x="60908" y="829"/>
                </a:cubicBezTo>
                <a:cubicBezTo>
                  <a:pt x="57870" y="0"/>
                  <a:pt x="54625" y="432"/>
                  <a:pt x="51899" y="2036"/>
                </a:cubicBezTo>
                <a:lnTo>
                  <a:pt x="8040" y="27795"/>
                </a:lnTo>
                <a:cubicBezTo>
                  <a:pt x="2242" y="30886"/>
                  <a:pt x="0" y="38175"/>
                  <a:pt x="3032" y="44077"/>
                </a:cubicBezTo>
                <a:cubicBezTo>
                  <a:pt x="6069" y="49984"/>
                  <a:pt x="13231" y="52266"/>
                  <a:pt x="19030" y="49174"/>
                </a:cubicBezTo>
                <a:cubicBezTo>
                  <a:pt x="19326" y="49019"/>
                  <a:pt x="19617" y="48848"/>
                  <a:pt x="19894" y="48667"/>
                </a:cubicBezTo>
                <a:lnTo>
                  <a:pt x="38031" y="37989"/>
                </a:lnTo>
                <a:cubicBezTo>
                  <a:pt x="35921" y="49205"/>
                  <a:pt x="34849" y="60596"/>
                  <a:pt x="34830" y="72012"/>
                </a:cubicBezTo>
                <a:cubicBezTo>
                  <a:pt x="34563" y="160423"/>
                  <a:pt x="97314" y="235990"/>
                  <a:pt x="183001" y="250452"/>
                </a:cubicBezTo>
                <a:lnTo>
                  <a:pt x="185016" y="250452"/>
                </a:lnTo>
                <a:cubicBezTo>
                  <a:pt x="191565" y="250985"/>
                  <a:pt x="197295" y="246019"/>
                  <a:pt x="197818" y="239353"/>
                </a:cubicBezTo>
                <a:cubicBezTo>
                  <a:pt x="198346" y="232692"/>
                  <a:pt x="193462" y="226855"/>
                  <a:pt x="186913" y="226323"/>
                </a:cubicBezTo>
                <a:lnTo>
                  <a:pt x="187150" y="226685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sp>
        <p:nvSpPr>
          <p:cNvPr id="368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B858ABC1-9C29-4C9B-8519-859B29D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9707" y="2129951"/>
            <a:ext cx="164025" cy="278604"/>
          </a:xfrm>
          <a:custGeom xmlns:a="http://schemas.openxmlformats.org/drawingml/2006/main">
            <a:pathLst>
              <a:path w="164025" h="278604">
                <a:moveTo>
                  <a:pt x="163695" y="72580"/>
                </a:moveTo>
                <a:cubicBezTo>
                  <a:pt x="163719" y="51024"/>
                  <a:pt x="159970" y="29639"/>
                  <a:pt x="152611" y="9421"/>
                </a:cubicBezTo>
                <a:cubicBezTo>
                  <a:pt x="150325" y="3177"/>
                  <a:pt x="143489" y="0"/>
                  <a:pt x="137350" y="2333"/>
                </a:cubicBezTo>
                <a:cubicBezTo>
                  <a:pt x="131216" y="4665"/>
                  <a:pt x="128099" y="11623"/>
                  <a:pt x="130386" y="17866"/>
                </a:cubicBezTo>
                <a:cubicBezTo>
                  <a:pt x="160065" y="99053"/>
                  <a:pt x="119461" y="189354"/>
                  <a:pt x="39700" y="219561"/>
                </a:cubicBezTo>
                <a:cubicBezTo>
                  <a:pt x="39132" y="219778"/>
                  <a:pt x="38559" y="219989"/>
                  <a:pt x="37986" y="220195"/>
                </a:cubicBezTo>
                <a:lnTo>
                  <a:pt x="48773" y="201012"/>
                </a:lnTo>
                <a:cubicBezTo>
                  <a:pt x="52048" y="195215"/>
                  <a:pt x="50086" y="187816"/>
                  <a:pt x="44387" y="184483"/>
                </a:cubicBezTo>
                <a:cubicBezTo>
                  <a:pt x="38692" y="181150"/>
                  <a:pt x="31422" y="183151"/>
                  <a:pt x="28148" y="188947"/>
                </a:cubicBezTo>
                <a:lnTo>
                  <a:pt x="3254" y="233406"/>
                </a:lnTo>
                <a:cubicBezTo>
                  <a:pt x="0" y="239187"/>
                  <a:pt x="1961" y="246562"/>
                  <a:pt x="7641" y="249875"/>
                </a:cubicBezTo>
                <a:lnTo>
                  <a:pt x="51321" y="275271"/>
                </a:lnTo>
                <a:cubicBezTo>
                  <a:pt x="57021" y="278604"/>
                  <a:pt x="64291" y="276603"/>
                  <a:pt x="67561" y="270807"/>
                </a:cubicBezTo>
                <a:cubicBezTo>
                  <a:pt x="70836" y="265011"/>
                  <a:pt x="68875" y="257611"/>
                  <a:pt x="63175" y="254278"/>
                </a:cubicBezTo>
                <a:lnTo>
                  <a:pt x="44683" y="243601"/>
                </a:lnTo>
                <a:cubicBezTo>
                  <a:pt x="116196" y="218350"/>
                  <a:pt x="164025" y="149620"/>
                  <a:pt x="163695" y="72580"/>
                </a:cubicBez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sp>
        <p:nvSpPr>
          <p:cNvPr id="369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2F0A6A0B-E59D-4FAD-A0FF-FD82F608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5357" y="1999806"/>
            <a:ext cx="279402" cy="107488"/>
          </a:xfrm>
          <a:custGeom xmlns:a="http://schemas.openxmlformats.org/drawingml/2006/main">
            <a:pathLst>
              <a:path w="279402" h="107488">
                <a:moveTo>
                  <a:pt x="217289" y="81896"/>
                </a:moveTo>
                <a:cubicBezTo>
                  <a:pt x="210744" y="81896"/>
                  <a:pt x="205434" y="87300"/>
                  <a:pt x="205434" y="93961"/>
                </a:cubicBezTo>
                <a:cubicBezTo>
                  <a:pt x="205434" y="100626"/>
                  <a:pt x="210744" y="106026"/>
                  <a:pt x="217289" y="106026"/>
                </a:cubicBezTo>
                <a:lnTo>
                  <a:pt x="266007" y="106026"/>
                </a:lnTo>
                <a:cubicBezTo>
                  <a:pt x="266461" y="106056"/>
                  <a:pt x="266921" y="106056"/>
                  <a:pt x="267370" y="106026"/>
                </a:cubicBezTo>
                <a:cubicBezTo>
                  <a:pt x="269652" y="106026"/>
                  <a:pt x="271885" y="105332"/>
                  <a:pt x="273772" y="104035"/>
                </a:cubicBezTo>
                <a:lnTo>
                  <a:pt x="274601" y="103492"/>
                </a:lnTo>
                <a:lnTo>
                  <a:pt x="274957" y="103190"/>
                </a:lnTo>
                <a:lnTo>
                  <a:pt x="275727" y="102587"/>
                </a:lnTo>
                <a:cubicBezTo>
                  <a:pt x="278048" y="100335"/>
                  <a:pt x="279377" y="97223"/>
                  <a:pt x="279402" y="93961"/>
                </a:cubicBezTo>
                <a:lnTo>
                  <a:pt x="279402" y="42805"/>
                </a:lnTo>
                <a:cubicBezTo>
                  <a:pt x="279402" y="36145"/>
                  <a:pt x="274097" y="30740"/>
                  <a:pt x="267548" y="30740"/>
                </a:cubicBezTo>
                <a:cubicBezTo>
                  <a:pt x="261004" y="30740"/>
                  <a:pt x="255694" y="36145"/>
                  <a:pt x="255694" y="42805"/>
                </a:cubicBezTo>
                <a:lnTo>
                  <a:pt x="255694" y="64824"/>
                </a:lnTo>
                <a:cubicBezTo>
                  <a:pt x="180952" y="0"/>
                  <a:pt x="68732" y="9119"/>
                  <a:pt x="5038" y="85193"/>
                </a:cubicBezTo>
                <a:cubicBezTo>
                  <a:pt x="4767" y="85520"/>
                  <a:pt x="4494" y="85852"/>
                  <a:pt x="4218" y="86179"/>
                </a:cubicBezTo>
                <a:cubicBezTo>
                  <a:pt x="0" y="91276"/>
                  <a:pt x="632" y="98892"/>
                  <a:pt x="5640" y="103190"/>
                </a:cubicBezTo>
                <a:cubicBezTo>
                  <a:pt x="10648" y="107488"/>
                  <a:pt x="18137" y="106840"/>
                  <a:pt x="22355" y="101743"/>
                </a:cubicBezTo>
                <a:cubicBezTo>
                  <a:pt x="76787" y="35758"/>
                  <a:pt x="173326" y="26814"/>
                  <a:pt x="238566" y="81715"/>
                </a:cubicBezTo>
                <a:lnTo>
                  <a:pt x="217289" y="81896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4988">
            <a:solidFill>
              <a:srgbClr val="00B050"/>
            </a:solidFill>
            <a:prstDash val="solid"/>
          </a:ln>
        </p:spPr>
      </p:sp>
      <p:pic>
        <p:nvPic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7E653E41-4104-4C82-9384-B4B566AC7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83fa032a3497f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49435" y="2375697"/>
            <a:ext cx="837865" cy="829584"/>
          </a:xfrm>
          <a:prstGeom xmlns:a="http://schemas.openxmlformats.org/drawingml/2006/main" prst="rect">
            <a:avLst/>
          </a:prstGeom>
        </p:spPr>
      </p:pic>
      <p:sp>
        <p:nvSpPr>
          <p:cNvPr id="371" name="host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1CF85CC7-AA7A-450C-839E-093260FF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435" y="2375697"/>
            <a:ext cx="837865" cy="829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E829621-AD64-49BC-82C0-269C4CFE7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fc23ef03e4475"/>
          <a:srcRect xmlns:a="http://schemas.openxmlformats.org/drawingml/2006/main" l="34" t="0" r="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498" y="7884582"/>
            <a:ext cx="743813" cy="667983"/>
          </a:xfrm>
          <a:prstGeom xmlns:a="http://schemas.openxmlformats.org/drawingml/2006/main" prst="rect">
            <a:avLst/>
          </a:prstGeom>
        </p:spPr>
      </p:pic>
      <p:sp>
        <p:nvSpPr>
          <p:cNvPr id="373" name="host-source-component-18">
            <a:extLst xmlns:a="http://schemas.openxmlformats.org/drawingml/2006/main">
              <a:ext uri="{FF2B5EF4-FFF2-40B4-BE49-F238E27FC236}">
                <a16:creationId xmlns:a16="http://schemas.microsoft.com/office/drawing/2014/main" id="{A7A6D305-7CF5-4E46-85F3-6817CC6D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498" y="7884582"/>
            <a:ext cx="743813" cy="667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pdf-path-376">
            <a:extLst xmlns:a="http://schemas.openxmlformats.org/drawingml/2006/main">
              <a:ext uri="{FF2B5EF4-FFF2-40B4-BE49-F238E27FC236}">
                <a16:creationId xmlns:a16="http://schemas.microsoft.com/office/drawing/2014/main" id="{9605C969-B745-4DEF-89A0-AE60193C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7431" y="7839503"/>
            <a:ext cx="338609" cy="182364"/>
          </a:xfrm>
          <a:custGeom xmlns:a="http://schemas.openxmlformats.org/drawingml/2006/main">
            <a:pathLst>
              <a:path w="338609" h="182364">
                <a:moveTo>
                  <a:pt x="273380" y="22881"/>
                </a:moveTo>
                <a:lnTo>
                  <a:pt x="198248" y="63349"/>
                </a:lnTo>
                <a:lnTo>
                  <a:pt x="208322" y="82131"/>
                </a:lnTo>
                <a:lnTo>
                  <a:pt x="283455" y="41663"/>
                </a:lnTo>
                <a:lnTo>
                  <a:pt x="273380" y="22881"/>
                </a:lnTo>
                <a:moveTo>
                  <a:pt x="141899" y="93743"/>
                </a:moveTo>
                <a:lnTo>
                  <a:pt x="66765" y="134211"/>
                </a:lnTo>
                <a:lnTo>
                  <a:pt x="76840" y="153165"/>
                </a:lnTo>
                <a:lnTo>
                  <a:pt x="151973" y="112525"/>
                </a:lnTo>
                <a:lnTo>
                  <a:pt x="141899" y="93743"/>
                </a:lnTo>
                <a:moveTo>
                  <a:pt x="278504" y="32272"/>
                </a:moveTo>
                <a:lnTo>
                  <a:pt x="272697" y="93572"/>
                </a:lnTo>
                <a:lnTo>
                  <a:pt x="338609" y="0"/>
                </a:lnTo>
                <a:lnTo>
                  <a:pt x="224032" y="3416"/>
                </a:lnTo>
                <a:lnTo>
                  <a:pt x="278504" y="32272"/>
                </a:lnTo>
                <a:moveTo>
                  <a:pt x="60277" y="149920"/>
                </a:moveTo>
                <a:lnTo>
                  <a:pt x="65912" y="88621"/>
                </a:lnTo>
                <a:lnTo>
                  <a:pt x="0" y="182364"/>
                </a:lnTo>
                <a:lnTo>
                  <a:pt x="114577" y="178778"/>
                </a:lnTo>
                <a:lnTo>
                  <a:pt x="60277" y="149920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df-path-377">
            <a:extLst xmlns:a="http://schemas.openxmlformats.org/drawingml/2006/main">
              <a:ext uri="{FF2B5EF4-FFF2-40B4-BE49-F238E27FC236}">
                <a16:creationId xmlns:a16="http://schemas.microsoft.com/office/drawing/2014/main" id="{CCB42779-B8F1-4273-BE54-B6F172FF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8802" y="7870238"/>
            <a:ext cx="199785" cy="286012"/>
          </a:xfrm>
          <a:custGeom xmlns:a="http://schemas.openxmlformats.org/drawingml/2006/main">
            <a:pathLst>
              <a:path w="199785" h="286012">
                <a:moveTo>
                  <a:pt x="151973" y="236151"/>
                </a:moveTo>
                <a:lnTo>
                  <a:pt x="102966" y="166143"/>
                </a:lnTo>
                <a:lnTo>
                  <a:pt x="120553" y="153849"/>
                </a:lnTo>
                <a:lnTo>
                  <a:pt x="169390" y="223857"/>
                </a:lnTo>
                <a:lnTo>
                  <a:pt x="151973" y="236151"/>
                </a:lnTo>
                <a:moveTo>
                  <a:pt x="66424" y="113551"/>
                </a:moveTo>
                <a:lnTo>
                  <a:pt x="30224" y="61983"/>
                </a:lnTo>
                <a:lnTo>
                  <a:pt x="47812" y="49860"/>
                </a:lnTo>
                <a:lnTo>
                  <a:pt x="83841" y="101428"/>
                </a:lnTo>
                <a:lnTo>
                  <a:pt x="66424" y="113551"/>
                </a:lnTo>
                <a:moveTo>
                  <a:pt x="160681" y="230004"/>
                </a:moveTo>
                <a:lnTo>
                  <a:pt x="183051" y="172631"/>
                </a:lnTo>
                <a:lnTo>
                  <a:pt x="199785" y="286012"/>
                </a:lnTo>
                <a:lnTo>
                  <a:pt x="99209" y="231370"/>
                </a:lnTo>
                <a:lnTo>
                  <a:pt x="160681" y="230004"/>
                </a:lnTo>
                <a:moveTo>
                  <a:pt x="39103" y="55837"/>
                </a:moveTo>
                <a:lnTo>
                  <a:pt x="16564" y="113209"/>
                </a:lnTo>
                <a:lnTo>
                  <a:pt x="0" y="0"/>
                </a:lnTo>
                <a:lnTo>
                  <a:pt x="100576" y="54641"/>
                </a:lnTo>
                <a:lnTo>
                  <a:pt x="39103" y="55837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df-path-378">
            <a:extLst xmlns:a="http://schemas.openxmlformats.org/drawingml/2006/main">
              <a:ext uri="{FF2B5EF4-FFF2-40B4-BE49-F238E27FC236}">
                <a16:creationId xmlns:a16="http://schemas.microsoft.com/office/drawing/2014/main" id="{D2763C54-C7E1-41EB-A5ED-5B19113E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320" y="8192277"/>
            <a:ext cx="333487" cy="164264"/>
          </a:xfrm>
          <a:custGeom xmlns:a="http://schemas.openxmlformats.org/drawingml/2006/main">
            <a:pathLst>
              <a:path w="333487" h="164264">
                <a:moveTo>
                  <a:pt x="267404" y="142579"/>
                </a:moveTo>
                <a:lnTo>
                  <a:pt x="190564" y="105355"/>
                </a:lnTo>
                <a:lnTo>
                  <a:pt x="199784" y="86231"/>
                </a:lnTo>
                <a:lnTo>
                  <a:pt x="276625" y="123284"/>
                </a:lnTo>
                <a:lnTo>
                  <a:pt x="267404" y="142579"/>
                </a:lnTo>
                <a:moveTo>
                  <a:pt x="132848" y="77523"/>
                </a:moveTo>
                <a:lnTo>
                  <a:pt x="57032" y="40981"/>
                </a:lnTo>
                <a:lnTo>
                  <a:pt x="66253" y="21686"/>
                </a:lnTo>
                <a:lnTo>
                  <a:pt x="142068" y="58399"/>
                </a:lnTo>
                <a:lnTo>
                  <a:pt x="132848" y="77523"/>
                </a:lnTo>
                <a:moveTo>
                  <a:pt x="272014" y="132847"/>
                </a:moveTo>
                <a:lnTo>
                  <a:pt x="263647" y="71887"/>
                </a:lnTo>
                <a:lnTo>
                  <a:pt x="333487" y="162557"/>
                </a:lnTo>
                <a:lnTo>
                  <a:pt x="219080" y="164264"/>
                </a:lnTo>
                <a:lnTo>
                  <a:pt x="272014" y="132847"/>
                </a:lnTo>
                <a:moveTo>
                  <a:pt x="61643" y="31249"/>
                </a:moveTo>
                <a:lnTo>
                  <a:pt x="70010" y="92378"/>
                </a:lnTo>
                <a:lnTo>
                  <a:pt x="0" y="1708"/>
                </a:lnTo>
                <a:lnTo>
                  <a:pt x="114577" y="0"/>
                </a:lnTo>
                <a:lnTo>
                  <a:pt x="61643" y="31249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A7640F4-48AB-4969-B14B-1327AC71F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09aeba6d64b90"/>
          <a:srcRect xmlns:a="http://schemas.openxmlformats.org/drawingml/2006/main" l="0" t="186" r="0" b="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7593" y="11550227"/>
            <a:ext cx="961016" cy="862642"/>
          </a:xfrm>
          <a:prstGeom xmlns:a="http://schemas.openxmlformats.org/drawingml/2006/main" prst="rect">
            <a:avLst/>
          </a:prstGeom>
        </p:spPr>
      </p:pic>
      <p:sp>
        <p:nvSpPr>
          <p:cNvPr id="378" name="host-source-component-19">
            <a:extLst xmlns:a="http://schemas.openxmlformats.org/drawingml/2006/main">
              <a:ext uri="{FF2B5EF4-FFF2-40B4-BE49-F238E27FC236}">
                <a16:creationId xmlns:a16="http://schemas.microsoft.com/office/drawing/2014/main" id="{9AF1DFDB-EA33-416A-B948-EEA5FB9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7593" y="11550227"/>
            <a:ext cx="961016" cy="862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9" name="pdf-path-380">
            <a:extLst xmlns:a="http://schemas.openxmlformats.org/drawingml/2006/main">
              <a:ext uri="{FF2B5EF4-FFF2-40B4-BE49-F238E27FC236}">
                <a16:creationId xmlns:a16="http://schemas.microsoft.com/office/drawing/2014/main" id="{CD0BAF54-2714-4C24-90F3-8ADAC0C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413" y="11515394"/>
            <a:ext cx="338439" cy="182364"/>
          </a:xfrm>
          <a:custGeom xmlns:a="http://schemas.openxmlformats.org/drawingml/2006/main">
            <a:pathLst>
              <a:path w="338439" h="182364">
                <a:moveTo>
                  <a:pt x="273210" y="23001"/>
                </a:moveTo>
                <a:lnTo>
                  <a:pt x="198077" y="63486"/>
                </a:lnTo>
                <a:lnTo>
                  <a:pt x="208152" y="82286"/>
                </a:lnTo>
                <a:lnTo>
                  <a:pt x="283285" y="41784"/>
                </a:lnTo>
                <a:lnTo>
                  <a:pt x="273210" y="23001"/>
                </a:lnTo>
                <a:moveTo>
                  <a:pt x="141728" y="93863"/>
                </a:moveTo>
                <a:lnTo>
                  <a:pt x="66595" y="134348"/>
                </a:lnTo>
                <a:lnTo>
                  <a:pt x="76670" y="153149"/>
                </a:lnTo>
                <a:lnTo>
                  <a:pt x="151803" y="112646"/>
                </a:lnTo>
                <a:lnTo>
                  <a:pt x="141728" y="93863"/>
                </a:lnTo>
                <a:moveTo>
                  <a:pt x="278333" y="32392"/>
                </a:moveTo>
                <a:lnTo>
                  <a:pt x="272526" y="93692"/>
                </a:lnTo>
                <a:lnTo>
                  <a:pt x="338439" y="0"/>
                </a:lnTo>
                <a:lnTo>
                  <a:pt x="223861" y="3501"/>
                </a:lnTo>
                <a:lnTo>
                  <a:pt x="278333" y="32392"/>
                </a:lnTo>
                <a:moveTo>
                  <a:pt x="60106" y="149973"/>
                </a:moveTo>
                <a:lnTo>
                  <a:pt x="65741" y="88672"/>
                </a:lnTo>
                <a:lnTo>
                  <a:pt x="0" y="182364"/>
                </a:lnTo>
                <a:lnTo>
                  <a:pt x="114407" y="178864"/>
                </a:lnTo>
                <a:lnTo>
                  <a:pt x="60106" y="149973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df-path-381">
            <a:extLst xmlns:a="http://schemas.openxmlformats.org/drawingml/2006/main">
              <a:ext uri="{FF2B5EF4-FFF2-40B4-BE49-F238E27FC236}">
                <a16:creationId xmlns:a16="http://schemas.microsoft.com/office/drawing/2014/main" id="{51ACC38A-2E98-4ECD-B827-8624F39C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4682" y="11574816"/>
            <a:ext cx="199956" cy="286027"/>
          </a:xfrm>
          <a:custGeom xmlns:a="http://schemas.openxmlformats.org/drawingml/2006/main">
            <a:pathLst>
              <a:path w="199956" h="286027">
                <a:moveTo>
                  <a:pt x="152143" y="236150"/>
                </a:moveTo>
                <a:lnTo>
                  <a:pt x="103136" y="166176"/>
                </a:lnTo>
                <a:lnTo>
                  <a:pt x="120724" y="153950"/>
                </a:lnTo>
                <a:lnTo>
                  <a:pt x="169560" y="223925"/>
                </a:lnTo>
                <a:lnTo>
                  <a:pt x="152143" y="236150"/>
                </a:lnTo>
                <a:moveTo>
                  <a:pt x="66595" y="113687"/>
                </a:moveTo>
                <a:lnTo>
                  <a:pt x="30395" y="62102"/>
                </a:lnTo>
                <a:lnTo>
                  <a:pt x="47982" y="49876"/>
                </a:lnTo>
                <a:lnTo>
                  <a:pt x="84011" y="101461"/>
                </a:lnTo>
                <a:lnTo>
                  <a:pt x="66595" y="113687"/>
                </a:lnTo>
                <a:moveTo>
                  <a:pt x="160852" y="230037"/>
                </a:moveTo>
                <a:lnTo>
                  <a:pt x="183221" y="172699"/>
                </a:lnTo>
                <a:lnTo>
                  <a:pt x="199956" y="286027"/>
                </a:lnTo>
                <a:lnTo>
                  <a:pt x="99380" y="231386"/>
                </a:lnTo>
                <a:lnTo>
                  <a:pt x="160852" y="230037"/>
                </a:lnTo>
                <a:moveTo>
                  <a:pt x="39273" y="55989"/>
                </a:moveTo>
                <a:lnTo>
                  <a:pt x="16734" y="113311"/>
                </a:lnTo>
                <a:lnTo>
                  <a:pt x="0" y="0"/>
                </a:lnTo>
                <a:lnTo>
                  <a:pt x="100747" y="54624"/>
                </a:lnTo>
                <a:lnTo>
                  <a:pt x="39273" y="55989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df-path-382">
            <a:extLst xmlns:a="http://schemas.openxmlformats.org/drawingml/2006/main">
              <a:ext uri="{FF2B5EF4-FFF2-40B4-BE49-F238E27FC236}">
                <a16:creationId xmlns:a16="http://schemas.microsoft.com/office/drawing/2014/main" id="{FCAE304A-01BD-46DF-891A-F9DCAA2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487" y="11931808"/>
            <a:ext cx="333316" cy="164161"/>
          </a:xfrm>
          <a:custGeom xmlns:a="http://schemas.openxmlformats.org/drawingml/2006/main">
            <a:pathLst>
              <a:path w="333316" h="164161">
                <a:moveTo>
                  <a:pt x="267234" y="142493"/>
                </a:moveTo>
                <a:lnTo>
                  <a:pt x="190393" y="105371"/>
                </a:lnTo>
                <a:lnTo>
                  <a:pt x="199614" y="86144"/>
                </a:lnTo>
                <a:lnTo>
                  <a:pt x="276454" y="123266"/>
                </a:lnTo>
                <a:lnTo>
                  <a:pt x="267234" y="142493"/>
                </a:lnTo>
                <a:moveTo>
                  <a:pt x="132678" y="77538"/>
                </a:moveTo>
                <a:lnTo>
                  <a:pt x="56862" y="40895"/>
                </a:lnTo>
                <a:lnTo>
                  <a:pt x="66083" y="21668"/>
                </a:lnTo>
                <a:lnTo>
                  <a:pt x="141898" y="58312"/>
                </a:lnTo>
                <a:lnTo>
                  <a:pt x="132678" y="77538"/>
                </a:lnTo>
                <a:moveTo>
                  <a:pt x="271844" y="132880"/>
                </a:moveTo>
                <a:lnTo>
                  <a:pt x="263477" y="71904"/>
                </a:lnTo>
                <a:lnTo>
                  <a:pt x="333316" y="162574"/>
                </a:lnTo>
                <a:lnTo>
                  <a:pt x="218910" y="164161"/>
                </a:lnTo>
                <a:lnTo>
                  <a:pt x="271844" y="132880"/>
                </a:lnTo>
                <a:moveTo>
                  <a:pt x="61473" y="31282"/>
                </a:moveTo>
                <a:lnTo>
                  <a:pt x="69839" y="92257"/>
                </a:lnTo>
                <a:lnTo>
                  <a:pt x="0" y="1588"/>
                </a:lnTo>
                <a:lnTo>
                  <a:pt x="114407" y="0"/>
                </a:lnTo>
                <a:lnTo>
                  <a:pt x="61473" y="31282"/>
                </a:lnTo>
              </a:path>
            </a:pathLst>
          </a:custGeom>
          <a:solidFill xmlns:a="http://schemas.openxmlformats.org/drawingml/2006/main">
            <a:srgbClr val="EA7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df-path-383">
            <a:extLst xmlns:a="http://schemas.openxmlformats.org/drawingml/2006/main">
              <a:ext uri="{FF2B5EF4-FFF2-40B4-BE49-F238E27FC236}">
                <a16:creationId xmlns:a16="http://schemas.microsoft.com/office/drawing/2014/main" id="{B6DFCA68-2048-4DE8-98C7-362A99BB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2780" y="6896949"/>
            <a:ext cx="1237641" cy="655690"/>
          </a:xfrm>
          <a:custGeom xmlns:a="http://schemas.openxmlformats.org/drawingml/2006/main">
            <a:pathLst>
              <a:path w="1237641" h="655690">
                <a:moveTo>
                  <a:pt x="0" y="86742"/>
                </a:moveTo>
                <a:cubicBezTo>
                  <a:pt x="0" y="38760"/>
                  <a:pt x="38762" y="0"/>
                  <a:pt x="86744" y="0"/>
                </a:cubicBezTo>
                <a:lnTo>
                  <a:pt x="206103" y="0"/>
                </a:lnTo>
                <a:lnTo>
                  <a:pt x="515513" y="0"/>
                </a:lnTo>
                <a:lnTo>
                  <a:pt x="1150725" y="0"/>
                </a:lnTo>
                <a:cubicBezTo>
                  <a:pt x="1198709" y="0"/>
                  <a:pt x="1237641" y="38760"/>
                  <a:pt x="1237641" y="86742"/>
                </a:cubicBezTo>
                <a:lnTo>
                  <a:pt x="1237641" y="303598"/>
                </a:lnTo>
                <a:lnTo>
                  <a:pt x="1237641" y="433712"/>
                </a:lnTo>
                <a:cubicBezTo>
                  <a:pt x="1237641" y="481522"/>
                  <a:pt x="1198709" y="520453"/>
                  <a:pt x="1150725" y="520453"/>
                </a:cubicBezTo>
                <a:lnTo>
                  <a:pt x="515513" y="520453"/>
                </a:lnTo>
                <a:lnTo>
                  <a:pt x="212933" y="655690"/>
                </a:lnTo>
                <a:lnTo>
                  <a:pt x="206103" y="520453"/>
                </a:lnTo>
                <a:lnTo>
                  <a:pt x="86744" y="520453"/>
                </a:lnTo>
                <a:cubicBezTo>
                  <a:pt x="38762" y="520453"/>
                  <a:pt x="0" y="481522"/>
                  <a:pt x="0" y="433712"/>
                </a:cubicBezTo>
                <a:lnTo>
                  <a:pt x="0" y="303598"/>
                </a:lnTo>
                <a:lnTo>
                  <a:pt x="0" y="8674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83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67D3DE01-A01B-40F2-8C3D-D0EDE68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2715" y="7042229"/>
            <a:ext cx="46224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‘</a:t>
            </a:r>
          </a:p>
        </p:txBody>
      </p:sp>
      <p:sp>
        <p:nvSpPr>
          <p:cNvPr id="38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A47DCB7C-F900-4F65-A533-EC16A428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9844" y="7030368"/>
            <a:ext cx="410017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</a:t>
            </a:r>
          </a:p>
        </p:txBody>
      </p:sp>
      <p:sp>
        <p:nvSpPr>
          <p:cNvPr id="385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7252A625-9EEC-49B7-91B7-F96ED59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641" y="7030243"/>
            <a:ext cx="610947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Flowers</a:t>
            </a:r>
          </a:p>
        </p:txBody>
      </p:sp>
      <p:sp>
        <p:nvSpPr>
          <p:cNvPr id="386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CD4678A6-D71D-442C-87B4-AF03DD5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1264" y="7042229"/>
            <a:ext cx="46224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’</a:t>
            </a:r>
          </a:p>
        </p:txBody>
      </p:sp>
      <p:sp>
        <p:nvSpPr>
          <p:cNvPr id="387" name="pdf-path-389">
            <a:extLst xmlns:a="http://schemas.openxmlformats.org/drawingml/2006/main">
              <a:ext uri="{FF2B5EF4-FFF2-40B4-BE49-F238E27FC236}">
                <a16:creationId xmlns:a16="http://schemas.microsoft.com/office/drawing/2014/main" id="{4E714808-3912-4443-994F-57072F2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3646" y="536760"/>
            <a:ext cx="5721015" cy="885181"/>
          </a:xfrm>
          <a:custGeom xmlns:a="http://schemas.openxmlformats.org/drawingml/2006/main">
            <a:pathLst>
              <a:path w="5721015" h="885181">
                <a:moveTo>
                  <a:pt x="0" y="885181"/>
                </a:moveTo>
                <a:lnTo>
                  <a:pt x="5721015" y="885181"/>
                </a:lnTo>
                <a:lnTo>
                  <a:pt x="572101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C7C3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FED91776-2A74-4AA4-B8BF-F4A10CA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5587" y="733316"/>
            <a:ext cx="491779" cy="20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389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3B1E84F4-B79B-4EFA-9490-DDE3C79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5587" y="979351"/>
            <a:ext cx="693203" cy="20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Context</a:t>
            </a:r>
          </a:p>
        </p:txBody>
      </p:sp>
      <p:sp>
        <p:nvSpPr>
          <p:cNvPr id="390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47D63E2A-3973-40E1-9C1F-8F67049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9327" y="678143"/>
            <a:ext cx="1237641" cy="653128"/>
          </a:xfrm>
          <a:custGeom xmlns:a="http://schemas.openxmlformats.org/drawingml/2006/main">
            <a:pathLst>
              <a:path w="1237641" h="653128">
                <a:moveTo>
                  <a:pt x="0" y="86401"/>
                </a:moveTo>
                <a:cubicBezTo>
                  <a:pt x="0" y="38590"/>
                  <a:pt x="38761" y="0"/>
                  <a:pt x="86573" y="0"/>
                </a:cubicBezTo>
                <a:lnTo>
                  <a:pt x="206273" y="0"/>
                </a:lnTo>
                <a:lnTo>
                  <a:pt x="515682" y="0"/>
                </a:lnTo>
                <a:lnTo>
                  <a:pt x="1151238" y="0"/>
                </a:lnTo>
                <a:cubicBezTo>
                  <a:pt x="1199049" y="0"/>
                  <a:pt x="1237641" y="38590"/>
                  <a:pt x="1237641" y="86401"/>
                </a:cubicBezTo>
                <a:lnTo>
                  <a:pt x="1237641" y="302402"/>
                </a:lnTo>
                <a:lnTo>
                  <a:pt x="1237641" y="432003"/>
                </a:lnTo>
                <a:cubicBezTo>
                  <a:pt x="1237641" y="479643"/>
                  <a:pt x="1199049" y="518404"/>
                  <a:pt x="1151238" y="518404"/>
                </a:cubicBezTo>
                <a:lnTo>
                  <a:pt x="515682" y="518404"/>
                </a:lnTo>
                <a:lnTo>
                  <a:pt x="213104" y="653128"/>
                </a:lnTo>
                <a:lnTo>
                  <a:pt x="206273" y="518404"/>
                </a:lnTo>
                <a:lnTo>
                  <a:pt x="86573" y="518404"/>
                </a:lnTo>
                <a:cubicBezTo>
                  <a:pt x="38761" y="518404"/>
                  <a:pt x="0" y="479643"/>
                  <a:pt x="0" y="432003"/>
                </a:cubicBezTo>
                <a:lnTo>
                  <a:pt x="0" y="302402"/>
                </a:lnTo>
                <a:lnTo>
                  <a:pt x="0" y="8640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391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BB9823B9-9EA5-4E8F-8D42-08DC91D3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895" y="829571"/>
            <a:ext cx="46224" cy="18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‘</a:t>
            </a:r>
          </a:p>
        </p:txBody>
      </p:sp>
      <p:sp>
        <p:nvSpPr>
          <p:cNvPr id="392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350C1867-96DD-4BC2-82D2-A13ACA34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8023" y="818145"/>
            <a:ext cx="408034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</a:t>
            </a:r>
          </a:p>
        </p:txBody>
      </p:sp>
      <p:sp>
        <p:nvSpPr>
          <p:cNvPr id="393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C8771301-ACCA-46CB-B6DF-0D10002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820" y="818166"/>
            <a:ext cx="606982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Flowers</a:t>
            </a:r>
          </a:p>
        </p:txBody>
      </p:sp>
      <p:sp>
        <p:nvSpPr>
          <p:cNvPr id="394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B4B7637E-9924-4AEB-BC56-DB0BDF1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345" y="829571"/>
            <a:ext cx="46224" cy="18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’</a:t>
            </a:r>
          </a:p>
        </p:txBody>
      </p:sp>
      <p:sp>
        <p:nvSpPr>
          <p:cNvPr id="395" name="pdf-path-398">
            <a:extLst xmlns:a="http://schemas.openxmlformats.org/drawingml/2006/main">
              <a:ext uri="{FF2B5EF4-FFF2-40B4-BE49-F238E27FC236}">
                <a16:creationId xmlns:a16="http://schemas.microsoft.com/office/drawing/2014/main" id="{E6C05AC9-0E62-490E-BC60-00D6B997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977" y="9593472"/>
            <a:ext cx="1797037" cy="149579"/>
          </a:xfrm>
          <a:custGeom xmlns:a="http://schemas.openxmlformats.org/drawingml/2006/main">
            <a:pathLst>
              <a:path w="1797037" h="149579">
                <a:moveTo>
                  <a:pt x="0" y="149579"/>
                </a:moveTo>
                <a:lnTo>
                  <a:pt x="1797037" y="149579"/>
                </a:lnTo>
                <a:lnTo>
                  <a:pt x="17970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7E7F15AB-15A0-4F93-A9F7-E5BD6F0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42" y="9624208"/>
            <a:ext cx="151631" cy="88108"/>
          </a:xfrm>
          <a:custGeom xmlns:a="http://schemas.openxmlformats.org/drawingml/2006/main">
            <a:pathLst>
              <a:path w="151631" h="88108">
                <a:moveTo>
                  <a:pt x="0" y="44054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7576" y="88108"/>
                </a:lnTo>
                <a:cubicBezTo>
                  <a:pt x="131909" y="88108"/>
                  <a:pt x="151631" y="68301"/>
                  <a:pt x="151631" y="44054"/>
                </a:cubicBezTo>
                <a:cubicBezTo>
                  <a:pt x="151631" y="19637"/>
                  <a:pt x="131909" y="0"/>
                  <a:pt x="107576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df-path-400">
            <a:extLst xmlns:a="http://schemas.openxmlformats.org/drawingml/2006/main">
              <a:ext uri="{FF2B5EF4-FFF2-40B4-BE49-F238E27FC236}">
                <a16:creationId xmlns:a16="http://schemas.microsoft.com/office/drawing/2014/main" id="{4A5537A8-95B4-4748-8ABB-DA0C95C8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295" y="962420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4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3" y="68301"/>
                  <a:pt x="149583" y="44054"/>
                </a:cubicBezTo>
                <a:cubicBezTo>
                  <a:pt x="149583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df-path-401">
            <a:extLst xmlns:a="http://schemas.openxmlformats.org/drawingml/2006/main">
              <a:ext uri="{FF2B5EF4-FFF2-40B4-BE49-F238E27FC236}">
                <a16:creationId xmlns:a16="http://schemas.microsoft.com/office/drawing/2014/main" id="{BEEFDE9E-ECDC-4D09-869A-611D86B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399" y="962420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4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3" y="68301"/>
                  <a:pt x="149583" y="44054"/>
                </a:cubicBezTo>
                <a:cubicBezTo>
                  <a:pt x="149583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df-path-402">
            <a:extLst xmlns:a="http://schemas.openxmlformats.org/drawingml/2006/main">
              <a:ext uri="{FF2B5EF4-FFF2-40B4-BE49-F238E27FC236}">
                <a16:creationId xmlns:a16="http://schemas.microsoft.com/office/drawing/2014/main" id="{039F04E1-952A-4515-8220-907FA4F8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502" y="9624208"/>
            <a:ext cx="151632" cy="88108"/>
          </a:xfrm>
          <a:custGeom xmlns:a="http://schemas.openxmlformats.org/drawingml/2006/main">
            <a:pathLst>
              <a:path w="151632" h="88108">
                <a:moveTo>
                  <a:pt x="0" y="44054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7576" y="88108"/>
                </a:lnTo>
                <a:cubicBezTo>
                  <a:pt x="131909" y="88108"/>
                  <a:pt x="151632" y="68301"/>
                  <a:pt x="151632" y="44054"/>
                </a:cubicBezTo>
                <a:cubicBezTo>
                  <a:pt x="151632" y="19637"/>
                  <a:pt x="131909" y="0"/>
                  <a:pt x="107576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AFE70B59-1616-4148-AD30-964BC28E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5" y="9624208"/>
            <a:ext cx="149582" cy="88108"/>
          </a:xfrm>
          <a:custGeom xmlns:a="http://schemas.openxmlformats.org/drawingml/2006/main">
            <a:pathLst>
              <a:path w="149582" h="88108">
                <a:moveTo>
                  <a:pt x="0" y="44054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2" y="68301"/>
                  <a:pt x="149582" y="44054"/>
                </a:cubicBezTo>
                <a:cubicBezTo>
                  <a:pt x="149582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df-path-404">
            <a:extLst xmlns:a="http://schemas.openxmlformats.org/drawingml/2006/main">
              <a:ext uri="{FF2B5EF4-FFF2-40B4-BE49-F238E27FC236}">
                <a16:creationId xmlns:a16="http://schemas.microsoft.com/office/drawing/2014/main" id="{452BF549-2FB7-4E3D-89B4-4C11D65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759" y="9624208"/>
            <a:ext cx="149668" cy="88108"/>
          </a:xfrm>
          <a:custGeom xmlns:a="http://schemas.openxmlformats.org/drawingml/2006/main">
            <a:pathLst>
              <a:path w="149668" h="88108">
                <a:moveTo>
                  <a:pt x="0" y="44054"/>
                </a:moveTo>
                <a:cubicBezTo>
                  <a:pt x="0" y="68301"/>
                  <a:pt x="19722" y="88108"/>
                  <a:pt x="44140" y="88108"/>
                </a:cubicBezTo>
                <a:lnTo>
                  <a:pt x="105613" y="88108"/>
                </a:lnTo>
                <a:cubicBezTo>
                  <a:pt x="129860" y="88108"/>
                  <a:pt x="149668" y="68301"/>
                  <a:pt x="149668" y="44054"/>
                </a:cubicBezTo>
                <a:cubicBezTo>
                  <a:pt x="149668" y="19637"/>
                  <a:pt x="129860" y="0"/>
                  <a:pt x="105613" y="0"/>
                </a:cubicBezTo>
                <a:lnTo>
                  <a:pt x="44140" y="0"/>
                </a:lnTo>
                <a:cubicBezTo>
                  <a:pt x="19722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df-path-405">
            <a:extLst xmlns:a="http://schemas.openxmlformats.org/drawingml/2006/main">
              <a:ext uri="{FF2B5EF4-FFF2-40B4-BE49-F238E27FC236}">
                <a16:creationId xmlns:a16="http://schemas.microsoft.com/office/drawing/2014/main" id="{C7CC5295-7A98-47A7-A5D1-A85BF80A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6948" y="9624208"/>
            <a:ext cx="151631" cy="88108"/>
          </a:xfrm>
          <a:custGeom xmlns:a="http://schemas.openxmlformats.org/drawingml/2006/main">
            <a:pathLst>
              <a:path w="151631" h="88108">
                <a:moveTo>
                  <a:pt x="0" y="44054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7577" y="88108"/>
                </a:lnTo>
                <a:cubicBezTo>
                  <a:pt x="131824" y="88108"/>
                  <a:pt x="151631" y="68301"/>
                  <a:pt x="151631" y="44054"/>
                </a:cubicBezTo>
                <a:cubicBezTo>
                  <a:pt x="151631" y="19637"/>
                  <a:pt x="131824" y="0"/>
                  <a:pt x="107577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df-path-406">
            <a:extLst xmlns:a="http://schemas.openxmlformats.org/drawingml/2006/main">
              <a:ext uri="{FF2B5EF4-FFF2-40B4-BE49-F238E27FC236}">
                <a16:creationId xmlns:a16="http://schemas.microsoft.com/office/drawing/2014/main" id="{9FDA672E-E8D2-448A-8428-D219CA94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2100" y="962420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4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5528" y="88108"/>
                </a:lnTo>
                <a:cubicBezTo>
                  <a:pt x="129775" y="88108"/>
                  <a:pt x="149583" y="68301"/>
                  <a:pt x="149583" y="44054"/>
                </a:cubicBezTo>
                <a:cubicBezTo>
                  <a:pt x="149583" y="19637"/>
                  <a:pt x="129775" y="0"/>
                  <a:pt x="105528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df-path-407">
            <a:extLst xmlns:a="http://schemas.openxmlformats.org/drawingml/2006/main">
              <a:ext uri="{FF2B5EF4-FFF2-40B4-BE49-F238E27FC236}">
                <a16:creationId xmlns:a16="http://schemas.microsoft.com/office/drawing/2014/main" id="{56853B2C-B1A8-47F1-9125-C52B2B20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5204" y="962420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4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5527" y="88108"/>
                </a:lnTo>
                <a:cubicBezTo>
                  <a:pt x="129775" y="88108"/>
                  <a:pt x="149583" y="68301"/>
                  <a:pt x="149583" y="44054"/>
                </a:cubicBezTo>
                <a:cubicBezTo>
                  <a:pt x="149583" y="19637"/>
                  <a:pt x="129775" y="0"/>
                  <a:pt x="105527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df-path-408">
            <a:extLst xmlns:a="http://schemas.openxmlformats.org/drawingml/2006/main">
              <a:ext uri="{FF2B5EF4-FFF2-40B4-BE49-F238E27FC236}">
                <a16:creationId xmlns:a16="http://schemas.microsoft.com/office/drawing/2014/main" id="{FD4E09AB-44DE-4360-8AEB-1E98F1FC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124" y="10628233"/>
            <a:ext cx="1797038" cy="149579"/>
          </a:xfrm>
          <a:custGeom xmlns:a="http://schemas.openxmlformats.org/drawingml/2006/main">
            <a:pathLst>
              <a:path w="1797038" h="149579">
                <a:moveTo>
                  <a:pt x="0" y="149579"/>
                </a:moveTo>
                <a:lnTo>
                  <a:pt x="1797038" y="149579"/>
                </a:lnTo>
                <a:lnTo>
                  <a:pt x="179703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df-path-409">
            <a:extLst xmlns:a="http://schemas.openxmlformats.org/drawingml/2006/main">
              <a:ext uri="{FF2B5EF4-FFF2-40B4-BE49-F238E27FC236}">
                <a16:creationId xmlns:a16="http://schemas.microsoft.com/office/drawing/2014/main" id="{0BA6C8BF-35CE-47DB-9AF8-4AD0D9B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290" y="10658968"/>
            <a:ext cx="149582" cy="88108"/>
          </a:xfrm>
          <a:custGeom xmlns:a="http://schemas.openxmlformats.org/drawingml/2006/main">
            <a:pathLst>
              <a:path w="149582" h="88108">
                <a:moveTo>
                  <a:pt x="0" y="44055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2" y="68301"/>
                  <a:pt x="149582" y="44055"/>
                </a:cubicBezTo>
                <a:cubicBezTo>
                  <a:pt x="149582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df-path-410">
            <a:extLst xmlns:a="http://schemas.openxmlformats.org/drawingml/2006/main">
              <a:ext uri="{FF2B5EF4-FFF2-40B4-BE49-F238E27FC236}">
                <a16:creationId xmlns:a16="http://schemas.microsoft.com/office/drawing/2014/main" id="{657F09A7-F9AC-4261-A52A-4CE2B78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393" y="10658968"/>
            <a:ext cx="151631" cy="88108"/>
          </a:xfrm>
          <a:custGeom xmlns:a="http://schemas.openxmlformats.org/drawingml/2006/main">
            <a:pathLst>
              <a:path w="151631" h="88108">
                <a:moveTo>
                  <a:pt x="0" y="44055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7576" y="88108"/>
                </a:lnTo>
                <a:cubicBezTo>
                  <a:pt x="131909" y="88108"/>
                  <a:pt x="151631" y="68301"/>
                  <a:pt x="151631" y="44055"/>
                </a:cubicBezTo>
                <a:cubicBezTo>
                  <a:pt x="151631" y="19637"/>
                  <a:pt x="131909" y="0"/>
                  <a:pt x="107576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df-path-411">
            <a:extLst xmlns:a="http://schemas.openxmlformats.org/drawingml/2006/main">
              <a:ext uri="{FF2B5EF4-FFF2-40B4-BE49-F238E27FC236}">
                <a16:creationId xmlns:a16="http://schemas.microsoft.com/office/drawing/2014/main" id="{549A2F36-986C-4A34-91AC-50C8217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546" y="10658968"/>
            <a:ext cx="149582" cy="88108"/>
          </a:xfrm>
          <a:custGeom xmlns:a="http://schemas.openxmlformats.org/drawingml/2006/main">
            <a:pathLst>
              <a:path w="149582" h="88108">
                <a:moveTo>
                  <a:pt x="0" y="44055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2" y="68301"/>
                  <a:pt x="149582" y="44055"/>
                </a:cubicBezTo>
                <a:cubicBezTo>
                  <a:pt x="149582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df-path-412">
            <a:extLst xmlns:a="http://schemas.openxmlformats.org/drawingml/2006/main">
              <a:ext uri="{FF2B5EF4-FFF2-40B4-BE49-F238E27FC236}">
                <a16:creationId xmlns:a16="http://schemas.microsoft.com/office/drawing/2014/main" id="{D0AE7032-CDF3-49D1-9A5D-344386DD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650" y="1065896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5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5527" y="88108"/>
                </a:lnTo>
                <a:cubicBezTo>
                  <a:pt x="129860" y="88108"/>
                  <a:pt x="149583" y="68301"/>
                  <a:pt x="149583" y="44055"/>
                </a:cubicBezTo>
                <a:cubicBezTo>
                  <a:pt x="149583" y="19637"/>
                  <a:pt x="129860" y="0"/>
                  <a:pt x="10552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df-path-413">
            <a:extLst xmlns:a="http://schemas.openxmlformats.org/drawingml/2006/main">
              <a:ext uri="{FF2B5EF4-FFF2-40B4-BE49-F238E27FC236}">
                <a16:creationId xmlns:a16="http://schemas.microsoft.com/office/drawing/2014/main" id="{43A6EFA1-4846-405F-B476-A001C07D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754" y="10658968"/>
            <a:ext cx="151631" cy="88108"/>
          </a:xfrm>
          <a:custGeom xmlns:a="http://schemas.openxmlformats.org/drawingml/2006/main">
            <a:pathLst>
              <a:path w="151631" h="88108">
                <a:moveTo>
                  <a:pt x="0" y="44055"/>
                </a:moveTo>
                <a:cubicBezTo>
                  <a:pt x="0" y="68301"/>
                  <a:pt x="19722" y="88108"/>
                  <a:pt x="44055" y="88108"/>
                </a:cubicBezTo>
                <a:lnTo>
                  <a:pt x="107577" y="88108"/>
                </a:lnTo>
                <a:cubicBezTo>
                  <a:pt x="131909" y="88108"/>
                  <a:pt x="151631" y="68301"/>
                  <a:pt x="151631" y="44055"/>
                </a:cubicBezTo>
                <a:cubicBezTo>
                  <a:pt x="151631" y="19637"/>
                  <a:pt x="131909" y="0"/>
                  <a:pt x="107577" y="0"/>
                </a:cubicBezTo>
                <a:lnTo>
                  <a:pt x="44055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df-path-414">
            <a:extLst xmlns:a="http://schemas.openxmlformats.org/drawingml/2006/main">
              <a:ext uri="{FF2B5EF4-FFF2-40B4-BE49-F238E27FC236}">
                <a16:creationId xmlns:a16="http://schemas.microsoft.com/office/drawing/2014/main" id="{37582E16-9B91-4281-AEE4-78A4C41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906" y="10658968"/>
            <a:ext cx="149668" cy="88108"/>
          </a:xfrm>
          <a:custGeom xmlns:a="http://schemas.openxmlformats.org/drawingml/2006/main">
            <a:pathLst>
              <a:path w="149668" h="88108">
                <a:moveTo>
                  <a:pt x="0" y="44055"/>
                </a:moveTo>
                <a:cubicBezTo>
                  <a:pt x="0" y="68301"/>
                  <a:pt x="19722" y="88108"/>
                  <a:pt x="44140" y="88108"/>
                </a:cubicBezTo>
                <a:lnTo>
                  <a:pt x="105612" y="88108"/>
                </a:lnTo>
                <a:cubicBezTo>
                  <a:pt x="129860" y="88108"/>
                  <a:pt x="149668" y="68301"/>
                  <a:pt x="149668" y="44055"/>
                </a:cubicBezTo>
                <a:cubicBezTo>
                  <a:pt x="149668" y="19637"/>
                  <a:pt x="129860" y="0"/>
                  <a:pt x="105612" y="0"/>
                </a:cubicBezTo>
                <a:lnTo>
                  <a:pt x="44140" y="0"/>
                </a:lnTo>
                <a:cubicBezTo>
                  <a:pt x="19722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df-path-415">
            <a:extLst xmlns:a="http://schemas.openxmlformats.org/drawingml/2006/main">
              <a:ext uri="{FF2B5EF4-FFF2-40B4-BE49-F238E27FC236}">
                <a16:creationId xmlns:a16="http://schemas.microsoft.com/office/drawing/2014/main" id="{D6F27BB4-C09B-4B77-A704-F9C4859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3095" y="1065896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5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5527" y="88108"/>
                </a:lnTo>
                <a:cubicBezTo>
                  <a:pt x="129775" y="88108"/>
                  <a:pt x="149583" y="68301"/>
                  <a:pt x="149583" y="44055"/>
                </a:cubicBezTo>
                <a:cubicBezTo>
                  <a:pt x="149583" y="19637"/>
                  <a:pt x="129775" y="0"/>
                  <a:pt x="105527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df-path-416">
            <a:extLst xmlns:a="http://schemas.openxmlformats.org/drawingml/2006/main">
              <a:ext uri="{FF2B5EF4-FFF2-40B4-BE49-F238E27FC236}">
                <a16:creationId xmlns:a16="http://schemas.microsoft.com/office/drawing/2014/main" id="{14B146A4-CF14-4D19-9589-3FCD57B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199" y="10658968"/>
            <a:ext cx="151631" cy="88108"/>
          </a:xfrm>
          <a:custGeom xmlns:a="http://schemas.openxmlformats.org/drawingml/2006/main">
            <a:pathLst>
              <a:path w="151631" h="88108">
                <a:moveTo>
                  <a:pt x="0" y="44055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7577" y="88108"/>
                </a:lnTo>
                <a:cubicBezTo>
                  <a:pt x="131824" y="88108"/>
                  <a:pt x="151631" y="68301"/>
                  <a:pt x="151631" y="44055"/>
                </a:cubicBezTo>
                <a:cubicBezTo>
                  <a:pt x="151631" y="19637"/>
                  <a:pt x="131824" y="0"/>
                  <a:pt x="107577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df-path-417">
            <a:extLst xmlns:a="http://schemas.openxmlformats.org/drawingml/2006/main">
              <a:ext uri="{FF2B5EF4-FFF2-40B4-BE49-F238E27FC236}">
                <a16:creationId xmlns:a16="http://schemas.microsoft.com/office/drawing/2014/main" id="{733AED0A-368B-4528-B829-C57A5F0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1351" y="10658968"/>
            <a:ext cx="149583" cy="88108"/>
          </a:xfrm>
          <a:custGeom xmlns:a="http://schemas.openxmlformats.org/drawingml/2006/main">
            <a:pathLst>
              <a:path w="149583" h="88108">
                <a:moveTo>
                  <a:pt x="0" y="44055"/>
                </a:moveTo>
                <a:cubicBezTo>
                  <a:pt x="0" y="68301"/>
                  <a:pt x="19637" y="88108"/>
                  <a:pt x="44055" y="88108"/>
                </a:cubicBezTo>
                <a:lnTo>
                  <a:pt x="105528" y="88108"/>
                </a:lnTo>
                <a:cubicBezTo>
                  <a:pt x="129775" y="88108"/>
                  <a:pt x="149583" y="68301"/>
                  <a:pt x="149583" y="44055"/>
                </a:cubicBezTo>
                <a:cubicBezTo>
                  <a:pt x="149583" y="19637"/>
                  <a:pt x="129775" y="0"/>
                  <a:pt x="105528" y="0"/>
                </a:cubicBezTo>
                <a:lnTo>
                  <a:pt x="44055" y="0"/>
                </a:lnTo>
                <a:cubicBezTo>
                  <a:pt x="19637" y="0"/>
                  <a:pt x="0" y="19637"/>
                  <a:pt x="0" y="44055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df-path-418">
            <a:extLst xmlns:a="http://schemas.openxmlformats.org/drawingml/2006/main">
              <a:ext uri="{FF2B5EF4-FFF2-40B4-BE49-F238E27FC236}">
                <a16:creationId xmlns:a16="http://schemas.microsoft.com/office/drawing/2014/main" id="{48B4561A-9B73-4988-AAD8-DC819E58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914" y="9917219"/>
            <a:ext cx="633249" cy="557336"/>
          </a:xfrm>
          <a:custGeom xmlns:a="http://schemas.openxmlformats.org/drawingml/2006/main">
            <a:pathLst>
              <a:path w="633249" h="557336">
                <a:moveTo>
                  <a:pt x="0" y="278668"/>
                </a:moveTo>
                <a:cubicBezTo>
                  <a:pt x="0" y="124649"/>
                  <a:pt x="141744" y="0"/>
                  <a:pt x="316582" y="0"/>
                </a:cubicBezTo>
                <a:cubicBezTo>
                  <a:pt x="491351" y="0"/>
                  <a:pt x="633249" y="124649"/>
                  <a:pt x="633249" y="278668"/>
                </a:cubicBezTo>
                <a:cubicBezTo>
                  <a:pt x="633249" y="432517"/>
                  <a:pt x="491351" y="557336"/>
                  <a:pt x="316582" y="557336"/>
                </a:cubicBezTo>
                <a:cubicBezTo>
                  <a:pt x="141744" y="557336"/>
                  <a:pt x="0" y="432517"/>
                  <a:pt x="0" y="278668"/>
                </a:cubicBezTo>
              </a:path>
            </a:pathLst>
          </a:custGeom>
          <a:solidFill xmlns:a="http://schemas.openxmlformats.org/drawingml/2006/main">
            <a:srgbClr val="40404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df-path-419">
            <a:extLst xmlns:a="http://schemas.openxmlformats.org/drawingml/2006/main">
              <a:ext uri="{FF2B5EF4-FFF2-40B4-BE49-F238E27FC236}">
                <a16:creationId xmlns:a16="http://schemas.microsoft.com/office/drawing/2014/main" id="{79463A67-E843-4C90-9D3E-6889C5DB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9674" y="10009425"/>
            <a:ext cx="370968" cy="379070"/>
          </a:xfrm>
          <a:custGeom xmlns:a="http://schemas.openxmlformats.org/drawingml/2006/main">
            <a:pathLst>
              <a:path w="370968" h="379070">
                <a:moveTo>
                  <a:pt x="0" y="0"/>
                </a:moveTo>
                <a:lnTo>
                  <a:pt x="370968" y="189535"/>
                </a:lnTo>
                <a:lnTo>
                  <a:pt x="0" y="37907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CE76B28-6F3D-49B1-B9D7-320485F04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f1813dc4d4e59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83758" y="6968664"/>
            <a:ext cx="879053" cy="536846"/>
          </a:xfrm>
          <a:prstGeom xmlns:a="http://schemas.openxmlformats.org/drawingml/2006/main" prst="rect">
            <a:avLst/>
          </a:prstGeom>
        </p:spPr>
      </p:pic>
      <p:sp>
        <p:nvSpPr>
          <p:cNvPr id="418" name="host-source-component-20">
            <a:extLst xmlns:a="http://schemas.openxmlformats.org/drawingml/2006/main">
              <a:ext uri="{FF2B5EF4-FFF2-40B4-BE49-F238E27FC236}">
                <a16:creationId xmlns:a16="http://schemas.microsoft.com/office/drawing/2014/main" id="{7714D7A9-D06A-47B0-BD2F-132AB0DE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758" y="6968664"/>
            <a:ext cx="879053" cy="536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pdf-path-421">
            <a:extLst xmlns:a="http://schemas.openxmlformats.org/drawingml/2006/main">
              <a:ext uri="{FF2B5EF4-FFF2-40B4-BE49-F238E27FC236}">
                <a16:creationId xmlns:a16="http://schemas.microsoft.com/office/drawing/2014/main" id="{63240F56-874A-4BE2-A9FA-5C8D94F2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6052" y="6892851"/>
            <a:ext cx="866758" cy="81961"/>
          </a:xfrm>
          <a:custGeom xmlns:a="http://schemas.openxmlformats.org/drawingml/2006/main">
            <a:pathLst>
              <a:path w="866758" h="81961">
                <a:moveTo>
                  <a:pt x="0" y="81961"/>
                </a:moveTo>
                <a:lnTo>
                  <a:pt x="866758" y="81961"/>
                </a:lnTo>
                <a:lnTo>
                  <a:pt x="8667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df-path-422">
            <a:extLst xmlns:a="http://schemas.openxmlformats.org/drawingml/2006/main">
              <a:ext uri="{FF2B5EF4-FFF2-40B4-BE49-F238E27FC236}">
                <a16:creationId xmlns:a16="http://schemas.microsoft.com/office/drawing/2014/main" id="{88D7E416-6681-4460-A697-FBDAEA16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660" y="6909243"/>
            <a:ext cx="71717" cy="49177"/>
          </a:xfrm>
          <a:custGeom xmlns:a="http://schemas.openxmlformats.org/drawingml/2006/main">
            <a:pathLst>
              <a:path w="7171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8" y="49177"/>
                  <a:pt x="71717" y="38078"/>
                  <a:pt x="71717" y="24589"/>
                </a:cubicBezTo>
                <a:cubicBezTo>
                  <a:pt x="71717" y="10928"/>
                  <a:pt x="60618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df-path-423">
            <a:extLst xmlns:a="http://schemas.openxmlformats.org/drawingml/2006/main">
              <a:ext uri="{FF2B5EF4-FFF2-40B4-BE49-F238E27FC236}">
                <a16:creationId xmlns:a16="http://schemas.microsoft.com/office/drawing/2014/main" id="{ACC0BC45-7C48-49D3-9770-A43FC35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114" y="6909243"/>
            <a:ext cx="71717" cy="49177"/>
          </a:xfrm>
          <a:custGeom xmlns:a="http://schemas.openxmlformats.org/drawingml/2006/main">
            <a:pathLst>
              <a:path w="7171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9" y="49177"/>
                  <a:pt x="71717" y="38078"/>
                  <a:pt x="71717" y="24589"/>
                </a:cubicBezTo>
                <a:cubicBezTo>
                  <a:pt x="71717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df-path-424">
            <a:extLst xmlns:a="http://schemas.openxmlformats.org/drawingml/2006/main">
              <a:ext uri="{FF2B5EF4-FFF2-40B4-BE49-F238E27FC236}">
                <a16:creationId xmlns:a16="http://schemas.microsoft.com/office/drawing/2014/main" id="{24CCBA21-948F-4FAD-B1E8-F96D45E0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4567" y="6909243"/>
            <a:ext cx="73767" cy="49177"/>
          </a:xfrm>
          <a:custGeom xmlns:a="http://schemas.openxmlformats.org/drawingml/2006/main">
            <a:pathLst>
              <a:path w="7376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9178" y="49177"/>
                </a:lnTo>
                <a:cubicBezTo>
                  <a:pt x="62667" y="49177"/>
                  <a:pt x="73767" y="38078"/>
                  <a:pt x="73767" y="24589"/>
                </a:cubicBezTo>
                <a:cubicBezTo>
                  <a:pt x="73767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df-path-425">
            <a:extLst xmlns:a="http://schemas.openxmlformats.org/drawingml/2006/main">
              <a:ext uri="{FF2B5EF4-FFF2-40B4-BE49-F238E27FC236}">
                <a16:creationId xmlns:a16="http://schemas.microsoft.com/office/drawing/2014/main" id="{0112108D-2B82-498A-AAA4-999D9F44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9070" y="6909243"/>
            <a:ext cx="71717" cy="49177"/>
          </a:xfrm>
          <a:custGeom xmlns:a="http://schemas.openxmlformats.org/drawingml/2006/main">
            <a:pathLst>
              <a:path w="7171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8" y="49177"/>
                  <a:pt x="71717" y="38078"/>
                  <a:pt x="71717" y="24589"/>
                </a:cubicBezTo>
                <a:cubicBezTo>
                  <a:pt x="71717" y="10928"/>
                  <a:pt x="60618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df-path-426">
            <a:extLst xmlns:a="http://schemas.openxmlformats.org/drawingml/2006/main">
              <a:ext uri="{FF2B5EF4-FFF2-40B4-BE49-F238E27FC236}">
                <a16:creationId xmlns:a16="http://schemas.microsoft.com/office/drawing/2014/main" id="{111C7A55-94B5-4528-A4C6-8CC054F9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1524" y="6909243"/>
            <a:ext cx="73767" cy="49177"/>
          </a:xfrm>
          <a:custGeom xmlns:a="http://schemas.openxmlformats.org/drawingml/2006/main">
            <a:pathLst>
              <a:path w="7376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9178" y="49177"/>
                </a:lnTo>
                <a:cubicBezTo>
                  <a:pt x="62667" y="49177"/>
                  <a:pt x="73767" y="38078"/>
                  <a:pt x="73767" y="24589"/>
                </a:cubicBezTo>
                <a:cubicBezTo>
                  <a:pt x="73767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df-path-427">
            <a:extLst xmlns:a="http://schemas.openxmlformats.org/drawingml/2006/main">
              <a:ext uri="{FF2B5EF4-FFF2-40B4-BE49-F238E27FC236}">
                <a16:creationId xmlns:a16="http://schemas.microsoft.com/office/drawing/2014/main" id="{477965BF-8F36-4760-9D48-35DB599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026" y="6909243"/>
            <a:ext cx="71718" cy="49177"/>
          </a:xfrm>
          <a:custGeom xmlns:a="http://schemas.openxmlformats.org/drawingml/2006/main">
            <a:pathLst>
              <a:path w="71718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9" y="49177"/>
                  <a:pt x="71718" y="38078"/>
                  <a:pt x="71718" y="24589"/>
                </a:cubicBezTo>
                <a:cubicBezTo>
                  <a:pt x="71718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df-path-428">
            <a:extLst xmlns:a="http://schemas.openxmlformats.org/drawingml/2006/main">
              <a:ext uri="{FF2B5EF4-FFF2-40B4-BE49-F238E27FC236}">
                <a16:creationId xmlns:a16="http://schemas.microsoft.com/office/drawing/2014/main" id="{F073F002-CE5F-4E92-A43F-42EEB0E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8481" y="6909243"/>
            <a:ext cx="71717" cy="49177"/>
          </a:xfrm>
          <a:custGeom xmlns:a="http://schemas.openxmlformats.org/drawingml/2006/main">
            <a:pathLst>
              <a:path w="7171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8" y="49177"/>
                  <a:pt x="71717" y="38078"/>
                  <a:pt x="71717" y="24589"/>
                </a:cubicBezTo>
                <a:cubicBezTo>
                  <a:pt x="71717" y="10928"/>
                  <a:pt x="60618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df-path-429">
            <a:extLst xmlns:a="http://schemas.openxmlformats.org/drawingml/2006/main">
              <a:ext uri="{FF2B5EF4-FFF2-40B4-BE49-F238E27FC236}">
                <a16:creationId xmlns:a16="http://schemas.microsoft.com/office/drawing/2014/main" id="{3F081E95-EA11-4985-9A21-E6C52987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934" y="6909243"/>
            <a:ext cx="73767" cy="49177"/>
          </a:xfrm>
          <a:custGeom xmlns:a="http://schemas.openxmlformats.org/drawingml/2006/main">
            <a:pathLst>
              <a:path w="7376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9178" y="49177"/>
                </a:lnTo>
                <a:cubicBezTo>
                  <a:pt x="62667" y="49177"/>
                  <a:pt x="73767" y="38078"/>
                  <a:pt x="73767" y="24589"/>
                </a:cubicBezTo>
                <a:cubicBezTo>
                  <a:pt x="73767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df-path-430">
            <a:extLst xmlns:a="http://schemas.openxmlformats.org/drawingml/2006/main">
              <a:ext uri="{FF2B5EF4-FFF2-40B4-BE49-F238E27FC236}">
                <a16:creationId xmlns:a16="http://schemas.microsoft.com/office/drawing/2014/main" id="{F7ADA104-6AB3-4242-91B6-AD5835EF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437" y="6909243"/>
            <a:ext cx="71717" cy="49177"/>
          </a:xfrm>
          <a:custGeom xmlns:a="http://schemas.openxmlformats.org/drawingml/2006/main">
            <a:pathLst>
              <a:path w="71717" h="49177">
                <a:moveTo>
                  <a:pt x="0" y="24589"/>
                </a:moveTo>
                <a:cubicBezTo>
                  <a:pt x="0" y="38078"/>
                  <a:pt x="10928" y="49177"/>
                  <a:pt x="24589" y="49177"/>
                </a:cubicBezTo>
                <a:lnTo>
                  <a:pt x="47129" y="49177"/>
                </a:lnTo>
                <a:cubicBezTo>
                  <a:pt x="60619" y="49177"/>
                  <a:pt x="71717" y="38078"/>
                  <a:pt x="71717" y="24589"/>
                </a:cubicBezTo>
                <a:cubicBezTo>
                  <a:pt x="71717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df-path-431">
            <a:extLst xmlns:a="http://schemas.openxmlformats.org/drawingml/2006/main">
              <a:ext uri="{FF2B5EF4-FFF2-40B4-BE49-F238E27FC236}">
                <a16:creationId xmlns:a16="http://schemas.microsoft.com/office/drawing/2014/main" id="{9D88DB42-70D5-4D17-B15D-337E3D62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807" y="7460432"/>
            <a:ext cx="868807" cy="81961"/>
          </a:xfrm>
          <a:custGeom xmlns:a="http://schemas.openxmlformats.org/drawingml/2006/main">
            <a:pathLst>
              <a:path w="868807" h="81961">
                <a:moveTo>
                  <a:pt x="0" y="81961"/>
                </a:moveTo>
                <a:lnTo>
                  <a:pt x="868807" y="81961"/>
                </a:lnTo>
                <a:lnTo>
                  <a:pt x="8688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df-path-432">
            <a:extLst xmlns:a="http://schemas.openxmlformats.org/drawingml/2006/main">
              <a:ext uri="{FF2B5EF4-FFF2-40B4-BE49-F238E27FC236}">
                <a16:creationId xmlns:a16="http://schemas.microsoft.com/office/drawing/2014/main" id="{20864934-BB7F-4F1A-AF96-DBD5137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9415" y="7476824"/>
            <a:ext cx="71717" cy="49178"/>
          </a:xfrm>
          <a:custGeom xmlns:a="http://schemas.openxmlformats.org/drawingml/2006/main">
            <a:pathLst>
              <a:path w="71717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7129" y="49178"/>
                </a:lnTo>
                <a:cubicBezTo>
                  <a:pt x="60619" y="49178"/>
                  <a:pt x="71717" y="38078"/>
                  <a:pt x="71717" y="24589"/>
                </a:cubicBezTo>
                <a:cubicBezTo>
                  <a:pt x="71717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pdf-path-433">
            <a:extLst xmlns:a="http://schemas.openxmlformats.org/drawingml/2006/main">
              <a:ext uri="{FF2B5EF4-FFF2-40B4-BE49-F238E27FC236}">
                <a16:creationId xmlns:a16="http://schemas.microsoft.com/office/drawing/2014/main" id="{2D5670DB-D17A-410E-A440-514203C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868" y="7476824"/>
            <a:ext cx="73766" cy="49178"/>
          </a:xfrm>
          <a:custGeom xmlns:a="http://schemas.openxmlformats.org/drawingml/2006/main">
            <a:pathLst>
              <a:path w="73766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9177" y="49178"/>
                </a:lnTo>
                <a:cubicBezTo>
                  <a:pt x="62667" y="49178"/>
                  <a:pt x="73766" y="38078"/>
                  <a:pt x="73766" y="24589"/>
                </a:cubicBezTo>
                <a:cubicBezTo>
                  <a:pt x="73766" y="10928"/>
                  <a:pt x="62667" y="0"/>
                  <a:pt x="49177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df-path-434">
            <a:extLst xmlns:a="http://schemas.openxmlformats.org/drawingml/2006/main">
              <a:ext uri="{FF2B5EF4-FFF2-40B4-BE49-F238E27FC236}">
                <a16:creationId xmlns:a16="http://schemas.microsoft.com/office/drawing/2014/main" id="{781B90CA-1AD7-43DB-8982-80E19006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371" y="7476824"/>
            <a:ext cx="71718" cy="49178"/>
          </a:xfrm>
          <a:custGeom xmlns:a="http://schemas.openxmlformats.org/drawingml/2006/main">
            <a:pathLst>
              <a:path w="71718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7129" y="49178"/>
                </a:lnTo>
                <a:cubicBezTo>
                  <a:pt x="60619" y="49178"/>
                  <a:pt x="71718" y="38078"/>
                  <a:pt x="71718" y="24589"/>
                </a:cubicBezTo>
                <a:cubicBezTo>
                  <a:pt x="71718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df-path-435">
            <a:extLst xmlns:a="http://schemas.openxmlformats.org/drawingml/2006/main">
              <a:ext uri="{FF2B5EF4-FFF2-40B4-BE49-F238E27FC236}">
                <a16:creationId xmlns:a16="http://schemas.microsoft.com/office/drawing/2014/main" id="{8369BA73-CC97-47AD-BCE8-9E06FCE4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8825" y="7476824"/>
            <a:ext cx="71717" cy="49178"/>
          </a:xfrm>
          <a:custGeom xmlns:a="http://schemas.openxmlformats.org/drawingml/2006/main">
            <a:pathLst>
              <a:path w="71717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7129" y="49178"/>
                </a:lnTo>
                <a:cubicBezTo>
                  <a:pt x="60618" y="49178"/>
                  <a:pt x="71717" y="38078"/>
                  <a:pt x="71717" y="24589"/>
                </a:cubicBezTo>
                <a:cubicBezTo>
                  <a:pt x="71717" y="10928"/>
                  <a:pt x="60618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df-path-436">
            <a:extLst xmlns:a="http://schemas.openxmlformats.org/drawingml/2006/main">
              <a:ext uri="{FF2B5EF4-FFF2-40B4-BE49-F238E27FC236}">
                <a16:creationId xmlns:a16="http://schemas.microsoft.com/office/drawing/2014/main" id="{50EA99D7-5836-49FC-A92A-0E03F5B2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1279" y="7476824"/>
            <a:ext cx="73766" cy="49178"/>
          </a:xfrm>
          <a:custGeom xmlns:a="http://schemas.openxmlformats.org/drawingml/2006/main">
            <a:pathLst>
              <a:path w="73766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9178" y="49178"/>
                </a:lnTo>
                <a:cubicBezTo>
                  <a:pt x="62667" y="49178"/>
                  <a:pt x="73766" y="38078"/>
                  <a:pt x="73766" y="24589"/>
                </a:cubicBezTo>
                <a:cubicBezTo>
                  <a:pt x="73766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pdf-path-437">
            <a:extLst xmlns:a="http://schemas.openxmlformats.org/drawingml/2006/main">
              <a:ext uri="{FF2B5EF4-FFF2-40B4-BE49-F238E27FC236}">
                <a16:creationId xmlns:a16="http://schemas.microsoft.com/office/drawing/2014/main" id="{F758B4C8-FCAC-4F28-9B82-6FE2A41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5781" y="7476824"/>
            <a:ext cx="71717" cy="49178"/>
          </a:xfrm>
          <a:custGeom xmlns:a="http://schemas.openxmlformats.org/drawingml/2006/main">
            <a:pathLst>
              <a:path w="71717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7129" y="49178"/>
                </a:lnTo>
                <a:cubicBezTo>
                  <a:pt x="60619" y="49178"/>
                  <a:pt x="71717" y="38078"/>
                  <a:pt x="71717" y="24589"/>
                </a:cubicBezTo>
                <a:cubicBezTo>
                  <a:pt x="71717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df-path-438">
            <a:extLst xmlns:a="http://schemas.openxmlformats.org/drawingml/2006/main">
              <a:ext uri="{FF2B5EF4-FFF2-40B4-BE49-F238E27FC236}">
                <a16:creationId xmlns:a16="http://schemas.microsoft.com/office/drawing/2014/main" id="{07D0EC6D-F6AD-40A8-9D51-8E976A3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8235" y="7476824"/>
            <a:ext cx="73767" cy="49178"/>
          </a:xfrm>
          <a:custGeom xmlns:a="http://schemas.openxmlformats.org/drawingml/2006/main">
            <a:pathLst>
              <a:path w="73767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9178" y="49178"/>
                </a:lnTo>
                <a:cubicBezTo>
                  <a:pt x="62667" y="49178"/>
                  <a:pt x="73767" y="38078"/>
                  <a:pt x="73767" y="24589"/>
                </a:cubicBezTo>
                <a:cubicBezTo>
                  <a:pt x="73767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pdf-path-439">
            <a:extLst xmlns:a="http://schemas.openxmlformats.org/drawingml/2006/main">
              <a:ext uri="{FF2B5EF4-FFF2-40B4-BE49-F238E27FC236}">
                <a16:creationId xmlns:a16="http://schemas.microsoft.com/office/drawing/2014/main" id="{DAE9796B-F1A1-4039-A95E-F52901C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688" y="7476824"/>
            <a:ext cx="73767" cy="49178"/>
          </a:xfrm>
          <a:custGeom xmlns:a="http://schemas.openxmlformats.org/drawingml/2006/main">
            <a:pathLst>
              <a:path w="73767" h="49178">
                <a:moveTo>
                  <a:pt x="0" y="24589"/>
                </a:moveTo>
                <a:cubicBezTo>
                  <a:pt x="0" y="38078"/>
                  <a:pt x="10928" y="49178"/>
                  <a:pt x="24589" y="49178"/>
                </a:cubicBezTo>
                <a:lnTo>
                  <a:pt x="49178" y="49178"/>
                </a:lnTo>
                <a:cubicBezTo>
                  <a:pt x="62667" y="49178"/>
                  <a:pt x="73767" y="38078"/>
                  <a:pt x="73767" y="24589"/>
                </a:cubicBezTo>
                <a:cubicBezTo>
                  <a:pt x="73767" y="10928"/>
                  <a:pt x="62667" y="0"/>
                  <a:pt x="49178" y="0"/>
                </a:cubicBezTo>
                <a:lnTo>
                  <a:pt x="24589" y="0"/>
                </a:lnTo>
                <a:cubicBezTo>
                  <a:pt x="10928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df-path-440">
            <a:extLst xmlns:a="http://schemas.openxmlformats.org/drawingml/2006/main">
              <a:ext uri="{FF2B5EF4-FFF2-40B4-BE49-F238E27FC236}">
                <a16:creationId xmlns:a16="http://schemas.microsoft.com/office/drawing/2014/main" id="{A1721B9E-C6E9-4F11-8624-8481A04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191" y="7476824"/>
            <a:ext cx="71718" cy="49178"/>
          </a:xfrm>
          <a:custGeom xmlns:a="http://schemas.openxmlformats.org/drawingml/2006/main">
            <a:pathLst>
              <a:path w="71718" h="49178">
                <a:moveTo>
                  <a:pt x="0" y="24589"/>
                </a:moveTo>
                <a:cubicBezTo>
                  <a:pt x="0" y="38078"/>
                  <a:pt x="10929" y="49178"/>
                  <a:pt x="24589" y="49178"/>
                </a:cubicBezTo>
                <a:lnTo>
                  <a:pt x="47129" y="49178"/>
                </a:lnTo>
                <a:cubicBezTo>
                  <a:pt x="60619" y="49178"/>
                  <a:pt x="71718" y="38078"/>
                  <a:pt x="71718" y="24589"/>
                </a:cubicBezTo>
                <a:cubicBezTo>
                  <a:pt x="71718" y="10928"/>
                  <a:pt x="60619" y="0"/>
                  <a:pt x="47129" y="0"/>
                </a:cubicBezTo>
                <a:lnTo>
                  <a:pt x="24589" y="0"/>
                </a:lnTo>
                <a:cubicBezTo>
                  <a:pt x="10929" y="0"/>
                  <a:pt x="0" y="10928"/>
                  <a:pt x="0" y="245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df-path-441">
            <a:extLst xmlns:a="http://schemas.openxmlformats.org/drawingml/2006/main">
              <a:ext uri="{FF2B5EF4-FFF2-40B4-BE49-F238E27FC236}">
                <a16:creationId xmlns:a16="http://schemas.microsoft.com/office/drawing/2014/main" id="{6CA7E9B0-E46C-465E-AE03-0AA43254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0629" y="7079313"/>
            <a:ext cx="305312" cy="305305"/>
          </a:xfrm>
          <a:custGeom xmlns:a="http://schemas.openxmlformats.org/drawingml/2006/main">
            <a:pathLst>
              <a:path w="305312" h="305305">
                <a:moveTo>
                  <a:pt x="0" y="152652"/>
                </a:moveTo>
                <a:cubicBezTo>
                  <a:pt x="0" y="68300"/>
                  <a:pt x="68303" y="0"/>
                  <a:pt x="152656" y="0"/>
                </a:cubicBezTo>
                <a:cubicBezTo>
                  <a:pt x="236839" y="0"/>
                  <a:pt x="305312" y="68300"/>
                  <a:pt x="305312" y="152652"/>
                </a:cubicBezTo>
                <a:cubicBezTo>
                  <a:pt x="305312" y="236833"/>
                  <a:pt x="236839" y="305305"/>
                  <a:pt x="152656" y="305305"/>
                </a:cubicBezTo>
                <a:cubicBezTo>
                  <a:pt x="68303" y="305305"/>
                  <a:pt x="0" y="236833"/>
                  <a:pt x="0" y="152652"/>
                </a:cubicBezTo>
              </a:path>
            </a:pathLst>
          </a:custGeom>
          <a:solidFill xmlns:a="http://schemas.openxmlformats.org/drawingml/2006/main">
            <a:srgbClr val="40404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df-path-442">
            <a:extLst xmlns:a="http://schemas.openxmlformats.org/drawingml/2006/main">
              <a:ext uri="{FF2B5EF4-FFF2-40B4-BE49-F238E27FC236}">
                <a16:creationId xmlns:a16="http://schemas.microsoft.com/office/drawing/2014/main" id="{783459D4-D30A-4852-8FF2-AE61358E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35" y="7128489"/>
            <a:ext cx="178269" cy="206952"/>
          </a:xfrm>
          <a:custGeom xmlns:a="http://schemas.openxmlformats.org/drawingml/2006/main">
            <a:pathLst>
              <a:path w="178269" h="206952">
                <a:moveTo>
                  <a:pt x="0" y="0"/>
                </a:moveTo>
                <a:lnTo>
                  <a:pt x="178269" y="103476"/>
                </a:lnTo>
                <a:lnTo>
                  <a:pt x="0" y="20695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07D299F2-BC45-45B5-A3A3-42B34D759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bb0e0229e4588"/>
          <a:srcRect xmlns:a="http://schemas.openxmlformats.org/drawingml/2006/main" l="21" t="0" r="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9869" y="9538148"/>
            <a:ext cx="2038828" cy="1477351"/>
          </a:xfrm>
          <a:prstGeom xmlns:a="http://schemas.openxmlformats.org/drawingml/2006/main" prst="rect">
            <a:avLst/>
          </a:prstGeom>
        </p:spPr>
      </p:pic>
      <p:sp>
        <p:nvSpPr>
          <p:cNvPr id="442" name="host-source-component-21">
            <a:extLst xmlns:a="http://schemas.openxmlformats.org/drawingml/2006/main">
              <a:ext uri="{FF2B5EF4-FFF2-40B4-BE49-F238E27FC236}">
                <a16:creationId xmlns:a16="http://schemas.microsoft.com/office/drawing/2014/main" id="{4C17C78B-8CD2-4B8F-8111-7331624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869" y="9538148"/>
            <a:ext cx="2038828" cy="147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7FB60F1-17A3-40AD-A3F4-AE2404C16F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f93ce9e7b4211"/>
          <a:srcRect xmlns:a="http://schemas.openxmlformats.org/drawingml/2006/main" l="72" t="0" r="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29869" y="11015431"/>
            <a:ext cx="2036780" cy="1477351"/>
          </a:xfrm>
          <a:prstGeom xmlns:a="http://schemas.openxmlformats.org/drawingml/2006/main" prst="rect">
            <a:avLst/>
          </a:prstGeom>
        </p:spPr>
      </p:pic>
      <p:sp>
        <p:nvSpPr>
          <p:cNvPr id="444" name="host-source-component-22">
            <a:extLst xmlns:a="http://schemas.openxmlformats.org/drawingml/2006/main">
              <a:ext uri="{FF2B5EF4-FFF2-40B4-BE49-F238E27FC236}">
                <a16:creationId xmlns:a16="http://schemas.microsoft.com/office/drawing/2014/main" id="{C468552A-5FDC-47C4-BE85-B696A2CF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869" y="11015431"/>
            <a:ext cx="2036780" cy="1477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5" name="pdf-path-445">
            <a:extLst xmlns:a="http://schemas.openxmlformats.org/drawingml/2006/main">
              <a:ext uri="{FF2B5EF4-FFF2-40B4-BE49-F238E27FC236}">
                <a16:creationId xmlns:a16="http://schemas.microsoft.com/office/drawing/2014/main" id="{88714C13-FA20-4569-B9C2-9BBFCBB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3211" y="2197499"/>
            <a:ext cx="236326" cy="944602"/>
          </a:xfrm>
          <a:custGeom xmlns:a="http://schemas.openxmlformats.org/drawingml/2006/main">
            <a:pathLst>
              <a:path w="236326" h="944602">
                <a:moveTo>
                  <a:pt x="141898" y="0"/>
                </a:moveTo>
                <a:lnTo>
                  <a:pt x="150607" y="18441"/>
                </a:lnTo>
                <a:lnTo>
                  <a:pt x="159486" y="38760"/>
                </a:lnTo>
                <a:lnTo>
                  <a:pt x="168195" y="60616"/>
                </a:lnTo>
                <a:lnTo>
                  <a:pt x="176904" y="84010"/>
                </a:lnTo>
                <a:lnTo>
                  <a:pt x="185270" y="108940"/>
                </a:lnTo>
                <a:lnTo>
                  <a:pt x="185441" y="109622"/>
                </a:lnTo>
                <a:lnTo>
                  <a:pt x="148729" y="120893"/>
                </a:lnTo>
                <a:lnTo>
                  <a:pt x="148558" y="120380"/>
                </a:lnTo>
                <a:lnTo>
                  <a:pt x="148729" y="120893"/>
                </a:lnTo>
                <a:lnTo>
                  <a:pt x="140532" y="96645"/>
                </a:lnTo>
                <a:lnTo>
                  <a:pt x="140703" y="97157"/>
                </a:lnTo>
                <a:lnTo>
                  <a:pt x="132336" y="74106"/>
                </a:lnTo>
                <a:lnTo>
                  <a:pt x="132507" y="74619"/>
                </a:lnTo>
                <a:lnTo>
                  <a:pt x="123969" y="53275"/>
                </a:lnTo>
                <a:lnTo>
                  <a:pt x="124140" y="53786"/>
                </a:lnTo>
                <a:lnTo>
                  <a:pt x="115602" y="33979"/>
                </a:lnTo>
                <a:lnTo>
                  <a:pt x="115773" y="34662"/>
                </a:lnTo>
                <a:lnTo>
                  <a:pt x="107235" y="16391"/>
                </a:lnTo>
                <a:lnTo>
                  <a:pt x="141898" y="0"/>
                </a:lnTo>
                <a:moveTo>
                  <a:pt x="196540" y="146846"/>
                </a:moveTo>
                <a:lnTo>
                  <a:pt x="200980" y="162385"/>
                </a:lnTo>
                <a:lnTo>
                  <a:pt x="208152" y="190901"/>
                </a:lnTo>
                <a:lnTo>
                  <a:pt x="214640" y="220611"/>
                </a:lnTo>
                <a:lnTo>
                  <a:pt x="220446" y="251176"/>
                </a:lnTo>
                <a:lnTo>
                  <a:pt x="222154" y="261422"/>
                </a:lnTo>
                <a:lnTo>
                  <a:pt x="184246" y="267569"/>
                </a:lnTo>
                <a:lnTo>
                  <a:pt x="182538" y="257495"/>
                </a:lnTo>
                <a:lnTo>
                  <a:pt x="182709" y="258177"/>
                </a:lnTo>
                <a:lnTo>
                  <a:pt x="176904" y="228125"/>
                </a:lnTo>
                <a:lnTo>
                  <a:pt x="177074" y="228637"/>
                </a:lnTo>
                <a:lnTo>
                  <a:pt x="170585" y="199438"/>
                </a:lnTo>
                <a:lnTo>
                  <a:pt x="170756" y="199950"/>
                </a:lnTo>
                <a:lnTo>
                  <a:pt x="163755" y="171947"/>
                </a:lnTo>
                <a:lnTo>
                  <a:pt x="163926" y="172459"/>
                </a:lnTo>
                <a:lnTo>
                  <a:pt x="159657" y="157262"/>
                </a:lnTo>
                <a:lnTo>
                  <a:pt x="196540" y="146846"/>
                </a:lnTo>
                <a:moveTo>
                  <a:pt x="227789" y="300012"/>
                </a:moveTo>
                <a:lnTo>
                  <a:pt x="229837" y="315038"/>
                </a:lnTo>
                <a:lnTo>
                  <a:pt x="233082" y="347994"/>
                </a:lnTo>
                <a:lnTo>
                  <a:pt x="235302" y="381802"/>
                </a:lnTo>
                <a:lnTo>
                  <a:pt x="236326" y="416123"/>
                </a:lnTo>
                <a:lnTo>
                  <a:pt x="236326" y="417490"/>
                </a:lnTo>
                <a:lnTo>
                  <a:pt x="197906" y="417319"/>
                </a:lnTo>
                <a:lnTo>
                  <a:pt x="197906" y="416294"/>
                </a:lnTo>
                <a:lnTo>
                  <a:pt x="197906" y="416977"/>
                </a:lnTo>
                <a:lnTo>
                  <a:pt x="196882" y="383339"/>
                </a:lnTo>
                <a:lnTo>
                  <a:pt x="196882" y="384022"/>
                </a:lnTo>
                <a:lnTo>
                  <a:pt x="194662" y="350896"/>
                </a:lnTo>
                <a:lnTo>
                  <a:pt x="194833" y="351579"/>
                </a:lnTo>
                <a:lnTo>
                  <a:pt x="191588" y="319136"/>
                </a:lnTo>
                <a:lnTo>
                  <a:pt x="191588" y="319648"/>
                </a:lnTo>
                <a:lnTo>
                  <a:pt x="189711" y="304964"/>
                </a:lnTo>
                <a:lnTo>
                  <a:pt x="227789" y="300012"/>
                </a:lnTo>
                <a:moveTo>
                  <a:pt x="235643" y="457274"/>
                </a:moveTo>
                <a:lnTo>
                  <a:pt x="233936" y="477764"/>
                </a:lnTo>
                <a:lnTo>
                  <a:pt x="230179" y="505597"/>
                </a:lnTo>
                <a:lnTo>
                  <a:pt x="224374" y="534797"/>
                </a:lnTo>
                <a:lnTo>
                  <a:pt x="217031" y="565190"/>
                </a:lnTo>
                <a:lnTo>
                  <a:pt x="214469" y="574240"/>
                </a:lnTo>
                <a:lnTo>
                  <a:pt x="177587" y="563653"/>
                </a:lnTo>
                <a:lnTo>
                  <a:pt x="179977" y="554774"/>
                </a:lnTo>
                <a:lnTo>
                  <a:pt x="179806" y="555628"/>
                </a:lnTo>
                <a:lnTo>
                  <a:pt x="186978" y="526088"/>
                </a:lnTo>
                <a:lnTo>
                  <a:pt x="186807" y="527112"/>
                </a:lnTo>
                <a:lnTo>
                  <a:pt x="192272" y="498767"/>
                </a:lnTo>
                <a:lnTo>
                  <a:pt x="192101" y="499792"/>
                </a:lnTo>
                <a:lnTo>
                  <a:pt x="195858" y="472984"/>
                </a:lnTo>
                <a:lnTo>
                  <a:pt x="195687" y="474009"/>
                </a:lnTo>
                <a:lnTo>
                  <a:pt x="197394" y="454201"/>
                </a:lnTo>
                <a:lnTo>
                  <a:pt x="235643" y="457274"/>
                </a:lnTo>
                <a:moveTo>
                  <a:pt x="203029" y="611635"/>
                </a:moveTo>
                <a:lnTo>
                  <a:pt x="197565" y="628368"/>
                </a:lnTo>
                <a:lnTo>
                  <a:pt x="185441" y="661153"/>
                </a:lnTo>
                <a:lnTo>
                  <a:pt x="171781" y="694279"/>
                </a:lnTo>
                <a:lnTo>
                  <a:pt x="159998" y="720745"/>
                </a:lnTo>
                <a:lnTo>
                  <a:pt x="124994" y="705036"/>
                </a:lnTo>
                <a:lnTo>
                  <a:pt x="136605" y="678912"/>
                </a:lnTo>
                <a:lnTo>
                  <a:pt x="136434" y="679424"/>
                </a:lnTo>
                <a:lnTo>
                  <a:pt x="149753" y="646810"/>
                </a:lnTo>
                <a:lnTo>
                  <a:pt x="149583" y="647493"/>
                </a:lnTo>
                <a:lnTo>
                  <a:pt x="161365" y="615392"/>
                </a:lnTo>
                <a:lnTo>
                  <a:pt x="161194" y="616075"/>
                </a:lnTo>
                <a:lnTo>
                  <a:pt x="166487" y="599683"/>
                </a:lnTo>
                <a:lnTo>
                  <a:pt x="203029" y="611635"/>
                </a:lnTo>
                <a:moveTo>
                  <a:pt x="143094" y="755922"/>
                </a:moveTo>
                <a:lnTo>
                  <a:pt x="140532" y="761555"/>
                </a:lnTo>
                <a:lnTo>
                  <a:pt x="122603" y="795194"/>
                </a:lnTo>
                <a:lnTo>
                  <a:pt x="103649" y="828491"/>
                </a:lnTo>
                <a:lnTo>
                  <a:pt x="85549" y="857860"/>
                </a:lnTo>
                <a:lnTo>
                  <a:pt x="52764" y="837711"/>
                </a:lnTo>
                <a:lnTo>
                  <a:pt x="70693" y="808683"/>
                </a:lnTo>
                <a:lnTo>
                  <a:pt x="70352" y="809196"/>
                </a:lnTo>
                <a:lnTo>
                  <a:pt x="89135" y="776411"/>
                </a:lnTo>
                <a:lnTo>
                  <a:pt x="88793" y="776924"/>
                </a:lnTo>
                <a:lnTo>
                  <a:pt x="106381" y="743798"/>
                </a:lnTo>
                <a:lnTo>
                  <a:pt x="106040" y="744310"/>
                </a:lnTo>
                <a:lnTo>
                  <a:pt x="108601" y="739016"/>
                </a:lnTo>
                <a:lnTo>
                  <a:pt x="143094" y="755922"/>
                </a:lnTo>
                <a:moveTo>
                  <a:pt x="67107" y="851030"/>
                </a:moveTo>
                <a:lnTo>
                  <a:pt x="190051" y="844541"/>
                </a:lnTo>
                <a:lnTo>
                  <a:pt x="0" y="944602"/>
                </a:lnTo>
                <a:lnTo>
                  <a:pt x="33810" y="732527"/>
                </a:lnTo>
                <a:lnTo>
                  <a:pt x="67107" y="851030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df-path-446">
            <a:extLst xmlns:a="http://schemas.openxmlformats.org/drawingml/2006/main">
              <a:ext uri="{FF2B5EF4-FFF2-40B4-BE49-F238E27FC236}">
                <a16:creationId xmlns:a16="http://schemas.microsoft.com/office/drawing/2014/main" id="{4CBD60D9-4C33-4181-8FEC-ACBC82E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9961" y="2176497"/>
            <a:ext cx="1098816" cy="1290035"/>
          </a:xfrm>
          <a:custGeom xmlns:a="http://schemas.openxmlformats.org/drawingml/2006/main">
            <a:pathLst>
              <a:path w="1098816" h="1290035">
                <a:moveTo>
                  <a:pt x="1004388" y="69666"/>
                </a:moveTo>
                <a:lnTo>
                  <a:pt x="1003705" y="70007"/>
                </a:lnTo>
                <a:lnTo>
                  <a:pt x="1004046" y="69836"/>
                </a:lnTo>
                <a:lnTo>
                  <a:pt x="981677" y="82985"/>
                </a:lnTo>
                <a:lnTo>
                  <a:pt x="982190" y="82643"/>
                </a:lnTo>
                <a:lnTo>
                  <a:pt x="959649" y="96474"/>
                </a:lnTo>
                <a:lnTo>
                  <a:pt x="959991" y="96303"/>
                </a:lnTo>
                <a:lnTo>
                  <a:pt x="937110" y="110989"/>
                </a:lnTo>
                <a:lnTo>
                  <a:pt x="937622" y="110647"/>
                </a:lnTo>
                <a:lnTo>
                  <a:pt x="908594" y="130454"/>
                </a:lnTo>
                <a:lnTo>
                  <a:pt x="886908" y="98694"/>
                </a:lnTo>
                <a:lnTo>
                  <a:pt x="916278" y="78716"/>
                </a:lnTo>
                <a:lnTo>
                  <a:pt x="939330" y="63861"/>
                </a:lnTo>
                <a:lnTo>
                  <a:pt x="962040" y="49859"/>
                </a:lnTo>
                <a:lnTo>
                  <a:pt x="984751" y="36540"/>
                </a:lnTo>
                <a:lnTo>
                  <a:pt x="985776" y="36028"/>
                </a:lnTo>
                <a:lnTo>
                  <a:pt x="1004388" y="69666"/>
                </a:lnTo>
                <a:moveTo>
                  <a:pt x="877687" y="152140"/>
                </a:moveTo>
                <a:lnTo>
                  <a:pt x="845926" y="175362"/>
                </a:lnTo>
                <a:lnTo>
                  <a:pt x="846438" y="175021"/>
                </a:lnTo>
                <a:lnTo>
                  <a:pt x="800335" y="210707"/>
                </a:lnTo>
                <a:lnTo>
                  <a:pt x="800505" y="210366"/>
                </a:lnTo>
                <a:lnTo>
                  <a:pt x="786845" y="221465"/>
                </a:lnTo>
                <a:lnTo>
                  <a:pt x="762597" y="191584"/>
                </a:lnTo>
                <a:lnTo>
                  <a:pt x="776599" y="180314"/>
                </a:lnTo>
                <a:lnTo>
                  <a:pt x="823045" y="144455"/>
                </a:lnTo>
                <a:lnTo>
                  <a:pt x="855147" y="121234"/>
                </a:lnTo>
                <a:lnTo>
                  <a:pt x="877687" y="152140"/>
                </a:lnTo>
                <a:moveTo>
                  <a:pt x="756962" y="245712"/>
                </a:moveTo>
                <a:lnTo>
                  <a:pt x="754913" y="247249"/>
                </a:lnTo>
                <a:lnTo>
                  <a:pt x="755425" y="246907"/>
                </a:lnTo>
                <a:lnTo>
                  <a:pt x="711029" y="284814"/>
                </a:lnTo>
                <a:lnTo>
                  <a:pt x="711200" y="284643"/>
                </a:lnTo>
                <a:lnTo>
                  <a:pt x="670730" y="320673"/>
                </a:lnTo>
                <a:lnTo>
                  <a:pt x="645117" y="291986"/>
                </a:lnTo>
                <a:lnTo>
                  <a:pt x="685927" y="255787"/>
                </a:lnTo>
                <a:lnTo>
                  <a:pt x="730666" y="217538"/>
                </a:lnTo>
                <a:lnTo>
                  <a:pt x="732886" y="215830"/>
                </a:lnTo>
                <a:lnTo>
                  <a:pt x="756962" y="245712"/>
                </a:lnTo>
                <a:moveTo>
                  <a:pt x="642897" y="346456"/>
                </a:moveTo>
                <a:lnTo>
                  <a:pt x="627359" y="360799"/>
                </a:lnTo>
                <a:lnTo>
                  <a:pt x="627700" y="360629"/>
                </a:lnTo>
                <a:lnTo>
                  <a:pt x="589109" y="398364"/>
                </a:lnTo>
                <a:lnTo>
                  <a:pt x="589280" y="398023"/>
                </a:lnTo>
                <a:lnTo>
                  <a:pt x="571009" y="416635"/>
                </a:lnTo>
                <a:lnTo>
                  <a:pt x="571179" y="416464"/>
                </a:lnTo>
                <a:lnTo>
                  <a:pt x="561446" y="426710"/>
                </a:lnTo>
                <a:lnTo>
                  <a:pt x="533784" y="399902"/>
                </a:lnTo>
                <a:lnTo>
                  <a:pt x="543517" y="389827"/>
                </a:lnTo>
                <a:lnTo>
                  <a:pt x="562129" y="371044"/>
                </a:lnTo>
                <a:lnTo>
                  <a:pt x="601062" y="332967"/>
                </a:lnTo>
                <a:lnTo>
                  <a:pt x="616601" y="318452"/>
                </a:lnTo>
                <a:lnTo>
                  <a:pt x="642897" y="346456"/>
                </a:lnTo>
                <a:moveTo>
                  <a:pt x="535321" y="454201"/>
                </a:moveTo>
                <a:lnTo>
                  <a:pt x="521318" y="469569"/>
                </a:lnTo>
                <a:lnTo>
                  <a:pt x="521660" y="469227"/>
                </a:lnTo>
                <a:lnTo>
                  <a:pt x="506804" y="486303"/>
                </a:lnTo>
                <a:lnTo>
                  <a:pt x="506975" y="486132"/>
                </a:lnTo>
                <a:lnTo>
                  <a:pt x="492973" y="502524"/>
                </a:lnTo>
                <a:lnTo>
                  <a:pt x="493144" y="502182"/>
                </a:lnTo>
                <a:lnTo>
                  <a:pt x="480166" y="517891"/>
                </a:lnTo>
                <a:lnTo>
                  <a:pt x="480508" y="517550"/>
                </a:lnTo>
                <a:lnTo>
                  <a:pt x="468555" y="532917"/>
                </a:lnTo>
                <a:lnTo>
                  <a:pt x="461213" y="541455"/>
                </a:lnTo>
                <a:lnTo>
                  <a:pt x="432013" y="516526"/>
                </a:lnTo>
                <a:lnTo>
                  <a:pt x="439014" y="508329"/>
                </a:lnTo>
                <a:lnTo>
                  <a:pt x="438502" y="509013"/>
                </a:lnTo>
                <a:lnTo>
                  <a:pt x="450455" y="493815"/>
                </a:lnTo>
                <a:lnTo>
                  <a:pt x="463603" y="477594"/>
                </a:lnTo>
                <a:lnTo>
                  <a:pt x="477776" y="461032"/>
                </a:lnTo>
                <a:lnTo>
                  <a:pt x="492802" y="443785"/>
                </a:lnTo>
                <a:lnTo>
                  <a:pt x="506975" y="428246"/>
                </a:lnTo>
                <a:lnTo>
                  <a:pt x="535321" y="454201"/>
                </a:lnTo>
                <a:moveTo>
                  <a:pt x="437478" y="570654"/>
                </a:moveTo>
                <a:lnTo>
                  <a:pt x="432184" y="577655"/>
                </a:lnTo>
                <a:lnTo>
                  <a:pt x="432355" y="577314"/>
                </a:lnTo>
                <a:lnTo>
                  <a:pt x="418352" y="595925"/>
                </a:lnTo>
                <a:lnTo>
                  <a:pt x="418523" y="595754"/>
                </a:lnTo>
                <a:lnTo>
                  <a:pt x="403668" y="615903"/>
                </a:lnTo>
                <a:lnTo>
                  <a:pt x="403839" y="615733"/>
                </a:lnTo>
                <a:lnTo>
                  <a:pt x="388300" y="637417"/>
                </a:lnTo>
                <a:lnTo>
                  <a:pt x="388470" y="637247"/>
                </a:lnTo>
                <a:lnTo>
                  <a:pt x="372248" y="660299"/>
                </a:lnTo>
                <a:lnTo>
                  <a:pt x="372419" y="660128"/>
                </a:lnTo>
                <a:lnTo>
                  <a:pt x="370541" y="663031"/>
                </a:lnTo>
                <a:lnTo>
                  <a:pt x="338780" y="641175"/>
                </a:lnTo>
                <a:lnTo>
                  <a:pt x="340830" y="638271"/>
                </a:lnTo>
                <a:lnTo>
                  <a:pt x="357051" y="615221"/>
                </a:lnTo>
                <a:lnTo>
                  <a:pt x="372590" y="593365"/>
                </a:lnTo>
                <a:lnTo>
                  <a:pt x="387616" y="572874"/>
                </a:lnTo>
                <a:lnTo>
                  <a:pt x="401789" y="554091"/>
                </a:lnTo>
                <a:lnTo>
                  <a:pt x="407254" y="547090"/>
                </a:lnTo>
                <a:lnTo>
                  <a:pt x="437478" y="570654"/>
                </a:lnTo>
                <a:moveTo>
                  <a:pt x="348855" y="694450"/>
                </a:moveTo>
                <a:lnTo>
                  <a:pt x="338780" y="709647"/>
                </a:lnTo>
                <a:lnTo>
                  <a:pt x="338951" y="709476"/>
                </a:lnTo>
                <a:lnTo>
                  <a:pt x="321534" y="735771"/>
                </a:lnTo>
                <a:lnTo>
                  <a:pt x="303946" y="762751"/>
                </a:lnTo>
                <a:lnTo>
                  <a:pt x="304117" y="762580"/>
                </a:lnTo>
                <a:lnTo>
                  <a:pt x="286358" y="790583"/>
                </a:lnTo>
                <a:lnTo>
                  <a:pt x="286358" y="790413"/>
                </a:lnTo>
                <a:lnTo>
                  <a:pt x="286358" y="790583"/>
                </a:lnTo>
                <a:lnTo>
                  <a:pt x="253744" y="770093"/>
                </a:lnTo>
                <a:lnTo>
                  <a:pt x="253914" y="769922"/>
                </a:lnTo>
                <a:lnTo>
                  <a:pt x="271674" y="741918"/>
                </a:lnTo>
                <a:lnTo>
                  <a:pt x="289432" y="714769"/>
                </a:lnTo>
                <a:lnTo>
                  <a:pt x="306849" y="688132"/>
                </a:lnTo>
                <a:lnTo>
                  <a:pt x="317095" y="673106"/>
                </a:lnTo>
                <a:lnTo>
                  <a:pt x="348855" y="694450"/>
                </a:lnTo>
                <a:moveTo>
                  <a:pt x="265867" y="823026"/>
                </a:moveTo>
                <a:lnTo>
                  <a:pt x="250670" y="847614"/>
                </a:lnTo>
                <a:lnTo>
                  <a:pt x="250841" y="847273"/>
                </a:lnTo>
                <a:lnTo>
                  <a:pt x="215665" y="905841"/>
                </a:lnTo>
                <a:lnTo>
                  <a:pt x="215836" y="905670"/>
                </a:lnTo>
                <a:lnTo>
                  <a:pt x="206786" y="921209"/>
                </a:lnTo>
                <a:lnTo>
                  <a:pt x="173488" y="901913"/>
                </a:lnTo>
                <a:lnTo>
                  <a:pt x="182538" y="886204"/>
                </a:lnTo>
                <a:lnTo>
                  <a:pt x="218056" y="827465"/>
                </a:lnTo>
                <a:lnTo>
                  <a:pt x="233424" y="802707"/>
                </a:lnTo>
                <a:lnTo>
                  <a:pt x="265867" y="823026"/>
                </a:lnTo>
                <a:moveTo>
                  <a:pt x="187490" y="954505"/>
                </a:moveTo>
                <a:lnTo>
                  <a:pt x="181685" y="964410"/>
                </a:lnTo>
                <a:lnTo>
                  <a:pt x="181856" y="964068"/>
                </a:lnTo>
                <a:lnTo>
                  <a:pt x="149754" y="1022124"/>
                </a:lnTo>
                <a:lnTo>
                  <a:pt x="149924" y="1021782"/>
                </a:lnTo>
                <a:lnTo>
                  <a:pt x="134556" y="1050297"/>
                </a:lnTo>
                <a:lnTo>
                  <a:pt x="134727" y="1050128"/>
                </a:lnTo>
                <a:lnTo>
                  <a:pt x="132336" y="1054737"/>
                </a:lnTo>
                <a:lnTo>
                  <a:pt x="98185" y="1036979"/>
                </a:lnTo>
                <a:lnTo>
                  <a:pt x="100746" y="1032198"/>
                </a:lnTo>
                <a:lnTo>
                  <a:pt x="116114" y="1003511"/>
                </a:lnTo>
                <a:lnTo>
                  <a:pt x="148387" y="945285"/>
                </a:lnTo>
                <a:lnTo>
                  <a:pt x="154193" y="935210"/>
                </a:lnTo>
                <a:lnTo>
                  <a:pt x="187490" y="954505"/>
                </a:lnTo>
                <a:moveTo>
                  <a:pt x="114919" y="1088546"/>
                </a:moveTo>
                <a:lnTo>
                  <a:pt x="106894" y="1104767"/>
                </a:lnTo>
                <a:lnTo>
                  <a:pt x="106894" y="1104426"/>
                </a:lnTo>
                <a:lnTo>
                  <a:pt x="94258" y="1130722"/>
                </a:lnTo>
                <a:lnTo>
                  <a:pt x="94428" y="1130380"/>
                </a:lnTo>
                <a:lnTo>
                  <a:pt x="82817" y="1155822"/>
                </a:lnTo>
                <a:lnTo>
                  <a:pt x="82988" y="1155482"/>
                </a:lnTo>
                <a:lnTo>
                  <a:pt x="72230" y="1179728"/>
                </a:lnTo>
                <a:lnTo>
                  <a:pt x="72401" y="1179217"/>
                </a:lnTo>
                <a:lnTo>
                  <a:pt x="67278" y="1191852"/>
                </a:lnTo>
                <a:lnTo>
                  <a:pt x="31761" y="1177337"/>
                </a:lnTo>
                <a:lnTo>
                  <a:pt x="37054" y="1164360"/>
                </a:lnTo>
                <a:lnTo>
                  <a:pt x="47812" y="1139773"/>
                </a:lnTo>
                <a:lnTo>
                  <a:pt x="59594" y="1114160"/>
                </a:lnTo>
                <a:lnTo>
                  <a:pt x="72401" y="1087692"/>
                </a:lnTo>
                <a:lnTo>
                  <a:pt x="80597" y="1071472"/>
                </a:lnTo>
                <a:lnTo>
                  <a:pt x="114919" y="1088546"/>
                </a:lnTo>
                <a:moveTo>
                  <a:pt x="53959" y="1226685"/>
                </a:moveTo>
                <a:lnTo>
                  <a:pt x="48495" y="1242907"/>
                </a:lnTo>
                <a:lnTo>
                  <a:pt x="48666" y="1242053"/>
                </a:lnTo>
                <a:lnTo>
                  <a:pt x="43543" y="1260664"/>
                </a:lnTo>
                <a:lnTo>
                  <a:pt x="43714" y="1259640"/>
                </a:lnTo>
                <a:lnTo>
                  <a:pt x="39786" y="1276544"/>
                </a:lnTo>
                <a:lnTo>
                  <a:pt x="40128" y="1275179"/>
                </a:lnTo>
                <a:lnTo>
                  <a:pt x="37908" y="1290035"/>
                </a:lnTo>
                <a:lnTo>
                  <a:pt x="0" y="1284570"/>
                </a:lnTo>
                <a:lnTo>
                  <a:pt x="2220" y="1268862"/>
                </a:lnTo>
                <a:lnTo>
                  <a:pt x="6318" y="1250761"/>
                </a:lnTo>
                <a:lnTo>
                  <a:pt x="11782" y="1231125"/>
                </a:lnTo>
                <a:lnTo>
                  <a:pt x="17417" y="1214391"/>
                </a:lnTo>
                <a:lnTo>
                  <a:pt x="53959" y="1226685"/>
                </a:lnTo>
                <a:moveTo>
                  <a:pt x="995167" y="52933"/>
                </a:moveTo>
                <a:lnTo>
                  <a:pt x="884005" y="0"/>
                </a:lnTo>
                <a:lnTo>
                  <a:pt x="1098816" y="2560"/>
                </a:lnTo>
                <a:lnTo>
                  <a:pt x="967846" y="172801"/>
                </a:lnTo>
                <a:lnTo>
                  <a:pt x="995167" y="52933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df-path-447">
            <a:extLst xmlns:a="http://schemas.openxmlformats.org/drawingml/2006/main">
              <a:ext uri="{FF2B5EF4-FFF2-40B4-BE49-F238E27FC236}">
                <a16:creationId xmlns:a16="http://schemas.microsoft.com/office/drawing/2014/main" id="{1B54A26E-83B1-418B-B8E1-C3D25A9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996" y="2180082"/>
            <a:ext cx="1396444" cy="743969"/>
          </a:xfrm>
          <a:custGeom xmlns:a="http://schemas.openxmlformats.org/drawingml/2006/main">
            <a:pathLst>
              <a:path w="1396444" h="743969">
                <a:moveTo>
                  <a:pt x="1291770" y="87937"/>
                </a:moveTo>
                <a:lnTo>
                  <a:pt x="1270426" y="94426"/>
                </a:lnTo>
                <a:lnTo>
                  <a:pt x="1270597" y="94426"/>
                </a:lnTo>
                <a:lnTo>
                  <a:pt x="1224151" y="108940"/>
                </a:lnTo>
                <a:lnTo>
                  <a:pt x="1181974" y="122259"/>
                </a:lnTo>
                <a:lnTo>
                  <a:pt x="1170363" y="85547"/>
                </a:lnTo>
                <a:lnTo>
                  <a:pt x="1212711" y="72228"/>
                </a:lnTo>
                <a:lnTo>
                  <a:pt x="1259156" y="57714"/>
                </a:lnTo>
                <a:lnTo>
                  <a:pt x="1280501" y="51225"/>
                </a:lnTo>
                <a:lnTo>
                  <a:pt x="1291770" y="87937"/>
                </a:lnTo>
                <a:moveTo>
                  <a:pt x="1145262" y="133699"/>
                </a:moveTo>
                <a:lnTo>
                  <a:pt x="1129722" y="138651"/>
                </a:lnTo>
                <a:lnTo>
                  <a:pt x="1129893" y="138651"/>
                </a:lnTo>
                <a:lnTo>
                  <a:pt x="1082765" y="153848"/>
                </a:lnTo>
                <a:lnTo>
                  <a:pt x="1036319" y="169216"/>
                </a:lnTo>
                <a:lnTo>
                  <a:pt x="1036319" y="169045"/>
                </a:lnTo>
                <a:lnTo>
                  <a:pt x="1035978" y="169216"/>
                </a:lnTo>
                <a:lnTo>
                  <a:pt x="1023855" y="132846"/>
                </a:lnTo>
                <a:lnTo>
                  <a:pt x="1024195" y="132675"/>
                </a:lnTo>
                <a:lnTo>
                  <a:pt x="1070812" y="117307"/>
                </a:lnTo>
                <a:lnTo>
                  <a:pt x="1118112" y="102110"/>
                </a:lnTo>
                <a:lnTo>
                  <a:pt x="1133821" y="97158"/>
                </a:lnTo>
                <a:lnTo>
                  <a:pt x="1145262" y="133699"/>
                </a:lnTo>
                <a:moveTo>
                  <a:pt x="999607" y="181339"/>
                </a:moveTo>
                <a:lnTo>
                  <a:pt x="990727" y="184412"/>
                </a:lnTo>
                <a:lnTo>
                  <a:pt x="990898" y="184242"/>
                </a:lnTo>
                <a:lnTo>
                  <a:pt x="946502" y="199267"/>
                </a:lnTo>
                <a:lnTo>
                  <a:pt x="946672" y="199267"/>
                </a:lnTo>
                <a:lnTo>
                  <a:pt x="904325" y="213953"/>
                </a:lnTo>
                <a:lnTo>
                  <a:pt x="904495" y="213953"/>
                </a:lnTo>
                <a:lnTo>
                  <a:pt x="891005" y="218734"/>
                </a:lnTo>
                <a:lnTo>
                  <a:pt x="878029" y="182534"/>
                </a:lnTo>
                <a:lnTo>
                  <a:pt x="891519" y="177754"/>
                </a:lnTo>
                <a:lnTo>
                  <a:pt x="934208" y="162898"/>
                </a:lnTo>
                <a:lnTo>
                  <a:pt x="978603" y="147872"/>
                </a:lnTo>
                <a:lnTo>
                  <a:pt x="987312" y="144969"/>
                </a:lnTo>
                <a:lnTo>
                  <a:pt x="999607" y="181339"/>
                </a:lnTo>
                <a:moveTo>
                  <a:pt x="854976" y="231711"/>
                </a:moveTo>
                <a:lnTo>
                  <a:pt x="826801" y="242127"/>
                </a:lnTo>
                <a:lnTo>
                  <a:pt x="826972" y="242127"/>
                </a:lnTo>
                <a:lnTo>
                  <a:pt x="809384" y="248786"/>
                </a:lnTo>
                <a:lnTo>
                  <a:pt x="809555" y="248786"/>
                </a:lnTo>
                <a:lnTo>
                  <a:pt x="792651" y="255446"/>
                </a:lnTo>
                <a:lnTo>
                  <a:pt x="776428" y="261764"/>
                </a:lnTo>
                <a:lnTo>
                  <a:pt x="776770" y="261764"/>
                </a:lnTo>
                <a:lnTo>
                  <a:pt x="761573" y="268082"/>
                </a:lnTo>
                <a:lnTo>
                  <a:pt x="761744" y="267911"/>
                </a:lnTo>
                <a:lnTo>
                  <a:pt x="748595" y="273546"/>
                </a:lnTo>
                <a:lnTo>
                  <a:pt x="733569" y="238199"/>
                </a:lnTo>
                <a:lnTo>
                  <a:pt x="746717" y="232564"/>
                </a:lnTo>
                <a:lnTo>
                  <a:pt x="762256" y="226247"/>
                </a:lnTo>
                <a:lnTo>
                  <a:pt x="778477" y="219758"/>
                </a:lnTo>
                <a:lnTo>
                  <a:pt x="795553" y="212929"/>
                </a:lnTo>
                <a:lnTo>
                  <a:pt x="813312" y="206098"/>
                </a:lnTo>
                <a:lnTo>
                  <a:pt x="841657" y="195682"/>
                </a:lnTo>
                <a:lnTo>
                  <a:pt x="854976" y="231711"/>
                </a:lnTo>
                <a:moveTo>
                  <a:pt x="714615" y="289255"/>
                </a:moveTo>
                <a:lnTo>
                  <a:pt x="708809" y="292157"/>
                </a:lnTo>
                <a:lnTo>
                  <a:pt x="692929" y="299841"/>
                </a:lnTo>
                <a:lnTo>
                  <a:pt x="693099" y="299841"/>
                </a:lnTo>
                <a:lnTo>
                  <a:pt x="675511" y="308549"/>
                </a:lnTo>
                <a:lnTo>
                  <a:pt x="656387" y="318111"/>
                </a:lnTo>
                <a:lnTo>
                  <a:pt x="656558" y="317940"/>
                </a:lnTo>
                <a:lnTo>
                  <a:pt x="636238" y="328187"/>
                </a:lnTo>
                <a:lnTo>
                  <a:pt x="614552" y="339285"/>
                </a:lnTo>
                <a:lnTo>
                  <a:pt x="611990" y="340651"/>
                </a:lnTo>
                <a:lnTo>
                  <a:pt x="594402" y="306501"/>
                </a:lnTo>
                <a:lnTo>
                  <a:pt x="596964" y="305135"/>
                </a:lnTo>
                <a:lnTo>
                  <a:pt x="618821" y="294036"/>
                </a:lnTo>
                <a:lnTo>
                  <a:pt x="639311" y="283620"/>
                </a:lnTo>
                <a:lnTo>
                  <a:pt x="658436" y="274229"/>
                </a:lnTo>
                <a:lnTo>
                  <a:pt x="676024" y="265350"/>
                </a:lnTo>
                <a:lnTo>
                  <a:pt x="691904" y="257495"/>
                </a:lnTo>
                <a:lnTo>
                  <a:pt x="697880" y="254762"/>
                </a:lnTo>
                <a:lnTo>
                  <a:pt x="714615" y="289255"/>
                </a:lnTo>
                <a:moveTo>
                  <a:pt x="577839" y="358238"/>
                </a:moveTo>
                <a:lnTo>
                  <a:pt x="568106" y="363532"/>
                </a:lnTo>
                <a:lnTo>
                  <a:pt x="568106" y="363362"/>
                </a:lnTo>
                <a:lnTo>
                  <a:pt x="543346" y="376508"/>
                </a:lnTo>
                <a:lnTo>
                  <a:pt x="543517" y="376508"/>
                </a:lnTo>
                <a:lnTo>
                  <a:pt x="491778" y="404512"/>
                </a:lnTo>
                <a:lnTo>
                  <a:pt x="492120" y="404341"/>
                </a:lnTo>
                <a:lnTo>
                  <a:pt x="477093" y="412879"/>
                </a:lnTo>
                <a:lnTo>
                  <a:pt x="458310" y="379412"/>
                </a:lnTo>
                <a:lnTo>
                  <a:pt x="473336" y="370875"/>
                </a:lnTo>
                <a:lnTo>
                  <a:pt x="525246" y="342700"/>
                </a:lnTo>
                <a:lnTo>
                  <a:pt x="550176" y="329382"/>
                </a:lnTo>
                <a:lnTo>
                  <a:pt x="560081" y="324258"/>
                </a:lnTo>
                <a:lnTo>
                  <a:pt x="577839" y="358238"/>
                </a:lnTo>
                <a:moveTo>
                  <a:pt x="443625" y="431662"/>
                </a:moveTo>
                <a:lnTo>
                  <a:pt x="438331" y="434565"/>
                </a:lnTo>
                <a:lnTo>
                  <a:pt x="438502" y="434394"/>
                </a:lnTo>
                <a:lnTo>
                  <a:pt x="383689" y="466496"/>
                </a:lnTo>
                <a:lnTo>
                  <a:pt x="384031" y="466325"/>
                </a:lnTo>
                <a:lnTo>
                  <a:pt x="344928" y="490059"/>
                </a:lnTo>
                <a:lnTo>
                  <a:pt x="324949" y="457276"/>
                </a:lnTo>
                <a:lnTo>
                  <a:pt x="364223" y="433370"/>
                </a:lnTo>
                <a:lnTo>
                  <a:pt x="419377" y="401268"/>
                </a:lnTo>
                <a:lnTo>
                  <a:pt x="424842" y="398194"/>
                </a:lnTo>
                <a:lnTo>
                  <a:pt x="443625" y="431662"/>
                </a:lnTo>
                <a:moveTo>
                  <a:pt x="312826" y="510209"/>
                </a:moveTo>
                <a:lnTo>
                  <a:pt x="275430" y="534114"/>
                </a:lnTo>
                <a:lnTo>
                  <a:pt x="275942" y="533772"/>
                </a:lnTo>
                <a:lnTo>
                  <a:pt x="223861" y="569289"/>
                </a:lnTo>
                <a:lnTo>
                  <a:pt x="224203" y="568948"/>
                </a:lnTo>
                <a:lnTo>
                  <a:pt x="217714" y="573558"/>
                </a:lnTo>
                <a:lnTo>
                  <a:pt x="195345" y="542481"/>
                </a:lnTo>
                <a:lnTo>
                  <a:pt x="202005" y="537699"/>
                </a:lnTo>
                <a:lnTo>
                  <a:pt x="254598" y="501841"/>
                </a:lnTo>
                <a:lnTo>
                  <a:pt x="291993" y="477765"/>
                </a:lnTo>
                <a:lnTo>
                  <a:pt x="312826" y="510209"/>
                </a:lnTo>
                <a:moveTo>
                  <a:pt x="186978" y="596098"/>
                </a:moveTo>
                <a:lnTo>
                  <a:pt x="175196" y="604976"/>
                </a:lnTo>
                <a:lnTo>
                  <a:pt x="175367" y="604635"/>
                </a:lnTo>
                <a:lnTo>
                  <a:pt x="152144" y="622735"/>
                </a:lnTo>
                <a:lnTo>
                  <a:pt x="152656" y="622393"/>
                </a:lnTo>
                <a:lnTo>
                  <a:pt x="130629" y="640492"/>
                </a:lnTo>
                <a:lnTo>
                  <a:pt x="130799" y="640321"/>
                </a:lnTo>
                <a:lnTo>
                  <a:pt x="109796" y="658421"/>
                </a:lnTo>
                <a:lnTo>
                  <a:pt x="110309" y="657910"/>
                </a:lnTo>
                <a:lnTo>
                  <a:pt x="99551" y="667812"/>
                </a:lnTo>
                <a:lnTo>
                  <a:pt x="73425" y="639639"/>
                </a:lnTo>
                <a:lnTo>
                  <a:pt x="84525" y="629393"/>
                </a:lnTo>
                <a:lnTo>
                  <a:pt x="106040" y="611124"/>
                </a:lnTo>
                <a:lnTo>
                  <a:pt x="128409" y="592511"/>
                </a:lnTo>
                <a:lnTo>
                  <a:pt x="151973" y="574241"/>
                </a:lnTo>
                <a:lnTo>
                  <a:pt x="164097" y="565191"/>
                </a:lnTo>
                <a:lnTo>
                  <a:pt x="186978" y="596098"/>
                </a:lnTo>
                <a:moveTo>
                  <a:pt x="73084" y="693596"/>
                </a:moveTo>
                <a:lnTo>
                  <a:pt x="57204" y="710671"/>
                </a:lnTo>
                <a:lnTo>
                  <a:pt x="57887" y="709989"/>
                </a:lnTo>
                <a:lnTo>
                  <a:pt x="43031" y="727576"/>
                </a:lnTo>
                <a:lnTo>
                  <a:pt x="43714" y="726551"/>
                </a:lnTo>
                <a:lnTo>
                  <a:pt x="30736" y="743969"/>
                </a:lnTo>
                <a:lnTo>
                  <a:pt x="0" y="721087"/>
                </a:lnTo>
                <a:lnTo>
                  <a:pt x="13320" y="703159"/>
                </a:lnTo>
                <a:lnTo>
                  <a:pt x="28858" y="684888"/>
                </a:lnTo>
                <a:lnTo>
                  <a:pt x="44909" y="667471"/>
                </a:lnTo>
                <a:lnTo>
                  <a:pt x="73084" y="693596"/>
                </a:lnTo>
                <a:moveTo>
                  <a:pt x="1286136" y="69496"/>
                </a:moveTo>
                <a:lnTo>
                  <a:pt x="1184706" y="0"/>
                </a:lnTo>
                <a:lnTo>
                  <a:pt x="1396444" y="35858"/>
                </a:lnTo>
                <a:lnTo>
                  <a:pt x="1240714" y="183729"/>
                </a:lnTo>
                <a:lnTo>
                  <a:pt x="1286136" y="69496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df-path-448">
            <a:extLst xmlns:a="http://schemas.openxmlformats.org/drawingml/2006/main">
              <a:ext uri="{FF2B5EF4-FFF2-40B4-BE49-F238E27FC236}">
                <a16:creationId xmlns:a16="http://schemas.microsoft.com/office/drawing/2014/main" id="{84A56232-29E2-4E0A-B629-0CC44C4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628" y="3734613"/>
            <a:ext cx="373700" cy="1501597"/>
          </a:xfrm>
          <a:custGeom xmlns:a="http://schemas.openxmlformats.org/drawingml/2006/main">
            <a:pathLst>
              <a:path w="373700" h="1501597">
                <a:moveTo>
                  <a:pt x="281492" y="1427661"/>
                </a:moveTo>
                <a:lnTo>
                  <a:pt x="280638" y="1426466"/>
                </a:lnTo>
                <a:lnTo>
                  <a:pt x="267149" y="1408024"/>
                </a:lnTo>
                <a:lnTo>
                  <a:pt x="253658" y="1388900"/>
                </a:lnTo>
                <a:lnTo>
                  <a:pt x="240339" y="1368751"/>
                </a:lnTo>
                <a:lnTo>
                  <a:pt x="227021" y="1347749"/>
                </a:lnTo>
                <a:lnTo>
                  <a:pt x="216434" y="1329820"/>
                </a:lnTo>
                <a:lnTo>
                  <a:pt x="249389" y="1310183"/>
                </a:lnTo>
                <a:lnTo>
                  <a:pt x="259977" y="1327771"/>
                </a:lnTo>
                <a:lnTo>
                  <a:pt x="259635" y="1327429"/>
                </a:lnTo>
                <a:lnTo>
                  <a:pt x="272783" y="1348091"/>
                </a:lnTo>
                <a:lnTo>
                  <a:pt x="272613" y="1347749"/>
                </a:lnTo>
                <a:lnTo>
                  <a:pt x="285590" y="1367385"/>
                </a:lnTo>
                <a:lnTo>
                  <a:pt x="285249" y="1367044"/>
                </a:lnTo>
                <a:lnTo>
                  <a:pt x="298567" y="1385826"/>
                </a:lnTo>
                <a:lnTo>
                  <a:pt x="298226" y="1385485"/>
                </a:lnTo>
                <a:lnTo>
                  <a:pt x="311545" y="1403585"/>
                </a:lnTo>
                <a:lnTo>
                  <a:pt x="311203" y="1403073"/>
                </a:lnTo>
                <a:lnTo>
                  <a:pt x="311887" y="1404097"/>
                </a:lnTo>
                <a:lnTo>
                  <a:pt x="281492" y="1427661"/>
                </a:lnTo>
                <a:moveTo>
                  <a:pt x="196626" y="1296011"/>
                </a:moveTo>
                <a:lnTo>
                  <a:pt x="175452" y="1257421"/>
                </a:lnTo>
                <a:lnTo>
                  <a:pt x="150522" y="1208585"/>
                </a:lnTo>
                <a:lnTo>
                  <a:pt x="143008" y="1192534"/>
                </a:lnTo>
                <a:lnTo>
                  <a:pt x="177843" y="1176314"/>
                </a:lnTo>
                <a:lnTo>
                  <a:pt x="185185" y="1192023"/>
                </a:lnTo>
                <a:lnTo>
                  <a:pt x="184844" y="1191510"/>
                </a:lnTo>
                <a:lnTo>
                  <a:pt x="209433" y="1239662"/>
                </a:lnTo>
                <a:lnTo>
                  <a:pt x="209262" y="1239150"/>
                </a:lnTo>
                <a:lnTo>
                  <a:pt x="230265" y="1277570"/>
                </a:lnTo>
                <a:lnTo>
                  <a:pt x="196626" y="1296011"/>
                </a:lnTo>
                <a:moveTo>
                  <a:pt x="126616" y="1157189"/>
                </a:moveTo>
                <a:lnTo>
                  <a:pt x="104247" y="1105110"/>
                </a:lnTo>
                <a:lnTo>
                  <a:pt x="83244" y="1051322"/>
                </a:lnTo>
                <a:lnTo>
                  <a:pt x="82510" y="1049444"/>
                </a:lnTo>
                <a:lnTo>
                  <a:pt x="118761" y="1036637"/>
                </a:lnTo>
                <a:lnTo>
                  <a:pt x="119273" y="1038175"/>
                </a:lnTo>
                <a:lnTo>
                  <a:pt x="119103" y="1037492"/>
                </a:lnTo>
                <a:lnTo>
                  <a:pt x="139935" y="1090767"/>
                </a:lnTo>
                <a:lnTo>
                  <a:pt x="139764" y="1090254"/>
                </a:lnTo>
                <a:lnTo>
                  <a:pt x="161962" y="1142163"/>
                </a:lnTo>
                <a:lnTo>
                  <a:pt x="126616" y="1157189"/>
                </a:lnTo>
                <a:moveTo>
                  <a:pt x="69669" y="1013245"/>
                </a:moveTo>
                <a:lnTo>
                  <a:pt x="63743" y="996511"/>
                </a:lnTo>
                <a:lnTo>
                  <a:pt x="46139" y="941016"/>
                </a:lnTo>
                <a:lnTo>
                  <a:pt x="35193" y="901914"/>
                </a:lnTo>
                <a:lnTo>
                  <a:pt x="72213" y="891498"/>
                </a:lnTo>
                <a:lnTo>
                  <a:pt x="83073" y="930430"/>
                </a:lnTo>
                <a:lnTo>
                  <a:pt x="82851" y="929747"/>
                </a:lnTo>
                <a:lnTo>
                  <a:pt x="100319" y="984558"/>
                </a:lnTo>
                <a:lnTo>
                  <a:pt x="100149" y="984046"/>
                </a:lnTo>
                <a:lnTo>
                  <a:pt x="105955" y="1000438"/>
                </a:lnTo>
                <a:lnTo>
                  <a:pt x="69669" y="1013245"/>
                </a:lnTo>
                <a:moveTo>
                  <a:pt x="25494" y="864007"/>
                </a:moveTo>
                <a:lnTo>
                  <a:pt x="17332" y="829686"/>
                </a:lnTo>
                <a:lnTo>
                  <a:pt x="6728" y="774533"/>
                </a:lnTo>
                <a:lnTo>
                  <a:pt x="4833" y="763775"/>
                </a:lnTo>
                <a:lnTo>
                  <a:pt x="3074" y="750969"/>
                </a:lnTo>
                <a:lnTo>
                  <a:pt x="2818" y="748237"/>
                </a:lnTo>
                <a:lnTo>
                  <a:pt x="41084" y="744651"/>
                </a:lnTo>
                <a:lnTo>
                  <a:pt x="41289" y="747042"/>
                </a:lnTo>
                <a:lnTo>
                  <a:pt x="41186" y="746188"/>
                </a:lnTo>
                <a:lnTo>
                  <a:pt x="42860" y="758311"/>
                </a:lnTo>
                <a:lnTo>
                  <a:pt x="42740" y="757628"/>
                </a:lnTo>
                <a:lnTo>
                  <a:pt x="44533" y="767873"/>
                </a:lnTo>
                <a:lnTo>
                  <a:pt x="44482" y="767532"/>
                </a:lnTo>
                <a:lnTo>
                  <a:pt x="54984" y="822002"/>
                </a:lnTo>
                <a:lnTo>
                  <a:pt x="54813" y="821148"/>
                </a:lnTo>
                <a:lnTo>
                  <a:pt x="62873" y="855127"/>
                </a:lnTo>
                <a:lnTo>
                  <a:pt x="25494" y="864007"/>
                </a:lnTo>
                <a:moveTo>
                  <a:pt x="444" y="708622"/>
                </a:moveTo>
                <a:lnTo>
                  <a:pt x="256" y="702475"/>
                </a:lnTo>
                <a:lnTo>
                  <a:pt x="0" y="683521"/>
                </a:lnTo>
                <a:lnTo>
                  <a:pt x="137" y="663031"/>
                </a:lnTo>
                <a:lnTo>
                  <a:pt x="786" y="641517"/>
                </a:lnTo>
                <a:lnTo>
                  <a:pt x="1827" y="618635"/>
                </a:lnTo>
                <a:lnTo>
                  <a:pt x="3245" y="594730"/>
                </a:lnTo>
                <a:lnTo>
                  <a:pt x="3501" y="591486"/>
                </a:lnTo>
                <a:lnTo>
                  <a:pt x="41801" y="594388"/>
                </a:lnTo>
                <a:lnTo>
                  <a:pt x="41562" y="597633"/>
                </a:lnTo>
                <a:lnTo>
                  <a:pt x="41596" y="597291"/>
                </a:lnTo>
                <a:lnTo>
                  <a:pt x="40179" y="620856"/>
                </a:lnTo>
                <a:lnTo>
                  <a:pt x="40196" y="620514"/>
                </a:lnTo>
                <a:lnTo>
                  <a:pt x="39172" y="643053"/>
                </a:lnTo>
                <a:lnTo>
                  <a:pt x="39189" y="642712"/>
                </a:lnTo>
                <a:lnTo>
                  <a:pt x="38540" y="664056"/>
                </a:lnTo>
                <a:lnTo>
                  <a:pt x="38540" y="663544"/>
                </a:lnTo>
                <a:lnTo>
                  <a:pt x="38420" y="683521"/>
                </a:lnTo>
                <a:lnTo>
                  <a:pt x="38420" y="683180"/>
                </a:lnTo>
                <a:lnTo>
                  <a:pt x="38677" y="701792"/>
                </a:lnTo>
                <a:lnTo>
                  <a:pt x="38677" y="701450"/>
                </a:lnTo>
                <a:lnTo>
                  <a:pt x="38847" y="707598"/>
                </a:lnTo>
                <a:lnTo>
                  <a:pt x="444" y="708622"/>
                </a:lnTo>
                <a:moveTo>
                  <a:pt x="6831" y="552896"/>
                </a:moveTo>
                <a:lnTo>
                  <a:pt x="7650" y="544188"/>
                </a:lnTo>
                <a:lnTo>
                  <a:pt x="10638" y="517550"/>
                </a:lnTo>
                <a:lnTo>
                  <a:pt x="14156" y="490229"/>
                </a:lnTo>
                <a:lnTo>
                  <a:pt x="22284" y="437467"/>
                </a:lnTo>
                <a:lnTo>
                  <a:pt x="60260" y="443444"/>
                </a:lnTo>
                <a:lnTo>
                  <a:pt x="52149" y="495865"/>
                </a:lnTo>
                <a:lnTo>
                  <a:pt x="52218" y="495353"/>
                </a:lnTo>
                <a:lnTo>
                  <a:pt x="48768" y="522331"/>
                </a:lnTo>
                <a:lnTo>
                  <a:pt x="48802" y="521990"/>
                </a:lnTo>
                <a:lnTo>
                  <a:pt x="45865" y="548286"/>
                </a:lnTo>
                <a:lnTo>
                  <a:pt x="45882" y="547944"/>
                </a:lnTo>
                <a:lnTo>
                  <a:pt x="45080" y="556482"/>
                </a:lnTo>
                <a:lnTo>
                  <a:pt x="6831" y="552896"/>
                </a:lnTo>
                <a:moveTo>
                  <a:pt x="29456" y="399048"/>
                </a:moveTo>
                <a:lnTo>
                  <a:pt x="33827" y="375997"/>
                </a:lnTo>
                <a:lnTo>
                  <a:pt x="47453" y="317087"/>
                </a:lnTo>
                <a:lnTo>
                  <a:pt x="56247" y="285497"/>
                </a:lnTo>
                <a:lnTo>
                  <a:pt x="93319" y="295742"/>
                </a:lnTo>
                <a:lnTo>
                  <a:pt x="84610" y="326991"/>
                </a:lnTo>
                <a:lnTo>
                  <a:pt x="84781" y="326137"/>
                </a:lnTo>
                <a:lnTo>
                  <a:pt x="71359" y="384363"/>
                </a:lnTo>
                <a:lnTo>
                  <a:pt x="71513" y="383680"/>
                </a:lnTo>
                <a:lnTo>
                  <a:pt x="67210" y="406220"/>
                </a:lnTo>
                <a:lnTo>
                  <a:pt x="29456" y="399048"/>
                </a:lnTo>
                <a:moveTo>
                  <a:pt x="67244" y="247760"/>
                </a:moveTo>
                <a:lnTo>
                  <a:pt x="83073" y="199608"/>
                </a:lnTo>
                <a:lnTo>
                  <a:pt x="94002" y="170581"/>
                </a:lnTo>
                <a:lnTo>
                  <a:pt x="105613" y="142407"/>
                </a:lnTo>
                <a:lnTo>
                  <a:pt x="107662" y="137796"/>
                </a:lnTo>
                <a:lnTo>
                  <a:pt x="142667" y="153335"/>
                </a:lnTo>
                <a:lnTo>
                  <a:pt x="140789" y="157604"/>
                </a:lnTo>
                <a:lnTo>
                  <a:pt x="140960" y="157262"/>
                </a:lnTo>
                <a:lnTo>
                  <a:pt x="129519" y="184924"/>
                </a:lnTo>
                <a:lnTo>
                  <a:pt x="129860" y="184412"/>
                </a:lnTo>
                <a:lnTo>
                  <a:pt x="119103" y="212757"/>
                </a:lnTo>
                <a:lnTo>
                  <a:pt x="119444" y="212074"/>
                </a:lnTo>
                <a:lnTo>
                  <a:pt x="103735" y="259714"/>
                </a:lnTo>
                <a:lnTo>
                  <a:pt x="67244" y="247760"/>
                </a:lnTo>
                <a:moveTo>
                  <a:pt x="123884" y="102281"/>
                </a:moveTo>
                <a:lnTo>
                  <a:pt x="131226" y="87084"/>
                </a:lnTo>
                <a:lnTo>
                  <a:pt x="145399" y="60616"/>
                </a:lnTo>
                <a:lnTo>
                  <a:pt x="160426" y="34833"/>
                </a:lnTo>
                <a:lnTo>
                  <a:pt x="176477" y="9903"/>
                </a:lnTo>
                <a:lnTo>
                  <a:pt x="183478" y="0"/>
                </a:lnTo>
                <a:lnTo>
                  <a:pt x="214726" y="22369"/>
                </a:lnTo>
                <a:lnTo>
                  <a:pt x="208067" y="31760"/>
                </a:lnTo>
                <a:lnTo>
                  <a:pt x="208579" y="31076"/>
                </a:lnTo>
                <a:lnTo>
                  <a:pt x="192869" y="55323"/>
                </a:lnTo>
                <a:lnTo>
                  <a:pt x="193382" y="54468"/>
                </a:lnTo>
                <a:lnTo>
                  <a:pt x="178697" y="79570"/>
                </a:lnTo>
                <a:lnTo>
                  <a:pt x="179038" y="79057"/>
                </a:lnTo>
                <a:lnTo>
                  <a:pt x="165207" y="104841"/>
                </a:lnTo>
                <a:lnTo>
                  <a:pt x="165548" y="104158"/>
                </a:lnTo>
                <a:lnTo>
                  <a:pt x="158376" y="119014"/>
                </a:lnTo>
                <a:lnTo>
                  <a:pt x="123884" y="102281"/>
                </a:lnTo>
                <a:moveTo>
                  <a:pt x="296689" y="1415880"/>
                </a:moveTo>
                <a:lnTo>
                  <a:pt x="316838" y="1294474"/>
                </a:lnTo>
                <a:lnTo>
                  <a:pt x="373700" y="1501597"/>
                </a:lnTo>
                <a:lnTo>
                  <a:pt x="173915" y="1422879"/>
                </a:lnTo>
                <a:lnTo>
                  <a:pt x="296689" y="1415880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df-path-449">
            <a:extLst xmlns:a="http://schemas.openxmlformats.org/drawingml/2006/main">
              <a:ext uri="{FF2B5EF4-FFF2-40B4-BE49-F238E27FC236}">
                <a16:creationId xmlns:a16="http://schemas.microsoft.com/office/drawing/2014/main" id="{C8DEEC72-8AB5-4684-8225-9DD82B2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125" y="4185058"/>
            <a:ext cx="513122" cy="1092816"/>
          </a:xfrm>
          <a:custGeom xmlns:a="http://schemas.openxmlformats.org/drawingml/2006/main">
            <a:pathLst>
              <a:path w="513122" h="1092816">
                <a:moveTo>
                  <a:pt x="117139" y="115429"/>
                </a:moveTo>
                <a:lnTo>
                  <a:pt x="116797" y="147530"/>
                </a:lnTo>
                <a:lnTo>
                  <a:pt x="116797" y="147360"/>
                </a:lnTo>
                <a:lnTo>
                  <a:pt x="116797" y="187145"/>
                </a:lnTo>
                <a:lnTo>
                  <a:pt x="116797" y="186803"/>
                </a:lnTo>
                <a:lnTo>
                  <a:pt x="117310" y="227443"/>
                </a:lnTo>
                <a:lnTo>
                  <a:pt x="117310" y="227101"/>
                </a:lnTo>
                <a:lnTo>
                  <a:pt x="117480" y="230004"/>
                </a:lnTo>
                <a:lnTo>
                  <a:pt x="79060" y="231029"/>
                </a:lnTo>
                <a:lnTo>
                  <a:pt x="78890" y="228126"/>
                </a:lnTo>
                <a:lnTo>
                  <a:pt x="78377" y="187316"/>
                </a:lnTo>
                <a:lnTo>
                  <a:pt x="78377" y="147189"/>
                </a:lnTo>
                <a:lnTo>
                  <a:pt x="78719" y="115087"/>
                </a:lnTo>
                <a:lnTo>
                  <a:pt x="117139" y="115429"/>
                </a:lnTo>
                <a:moveTo>
                  <a:pt x="118505" y="267911"/>
                </a:moveTo>
                <a:lnTo>
                  <a:pt x="120383" y="308720"/>
                </a:lnTo>
                <a:lnTo>
                  <a:pt x="120383" y="308209"/>
                </a:lnTo>
                <a:lnTo>
                  <a:pt x="123115" y="348847"/>
                </a:lnTo>
                <a:lnTo>
                  <a:pt x="123115" y="348506"/>
                </a:lnTo>
                <a:lnTo>
                  <a:pt x="126018" y="382144"/>
                </a:lnTo>
                <a:lnTo>
                  <a:pt x="87769" y="385559"/>
                </a:lnTo>
                <a:lnTo>
                  <a:pt x="84695" y="351579"/>
                </a:lnTo>
                <a:lnTo>
                  <a:pt x="81963" y="310599"/>
                </a:lnTo>
                <a:lnTo>
                  <a:pt x="80085" y="269789"/>
                </a:lnTo>
                <a:lnTo>
                  <a:pt x="118505" y="267911"/>
                </a:lnTo>
                <a:moveTo>
                  <a:pt x="130458" y="419709"/>
                </a:moveTo>
                <a:lnTo>
                  <a:pt x="131311" y="427053"/>
                </a:lnTo>
                <a:lnTo>
                  <a:pt x="131141" y="426369"/>
                </a:lnTo>
                <a:lnTo>
                  <a:pt x="136946" y="464277"/>
                </a:lnTo>
                <a:lnTo>
                  <a:pt x="136946" y="463593"/>
                </a:lnTo>
                <a:lnTo>
                  <a:pt x="143776" y="499963"/>
                </a:lnTo>
                <a:lnTo>
                  <a:pt x="143606" y="499110"/>
                </a:lnTo>
                <a:lnTo>
                  <a:pt x="151290" y="530699"/>
                </a:lnTo>
                <a:lnTo>
                  <a:pt x="113894" y="539748"/>
                </a:lnTo>
                <a:lnTo>
                  <a:pt x="106040" y="507648"/>
                </a:lnTo>
                <a:lnTo>
                  <a:pt x="99038" y="470423"/>
                </a:lnTo>
                <a:lnTo>
                  <a:pt x="93233" y="431833"/>
                </a:lnTo>
                <a:lnTo>
                  <a:pt x="92208" y="424321"/>
                </a:lnTo>
                <a:lnTo>
                  <a:pt x="130458" y="419709"/>
                </a:lnTo>
                <a:moveTo>
                  <a:pt x="161535" y="565362"/>
                </a:moveTo>
                <a:lnTo>
                  <a:pt x="172293" y="594218"/>
                </a:lnTo>
                <a:lnTo>
                  <a:pt x="176903" y="608562"/>
                </a:lnTo>
                <a:lnTo>
                  <a:pt x="176732" y="607708"/>
                </a:lnTo>
                <a:lnTo>
                  <a:pt x="182197" y="622222"/>
                </a:lnTo>
                <a:lnTo>
                  <a:pt x="181856" y="621539"/>
                </a:lnTo>
                <a:lnTo>
                  <a:pt x="194832" y="652104"/>
                </a:lnTo>
                <a:lnTo>
                  <a:pt x="194321" y="651080"/>
                </a:lnTo>
                <a:lnTo>
                  <a:pt x="203882" y="670204"/>
                </a:lnTo>
                <a:lnTo>
                  <a:pt x="169561" y="687279"/>
                </a:lnTo>
                <a:lnTo>
                  <a:pt x="159657" y="667642"/>
                </a:lnTo>
                <a:lnTo>
                  <a:pt x="146338" y="636225"/>
                </a:lnTo>
                <a:lnTo>
                  <a:pt x="140532" y="621027"/>
                </a:lnTo>
                <a:lnTo>
                  <a:pt x="135922" y="606513"/>
                </a:lnTo>
                <a:lnTo>
                  <a:pt x="136093" y="607196"/>
                </a:lnTo>
                <a:lnTo>
                  <a:pt x="125506" y="578680"/>
                </a:lnTo>
                <a:lnTo>
                  <a:pt x="161535" y="565362"/>
                </a:lnTo>
                <a:moveTo>
                  <a:pt x="221471" y="703500"/>
                </a:moveTo>
                <a:lnTo>
                  <a:pt x="227959" y="715112"/>
                </a:lnTo>
                <a:lnTo>
                  <a:pt x="227618" y="714599"/>
                </a:lnTo>
                <a:lnTo>
                  <a:pt x="247767" y="748408"/>
                </a:lnTo>
                <a:lnTo>
                  <a:pt x="247255" y="747725"/>
                </a:lnTo>
                <a:lnTo>
                  <a:pt x="269282" y="781876"/>
                </a:lnTo>
                <a:lnTo>
                  <a:pt x="269112" y="781363"/>
                </a:lnTo>
                <a:lnTo>
                  <a:pt x="281577" y="799634"/>
                </a:lnTo>
                <a:lnTo>
                  <a:pt x="249816" y="821320"/>
                </a:lnTo>
                <a:lnTo>
                  <a:pt x="237180" y="802878"/>
                </a:lnTo>
                <a:lnTo>
                  <a:pt x="214811" y="768216"/>
                </a:lnTo>
                <a:lnTo>
                  <a:pt x="194491" y="733895"/>
                </a:lnTo>
                <a:lnTo>
                  <a:pt x="187832" y="721942"/>
                </a:lnTo>
                <a:lnTo>
                  <a:pt x="221471" y="703500"/>
                </a:lnTo>
                <a:moveTo>
                  <a:pt x="303263" y="830711"/>
                </a:moveTo>
                <a:lnTo>
                  <a:pt x="316582" y="848981"/>
                </a:lnTo>
                <a:lnTo>
                  <a:pt x="316411" y="848639"/>
                </a:lnTo>
                <a:lnTo>
                  <a:pt x="341683" y="881937"/>
                </a:lnTo>
                <a:lnTo>
                  <a:pt x="341512" y="881596"/>
                </a:lnTo>
                <a:lnTo>
                  <a:pt x="367297" y="913697"/>
                </a:lnTo>
                <a:lnTo>
                  <a:pt x="367126" y="913355"/>
                </a:lnTo>
                <a:lnTo>
                  <a:pt x="373102" y="920527"/>
                </a:lnTo>
                <a:lnTo>
                  <a:pt x="343732" y="945286"/>
                </a:lnTo>
                <a:lnTo>
                  <a:pt x="337585" y="937943"/>
                </a:lnTo>
                <a:lnTo>
                  <a:pt x="311289" y="905501"/>
                </a:lnTo>
                <a:lnTo>
                  <a:pt x="285675" y="871863"/>
                </a:lnTo>
                <a:lnTo>
                  <a:pt x="272185" y="853251"/>
                </a:lnTo>
                <a:lnTo>
                  <a:pt x="303263" y="830711"/>
                </a:lnTo>
                <a:moveTo>
                  <a:pt x="397691" y="949384"/>
                </a:moveTo>
                <a:lnTo>
                  <a:pt x="418694" y="973119"/>
                </a:lnTo>
                <a:lnTo>
                  <a:pt x="418352" y="972606"/>
                </a:lnTo>
                <a:lnTo>
                  <a:pt x="443966" y="999585"/>
                </a:lnTo>
                <a:lnTo>
                  <a:pt x="443454" y="999243"/>
                </a:lnTo>
                <a:lnTo>
                  <a:pt x="468213" y="1023661"/>
                </a:lnTo>
                <a:lnTo>
                  <a:pt x="467872" y="1023320"/>
                </a:lnTo>
                <a:lnTo>
                  <a:pt x="476410" y="1031174"/>
                </a:lnTo>
                <a:lnTo>
                  <a:pt x="450113" y="1059178"/>
                </a:lnTo>
                <a:lnTo>
                  <a:pt x="441575" y="1051152"/>
                </a:lnTo>
                <a:lnTo>
                  <a:pt x="416304" y="1026393"/>
                </a:lnTo>
                <a:lnTo>
                  <a:pt x="390178" y="998902"/>
                </a:lnTo>
                <a:lnTo>
                  <a:pt x="369004" y="974997"/>
                </a:lnTo>
                <a:lnTo>
                  <a:pt x="397691" y="949384"/>
                </a:lnTo>
                <a:moveTo>
                  <a:pt x="503902" y="1055592"/>
                </a:moveTo>
                <a:lnTo>
                  <a:pt x="513122" y="1062764"/>
                </a:lnTo>
                <a:lnTo>
                  <a:pt x="489217" y="1092816"/>
                </a:lnTo>
                <a:lnTo>
                  <a:pt x="480166" y="1085644"/>
                </a:lnTo>
                <a:lnTo>
                  <a:pt x="503902" y="1055592"/>
                </a:lnTo>
                <a:moveTo>
                  <a:pt x="98014" y="115258"/>
                </a:moveTo>
                <a:lnTo>
                  <a:pt x="0" y="189706"/>
                </a:lnTo>
                <a:lnTo>
                  <a:pt x="100917" y="0"/>
                </a:lnTo>
                <a:lnTo>
                  <a:pt x="192100" y="194487"/>
                </a:lnTo>
                <a:lnTo>
                  <a:pt x="98014" y="115258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df-path-450">
            <a:extLst xmlns:a="http://schemas.openxmlformats.org/drawingml/2006/main">
              <a:ext uri="{FF2B5EF4-FFF2-40B4-BE49-F238E27FC236}">
                <a16:creationId xmlns:a16="http://schemas.microsoft.com/office/drawing/2014/main" id="{4285BEB7-2B05-431C-AA82-8B639FCF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5307" y="4248578"/>
            <a:ext cx="275259" cy="1004025"/>
          </a:xfrm>
          <a:custGeom xmlns:a="http://schemas.openxmlformats.org/drawingml/2006/main">
            <a:pathLst>
              <a:path w="275259" h="1004025">
                <a:moveTo>
                  <a:pt x="172976" y="96304"/>
                </a:moveTo>
                <a:lnTo>
                  <a:pt x="181172" y="116282"/>
                </a:lnTo>
                <a:lnTo>
                  <a:pt x="192101" y="146847"/>
                </a:lnTo>
                <a:lnTo>
                  <a:pt x="201834" y="177411"/>
                </a:lnTo>
                <a:lnTo>
                  <a:pt x="210030" y="207805"/>
                </a:lnTo>
                <a:lnTo>
                  <a:pt x="210201" y="208317"/>
                </a:lnTo>
                <a:lnTo>
                  <a:pt x="172805" y="217197"/>
                </a:lnTo>
                <a:lnTo>
                  <a:pt x="172805" y="216855"/>
                </a:lnTo>
                <a:lnTo>
                  <a:pt x="172976" y="217538"/>
                </a:lnTo>
                <a:lnTo>
                  <a:pt x="164780" y="187999"/>
                </a:lnTo>
                <a:lnTo>
                  <a:pt x="165121" y="188682"/>
                </a:lnTo>
                <a:lnTo>
                  <a:pt x="155559" y="158799"/>
                </a:lnTo>
                <a:lnTo>
                  <a:pt x="155900" y="159483"/>
                </a:lnTo>
                <a:lnTo>
                  <a:pt x="145143" y="129772"/>
                </a:lnTo>
                <a:lnTo>
                  <a:pt x="145314" y="130455"/>
                </a:lnTo>
                <a:lnTo>
                  <a:pt x="137288" y="110647"/>
                </a:lnTo>
                <a:lnTo>
                  <a:pt x="172976" y="96304"/>
                </a:lnTo>
                <a:moveTo>
                  <a:pt x="218739" y="246567"/>
                </a:moveTo>
                <a:lnTo>
                  <a:pt x="223008" y="268423"/>
                </a:lnTo>
                <a:lnTo>
                  <a:pt x="227618" y="298817"/>
                </a:lnTo>
                <a:lnTo>
                  <a:pt x="231374" y="329211"/>
                </a:lnTo>
                <a:lnTo>
                  <a:pt x="234106" y="359946"/>
                </a:lnTo>
                <a:lnTo>
                  <a:pt x="234277" y="363362"/>
                </a:lnTo>
                <a:lnTo>
                  <a:pt x="195858" y="365410"/>
                </a:lnTo>
                <a:lnTo>
                  <a:pt x="195687" y="362337"/>
                </a:lnTo>
                <a:lnTo>
                  <a:pt x="195687" y="363020"/>
                </a:lnTo>
                <a:lnTo>
                  <a:pt x="193125" y="332967"/>
                </a:lnTo>
                <a:lnTo>
                  <a:pt x="193125" y="333479"/>
                </a:lnTo>
                <a:lnTo>
                  <a:pt x="189539" y="303598"/>
                </a:lnTo>
                <a:lnTo>
                  <a:pt x="189710" y="304281"/>
                </a:lnTo>
                <a:lnTo>
                  <a:pt x="185100" y="274570"/>
                </a:lnTo>
                <a:lnTo>
                  <a:pt x="185271" y="275253"/>
                </a:lnTo>
                <a:lnTo>
                  <a:pt x="181172" y="253908"/>
                </a:lnTo>
                <a:lnTo>
                  <a:pt x="218739" y="246567"/>
                </a:lnTo>
                <a:moveTo>
                  <a:pt x="236156" y="402293"/>
                </a:moveTo>
                <a:lnTo>
                  <a:pt x="236668" y="421929"/>
                </a:lnTo>
                <a:lnTo>
                  <a:pt x="236327" y="485278"/>
                </a:lnTo>
                <a:lnTo>
                  <a:pt x="235131" y="518746"/>
                </a:lnTo>
                <a:lnTo>
                  <a:pt x="196711" y="517209"/>
                </a:lnTo>
                <a:lnTo>
                  <a:pt x="198077" y="484083"/>
                </a:lnTo>
                <a:lnTo>
                  <a:pt x="197906" y="484766"/>
                </a:lnTo>
                <a:lnTo>
                  <a:pt x="198248" y="422100"/>
                </a:lnTo>
                <a:lnTo>
                  <a:pt x="198248" y="422783"/>
                </a:lnTo>
                <a:lnTo>
                  <a:pt x="197736" y="403318"/>
                </a:lnTo>
                <a:lnTo>
                  <a:pt x="236156" y="402293"/>
                </a:lnTo>
                <a:moveTo>
                  <a:pt x="231374" y="558190"/>
                </a:moveTo>
                <a:lnTo>
                  <a:pt x="230692" y="565532"/>
                </a:lnTo>
                <a:lnTo>
                  <a:pt x="224374" y="604635"/>
                </a:lnTo>
                <a:lnTo>
                  <a:pt x="216006" y="643053"/>
                </a:lnTo>
                <a:lnTo>
                  <a:pt x="207639" y="674130"/>
                </a:lnTo>
                <a:lnTo>
                  <a:pt x="170585" y="663886"/>
                </a:lnTo>
                <a:lnTo>
                  <a:pt x="178782" y="633492"/>
                </a:lnTo>
                <a:lnTo>
                  <a:pt x="178611" y="634516"/>
                </a:lnTo>
                <a:lnTo>
                  <a:pt x="186637" y="597121"/>
                </a:lnTo>
                <a:lnTo>
                  <a:pt x="186466" y="598146"/>
                </a:lnTo>
                <a:lnTo>
                  <a:pt x="192613" y="559898"/>
                </a:lnTo>
                <a:lnTo>
                  <a:pt x="192442" y="560922"/>
                </a:lnTo>
                <a:lnTo>
                  <a:pt x="193125" y="554262"/>
                </a:lnTo>
                <a:lnTo>
                  <a:pt x="231374" y="558190"/>
                </a:lnTo>
                <a:moveTo>
                  <a:pt x="195687" y="711525"/>
                </a:moveTo>
                <a:lnTo>
                  <a:pt x="193808" y="717160"/>
                </a:lnTo>
                <a:lnTo>
                  <a:pt x="180660" y="752507"/>
                </a:lnTo>
                <a:lnTo>
                  <a:pt x="166146" y="786657"/>
                </a:lnTo>
                <a:lnTo>
                  <a:pt x="150436" y="819441"/>
                </a:lnTo>
                <a:lnTo>
                  <a:pt x="149924" y="820637"/>
                </a:lnTo>
                <a:lnTo>
                  <a:pt x="115773" y="802878"/>
                </a:lnTo>
                <a:lnTo>
                  <a:pt x="116285" y="802025"/>
                </a:lnTo>
                <a:lnTo>
                  <a:pt x="115943" y="802707"/>
                </a:lnTo>
                <a:lnTo>
                  <a:pt x="131141" y="770606"/>
                </a:lnTo>
                <a:lnTo>
                  <a:pt x="130799" y="771289"/>
                </a:lnTo>
                <a:lnTo>
                  <a:pt x="145143" y="737822"/>
                </a:lnTo>
                <a:lnTo>
                  <a:pt x="144801" y="738675"/>
                </a:lnTo>
                <a:lnTo>
                  <a:pt x="157779" y="704012"/>
                </a:lnTo>
                <a:lnTo>
                  <a:pt x="157437" y="704866"/>
                </a:lnTo>
                <a:lnTo>
                  <a:pt x="159145" y="699573"/>
                </a:lnTo>
                <a:lnTo>
                  <a:pt x="195687" y="711525"/>
                </a:lnTo>
                <a:moveTo>
                  <a:pt x="131653" y="855299"/>
                </a:moveTo>
                <a:lnTo>
                  <a:pt x="117139" y="880741"/>
                </a:lnTo>
                <a:lnTo>
                  <a:pt x="99892" y="909086"/>
                </a:lnTo>
                <a:lnTo>
                  <a:pt x="82134" y="935723"/>
                </a:lnTo>
                <a:lnTo>
                  <a:pt x="68815" y="954165"/>
                </a:lnTo>
                <a:lnTo>
                  <a:pt x="37566" y="931796"/>
                </a:lnTo>
                <a:lnTo>
                  <a:pt x="50715" y="913525"/>
                </a:lnTo>
                <a:lnTo>
                  <a:pt x="50373" y="914209"/>
                </a:lnTo>
                <a:lnTo>
                  <a:pt x="67619" y="888084"/>
                </a:lnTo>
                <a:lnTo>
                  <a:pt x="67278" y="888766"/>
                </a:lnTo>
                <a:lnTo>
                  <a:pt x="84353" y="860933"/>
                </a:lnTo>
                <a:lnTo>
                  <a:pt x="84012" y="861446"/>
                </a:lnTo>
                <a:lnTo>
                  <a:pt x="98185" y="836345"/>
                </a:lnTo>
                <a:lnTo>
                  <a:pt x="131653" y="855299"/>
                </a:lnTo>
                <a:moveTo>
                  <a:pt x="44738" y="985925"/>
                </a:moveTo>
                <a:lnTo>
                  <a:pt x="29711" y="1004025"/>
                </a:lnTo>
                <a:lnTo>
                  <a:pt x="0" y="979436"/>
                </a:lnTo>
                <a:lnTo>
                  <a:pt x="15197" y="961336"/>
                </a:lnTo>
                <a:lnTo>
                  <a:pt x="44738" y="985925"/>
                </a:lnTo>
                <a:moveTo>
                  <a:pt x="155217" y="103476"/>
                </a:moveTo>
                <a:lnTo>
                  <a:pt x="102795" y="214806"/>
                </a:lnTo>
                <a:lnTo>
                  <a:pt x="104332" y="0"/>
                </a:lnTo>
                <a:lnTo>
                  <a:pt x="275259" y="130114"/>
                </a:lnTo>
                <a:lnTo>
                  <a:pt x="155217" y="103476"/>
                </a:lnTo>
              </a:path>
            </a:pathLst>
          </a:custGeom>
          <a:solidFill xmlns:a="http://schemas.openxmlformats.org/drawingml/2006/main">
            <a:srgbClr val="C2C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df-path-451">
            <a:extLst xmlns:a="http://schemas.openxmlformats.org/drawingml/2006/main">
              <a:ext uri="{FF2B5EF4-FFF2-40B4-BE49-F238E27FC236}">
                <a16:creationId xmlns:a16="http://schemas.microsoft.com/office/drawing/2014/main" id="{17BB352B-DB60-4EEE-B259-733A06D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1989" y="1410159"/>
            <a:ext cx="859245" cy="5410293"/>
          </a:xfrm>
          <a:custGeom xmlns:a="http://schemas.openxmlformats.org/drawingml/2006/main">
            <a:pathLst>
              <a:path w="859245" h="5410293">
                <a:moveTo>
                  <a:pt x="758499" y="74449"/>
                </a:moveTo>
                <a:lnTo>
                  <a:pt x="745693" y="85888"/>
                </a:lnTo>
                <a:lnTo>
                  <a:pt x="746716" y="84864"/>
                </a:lnTo>
                <a:lnTo>
                  <a:pt x="731348" y="100744"/>
                </a:lnTo>
                <a:lnTo>
                  <a:pt x="732031" y="100061"/>
                </a:lnTo>
                <a:lnTo>
                  <a:pt x="716322" y="117819"/>
                </a:lnTo>
                <a:lnTo>
                  <a:pt x="717176" y="116966"/>
                </a:lnTo>
                <a:lnTo>
                  <a:pt x="701295" y="136943"/>
                </a:lnTo>
                <a:lnTo>
                  <a:pt x="701808" y="136431"/>
                </a:lnTo>
                <a:lnTo>
                  <a:pt x="685928" y="158458"/>
                </a:lnTo>
                <a:lnTo>
                  <a:pt x="686440" y="157605"/>
                </a:lnTo>
                <a:lnTo>
                  <a:pt x="679780" y="167849"/>
                </a:lnTo>
                <a:lnTo>
                  <a:pt x="643922" y="144798"/>
                </a:lnTo>
                <a:lnTo>
                  <a:pt x="650923" y="134040"/>
                </a:lnTo>
                <a:lnTo>
                  <a:pt x="667486" y="110990"/>
                </a:lnTo>
                <a:lnTo>
                  <a:pt x="683879" y="90158"/>
                </a:lnTo>
                <a:lnTo>
                  <a:pt x="700442" y="71375"/>
                </a:lnTo>
                <a:lnTo>
                  <a:pt x="716493" y="54811"/>
                </a:lnTo>
                <a:lnTo>
                  <a:pt x="729812" y="42858"/>
                </a:lnTo>
                <a:lnTo>
                  <a:pt x="758499" y="74449"/>
                </a:lnTo>
                <a:moveTo>
                  <a:pt x="657924" y="203537"/>
                </a:moveTo>
                <a:lnTo>
                  <a:pt x="655191" y="208317"/>
                </a:lnTo>
                <a:lnTo>
                  <a:pt x="655703" y="207464"/>
                </a:lnTo>
                <a:lnTo>
                  <a:pt x="639823" y="237175"/>
                </a:lnTo>
                <a:lnTo>
                  <a:pt x="640336" y="236321"/>
                </a:lnTo>
                <a:lnTo>
                  <a:pt x="624796" y="268423"/>
                </a:lnTo>
                <a:lnTo>
                  <a:pt x="625138" y="267570"/>
                </a:lnTo>
                <a:lnTo>
                  <a:pt x="609941" y="302402"/>
                </a:lnTo>
                <a:lnTo>
                  <a:pt x="610112" y="301891"/>
                </a:lnTo>
                <a:lnTo>
                  <a:pt x="604476" y="316062"/>
                </a:lnTo>
                <a:lnTo>
                  <a:pt x="564861" y="300353"/>
                </a:lnTo>
                <a:lnTo>
                  <a:pt x="570667" y="285669"/>
                </a:lnTo>
                <a:lnTo>
                  <a:pt x="586205" y="250152"/>
                </a:lnTo>
                <a:lnTo>
                  <a:pt x="602087" y="217368"/>
                </a:lnTo>
                <a:lnTo>
                  <a:pt x="618138" y="186973"/>
                </a:lnTo>
                <a:lnTo>
                  <a:pt x="621211" y="181851"/>
                </a:lnTo>
                <a:lnTo>
                  <a:pt x="657924" y="203537"/>
                </a:lnTo>
                <a:moveTo>
                  <a:pt x="589450" y="355336"/>
                </a:moveTo>
                <a:lnTo>
                  <a:pt x="580742" y="379241"/>
                </a:lnTo>
                <a:lnTo>
                  <a:pt x="580912" y="378729"/>
                </a:lnTo>
                <a:lnTo>
                  <a:pt x="573911" y="400074"/>
                </a:lnTo>
                <a:lnTo>
                  <a:pt x="574082" y="399903"/>
                </a:lnTo>
                <a:lnTo>
                  <a:pt x="566910" y="422100"/>
                </a:lnTo>
                <a:lnTo>
                  <a:pt x="567081" y="421589"/>
                </a:lnTo>
                <a:lnTo>
                  <a:pt x="560252" y="444639"/>
                </a:lnTo>
                <a:lnTo>
                  <a:pt x="560422" y="444468"/>
                </a:lnTo>
                <a:lnTo>
                  <a:pt x="553592" y="468032"/>
                </a:lnTo>
                <a:lnTo>
                  <a:pt x="553762" y="467691"/>
                </a:lnTo>
                <a:lnTo>
                  <a:pt x="551542" y="475717"/>
                </a:lnTo>
                <a:lnTo>
                  <a:pt x="510219" y="464618"/>
                </a:lnTo>
                <a:lnTo>
                  <a:pt x="512439" y="456592"/>
                </a:lnTo>
                <a:lnTo>
                  <a:pt x="519269" y="432516"/>
                </a:lnTo>
                <a:lnTo>
                  <a:pt x="526271" y="409294"/>
                </a:lnTo>
                <a:lnTo>
                  <a:pt x="533442" y="386925"/>
                </a:lnTo>
                <a:lnTo>
                  <a:pt x="540614" y="365069"/>
                </a:lnTo>
                <a:lnTo>
                  <a:pt x="549323" y="340822"/>
                </a:lnTo>
                <a:lnTo>
                  <a:pt x="589450" y="355336"/>
                </a:lnTo>
                <a:moveTo>
                  <a:pt x="540955" y="516697"/>
                </a:moveTo>
                <a:lnTo>
                  <a:pt x="540785" y="517209"/>
                </a:lnTo>
                <a:lnTo>
                  <a:pt x="540955" y="516697"/>
                </a:lnTo>
                <a:lnTo>
                  <a:pt x="534809" y="542822"/>
                </a:lnTo>
                <a:lnTo>
                  <a:pt x="528661" y="569801"/>
                </a:lnTo>
                <a:lnTo>
                  <a:pt x="528661" y="569289"/>
                </a:lnTo>
                <a:lnTo>
                  <a:pt x="523026" y="597121"/>
                </a:lnTo>
                <a:lnTo>
                  <a:pt x="523026" y="596950"/>
                </a:lnTo>
                <a:lnTo>
                  <a:pt x="517221" y="625637"/>
                </a:lnTo>
                <a:lnTo>
                  <a:pt x="517221" y="625296"/>
                </a:lnTo>
                <a:lnTo>
                  <a:pt x="514489" y="640663"/>
                </a:lnTo>
                <a:lnTo>
                  <a:pt x="472482" y="632979"/>
                </a:lnTo>
                <a:lnTo>
                  <a:pt x="475385" y="617441"/>
                </a:lnTo>
                <a:lnTo>
                  <a:pt x="481191" y="588584"/>
                </a:lnTo>
                <a:lnTo>
                  <a:pt x="486997" y="560580"/>
                </a:lnTo>
                <a:lnTo>
                  <a:pt x="493145" y="533260"/>
                </a:lnTo>
                <a:lnTo>
                  <a:pt x="499462" y="506794"/>
                </a:lnTo>
                <a:lnTo>
                  <a:pt x="499462" y="506281"/>
                </a:lnTo>
                <a:lnTo>
                  <a:pt x="540955" y="516697"/>
                </a:lnTo>
                <a:moveTo>
                  <a:pt x="507146" y="682498"/>
                </a:moveTo>
                <a:lnTo>
                  <a:pt x="506633" y="685060"/>
                </a:lnTo>
                <a:lnTo>
                  <a:pt x="506804" y="684889"/>
                </a:lnTo>
                <a:lnTo>
                  <a:pt x="501682" y="716137"/>
                </a:lnTo>
                <a:lnTo>
                  <a:pt x="501682" y="715795"/>
                </a:lnTo>
                <a:lnTo>
                  <a:pt x="496900" y="748067"/>
                </a:lnTo>
                <a:lnTo>
                  <a:pt x="496900" y="747896"/>
                </a:lnTo>
                <a:lnTo>
                  <a:pt x="492290" y="781022"/>
                </a:lnTo>
                <a:lnTo>
                  <a:pt x="492290" y="780681"/>
                </a:lnTo>
                <a:lnTo>
                  <a:pt x="488875" y="808172"/>
                </a:lnTo>
                <a:lnTo>
                  <a:pt x="446527" y="802878"/>
                </a:lnTo>
                <a:lnTo>
                  <a:pt x="450113" y="775216"/>
                </a:lnTo>
                <a:lnTo>
                  <a:pt x="454724" y="741919"/>
                </a:lnTo>
                <a:lnTo>
                  <a:pt x="459505" y="709477"/>
                </a:lnTo>
                <a:lnTo>
                  <a:pt x="464627" y="677887"/>
                </a:lnTo>
                <a:lnTo>
                  <a:pt x="465140" y="675155"/>
                </a:lnTo>
                <a:lnTo>
                  <a:pt x="507146" y="682498"/>
                </a:lnTo>
                <a:moveTo>
                  <a:pt x="483923" y="850177"/>
                </a:moveTo>
                <a:lnTo>
                  <a:pt x="480167" y="885351"/>
                </a:lnTo>
                <a:lnTo>
                  <a:pt x="480167" y="885010"/>
                </a:lnTo>
                <a:lnTo>
                  <a:pt x="476752" y="922063"/>
                </a:lnTo>
                <a:lnTo>
                  <a:pt x="476752" y="921893"/>
                </a:lnTo>
                <a:lnTo>
                  <a:pt x="473336" y="959799"/>
                </a:lnTo>
                <a:lnTo>
                  <a:pt x="473336" y="959628"/>
                </a:lnTo>
                <a:lnTo>
                  <a:pt x="472141" y="977046"/>
                </a:lnTo>
                <a:lnTo>
                  <a:pt x="429452" y="973802"/>
                </a:lnTo>
                <a:lnTo>
                  <a:pt x="430818" y="956214"/>
                </a:lnTo>
                <a:lnTo>
                  <a:pt x="434233" y="918136"/>
                </a:lnTo>
                <a:lnTo>
                  <a:pt x="437648" y="880912"/>
                </a:lnTo>
                <a:lnTo>
                  <a:pt x="441405" y="845566"/>
                </a:lnTo>
                <a:lnTo>
                  <a:pt x="483923" y="850177"/>
                </a:lnTo>
                <a:moveTo>
                  <a:pt x="469068" y="1019392"/>
                </a:moveTo>
                <a:lnTo>
                  <a:pt x="467701" y="1038176"/>
                </a:lnTo>
                <a:lnTo>
                  <a:pt x="467872" y="1037834"/>
                </a:lnTo>
                <a:lnTo>
                  <a:pt x="461554" y="1147115"/>
                </a:lnTo>
                <a:lnTo>
                  <a:pt x="419036" y="1144725"/>
                </a:lnTo>
                <a:lnTo>
                  <a:pt x="425183" y="1035443"/>
                </a:lnTo>
                <a:lnTo>
                  <a:pt x="426378" y="1016490"/>
                </a:lnTo>
                <a:lnTo>
                  <a:pt x="469068" y="1019392"/>
                </a:lnTo>
                <a:moveTo>
                  <a:pt x="459163" y="1189632"/>
                </a:moveTo>
                <a:lnTo>
                  <a:pt x="458651" y="1201414"/>
                </a:lnTo>
                <a:lnTo>
                  <a:pt x="458651" y="1201244"/>
                </a:lnTo>
                <a:lnTo>
                  <a:pt x="453528" y="1317356"/>
                </a:lnTo>
                <a:lnTo>
                  <a:pt x="410840" y="1315477"/>
                </a:lnTo>
                <a:lnTo>
                  <a:pt x="415962" y="1199195"/>
                </a:lnTo>
                <a:lnTo>
                  <a:pt x="416645" y="1187242"/>
                </a:lnTo>
                <a:lnTo>
                  <a:pt x="459163" y="1189632"/>
                </a:lnTo>
                <a:moveTo>
                  <a:pt x="451650" y="1360044"/>
                </a:moveTo>
                <a:lnTo>
                  <a:pt x="451308" y="1367898"/>
                </a:lnTo>
                <a:lnTo>
                  <a:pt x="451308" y="1367556"/>
                </a:lnTo>
                <a:lnTo>
                  <a:pt x="447723" y="1487767"/>
                </a:lnTo>
                <a:lnTo>
                  <a:pt x="405034" y="1486401"/>
                </a:lnTo>
                <a:lnTo>
                  <a:pt x="408620" y="1366190"/>
                </a:lnTo>
                <a:lnTo>
                  <a:pt x="408961" y="1358165"/>
                </a:lnTo>
                <a:lnTo>
                  <a:pt x="451650" y="1360044"/>
                </a:lnTo>
                <a:moveTo>
                  <a:pt x="446527" y="1530284"/>
                </a:moveTo>
                <a:lnTo>
                  <a:pt x="442600" y="1658348"/>
                </a:lnTo>
                <a:lnTo>
                  <a:pt x="399911" y="1657153"/>
                </a:lnTo>
                <a:lnTo>
                  <a:pt x="403838" y="1529089"/>
                </a:lnTo>
                <a:lnTo>
                  <a:pt x="446527" y="1530284"/>
                </a:lnTo>
                <a:moveTo>
                  <a:pt x="441405" y="1701037"/>
                </a:moveTo>
                <a:lnTo>
                  <a:pt x="441234" y="1704111"/>
                </a:lnTo>
                <a:lnTo>
                  <a:pt x="441234" y="1703769"/>
                </a:lnTo>
                <a:lnTo>
                  <a:pt x="439185" y="1828759"/>
                </a:lnTo>
                <a:lnTo>
                  <a:pt x="396496" y="1828076"/>
                </a:lnTo>
                <a:lnTo>
                  <a:pt x="398716" y="1702915"/>
                </a:lnTo>
                <a:lnTo>
                  <a:pt x="398716" y="1699841"/>
                </a:lnTo>
                <a:lnTo>
                  <a:pt x="441405" y="1701037"/>
                </a:lnTo>
                <a:moveTo>
                  <a:pt x="438332" y="1871447"/>
                </a:moveTo>
                <a:lnTo>
                  <a:pt x="436794" y="1999511"/>
                </a:lnTo>
                <a:lnTo>
                  <a:pt x="394105" y="1998999"/>
                </a:lnTo>
                <a:lnTo>
                  <a:pt x="395642" y="1870934"/>
                </a:lnTo>
                <a:lnTo>
                  <a:pt x="438332" y="1871447"/>
                </a:lnTo>
                <a:moveTo>
                  <a:pt x="436453" y="2042029"/>
                </a:moveTo>
                <a:lnTo>
                  <a:pt x="435770" y="2170094"/>
                </a:lnTo>
                <a:lnTo>
                  <a:pt x="393081" y="2169752"/>
                </a:lnTo>
                <a:lnTo>
                  <a:pt x="393763" y="2041687"/>
                </a:lnTo>
                <a:lnTo>
                  <a:pt x="436453" y="2042029"/>
                </a:lnTo>
                <a:moveTo>
                  <a:pt x="435599" y="2212611"/>
                </a:moveTo>
                <a:lnTo>
                  <a:pt x="435257" y="2340675"/>
                </a:lnTo>
                <a:lnTo>
                  <a:pt x="392569" y="2340675"/>
                </a:lnTo>
                <a:lnTo>
                  <a:pt x="392911" y="2212611"/>
                </a:lnTo>
                <a:lnTo>
                  <a:pt x="435599" y="2212611"/>
                </a:lnTo>
                <a:moveTo>
                  <a:pt x="435428" y="2383363"/>
                </a:moveTo>
                <a:lnTo>
                  <a:pt x="435428" y="2422125"/>
                </a:lnTo>
                <a:lnTo>
                  <a:pt x="435599" y="2494352"/>
                </a:lnTo>
                <a:lnTo>
                  <a:pt x="435599" y="2511257"/>
                </a:lnTo>
                <a:lnTo>
                  <a:pt x="392911" y="2511598"/>
                </a:lnTo>
                <a:lnTo>
                  <a:pt x="392911" y="2494523"/>
                </a:lnTo>
                <a:lnTo>
                  <a:pt x="392740" y="2422295"/>
                </a:lnTo>
                <a:lnTo>
                  <a:pt x="392740" y="2383363"/>
                </a:lnTo>
                <a:lnTo>
                  <a:pt x="435428" y="2383363"/>
                </a:lnTo>
                <a:moveTo>
                  <a:pt x="435941" y="2553945"/>
                </a:moveTo>
                <a:lnTo>
                  <a:pt x="435941" y="2564361"/>
                </a:lnTo>
                <a:lnTo>
                  <a:pt x="436282" y="2632149"/>
                </a:lnTo>
                <a:lnTo>
                  <a:pt x="436624" y="2682009"/>
                </a:lnTo>
                <a:lnTo>
                  <a:pt x="393934" y="2682351"/>
                </a:lnTo>
                <a:lnTo>
                  <a:pt x="393593" y="2632320"/>
                </a:lnTo>
                <a:lnTo>
                  <a:pt x="393252" y="2564702"/>
                </a:lnTo>
                <a:lnTo>
                  <a:pt x="393252" y="2554287"/>
                </a:lnTo>
                <a:lnTo>
                  <a:pt x="435941" y="2553945"/>
                </a:lnTo>
                <a:moveTo>
                  <a:pt x="436965" y="2724697"/>
                </a:moveTo>
                <a:lnTo>
                  <a:pt x="437136" y="2759702"/>
                </a:lnTo>
                <a:lnTo>
                  <a:pt x="437648" y="2819123"/>
                </a:lnTo>
                <a:lnTo>
                  <a:pt x="437990" y="2852762"/>
                </a:lnTo>
                <a:lnTo>
                  <a:pt x="395300" y="2853103"/>
                </a:lnTo>
                <a:lnTo>
                  <a:pt x="394959" y="2819294"/>
                </a:lnTo>
                <a:lnTo>
                  <a:pt x="394447" y="2760043"/>
                </a:lnTo>
                <a:lnTo>
                  <a:pt x="394276" y="2725039"/>
                </a:lnTo>
                <a:lnTo>
                  <a:pt x="436965" y="2724697"/>
                </a:lnTo>
                <a:moveTo>
                  <a:pt x="438332" y="2895450"/>
                </a:moveTo>
                <a:lnTo>
                  <a:pt x="438502" y="2928406"/>
                </a:lnTo>
                <a:lnTo>
                  <a:pt x="438673" y="2978094"/>
                </a:lnTo>
                <a:lnTo>
                  <a:pt x="439014" y="3023515"/>
                </a:lnTo>
                <a:lnTo>
                  <a:pt x="396326" y="3023856"/>
                </a:lnTo>
                <a:lnTo>
                  <a:pt x="395984" y="2978265"/>
                </a:lnTo>
                <a:lnTo>
                  <a:pt x="395813" y="2928747"/>
                </a:lnTo>
                <a:lnTo>
                  <a:pt x="395642" y="2895791"/>
                </a:lnTo>
                <a:lnTo>
                  <a:pt x="438332" y="2895450"/>
                </a:lnTo>
                <a:moveTo>
                  <a:pt x="439185" y="3066374"/>
                </a:moveTo>
                <a:lnTo>
                  <a:pt x="439185" y="3103938"/>
                </a:lnTo>
                <a:lnTo>
                  <a:pt x="438844" y="3137919"/>
                </a:lnTo>
                <a:lnTo>
                  <a:pt x="438502" y="3167459"/>
                </a:lnTo>
                <a:lnTo>
                  <a:pt x="437990" y="3192559"/>
                </a:lnTo>
                <a:lnTo>
                  <a:pt x="437819" y="3195463"/>
                </a:lnTo>
                <a:lnTo>
                  <a:pt x="395129" y="3193413"/>
                </a:lnTo>
                <a:lnTo>
                  <a:pt x="395300" y="3190681"/>
                </a:lnTo>
                <a:lnTo>
                  <a:pt x="395300" y="3191364"/>
                </a:lnTo>
                <a:lnTo>
                  <a:pt x="395813" y="3166605"/>
                </a:lnTo>
                <a:lnTo>
                  <a:pt x="395813" y="3166776"/>
                </a:lnTo>
                <a:lnTo>
                  <a:pt x="396155" y="3137406"/>
                </a:lnTo>
                <a:lnTo>
                  <a:pt x="396155" y="3137577"/>
                </a:lnTo>
                <a:lnTo>
                  <a:pt x="396496" y="3103768"/>
                </a:lnTo>
                <a:lnTo>
                  <a:pt x="396496" y="3103938"/>
                </a:lnTo>
                <a:lnTo>
                  <a:pt x="396496" y="3066374"/>
                </a:lnTo>
                <a:lnTo>
                  <a:pt x="439185" y="3066374"/>
                </a:lnTo>
                <a:moveTo>
                  <a:pt x="435941" y="3237980"/>
                </a:moveTo>
                <a:lnTo>
                  <a:pt x="435770" y="3242248"/>
                </a:lnTo>
                <a:lnTo>
                  <a:pt x="435087" y="3260860"/>
                </a:lnTo>
                <a:lnTo>
                  <a:pt x="435087" y="3260519"/>
                </a:lnTo>
                <a:lnTo>
                  <a:pt x="434404" y="3280497"/>
                </a:lnTo>
                <a:lnTo>
                  <a:pt x="433549" y="3301158"/>
                </a:lnTo>
                <a:lnTo>
                  <a:pt x="433549" y="3300987"/>
                </a:lnTo>
                <a:lnTo>
                  <a:pt x="433038" y="3322843"/>
                </a:lnTo>
                <a:lnTo>
                  <a:pt x="432184" y="3345383"/>
                </a:lnTo>
                <a:lnTo>
                  <a:pt x="432184" y="3345212"/>
                </a:lnTo>
                <a:lnTo>
                  <a:pt x="431671" y="3365703"/>
                </a:lnTo>
                <a:lnTo>
                  <a:pt x="388983" y="3364507"/>
                </a:lnTo>
                <a:lnTo>
                  <a:pt x="389495" y="3344017"/>
                </a:lnTo>
                <a:lnTo>
                  <a:pt x="390349" y="3321477"/>
                </a:lnTo>
                <a:lnTo>
                  <a:pt x="391032" y="3299622"/>
                </a:lnTo>
                <a:lnTo>
                  <a:pt x="391714" y="3278960"/>
                </a:lnTo>
                <a:lnTo>
                  <a:pt x="391714" y="3279131"/>
                </a:lnTo>
                <a:lnTo>
                  <a:pt x="392398" y="3259153"/>
                </a:lnTo>
                <a:lnTo>
                  <a:pt x="393081" y="3240370"/>
                </a:lnTo>
                <a:lnTo>
                  <a:pt x="393252" y="3236101"/>
                </a:lnTo>
                <a:lnTo>
                  <a:pt x="435941" y="3237980"/>
                </a:lnTo>
                <a:moveTo>
                  <a:pt x="430305" y="3408391"/>
                </a:moveTo>
                <a:lnTo>
                  <a:pt x="429964" y="3418465"/>
                </a:lnTo>
                <a:lnTo>
                  <a:pt x="429964" y="3418294"/>
                </a:lnTo>
                <a:lnTo>
                  <a:pt x="429452" y="3444419"/>
                </a:lnTo>
                <a:lnTo>
                  <a:pt x="427915" y="3498548"/>
                </a:lnTo>
                <a:lnTo>
                  <a:pt x="426891" y="3536284"/>
                </a:lnTo>
                <a:lnTo>
                  <a:pt x="384202" y="3535089"/>
                </a:lnTo>
                <a:lnTo>
                  <a:pt x="385226" y="3497352"/>
                </a:lnTo>
                <a:lnTo>
                  <a:pt x="386763" y="3443224"/>
                </a:lnTo>
                <a:lnTo>
                  <a:pt x="387446" y="3417269"/>
                </a:lnTo>
                <a:lnTo>
                  <a:pt x="387617" y="3407025"/>
                </a:lnTo>
                <a:lnTo>
                  <a:pt x="430305" y="3408391"/>
                </a:lnTo>
                <a:moveTo>
                  <a:pt x="425695" y="3578973"/>
                </a:moveTo>
                <a:lnTo>
                  <a:pt x="424670" y="3614831"/>
                </a:lnTo>
                <a:lnTo>
                  <a:pt x="422963" y="3676302"/>
                </a:lnTo>
                <a:lnTo>
                  <a:pt x="422110" y="3707037"/>
                </a:lnTo>
                <a:lnTo>
                  <a:pt x="379420" y="3705841"/>
                </a:lnTo>
                <a:lnTo>
                  <a:pt x="380274" y="3675106"/>
                </a:lnTo>
                <a:lnTo>
                  <a:pt x="381982" y="3613635"/>
                </a:lnTo>
                <a:lnTo>
                  <a:pt x="383006" y="3577777"/>
                </a:lnTo>
                <a:lnTo>
                  <a:pt x="425695" y="3578973"/>
                </a:lnTo>
                <a:moveTo>
                  <a:pt x="420914" y="3749725"/>
                </a:moveTo>
                <a:lnTo>
                  <a:pt x="419206" y="3804707"/>
                </a:lnTo>
                <a:lnTo>
                  <a:pt x="417157" y="3870959"/>
                </a:lnTo>
                <a:lnTo>
                  <a:pt x="416987" y="3877789"/>
                </a:lnTo>
                <a:lnTo>
                  <a:pt x="374298" y="3876424"/>
                </a:lnTo>
                <a:lnTo>
                  <a:pt x="374640" y="3869593"/>
                </a:lnTo>
                <a:lnTo>
                  <a:pt x="376688" y="3803341"/>
                </a:lnTo>
                <a:lnTo>
                  <a:pt x="378225" y="3748529"/>
                </a:lnTo>
                <a:lnTo>
                  <a:pt x="420914" y="3749725"/>
                </a:lnTo>
                <a:moveTo>
                  <a:pt x="415791" y="3920477"/>
                </a:moveTo>
                <a:lnTo>
                  <a:pt x="415108" y="3938235"/>
                </a:lnTo>
                <a:lnTo>
                  <a:pt x="411352" y="4048542"/>
                </a:lnTo>
                <a:lnTo>
                  <a:pt x="368663" y="4047005"/>
                </a:lnTo>
                <a:lnTo>
                  <a:pt x="372590" y="3936699"/>
                </a:lnTo>
                <a:lnTo>
                  <a:pt x="372590" y="3936869"/>
                </a:lnTo>
                <a:lnTo>
                  <a:pt x="373102" y="3919112"/>
                </a:lnTo>
                <a:lnTo>
                  <a:pt x="415791" y="3920477"/>
                </a:lnTo>
                <a:moveTo>
                  <a:pt x="409815" y="4091230"/>
                </a:moveTo>
                <a:lnTo>
                  <a:pt x="404863" y="4211609"/>
                </a:lnTo>
                <a:lnTo>
                  <a:pt x="404521" y="4219294"/>
                </a:lnTo>
                <a:lnTo>
                  <a:pt x="362004" y="4217416"/>
                </a:lnTo>
                <a:lnTo>
                  <a:pt x="362345" y="4209903"/>
                </a:lnTo>
                <a:lnTo>
                  <a:pt x="367126" y="4089522"/>
                </a:lnTo>
                <a:lnTo>
                  <a:pt x="409815" y="4091230"/>
                </a:lnTo>
                <a:moveTo>
                  <a:pt x="402813" y="4261982"/>
                </a:moveTo>
                <a:lnTo>
                  <a:pt x="401961" y="4279740"/>
                </a:lnTo>
                <a:lnTo>
                  <a:pt x="398716" y="4347017"/>
                </a:lnTo>
                <a:lnTo>
                  <a:pt x="396496" y="4390046"/>
                </a:lnTo>
                <a:lnTo>
                  <a:pt x="353978" y="4387827"/>
                </a:lnTo>
                <a:lnTo>
                  <a:pt x="356198" y="4344968"/>
                </a:lnTo>
                <a:lnTo>
                  <a:pt x="359271" y="4277692"/>
                </a:lnTo>
                <a:lnTo>
                  <a:pt x="359271" y="4277862"/>
                </a:lnTo>
                <a:lnTo>
                  <a:pt x="360125" y="4260104"/>
                </a:lnTo>
                <a:lnTo>
                  <a:pt x="402813" y="4261982"/>
                </a:lnTo>
                <a:moveTo>
                  <a:pt x="394276" y="4432734"/>
                </a:moveTo>
                <a:lnTo>
                  <a:pt x="391543" y="4478667"/>
                </a:lnTo>
                <a:lnTo>
                  <a:pt x="387617" y="4542188"/>
                </a:lnTo>
                <a:lnTo>
                  <a:pt x="386421" y="4560799"/>
                </a:lnTo>
                <a:lnTo>
                  <a:pt x="343733" y="4557897"/>
                </a:lnTo>
                <a:lnTo>
                  <a:pt x="345098" y="4539455"/>
                </a:lnTo>
                <a:lnTo>
                  <a:pt x="344927" y="4539455"/>
                </a:lnTo>
                <a:lnTo>
                  <a:pt x="349026" y="4476106"/>
                </a:lnTo>
                <a:lnTo>
                  <a:pt x="351586" y="4430344"/>
                </a:lnTo>
                <a:lnTo>
                  <a:pt x="394276" y="4432734"/>
                </a:lnTo>
                <a:moveTo>
                  <a:pt x="383519" y="4603316"/>
                </a:moveTo>
                <a:lnTo>
                  <a:pt x="383519" y="4603829"/>
                </a:lnTo>
                <a:lnTo>
                  <a:pt x="379079" y="4663592"/>
                </a:lnTo>
                <a:lnTo>
                  <a:pt x="374298" y="4720964"/>
                </a:lnTo>
                <a:lnTo>
                  <a:pt x="373272" y="4731722"/>
                </a:lnTo>
                <a:lnTo>
                  <a:pt x="330755" y="4727624"/>
                </a:lnTo>
                <a:lnTo>
                  <a:pt x="331779" y="4717038"/>
                </a:lnTo>
                <a:lnTo>
                  <a:pt x="331779" y="4717379"/>
                </a:lnTo>
                <a:lnTo>
                  <a:pt x="336390" y="4660177"/>
                </a:lnTo>
                <a:lnTo>
                  <a:pt x="336390" y="4660347"/>
                </a:lnTo>
                <a:lnTo>
                  <a:pt x="341000" y="4600756"/>
                </a:lnTo>
                <a:lnTo>
                  <a:pt x="341000" y="4600926"/>
                </a:lnTo>
                <a:lnTo>
                  <a:pt x="341000" y="4600585"/>
                </a:lnTo>
                <a:lnTo>
                  <a:pt x="383519" y="4603316"/>
                </a:lnTo>
                <a:moveTo>
                  <a:pt x="369175" y="4774068"/>
                </a:moveTo>
                <a:lnTo>
                  <a:pt x="369175" y="4775436"/>
                </a:lnTo>
                <a:lnTo>
                  <a:pt x="366613" y="4801731"/>
                </a:lnTo>
                <a:lnTo>
                  <a:pt x="363710" y="4827003"/>
                </a:lnTo>
                <a:lnTo>
                  <a:pt x="360807" y="4851762"/>
                </a:lnTo>
                <a:lnTo>
                  <a:pt x="358076" y="4875496"/>
                </a:lnTo>
                <a:lnTo>
                  <a:pt x="355002" y="4898548"/>
                </a:lnTo>
                <a:lnTo>
                  <a:pt x="354490" y="4902304"/>
                </a:lnTo>
                <a:lnTo>
                  <a:pt x="312313" y="4896328"/>
                </a:lnTo>
                <a:lnTo>
                  <a:pt x="312826" y="4892742"/>
                </a:lnTo>
                <a:lnTo>
                  <a:pt x="312826" y="4892913"/>
                </a:lnTo>
                <a:lnTo>
                  <a:pt x="315728" y="4870203"/>
                </a:lnTo>
                <a:lnTo>
                  <a:pt x="315728" y="4870374"/>
                </a:lnTo>
                <a:lnTo>
                  <a:pt x="318460" y="4846809"/>
                </a:lnTo>
                <a:lnTo>
                  <a:pt x="321363" y="4822392"/>
                </a:lnTo>
                <a:lnTo>
                  <a:pt x="324095" y="4797121"/>
                </a:lnTo>
                <a:lnTo>
                  <a:pt x="324095" y="4797462"/>
                </a:lnTo>
                <a:lnTo>
                  <a:pt x="326657" y="4771337"/>
                </a:lnTo>
                <a:lnTo>
                  <a:pt x="326657" y="4770142"/>
                </a:lnTo>
                <a:lnTo>
                  <a:pt x="369175" y="4774068"/>
                </a:lnTo>
                <a:moveTo>
                  <a:pt x="348171" y="4944992"/>
                </a:moveTo>
                <a:lnTo>
                  <a:pt x="345440" y="4961726"/>
                </a:lnTo>
                <a:lnTo>
                  <a:pt x="342024" y="4980850"/>
                </a:lnTo>
                <a:lnTo>
                  <a:pt x="338610" y="4998779"/>
                </a:lnTo>
                <a:lnTo>
                  <a:pt x="331950" y="5032930"/>
                </a:lnTo>
                <a:lnTo>
                  <a:pt x="324607" y="5064860"/>
                </a:lnTo>
                <a:lnTo>
                  <a:pt x="322729" y="5072374"/>
                </a:lnTo>
                <a:lnTo>
                  <a:pt x="281406" y="5061787"/>
                </a:lnTo>
                <a:lnTo>
                  <a:pt x="283285" y="5054445"/>
                </a:lnTo>
                <a:lnTo>
                  <a:pt x="283114" y="5055128"/>
                </a:lnTo>
                <a:lnTo>
                  <a:pt x="290285" y="5023880"/>
                </a:lnTo>
                <a:lnTo>
                  <a:pt x="290115" y="5024563"/>
                </a:lnTo>
                <a:lnTo>
                  <a:pt x="296774" y="4990754"/>
                </a:lnTo>
                <a:lnTo>
                  <a:pt x="300189" y="4972996"/>
                </a:lnTo>
                <a:lnTo>
                  <a:pt x="300019" y="4973337"/>
                </a:lnTo>
                <a:lnTo>
                  <a:pt x="303434" y="4954383"/>
                </a:lnTo>
                <a:lnTo>
                  <a:pt x="303434" y="4954725"/>
                </a:lnTo>
                <a:lnTo>
                  <a:pt x="305995" y="4938162"/>
                </a:lnTo>
                <a:lnTo>
                  <a:pt x="348171" y="4944992"/>
                </a:lnTo>
                <a:moveTo>
                  <a:pt x="311459" y="5114208"/>
                </a:moveTo>
                <a:lnTo>
                  <a:pt x="309239" y="5122404"/>
                </a:lnTo>
                <a:lnTo>
                  <a:pt x="301214" y="5148529"/>
                </a:lnTo>
                <a:lnTo>
                  <a:pt x="292676" y="5172776"/>
                </a:lnTo>
                <a:lnTo>
                  <a:pt x="284138" y="5195316"/>
                </a:lnTo>
                <a:lnTo>
                  <a:pt x="275429" y="5216318"/>
                </a:lnTo>
                <a:lnTo>
                  <a:pt x="266379" y="5235784"/>
                </a:lnTo>
                <a:lnTo>
                  <a:pt x="265185" y="5238004"/>
                </a:lnTo>
                <a:lnTo>
                  <a:pt x="227277" y="5218196"/>
                </a:lnTo>
                <a:lnTo>
                  <a:pt x="228301" y="5216489"/>
                </a:lnTo>
                <a:lnTo>
                  <a:pt x="227788" y="5217343"/>
                </a:lnTo>
                <a:lnTo>
                  <a:pt x="236498" y="5198560"/>
                </a:lnTo>
                <a:lnTo>
                  <a:pt x="236156" y="5199413"/>
                </a:lnTo>
                <a:lnTo>
                  <a:pt x="244693" y="5179094"/>
                </a:lnTo>
                <a:lnTo>
                  <a:pt x="244352" y="5179777"/>
                </a:lnTo>
                <a:lnTo>
                  <a:pt x="252719" y="5157921"/>
                </a:lnTo>
                <a:lnTo>
                  <a:pt x="252549" y="5158433"/>
                </a:lnTo>
                <a:lnTo>
                  <a:pt x="260744" y="5134869"/>
                </a:lnTo>
                <a:lnTo>
                  <a:pt x="260403" y="5135723"/>
                </a:lnTo>
                <a:lnTo>
                  <a:pt x="268258" y="5110110"/>
                </a:lnTo>
                <a:lnTo>
                  <a:pt x="268088" y="5110622"/>
                </a:lnTo>
                <a:lnTo>
                  <a:pt x="270478" y="5102597"/>
                </a:lnTo>
                <a:lnTo>
                  <a:pt x="311459" y="5114208"/>
                </a:lnTo>
                <a:moveTo>
                  <a:pt x="243157" y="5276764"/>
                </a:moveTo>
                <a:lnTo>
                  <a:pt x="237522" y="5285643"/>
                </a:lnTo>
                <a:lnTo>
                  <a:pt x="227448" y="5299645"/>
                </a:lnTo>
                <a:lnTo>
                  <a:pt x="217031" y="5312281"/>
                </a:lnTo>
                <a:lnTo>
                  <a:pt x="206444" y="5324063"/>
                </a:lnTo>
                <a:lnTo>
                  <a:pt x="195516" y="5334649"/>
                </a:lnTo>
                <a:lnTo>
                  <a:pt x="184416" y="5344040"/>
                </a:lnTo>
                <a:lnTo>
                  <a:pt x="173317" y="5352749"/>
                </a:lnTo>
                <a:lnTo>
                  <a:pt x="161707" y="5360433"/>
                </a:lnTo>
                <a:lnTo>
                  <a:pt x="149924" y="5367263"/>
                </a:lnTo>
                <a:lnTo>
                  <a:pt x="142239" y="5370849"/>
                </a:lnTo>
                <a:lnTo>
                  <a:pt x="123798" y="5332430"/>
                </a:lnTo>
                <a:lnTo>
                  <a:pt x="130629" y="5329185"/>
                </a:lnTo>
                <a:lnTo>
                  <a:pt x="129092" y="5329868"/>
                </a:lnTo>
                <a:lnTo>
                  <a:pt x="139679" y="5323721"/>
                </a:lnTo>
                <a:lnTo>
                  <a:pt x="138653" y="5324404"/>
                </a:lnTo>
                <a:lnTo>
                  <a:pt x="149071" y="5317403"/>
                </a:lnTo>
                <a:lnTo>
                  <a:pt x="147874" y="5318428"/>
                </a:lnTo>
                <a:lnTo>
                  <a:pt x="157950" y="5310573"/>
                </a:lnTo>
                <a:lnTo>
                  <a:pt x="157266" y="5311257"/>
                </a:lnTo>
                <a:lnTo>
                  <a:pt x="167341" y="5302548"/>
                </a:lnTo>
                <a:lnTo>
                  <a:pt x="166316" y="5303572"/>
                </a:lnTo>
                <a:lnTo>
                  <a:pt x="176221" y="5293840"/>
                </a:lnTo>
                <a:lnTo>
                  <a:pt x="175366" y="5294864"/>
                </a:lnTo>
                <a:lnTo>
                  <a:pt x="185100" y="5284107"/>
                </a:lnTo>
                <a:lnTo>
                  <a:pt x="184246" y="5284961"/>
                </a:lnTo>
                <a:lnTo>
                  <a:pt x="193979" y="5273178"/>
                </a:lnTo>
                <a:lnTo>
                  <a:pt x="193125" y="5274032"/>
                </a:lnTo>
                <a:lnTo>
                  <a:pt x="202687" y="5261055"/>
                </a:lnTo>
                <a:lnTo>
                  <a:pt x="202005" y="5262079"/>
                </a:lnTo>
                <a:lnTo>
                  <a:pt x="207298" y="5253713"/>
                </a:lnTo>
                <a:lnTo>
                  <a:pt x="243157" y="5276764"/>
                </a:lnTo>
                <a:moveTo>
                  <a:pt x="99551" y="5388265"/>
                </a:moveTo>
                <a:lnTo>
                  <a:pt x="79744" y="5393900"/>
                </a:lnTo>
                <a:lnTo>
                  <a:pt x="56179" y="5399706"/>
                </a:lnTo>
                <a:lnTo>
                  <a:pt x="32956" y="5404829"/>
                </a:lnTo>
                <a:lnTo>
                  <a:pt x="9562" y="5410293"/>
                </a:lnTo>
                <a:lnTo>
                  <a:pt x="0" y="5368629"/>
                </a:lnTo>
                <a:lnTo>
                  <a:pt x="23565" y="5363336"/>
                </a:lnTo>
                <a:lnTo>
                  <a:pt x="46617" y="5358043"/>
                </a:lnTo>
                <a:lnTo>
                  <a:pt x="46446" y="5358043"/>
                </a:lnTo>
                <a:lnTo>
                  <a:pt x="69156" y="5352579"/>
                </a:lnTo>
                <a:lnTo>
                  <a:pt x="68303" y="5352920"/>
                </a:lnTo>
                <a:lnTo>
                  <a:pt x="87598" y="5347285"/>
                </a:lnTo>
                <a:lnTo>
                  <a:pt x="99551" y="5388265"/>
                </a:lnTo>
                <a:moveTo>
                  <a:pt x="744155" y="58569"/>
                </a:moveTo>
                <a:lnTo>
                  <a:pt x="620699" y="0"/>
                </a:lnTo>
                <a:lnTo>
                  <a:pt x="859245" y="2561"/>
                </a:lnTo>
                <a:lnTo>
                  <a:pt x="713931" y="191926"/>
                </a:lnTo>
                <a:lnTo>
                  <a:pt x="744155" y="58569"/>
                </a:lnTo>
              </a:path>
            </a:pathLst>
          </a:custGeom>
          <a:solidFill xmlns:a="http://schemas.openxmlformats.org/drawingml/2006/main">
            <a:srgbClr val="FD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df-path-452">
            <a:extLst xmlns:a="http://schemas.openxmlformats.org/drawingml/2006/main">
              <a:ext uri="{FF2B5EF4-FFF2-40B4-BE49-F238E27FC236}">
                <a16:creationId xmlns:a16="http://schemas.microsoft.com/office/drawing/2014/main" id="{6D97C1DA-753B-4F55-B7BE-7AE63AD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4317" y="1432186"/>
            <a:ext cx="109797" cy="258349"/>
          </a:xfrm>
          <a:custGeom xmlns:a="http://schemas.openxmlformats.org/drawingml/2006/main">
            <a:pathLst>
              <a:path w="109797" h="258349">
                <a:moveTo>
                  <a:pt x="65570" y="238200"/>
                </a:moveTo>
                <a:lnTo>
                  <a:pt x="65570" y="0"/>
                </a:lnTo>
                <a:lnTo>
                  <a:pt x="44226" y="0"/>
                </a:lnTo>
                <a:lnTo>
                  <a:pt x="44226" y="238200"/>
                </a:lnTo>
                <a:lnTo>
                  <a:pt x="65570" y="238200"/>
                </a:lnTo>
                <a:moveTo>
                  <a:pt x="3074" y="175533"/>
                </a:moveTo>
                <a:lnTo>
                  <a:pt x="54813" y="258349"/>
                </a:lnTo>
                <a:lnTo>
                  <a:pt x="106553" y="175533"/>
                </a:lnTo>
                <a:cubicBezTo>
                  <a:pt x="109797" y="170581"/>
                  <a:pt x="108260" y="163923"/>
                  <a:pt x="103308" y="160849"/>
                </a:cubicBezTo>
                <a:cubicBezTo>
                  <a:pt x="98185" y="157605"/>
                  <a:pt x="91697" y="159142"/>
                  <a:pt x="88452" y="164264"/>
                </a:cubicBezTo>
                <a:lnTo>
                  <a:pt x="45763" y="232565"/>
                </a:lnTo>
                <a:lnTo>
                  <a:pt x="63863" y="232565"/>
                </a:lnTo>
                <a:lnTo>
                  <a:pt x="21174" y="164264"/>
                </a:lnTo>
                <a:cubicBezTo>
                  <a:pt x="18100" y="159142"/>
                  <a:pt x="11612" y="157605"/>
                  <a:pt x="6490" y="160849"/>
                </a:cubicBezTo>
                <a:cubicBezTo>
                  <a:pt x="1537" y="163923"/>
                  <a:pt x="0" y="170581"/>
                  <a:pt x="3074" y="175533"/>
                </a:cubicBezTo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8A975A6E-1058-4539-B75F-FBD8DEEF3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b0d5e7f5742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81438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54" name="host-source-component-23">
            <a:extLst xmlns:a="http://schemas.openxmlformats.org/drawingml/2006/main">
              <a:ext uri="{FF2B5EF4-FFF2-40B4-BE49-F238E27FC236}">
                <a16:creationId xmlns:a16="http://schemas.microsoft.com/office/drawing/2014/main" id="{3FDC9A48-5C92-41C1-9F5A-B66045BF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8143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pdf-path-454">
            <a:extLst xmlns:a="http://schemas.openxmlformats.org/drawingml/2006/main">
              <a:ext uri="{FF2B5EF4-FFF2-40B4-BE49-F238E27FC236}">
                <a16:creationId xmlns:a16="http://schemas.microsoft.com/office/drawing/2014/main" id="{01D2AD65-506E-49AF-B4BE-DC846BA5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5415" y="8630086"/>
            <a:ext cx="114236" cy="143774"/>
          </a:xfrm>
          <a:custGeom xmlns:a="http://schemas.openxmlformats.org/drawingml/2006/main">
            <a:pathLst>
              <a:path w="114236" h="143774">
                <a:moveTo>
                  <a:pt x="78206" y="14685"/>
                </a:moveTo>
                <a:cubicBezTo>
                  <a:pt x="73767" y="14685"/>
                  <a:pt x="69327" y="16905"/>
                  <a:pt x="64717" y="21174"/>
                </a:cubicBezTo>
                <a:cubicBezTo>
                  <a:pt x="60106" y="25443"/>
                  <a:pt x="56520" y="30394"/>
                  <a:pt x="53788" y="36029"/>
                </a:cubicBezTo>
                <a:cubicBezTo>
                  <a:pt x="51056" y="41835"/>
                  <a:pt x="48495" y="49690"/>
                  <a:pt x="46275" y="60105"/>
                </a:cubicBezTo>
                <a:lnTo>
                  <a:pt x="45421" y="63862"/>
                </a:lnTo>
                <a:cubicBezTo>
                  <a:pt x="44397" y="68814"/>
                  <a:pt x="43885" y="73595"/>
                  <a:pt x="43885" y="78376"/>
                </a:cubicBezTo>
                <a:cubicBezTo>
                  <a:pt x="43885" y="83158"/>
                  <a:pt x="44738" y="86744"/>
                  <a:pt x="46275" y="88792"/>
                </a:cubicBezTo>
                <a:cubicBezTo>
                  <a:pt x="47982" y="91011"/>
                  <a:pt x="50715" y="92037"/>
                  <a:pt x="54642" y="92037"/>
                </a:cubicBezTo>
                <a:cubicBezTo>
                  <a:pt x="57886" y="92037"/>
                  <a:pt x="60960" y="91353"/>
                  <a:pt x="63692" y="89817"/>
                </a:cubicBezTo>
                <a:cubicBezTo>
                  <a:pt x="66424" y="88280"/>
                  <a:pt x="68986" y="85889"/>
                  <a:pt x="71547" y="82474"/>
                </a:cubicBezTo>
                <a:cubicBezTo>
                  <a:pt x="73938" y="79059"/>
                  <a:pt x="76328" y="74620"/>
                  <a:pt x="78548" y="69325"/>
                </a:cubicBezTo>
                <a:cubicBezTo>
                  <a:pt x="80938" y="63862"/>
                  <a:pt x="82817" y="57544"/>
                  <a:pt x="84524" y="50031"/>
                </a:cubicBezTo>
                <a:cubicBezTo>
                  <a:pt x="86232" y="42518"/>
                  <a:pt x="87086" y="35517"/>
                  <a:pt x="87086" y="29199"/>
                </a:cubicBezTo>
                <a:cubicBezTo>
                  <a:pt x="87086" y="24248"/>
                  <a:pt x="86232" y="20662"/>
                  <a:pt x="84866" y="18271"/>
                </a:cubicBezTo>
                <a:cubicBezTo>
                  <a:pt x="83500" y="15881"/>
                  <a:pt x="81280" y="14685"/>
                  <a:pt x="78206" y="14685"/>
                </a:cubicBezTo>
                <a:moveTo>
                  <a:pt x="34151" y="0"/>
                </a:moveTo>
                <a:cubicBezTo>
                  <a:pt x="39616" y="0"/>
                  <a:pt x="44055" y="1537"/>
                  <a:pt x="47299" y="4611"/>
                </a:cubicBezTo>
                <a:cubicBezTo>
                  <a:pt x="50715" y="7684"/>
                  <a:pt x="52252" y="11783"/>
                  <a:pt x="52252" y="16905"/>
                </a:cubicBezTo>
                <a:cubicBezTo>
                  <a:pt x="52252" y="18613"/>
                  <a:pt x="52081" y="20149"/>
                  <a:pt x="51739" y="21686"/>
                </a:cubicBezTo>
                <a:lnTo>
                  <a:pt x="52764" y="22540"/>
                </a:lnTo>
                <a:cubicBezTo>
                  <a:pt x="58911" y="14685"/>
                  <a:pt x="64717" y="9050"/>
                  <a:pt x="70523" y="5293"/>
                </a:cubicBezTo>
                <a:cubicBezTo>
                  <a:pt x="76328" y="1708"/>
                  <a:pt x="82817" y="0"/>
                  <a:pt x="90501" y="0"/>
                </a:cubicBezTo>
                <a:cubicBezTo>
                  <a:pt x="98014" y="0"/>
                  <a:pt x="103820" y="2733"/>
                  <a:pt x="107918" y="8197"/>
                </a:cubicBezTo>
                <a:cubicBezTo>
                  <a:pt x="112187" y="13661"/>
                  <a:pt x="114236" y="21515"/>
                  <a:pt x="114236" y="31931"/>
                </a:cubicBezTo>
                <a:cubicBezTo>
                  <a:pt x="114236" y="40982"/>
                  <a:pt x="112870" y="49860"/>
                  <a:pt x="110309" y="58739"/>
                </a:cubicBezTo>
                <a:cubicBezTo>
                  <a:pt x="107747" y="67619"/>
                  <a:pt x="103991" y="75302"/>
                  <a:pt x="99209" y="81620"/>
                </a:cubicBezTo>
                <a:cubicBezTo>
                  <a:pt x="94257" y="88109"/>
                  <a:pt x="88110" y="93232"/>
                  <a:pt x="80767" y="96817"/>
                </a:cubicBezTo>
                <a:cubicBezTo>
                  <a:pt x="73425" y="100574"/>
                  <a:pt x="65058" y="102452"/>
                  <a:pt x="55838" y="102452"/>
                </a:cubicBezTo>
                <a:cubicBezTo>
                  <a:pt x="49861" y="102452"/>
                  <a:pt x="44055" y="101428"/>
                  <a:pt x="38591" y="99379"/>
                </a:cubicBezTo>
                <a:lnTo>
                  <a:pt x="34835" y="117137"/>
                </a:lnTo>
                <a:cubicBezTo>
                  <a:pt x="34151" y="120040"/>
                  <a:pt x="33810" y="122430"/>
                  <a:pt x="33468" y="123967"/>
                </a:cubicBezTo>
                <a:cubicBezTo>
                  <a:pt x="33298" y="125675"/>
                  <a:pt x="33127" y="127211"/>
                  <a:pt x="33127" y="128577"/>
                </a:cubicBezTo>
                <a:cubicBezTo>
                  <a:pt x="33127" y="131480"/>
                  <a:pt x="33810" y="133529"/>
                  <a:pt x="35347" y="134725"/>
                </a:cubicBezTo>
                <a:cubicBezTo>
                  <a:pt x="36884" y="136091"/>
                  <a:pt x="39445" y="136773"/>
                  <a:pt x="43031" y="137285"/>
                </a:cubicBezTo>
                <a:lnTo>
                  <a:pt x="42006" y="143774"/>
                </a:lnTo>
                <a:lnTo>
                  <a:pt x="342" y="143774"/>
                </a:lnTo>
                <a:lnTo>
                  <a:pt x="25614" y="31249"/>
                </a:lnTo>
                <a:cubicBezTo>
                  <a:pt x="26638" y="26808"/>
                  <a:pt x="27150" y="23564"/>
                  <a:pt x="27150" y="21344"/>
                </a:cubicBezTo>
                <a:cubicBezTo>
                  <a:pt x="27150" y="19126"/>
                  <a:pt x="26809" y="17417"/>
                  <a:pt x="26126" y="16222"/>
                </a:cubicBezTo>
                <a:cubicBezTo>
                  <a:pt x="25272" y="15027"/>
                  <a:pt x="24077" y="14514"/>
                  <a:pt x="22369" y="14514"/>
                </a:cubicBezTo>
                <a:cubicBezTo>
                  <a:pt x="20149" y="14514"/>
                  <a:pt x="17930" y="15369"/>
                  <a:pt x="15539" y="17247"/>
                </a:cubicBezTo>
                <a:cubicBezTo>
                  <a:pt x="13149" y="19126"/>
                  <a:pt x="10417" y="21857"/>
                  <a:pt x="7172" y="25614"/>
                </a:cubicBezTo>
                <a:lnTo>
                  <a:pt x="0" y="18442"/>
                </a:lnTo>
                <a:cubicBezTo>
                  <a:pt x="6660" y="11612"/>
                  <a:pt x="12636" y="6831"/>
                  <a:pt x="17759" y="4099"/>
                </a:cubicBezTo>
                <a:cubicBezTo>
                  <a:pt x="22881" y="1366"/>
                  <a:pt x="28346" y="0"/>
                  <a:pt x="3415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df-path-455">
            <a:extLst xmlns:a="http://schemas.openxmlformats.org/drawingml/2006/main">
              <a:ext uri="{FF2B5EF4-FFF2-40B4-BE49-F238E27FC236}">
                <a16:creationId xmlns:a16="http://schemas.microsoft.com/office/drawing/2014/main" id="{7B3C5F7B-3A5F-4592-9EB5-E201797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530" y="8594400"/>
            <a:ext cx="146167" cy="138139"/>
          </a:xfrm>
          <a:custGeom xmlns:a="http://schemas.openxmlformats.org/drawingml/2006/main">
            <a:pathLst>
              <a:path w="146167" h="138139">
                <a:moveTo>
                  <a:pt x="73425" y="0"/>
                </a:moveTo>
                <a:lnTo>
                  <a:pt x="146167" y="0"/>
                </a:lnTo>
                <a:lnTo>
                  <a:pt x="136605" y="33638"/>
                </a:lnTo>
                <a:lnTo>
                  <a:pt x="123798" y="33638"/>
                </a:lnTo>
                <a:cubicBezTo>
                  <a:pt x="123627" y="28516"/>
                  <a:pt x="123286" y="24759"/>
                  <a:pt x="122774" y="22027"/>
                </a:cubicBezTo>
                <a:cubicBezTo>
                  <a:pt x="122091" y="19296"/>
                  <a:pt x="121408" y="17417"/>
                  <a:pt x="120554" y="16221"/>
                </a:cubicBezTo>
                <a:cubicBezTo>
                  <a:pt x="119700" y="15197"/>
                  <a:pt x="118675" y="14513"/>
                  <a:pt x="117651" y="14172"/>
                </a:cubicBezTo>
                <a:cubicBezTo>
                  <a:pt x="116455" y="14002"/>
                  <a:pt x="114748" y="13831"/>
                  <a:pt x="112528" y="13831"/>
                </a:cubicBezTo>
                <a:lnTo>
                  <a:pt x="96648" y="13831"/>
                </a:lnTo>
                <a:lnTo>
                  <a:pt x="79572" y="92719"/>
                </a:lnTo>
                <a:cubicBezTo>
                  <a:pt x="77182" y="103646"/>
                  <a:pt x="73937" y="112184"/>
                  <a:pt x="69669" y="118502"/>
                </a:cubicBezTo>
                <a:cubicBezTo>
                  <a:pt x="65229" y="124819"/>
                  <a:pt x="59765" y="129601"/>
                  <a:pt x="53276" y="133017"/>
                </a:cubicBezTo>
                <a:cubicBezTo>
                  <a:pt x="46616" y="136431"/>
                  <a:pt x="39103" y="138139"/>
                  <a:pt x="30907" y="138139"/>
                </a:cubicBezTo>
                <a:cubicBezTo>
                  <a:pt x="24247" y="138139"/>
                  <a:pt x="18441" y="136602"/>
                  <a:pt x="13490" y="133358"/>
                </a:cubicBezTo>
                <a:cubicBezTo>
                  <a:pt x="8367" y="130284"/>
                  <a:pt x="3927" y="125674"/>
                  <a:pt x="0" y="119526"/>
                </a:cubicBezTo>
                <a:lnTo>
                  <a:pt x="18954" y="108940"/>
                </a:lnTo>
                <a:cubicBezTo>
                  <a:pt x="21003" y="114575"/>
                  <a:pt x="23394" y="118844"/>
                  <a:pt x="26126" y="121746"/>
                </a:cubicBezTo>
                <a:cubicBezTo>
                  <a:pt x="29028" y="124819"/>
                  <a:pt x="31590" y="126186"/>
                  <a:pt x="34151" y="126186"/>
                </a:cubicBezTo>
                <a:cubicBezTo>
                  <a:pt x="36029" y="126186"/>
                  <a:pt x="37566" y="126016"/>
                  <a:pt x="38762" y="125332"/>
                </a:cubicBezTo>
                <a:cubicBezTo>
                  <a:pt x="39786" y="124819"/>
                  <a:pt x="40811" y="123967"/>
                  <a:pt x="41835" y="122771"/>
                </a:cubicBezTo>
                <a:cubicBezTo>
                  <a:pt x="42859" y="121405"/>
                  <a:pt x="43884" y="119356"/>
                  <a:pt x="44909" y="116624"/>
                </a:cubicBezTo>
                <a:cubicBezTo>
                  <a:pt x="45933" y="113892"/>
                  <a:pt x="46787" y="110306"/>
                  <a:pt x="47812" y="105696"/>
                </a:cubicBezTo>
                <a:lnTo>
                  <a:pt x="59082" y="52934"/>
                </a:lnTo>
                <a:cubicBezTo>
                  <a:pt x="60960" y="44055"/>
                  <a:pt x="63009" y="36712"/>
                  <a:pt x="65399" y="30735"/>
                </a:cubicBezTo>
                <a:cubicBezTo>
                  <a:pt x="67619" y="24589"/>
                  <a:pt x="70693" y="19296"/>
                  <a:pt x="74450" y="14684"/>
                </a:cubicBezTo>
                <a:lnTo>
                  <a:pt x="73937" y="13490"/>
                </a:lnTo>
                <a:lnTo>
                  <a:pt x="70180" y="13490"/>
                </a:lnTo>
                <a:cubicBezTo>
                  <a:pt x="61130" y="13490"/>
                  <a:pt x="53959" y="14002"/>
                  <a:pt x="49007" y="14855"/>
                </a:cubicBezTo>
                <a:cubicBezTo>
                  <a:pt x="43884" y="15709"/>
                  <a:pt x="40127" y="17075"/>
                  <a:pt x="37737" y="19125"/>
                </a:cubicBezTo>
                <a:cubicBezTo>
                  <a:pt x="35346" y="21173"/>
                  <a:pt x="34151" y="24247"/>
                  <a:pt x="34151" y="28516"/>
                </a:cubicBezTo>
                <a:cubicBezTo>
                  <a:pt x="34151" y="32955"/>
                  <a:pt x="35858" y="37565"/>
                  <a:pt x="39103" y="42517"/>
                </a:cubicBezTo>
                <a:lnTo>
                  <a:pt x="15539" y="52250"/>
                </a:lnTo>
                <a:cubicBezTo>
                  <a:pt x="13661" y="48664"/>
                  <a:pt x="12294" y="45762"/>
                  <a:pt x="11611" y="43542"/>
                </a:cubicBezTo>
                <a:cubicBezTo>
                  <a:pt x="10928" y="41151"/>
                  <a:pt x="10587" y="38931"/>
                  <a:pt x="10587" y="36712"/>
                </a:cubicBezTo>
                <a:cubicBezTo>
                  <a:pt x="10587" y="34321"/>
                  <a:pt x="11270" y="31590"/>
                  <a:pt x="12465" y="28857"/>
                </a:cubicBezTo>
                <a:cubicBezTo>
                  <a:pt x="14173" y="25442"/>
                  <a:pt x="16564" y="22027"/>
                  <a:pt x="19808" y="18612"/>
                </a:cubicBezTo>
                <a:cubicBezTo>
                  <a:pt x="22711" y="15539"/>
                  <a:pt x="26638" y="12636"/>
                  <a:pt x="31077" y="9733"/>
                </a:cubicBezTo>
                <a:cubicBezTo>
                  <a:pt x="35346" y="7172"/>
                  <a:pt x="38933" y="5122"/>
                  <a:pt x="42347" y="3927"/>
                </a:cubicBezTo>
                <a:cubicBezTo>
                  <a:pt x="46275" y="2390"/>
                  <a:pt x="50715" y="1196"/>
                  <a:pt x="55496" y="683"/>
                </a:cubicBezTo>
                <a:cubicBezTo>
                  <a:pt x="59765" y="170"/>
                  <a:pt x="65741" y="0"/>
                  <a:pt x="73425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df-path-456">
            <a:extLst xmlns:a="http://schemas.openxmlformats.org/drawingml/2006/main">
              <a:ext uri="{FF2B5EF4-FFF2-40B4-BE49-F238E27FC236}">
                <a16:creationId xmlns:a16="http://schemas.microsoft.com/office/drawing/2014/main" id="{A5AD4879-3148-4ACF-A5A5-C7E11C53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9943" y="8581423"/>
            <a:ext cx="70180" cy="74790"/>
          </a:xfrm>
          <a:custGeom xmlns:a="http://schemas.openxmlformats.org/drawingml/2006/main">
            <a:pathLst>
              <a:path w="70180" h="74790">
                <a:moveTo>
                  <a:pt x="41152" y="7684"/>
                </a:moveTo>
                <a:cubicBezTo>
                  <a:pt x="37053" y="7684"/>
                  <a:pt x="33468" y="9562"/>
                  <a:pt x="30565" y="13660"/>
                </a:cubicBezTo>
                <a:cubicBezTo>
                  <a:pt x="27491" y="17587"/>
                  <a:pt x="24930" y="23734"/>
                  <a:pt x="22881" y="31931"/>
                </a:cubicBezTo>
                <a:cubicBezTo>
                  <a:pt x="20661" y="40297"/>
                  <a:pt x="19637" y="47469"/>
                  <a:pt x="19637" y="53616"/>
                </a:cubicBezTo>
                <a:cubicBezTo>
                  <a:pt x="19637" y="58226"/>
                  <a:pt x="20319" y="61641"/>
                  <a:pt x="21856" y="63861"/>
                </a:cubicBezTo>
                <a:cubicBezTo>
                  <a:pt x="23222" y="66081"/>
                  <a:pt x="25613" y="67276"/>
                  <a:pt x="28857" y="67276"/>
                </a:cubicBezTo>
                <a:cubicBezTo>
                  <a:pt x="32956" y="67276"/>
                  <a:pt x="36542" y="65227"/>
                  <a:pt x="39615" y="61299"/>
                </a:cubicBezTo>
                <a:cubicBezTo>
                  <a:pt x="42689" y="57201"/>
                  <a:pt x="45250" y="51054"/>
                  <a:pt x="47299" y="43029"/>
                </a:cubicBezTo>
                <a:cubicBezTo>
                  <a:pt x="49348" y="34833"/>
                  <a:pt x="50373" y="27832"/>
                  <a:pt x="50373" y="21856"/>
                </a:cubicBezTo>
                <a:cubicBezTo>
                  <a:pt x="50373" y="16904"/>
                  <a:pt x="49519" y="13318"/>
                  <a:pt x="48153" y="11098"/>
                </a:cubicBezTo>
                <a:cubicBezTo>
                  <a:pt x="46616" y="8879"/>
                  <a:pt x="44225" y="7684"/>
                  <a:pt x="41152" y="7684"/>
                </a:cubicBezTo>
                <a:moveTo>
                  <a:pt x="42859" y="0"/>
                </a:moveTo>
                <a:cubicBezTo>
                  <a:pt x="48836" y="0"/>
                  <a:pt x="53958" y="1195"/>
                  <a:pt x="58057" y="3415"/>
                </a:cubicBezTo>
                <a:cubicBezTo>
                  <a:pt x="62155" y="5634"/>
                  <a:pt x="65228" y="8708"/>
                  <a:pt x="67107" y="12635"/>
                </a:cubicBezTo>
                <a:cubicBezTo>
                  <a:pt x="69156" y="16563"/>
                  <a:pt x="70180" y="21173"/>
                  <a:pt x="70180" y="26295"/>
                </a:cubicBezTo>
                <a:cubicBezTo>
                  <a:pt x="70180" y="32783"/>
                  <a:pt x="68985" y="39272"/>
                  <a:pt x="66936" y="45761"/>
                </a:cubicBezTo>
                <a:cubicBezTo>
                  <a:pt x="64716" y="52250"/>
                  <a:pt x="61814" y="57543"/>
                  <a:pt x="58057" y="61983"/>
                </a:cubicBezTo>
                <a:cubicBezTo>
                  <a:pt x="54300" y="66422"/>
                  <a:pt x="49860" y="69667"/>
                  <a:pt x="44567" y="71716"/>
                </a:cubicBezTo>
                <a:cubicBezTo>
                  <a:pt x="39445" y="73764"/>
                  <a:pt x="33639" y="74790"/>
                  <a:pt x="27150" y="74790"/>
                </a:cubicBezTo>
                <a:cubicBezTo>
                  <a:pt x="21685" y="74790"/>
                  <a:pt x="17075" y="73935"/>
                  <a:pt x="12977" y="71886"/>
                </a:cubicBezTo>
                <a:cubicBezTo>
                  <a:pt x="8879" y="70007"/>
                  <a:pt x="5635" y="67105"/>
                  <a:pt x="3414" y="63178"/>
                </a:cubicBezTo>
                <a:cubicBezTo>
                  <a:pt x="1024" y="59251"/>
                  <a:pt x="0" y="54469"/>
                  <a:pt x="0" y="48834"/>
                </a:cubicBezTo>
                <a:cubicBezTo>
                  <a:pt x="0" y="43029"/>
                  <a:pt x="853" y="37053"/>
                  <a:pt x="2561" y="30735"/>
                </a:cubicBezTo>
                <a:cubicBezTo>
                  <a:pt x="4439" y="24417"/>
                  <a:pt x="7171" y="18953"/>
                  <a:pt x="11099" y="14172"/>
                </a:cubicBezTo>
                <a:cubicBezTo>
                  <a:pt x="14856" y="9391"/>
                  <a:pt x="19466" y="5805"/>
                  <a:pt x="24759" y="3415"/>
                </a:cubicBezTo>
                <a:cubicBezTo>
                  <a:pt x="30224" y="1195"/>
                  <a:pt x="36200" y="0"/>
                  <a:pt x="42859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df-path-457">
            <a:extLst xmlns:a="http://schemas.openxmlformats.org/drawingml/2006/main">
              <a:ext uri="{FF2B5EF4-FFF2-40B4-BE49-F238E27FC236}">
                <a16:creationId xmlns:a16="http://schemas.microsoft.com/office/drawing/2014/main" id="{A95A52A4-E804-4595-833B-DBB96CA2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933" y="8594400"/>
            <a:ext cx="146168" cy="138139"/>
          </a:xfrm>
          <a:custGeom xmlns:a="http://schemas.openxmlformats.org/drawingml/2006/main">
            <a:pathLst>
              <a:path w="146168" h="138139">
                <a:moveTo>
                  <a:pt x="73426" y="0"/>
                </a:moveTo>
                <a:lnTo>
                  <a:pt x="146168" y="0"/>
                </a:lnTo>
                <a:lnTo>
                  <a:pt x="136776" y="33638"/>
                </a:lnTo>
                <a:lnTo>
                  <a:pt x="123798" y="33638"/>
                </a:lnTo>
                <a:cubicBezTo>
                  <a:pt x="123627" y="28516"/>
                  <a:pt x="123286" y="24759"/>
                  <a:pt x="122774" y="22027"/>
                </a:cubicBezTo>
                <a:cubicBezTo>
                  <a:pt x="122262" y="19296"/>
                  <a:pt x="121407" y="17417"/>
                  <a:pt x="120554" y="16221"/>
                </a:cubicBezTo>
                <a:cubicBezTo>
                  <a:pt x="119700" y="15197"/>
                  <a:pt x="118676" y="14513"/>
                  <a:pt x="117650" y="14172"/>
                </a:cubicBezTo>
                <a:cubicBezTo>
                  <a:pt x="116627" y="14002"/>
                  <a:pt x="114919" y="13831"/>
                  <a:pt x="112528" y="13831"/>
                </a:cubicBezTo>
                <a:lnTo>
                  <a:pt x="96648" y="13831"/>
                </a:lnTo>
                <a:lnTo>
                  <a:pt x="79573" y="92719"/>
                </a:lnTo>
                <a:cubicBezTo>
                  <a:pt x="77182" y="103646"/>
                  <a:pt x="73937" y="112184"/>
                  <a:pt x="69669" y="118502"/>
                </a:cubicBezTo>
                <a:cubicBezTo>
                  <a:pt x="65399" y="124819"/>
                  <a:pt x="59935" y="129601"/>
                  <a:pt x="53276" y="133017"/>
                </a:cubicBezTo>
                <a:cubicBezTo>
                  <a:pt x="46616" y="136431"/>
                  <a:pt x="39274" y="138139"/>
                  <a:pt x="30907" y="138139"/>
                </a:cubicBezTo>
                <a:cubicBezTo>
                  <a:pt x="24248" y="138139"/>
                  <a:pt x="18613" y="136602"/>
                  <a:pt x="13490" y="133358"/>
                </a:cubicBezTo>
                <a:cubicBezTo>
                  <a:pt x="8538" y="130284"/>
                  <a:pt x="3928" y="125674"/>
                  <a:pt x="0" y="119526"/>
                </a:cubicBezTo>
                <a:lnTo>
                  <a:pt x="18954" y="108940"/>
                </a:lnTo>
                <a:cubicBezTo>
                  <a:pt x="21003" y="114575"/>
                  <a:pt x="23393" y="118844"/>
                  <a:pt x="26296" y="121746"/>
                </a:cubicBezTo>
                <a:cubicBezTo>
                  <a:pt x="29028" y="124819"/>
                  <a:pt x="31761" y="126186"/>
                  <a:pt x="34151" y="126186"/>
                </a:cubicBezTo>
                <a:cubicBezTo>
                  <a:pt x="36029" y="126186"/>
                  <a:pt x="37566" y="126016"/>
                  <a:pt x="38762" y="125332"/>
                </a:cubicBezTo>
                <a:cubicBezTo>
                  <a:pt x="39786" y="124819"/>
                  <a:pt x="40811" y="123967"/>
                  <a:pt x="41835" y="122771"/>
                </a:cubicBezTo>
                <a:cubicBezTo>
                  <a:pt x="43030" y="121405"/>
                  <a:pt x="43885" y="119356"/>
                  <a:pt x="44909" y="116624"/>
                </a:cubicBezTo>
                <a:cubicBezTo>
                  <a:pt x="45934" y="113892"/>
                  <a:pt x="46958" y="110306"/>
                  <a:pt x="47812" y="105696"/>
                </a:cubicBezTo>
                <a:lnTo>
                  <a:pt x="59082" y="52934"/>
                </a:lnTo>
                <a:cubicBezTo>
                  <a:pt x="60960" y="44055"/>
                  <a:pt x="63009" y="36712"/>
                  <a:pt x="65399" y="30735"/>
                </a:cubicBezTo>
                <a:cubicBezTo>
                  <a:pt x="67791" y="24589"/>
                  <a:pt x="70693" y="19296"/>
                  <a:pt x="74450" y="14684"/>
                </a:cubicBezTo>
                <a:lnTo>
                  <a:pt x="73937" y="13490"/>
                </a:lnTo>
                <a:lnTo>
                  <a:pt x="70181" y="13490"/>
                </a:lnTo>
                <a:cubicBezTo>
                  <a:pt x="61131" y="13490"/>
                  <a:pt x="53959" y="14002"/>
                  <a:pt x="49007" y="14855"/>
                </a:cubicBezTo>
                <a:cubicBezTo>
                  <a:pt x="43885" y="15709"/>
                  <a:pt x="40128" y="17075"/>
                  <a:pt x="37737" y="19125"/>
                </a:cubicBezTo>
                <a:cubicBezTo>
                  <a:pt x="35517" y="21173"/>
                  <a:pt x="34322" y="24247"/>
                  <a:pt x="34322" y="28516"/>
                </a:cubicBezTo>
                <a:cubicBezTo>
                  <a:pt x="34322" y="32955"/>
                  <a:pt x="35858" y="37565"/>
                  <a:pt x="39103" y="42517"/>
                </a:cubicBezTo>
                <a:lnTo>
                  <a:pt x="15709" y="52250"/>
                </a:lnTo>
                <a:cubicBezTo>
                  <a:pt x="13661" y="48664"/>
                  <a:pt x="12465" y="45762"/>
                  <a:pt x="11612" y="43542"/>
                </a:cubicBezTo>
                <a:cubicBezTo>
                  <a:pt x="10928" y="41151"/>
                  <a:pt x="10587" y="38931"/>
                  <a:pt x="10587" y="36712"/>
                </a:cubicBezTo>
                <a:cubicBezTo>
                  <a:pt x="10587" y="34321"/>
                  <a:pt x="11270" y="31590"/>
                  <a:pt x="12636" y="28857"/>
                </a:cubicBezTo>
                <a:cubicBezTo>
                  <a:pt x="14172" y="25442"/>
                  <a:pt x="16564" y="22027"/>
                  <a:pt x="19808" y="18612"/>
                </a:cubicBezTo>
                <a:cubicBezTo>
                  <a:pt x="22881" y="15539"/>
                  <a:pt x="26638" y="12636"/>
                  <a:pt x="31249" y="9733"/>
                </a:cubicBezTo>
                <a:cubicBezTo>
                  <a:pt x="35346" y="7172"/>
                  <a:pt x="39103" y="5122"/>
                  <a:pt x="42348" y="3927"/>
                </a:cubicBezTo>
                <a:cubicBezTo>
                  <a:pt x="46275" y="2390"/>
                  <a:pt x="50714" y="1196"/>
                  <a:pt x="55497" y="683"/>
                </a:cubicBezTo>
                <a:cubicBezTo>
                  <a:pt x="59764" y="170"/>
                  <a:pt x="65741" y="0"/>
                  <a:pt x="7342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pdf-path-458">
            <a:extLst xmlns:a="http://schemas.openxmlformats.org/drawingml/2006/main">
              <a:ext uri="{FF2B5EF4-FFF2-40B4-BE49-F238E27FC236}">
                <a16:creationId xmlns:a16="http://schemas.microsoft.com/office/drawing/2014/main" id="{3F4C03FB-A714-49A6-9361-AAD31640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6003" y="8581423"/>
            <a:ext cx="83330" cy="74790"/>
          </a:xfrm>
          <a:custGeom xmlns:a="http://schemas.openxmlformats.org/drawingml/2006/main">
            <a:pathLst>
              <a:path w="83330" h="74790">
                <a:moveTo>
                  <a:pt x="43544" y="7684"/>
                </a:moveTo>
                <a:cubicBezTo>
                  <a:pt x="38933" y="7684"/>
                  <a:pt x="35005" y="9903"/>
                  <a:pt x="31420" y="14513"/>
                </a:cubicBezTo>
                <a:cubicBezTo>
                  <a:pt x="28005" y="18953"/>
                  <a:pt x="25102" y="25101"/>
                  <a:pt x="23052" y="32783"/>
                </a:cubicBezTo>
                <a:cubicBezTo>
                  <a:pt x="20833" y="40468"/>
                  <a:pt x="19808" y="47469"/>
                  <a:pt x="19808" y="53446"/>
                </a:cubicBezTo>
                <a:cubicBezTo>
                  <a:pt x="19808" y="57031"/>
                  <a:pt x="20320" y="59763"/>
                  <a:pt x="21345" y="61470"/>
                </a:cubicBezTo>
                <a:cubicBezTo>
                  <a:pt x="22370" y="63178"/>
                  <a:pt x="24077" y="64032"/>
                  <a:pt x="26297" y="64032"/>
                </a:cubicBezTo>
                <a:cubicBezTo>
                  <a:pt x="29370" y="64032"/>
                  <a:pt x="32785" y="62495"/>
                  <a:pt x="36030" y="59421"/>
                </a:cubicBezTo>
                <a:cubicBezTo>
                  <a:pt x="39445" y="56177"/>
                  <a:pt x="42006" y="52591"/>
                  <a:pt x="44055" y="48323"/>
                </a:cubicBezTo>
                <a:cubicBezTo>
                  <a:pt x="46105" y="44054"/>
                  <a:pt x="47983" y="38248"/>
                  <a:pt x="49520" y="30906"/>
                </a:cubicBezTo>
                <a:lnTo>
                  <a:pt x="50203" y="28174"/>
                </a:lnTo>
                <a:cubicBezTo>
                  <a:pt x="50885" y="24588"/>
                  <a:pt x="51398" y="21002"/>
                  <a:pt x="51398" y="17416"/>
                </a:cubicBezTo>
                <a:cubicBezTo>
                  <a:pt x="51398" y="14172"/>
                  <a:pt x="50714" y="11781"/>
                  <a:pt x="49520" y="10074"/>
                </a:cubicBezTo>
                <a:cubicBezTo>
                  <a:pt x="48325" y="8537"/>
                  <a:pt x="46276" y="7684"/>
                  <a:pt x="43544" y="7684"/>
                </a:cubicBezTo>
                <a:moveTo>
                  <a:pt x="42690" y="0"/>
                </a:moveTo>
                <a:cubicBezTo>
                  <a:pt x="49861" y="0"/>
                  <a:pt x="56179" y="1878"/>
                  <a:pt x="61132" y="5293"/>
                </a:cubicBezTo>
                <a:lnTo>
                  <a:pt x="68303" y="0"/>
                </a:lnTo>
                <a:lnTo>
                  <a:pt x="76499" y="1195"/>
                </a:lnTo>
                <a:lnTo>
                  <a:pt x="64718" y="50884"/>
                </a:lnTo>
                <a:cubicBezTo>
                  <a:pt x="63863" y="53957"/>
                  <a:pt x="63521" y="56690"/>
                  <a:pt x="63521" y="59251"/>
                </a:cubicBezTo>
                <a:cubicBezTo>
                  <a:pt x="63521" y="60787"/>
                  <a:pt x="63863" y="61983"/>
                  <a:pt x="64376" y="63007"/>
                </a:cubicBezTo>
                <a:cubicBezTo>
                  <a:pt x="64888" y="63861"/>
                  <a:pt x="65741" y="64203"/>
                  <a:pt x="67107" y="64203"/>
                </a:cubicBezTo>
                <a:cubicBezTo>
                  <a:pt x="68645" y="64203"/>
                  <a:pt x="70182" y="63519"/>
                  <a:pt x="72059" y="62154"/>
                </a:cubicBezTo>
                <a:cubicBezTo>
                  <a:pt x="73768" y="60787"/>
                  <a:pt x="75816" y="58910"/>
                  <a:pt x="78207" y="56177"/>
                </a:cubicBezTo>
                <a:lnTo>
                  <a:pt x="83330" y="61470"/>
                </a:lnTo>
                <a:cubicBezTo>
                  <a:pt x="78377" y="66592"/>
                  <a:pt x="73939" y="70007"/>
                  <a:pt x="70182" y="71886"/>
                </a:cubicBezTo>
                <a:cubicBezTo>
                  <a:pt x="66425" y="73935"/>
                  <a:pt x="62668" y="74790"/>
                  <a:pt x="58570" y="74790"/>
                </a:cubicBezTo>
                <a:cubicBezTo>
                  <a:pt x="54471" y="74790"/>
                  <a:pt x="51227" y="73764"/>
                  <a:pt x="48837" y="71374"/>
                </a:cubicBezTo>
                <a:cubicBezTo>
                  <a:pt x="46447" y="69154"/>
                  <a:pt x="45250" y="66251"/>
                  <a:pt x="45250" y="62495"/>
                </a:cubicBezTo>
                <a:cubicBezTo>
                  <a:pt x="45250" y="61299"/>
                  <a:pt x="45421" y="60104"/>
                  <a:pt x="45592" y="59080"/>
                </a:cubicBezTo>
                <a:lnTo>
                  <a:pt x="44568" y="58910"/>
                </a:lnTo>
                <a:cubicBezTo>
                  <a:pt x="41152" y="63007"/>
                  <a:pt x="38079" y="66251"/>
                  <a:pt x="35518" y="68301"/>
                </a:cubicBezTo>
                <a:cubicBezTo>
                  <a:pt x="32956" y="70349"/>
                  <a:pt x="30225" y="72057"/>
                  <a:pt x="27321" y="73082"/>
                </a:cubicBezTo>
                <a:cubicBezTo>
                  <a:pt x="24419" y="74277"/>
                  <a:pt x="21175" y="74790"/>
                  <a:pt x="17759" y="74790"/>
                </a:cubicBezTo>
                <a:cubicBezTo>
                  <a:pt x="11954" y="74790"/>
                  <a:pt x="7513" y="72911"/>
                  <a:pt x="4440" y="68813"/>
                </a:cubicBezTo>
                <a:cubicBezTo>
                  <a:pt x="1366" y="64885"/>
                  <a:pt x="0" y="59080"/>
                  <a:pt x="0" y="51567"/>
                </a:cubicBezTo>
                <a:cubicBezTo>
                  <a:pt x="0" y="44907"/>
                  <a:pt x="855" y="38419"/>
                  <a:pt x="2733" y="31931"/>
                </a:cubicBezTo>
                <a:cubicBezTo>
                  <a:pt x="4611" y="25442"/>
                  <a:pt x="7343" y="19978"/>
                  <a:pt x="10928" y="15196"/>
                </a:cubicBezTo>
                <a:cubicBezTo>
                  <a:pt x="14514" y="10587"/>
                  <a:pt x="18955" y="6830"/>
                  <a:pt x="24419" y="4097"/>
                </a:cubicBezTo>
                <a:cubicBezTo>
                  <a:pt x="29712" y="1366"/>
                  <a:pt x="35859" y="0"/>
                  <a:pt x="42690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df-path-459">
            <a:extLst xmlns:a="http://schemas.openxmlformats.org/drawingml/2006/main">
              <a:ext uri="{FF2B5EF4-FFF2-40B4-BE49-F238E27FC236}">
                <a16:creationId xmlns:a16="http://schemas.microsoft.com/office/drawing/2014/main" id="{CCEBD0FA-FB48-4D07-BEEC-8A9F6319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421" y="7589350"/>
            <a:ext cx="123115" cy="139675"/>
          </a:xfrm>
          <a:custGeom xmlns:a="http://schemas.openxmlformats.org/drawingml/2006/main">
            <a:pathLst>
              <a:path w="123115" h="139675">
                <a:moveTo>
                  <a:pt x="75816" y="11611"/>
                </a:moveTo>
                <a:cubicBezTo>
                  <a:pt x="70010" y="11611"/>
                  <a:pt x="64546" y="14172"/>
                  <a:pt x="59082" y="19124"/>
                </a:cubicBezTo>
                <a:cubicBezTo>
                  <a:pt x="53617" y="24076"/>
                  <a:pt x="48665" y="31418"/>
                  <a:pt x="44226" y="40810"/>
                </a:cubicBezTo>
                <a:cubicBezTo>
                  <a:pt x="39615" y="50202"/>
                  <a:pt x="36201" y="60788"/>
                  <a:pt x="33809" y="72569"/>
                </a:cubicBezTo>
                <a:cubicBezTo>
                  <a:pt x="31419" y="84523"/>
                  <a:pt x="30053" y="94255"/>
                  <a:pt x="30053" y="101940"/>
                </a:cubicBezTo>
                <a:cubicBezTo>
                  <a:pt x="30053" y="111161"/>
                  <a:pt x="31419" y="117820"/>
                  <a:pt x="34151" y="121918"/>
                </a:cubicBezTo>
                <a:cubicBezTo>
                  <a:pt x="36884" y="126015"/>
                  <a:pt x="41152" y="128064"/>
                  <a:pt x="47129" y="128064"/>
                </a:cubicBezTo>
                <a:cubicBezTo>
                  <a:pt x="51056" y="128064"/>
                  <a:pt x="54813" y="126870"/>
                  <a:pt x="58570" y="124649"/>
                </a:cubicBezTo>
                <a:cubicBezTo>
                  <a:pt x="63180" y="121747"/>
                  <a:pt x="67620" y="117307"/>
                  <a:pt x="71717" y="111331"/>
                </a:cubicBezTo>
                <a:cubicBezTo>
                  <a:pt x="76328" y="104500"/>
                  <a:pt x="80426" y="96134"/>
                  <a:pt x="83841" y="86230"/>
                </a:cubicBezTo>
                <a:cubicBezTo>
                  <a:pt x="86915" y="77692"/>
                  <a:pt x="89305" y="67276"/>
                  <a:pt x="91354" y="54982"/>
                </a:cubicBezTo>
                <a:cubicBezTo>
                  <a:pt x="92380" y="48494"/>
                  <a:pt x="92891" y="42688"/>
                  <a:pt x="92891" y="37395"/>
                </a:cubicBezTo>
                <a:cubicBezTo>
                  <a:pt x="92891" y="28516"/>
                  <a:pt x="91696" y="22028"/>
                  <a:pt x="88964" y="17758"/>
                </a:cubicBezTo>
                <a:cubicBezTo>
                  <a:pt x="86232" y="13660"/>
                  <a:pt x="81963" y="11611"/>
                  <a:pt x="75816" y="11611"/>
                </a:cubicBezTo>
                <a:moveTo>
                  <a:pt x="76841" y="0"/>
                </a:moveTo>
                <a:cubicBezTo>
                  <a:pt x="92038" y="0"/>
                  <a:pt x="103478" y="3928"/>
                  <a:pt x="111333" y="11782"/>
                </a:cubicBezTo>
                <a:cubicBezTo>
                  <a:pt x="119188" y="19808"/>
                  <a:pt x="123115" y="31247"/>
                  <a:pt x="123115" y="46445"/>
                </a:cubicBezTo>
                <a:cubicBezTo>
                  <a:pt x="123115" y="52933"/>
                  <a:pt x="122432" y="59934"/>
                  <a:pt x="121066" y="67789"/>
                </a:cubicBezTo>
                <a:cubicBezTo>
                  <a:pt x="119700" y="75643"/>
                  <a:pt x="117480" y="83498"/>
                  <a:pt x="114406" y="91353"/>
                </a:cubicBezTo>
                <a:cubicBezTo>
                  <a:pt x="111162" y="99378"/>
                  <a:pt x="107406" y="106379"/>
                  <a:pt x="102795" y="112526"/>
                </a:cubicBezTo>
                <a:cubicBezTo>
                  <a:pt x="98356" y="118673"/>
                  <a:pt x="93062" y="123796"/>
                  <a:pt x="87085" y="127893"/>
                </a:cubicBezTo>
                <a:cubicBezTo>
                  <a:pt x="81280" y="131992"/>
                  <a:pt x="74791" y="134894"/>
                  <a:pt x="67961" y="136772"/>
                </a:cubicBezTo>
                <a:cubicBezTo>
                  <a:pt x="61131" y="138822"/>
                  <a:pt x="53788" y="139675"/>
                  <a:pt x="46104" y="139675"/>
                </a:cubicBezTo>
                <a:cubicBezTo>
                  <a:pt x="30907" y="139675"/>
                  <a:pt x="19296" y="135749"/>
                  <a:pt x="11612" y="127723"/>
                </a:cubicBezTo>
                <a:cubicBezTo>
                  <a:pt x="3928" y="119698"/>
                  <a:pt x="0" y="108086"/>
                  <a:pt x="0" y="92548"/>
                </a:cubicBezTo>
                <a:cubicBezTo>
                  <a:pt x="0" y="87255"/>
                  <a:pt x="512" y="81278"/>
                  <a:pt x="1537" y="74449"/>
                </a:cubicBezTo>
                <a:cubicBezTo>
                  <a:pt x="2732" y="67618"/>
                  <a:pt x="4440" y="60446"/>
                  <a:pt x="7001" y="52933"/>
                </a:cubicBezTo>
                <a:cubicBezTo>
                  <a:pt x="9562" y="45249"/>
                  <a:pt x="12978" y="38249"/>
                  <a:pt x="17588" y="31418"/>
                </a:cubicBezTo>
                <a:cubicBezTo>
                  <a:pt x="22027" y="24759"/>
                  <a:pt x="27321" y="18954"/>
                  <a:pt x="33298" y="14172"/>
                </a:cubicBezTo>
                <a:cubicBezTo>
                  <a:pt x="39274" y="9392"/>
                  <a:pt x="46104" y="5806"/>
                  <a:pt x="53447" y="3415"/>
                </a:cubicBezTo>
                <a:cubicBezTo>
                  <a:pt x="60789" y="1196"/>
                  <a:pt x="68644" y="0"/>
                  <a:pt x="7684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df-path-460">
            <a:extLst xmlns:a="http://schemas.openxmlformats.org/drawingml/2006/main">
              <a:ext uri="{FF2B5EF4-FFF2-40B4-BE49-F238E27FC236}">
                <a16:creationId xmlns:a16="http://schemas.microsoft.com/office/drawing/2014/main" id="{ED6B379B-683E-4DE9-B7B6-F5BCF67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5395" y="7590887"/>
            <a:ext cx="77694" cy="136602"/>
          </a:xfrm>
          <a:custGeom xmlns:a="http://schemas.openxmlformats.org/drawingml/2006/main">
            <a:pathLst>
              <a:path w="77694" h="136602">
                <a:moveTo>
                  <a:pt x="27492" y="0"/>
                </a:moveTo>
                <a:lnTo>
                  <a:pt x="77694" y="0"/>
                </a:lnTo>
                <a:lnTo>
                  <a:pt x="76328" y="6660"/>
                </a:lnTo>
                <a:cubicBezTo>
                  <a:pt x="72571" y="7684"/>
                  <a:pt x="69840" y="9563"/>
                  <a:pt x="67962" y="12123"/>
                </a:cubicBezTo>
                <a:cubicBezTo>
                  <a:pt x="66253" y="14856"/>
                  <a:pt x="64547" y="19808"/>
                  <a:pt x="62838" y="26979"/>
                </a:cubicBezTo>
                <a:lnTo>
                  <a:pt x="44738" y="109624"/>
                </a:lnTo>
                <a:cubicBezTo>
                  <a:pt x="44226" y="111673"/>
                  <a:pt x="43885" y="113550"/>
                  <a:pt x="43714" y="115087"/>
                </a:cubicBezTo>
                <a:cubicBezTo>
                  <a:pt x="43543" y="116625"/>
                  <a:pt x="43372" y="118673"/>
                  <a:pt x="43372" y="121234"/>
                </a:cubicBezTo>
                <a:cubicBezTo>
                  <a:pt x="43372" y="124137"/>
                  <a:pt x="44055" y="126187"/>
                  <a:pt x="45250" y="127381"/>
                </a:cubicBezTo>
                <a:cubicBezTo>
                  <a:pt x="46617" y="128748"/>
                  <a:pt x="48665" y="129601"/>
                  <a:pt x="51740" y="129943"/>
                </a:cubicBezTo>
                <a:lnTo>
                  <a:pt x="50203" y="136602"/>
                </a:lnTo>
                <a:lnTo>
                  <a:pt x="0" y="136602"/>
                </a:lnTo>
                <a:lnTo>
                  <a:pt x="1366" y="129943"/>
                </a:lnTo>
                <a:cubicBezTo>
                  <a:pt x="5122" y="128919"/>
                  <a:pt x="8026" y="127041"/>
                  <a:pt x="9734" y="124308"/>
                </a:cubicBezTo>
                <a:cubicBezTo>
                  <a:pt x="11612" y="121747"/>
                  <a:pt x="13320" y="116795"/>
                  <a:pt x="14856" y="109624"/>
                </a:cubicBezTo>
                <a:lnTo>
                  <a:pt x="33127" y="26979"/>
                </a:lnTo>
                <a:cubicBezTo>
                  <a:pt x="33981" y="23051"/>
                  <a:pt x="34322" y="19124"/>
                  <a:pt x="34322" y="15368"/>
                </a:cubicBezTo>
                <a:cubicBezTo>
                  <a:pt x="34322" y="12465"/>
                  <a:pt x="33640" y="10417"/>
                  <a:pt x="32443" y="9221"/>
                </a:cubicBezTo>
                <a:cubicBezTo>
                  <a:pt x="31078" y="7855"/>
                  <a:pt x="29028" y="7001"/>
                  <a:pt x="26126" y="6660"/>
                </a:cubicBezTo>
                <a:lnTo>
                  <a:pt x="2749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df-path-461">
            <a:extLst xmlns:a="http://schemas.openxmlformats.org/drawingml/2006/main">
              <a:ext uri="{FF2B5EF4-FFF2-40B4-BE49-F238E27FC236}">
                <a16:creationId xmlns:a16="http://schemas.microsoft.com/office/drawing/2014/main" id="{A1E25C82-A27B-4EA6-AED4-2CE665D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817" y="3889485"/>
            <a:ext cx="330413" cy="516185"/>
          </a:xfrm>
          <a:custGeom xmlns:a="http://schemas.openxmlformats.org/drawingml/2006/main">
            <a:pathLst>
              <a:path w="330413" h="516185">
                <a:moveTo>
                  <a:pt x="330413" y="1025"/>
                </a:moveTo>
                <a:lnTo>
                  <a:pt x="329218" y="44225"/>
                </a:lnTo>
                <a:lnTo>
                  <a:pt x="326316" y="85206"/>
                </a:lnTo>
                <a:lnTo>
                  <a:pt x="325462" y="91865"/>
                </a:lnTo>
                <a:lnTo>
                  <a:pt x="295921" y="88279"/>
                </a:lnTo>
                <a:lnTo>
                  <a:pt x="296604" y="81962"/>
                </a:lnTo>
                <a:lnTo>
                  <a:pt x="296604" y="82644"/>
                </a:lnTo>
                <a:lnTo>
                  <a:pt x="299336" y="42347"/>
                </a:lnTo>
                <a:lnTo>
                  <a:pt x="299336" y="43030"/>
                </a:lnTo>
                <a:lnTo>
                  <a:pt x="300702" y="0"/>
                </a:lnTo>
                <a:lnTo>
                  <a:pt x="330413" y="1025"/>
                </a:lnTo>
                <a:moveTo>
                  <a:pt x="321876" y="121405"/>
                </a:moveTo>
                <a:lnTo>
                  <a:pt x="321705" y="123967"/>
                </a:lnTo>
                <a:lnTo>
                  <a:pt x="315216" y="160679"/>
                </a:lnTo>
                <a:lnTo>
                  <a:pt x="306849" y="195340"/>
                </a:lnTo>
                <a:lnTo>
                  <a:pt x="301727" y="211391"/>
                </a:lnTo>
                <a:lnTo>
                  <a:pt x="273211" y="202683"/>
                </a:lnTo>
                <a:lnTo>
                  <a:pt x="278162" y="186974"/>
                </a:lnTo>
                <a:lnTo>
                  <a:pt x="277821" y="187828"/>
                </a:lnTo>
                <a:lnTo>
                  <a:pt x="286017" y="154190"/>
                </a:lnTo>
                <a:lnTo>
                  <a:pt x="285846" y="155043"/>
                </a:lnTo>
                <a:lnTo>
                  <a:pt x="292164" y="119186"/>
                </a:lnTo>
                <a:lnTo>
                  <a:pt x="291993" y="120039"/>
                </a:lnTo>
                <a:lnTo>
                  <a:pt x="292335" y="117820"/>
                </a:lnTo>
                <a:lnTo>
                  <a:pt x="321876" y="121405"/>
                </a:lnTo>
                <a:moveTo>
                  <a:pt x="291651" y="240761"/>
                </a:moveTo>
                <a:lnTo>
                  <a:pt x="284480" y="259203"/>
                </a:lnTo>
                <a:lnTo>
                  <a:pt x="270307" y="288572"/>
                </a:lnTo>
                <a:lnTo>
                  <a:pt x="263818" y="300012"/>
                </a:lnTo>
                <a:lnTo>
                  <a:pt x="256135" y="312477"/>
                </a:lnTo>
                <a:lnTo>
                  <a:pt x="248962" y="323064"/>
                </a:lnTo>
                <a:lnTo>
                  <a:pt x="224202" y="306159"/>
                </a:lnTo>
                <a:lnTo>
                  <a:pt x="231204" y="296085"/>
                </a:lnTo>
                <a:lnTo>
                  <a:pt x="230862" y="296597"/>
                </a:lnTo>
                <a:lnTo>
                  <a:pt x="238205" y="284644"/>
                </a:lnTo>
                <a:lnTo>
                  <a:pt x="237864" y="285157"/>
                </a:lnTo>
                <a:lnTo>
                  <a:pt x="244011" y="274229"/>
                </a:lnTo>
                <a:lnTo>
                  <a:pt x="243498" y="275082"/>
                </a:lnTo>
                <a:lnTo>
                  <a:pt x="257329" y="246738"/>
                </a:lnTo>
                <a:lnTo>
                  <a:pt x="256817" y="247762"/>
                </a:lnTo>
                <a:lnTo>
                  <a:pt x="263818" y="229833"/>
                </a:lnTo>
                <a:lnTo>
                  <a:pt x="291651" y="240761"/>
                </a:lnTo>
                <a:moveTo>
                  <a:pt x="230350" y="347823"/>
                </a:moveTo>
                <a:lnTo>
                  <a:pt x="225227" y="354312"/>
                </a:lnTo>
                <a:lnTo>
                  <a:pt x="212250" y="369167"/>
                </a:lnTo>
                <a:lnTo>
                  <a:pt x="197907" y="384364"/>
                </a:lnTo>
                <a:lnTo>
                  <a:pt x="182197" y="399561"/>
                </a:lnTo>
                <a:lnTo>
                  <a:pt x="166317" y="413904"/>
                </a:lnTo>
                <a:lnTo>
                  <a:pt x="146338" y="391706"/>
                </a:lnTo>
                <a:lnTo>
                  <a:pt x="162049" y="377534"/>
                </a:lnTo>
                <a:lnTo>
                  <a:pt x="161536" y="378046"/>
                </a:lnTo>
                <a:lnTo>
                  <a:pt x="176733" y="363191"/>
                </a:lnTo>
                <a:lnTo>
                  <a:pt x="176391" y="363532"/>
                </a:lnTo>
                <a:lnTo>
                  <a:pt x="190393" y="348847"/>
                </a:lnTo>
                <a:lnTo>
                  <a:pt x="189881" y="349360"/>
                </a:lnTo>
                <a:lnTo>
                  <a:pt x="202517" y="334846"/>
                </a:lnTo>
                <a:lnTo>
                  <a:pt x="202175" y="335188"/>
                </a:lnTo>
                <a:lnTo>
                  <a:pt x="207127" y="329211"/>
                </a:lnTo>
                <a:lnTo>
                  <a:pt x="230350" y="347823"/>
                </a:lnTo>
                <a:moveTo>
                  <a:pt x="142240" y="433541"/>
                </a:moveTo>
                <a:lnTo>
                  <a:pt x="126872" y="445323"/>
                </a:lnTo>
                <a:lnTo>
                  <a:pt x="105528" y="460008"/>
                </a:lnTo>
                <a:lnTo>
                  <a:pt x="82646" y="474179"/>
                </a:lnTo>
                <a:lnTo>
                  <a:pt x="65570" y="483742"/>
                </a:lnTo>
                <a:lnTo>
                  <a:pt x="51056" y="457617"/>
                </a:lnTo>
                <a:lnTo>
                  <a:pt x="67791" y="448226"/>
                </a:lnTo>
                <a:lnTo>
                  <a:pt x="67107" y="448567"/>
                </a:lnTo>
                <a:lnTo>
                  <a:pt x="89477" y="434736"/>
                </a:lnTo>
                <a:lnTo>
                  <a:pt x="88964" y="435077"/>
                </a:lnTo>
                <a:lnTo>
                  <a:pt x="109626" y="420905"/>
                </a:lnTo>
                <a:lnTo>
                  <a:pt x="108942" y="421418"/>
                </a:lnTo>
                <a:lnTo>
                  <a:pt x="124140" y="409806"/>
                </a:lnTo>
                <a:lnTo>
                  <a:pt x="142240" y="433541"/>
                </a:lnTo>
                <a:moveTo>
                  <a:pt x="38420" y="497744"/>
                </a:moveTo>
                <a:lnTo>
                  <a:pt x="33810" y="499964"/>
                </a:lnTo>
                <a:lnTo>
                  <a:pt x="20491" y="473156"/>
                </a:lnTo>
                <a:lnTo>
                  <a:pt x="25102" y="470935"/>
                </a:lnTo>
                <a:lnTo>
                  <a:pt x="38420" y="497744"/>
                </a:lnTo>
                <a:moveTo>
                  <a:pt x="143093" y="515331"/>
                </a:moveTo>
                <a:lnTo>
                  <a:pt x="0" y="498427"/>
                </a:lnTo>
                <a:lnTo>
                  <a:pt x="85037" y="381973"/>
                </a:lnTo>
                <a:cubicBezTo>
                  <a:pt x="89988" y="375314"/>
                  <a:pt x="99210" y="373948"/>
                  <a:pt x="105869" y="378900"/>
                </a:cubicBezTo>
                <a:cubicBezTo>
                  <a:pt x="112529" y="383681"/>
                  <a:pt x="114065" y="393073"/>
                  <a:pt x="109113" y="399732"/>
                </a:cubicBezTo>
                <a:lnTo>
                  <a:pt x="39103" y="495353"/>
                </a:lnTo>
                <a:lnTo>
                  <a:pt x="28858" y="471789"/>
                </a:lnTo>
                <a:lnTo>
                  <a:pt x="146680" y="485621"/>
                </a:lnTo>
                <a:cubicBezTo>
                  <a:pt x="154876" y="486474"/>
                  <a:pt x="160682" y="493987"/>
                  <a:pt x="159828" y="502183"/>
                </a:cubicBezTo>
                <a:cubicBezTo>
                  <a:pt x="158804" y="510380"/>
                  <a:pt x="151290" y="516185"/>
                  <a:pt x="143093" y="515331"/>
                </a:cubicBezTo>
              </a:path>
            </a:pathLst>
          </a:custGeom>
          <a:solidFill xmlns:a="http://schemas.openxmlformats.org/drawingml/2006/main">
            <a:srgbClr val="7F7F7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pdf-path-462">
            <a:extLst xmlns:a="http://schemas.openxmlformats.org/drawingml/2006/main">
              <a:ext uri="{FF2B5EF4-FFF2-40B4-BE49-F238E27FC236}">
                <a16:creationId xmlns:a16="http://schemas.microsoft.com/office/drawing/2014/main" id="{B64E38AB-6740-4FCB-BF90-726BDB79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5077" y="3896145"/>
            <a:ext cx="238204" cy="586022"/>
          </a:xfrm>
          <a:custGeom xmlns:a="http://schemas.openxmlformats.org/drawingml/2006/main">
            <a:pathLst>
              <a:path w="238204" h="586022">
                <a:moveTo>
                  <a:pt x="238033" y="0"/>
                </a:moveTo>
                <a:lnTo>
                  <a:pt x="238033" y="43883"/>
                </a:lnTo>
                <a:lnTo>
                  <a:pt x="238033" y="43712"/>
                </a:lnTo>
                <a:lnTo>
                  <a:pt x="238204" y="86742"/>
                </a:lnTo>
                <a:lnTo>
                  <a:pt x="238204" y="89645"/>
                </a:lnTo>
                <a:lnTo>
                  <a:pt x="208322" y="89645"/>
                </a:lnTo>
                <a:lnTo>
                  <a:pt x="208322" y="86742"/>
                </a:lnTo>
                <a:lnTo>
                  <a:pt x="208322" y="86913"/>
                </a:lnTo>
                <a:lnTo>
                  <a:pt x="208151" y="43883"/>
                </a:lnTo>
                <a:lnTo>
                  <a:pt x="208151" y="0"/>
                </a:lnTo>
                <a:lnTo>
                  <a:pt x="238033" y="0"/>
                </a:lnTo>
                <a:moveTo>
                  <a:pt x="238204" y="119526"/>
                </a:moveTo>
                <a:lnTo>
                  <a:pt x="238204" y="128917"/>
                </a:lnTo>
                <a:lnTo>
                  <a:pt x="236839" y="170411"/>
                </a:lnTo>
                <a:lnTo>
                  <a:pt x="233594" y="210537"/>
                </a:lnTo>
                <a:lnTo>
                  <a:pt x="233594" y="211049"/>
                </a:lnTo>
                <a:lnTo>
                  <a:pt x="203882" y="207123"/>
                </a:lnTo>
                <a:lnTo>
                  <a:pt x="203882" y="206952"/>
                </a:lnTo>
                <a:lnTo>
                  <a:pt x="203882" y="207805"/>
                </a:lnTo>
                <a:lnTo>
                  <a:pt x="207126" y="168361"/>
                </a:lnTo>
                <a:lnTo>
                  <a:pt x="206957" y="169045"/>
                </a:lnTo>
                <a:lnTo>
                  <a:pt x="208322" y="128235"/>
                </a:lnTo>
                <a:lnTo>
                  <a:pt x="208322" y="128748"/>
                </a:lnTo>
                <a:lnTo>
                  <a:pt x="208322" y="119526"/>
                </a:lnTo>
                <a:lnTo>
                  <a:pt x="238204" y="119526"/>
                </a:lnTo>
                <a:moveTo>
                  <a:pt x="228984" y="241102"/>
                </a:moveTo>
                <a:lnTo>
                  <a:pt x="227446" y="249811"/>
                </a:lnTo>
                <a:lnTo>
                  <a:pt x="223178" y="268934"/>
                </a:lnTo>
                <a:lnTo>
                  <a:pt x="218055" y="287717"/>
                </a:lnTo>
                <a:lnTo>
                  <a:pt x="211566" y="306159"/>
                </a:lnTo>
                <a:lnTo>
                  <a:pt x="204224" y="323576"/>
                </a:lnTo>
                <a:lnTo>
                  <a:pt x="204395" y="323064"/>
                </a:lnTo>
                <a:lnTo>
                  <a:pt x="202004" y="329382"/>
                </a:lnTo>
                <a:lnTo>
                  <a:pt x="174000" y="318624"/>
                </a:lnTo>
                <a:lnTo>
                  <a:pt x="176561" y="312135"/>
                </a:lnTo>
                <a:lnTo>
                  <a:pt x="183904" y="294890"/>
                </a:lnTo>
                <a:lnTo>
                  <a:pt x="183563" y="295743"/>
                </a:lnTo>
                <a:lnTo>
                  <a:pt x="189710" y="278155"/>
                </a:lnTo>
                <a:lnTo>
                  <a:pt x="189368" y="279180"/>
                </a:lnTo>
                <a:lnTo>
                  <a:pt x="194319" y="261251"/>
                </a:lnTo>
                <a:lnTo>
                  <a:pt x="194150" y="261934"/>
                </a:lnTo>
                <a:lnTo>
                  <a:pt x="198248" y="243664"/>
                </a:lnTo>
                <a:lnTo>
                  <a:pt x="198077" y="244346"/>
                </a:lnTo>
                <a:lnTo>
                  <a:pt x="199613" y="235980"/>
                </a:lnTo>
                <a:lnTo>
                  <a:pt x="228984" y="241102"/>
                </a:lnTo>
                <a:moveTo>
                  <a:pt x="191759" y="357214"/>
                </a:moveTo>
                <a:lnTo>
                  <a:pt x="186978" y="370703"/>
                </a:lnTo>
                <a:lnTo>
                  <a:pt x="181855" y="384364"/>
                </a:lnTo>
                <a:lnTo>
                  <a:pt x="176732" y="397682"/>
                </a:lnTo>
                <a:lnTo>
                  <a:pt x="170756" y="411172"/>
                </a:lnTo>
                <a:lnTo>
                  <a:pt x="163926" y="424491"/>
                </a:lnTo>
                <a:lnTo>
                  <a:pt x="156071" y="438150"/>
                </a:lnTo>
                <a:lnTo>
                  <a:pt x="153680" y="441736"/>
                </a:lnTo>
                <a:lnTo>
                  <a:pt x="128579" y="425515"/>
                </a:lnTo>
                <a:lnTo>
                  <a:pt x="130799" y="422270"/>
                </a:lnTo>
                <a:lnTo>
                  <a:pt x="130457" y="422783"/>
                </a:lnTo>
                <a:lnTo>
                  <a:pt x="137971" y="409806"/>
                </a:lnTo>
                <a:lnTo>
                  <a:pt x="137459" y="410660"/>
                </a:lnTo>
                <a:lnTo>
                  <a:pt x="143948" y="398023"/>
                </a:lnTo>
                <a:lnTo>
                  <a:pt x="143606" y="398707"/>
                </a:lnTo>
                <a:lnTo>
                  <a:pt x="149241" y="385900"/>
                </a:lnTo>
                <a:lnTo>
                  <a:pt x="148899" y="386584"/>
                </a:lnTo>
                <a:lnTo>
                  <a:pt x="154021" y="373777"/>
                </a:lnTo>
                <a:lnTo>
                  <a:pt x="153850" y="373948"/>
                </a:lnTo>
                <a:lnTo>
                  <a:pt x="158803" y="360288"/>
                </a:lnTo>
                <a:lnTo>
                  <a:pt x="158803" y="360459"/>
                </a:lnTo>
                <a:lnTo>
                  <a:pt x="163584" y="346969"/>
                </a:lnTo>
                <a:lnTo>
                  <a:pt x="191759" y="357214"/>
                </a:lnTo>
                <a:moveTo>
                  <a:pt x="135750" y="467008"/>
                </a:moveTo>
                <a:lnTo>
                  <a:pt x="135068" y="468032"/>
                </a:lnTo>
                <a:lnTo>
                  <a:pt x="121578" y="484424"/>
                </a:lnTo>
                <a:lnTo>
                  <a:pt x="105697" y="502353"/>
                </a:lnTo>
                <a:lnTo>
                  <a:pt x="96647" y="512257"/>
                </a:lnTo>
                <a:lnTo>
                  <a:pt x="86914" y="522503"/>
                </a:lnTo>
                <a:lnTo>
                  <a:pt x="76328" y="533260"/>
                </a:lnTo>
                <a:lnTo>
                  <a:pt x="74450" y="535138"/>
                </a:lnTo>
                <a:lnTo>
                  <a:pt x="53276" y="513965"/>
                </a:lnTo>
                <a:lnTo>
                  <a:pt x="55154" y="512257"/>
                </a:lnTo>
                <a:lnTo>
                  <a:pt x="54983" y="512257"/>
                </a:lnTo>
                <a:lnTo>
                  <a:pt x="65570" y="501671"/>
                </a:lnTo>
                <a:lnTo>
                  <a:pt x="65399" y="501841"/>
                </a:lnTo>
                <a:lnTo>
                  <a:pt x="74961" y="491767"/>
                </a:lnTo>
                <a:lnTo>
                  <a:pt x="74790" y="491938"/>
                </a:lnTo>
                <a:lnTo>
                  <a:pt x="83670" y="482376"/>
                </a:lnTo>
                <a:lnTo>
                  <a:pt x="83499" y="482547"/>
                </a:lnTo>
                <a:lnTo>
                  <a:pt x="99038" y="464788"/>
                </a:lnTo>
                <a:lnTo>
                  <a:pt x="98697" y="465300"/>
                </a:lnTo>
                <a:lnTo>
                  <a:pt x="111674" y="449250"/>
                </a:lnTo>
                <a:lnTo>
                  <a:pt x="111332" y="449762"/>
                </a:lnTo>
                <a:lnTo>
                  <a:pt x="112016" y="449079"/>
                </a:lnTo>
                <a:lnTo>
                  <a:pt x="135750" y="467008"/>
                </a:lnTo>
                <a:moveTo>
                  <a:pt x="53105" y="556312"/>
                </a:moveTo>
                <a:lnTo>
                  <a:pt x="52592" y="556653"/>
                </a:lnTo>
                <a:lnTo>
                  <a:pt x="39615" y="569289"/>
                </a:lnTo>
                <a:lnTo>
                  <a:pt x="31931" y="576631"/>
                </a:lnTo>
                <a:lnTo>
                  <a:pt x="11269" y="554945"/>
                </a:lnTo>
                <a:lnTo>
                  <a:pt x="18954" y="547774"/>
                </a:lnTo>
                <a:lnTo>
                  <a:pt x="18783" y="547774"/>
                </a:lnTo>
                <a:lnTo>
                  <a:pt x="31931" y="535138"/>
                </a:lnTo>
                <a:lnTo>
                  <a:pt x="31761" y="535309"/>
                </a:lnTo>
                <a:lnTo>
                  <a:pt x="32272" y="534968"/>
                </a:lnTo>
                <a:lnTo>
                  <a:pt x="53105" y="556312"/>
                </a:lnTo>
                <a:moveTo>
                  <a:pt x="140532" y="553751"/>
                </a:moveTo>
                <a:lnTo>
                  <a:pt x="0" y="586022"/>
                </a:lnTo>
                <a:lnTo>
                  <a:pt x="40981" y="447884"/>
                </a:lnTo>
                <a:cubicBezTo>
                  <a:pt x="43372" y="439859"/>
                  <a:pt x="51739" y="435418"/>
                  <a:pt x="59593" y="437809"/>
                </a:cubicBezTo>
                <a:cubicBezTo>
                  <a:pt x="67448" y="440200"/>
                  <a:pt x="72058" y="448396"/>
                  <a:pt x="69668" y="456421"/>
                </a:cubicBezTo>
                <a:lnTo>
                  <a:pt x="35858" y="569971"/>
                </a:lnTo>
                <a:lnTo>
                  <a:pt x="18270" y="551188"/>
                </a:lnTo>
                <a:lnTo>
                  <a:pt x="133872" y="524722"/>
                </a:lnTo>
                <a:cubicBezTo>
                  <a:pt x="141898" y="522844"/>
                  <a:pt x="149924" y="527796"/>
                  <a:pt x="151801" y="535821"/>
                </a:cubicBezTo>
                <a:cubicBezTo>
                  <a:pt x="153510" y="543847"/>
                  <a:pt x="148557" y="551872"/>
                  <a:pt x="140532" y="553751"/>
                </a:cubicBezTo>
              </a:path>
            </a:pathLst>
          </a:custGeom>
          <a:solidFill xmlns:a="http://schemas.openxmlformats.org/drawingml/2006/main">
            <a:srgbClr val="7F7F7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df-path-463">
            <a:extLst xmlns:a="http://schemas.openxmlformats.org/drawingml/2006/main">
              <a:ext uri="{FF2B5EF4-FFF2-40B4-BE49-F238E27FC236}">
                <a16:creationId xmlns:a16="http://schemas.microsoft.com/office/drawing/2014/main" id="{E43AFF5E-67C6-4A81-B772-B3EFFF99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0310" y="3885387"/>
            <a:ext cx="142581" cy="717673"/>
          </a:xfrm>
          <a:custGeom xmlns:a="http://schemas.openxmlformats.org/drawingml/2006/main">
            <a:pathLst>
              <a:path w="142581" h="717673">
                <a:moveTo>
                  <a:pt x="39616" y="0"/>
                </a:moveTo>
                <a:lnTo>
                  <a:pt x="52765" y="18441"/>
                </a:lnTo>
                <a:lnTo>
                  <a:pt x="65059" y="37566"/>
                </a:lnTo>
                <a:lnTo>
                  <a:pt x="76499" y="56860"/>
                </a:lnTo>
                <a:lnTo>
                  <a:pt x="86744" y="76667"/>
                </a:lnTo>
                <a:lnTo>
                  <a:pt x="87769" y="78887"/>
                </a:lnTo>
                <a:lnTo>
                  <a:pt x="60619" y="91353"/>
                </a:lnTo>
                <a:lnTo>
                  <a:pt x="59765" y="89474"/>
                </a:lnTo>
                <a:lnTo>
                  <a:pt x="60107" y="90158"/>
                </a:lnTo>
                <a:lnTo>
                  <a:pt x="50202" y="71033"/>
                </a:lnTo>
                <a:lnTo>
                  <a:pt x="50544" y="71716"/>
                </a:lnTo>
                <a:lnTo>
                  <a:pt x="39445" y="52934"/>
                </a:lnTo>
                <a:lnTo>
                  <a:pt x="39787" y="53446"/>
                </a:lnTo>
                <a:lnTo>
                  <a:pt x="27834" y="34834"/>
                </a:lnTo>
                <a:lnTo>
                  <a:pt x="28346" y="35516"/>
                </a:lnTo>
                <a:lnTo>
                  <a:pt x="15369" y="17416"/>
                </a:lnTo>
                <a:lnTo>
                  <a:pt x="39616" y="0"/>
                </a:lnTo>
                <a:moveTo>
                  <a:pt x="100234" y="106720"/>
                </a:moveTo>
                <a:lnTo>
                  <a:pt x="104674" y="117478"/>
                </a:lnTo>
                <a:lnTo>
                  <a:pt x="112016" y="138480"/>
                </a:lnTo>
                <a:lnTo>
                  <a:pt x="118505" y="159824"/>
                </a:lnTo>
                <a:lnTo>
                  <a:pt x="124140" y="181681"/>
                </a:lnTo>
                <a:lnTo>
                  <a:pt x="127043" y="194829"/>
                </a:lnTo>
                <a:lnTo>
                  <a:pt x="97844" y="201146"/>
                </a:lnTo>
                <a:lnTo>
                  <a:pt x="94941" y="188170"/>
                </a:lnTo>
                <a:lnTo>
                  <a:pt x="95112" y="188852"/>
                </a:lnTo>
                <a:lnTo>
                  <a:pt x="89647" y="167678"/>
                </a:lnTo>
                <a:lnTo>
                  <a:pt x="89818" y="168191"/>
                </a:lnTo>
                <a:lnTo>
                  <a:pt x="83500" y="147530"/>
                </a:lnTo>
                <a:lnTo>
                  <a:pt x="83671" y="148213"/>
                </a:lnTo>
                <a:lnTo>
                  <a:pt x="76499" y="127723"/>
                </a:lnTo>
                <a:lnTo>
                  <a:pt x="76841" y="128577"/>
                </a:lnTo>
                <a:lnTo>
                  <a:pt x="72572" y="117990"/>
                </a:lnTo>
                <a:lnTo>
                  <a:pt x="100234" y="106720"/>
                </a:lnTo>
                <a:moveTo>
                  <a:pt x="132507" y="224882"/>
                </a:moveTo>
                <a:lnTo>
                  <a:pt x="132678" y="226417"/>
                </a:lnTo>
                <a:lnTo>
                  <a:pt x="135752" y="249299"/>
                </a:lnTo>
                <a:lnTo>
                  <a:pt x="137972" y="272691"/>
                </a:lnTo>
                <a:lnTo>
                  <a:pt x="139337" y="296597"/>
                </a:lnTo>
                <a:lnTo>
                  <a:pt x="139850" y="316234"/>
                </a:lnTo>
                <a:lnTo>
                  <a:pt x="109968" y="317087"/>
                </a:lnTo>
                <a:lnTo>
                  <a:pt x="109455" y="297451"/>
                </a:lnTo>
                <a:lnTo>
                  <a:pt x="109455" y="297963"/>
                </a:lnTo>
                <a:lnTo>
                  <a:pt x="108089" y="274570"/>
                </a:lnTo>
                <a:lnTo>
                  <a:pt x="108260" y="275253"/>
                </a:lnTo>
                <a:lnTo>
                  <a:pt x="106040" y="252373"/>
                </a:lnTo>
                <a:lnTo>
                  <a:pt x="106040" y="252884"/>
                </a:lnTo>
                <a:lnTo>
                  <a:pt x="103137" y="230516"/>
                </a:lnTo>
                <a:lnTo>
                  <a:pt x="103137" y="231029"/>
                </a:lnTo>
                <a:lnTo>
                  <a:pt x="102967" y="229833"/>
                </a:lnTo>
                <a:lnTo>
                  <a:pt x="132507" y="224882"/>
                </a:lnTo>
                <a:moveTo>
                  <a:pt x="139508" y="347823"/>
                </a:moveTo>
                <a:lnTo>
                  <a:pt x="137459" y="372070"/>
                </a:lnTo>
                <a:lnTo>
                  <a:pt x="134728" y="397000"/>
                </a:lnTo>
                <a:lnTo>
                  <a:pt x="131483" y="420734"/>
                </a:lnTo>
                <a:lnTo>
                  <a:pt x="128751" y="437980"/>
                </a:lnTo>
                <a:lnTo>
                  <a:pt x="99209" y="433199"/>
                </a:lnTo>
                <a:lnTo>
                  <a:pt x="101941" y="416124"/>
                </a:lnTo>
                <a:lnTo>
                  <a:pt x="101941" y="416465"/>
                </a:lnTo>
                <a:lnTo>
                  <a:pt x="105016" y="393072"/>
                </a:lnTo>
                <a:lnTo>
                  <a:pt x="105016" y="393414"/>
                </a:lnTo>
                <a:lnTo>
                  <a:pt x="107747" y="368996"/>
                </a:lnTo>
                <a:lnTo>
                  <a:pt x="107747" y="369338"/>
                </a:lnTo>
                <a:lnTo>
                  <a:pt x="109797" y="345261"/>
                </a:lnTo>
                <a:lnTo>
                  <a:pt x="139508" y="347823"/>
                </a:lnTo>
                <a:moveTo>
                  <a:pt x="122774" y="467862"/>
                </a:moveTo>
                <a:lnTo>
                  <a:pt x="118676" y="487669"/>
                </a:lnTo>
                <a:lnTo>
                  <a:pt x="107065" y="530699"/>
                </a:lnTo>
                <a:lnTo>
                  <a:pt x="98698" y="555970"/>
                </a:lnTo>
                <a:lnTo>
                  <a:pt x="70352" y="546579"/>
                </a:lnTo>
                <a:lnTo>
                  <a:pt x="78548" y="521820"/>
                </a:lnTo>
                <a:lnTo>
                  <a:pt x="78207" y="522674"/>
                </a:lnTo>
                <a:lnTo>
                  <a:pt x="89647" y="480326"/>
                </a:lnTo>
                <a:lnTo>
                  <a:pt x="89477" y="481180"/>
                </a:lnTo>
                <a:lnTo>
                  <a:pt x="93574" y="461885"/>
                </a:lnTo>
                <a:lnTo>
                  <a:pt x="122774" y="467862"/>
                </a:lnTo>
                <a:moveTo>
                  <a:pt x="88965" y="584656"/>
                </a:moveTo>
                <a:lnTo>
                  <a:pt x="84525" y="596780"/>
                </a:lnTo>
                <a:lnTo>
                  <a:pt x="75645" y="620002"/>
                </a:lnTo>
                <a:lnTo>
                  <a:pt x="65912" y="643908"/>
                </a:lnTo>
                <a:lnTo>
                  <a:pt x="55667" y="668666"/>
                </a:lnTo>
                <a:lnTo>
                  <a:pt x="28176" y="657227"/>
                </a:lnTo>
                <a:lnTo>
                  <a:pt x="38249" y="632638"/>
                </a:lnTo>
                <a:lnTo>
                  <a:pt x="47812" y="608903"/>
                </a:lnTo>
                <a:lnTo>
                  <a:pt x="47812" y="609074"/>
                </a:lnTo>
                <a:lnTo>
                  <a:pt x="56691" y="586193"/>
                </a:lnTo>
                <a:lnTo>
                  <a:pt x="56520" y="586364"/>
                </a:lnTo>
                <a:lnTo>
                  <a:pt x="60961" y="574411"/>
                </a:lnTo>
                <a:lnTo>
                  <a:pt x="88965" y="584656"/>
                </a:lnTo>
                <a:moveTo>
                  <a:pt x="43885" y="696329"/>
                </a:moveTo>
                <a:lnTo>
                  <a:pt x="43885" y="696499"/>
                </a:lnTo>
                <a:lnTo>
                  <a:pt x="16393" y="684547"/>
                </a:lnTo>
                <a:lnTo>
                  <a:pt x="16564" y="684547"/>
                </a:lnTo>
                <a:lnTo>
                  <a:pt x="43885" y="696329"/>
                </a:lnTo>
                <a:moveTo>
                  <a:pt x="134557" y="632126"/>
                </a:moveTo>
                <a:lnTo>
                  <a:pt x="18443" y="717673"/>
                </a:lnTo>
                <a:lnTo>
                  <a:pt x="1025" y="574582"/>
                </a:lnTo>
                <a:cubicBezTo>
                  <a:pt x="0" y="566385"/>
                  <a:pt x="5807" y="558873"/>
                  <a:pt x="14002" y="558019"/>
                </a:cubicBezTo>
                <a:cubicBezTo>
                  <a:pt x="22199" y="556994"/>
                  <a:pt x="29712" y="562801"/>
                  <a:pt x="30736" y="570996"/>
                </a:cubicBezTo>
                <a:lnTo>
                  <a:pt x="44909" y="688645"/>
                </a:lnTo>
                <a:lnTo>
                  <a:pt x="21345" y="678571"/>
                </a:lnTo>
                <a:lnTo>
                  <a:pt x="116798" y="608050"/>
                </a:lnTo>
                <a:cubicBezTo>
                  <a:pt x="123456" y="603268"/>
                  <a:pt x="132678" y="604634"/>
                  <a:pt x="137630" y="611294"/>
                </a:cubicBezTo>
                <a:cubicBezTo>
                  <a:pt x="142581" y="617953"/>
                  <a:pt x="141045" y="627174"/>
                  <a:pt x="134557" y="632126"/>
                </a:cubicBezTo>
              </a:path>
            </a:pathLst>
          </a:custGeom>
          <a:solidFill xmlns:a="http://schemas.openxmlformats.org/drawingml/2006/main">
            <a:srgbClr val="7F7F7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6D5B3EFE-19AC-4208-B3FC-74A2F17CEB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30e75871142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58600" y="6057900"/>
            <a:ext cx="514350" cy="1228725"/>
          </a:xfrm>
          <a:prstGeom xmlns:a="http://schemas.openxmlformats.org/drawingml/2006/main" prst="rect">
            <a:avLst/>
          </a:prstGeom>
        </p:spPr>
      </p:pic>
      <p:sp>
        <p:nvSpPr>
          <p:cNvPr id="466" name="host-source-component-24">
            <a:extLst xmlns:a="http://schemas.openxmlformats.org/drawingml/2006/main">
              <a:ext uri="{FF2B5EF4-FFF2-40B4-BE49-F238E27FC236}">
                <a16:creationId xmlns:a16="http://schemas.microsoft.com/office/drawing/2014/main" id="{5DA34995-03FD-4E6D-8CAB-D1F4AA6C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58600" y="6057900"/>
            <a:ext cx="5143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45AB9BEB-726B-4759-869F-03411A1CA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bb1846f684eaf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0044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68" name="host-source-component-25">
            <a:extLst xmlns:a="http://schemas.openxmlformats.org/drawingml/2006/main">
              <a:ext uri="{FF2B5EF4-FFF2-40B4-BE49-F238E27FC236}">
                <a16:creationId xmlns:a16="http://schemas.microsoft.com/office/drawing/2014/main" id="{2A03576B-481E-4E8B-8A7C-765D611F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044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9" name="pdf-path-466">
            <a:extLst xmlns:a="http://schemas.openxmlformats.org/drawingml/2006/main">
              <a:ext uri="{FF2B5EF4-FFF2-40B4-BE49-F238E27FC236}">
                <a16:creationId xmlns:a16="http://schemas.microsoft.com/office/drawing/2014/main" id="{BE83DBA8-E28A-4B51-A03F-14534E7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1505" y="5704072"/>
            <a:ext cx="937111" cy="820296"/>
          </a:xfrm>
          <a:custGeom xmlns:a="http://schemas.openxmlformats.org/drawingml/2006/main">
            <a:pathLst>
              <a:path w="937111" h="820296">
                <a:moveTo>
                  <a:pt x="0" y="820296"/>
                </a:moveTo>
                <a:lnTo>
                  <a:pt x="937111" y="820296"/>
                </a:lnTo>
                <a:lnTo>
                  <a:pt x="937111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pic>
        <p:nvPic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EC0E23DA-B9B4-46CD-B930-89FAC9730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b52860f3c4d04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73787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71" name="host-source-component-26">
            <a:extLst xmlns:a="http://schemas.openxmlformats.org/drawingml/2006/main">
              <a:ext uri="{FF2B5EF4-FFF2-40B4-BE49-F238E27FC236}">
                <a16:creationId xmlns:a16="http://schemas.microsoft.com/office/drawing/2014/main" id="{68CD10C4-DB3C-440C-93EA-A758149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3787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2" name="pdf-path-468">
            <a:extLst xmlns:a="http://schemas.openxmlformats.org/drawingml/2006/main">
              <a:ext uri="{FF2B5EF4-FFF2-40B4-BE49-F238E27FC236}">
                <a16:creationId xmlns:a16="http://schemas.microsoft.com/office/drawing/2014/main" id="{8B64C51A-922F-4497-8EC8-A993DF2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5250" y="5704072"/>
            <a:ext cx="937110" cy="820296"/>
          </a:xfrm>
          <a:custGeom xmlns:a="http://schemas.openxmlformats.org/drawingml/2006/main">
            <a:pathLst>
              <a:path w="937110" h="820296">
                <a:moveTo>
                  <a:pt x="0" y="820296"/>
                </a:moveTo>
                <a:lnTo>
                  <a:pt x="937110" y="820296"/>
                </a:lnTo>
                <a:lnTo>
                  <a:pt x="93711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pic>
        <p:nvPic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67A1E17-470E-4FAD-8644-002ABDADDB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ec5918d0f48c5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0324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74" name="host-source-component-27">
            <a:extLst xmlns:a="http://schemas.openxmlformats.org/drawingml/2006/main">
              <a:ext uri="{FF2B5EF4-FFF2-40B4-BE49-F238E27FC236}">
                <a16:creationId xmlns:a16="http://schemas.microsoft.com/office/drawing/2014/main" id="{12578CF7-965E-45C7-998D-DCDD54A0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324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5" name="pdf-path-470">
            <a:extLst xmlns:a="http://schemas.openxmlformats.org/drawingml/2006/main">
              <a:ext uri="{FF2B5EF4-FFF2-40B4-BE49-F238E27FC236}">
                <a16:creationId xmlns:a16="http://schemas.microsoft.com/office/drawing/2014/main" id="{385651C4-A9AA-4024-B1E3-582C7290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786" y="5704072"/>
            <a:ext cx="937110" cy="820296"/>
          </a:xfrm>
          <a:custGeom xmlns:a="http://schemas.openxmlformats.org/drawingml/2006/main">
            <a:pathLst>
              <a:path w="937110" h="820296">
                <a:moveTo>
                  <a:pt x="0" y="820296"/>
                </a:moveTo>
                <a:lnTo>
                  <a:pt x="937110" y="820296"/>
                </a:lnTo>
                <a:lnTo>
                  <a:pt x="93711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pic>
        <p:nvPic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F258B2AF-9A10-49BA-852D-C2CAF4072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984fd1bff43de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97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77" name="host-source-component-28">
            <a:extLst xmlns:a="http://schemas.openxmlformats.org/drawingml/2006/main">
              <a:ext uri="{FF2B5EF4-FFF2-40B4-BE49-F238E27FC236}">
                <a16:creationId xmlns:a16="http://schemas.microsoft.com/office/drawing/2014/main" id="{F99379EA-84AC-4A46-8F95-9B9A2A50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97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8" name="pdf-path-472">
            <a:extLst xmlns:a="http://schemas.openxmlformats.org/drawingml/2006/main">
              <a:ext uri="{FF2B5EF4-FFF2-40B4-BE49-F238E27FC236}">
                <a16:creationId xmlns:a16="http://schemas.microsoft.com/office/drawing/2014/main" id="{5475A734-4CCF-4E86-A22A-E20F314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59" y="5704072"/>
            <a:ext cx="937110" cy="820296"/>
          </a:xfrm>
          <a:custGeom xmlns:a="http://schemas.openxmlformats.org/drawingml/2006/main">
            <a:pathLst>
              <a:path w="937110" h="820296">
                <a:moveTo>
                  <a:pt x="0" y="820296"/>
                </a:moveTo>
                <a:lnTo>
                  <a:pt x="937110" y="820296"/>
                </a:lnTo>
                <a:lnTo>
                  <a:pt x="93711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pic>
        <p:nvPic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05AF96D0-9C5E-4C98-848A-8221F3F90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4006d4ba84941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98885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80" name="host-source-component-29">
            <a:extLst xmlns:a="http://schemas.openxmlformats.org/drawingml/2006/main">
              <a:ext uri="{FF2B5EF4-FFF2-40B4-BE49-F238E27FC236}">
                <a16:creationId xmlns:a16="http://schemas.microsoft.com/office/drawing/2014/main" id="{E71B9749-9690-4A7F-B9BC-C13029E5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8885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1" name="pdf-path-474">
            <a:extLst xmlns:a="http://schemas.openxmlformats.org/drawingml/2006/main">
              <a:ext uri="{FF2B5EF4-FFF2-40B4-BE49-F238E27FC236}">
                <a16:creationId xmlns:a16="http://schemas.microsoft.com/office/drawing/2014/main" id="{09EC6CEF-74BB-4748-BFC6-DFBA8A34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347" y="5704072"/>
            <a:ext cx="937110" cy="820296"/>
          </a:xfrm>
          <a:custGeom xmlns:a="http://schemas.openxmlformats.org/drawingml/2006/main">
            <a:pathLst>
              <a:path w="937110" h="820296">
                <a:moveTo>
                  <a:pt x="0" y="820296"/>
                </a:moveTo>
                <a:lnTo>
                  <a:pt x="937110" y="820296"/>
                </a:lnTo>
                <a:lnTo>
                  <a:pt x="93711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pic>
        <p:nvPic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C5111202-4B96-4435-9B7F-FB3FB644CB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a6b1d747e48fc"/>
          <a:srcRect xmlns:a="http://schemas.openxmlformats.org/drawingml/2006/main" l="404" t="0" r="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5312" y="5712609"/>
            <a:ext cx="920034" cy="803220"/>
          </a:xfrm>
          <a:prstGeom xmlns:a="http://schemas.openxmlformats.org/drawingml/2006/main" prst="rect">
            <a:avLst/>
          </a:prstGeom>
        </p:spPr>
      </p:pic>
      <p:sp>
        <p:nvSpPr>
          <p:cNvPr id="483" name="host-source-component-30">
            <a:extLst xmlns:a="http://schemas.openxmlformats.org/drawingml/2006/main">
              <a:ext uri="{FF2B5EF4-FFF2-40B4-BE49-F238E27FC236}">
                <a16:creationId xmlns:a16="http://schemas.microsoft.com/office/drawing/2014/main" id="{C2A2DBD9-A9A5-4E22-928E-B2BA995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5312" y="5712609"/>
            <a:ext cx="920034" cy="80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4" name="pdf-path-476">
            <a:extLst xmlns:a="http://schemas.openxmlformats.org/drawingml/2006/main">
              <a:ext uri="{FF2B5EF4-FFF2-40B4-BE49-F238E27FC236}">
                <a16:creationId xmlns:a16="http://schemas.microsoft.com/office/drawing/2014/main" id="{F1A7DDCB-9480-4262-9C92-0E85718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6774" y="5704072"/>
            <a:ext cx="937110" cy="820296"/>
          </a:xfrm>
          <a:custGeom xmlns:a="http://schemas.openxmlformats.org/drawingml/2006/main">
            <a:pathLst>
              <a:path w="937110" h="820296">
                <a:moveTo>
                  <a:pt x="0" y="820296"/>
                </a:moveTo>
                <a:lnTo>
                  <a:pt x="937110" y="820296"/>
                </a:lnTo>
                <a:lnTo>
                  <a:pt x="93711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DD85AA"/>
            </a:solidFill>
            <a:prstDash val="solid"/>
          </a:ln>
        </p:spPr>
      </p:sp>
      <p:sp>
        <p:nvSpPr>
          <p:cNvPr id="485" name="pdf-path-477">
            <a:extLst xmlns:a="http://schemas.openxmlformats.org/drawingml/2006/main">
              <a:ext uri="{FF2B5EF4-FFF2-40B4-BE49-F238E27FC236}">
                <a16:creationId xmlns:a16="http://schemas.microsoft.com/office/drawing/2014/main" id="{AEF0A07A-3125-48A0-BAFA-7D8E892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9664" y="5699291"/>
            <a:ext cx="1874903" cy="825759"/>
          </a:xfrm>
          <a:custGeom xmlns:a="http://schemas.openxmlformats.org/drawingml/2006/main">
            <a:pathLst>
              <a:path w="1874903" h="825759">
                <a:moveTo>
                  <a:pt x="0" y="25613"/>
                </a:moveTo>
                <a:cubicBezTo>
                  <a:pt x="0" y="11440"/>
                  <a:pt x="11441" y="0"/>
                  <a:pt x="25613" y="0"/>
                </a:cubicBezTo>
                <a:lnTo>
                  <a:pt x="1849118" y="0"/>
                </a:lnTo>
                <a:cubicBezTo>
                  <a:pt x="1863291" y="0"/>
                  <a:pt x="1874903" y="11440"/>
                  <a:pt x="1874903" y="25613"/>
                </a:cubicBezTo>
                <a:lnTo>
                  <a:pt x="1874903" y="799975"/>
                </a:lnTo>
                <a:cubicBezTo>
                  <a:pt x="1874903" y="814148"/>
                  <a:pt x="1863291" y="825759"/>
                  <a:pt x="1849118" y="825759"/>
                </a:cubicBezTo>
                <a:lnTo>
                  <a:pt x="25613" y="825759"/>
                </a:lnTo>
                <a:cubicBezTo>
                  <a:pt x="11441" y="825759"/>
                  <a:pt x="0" y="814148"/>
                  <a:pt x="0" y="799975"/>
                </a:cubicBezTo>
                <a:lnTo>
                  <a:pt x="0" y="25613"/>
                </a:lnTo>
              </a:path>
            </a:pathLst>
          </a:custGeom>
          <a:solidFill xmlns:a="http://schemas.openxmlformats.org/drawingml/2006/main">
            <a:srgbClr val="DD85A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df-path-478">
            <a:extLst xmlns:a="http://schemas.openxmlformats.org/drawingml/2006/main">
              <a:ext uri="{FF2B5EF4-FFF2-40B4-BE49-F238E27FC236}">
                <a16:creationId xmlns:a16="http://schemas.microsoft.com/office/drawing/2014/main" id="{990D89E5-17C2-4E37-8073-FB35C9D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638" y="5684435"/>
            <a:ext cx="1904785" cy="855641"/>
          </a:xfrm>
          <a:custGeom xmlns:a="http://schemas.openxmlformats.org/drawingml/2006/main">
            <a:pathLst>
              <a:path w="1904785" h="855641">
                <a:moveTo>
                  <a:pt x="171" y="39957"/>
                </a:moveTo>
                <a:lnTo>
                  <a:pt x="854" y="32272"/>
                </a:lnTo>
                <a:lnTo>
                  <a:pt x="3244" y="24760"/>
                </a:lnTo>
                <a:lnTo>
                  <a:pt x="6830" y="17929"/>
                </a:lnTo>
                <a:lnTo>
                  <a:pt x="11953" y="11783"/>
                </a:lnTo>
                <a:lnTo>
                  <a:pt x="18100" y="6830"/>
                </a:lnTo>
                <a:lnTo>
                  <a:pt x="24930" y="3074"/>
                </a:lnTo>
                <a:lnTo>
                  <a:pt x="32443" y="684"/>
                </a:lnTo>
                <a:lnTo>
                  <a:pt x="39957" y="0"/>
                </a:lnTo>
                <a:lnTo>
                  <a:pt x="1864998" y="0"/>
                </a:lnTo>
                <a:lnTo>
                  <a:pt x="1872512" y="684"/>
                </a:lnTo>
                <a:lnTo>
                  <a:pt x="1880025" y="3074"/>
                </a:lnTo>
                <a:lnTo>
                  <a:pt x="1886855" y="6830"/>
                </a:lnTo>
                <a:lnTo>
                  <a:pt x="1893003" y="11783"/>
                </a:lnTo>
                <a:lnTo>
                  <a:pt x="1898125" y="17929"/>
                </a:lnTo>
                <a:lnTo>
                  <a:pt x="1901711" y="24760"/>
                </a:lnTo>
                <a:lnTo>
                  <a:pt x="1904102" y="32272"/>
                </a:lnTo>
                <a:lnTo>
                  <a:pt x="1904785" y="39957"/>
                </a:lnTo>
                <a:lnTo>
                  <a:pt x="1904785" y="815685"/>
                </a:lnTo>
                <a:lnTo>
                  <a:pt x="1904102" y="823199"/>
                </a:lnTo>
                <a:lnTo>
                  <a:pt x="1901711" y="830711"/>
                </a:lnTo>
                <a:lnTo>
                  <a:pt x="1898125" y="837541"/>
                </a:lnTo>
                <a:lnTo>
                  <a:pt x="1893003" y="843688"/>
                </a:lnTo>
                <a:lnTo>
                  <a:pt x="1886855" y="848810"/>
                </a:lnTo>
                <a:lnTo>
                  <a:pt x="1880025" y="852397"/>
                </a:lnTo>
                <a:lnTo>
                  <a:pt x="1872512" y="854787"/>
                </a:lnTo>
                <a:lnTo>
                  <a:pt x="1864998" y="855641"/>
                </a:lnTo>
                <a:lnTo>
                  <a:pt x="39957" y="855641"/>
                </a:lnTo>
                <a:lnTo>
                  <a:pt x="32443" y="854787"/>
                </a:lnTo>
                <a:lnTo>
                  <a:pt x="24930" y="852397"/>
                </a:lnTo>
                <a:lnTo>
                  <a:pt x="18100" y="848810"/>
                </a:lnTo>
                <a:lnTo>
                  <a:pt x="11953" y="843688"/>
                </a:lnTo>
                <a:lnTo>
                  <a:pt x="6830" y="837541"/>
                </a:lnTo>
                <a:lnTo>
                  <a:pt x="3244" y="830711"/>
                </a:lnTo>
                <a:lnTo>
                  <a:pt x="854" y="823199"/>
                </a:lnTo>
                <a:lnTo>
                  <a:pt x="0" y="815685"/>
                </a:lnTo>
                <a:lnTo>
                  <a:pt x="171" y="39957"/>
                </a:lnTo>
                <a:moveTo>
                  <a:pt x="29882" y="814831"/>
                </a:moveTo>
                <a:lnTo>
                  <a:pt x="29882" y="813465"/>
                </a:lnTo>
                <a:lnTo>
                  <a:pt x="30395" y="818759"/>
                </a:lnTo>
                <a:lnTo>
                  <a:pt x="29711" y="815514"/>
                </a:lnTo>
                <a:lnTo>
                  <a:pt x="31248" y="820296"/>
                </a:lnTo>
                <a:lnTo>
                  <a:pt x="30224" y="817905"/>
                </a:lnTo>
                <a:lnTo>
                  <a:pt x="32614" y="822173"/>
                </a:lnTo>
                <a:lnTo>
                  <a:pt x="30907" y="819613"/>
                </a:lnTo>
                <a:lnTo>
                  <a:pt x="33980" y="823540"/>
                </a:lnTo>
                <a:lnTo>
                  <a:pt x="32102" y="821661"/>
                </a:lnTo>
                <a:lnTo>
                  <a:pt x="36029" y="824735"/>
                </a:lnTo>
                <a:lnTo>
                  <a:pt x="33468" y="823028"/>
                </a:lnTo>
                <a:lnTo>
                  <a:pt x="37737" y="825418"/>
                </a:lnTo>
                <a:lnTo>
                  <a:pt x="35346" y="824393"/>
                </a:lnTo>
                <a:lnTo>
                  <a:pt x="40128" y="825930"/>
                </a:lnTo>
                <a:lnTo>
                  <a:pt x="36883" y="825247"/>
                </a:lnTo>
                <a:lnTo>
                  <a:pt x="42177" y="825759"/>
                </a:lnTo>
                <a:lnTo>
                  <a:pt x="40811" y="825759"/>
                </a:lnTo>
                <a:lnTo>
                  <a:pt x="1864145" y="825759"/>
                </a:lnTo>
                <a:lnTo>
                  <a:pt x="1862779" y="825759"/>
                </a:lnTo>
                <a:lnTo>
                  <a:pt x="1867901" y="825247"/>
                </a:lnTo>
                <a:lnTo>
                  <a:pt x="1864828" y="825930"/>
                </a:lnTo>
                <a:lnTo>
                  <a:pt x="1869609" y="824393"/>
                </a:lnTo>
                <a:lnTo>
                  <a:pt x="1867218" y="825418"/>
                </a:lnTo>
                <a:lnTo>
                  <a:pt x="1871487" y="823028"/>
                </a:lnTo>
                <a:lnTo>
                  <a:pt x="1868926" y="824735"/>
                </a:lnTo>
                <a:lnTo>
                  <a:pt x="1872853" y="821661"/>
                </a:lnTo>
                <a:lnTo>
                  <a:pt x="1870975" y="823540"/>
                </a:lnTo>
                <a:lnTo>
                  <a:pt x="1874048" y="819613"/>
                </a:lnTo>
                <a:lnTo>
                  <a:pt x="1872341" y="822173"/>
                </a:lnTo>
                <a:lnTo>
                  <a:pt x="1874732" y="817905"/>
                </a:lnTo>
                <a:lnTo>
                  <a:pt x="1873707" y="820296"/>
                </a:lnTo>
                <a:lnTo>
                  <a:pt x="1875244" y="815514"/>
                </a:lnTo>
                <a:lnTo>
                  <a:pt x="1874561" y="818759"/>
                </a:lnTo>
                <a:lnTo>
                  <a:pt x="1875073" y="813465"/>
                </a:lnTo>
                <a:lnTo>
                  <a:pt x="1874902" y="814831"/>
                </a:lnTo>
                <a:lnTo>
                  <a:pt x="1874902" y="40640"/>
                </a:lnTo>
                <a:lnTo>
                  <a:pt x="1875073" y="42005"/>
                </a:lnTo>
                <a:lnTo>
                  <a:pt x="1874561" y="36883"/>
                </a:lnTo>
                <a:lnTo>
                  <a:pt x="1875244" y="39957"/>
                </a:lnTo>
                <a:lnTo>
                  <a:pt x="1873707" y="35175"/>
                </a:lnTo>
                <a:lnTo>
                  <a:pt x="1874732" y="37566"/>
                </a:lnTo>
                <a:lnTo>
                  <a:pt x="1872341" y="33298"/>
                </a:lnTo>
                <a:lnTo>
                  <a:pt x="1874048" y="35858"/>
                </a:lnTo>
                <a:lnTo>
                  <a:pt x="1870975" y="31931"/>
                </a:lnTo>
                <a:lnTo>
                  <a:pt x="1872853" y="33980"/>
                </a:lnTo>
                <a:lnTo>
                  <a:pt x="1868926" y="30736"/>
                </a:lnTo>
                <a:lnTo>
                  <a:pt x="1871487" y="32443"/>
                </a:lnTo>
                <a:lnTo>
                  <a:pt x="1867218" y="30053"/>
                </a:lnTo>
                <a:lnTo>
                  <a:pt x="1869609" y="31078"/>
                </a:lnTo>
                <a:lnTo>
                  <a:pt x="1864828" y="29541"/>
                </a:lnTo>
                <a:lnTo>
                  <a:pt x="1867901" y="30223"/>
                </a:lnTo>
                <a:lnTo>
                  <a:pt x="1862779" y="29711"/>
                </a:lnTo>
                <a:lnTo>
                  <a:pt x="1864145" y="29882"/>
                </a:lnTo>
                <a:lnTo>
                  <a:pt x="40811" y="29882"/>
                </a:lnTo>
                <a:lnTo>
                  <a:pt x="42177" y="29711"/>
                </a:lnTo>
                <a:lnTo>
                  <a:pt x="36883" y="30223"/>
                </a:lnTo>
                <a:lnTo>
                  <a:pt x="40128" y="29541"/>
                </a:lnTo>
                <a:lnTo>
                  <a:pt x="35346" y="31078"/>
                </a:lnTo>
                <a:lnTo>
                  <a:pt x="37737" y="30053"/>
                </a:lnTo>
                <a:lnTo>
                  <a:pt x="33468" y="32443"/>
                </a:lnTo>
                <a:lnTo>
                  <a:pt x="36029" y="30736"/>
                </a:lnTo>
                <a:lnTo>
                  <a:pt x="32102" y="33980"/>
                </a:lnTo>
                <a:lnTo>
                  <a:pt x="33980" y="31931"/>
                </a:lnTo>
                <a:lnTo>
                  <a:pt x="30907" y="35858"/>
                </a:lnTo>
                <a:lnTo>
                  <a:pt x="32614" y="33298"/>
                </a:lnTo>
                <a:lnTo>
                  <a:pt x="30224" y="37566"/>
                </a:lnTo>
                <a:lnTo>
                  <a:pt x="31248" y="35175"/>
                </a:lnTo>
                <a:lnTo>
                  <a:pt x="29711" y="39957"/>
                </a:lnTo>
                <a:lnTo>
                  <a:pt x="30395" y="36883"/>
                </a:lnTo>
                <a:lnTo>
                  <a:pt x="29882" y="42005"/>
                </a:lnTo>
                <a:lnTo>
                  <a:pt x="29882" y="40640"/>
                </a:lnTo>
                <a:lnTo>
                  <a:pt x="29882" y="814831"/>
                </a:lnTo>
              </a:path>
            </a:pathLst>
          </a:custGeom>
          <a:solidFill xmlns:a="http://schemas.openxmlformats.org/drawingml/2006/main">
            <a:srgbClr val="DD8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348D6AF7-0417-4645-B589-C6340B2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6382" y="5827589"/>
            <a:ext cx="700729" cy="239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4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Future</a:t>
            </a:r>
          </a:p>
        </p:txBody>
      </p:sp>
      <p:sp>
        <p:nvSpPr>
          <p:cNvPr id="488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2B658110-2A44-4EE2-91CA-AE57ABF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297" y="6056666"/>
            <a:ext cx="1207375" cy="239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8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8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81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Progression</a:t>
            </a:r>
          </a:p>
        </p:txBody>
      </p:sp>
      <p:sp>
        <p:nvSpPr>
          <p:cNvPr id="489" name="pdf-path-481">
            <a:extLst xmlns:a="http://schemas.openxmlformats.org/drawingml/2006/main">
              <a:ext uri="{FF2B5EF4-FFF2-40B4-BE49-F238E27FC236}">
                <a16:creationId xmlns:a16="http://schemas.microsoft.com/office/drawing/2014/main" id="{674BCEA2-AB1D-4441-BC89-B0C8450E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250" y="5695192"/>
            <a:ext cx="924218" cy="823710"/>
          </a:xfrm>
          <a:custGeom xmlns:a="http://schemas.openxmlformats.org/drawingml/2006/main">
            <a:pathLst>
              <a:path w="924218" h="823710">
                <a:moveTo>
                  <a:pt x="0" y="25614"/>
                </a:moveTo>
                <a:cubicBezTo>
                  <a:pt x="0" y="11441"/>
                  <a:pt x="11492" y="0"/>
                  <a:pt x="25682" y="0"/>
                </a:cubicBezTo>
                <a:lnTo>
                  <a:pt x="898434" y="0"/>
                </a:lnTo>
                <a:cubicBezTo>
                  <a:pt x="912606" y="0"/>
                  <a:pt x="924218" y="11441"/>
                  <a:pt x="924218" y="25614"/>
                </a:cubicBezTo>
                <a:lnTo>
                  <a:pt x="924218" y="797927"/>
                </a:lnTo>
                <a:cubicBezTo>
                  <a:pt x="924218" y="812099"/>
                  <a:pt x="912606" y="823710"/>
                  <a:pt x="898434" y="823710"/>
                </a:cubicBezTo>
                <a:lnTo>
                  <a:pt x="25682" y="823710"/>
                </a:lnTo>
                <a:cubicBezTo>
                  <a:pt x="11492" y="823710"/>
                  <a:pt x="0" y="812099"/>
                  <a:pt x="0" y="797927"/>
                </a:cubicBezTo>
                <a:lnTo>
                  <a:pt x="0" y="25614"/>
                </a:lnTo>
              </a:path>
            </a:pathLst>
          </a:custGeom>
          <a:solidFill xmlns:a="http://schemas.openxmlformats.org/drawingml/2006/main">
            <a:srgbClr val="00B050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df-path-482">
            <a:extLst xmlns:a="http://schemas.openxmlformats.org/drawingml/2006/main">
              <a:ext uri="{FF2B5EF4-FFF2-40B4-BE49-F238E27FC236}">
                <a16:creationId xmlns:a16="http://schemas.microsoft.com/office/drawing/2014/main" id="{D21BF833-FC56-4D0C-BC05-E01DB4BB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126" y="5676069"/>
            <a:ext cx="962467" cy="862129"/>
          </a:xfrm>
          <a:custGeom xmlns:a="http://schemas.openxmlformats.org/drawingml/2006/main">
            <a:pathLst>
              <a:path w="962467" h="862129">
                <a:moveTo>
                  <a:pt x="0" y="43713"/>
                </a:moveTo>
                <a:lnTo>
                  <a:pt x="802" y="35687"/>
                </a:lnTo>
                <a:lnTo>
                  <a:pt x="3466" y="27320"/>
                </a:lnTo>
                <a:lnTo>
                  <a:pt x="7599" y="19466"/>
                </a:lnTo>
                <a:lnTo>
                  <a:pt x="13148" y="13148"/>
                </a:lnTo>
                <a:lnTo>
                  <a:pt x="19569" y="7513"/>
                </a:lnTo>
                <a:lnTo>
                  <a:pt x="27389" y="3415"/>
                </a:lnTo>
                <a:lnTo>
                  <a:pt x="35807" y="683"/>
                </a:lnTo>
                <a:lnTo>
                  <a:pt x="43867" y="0"/>
                </a:lnTo>
                <a:lnTo>
                  <a:pt x="918583" y="0"/>
                </a:lnTo>
                <a:lnTo>
                  <a:pt x="926779" y="683"/>
                </a:lnTo>
                <a:lnTo>
                  <a:pt x="935146" y="3415"/>
                </a:lnTo>
                <a:lnTo>
                  <a:pt x="942659" y="7513"/>
                </a:lnTo>
                <a:lnTo>
                  <a:pt x="949319" y="12977"/>
                </a:lnTo>
                <a:lnTo>
                  <a:pt x="954954" y="19466"/>
                </a:lnTo>
                <a:lnTo>
                  <a:pt x="959052" y="27320"/>
                </a:lnTo>
                <a:lnTo>
                  <a:pt x="961784" y="35687"/>
                </a:lnTo>
                <a:lnTo>
                  <a:pt x="962467" y="43713"/>
                </a:lnTo>
                <a:lnTo>
                  <a:pt x="962467" y="818075"/>
                </a:lnTo>
                <a:lnTo>
                  <a:pt x="961784" y="826272"/>
                </a:lnTo>
                <a:lnTo>
                  <a:pt x="959052" y="834638"/>
                </a:lnTo>
                <a:lnTo>
                  <a:pt x="954954" y="842152"/>
                </a:lnTo>
                <a:lnTo>
                  <a:pt x="949490" y="848981"/>
                </a:lnTo>
                <a:lnTo>
                  <a:pt x="942659" y="854616"/>
                </a:lnTo>
                <a:lnTo>
                  <a:pt x="935146" y="858544"/>
                </a:lnTo>
                <a:lnTo>
                  <a:pt x="926779" y="861275"/>
                </a:lnTo>
                <a:lnTo>
                  <a:pt x="918583" y="862129"/>
                </a:lnTo>
                <a:lnTo>
                  <a:pt x="43867" y="862129"/>
                </a:lnTo>
                <a:lnTo>
                  <a:pt x="35807" y="861275"/>
                </a:lnTo>
                <a:lnTo>
                  <a:pt x="27389" y="858544"/>
                </a:lnTo>
                <a:lnTo>
                  <a:pt x="19586" y="854446"/>
                </a:lnTo>
                <a:lnTo>
                  <a:pt x="13029" y="848810"/>
                </a:lnTo>
                <a:lnTo>
                  <a:pt x="7530" y="842152"/>
                </a:lnTo>
                <a:lnTo>
                  <a:pt x="3501" y="834638"/>
                </a:lnTo>
                <a:lnTo>
                  <a:pt x="802" y="826272"/>
                </a:lnTo>
                <a:lnTo>
                  <a:pt x="0" y="818075"/>
                </a:lnTo>
                <a:lnTo>
                  <a:pt x="0" y="43713"/>
                </a:lnTo>
                <a:moveTo>
                  <a:pt x="38420" y="817051"/>
                </a:moveTo>
                <a:lnTo>
                  <a:pt x="38335" y="815172"/>
                </a:lnTo>
                <a:lnTo>
                  <a:pt x="38847" y="820466"/>
                </a:lnTo>
                <a:lnTo>
                  <a:pt x="37993" y="816368"/>
                </a:lnTo>
                <a:lnTo>
                  <a:pt x="39530" y="821149"/>
                </a:lnTo>
                <a:lnTo>
                  <a:pt x="38232" y="818075"/>
                </a:lnTo>
                <a:lnTo>
                  <a:pt x="40537" y="822515"/>
                </a:lnTo>
                <a:lnTo>
                  <a:pt x="38318" y="819100"/>
                </a:lnTo>
                <a:lnTo>
                  <a:pt x="41528" y="823027"/>
                </a:lnTo>
                <a:lnTo>
                  <a:pt x="39308" y="820807"/>
                </a:lnTo>
                <a:lnTo>
                  <a:pt x="43014" y="823881"/>
                </a:lnTo>
                <a:lnTo>
                  <a:pt x="39462" y="821490"/>
                </a:lnTo>
                <a:lnTo>
                  <a:pt x="43816" y="823881"/>
                </a:lnTo>
                <a:lnTo>
                  <a:pt x="40623" y="822515"/>
                </a:lnTo>
                <a:lnTo>
                  <a:pt x="45489" y="824051"/>
                </a:lnTo>
                <a:lnTo>
                  <a:pt x="41613" y="823198"/>
                </a:lnTo>
                <a:lnTo>
                  <a:pt x="46736" y="823710"/>
                </a:lnTo>
                <a:lnTo>
                  <a:pt x="44823" y="823710"/>
                </a:lnTo>
                <a:lnTo>
                  <a:pt x="917558" y="823710"/>
                </a:lnTo>
                <a:lnTo>
                  <a:pt x="915680" y="823710"/>
                </a:lnTo>
                <a:lnTo>
                  <a:pt x="920973" y="823198"/>
                </a:lnTo>
                <a:lnTo>
                  <a:pt x="916875" y="824051"/>
                </a:lnTo>
                <a:lnTo>
                  <a:pt x="921656" y="822515"/>
                </a:lnTo>
                <a:lnTo>
                  <a:pt x="918583" y="823881"/>
                </a:lnTo>
                <a:lnTo>
                  <a:pt x="923023" y="821490"/>
                </a:lnTo>
                <a:lnTo>
                  <a:pt x="919607" y="823710"/>
                </a:lnTo>
                <a:lnTo>
                  <a:pt x="923534" y="820466"/>
                </a:lnTo>
                <a:lnTo>
                  <a:pt x="920973" y="823027"/>
                </a:lnTo>
                <a:lnTo>
                  <a:pt x="924217" y="819100"/>
                </a:lnTo>
                <a:lnTo>
                  <a:pt x="921998" y="822515"/>
                </a:lnTo>
                <a:lnTo>
                  <a:pt x="924388" y="818075"/>
                </a:lnTo>
                <a:lnTo>
                  <a:pt x="923023" y="821149"/>
                </a:lnTo>
                <a:lnTo>
                  <a:pt x="924559" y="816368"/>
                </a:lnTo>
                <a:lnTo>
                  <a:pt x="923705" y="820466"/>
                </a:lnTo>
                <a:lnTo>
                  <a:pt x="924217" y="815172"/>
                </a:lnTo>
                <a:lnTo>
                  <a:pt x="924047" y="817051"/>
                </a:lnTo>
                <a:lnTo>
                  <a:pt x="924047" y="44737"/>
                </a:lnTo>
                <a:lnTo>
                  <a:pt x="924217" y="46616"/>
                </a:lnTo>
                <a:lnTo>
                  <a:pt x="923705" y="41493"/>
                </a:lnTo>
                <a:lnTo>
                  <a:pt x="924559" y="45420"/>
                </a:lnTo>
                <a:lnTo>
                  <a:pt x="923023" y="40468"/>
                </a:lnTo>
                <a:lnTo>
                  <a:pt x="924388" y="43713"/>
                </a:lnTo>
                <a:lnTo>
                  <a:pt x="921998" y="39444"/>
                </a:lnTo>
                <a:lnTo>
                  <a:pt x="924388" y="43030"/>
                </a:lnTo>
                <a:lnTo>
                  <a:pt x="921315" y="39273"/>
                </a:lnTo>
                <a:lnTo>
                  <a:pt x="923534" y="41493"/>
                </a:lnTo>
                <a:lnTo>
                  <a:pt x="919607" y="38249"/>
                </a:lnTo>
                <a:lnTo>
                  <a:pt x="923023" y="40468"/>
                </a:lnTo>
                <a:lnTo>
                  <a:pt x="918583" y="38249"/>
                </a:lnTo>
                <a:lnTo>
                  <a:pt x="921656" y="39444"/>
                </a:lnTo>
                <a:lnTo>
                  <a:pt x="916875" y="37908"/>
                </a:lnTo>
                <a:lnTo>
                  <a:pt x="920973" y="38760"/>
                </a:lnTo>
                <a:lnTo>
                  <a:pt x="915680" y="38249"/>
                </a:lnTo>
                <a:lnTo>
                  <a:pt x="917558" y="38419"/>
                </a:lnTo>
                <a:lnTo>
                  <a:pt x="44823" y="38419"/>
                </a:lnTo>
                <a:lnTo>
                  <a:pt x="46736" y="38249"/>
                </a:lnTo>
                <a:lnTo>
                  <a:pt x="41613" y="38760"/>
                </a:lnTo>
                <a:lnTo>
                  <a:pt x="45489" y="37908"/>
                </a:lnTo>
                <a:lnTo>
                  <a:pt x="40623" y="39444"/>
                </a:lnTo>
                <a:lnTo>
                  <a:pt x="43816" y="38249"/>
                </a:lnTo>
                <a:lnTo>
                  <a:pt x="39462" y="40468"/>
                </a:lnTo>
                <a:lnTo>
                  <a:pt x="43031" y="38078"/>
                </a:lnTo>
                <a:lnTo>
                  <a:pt x="39308" y="41322"/>
                </a:lnTo>
                <a:lnTo>
                  <a:pt x="41323" y="39273"/>
                </a:lnTo>
                <a:lnTo>
                  <a:pt x="38113" y="43030"/>
                </a:lnTo>
                <a:lnTo>
                  <a:pt x="40537" y="39444"/>
                </a:lnTo>
                <a:lnTo>
                  <a:pt x="38232" y="43713"/>
                </a:lnTo>
                <a:lnTo>
                  <a:pt x="39581" y="40468"/>
                </a:lnTo>
                <a:lnTo>
                  <a:pt x="38044" y="45420"/>
                </a:lnTo>
                <a:lnTo>
                  <a:pt x="38830" y="41493"/>
                </a:lnTo>
                <a:lnTo>
                  <a:pt x="38318" y="46616"/>
                </a:lnTo>
                <a:lnTo>
                  <a:pt x="38420" y="44737"/>
                </a:lnTo>
                <a:lnTo>
                  <a:pt x="38420" y="817051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pdf-path-483">
            <a:extLst xmlns:a="http://schemas.openxmlformats.org/drawingml/2006/main">
              <a:ext uri="{FF2B5EF4-FFF2-40B4-BE49-F238E27FC236}">
                <a16:creationId xmlns:a16="http://schemas.microsoft.com/office/drawing/2014/main" id="{1F2D7918-EE57-4E08-9E03-119A1CD2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414" y="6014671"/>
            <a:ext cx="171439" cy="215831"/>
          </a:xfrm>
          <a:custGeom xmlns:a="http://schemas.openxmlformats.org/drawingml/2006/main">
            <a:pathLst>
              <a:path w="171439" h="215831">
                <a:moveTo>
                  <a:pt x="117309" y="22027"/>
                </a:moveTo>
                <a:cubicBezTo>
                  <a:pt x="110821" y="22027"/>
                  <a:pt x="103990" y="25271"/>
                  <a:pt x="97160" y="31760"/>
                </a:cubicBezTo>
                <a:cubicBezTo>
                  <a:pt x="90330" y="38248"/>
                  <a:pt x="84866" y="45761"/>
                  <a:pt x="80768" y="54298"/>
                </a:cubicBezTo>
                <a:cubicBezTo>
                  <a:pt x="76669" y="62666"/>
                  <a:pt x="72913" y="74790"/>
                  <a:pt x="69498" y="90157"/>
                </a:cubicBezTo>
                <a:lnTo>
                  <a:pt x="68302" y="95792"/>
                </a:lnTo>
                <a:cubicBezTo>
                  <a:pt x="66595" y="103134"/>
                  <a:pt x="65912" y="110477"/>
                  <a:pt x="65912" y="117478"/>
                </a:cubicBezTo>
                <a:cubicBezTo>
                  <a:pt x="65912" y="124819"/>
                  <a:pt x="67107" y="130113"/>
                  <a:pt x="69498" y="133358"/>
                </a:cubicBezTo>
                <a:cubicBezTo>
                  <a:pt x="72059" y="136431"/>
                  <a:pt x="76157" y="138138"/>
                  <a:pt x="81963" y="138138"/>
                </a:cubicBezTo>
                <a:cubicBezTo>
                  <a:pt x="86915" y="138138"/>
                  <a:pt x="91525" y="136943"/>
                  <a:pt x="95623" y="134723"/>
                </a:cubicBezTo>
                <a:cubicBezTo>
                  <a:pt x="99722" y="132503"/>
                  <a:pt x="103649" y="128747"/>
                  <a:pt x="107235" y="123624"/>
                </a:cubicBezTo>
                <a:cubicBezTo>
                  <a:pt x="110821" y="118672"/>
                  <a:pt x="114407" y="112014"/>
                  <a:pt x="117822" y="103987"/>
                </a:cubicBezTo>
                <a:cubicBezTo>
                  <a:pt x="121408" y="95963"/>
                  <a:pt x="124311" y="86229"/>
                  <a:pt x="126872" y="75131"/>
                </a:cubicBezTo>
                <a:cubicBezTo>
                  <a:pt x="129262" y="63861"/>
                  <a:pt x="130629" y="53446"/>
                  <a:pt x="130629" y="43883"/>
                </a:cubicBezTo>
                <a:cubicBezTo>
                  <a:pt x="130629" y="36540"/>
                  <a:pt x="129433" y="30905"/>
                  <a:pt x="127384" y="27491"/>
                </a:cubicBezTo>
                <a:cubicBezTo>
                  <a:pt x="125164" y="23904"/>
                  <a:pt x="121920" y="22027"/>
                  <a:pt x="117309" y="22027"/>
                </a:cubicBezTo>
                <a:moveTo>
                  <a:pt x="51227" y="0"/>
                </a:moveTo>
                <a:cubicBezTo>
                  <a:pt x="59423" y="0"/>
                  <a:pt x="66083" y="2390"/>
                  <a:pt x="71035" y="7001"/>
                </a:cubicBezTo>
                <a:cubicBezTo>
                  <a:pt x="75986" y="11610"/>
                  <a:pt x="78548" y="17758"/>
                  <a:pt x="78548" y="25441"/>
                </a:cubicBezTo>
                <a:cubicBezTo>
                  <a:pt x="78548" y="27832"/>
                  <a:pt x="78206" y="30222"/>
                  <a:pt x="77523" y="32613"/>
                </a:cubicBezTo>
                <a:lnTo>
                  <a:pt x="79060" y="33809"/>
                </a:lnTo>
                <a:cubicBezTo>
                  <a:pt x="88281" y="22027"/>
                  <a:pt x="97160" y="13489"/>
                  <a:pt x="105869" y="8195"/>
                </a:cubicBezTo>
                <a:cubicBezTo>
                  <a:pt x="114407" y="2731"/>
                  <a:pt x="124311" y="0"/>
                  <a:pt x="135580" y="0"/>
                </a:cubicBezTo>
                <a:cubicBezTo>
                  <a:pt x="147021" y="0"/>
                  <a:pt x="155729" y="4097"/>
                  <a:pt x="162047" y="12294"/>
                </a:cubicBezTo>
                <a:cubicBezTo>
                  <a:pt x="168195" y="20489"/>
                  <a:pt x="171439" y="32442"/>
                  <a:pt x="171439" y="47981"/>
                </a:cubicBezTo>
                <a:cubicBezTo>
                  <a:pt x="171439" y="61470"/>
                  <a:pt x="169390" y="74790"/>
                  <a:pt x="165463" y="88107"/>
                </a:cubicBezTo>
                <a:cubicBezTo>
                  <a:pt x="161706" y="101427"/>
                  <a:pt x="156071" y="112867"/>
                  <a:pt x="148729" y="122600"/>
                </a:cubicBezTo>
                <a:cubicBezTo>
                  <a:pt x="141386" y="132161"/>
                  <a:pt x="132165" y="139846"/>
                  <a:pt x="121237" y="145310"/>
                </a:cubicBezTo>
                <a:cubicBezTo>
                  <a:pt x="110138" y="150945"/>
                  <a:pt x="97672" y="153676"/>
                  <a:pt x="83670" y="153676"/>
                </a:cubicBezTo>
                <a:cubicBezTo>
                  <a:pt x="74791" y="153676"/>
                  <a:pt x="66254" y="152140"/>
                  <a:pt x="57886" y="149066"/>
                </a:cubicBezTo>
                <a:lnTo>
                  <a:pt x="52251" y="175704"/>
                </a:lnTo>
                <a:cubicBezTo>
                  <a:pt x="51398" y="180142"/>
                  <a:pt x="50715" y="183558"/>
                  <a:pt x="50202" y="186119"/>
                </a:cubicBezTo>
                <a:cubicBezTo>
                  <a:pt x="49861" y="188511"/>
                  <a:pt x="49690" y="190731"/>
                  <a:pt x="49690" y="192949"/>
                </a:cubicBezTo>
                <a:cubicBezTo>
                  <a:pt x="49690" y="197219"/>
                  <a:pt x="50715" y="200292"/>
                  <a:pt x="53105" y="202170"/>
                </a:cubicBezTo>
                <a:cubicBezTo>
                  <a:pt x="55325" y="204049"/>
                  <a:pt x="59252" y="205414"/>
                  <a:pt x="64716" y="205927"/>
                </a:cubicBezTo>
                <a:lnTo>
                  <a:pt x="63009" y="215831"/>
                </a:lnTo>
                <a:lnTo>
                  <a:pt x="512" y="215831"/>
                </a:lnTo>
                <a:lnTo>
                  <a:pt x="38591" y="46956"/>
                </a:lnTo>
                <a:cubicBezTo>
                  <a:pt x="40127" y="40297"/>
                  <a:pt x="40811" y="35346"/>
                  <a:pt x="40811" y="32102"/>
                </a:cubicBezTo>
                <a:cubicBezTo>
                  <a:pt x="40811" y="28857"/>
                  <a:pt x="40298" y="26295"/>
                  <a:pt x="39103" y="24588"/>
                </a:cubicBezTo>
                <a:cubicBezTo>
                  <a:pt x="38079" y="22710"/>
                  <a:pt x="36201" y="21856"/>
                  <a:pt x="33468" y="21856"/>
                </a:cubicBezTo>
                <a:cubicBezTo>
                  <a:pt x="30395" y="21856"/>
                  <a:pt x="26980" y="23222"/>
                  <a:pt x="23394" y="25954"/>
                </a:cubicBezTo>
                <a:cubicBezTo>
                  <a:pt x="19808" y="28857"/>
                  <a:pt x="15539" y="32954"/>
                  <a:pt x="10758" y="38419"/>
                </a:cubicBezTo>
                <a:lnTo>
                  <a:pt x="0" y="27661"/>
                </a:lnTo>
                <a:cubicBezTo>
                  <a:pt x="10075" y="17416"/>
                  <a:pt x="18954" y="10245"/>
                  <a:pt x="26638" y="6147"/>
                </a:cubicBezTo>
                <a:cubicBezTo>
                  <a:pt x="34322" y="2048"/>
                  <a:pt x="42518" y="0"/>
                  <a:pt x="5122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09A5A2A-7CDD-4FAF-B4DC-CCF18EADAB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632b55e9984657"/>
          <a:srcRect xmlns:a="http://schemas.openxmlformats.org/drawingml/2006/main" l="0" t="138" r="0" b="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2526" y="1032626"/>
            <a:ext cx="870856" cy="696670"/>
          </a:xfrm>
          <a:prstGeom xmlns:a="http://schemas.openxmlformats.org/drawingml/2006/main" prst="rect">
            <a:avLst/>
          </a:prstGeom>
        </p:spPr>
      </p:pic>
      <p:sp>
        <p:nvSpPr>
          <p:cNvPr id="493" name="host-source-component-31">
            <a:extLst xmlns:a="http://schemas.openxmlformats.org/drawingml/2006/main">
              <a:ext uri="{FF2B5EF4-FFF2-40B4-BE49-F238E27FC236}">
                <a16:creationId xmlns:a16="http://schemas.microsoft.com/office/drawing/2014/main" id="{A0147AEE-E26C-4731-9D66-12C9CBA9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2526" y="1032626"/>
            <a:ext cx="87085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304401D7-FC77-4D39-9B85-8BB12F2F9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cba2bb0cb4b1f"/>
          <a:srcRect xmlns:a="http://schemas.openxmlformats.org/drawingml/2006/main" l="0" t="138" r="0" b="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925" y="1032626"/>
            <a:ext cx="870856" cy="696670"/>
          </a:xfrm>
          <a:prstGeom xmlns:a="http://schemas.openxmlformats.org/drawingml/2006/main" prst="rect">
            <a:avLst/>
          </a:prstGeom>
        </p:spPr>
      </p:pic>
      <p:sp>
        <p:nvSpPr>
          <p:cNvPr id="495" name="host-source-component-32">
            <a:extLst xmlns:a="http://schemas.openxmlformats.org/drawingml/2006/main">
              <a:ext uri="{FF2B5EF4-FFF2-40B4-BE49-F238E27FC236}">
                <a16:creationId xmlns:a16="http://schemas.microsoft.com/office/drawing/2014/main" id="{6C18B878-CD01-4406-BB73-8EE330D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925" y="1032626"/>
            <a:ext cx="87085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B0A10CFC-8D80-41FC-8FD1-67E103E85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8639be0a84b4d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155" y="1032626"/>
            <a:ext cx="1286818" cy="696670"/>
          </a:xfrm>
          <a:prstGeom xmlns:a="http://schemas.openxmlformats.org/drawingml/2006/main" prst="rect">
            <a:avLst/>
          </a:prstGeom>
        </p:spPr>
      </p:pic>
      <p:sp>
        <p:nvSpPr>
          <p:cNvPr id="497" name="host-source-component-33">
            <a:extLst xmlns:a="http://schemas.openxmlformats.org/drawingml/2006/main">
              <a:ext uri="{FF2B5EF4-FFF2-40B4-BE49-F238E27FC236}">
                <a16:creationId xmlns:a16="http://schemas.microsoft.com/office/drawing/2014/main" id="{54F1D613-1646-4603-910B-B78D7D4F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155" y="1032626"/>
            <a:ext cx="1286818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6C566B16-6903-4BD9-B8F5-CEDC32B3D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b1037d9914d9b"/>
          <a:srcRect xmlns:a="http://schemas.openxmlformats.org/drawingml/2006/main" l="0" t="138" r="0" b="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5768" y="1032626"/>
            <a:ext cx="870856" cy="696670"/>
          </a:xfrm>
          <a:prstGeom xmlns:a="http://schemas.openxmlformats.org/drawingml/2006/main" prst="rect">
            <a:avLst/>
          </a:prstGeom>
        </p:spPr>
      </p:pic>
      <p:sp>
        <p:nvSpPr>
          <p:cNvPr id="499" name="host-source-component-34">
            <a:extLst xmlns:a="http://schemas.openxmlformats.org/drawingml/2006/main">
              <a:ext uri="{FF2B5EF4-FFF2-40B4-BE49-F238E27FC236}">
                <a16:creationId xmlns:a16="http://schemas.microsoft.com/office/drawing/2014/main" id="{4463B041-5818-465B-8CF3-D3D57B45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768" y="1032626"/>
            <a:ext cx="87085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52323123-8620-407A-A2CC-050E4C7EB0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7fee32d52487c"/>
          <a:srcRect xmlns:a="http://schemas.openxmlformats.org/drawingml/2006/main" l="290" t="0" r="2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5872" y="1032626"/>
            <a:ext cx="872906" cy="696670"/>
          </a:xfrm>
          <a:prstGeom xmlns:a="http://schemas.openxmlformats.org/drawingml/2006/main" prst="rect">
            <a:avLst/>
          </a:prstGeom>
        </p:spPr>
      </p:pic>
      <p:sp>
        <p:nvSpPr>
          <p:cNvPr id="501" name="host-source-component-35">
            <a:extLst xmlns:a="http://schemas.openxmlformats.org/drawingml/2006/main">
              <a:ext uri="{FF2B5EF4-FFF2-40B4-BE49-F238E27FC236}">
                <a16:creationId xmlns:a16="http://schemas.microsoft.com/office/drawing/2014/main" id="{C55AB768-B463-4A25-81D5-B7C227CC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5872" y="1032626"/>
            <a:ext cx="87290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3CA0180C-B585-4032-8E27-EE1818E63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d1ef7a5504e82"/>
          <a:srcRect xmlns:a="http://schemas.openxmlformats.org/drawingml/2006/main" l="0" t="138" r="0" b="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9285" y="1032626"/>
            <a:ext cx="870856" cy="696670"/>
          </a:xfrm>
          <a:prstGeom xmlns:a="http://schemas.openxmlformats.org/drawingml/2006/main" prst="rect">
            <a:avLst/>
          </a:prstGeom>
        </p:spPr>
      </p:pic>
      <p:sp>
        <p:nvSpPr>
          <p:cNvPr id="503" name="host-source-component-36">
            <a:extLst xmlns:a="http://schemas.openxmlformats.org/drawingml/2006/main">
              <a:ext uri="{FF2B5EF4-FFF2-40B4-BE49-F238E27FC236}">
                <a16:creationId xmlns:a16="http://schemas.microsoft.com/office/drawing/2014/main" id="{DE4EE4AD-26DC-409E-8E93-3E5B035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85" y="1032626"/>
            <a:ext cx="87085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4" name="pdf-path-490">
            <a:extLst xmlns:a="http://schemas.openxmlformats.org/drawingml/2006/main">
              <a:ext uri="{FF2B5EF4-FFF2-40B4-BE49-F238E27FC236}">
                <a16:creationId xmlns:a16="http://schemas.microsoft.com/office/drawing/2014/main" id="{C6B5C7D3-F447-46E1-A468-25AC9B04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155" y="1032625"/>
            <a:ext cx="1286818" cy="694621"/>
          </a:xfrm>
          <a:custGeom xmlns:a="http://schemas.openxmlformats.org/drawingml/2006/main">
            <a:pathLst>
              <a:path w="1286818" h="694621">
                <a:moveTo>
                  <a:pt x="0" y="694621"/>
                </a:moveTo>
                <a:lnTo>
                  <a:pt x="1286818" y="694621"/>
                </a:lnTo>
                <a:lnTo>
                  <a:pt x="128681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FF61E97F-AF26-4C33-8F6C-0F6DE0ED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5" y="1257543"/>
            <a:ext cx="948863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6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6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6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506" name="pdf-path-492">
            <a:extLst xmlns:a="http://schemas.openxmlformats.org/drawingml/2006/main">
              <a:ext uri="{FF2B5EF4-FFF2-40B4-BE49-F238E27FC236}">
                <a16:creationId xmlns:a16="http://schemas.microsoft.com/office/drawing/2014/main" id="{14DD862C-5F0C-4F36-BC9C-3B21D66D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52" y="598163"/>
            <a:ext cx="1276573" cy="434292"/>
          </a:xfrm>
          <a:custGeom xmlns:a="http://schemas.openxmlformats.org/drawingml/2006/main">
            <a:pathLst>
              <a:path w="1276573" h="434292">
                <a:moveTo>
                  <a:pt x="0" y="434292"/>
                </a:moveTo>
                <a:lnTo>
                  <a:pt x="1276573" y="434292"/>
                </a:lnTo>
                <a:lnTo>
                  <a:pt x="12765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07" name="pdf-path-494">
            <a:extLst xmlns:a="http://schemas.openxmlformats.org/drawingml/2006/main">
              <a:ext uri="{FF2B5EF4-FFF2-40B4-BE49-F238E27FC236}">
                <a16:creationId xmlns:a16="http://schemas.microsoft.com/office/drawing/2014/main" id="{D3DDC2AB-F8E2-4065-9C79-AEB17780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8925" y="598231"/>
            <a:ext cx="870856" cy="434394"/>
          </a:xfrm>
          <a:custGeom xmlns:a="http://schemas.openxmlformats.org/drawingml/2006/main">
            <a:pathLst>
              <a:path w="870856" h="434394">
                <a:moveTo>
                  <a:pt x="0" y="434394"/>
                </a:moveTo>
                <a:lnTo>
                  <a:pt x="870856" y="434394"/>
                </a:lnTo>
                <a:lnTo>
                  <a:pt x="87085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08" name="pdf-path-496">
            <a:extLst xmlns:a="http://schemas.openxmlformats.org/drawingml/2006/main">
              <a:ext uri="{FF2B5EF4-FFF2-40B4-BE49-F238E27FC236}">
                <a16:creationId xmlns:a16="http://schemas.microsoft.com/office/drawing/2014/main" id="{5736B994-53CC-4F2F-AE19-74DD98B1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5768" y="598231"/>
            <a:ext cx="870856" cy="434394"/>
          </a:xfrm>
          <a:custGeom xmlns:a="http://schemas.openxmlformats.org/drawingml/2006/main">
            <a:pathLst>
              <a:path w="870856" h="434394">
                <a:moveTo>
                  <a:pt x="0" y="434394"/>
                </a:moveTo>
                <a:lnTo>
                  <a:pt x="870856" y="434394"/>
                </a:lnTo>
                <a:lnTo>
                  <a:pt x="87085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09" name="pdf-path-498">
            <a:extLst xmlns:a="http://schemas.openxmlformats.org/drawingml/2006/main">
              <a:ext uri="{FF2B5EF4-FFF2-40B4-BE49-F238E27FC236}">
                <a16:creationId xmlns:a16="http://schemas.microsoft.com/office/drawing/2014/main" id="{E4BF3B32-FEE0-438D-B829-CEFBC1A8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2526" y="598231"/>
            <a:ext cx="870856" cy="434394"/>
          </a:xfrm>
          <a:custGeom xmlns:a="http://schemas.openxmlformats.org/drawingml/2006/main">
            <a:pathLst>
              <a:path w="870856" h="434394">
                <a:moveTo>
                  <a:pt x="0" y="434394"/>
                </a:moveTo>
                <a:lnTo>
                  <a:pt x="870856" y="434394"/>
                </a:lnTo>
                <a:lnTo>
                  <a:pt x="87085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10" name="pdf-path-500">
            <a:extLst xmlns:a="http://schemas.openxmlformats.org/drawingml/2006/main">
              <a:ext uri="{FF2B5EF4-FFF2-40B4-BE49-F238E27FC236}">
                <a16:creationId xmlns:a16="http://schemas.microsoft.com/office/drawing/2014/main" id="{E9CA79F9-179F-4EDB-9CDE-56122CA9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9285" y="598231"/>
            <a:ext cx="870856" cy="434394"/>
          </a:xfrm>
          <a:custGeom xmlns:a="http://schemas.openxmlformats.org/drawingml/2006/main">
            <a:pathLst>
              <a:path w="870856" h="434394">
                <a:moveTo>
                  <a:pt x="0" y="434394"/>
                </a:moveTo>
                <a:lnTo>
                  <a:pt x="870856" y="434394"/>
                </a:lnTo>
                <a:lnTo>
                  <a:pt x="87085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11" name="pdf-path-502">
            <a:extLst xmlns:a="http://schemas.openxmlformats.org/drawingml/2006/main">
              <a:ext uri="{FF2B5EF4-FFF2-40B4-BE49-F238E27FC236}">
                <a16:creationId xmlns:a16="http://schemas.microsoft.com/office/drawing/2014/main" id="{5C34665C-7DA4-4DE4-8DD9-AF132D4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6043" y="598231"/>
            <a:ext cx="872906" cy="434394"/>
          </a:xfrm>
          <a:custGeom xmlns:a="http://schemas.openxmlformats.org/drawingml/2006/main">
            <a:pathLst>
              <a:path w="872906" h="434394">
                <a:moveTo>
                  <a:pt x="0" y="434394"/>
                </a:moveTo>
                <a:lnTo>
                  <a:pt x="872906" y="434394"/>
                </a:lnTo>
                <a:lnTo>
                  <a:pt x="8729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0000"/>
            </a:srgbClr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512" name="pdf-path-504">
            <a:extLst xmlns:a="http://schemas.openxmlformats.org/drawingml/2006/main">
              <a:ext uri="{FF2B5EF4-FFF2-40B4-BE49-F238E27FC236}">
                <a16:creationId xmlns:a16="http://schemas.microsoft.com/office/drawing/2014/main" id="{35A83644-B3EC-4227-B2AF-F20C3616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5355" y="1037748"/>
            <a:ext cx="883150" cy="696670"/>
          </a:xfrm>
          <a:custGeom xmlns:a="http://schemas.openxmlformats.org/drawingml/2006/main">
            <a:pathLst>
              <a:path w="883150" h="696670">
                <a:moveTo>
                  <a:pt x="0" y="21685"/>
                </a:moveTo>
                <a:cubicBezTo>
                  <a:pt x="0" y="9732"/>
                  <a:pt x="9562" y="0"/>
                  <a:pt x="21686" y="0"/>
                </a:cubicBezTo>
                <a:lnTo>
                  <a:pt x="861294" y="0"/>
                </a:lnTo>
                <a:cubicBezTo>
                  <a:pt x="873418" y="0"/>
                  <a:pt x="883150" y="9732"/>
                  <a:pt x="883150" y="21685"/>
                </a:cubicBezTo>
                <a:lnTo>
                  <a:pt x="883150" y="674813"/>
                </a:lnTo>
                <a:cubicBezTo>
                  <a:pt x="883150" y="686937"/>
                  <a:pt x="873418" y="696670"/>
                  <a:pt x="861294" y="696670"/>
                </a:cubicBezTo>
                <a:lnTo>
                  <a:pt x="21686" y="696670"/>
                </a:lnTo>
                <a:cubicBezTo>
                  <a:pt x="9562" y="696670"/>
                  <a:pt x="0" y="686937"/>
                  <a:pt x="0" y="674813"/>
                </a:cubicBezTo>
                <a:lnTo>
                  <a:pt x="0" y="21685"/>
                </a:lnTo>
              </a:path>
            </a:pathLst>
          </a:custGeom>
          <a:solidFill xmlns:a="http://schemas.openxmlformats.org/drawingml/2006/main">
            <a:srgbClr val="62AC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df-path-505">
            <a:extLst xmlns:a="http://schemas.openxmlformats.org/drawingml/2006/main">
              <a:ext uri="{FF2B5EF4-FFF2-40B4-BE49-F238E27FC236}">
                <a16:creationId xmlns:a16="http://schemas.microsoft.com/office/drawing/2014/main" id="{491852FB-C5FB-45BE-A7AF-3837F47E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059" y="1018623"/>
            <a:ext cx="921571" cy="735090"/>
          </a:xfrm>
          <a:custGeom xmlns:a="http://schemas.openxmlformats.org/drawingml/2006/main">
            <a:pathLst>
              <a:path w="921571" h="735090">
                <a:moveTo>
                  <a:pt x="0" y="39957"/>
                </a:moveTo>
                <a:lnTo>
                  <a:pt x="683" y="32614"/>
                </a:lnTo>
                <a:lnTo>
                  <a:pt x="3586" y="23735"/>
                </a:lnTo>
                <a:lnTo>
                  <a:pt x="11953" y="11782"/>
                </a:lnTo>
                <a:lnTo>
                  <a:pt x="23906" y="3416"/>
                </a:lnTo>
                <a:lnTo>
                  <a:pt x="32785" y="513"/>
                </a:lnTo>
                <a:lnTo>
                  <a:pt x="40128" y="0"/>
                </a:lnTo>
                <a:lnTo>
                  <a:pt x="881443" y="0"/>
                </a:lnTo>
                <a:lnTo>
                  <a:pt x="888786" y="513"/>
                </a:lnTo>
                <a:lnTo>
                  <a:pt x="897665" y="3416"/>
                </a:lnTo>
                <a:lnTo>
                  <a:pt x="909789" y="11612"/>
                </a:lnTo>
                <a:lnTo>
                  <a:pt x="918156" y="23735"/>
                </a:lnTo>
                <a:lnTo>
                  <a:pt x="921059" y="32614"/>
                </a:lnTo>
                <a:lnTo>
                  <a:pt x="921571" y="39957"/>
                </a:lnTo>
                <a:lnTo>
                  <a:pt x="921571" y="694963"/>
                </a:lnTo>
                <a:lnTo>
                  <a:pt x="921059" y="702136"/>
                </a:lnTo>
                <a:lnTo>
                  <a:pt x="918327" y="711014"/>
                </a:lnTo>
                <a:lnTo>
                  <a:pt x="909789" y="723309"/>
                </a:lnTo>
                <a:lnTo>
                  <a:pt x="897665" y="731675"/>
                </a:lnTo>
                <a:lnTo>
                  <a:pt x="888786" y="734407"/>
                </a:lnTo>
                <a:lnTo>
                  <a:pt x="881443" y="735090"/>
                </a:lnTo>
                <a:lnTo>
                  <a:pt x="40128" y="735090"/>
                </a:lnTo>
                <a:lnTo>
                  <a:pt x="32785" y="734407"/>
                </a:lnTo>
                <a:lnTo>
                  <a:pt x="23906" y="731675"/>
                </a:lnTo>
                <a:lnTo>
                  <a:pt x="11782" y="723138"/>
                </a:lnTo>
                <a:lnTo>
                  <a:pt x="3415" y="711014"/>
                </a:lnTo>
                <a:lnTo>
                  <a:pt x="683" y="702136"/>
                </a:lnTo>
                <a:lnTo>
                  <a:pt x="0" y="694963"/>
                </a:lnTo>
                <a:lnTo>
                  <a:pt x="0" y="39957"/>
                </a:lnTo>
                <a:moveTo>
                  <a:pt x="38420" y="694110"/>
                </a:moveTo>
                <a:lnTo>
                  <a:pt x="38420" y="692402"/>
                </a:lnTo>
                <a:lnTo>
                  <a:pt x="38762" y="696672"/>
                </a:lnTo>
                <a:lnTo>
                  <a:pt x="38078" y="692743"/>
                </a:lnTo>
                <a:lnTo>
                  <a:pt x="39274" y="696843"/>
                </a:lnTo>
                <a:lnTo>
                  <a:pt x="36884" y="691719"/>
                </a:lnTo>
                <a:lnTo>
                  <a:pt x="41494" y="698549"/>
                </a:lnTo>
                <a:lnTo>
                  <a:pt x="36713" y="693598"/>
                </a:lnTo>
                <a:lnTo>
                  <a:pt x="43543" y="698378"/>
                </a:lnTo>
                <a:lnTo>
                  <a:pt x="38249" y="695817"/>
                </a:lnTo>
                <a:lnTo>
                  <a:pt x="42348" y="697012"/>
                </a:lnTo>
                <a:lnTo>
                  <a:pt x="38249" y="696330"/>
                </a:lnTo>
                <a:lnTo>
                  <a:pt x="42689" y="696672"/>
                </a:lnTo>
                <a:lnTo>
                  <a:pt x="40982" y="696672"/>
                </a:lnTo>
                <a:lnTo>
                  <a:pt x="880589" y="696672"/>
                </a:lnTo>
                <a:lnTo>
                  <a:pt x="879053" y="696672"/>
                </a:lnTo>
                <a:lnTo>
                  <a:pt x="883322" y="696330"/>
                </a:lnTo>
                <a:lnTo>
                  <a:pt x="879223" y="697012"/>
                </a:lnTo>
                <a:lnTo>
                  <a:pt x="883322" y="695817"/>
                </a:lnTo>
                <a:lnTo>
                  <a:pt x="878199" y="698378"/>
                </a:lnTo>
                <a:lnTo>
                  <a:pt x="885200" y="693598"/>
                </a:lnTo>
                <a:lnTo>
                  <a:pt x="880248" y="698549"/>
                </a:lnTo>
                <a:lnTo>
                  <a:pt x="884858" y="691719"/>
                </a:lnTo>
                <a:lnTo>
                  <a:pt x="882468" y="696843"/>
                </a:lnTo>
                <a:lnTo>
                  <a:pt x="883663" y="692743"/>
                </a:lnTo>
                <a:lnTo>
                  <a:pt x="882980" y="696672"/>
                </a:lnTo>
                <a:lnTo>
                  <a:pt x="883322" y="692402"/>
                </a:lnTo>
                <a:lnTo>
                  <a:pt x="883151" y="694110"/>
                </a:lnTo>
                <a:lnTo>
                  <a:pt x="883151" y="40811"/>
                </a:lnTo>
                <a:lnTo>
                  <a:pt x="883322" y="42519"/>
                </a:lnTo>
                <a:lnTo>
                  <a:pt x="882980" y="38078"/>
                </a:lnTo>
                <a:lnTo>
                  <a:pt x="883663" y="42177"/>
                </a:lnTo>
                <a:lnTo>
                  <a:pt x="882468" y="38078"/>
                </a:lnTo>
                <a:lnTo>
                  <a:pt x="885029" y="43372"/>
                </a:lnTo>
                <a:lnTo>
                  <a:pt x="880248" y="36542"/>
                </a:lnTo>
                <a:lnTo>
                  <a:pt x="885200" y="41323"/>
                </a:lnTo>
                <a:lnTo>
                  <a:pt x="878199" y="36713"/>
                </a:lnTo>
                <a:lnTo>
                  <a:pt x="883322" y="39103"/>
                </a:lnTo>
                <a:lnTo>
                  <a:pt x="879223" y="37908"/>
                </a:lnTo>
                <a:lnTo>
                  <a:pt x="883322" y="38590"/>
                </a:lnTo>
                <a:lnTo>
                  <a:pt x="879053" y="38249"/>
                </a:lnTo>
                <a:lnTo>
                  <a:pt x="880589" y="38419"/>
                </a:lnTo>
                <a:lnTo>
                  <a:pt x="40982" y="38419"/>
                </a:lnTo>
                <a:lnTo>
                  <a:pt x="42689" y="38249"/>
                </a:lnTo>
                <a:lnTo>
                  <a:pt x="38249" y="38590"/>
                </a:lnTo>
                <a:lnTo>
                  <a:pt x="42348" y="37908"/>
                </a:lnTo>
                <a:lnTo>
                  <a:pt x="38249" y="39103"/>
                </a:lnTo>
                <a:lnTo>
                  <a:pt x="43543" y="36542"/>
                </a:lnTo>
                <a:lnTo>
                  <a:pt x="36713" y="41323"/>
                </a:lnTo>
                <a:lnTo>
                  <a:pt x="41494" y="36542"/>
                </a:lnTo>
                <a:lnTo>
                  <a:pt x="36713" y="43372"/>
                </a:lnTo>
                <a:lnTo>
                  <a:pt x="39274" y="38078"/>
                </a:lnTo>
                <a:lnTo>
                  <a:pt x="38078" y="42177"/>
                </a:lnTo>
                <a:lnTo>
                  <a:pt x="38762" y="38078"/>
                </a:lnTo>
                <a:lnTo>
                  <a:pt x="38420" y="42519"/>
                </a:lnTo>
                <a:lnTo>
                  <a:pt x="38420" y="40811"/>
                </a:lnTo>
                <a:lnTo>
                  <a:pt x="38420" y="694110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df-path-506">
            <a:extLst xmlns:a="http://schemas.openxmlformats.org/drawingml/2006/main">
              <a:ext uri="{FF2B5EF4-FFF2-40B4-BE49-F238E27FC236}">
                <a16:creationId xmlns:a16="http://schemas.microsoft.com/office/drawing/2014/main" id="{5C7C9558-647D-44F9-BA4E-8661C661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0750" y="1037748"/>
            <a:ext cx="887249" cy="696670"/>
          </a:xfrm>
          <a:custGeom xmlns:a="http://schemas.openxmlformats.org/drawingml/2006/main">
            <a:pathLst>
              <a:path w="887249" h="696670">
                <a:moveTo>
                  <a:pt x="0" y="21685"/>
                </a:moveTo>
                <a:cubicBezTo>
                  <a:pt x="0" y="9732"/>
                  <a:pt x="9732" y="0"/>
                  <a:pt x="21857" y="0"/>
                </a:cubicBezTo>
                <a:lnTo>
                  <a:pt x="865562" y="0"/>
                </a:lnTo>
                <a:cubicBezTo>
                  <a:pt x="877686" y="0"/>
                  <a:pt x="887249" y="9732"/>
                  <a:pt x="887249" y="21685"/>
                </a:cubicBezTo>
                <a:lnTo>
                  <a:pt x="887249" y="674813"/>
                </a:lnTo>
                <a:cubicBezTo>
                  <a:pt x="887249" y="686937"/>
                  <a:pt x="877686" y="696670"/>
                  <a:pt x="865562" y="696670"/>
                </a:cubicBezTo>
                <a:lnTo>
                  <a:pt x="21857" y="696670"/>
                </a:lnTo>
                <a:cubicBezTo>
                  <a:pt x="9732" y="696670"/>
                  <a:pt x="0" y="686937"/>
                  <a:pt x="0" y="674813"/>
                </a:cubicBezTo>
                <a:lnTo>
                  <a:pt x="0" y="21685"/>
                </a:lnTo>
              </a:path>
            </a:pathLst>
          </a:custGeom>
          <a:solidFill xmlns:a="http://schemas.openxmlformats.org/drawingml/2006/main">
            <a:srgbClr val="62AC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df-path-507">
            <a:extLst xmlns:a="http://schemas.openxmlformats.org/drawingml/2006/main">
              <a:ext uri="{FF2B5EF4-FFF2-40B4-BE49-F238E27FC236}">
                <a16:creationId xmlns:a16="http://schemas.microsoft.com/office/drawing/2014/main" id="{AFD1DDEA-8FB7-4B37-B05C-092B674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1624" y="1018623"/>
            <a:ext cx="925669" cy="735090"/>
          </a:xfrm>
          <a:custGeom xmlns:a="http://schemas.openxmlformats.org/drawingml/2006/main">
            <a:pathLst>
              <a:path w="925669" h="735090">
                <a:moveTo>
                  <a:pt x="0" y="39957"/>
                </a:moveTo>
                <a:lnTo>
                  <a:pt x="683" y="32614"/>
                </a:lnTo>
                <a:lnTo>
                  <a:pt x="3586" y="23735"/>
                </a:lnTo>
                <a:lnTo>
                  <a:pt x="11953" y="11782"/>
                </a:lnTo>
                <a:lnTo>
                  <a:pt x="23906" y="3416"/>
                </a:lnTo>
                <a:lnTo>
                  <a:pt x="32785" y="513"/>
                </a:lnTo>
                <a:lnTo>
                  <a:pt x="40128" y="0"/>
                </a:lnTo>
                <a:lnTo>
                  <a:pt x="885541" y="0"/>
                </a:lnTo>
                <a:lnTo>
                  <a:pt x="892884" y="513"/>
                </a:lnTo>
                <a:lnTo>
                  <a:pt x="901763" y="3416"/>
                </a:lnTo>
                <a:lnTo>
                  <a:pt x="913888" y="11612"/>
                </a:lnTo>
                <a:lnTo>
                  <a:pt x="922254" y="23735"/>
                </a:lnTo>
                <a:lnTo>
                  <a:pt x="925157" y="32614"/>
                </a:lnTo>
                <a:lnTo>
                  <a:pt x="925669" y="39957"/>
                </a:lnTo>
                <a:lnTo>
                  <a:pt x="925669" y="694963"/>
                </a:lnTo>
                <a:lnTo>
                  <a:pt x="925157" y="702136"/>
                </a:lnTo>
                <a:lnTo>
                  <a:pt x="922425" y="711014"/>
                </a:lnTo>
                <a:lnTo>
                  <a:pt x="913888" y="723309"/>
                </a:lnTo>
                <a:lnTo>
                  <a:pt x="901763" y="731675"/>
                </a:lnTo>
                <a:lnTo>
                  <a:pt x="892884" y="734407"/>
                </a:lnTo>
                <a:lnTo>
                  <a:pt x="885541" y="735090"/>
                </a:lnTo>
                <a:lnTo>
                  <a:pt x="40128" y="735090"/>
                </a:lnTo>
                <a:lnTo>
                  <a:pt x="32785" y="734407"/>
                </a:lnTo>
                <a:lnTo>
                  <a:pt x="23906" y="731675"/>
                </a:lnTo>
                <a:lnTo>
                  <a:pt x="11782" y="723138"/>
                </a:lnTo>
                <a:lnTo>
                  <a:pt x="3415" y="711014"/>
                </a:lnTo>
                <a:lnTo>
                  <a:pt x="683" y="702136"/>
                </a:lnTo>
                <a:lnTo>
                  <a:pt x="0" y="694963"/>
                </a:lnTo>
                <a:lnTo>
                  <a:pt x="0" y="39957"/>
                </a:lnTo>
                <a:moveTo>
                  <a:pt x="38420" y="694110"/>
                </a:moveTo>
                <a:lnTo>
                  <a:pt x="38420" y="692402"/>
                </a:lnTo>
                <a:lnTo>
                  <a:pt x="38762" y="696672"/>
                </a:lnTo>
                <a:lnTo>
                  <a:pt x="38079" y="692743"/>
                </a:lnTo>
                <a:lnTo>
                  <a:pt x="39274" y="696843"/>
                </a:lnTo>
                <a:lnTo>
                  <a:pt x="36883" y="691719"/>
                </a:lnTo>
                <a:lnTo>
                  <a:pt x="41494" y="698549"/>
                </a:lnTo>
                <a:lnTo>
                  <a:pt x="36713" y="693598"/>
                </a:lnTo>
                <a:lnTo>
                  <a:pt x="43543" y="698378"/>
                </a:lnTo>
                <a:lnTo>
                  <a:pt x="38250" y="695817"/>
                </a:lnTo>
                <a:lnTo>
                  <a:pt x="42348" y="697012"/>
                </a:lnTo>
                <a:lnTo>
                  <a:pt x="38250" y="696330"/>
                </a:lnTo>
                <a:lnTo>
                  <a:pt x="42689" y="696672"/>
                </a:lnTo>
                <a:lnTo>
                  <a:pt x="40982" y="696672"/>
                </a:lnTo>
                <a:lnTo>
                  <a:pt x="884687" y="696672"/>
                </a:lnTo>
                <a:lnTo>
                  <a:pt x="883151" y="696672"/>
                </a:lnTo>
                <a:lnTo>
                  <a:pt x="887420" y="696330"/>
                </a:lnTo>
                <a:lnTo>
                  <a:pt x="883322" y="697012"/>
                </a:lnTo>
                <a:lnTo>
                  <a:pt x="887420" y="695817"/>
                </a:lnTo>
                <a:lnTo>
                  <a:pt x="882297" y="698378"/>
                </a:lnTo>
                <a:lnTo>
                  <a:pt x="889298" y="693598"/>
                </a:lnTo>
                <a:lnTo>
                  <a:pt x="884346" y="698549"/>
                </a:lnTo>
                <a:lnTo>
                  <a:pt x="888956" y="691719"/>
                </a:lnTo>
                <a:lnTo>
                  <a:pt x="886566" y="696843"/>
                </a:lnTo>
                <a:lnTo>
                  <a:pt x="887761" y="692743"/>
                </a:lnTo>
                <a:lnTo>
                  <a:pt x="887078" y="696672"/>
                </a:lnTo>
                <a:lnTo>
                  <a:pt x="887420" y="692402"/>
                </a:lnTo>
                <a:lnTo>
                  <a:pt x="887249" y="694110"/>
                </a:lnTo>
                <a:lnTo>
                  <a:pt x="887249" y="40811"/>
                </a:lnTo>
                <a:lnTo>
                  <a:pt x="887420" y="42519"/>
                </a:lnTo>
                <a:lnTo>
                  <a:pt x="887078" y="38078"/>
                </a:lnTo>
                <a:lnTo>
                  <a:pt x="887761" y="42177"/>
                </a:lnTo>
                <a:lnTo>
                  <a:pt x="886566" y="38078"/>
                </a:lnTo>
                <a:lnTo>
                  <a:pt x="889127" y="43372"/>
                </a:lnTo>
                <a:lnTo>
                  <a:pt x="884346" y="36542"/>
                </a:lnTo>
                <a:lnTo>
                  <a:pt x="889298" y="41323"/>
                </a:lnTo>
                <a:lnTo>
                  <a:pt x="882297" y="36713"/>
                </a:lnTo>
                <a:lnTo>
                  <a:pt x="887420" y="39103"/>
                </a:lnTo>
                <a:lnTo>
                  <a:pt x="883322" y="37908"/>
                </a:lnTo>
                <a:lnTo>
                  <a:pt x="887420" y="38590"/>
                </a:lnTo>
                <a:lnTo>
                  <a:pt x="883151" y="38249"/>
                </a:lnTo>
                <a:lnTo>
                  <a:pt x="884687" y="38419"/>
                </a:lnTo>
                <a:lnTo>
                  <a:pt x="40982" y="38419"/>
                </a:lnTo>
                <a:lnTo>
                  <a:pt x="42689" y="38249"/>
                </a:lnTo>
                <a:lnTo>
                  <a:pt x="38250" y="38590"/>
                </a:lnTo>
                <a:lnTo>
                  <a:pt x="42348" y="37908"/>
                </a:lnTo>
                <a:lnTo>
                  <a:pt x="38250" y="39103"/>
                </a:lnTo>
                <a:lnTo>
                  <a:pt x="43543" y="36542"/>
                </a:lnTo>
                <a:lnTo>
                  <a:pt x="36713" y="41323"/>
                </a:lnTo>
                <a:lnTo>
                  <a:pt x="41494" y="36542"/>
                </a:lnTo>
                <a:lnTo>
                  <a:pt x="36713" y="43372"/>
                </a:lnTo>
                <a:lnTo>
                  <a:pt x="39274" y="38078"/>
                </a:lnTo>
                <a:lnTo>
                  <a:pt x="38079" y="42177"/>
                </a:lnTo>
                <a:lnTo>
                  <a:pt x="38762" y="38078"/>
                </a:lnTo>
                <a:lnTo>
                  <a:pt x="38420" y="42519"/>
                </a:lnTo>
                <a:lnTo>
                  <a:pt x="38420" y="40811"/>
                </a:lnTo>
                <a:lnTo>
                  <a:pt x="38420" y="694110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df-path-508">
            <a:extLst xmlns:a="http://schemas.openxmlformats.org/drawingml/2006/main">
              <a:ext uri="{FF2B5EF4-FFF2-40B4-BE49-F238E27FC236}">
                <a16:creationId xmlns:a16="http://schemas.microsoft.com/office/drawing/2014/main" id="{187E4A61-3A86-41B3-B6EF-A29E4ACA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5606" y="1037748"/>
            <a:ext cx="926267" cy="694621"/>
          </a:xfrm>
          <a:custGeom xmlns:a="http://schemas.openxmlformats.org/drawingml/2006/main">
            <a:pathLst>
              <a:path w="926267" h="694621">
                <a:moveTo>
                  <a:pt x="0" y="21514"/>
                </a:moveTo>
                <a:cubicBezTo>
                  <a:pt x="0" y="9562"/>
                  <a:pt x="9699" y="0"/>
                  <a:pt x="21652" y="0"/>
                </a:cubicBezTo>
                <a:lnTo>
                  <a:pt x="904581" y="0"/>
                </a:lnTo>
                <a:cubicBezTo>
                  <a:pt x="916534" y="0"/>
                  <a:pt x="926267" y="9562"/>
                  <a:pt x="926267" y="21514"/>
                </a:cubicBezTo>
                <a:lnTo>
                  <a:pt x="926267" y="672935"/>
                </a:lnTo>
                <a:cubicBezTo>
                  <a:pt x="926267" y="684888"/>
                  <a:pt x="916534" y="694621"/>
                  <a:pt x="904581" y="694621"/>
                </a:cubicBezTo>
                <a:lnTo>
                  <a:pt x="21652" y="694621"/>
                </a:lnTo>
                <a:cubicBezTo>
                  <a:pt x="9699" y="694621"/>
                  <a:pt x="0" y="684888"/>
                  <a:pt x="0" y="672935"/>
                </a:cubicBezTo>
                <a:lnTo>
                  <a:pt x="0" y="21514"/>
                </a:lnTo>
              </a:path>
            </a:pathLst>
          </a:custGeom>
          <a:solidFill xmlns:a="http://schemas.openxmlformats.org/drawingml/2006/main">
            <a:srgbClr val="62AC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df-path-509">
            <a:extLst xmlns:a="http://schemas.openxmlformats.org/drawingml/2006/main">
              <a:ext uri="{FF2B5EF4-FFF2-40B4-BE49-F238E27FC236}">
                <a16:creationId xmlns:a16="http://schemas.microsoft.com/office/drawing/2014/main" id="{3196C864-A941-4AD5-A919-C52CD2C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481" y="1018623"/>
            <a:ext cx="964516" cy="733042"/>
          </a:xfrm>
          <a:custGeom xmlns:a="http://schemas.openxmlformats.org/drawingml/2006/main">
            <a:pathLst>
              <a:path w="964516" h="733042">
                <a:moveTo>
                  <a:pt x="0" y="39957"/>
                </a:moveTo>
                <a:lnTo>
                  <a:pt x="649" y="32614"/>
                </a:lnTo>
                <a:lnTo>
                  <a:pt x="3432" y="23735"/>
                </a:lnTo>
                <a:lnTo>
                  <a:pt x="11816" y="11782"/>
                </a:lnTo>
                <a:lnTo>
                  <a:pt x="23838" y="3416"/>
                </a:lnTo>
                <a:lnTo>
                  <a:pt x="32751" y="513"/>
                </a:lnTo>
                <a:lnTo>
                  <a:pt x="40008" y="0"/>
                </a:lnTo>
                <a:lnTo>
                  <a:pt x="924559" y="0"/>
                </a:lnTo>
                <a:lnTo>
                  <a:pt x="931902" y="513"/>
                </a:lnTo>
                <a:lnTo>
                  <a:pt x="940781" y="3416"/>
                </a:lnTo>
                <a:lnTo>
                  <a:pt x="952734" y="11782"/>
                </a:lnTo>
                <a:lnTo>
                  <a:pt x="961101" y="23735"/>
                </a:lnTo>
                <a:lnTo>
                  <a:pt x="964004" y="32614"/>
                </a:lnTo>
                <a:lnTo>
                  <a:pt x="964516" y="39957"/>
                </a:lnTo>
                <a:lnTo>
                  <a:pt x="964516" y="692914"/>
                </a:lnTo>
                <a:lnTo>
                  <a:pt x="964004" y="700257"/>
                </a:lnTo>
                <a:lnTo>
                  <a:pt x="961101" y="709136"/>
                </a:lnTo>
                <a:lnTo>
                  <a:pt x="952734" y="721089"/>
                </a:lnTo>
                <a:lnTo>
                  <a:pt x="940781" y="729626"/>
                </a:lnTo>
                <a:lnTo>
                  <a:pt x="931902" y="732358"/>
                </a:lnTo>
                <a:lnTo>
                  <a:pt x="924559" y="733042"/>
                </a:lnTo>
                <a:lnTo>
                  <a:pt x="40008" y="733042"/>
                </a:lnTo>
                <a:lnTo>
                  <a:pt x="32751" y="732358"/>
                </a:lnTo>
                <a:lnTo>
                  <a:pt x="23838" y="729626"/>
                </a:lnTo>
                <a:lnTo>
                  <a:pt x="11816" y="721089"/>
                </a:lnTo>
                <a:lnTo>
                  <a:pt x="3432" y="709136"/>
                </a:lnTo>
                <a:lnTo>
                  <a:pt x="649" y="700257"/>
                </a:lnTo>
                <a:lnTo>
                  <a:pt x="0" y="692914"/>
                </a:lnTo>
                <a:lnTo>
                  <a:pt x="0" y="39957"/>
                </a:lnTo>
                <a:moveTo>
                  <a:pt x="38420" y="692060"/>
                </a:moveTo>
                <a:lnTo>
                  <a:pt x="38352" y="690354"/>
                </a:lnTo>
                <a:lnTo>
                  <a:pt x="38728" y="694792"/>
                </a:lnTo>
                <a:lnTo>
                  <a:pt x="37925" y="690695"/>
                </a:lnTo>
                <a:lnTo>
                  <a:pt x="39206" y="694792"/>
                </a:lnTo>
                <a:lnTo>
                  <a:pt x="36627" y="689499"/>
                </a:lnTo>
                <a:lnTo>
                  <a:pt x="41357" y="696330"/>
                </a:lnTo>
                <a:lnTo>
                  <a:pt x="36610" y="691548"/>
                </a:lnTo>
                <a:lnTo>
                  <a:pt x="43389" y="696330"/>
                </a:lnTo>
                <a:lnTo>
                  <a:pt x="38130" y="693768"/>
                </a:lnTo>
                <a:lnTo>
                  <a:pt x="42228" y="694963"/>
                </a:lnTo>
                <a:lnTo>
                  <a:pt x="38181" y="694281"/>
                </a:lnTo>
                <a:lnTo>
                  <a:pt x="42535" y="694622"/>
                </a:lnTo>
                <a:lnTo>
                  <a:pt x="40845" y="694622"/>
                </a:lnTo>
                <a:lnTo>
                  <a:pt x="923706" y="694622"/>
                </a:lnTo>
                <a:lnTo>
                  <a:pt x="921998" y="694622"/>
                </a:lnTo>
                <a:lnTo>
                  <a:pt x="926438" y="694281"/>
                </a:lnTo>
                <a:lnTo>
                  <a:pt x="922339" y="694963"/>
                </a:lnTo>
                <a:lnTo>
                  <a:pt x="926438" y="693768"/>
                </a:lnTo>
                <a:lnTo>
                  <a:pt x="921144" y="696330"/>
                </a:lnTo>
                <a:lnTo>
                  <a:pt x="927974" y="691548"/>
                </a:lnTo>
                <a:lnTo>
                  <a:pt x="923193" y="696330"/>
                </a:lnTo>
                <a:lnTo>
                  <a:pt x="927974" y="689499"/>
                </a:lnTo>
                <a:lnTo>
                  <a:pt x="925413" y="694792"/>
                </a:lnTo>
                <a:lnTo>
                  <a:pt x="926609" y="690695"/>
                </a:lnTo>
                <a:lnTo>
                  <a:pt x="925925" y="694792"/>
                </a:lnTo>
                <a:lnTo>
                  <a:pt x="926267" y="690354"/>
                </a:lnTo>
                <a:lnTo>
                  <a:pt x="926096" y="692060"/>
                </a:lnTo>
                <a:lnTo>
                  <a:pt x="926096" y="40811"/>
                </a:lnTo>
                <a:lnTo>
                  <a:pt x="926267" y="42519"/>
                </a:lnTo>
                <a:lnTo>
                  <a:pt x="925925" y="38078"/>
                </a:lnTo>
                <a:lnTo>
                  <a:pt x="926609" y="42177"/>
                </a:lnTo>
                <a:lnTo>
                  <a:pt x="925413" y="38078"/>
                </a:lnTo>
                <a:lnTo>
                  <a:pt x="927974" y="43372"/>
                </a:lnTo>
                <a:lnTo>
                  <a:pt x="923193" y="36542"/>
                </a:lnTo>
                <a:lnTo>
                  <a:pt x="927974" y="41323"/>
                </a:lnTo>
                <a:lnTo>
                  <a:pt x="921144" y="36542"/>
                </a:lnTo>
                <a:lnTo>
                  <a:pt x="926438" y="39103"/>
                </a:lnTo>
                <a:lnTo>
                  <a:pt x="922339" y="37908"/>
                </a:lnTo>
                <a:lnTo>
                  <a:pt x="926438" y="38590"/>
                </a:lnTo>
                <a:lnTo>
                  <a:pt x="921998" y="38249"/>
                </a:lnTo>
                <a:lnTo>
                  <a:pt x="923706" y="38419"/>
                </a:lnTo>
                <a:lnTo>
                  <a:pt x="40845" y="38419"/>
                </a:lnTo>
                <a:lnTo>
                  <a:pt x="42535" y="38249"/>
                </a:lnTo>
                <a:lnTo>
                  <a:pt x="38181" y="38590"/>
                </a:lnTo>
                <a:lnTo>
                  <a:pt x="42228" y="37908"/>
                </a:lnTo>
                <a:lnTo>
                  <a:pt x="38130" y="39103"/>
                </a:lnTo>
                <a:lnTo>
                  <a:pt x="43389" y="36542"/>
                </a:lnTo>
                <a:lnTo>
                  <a:pt x="36610" y="41323"/>
                </a:lnTo>
                <a:lnTo>
                  <a:pt x="41357" y="36542"/>
                </a:lnTo>
                <a:lnTo>
                  <a:pt x="36627" y="43372"/>
                </a:lnTo>
                <a:lnTo>
                  <a:pt x="39206" y="38078"/>
                </a:lnTo>
                <a:lnTo>
                  <a:pt x="37925" y="42177"/>
                </a:lnTo>
                <a:lnTo>
                  <a:pt x="38728" y="38078"/>
                </a:lnTo>
                <a:lnTo>
                  <a:pt x="38352" y="42519"/>
                </a:lnTo>
                <a:lnTo>
                  <a:pt x="38420" y="40811"/>
                </a:lnTo>
                <a:lnTo>
                  <a:pt x="38420" y="692060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df-path-510">
            <a:extLst xmlns:a="http://schemas.openxmlformats.org/drawingml/2006/main">
              <a:ext uri="{FF2B5EF4-FFF2-40B4-BE49-F238E27FC236}">
                <a16:creationId xmlns:a16="http://schemas.microsoft.com/office/drawing/2014/main" id="{74C63560-DAC1-4640-92E3-B436268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1525" y="1279192"/>
            <a:ext cx="184587" cy="209685"/>
          </a:xfrm>
          <a:custGeom xmlns:a="http://schemas.openxmlformats.org/drawingml/2006/main">
            <a:pathLst>
              <a:path w="184587" h="209685">
                <a:moveTo>
                  <a:pt x="113724" y="17588"/>
                </a:moveTo>
                <a:cubicBezTo>
                  <a:pt x="105185" y="17588"/>
                  <a:pt x="96819" y="21344"/>
                  <a:pt x="88622" y="28857"/>
                </a:cubicBezTo>
                <a:cubicBezTo>
                  <a:pt x="80597" y="36370"/>
                  <a:pt x="73083" y="47128"/>
                  <a:pt x="66253" y="61129"/>
                </a:cubicBezTo>
                <a:cubicBezTo>
                  <a:pt x="59594" y="75302"/>
                  <a:pt x="54300" y="91182"/>
                  <a:pt x="50714" y="108940"/>
                </a:cubicBezTo>
                <a:cubicBezTo>
                  <a:pt x="47129" y="126699"/>
                  <a:pt x="45250" y="141383"/>
                  <a:pt x="45250" y="152823"/>
                </a:cubicBezTo>
                <a:cubicBezTo>
                  <a:pt x="45250" y="166655"/>
                  <a:pt x="47299" y="176729"/>
                  <a:pt x="51227" y="182876"/>
                </a:cubicBezTo>
                <a:cubicBezTo>
                  <a:pt x="55325" y="189023"/>
                  <a:pt x="61814" y="192096"/>
                  <a:pt x="70693" y="192096"/>
                </a:cubicBezTo>
                <a:cubicBezTo>
                  <a:pt x="76499" y="192096"/>
                  <a:pt x="82304" y="190389"/>
                  <a:pt x="87939" y="186974"/>
                </a:cubicBezTo>
                <a:cubicBezTo>
                  <a:pt x="94941" y="182705"/>
                  <a:pt x="101429" y="176217"/>
                  <a:pt x="107577" y="167167"/>
                </a:cubicBezTo>
                <a:cubicBezTo>
                  <a:pt x="114577" y="156750"/>
                  <a:pt x="120724" y="144286"/>
                  <a:pt x="125848" y="129431"/>
                </a:cubicBezTo>
                <a:cubicBezTo>
                  <a:pt x="130287" y="116624"/>
                  <a:pt x="134043" y="100915"/>
                  <a:pt x="137117" y="82473"/>
                </a:cubicBezTo>
                <a:cubicBezTo>
                  <a:pt x="138654" y="72911"/>
                  <a:pt x="139508" y="64203"/>
                  <a:pt x="139508" y="56178"/>
                </a:cubicBezTo>
                <a:cubicBezTo>
                  <a:pt x="139508" y="42859"/>
                  <a:pt x="137459" y="33126"/>
                  <a:pt x="133531" y="26808"/>
                </a:cubicBezTo>
                <a:cubicBezTo>
                  <a:pt x="129433" y="20661"/>
                  <a:pt x="122945" y="17588"/>
                  <a:pt x="113724" y="17588"/>
                </a:cubicBezTo>
                <a:moveTo>
                  <a:pt x="115260" y="0"/>
                </a:moveTo>
                <a:cubicBezTo>
                  <a:pt x="137971" y="0"/>
                  <a:pt x="155217" y="5977"/>
                  <a:pt x="166999" y="17759"/>
                </a:cubicBezTo>
                <a:cubicBezTo>
                  <a:pt x="178782" y="29710"/>
                  <a:pt x="184587" y="47128"/>
                  <a:pt x="184587" y="69838"/>
                </a:cubicBezTo>
                <a:cubicBezTo>
                  <a:pt x="184587" y="79400"/>
                  <a:pt x="183563" y="89987"/>
                  <a:pt x="181514" y="101769"/>
                </a:cubicBezTo>
                <a:cubicBezTo>
                  <a:pt x="179464" y="113551"/>
                  <a:pt x="176220" y="125332"/>
                  <a:pt x="171610" y="137285"/>
                </a:cubicBezTo>
                <a:cubicBezTo>
                  <a:pt x="166829" y="149067"/>
                  <a:pt x="161194" y="159654"/>
                  <a:pt x="154363" y="168874"/>
                </a:cubicBezTo>
                <a:cubicBezTo>
                  <a:pt x="147533" y="178095"/>
                  <a:pt x="139679" y="185778"/>
                  <a:pt x="130799" y="191925"/>
                </a:cubicBezTo>
                <a:cubicBezTo>
                  <a:pt x="121920" y="198073"/>
                  <a:pt x="112358" y="202513"/>
                  <a:pt x="102112" y="205416"/>
                </a:cubicBezTo>
                <a:cubicBezTo>
                  <a:pt x="91867" y="208147"/>
                  <a:pt x="80767" y="209685"/>
                  <a:pt x="69156" y="209685"/>
                </a:cubicBezTo>
                <a:cubicBezTo>
                  <a:pt x="46275" y="209685"/>
                  <a:pt x="29028" y="203708"/>
                  <a:pt x="17417" y="191755"/>
                </a:cubicBezTo>
                <a:cubicBezTo>
                  <a:pt x="5806" y="179802"/>
                  <a:pt x="0" y="162215"/>
                  <a:pt x="0" y="138993"/>
                </a:cubicBezTo>
                <a:cubicBezTo>
                  <a:pt x="0" y="130967"/>
                  <a:pt x="854" y="121917"/>
                  <a:pt x="2390" y="111843"/>
                </a:cubicBezTo>
                <a:cubicBezTo>
                  <a:pt x="4098" y="101598"/>
                  <a:pt x="6830" y="90840"/>
                  <a:pt x="10587" y="79400"/>
                </a:cubicBezTo>
                <a:cubicBezTo>
                  <a:pt x="14343" y="68130"/>
                  <a:pt x="19637" y="57373"/>
                  <a:pt x="26296" y="47299"/>
                </a:cubicBezTo>
                <a:cubicBezTo>
                  <a:pt x="32956" y="37224"/>
                  <a:pt x="40982" y="28517"/>
                  <a:pt x="50032" y="21344"/>
                </a:cubicBezTo>
                <a:cubicBezTo>
                  <a:pt x="59082" y="14172"/>
                  <a:pt x="69156" y="8879"/>
                  <a:pt x="80256" y="5293"/>
                </a:cubicBezTo>
                <a:cubicBezTo>
                  <a:pt x="91354" y="1708"/>
                  <a:pt x="102966" y="0"/>
                  <a:pt x="11526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7ADDB317-4164-4F5E-82D0-EAA651D62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e6a7bab014407"/>
          <a:srcRect xmlns:a="http://schemas.openxmlformats.org/drawingml/2006/main" l="275" t="0" r="2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430" y="604378"/>
            <a:ext cx="284821" cy="420051"/>
          </a:xfrm>
          <a:prstGeom xmlns:a="http://schemas.openxmlformats.org/drawingml/2006/main" prst="rect">
            <a:avLst/>
          </a:prstGeom>
        </p:spPr>
      </p:pic>
      <p:sp>
        <p:nvSpPr>
          <p:cNvPr id="520" name="host-source-component-37">
            <a:extLst xmlns:a="http://schemas.openxmlformats.org/drawingml/2006/main">
              <a:ext uri="{FF2B5EF4-FFF2-40B4-BE49-F238E27FC236}">
                <a16:creationId xmlns:a16="http://schemas.microsoft.com/office/drawing/2014/main" id="{03107152-B562-4531-A3BE-7F7BCD4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430" y="604378"/>
            <a:ext cx="284821" cy="420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EF8AF0EE-16FC-46CC-B7F4-CD8585FA49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50689bcba4a4a"/>
          <a:srcRect xmlns:a="http://schemas.openxmlformats.org/drawingml/2006/main" l="72" t="0" r="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460" y="671997"/>
            <a:ext cx="344244" cy="469228"/>
          </a:xfrm>
          <a:prstGeom xmlns:a="http://schemas.openxmlformats.org/drawingml/2006/main" prst="rect">
            <a:avLst/>
          </a:prstGeom>
        </p:spPr>
      </p:pic>
      <p:sp>
        <p:nvSpPr>
          <p:cNvPr id="522" name="host-source-component-38">
            <a:extLst xmlns:a="http://schemas.openxmlformats.org/drawingml/2006/main">
              <a:ext uri="{FF2B5EF4-FFF2-40B4-BE49-F238E27FC236}">
                <a16:creationId xmlns:a16="http://schemas.microsoft.com/office/drawing/2014/main" id="{B45B6534-39CC-4419-AB41-F58344F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460" y="671997"/>
            <a:ext cx="344244" cy="469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3" name="pdf-path-513">
            <a:extLst xmlns:a="http://schemas.openxmlformats.org/drawingml/2006/main">
              <a:ext uri="{FF2B5EF4-FFF2-40B4-BE49-F238E27FC236}">
                <a16:creationId xmlns:a16="http://schemas.microsoft.com/office/drawing/2014/main" id="{9B22064A-6D77-46F0-92F3-F6A19EA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748" y="710928"/>
            <a:ext cx="87718" cy="120893"/>
          </a:xfrm>
          <a:custGeom xmlns:a="http://schemas.openxmlformats.org/drawingml/2006/main">
            <a:pathLst>
              <a:path w="87718" h="120893">
                <a:moveTo>
                  <a:pt x="0" y="0"/>
                </a:moveTo>
                <a:lnTo>
                  <a:pt x="87718" y="12089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524" name="pdf-path-514">
            <a:extLst xmlns:a="http://schemas.openxmlformats.org/drawingml/2006/main">
              <a:ext uri="{FF2B5EF4-FFF2-40B4-BE49-F238E27FC236}">
                <a16:creationId xmlns:a16="http://schemas.microsoft.com/office/drawing/2014/main" id="{8552FA13-92BC-4C73-A63A-30D42E2C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401" y="600279"/>
            <a:ext cx="1276573" cy="430297"/>
          </a:xfrm>
          <a:custGeom xmlns:a="http://schemas.openxmlformats.org/drawingml/2006/main">
            <a:pathLst>
              <a:path w="1276573" h="430297">
                <a:moveTo>
                  <a:pt x="0" y="430297"/>
                </a:moveTo>
                <a:lnTo>
                  <a:pt x="1276573" y="430297"/>
                </a:lnTo>
                <a:lnTo>
                  <a:pt x="12765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B6CCD2C7-CE7C-4934-BD57-6F2F46C5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142" y="689504"/>
            <a:ext cx="509968" cy="180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7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417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7" b="1" i="0">
                <a:solidFill>
                  <a:srgbClr val="45556A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pic>
        <p:nvPic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500ED30-7FF3-4CC1-94A3-267C595415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c0f6fadbb4137"/>
          <a:srcRect xmlns:a="http://schemas.openxmlformats.org/drawingml/2006/main" l="0" t="90" r="0" b="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8175" y="618722"/>
            <a:ext cx="336048" cy="297109"/>
          </a:xfrm>
          <a:prstGeom xmlns:a="http://schemas.openxmlformats.org/drawingml/2006/main" prst="rect">
            <a:avLst/>
          </a:prstGeom>
        </p:spPr>
      </p:pic>
      <p:sp>
        <p:nvSpPr>
          <p:cNvPr id="527" name="host-source-component-39">
            <a:extLst xmlns:a="http://schemas.openxmlformats.org/drawingml/2006/main">
              <a:ext uri="{FF2B5EF4-FFF2-40B4-BE49-F238E27FC236}">
                <a16:creationId xmlns:a16="http://schemas.microsoft.com/office/drawing/2014/main" id="{1C6992E1-F2E6-41DE-86BE-2FD9F80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175" y="618722"/>
            <a:ext cx="336048" cy="297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A802C20F-BEEE-4888-81D2-A56F92569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a2ba382f24040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0556" y="749859"/>
            <a:ext cx="307361" cy="278668"/>
          </a:xfrm>
          <a:prstGeom xmlns:a="http://schemas.openxmlformats.org/drawingml/2006/main" prst="rect">
            <a:avLst/>
          </a:prstGeom>
        </p:spPr>
      </p:pic>
      <p:sp>
        <p:nvSpPr>
          <p:cNvPr id="529" name="host-source-component-40">
            <a:extLst xmlns:a="http://schemas.openxmlformats.org/drawingml/2006/main">
              <a:ext uri="{FF2B5EF4-FFF2-40B4-BE49-F238E27FC236}">
                <a16:creationId xmlns:a16="http://schemas.microsoft.com/office/drawing/2014/main" id="{E1E4396C-7AFB-4D58-A240-3F1C5FA3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556" y="749859"/>
            <a:ext cx="307361" cy="278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pdf-path-518">
            <a:extLst xmlns:a="http://schemas.openxmlformats.org/drawingml/2006/main">
              <a:ext uri="{FF2B5EF4-FFF2-40B4-BE49-F238E27FC236}">
                <a16:creationId xmlns:a16="http://schemas.microsoft.com/office/drawing/2014/main" id="{001EF450-26E4-418C-A8F3-AE39E72B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9070" y="743712"/>
            <a:ext cx="81621" cy="145140"/>
          </a:xfrm>
          <a:custGeom xmlns:a="http://schemas.openxmlformats.org/drawingml/2006/main">
            <a:pathLst>
              <a:path w="81621" h="145140">
                <a:moveTo>
                  <a:pt x="81621" y="0"/>
                </a:moveTo>
                <a:lnTo>
                  <a:pt x="0" y="14514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pic>
        <p:nvPic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FC9872C3-B9D1-45D8-9592-73659B3B0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57892db5b4215"/>
          <a:srcRect xmlns:a="http://schemas.openxmlformats.org/drawingml/2006/main" l="1010" t="0" r="10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6160" y="680192"/>
            <a:ext cx="331950" cy="280717"/>
          </a:xfrm>
          <a:prstGeom xmlns:a="http://schemas.openxmlformats.org/drawingml/2006/main" prst="rect">
            <a:avLst/>
          </a:prstGeom>
        </p:spPr>
      </p:pic>
      <p:sp>
        <p:nvSpPr>
          <p:cNvPr id="532" name="host-source-component-41">
            <a:extLst xmlns:a="http://schemas.openxmlformats.org/drawingml/2006/main">
              <a:ext uri="{FF2B5EF4-FFF2-40B4-BE49-F238E27FC236}">
                <a16:creationId xmlns:a16="http://schemas.microsoft.com/office/drawing/2014/main" id="{CCE3AFB7-FCA9-41A6-ADDC-3FA4B8AB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160" y="680192"/>
            <a:ext cx="331950" cy="2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123907A-5978-483E-B4F8-553794A2B5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ca49f886c4edb"/>
          <a:srcRect xmlns:a="http://schemas.openxmlformats.org/drawingml/2006/main" l="0" t="447" r="0" b="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16896" y="760105"/>
            <a:ext cx="401618" cy="303256"/>
          </a:xfrm>
          <a:prstGeom xmlns:a="http://schemas.openxmlformats.org/drawingml/2006/main" prst="rect">
            <a:avLst/>
          </a:prstGeom>
        </p:spPr>
      </p:pic>
      <p:sp>
        <p:nvSpPr>
          <p:cNvPr id="534" name="host-source-component-42">
            <a:extLst xmlns:a="http://schemas.openxmlformats.org/drawingml/2006/main">
              <a:ext uri="{FF2B5EF4-FFF2-40B4-BE49-F238E27FC236}">
                <a16:creationId xmlns:a16="http://schemas.microsoft.com/office/drawing/2014/main" id="{97D416CE-C5E7-455D-BF4E-579FBA7B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6896" y="760105"/>
            <a:ext cx="401618" cy="303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5" name="pdf-path-521">
            <a:extLst xmlns:a="http://schemas.openxmlformats.org/drawingml/2006/main">
              <a:ext uri="{FF2B5EF4-FFF2-40B4-BE49-F238E27FC236}">
                <a16:creationId xmlns:a16="http://schemas.microsoft.com/office/drawing/2014/main" id="{D0241A3C-5ACB-4CCA-A3BC-10CA7D3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3116" y="739614"/>
            <a:ext cx="87598" cy="120893"/>
          </a:xfrm>
          <a:custGeom xmlns:a="http://schemas.openxmlformats.org/drawingml/2006/main">
            <a:pathLst>
              <a:path w="87598" h="120893">
                <a:moveTo>
                  <a:pt x="0" y="0"/>
                </a:moveTo>
                <a:lnTo>
                  <a:pt x="87598" y="12089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pic>
        <p:nvPic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D03A6CE-E4B5-48F7-AAC7-0D57AEA8A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e5c1fff4c4dfe"/>
          <a:srcRect xmlns:a="http://schemas.openxmlformats.org/drawingml/2006/main" l="354" t="0" r="3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2832" y="766251"/>
            <a:ext cx="372931" cy="288913"/>
          </a:xfrm>
          <a:prstGeom xmlns:a="http://schemas.openxmlformats.org/drawingml/2006/main" prst="rect">
            <a:avLst/>
          </a:prstGeom>
        </p:spPr>
      </p:pic>
      <p:sp>
        <p:nvSpPr>
          <p:cNvPr id="537" name="host-source-component-43">
            <a:extLst xmlns:a="http://schemas.openxmlformats.org/drawingml/2006/main">
              <a:ext uri="{FF2B5EF4-FFF2-40B4-BE49-F238E27FC236}">
                <a16:creationId xmlns:a16="http://schemas.microsoft.com/office/drawing/2014/main" id="{4E32E6DE-3485-4E04-B689-15BE5AE0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2832" y="766251"/>
            <a:ext cx="372931" cy="288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8" name="pdf-path-523">
            <a:extLst xmlns:a="http://schemas.openxmlformats.org/drawingml/2006/main">
              <a:ext uri="{FF2B5EF4-FFF2-40B4-BE49-F238E27FC236}">
                <a16:creationId xmlns:a16="http://schemas.microsoft.com/office/drawing/2014/main" id="{ED549813-76F7-4090-848C-2869AA71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0610" y="669946"/>
            <a:ext cx="72401" cy="193463"/>
          </a:xfrm>
          <a:custGeom xmlns:a="http://schemas.openxmlformats.org/drawingml/2006/main">
            <a:pathLst>
              <a:path w="72401" h="193463">
                <a:moveTo>
                  <a:pt x="0" y="0"/>
                </a:moveTo>
                <a:lnTo>
                  <a:pt x="72401" y="19346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pic>
        <p:nvPic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25E7092-AB73-4CA6-9489-E71003701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fc5bbdc024edb"/>
          <a:srcRect xmlns:a="http://schemas.openxmlformats.org/drawingml/2006/main" l="0" t="766" r="0" b="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9186" y="577741"/>
            <a:ext cx="372931" cy="395463"/>
          </a:xfrm>
          <a:prstGeom xmlns:a="http://schemas.openxmlformats.org/drawingml/2006/main" prst="rect">
            <a:avLst/>
          </a:prstGeom>
        </p:spPr>
      </p:pic>
      <p:sp>
        <p:nvSpPr>
          <p:cNvPr id="540" name="host-source-component-44">
            <a:extLst xmlns:a="http://schemas.openxmlformats.org/drawingml/2006/main">
              <a:ext uri="{FF2B5EF4-FFF2-40B4-BE49-F238E27FC236}">
                <a16:creationId xmlns:a16="http://schemas.microsoft.com/office/drawing/2014/main" id="{38CE3A23-C9A3-4F00-A2FC-C67C6EA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9186" y="577741"/>
            <a:ext cx="372931" cy="39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8A4D92C-8346-40DD-A1D4-D80616C37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1458502f4421b"/>
          <a:srcRect xmlns:a="http://schemas.openxmlformats.org/drawingml/2006/main" l="427" t="0" r="4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8118" y="706829"/>
            <a:ext cx="405717" cy="428247"/>
          </a:xfrm>
          <a:prstGeom xmlns:a="http://schemas.openxmlformats.org/drawingml/2006/main" prst="rect">
            <a:avLst/>
          </a:prstGeom>
        </p:spPr>
      </p:pic>
      <p:sp>
        <p:nvSpPr>
          <p:cNvPr id="542" name="host-source-component-45">
            <a:extLst xmlns:a="http://schemas.openxmlformats.org/drawingml/2006/main">
              <a:ext uri="{FF2B5EF4-FFF2-40B4-BE49-F238E27FC236}">
                <a16:creationId xmlns:a16="http://schemas.microsoft.com/office/drawing/2014/main" id="{E184949E-37C3-4D77-9CBC-57C208C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118" y="706829"/>
            <a:ext cx="405717" cy="428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3" name="pdf-path-526">
            <a:extLst xmlns:a="http://schemas.openxmlformats.org/drawingml/2006/main">
              <a:ext uri="{FF2B5EF4-FFF2-40B4-BE49-F238E27FC236}">
                <a16:creationId xmlns:a16="http://schemas.microsoft.com/office/drawing/2014/main" id="{BBF9A1C3-EBDC-4862-A86D-8297CBAB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632" y="743712"/>
            <a:ext cx="59936" cy="140699"/>
          </a:xfrm>
          <a:custGeom xmlns:a="http://schemas.openxmlformats.org/drawingml/2006/main">
            <a:pathLst>
              <a:path w="59936" h="140699">
                <a:moveTo>
                  <a:pt x="59936" y="1406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pic>
        <p:nvPic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E36D6F05-1997-4F78-AF32-F875BC15C3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5efcb0c441b6"/>
          <a:srcRect xmlns:a="http://schemas.openxmlformats.org/drawingml/2006/main" l="1028" t="0" r="10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9221" y="571593"/>
            <a:ext cx="350392" cy="309404"/>
          </a:xfrm>
          <a:prstGeom xmlns:a="http://schemas.openxmlformats.org/drawingml/2006/main" prst="rect">
            <a:avLst/>
          </a:prstGeom>
        </p:spPr>
      </p:pic>
      <p:sp>
        <p:nvSpPr>
          <p:cNvPr id="545" name="host-source-component-46">
            <a:extLst xmlns:a="http://schemas.openxmlformats.org/drawingml/2006/main">
              <a:ext uri="{FF2B5EF4-FFF2-40B4-BE49-F238E27FC236}">
                <a16:creationId xmlns:a16="http://schemas.microsoft.com/office/drawing/2014/main" id="{5731D353-9D9E-4101-AF75-AC6834C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9221" y="571593"/>
            <a:ext cx="350392" cy="309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3CB3BD12-4152-4994-9821-FAB10E8A3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63a15f9d14e33"/>
          <a:srcRect xmlns:a="http://schemas.openxmlformats.org/drawingml/2006/main" l="1188" t="0" r="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5859" y="760104"/>
            <a:ext cx="319656" cy="288913"/>
          </a:xfrm>
          <a:prstGeom xmlns:a="http://schemas.openxmlformats.org/drawingml/2006/main" prst="rect">
            <a:avLst/>
          </a:prstGeom>
        </p:spPr>
      </p:pic>
      <p:sp>
        <p:nvSpPr>
          <p:cNvPr id="547" name="host-source-component-47">
            <a:extLst xmlns:a="http://schemas.openxmlformats.org/drawingml/2006/main">
              <a:ext uri="{FF2B5EF4-FFF2-40B4-BE49-F238E27FC236}">
                <a16:creationId xmlns:a16="http://schemas.microsoft.com/office/drawing/2014/main" id="{30EC202A-8269-45AC-A618-4D809CB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5859" y="760104"/>
            <a:ext cx="319656" cy="288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pdf-path-529">
            <a:extLst xmlns:a="http://schemas.openxmlformats.org/drawingml/2006/main">
              <a:ext uri="{FF2B5EF4-FFF2-40B4-BE49-F238E27FC236}">
                <a16:creationId xmlns:a16="http://schemas.microsoft.com/office/drawing/2014/main" id="{48463EDC-6972-4D1B-9F83-F8B865B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0447" y="710928"/>
            <a:ext cx="95" cy="191072"/>
          </a:xfrm>
          <a:custGeom xmlns:a="http://schemas.openxmlformats.org/drawingml/2006/main">
            <a:pathLst>
              <a:path w="95" h="191072">
                <a:moveTo>
                  <a:pt x="0" y="0"/>
                </a:moveTo>
                <a:lnTo>
                  <a:pt x="0" y="19107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pic>
        <p:nvPic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0CFCEE29-8B55-4D91-8D04-03BD018B3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4379a59a94f5f"/>
          <a:srcRect xmlns:a="http://schemas.openxmlformats.org/drawingml/2006/main" l="0" t="985" r="0" b="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0869" y="579790"/>
            <a:ext cx="374981" cy="282766"/>
          </a:xfrm>
          <a:prstGeom xmlns:a="http://schemas.openxmlformats.org/drawingml/2006/main" prst="rect">
            <a:avLst/>
          </a:prstGeom>
        </p:spPr>
      </p:pic>
      <p:sp>
        <p:nvSpPr>
          <p:cNvPr id="550" name="host-source-component-48">
            <a:extLst xmlns:a="http://schemas.openxmlformats.org/drawingml/2006/main">
              <a:ext uri="{FF2B5EF4-FFF2-40B4-BE49-F238E27FC236}">
                <a16:creationId xmlns:a16="http://schemas.microsoft.com/office/drawing/2014/main" id="{E76ED10C-B8C3-4AC9-8517-9A7067F8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0869" y="579790"/>
            <a:ext cx="374981" cy="2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pdf-path-531">
            <a:extLst xmlns:a="http://schemas.openxmlformats.org/drawingml/2006/main">
              <a:ext uri="{FF2B5EF4-FFF2-40B4-BE49-F238E27FC236}">
                <a16:creationId xmlns:a16="http://schemas.microsoft.com/office/drawing/2014/main" id="{E8E7537E-150E-4E24-8BE9-704E045C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2798" y="595157"/>
            <a:ext cx="885200" cy="440541"/>
          </a:xfrm>
          <a:custGeom xmlns:a="http://schemas.openxmlformats.org/drawingml/2006/main">
            <a:pathLst>
              <a:path w="885200" h="440541">
                <a:moveTo>
                  <a:pt x="0" y="13661"/>
                </a:moveTo>
                <a:cubicBezTo>
                  <a:pt x="0" y="6148"/>
                  <a:pt x="6318" y="0"/>
                  <a:pt x="13831" y="0"/>
                </a:cubicBezTo>
                <a:lnTo>
                  <a:pt x="871539" y="0"/>
                </a:lnTo>
                <a:cubicBezTo>
                  <a:pt x="879052" y="0"/>
                  <a:pt x="885200" y="6148"/>
                  <a:pt x="885200" y="13661"/>
                </a:cubicBezTo>
                <a:lnTo>
                  <a:pt x="885200" y="426711"/>
                </a:lnTo>
                <a:cubicBezTo>
                  <a:pt x="885200" y="434394"/>
                  <a:pt x="879052" y="440541"/>
                  <a:pt x="871539" y="440541"/>
                </a:cubicBezTo>
                <a:lnTo>
                  <a:pt x="13831" y="440541"/>
                </a:lnTo>
                <a:cubicBezTo>
                  <a:pt x="6318" y="440541"/>
                  <a:pt x="0" y="434394"/>
                  <a:pt x="0" y="426711"/>
                </a:cubicBezTo>
                <a:lnTo>
                  <a:pt x="0" y="13661"/>
                </a:lnTo>
              </a:path>
            </a:pathLst>
          </a:custGeom>
          <a:solidFill xmlns:a="http://schemas.openxmlformats.org/drawingml/2006/main">
            <a:srgbClr val="62AC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df-path-532">
            <a:extLst xmlns:a="http://schemas.openxmlformats.org/drawingml/2006/main">
              <a:ext uri="{FF2B5EF4-FFF2-40B4-BE49-F238E27FC236}">
                <a16:creationId xmlns:a16="http://schemas.microsoft.com/office/drawing/2014/main" id="{0FF9BBE8-8EF1-423B-AFD5-EBF4BA9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3674" y="576033"/>
            <a:ext cx="923620" cy="478961"/>
          </a:xfrm>
          <a:custGeom xmlns:a="http://schemas.openxmlformats.org/drawingml/2006/main">
            <a:pathLst>
              <a:path w="923620" h="478961">
                <a:moveTo>
                  <a:pt x="0" y="31077"/>
                </a:moveTo>
                <a:lnTo>
                  <a:pt x="2219" y="19978"/>
                </a:lnTo>
                <a:lnTo>
                  <a:pt x="9391" y="9221"/>
                </a:lnTo>
                <a:lnTo>
                  <a:pt x="20149" y="2049"/>
                </a:lnTo>
                <a:lnTo>
                  <a:pt x="31248" y="0"/>
                </a:lnTo>
                <a:lnTo>
                  <a:pt x="892542" y="0"/>
                </a:lnTo>
                <a:lnTo>
                  <a:pt x="903641" y="2049"/>
                </a:lnTo>
                <a:lnTo>
                  <a:pt x="914399" y="9221"/>
                </a:lnTo>
                <a:lnTo>
                  <a:pt x="921571" y="19978"/>
                </a:lnTo>
                <a:lnTo>
                  <a:pt x="923620" y="31077"/>
                </a:lnTo>
                <a:lnTo>
                  <a:pt x="923620" y="447714"/>
                </a:lnTo>
                <a:lnTo>
                  <a:pt x="921571" y="458812"/>
                </a:lnTo>
                <a:lnTo>
                  <a:pt x="914399" y="469569"/>
                </a:lnTo>
                <a:lnTo>
                  <a:pt x="903641" y="476741"/>
                </a:lnTo>
                <a:lnTo>
                  <a:pt x="892542" y="478961"/>
                </a:lnTo>
                <a:lnTo>
                  <a:pt x="31248" y="478961"/>
                </a:lnTo>
                <a:lnTo>
                  <a:pt x="20149" y="476741"/>
                </a:lnTo>
                <a:lnTo>
                  <a:pt x="9391" y="469569"/>
                </a:lnTo>
                <a:lnTo>
                  <a:pt x="2219" y="458812"/>
                </a:lnTo>
                <a:lnTo>
                  <a:pt x="0" y="447714"/>
                </a:lnTo>
                <a:lnTo>
                  <a:pt x="0" y="31077"/>
                </a:lnTo>
                <a:moveTo>
                  <a:pt x="38420" y="446006"/>
                </a:moveTo>
                <a:lnTo>
                  <a:pt x="38249" y="442421"/>
                </a:lnTo>
                <a:lnTo>
                  <a:pt x="39274" y="447714"/>
                </a:lnTo>
                <a:lnTo>
                  <a:pt x="36201" y="440541"/>
                </a:lnTo>
                <a:lnTo>
                  <a:pt x="39103" y="444981"/>
                </a:lnTo>
                <a:lnTo>
                  <a:pt x="33980" y="439859"/>
                </a:lnTo>
                <a:lnTo>
                  <a:pt x="38420" y="442761"/>
                </a:lnTo>
                <a:lnTo>
                  <a:pt x="31248" y="439859"/>
                </a:lnTo>
                <a:lnTo>
                  <a:pt x="36542" y="440883"/>
                </a:lnTo>
                <a:lnTo>
                  <a:pt x="32956" y="440541"/>
                </a:lnTo>
                <a:lnTo>
                  <a:pt x="890834" y="440541"/>
                </a:lnTo>
                <a:lnTo>
                  <a:pt x="887249" y="440883"/>
                </a:lnTo>
                <a:lnTo>
                  <a:pt x="892542" y="439859"/>
                </a:lnTo>
                <a:lnTo>
                  <a:pt x="885370" y="442761"/>
                </a:lnTo>
                <a:lnTo>
                  <a:pt x="889811" y="439859"/>
                </a:lnTo>
                <a:lnTo>
                  <a:pt x="884687" y="444981"/>
                </a:lnTo>
                <a:lnTo>
                  <a:pt x="887590" y="440541"/>
                </a:lnTo>
                <a:lnTo>
                  <a:pt x="884517" y="447714"/>
                </a:lnTo>
                <a:lnTo>
                  <a:pt x="885541" y="442421"/>
                </a:lnTo>
                <a:lnTo>
                  <a:pt x="885199" y="446006"/>
                </a:lnTo>
                <a:lnTo>
                  <a:pt x="885199" y="32784"/>
                </a:lnTo>
                <a:lnTo>
                  <a:pt x="885541" y="36370"/>
                </a:lnTo>
                <a:lnTo>
                  <a:pt x="884517" y="31077"/>
                </a:lnTo>
                <a:lnTo>
                  <a:pt x="887590" y="38249"/>
                </a:lnTo>
                <a:lnTo>
                  <a:pt x="884687" y="33810"/>
                </a:lnTo>
                <a:lnTo>
                  <a:pt x="889811" y="39103"/>
                </a:lnTo>
                <a:lnTo>
                  <a:pt x="885370" y="36028"/>
                </a:lnTo>
                <a:lnTo>
                  <a:pt x="892542" y="39103"/>
                </a:lnTo>
                <a:lnTo>
                  <a:pt x="887249" y="38078"/>
                </a:lnTo>
                <a:lnTo>
                  <a:pt x="890834" y="38419"/>
                </a:lnTo>
                <a:lnTo>
                  <a:pt x="32956" y="38419"/>
                </a:lnTo>
                <a:lnTo>
                  <a:pt x="36542" y="38078"/>
                </a:lnTo>
                <a:lnTo>
                  <a:pt x="31248" y="39103"/>
                </a:lnTo>
                <a:lnTo>
                  <a:pt x="38420" y="36028"/>
                </a:lnTo>
                <a:lnTo>
                  <a:pt x="33980" y="39103"/>
                </a:lnTo>
                <a:lnTo>
                  <a:pt x="39103" y="33810"/>
                </a:lnTo>
                <a:lnTo>
                  <a:pt x="36201" y="38249"/>
                </a:lnTo>
                <a:lnTo>
                  <a:pt x="39274" y="31077"/>
                </a:lnTo>
                <a:lnTo>
                  <a:pt x="38249" y="36370"/>
                </a:lnTo>
                <a:lnTo>
                  <a:pt x="38420" y="32784"/>
                </a:lnTo>
                <a:lnTo>
                  <a:pt x="38420" y="446006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df-path-533">
            <a:extLst xmlns:a="http://schemas.openxmlformats.org/drawingml/2006/main">
              <a:ext uri="{FF2B5EF4-FFF2-40B4-BE49-F238E27FC236}">
                <a16:creationId xmlns:a16="http://schemas.microsoft.com/office/drawing/2014/main" id="{0786D35C-7F0D-4287-90E2-47FA939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257" y="595157"/>
            <a:ext cx="885200" cy="440541"/>
          </a:xfrm>
          <a:custGeom xmlns:a="http://schemas.openxmlformats.org/drawingml/2006/main">
            <a:pathLst>
              <a:path w="885200" h="440541">
                <a:moveTo>
                  <a:pt x="0" y="13661"/>
                </a:moveTo>
                <a:cubicBezTo>
                  <a:pt x="0" y="6148"/>
                  <a:pt x="6147" y="0"/>
                  <a:pt x="13661" y="0"/>
                </a:cubicBezTo>
                <a:lnTo>
                  <a:pt x="871369" y="0"/>
                </a:lnTo>
                <a:cubicBezTo>
                  <a:pt x="878882" y="0"/>
                  <a:pt x="885200" y="6148"/>
                  <a:pt x="885200" y="13661"/>
                </a:cubicBezTo>
                <a:lnTo>
                  <a:pt x="885200" y="426711"/>
                </a:lnTo>
                <a:cubicBezTo>
                  <a:pt x="885200" y="434394"/>
                  <a:pt x="878882" y="440541"/>
                  <a:pt x="871369" y="440541"/>
                </a:cubicBezTo>
                <a:lnTo>
                  <a:pt x="13661" y="440541"/>
                </a:lnTo>
                <a:cubicBezTo>
                  <a:pt x="6147" y="440541"/>
                  <a:pt x="0" y="434394"/>
                  <a:pt x="0" y="426711"/>
                </a:cubicBezTo>
                <a:lnTo>
                  <a:pt x="0" y="13661"/>
                </a:lnTo>
              </a:path>
            </a:pathLst>
          </a:custGeom>
          <a:solidFill xmlns:a="http://schemas.openxmlformats.org/drawingml/2006/main">
            <a:srgbClr val="62AC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df-path-534">
            <a:extLst xmlns:a="http://schemas.openxmlformats.org/drawingml/2006/main">
              <a:ext uri="{FF2B5EF4-FFF2-40B4-BE49-F238E27FC236}">
                <a16:creationId xmlns:a16="http://schemas.microsoft.com/office/drawing/2014/main" id="{C14564BB-BF45-4EE2-A883-2D11559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1961" y="576033"/>
            <a:ext cx="923620" cy="478961"/>
          </a:xfrm>
          <a:custGeom xmlns:a="http://schemas.openxmlformats.org/drawingml/2006/main">
            <a:pathLst>
              <a:path w="923620" h="478961">
                <a:moveTo>
                  <a:pt x="0" y="31077"/>
                </a:moveTo>
                <a:lnTo>
                  <a:pt x="2219" y="19978"/>
                </a:lnTo>
                <a:lnTo>
                  <a:pt x="9391" y="9221"/>
                </a:lnTo>
                <a:lnTo>
                  <a:pt x="20149" y="2049"/>
                </a:lnTo>
                <a:lnTo>
                  <a:pt x="31248" y="0"/>
                </a:lnTo>
                <a:lnTo>
                  <a:pt x="892542" y="0"/>
                </a:lnTo>
                <a:lnTo>
                  <a:pt x="903641" y="2049"/>
                </a:lnTo>
                <a:lnTo>
                  <a:pt x="914399" y="9221"/>
                </a:lnTo>
                <a:lnTo>
                  <a:pt x="921571" y="19978"/>
                </a:lnTo>
                <a:lnTo>
                  <a:pt x="923620" y="31077"/>
                </a:lnTo>
                <a:lnTo>
                  <a:pt x="923620" y="447714"/>
                </a:lnTo>
                <a:lnTo>
                  <a:pt x="921571" y="458812"/>
                </a:lnTo>
                <a:lnTo>
                  <a:pt x="914399" y="469569"/>
                </a:lnTo>
                <a:lnTo>
                  <a:pt x="903641" y="476741"/>
                </a:lnTo>
                <a:lnTo>
                  <a:pt x="892542" y="478961"/>
                </a:lnTo>
                <a:lnTo>
                  <a:pt x="31248" y="478961"/>
                </a:lnTo>
                <a:lnTo>
                  <a:pt x="20149" y="476741"/>
                </a:lnTo>
                <a:lnTo>
                  <a:pt x="9391" y="469569"/>
                </a:lnTo>
                <a:lnTo>
                  <a:pt x="2219" y="458812"/>
                </a:lnTo>
                <a:lnTo>
                  <a:pt x="0" y="447714"/>
                </a:lnTo>
                <a:lnTo>
                  <a:pt x="0" y="31077"/>
                </a:lnTo>
                <a:moveTo>
                  <a:pt x="38420" y="446006"/>
                </a:moveTo>
                <a:lnTo>
                  <a:pt x="38249" y="442421"/>
                </a:lnTo>
                <a:lnTo>
                  <a:pt x="39274" y="447714"/>
                </a:lnTo>
                <a:lnTo>
                  <a:pt x="36200" y="440541"/>
                </a:lnTo>
                <a:lnTo>
                  <a:pt x="39103" y="444981"/>
                </a:lnTo>
                <a:lnTo>
                  <a:pt x="33980" y="439859"/>
                </a:lnTo>
                <a:lnTo>
                  <a:pt x="38420" y="442761"/>
                </a:lnTo>
                <a:lnTo>
                  <a:pt x="31248" y="439859"/>
                </a:lnTo>
                <a:lnTo>
                  <a:pt x="36542" y="440883"/>
                </a:lnTo>
                <a:lnTo>
                  <a:pt x="32956" y="440541"/>
                </a:lnTo>
                <a:lnTo>
                  <a:pt x="890834" y="440541"/>
                </a:lnTo>
                <a:lnTo>
                  <a:pt x="887249" y="440883"/>
                </a:lnTo>
                <a:lnTo>
                  <a:pt x="892542" y="439859"/>
                </a:lnTo>
                <a:lnTo>
                  <a:pt x="885370" y="442761"/>
                </a:lnTo>
                <a:lnTo>
                  <a:pt x="889810" y="439859"/>
                </a:lnTo>
                <a:lnTo>
                  <a:pt x="884687" y="444981"/>
                </a:lnTo>
                <a:lnTo>
                  <a:pt x="887590" y="440541"/>
                </a:lnTo>
                <a:lnTo>
                  <a:pt x="884517" y="447714"/>
                </a:lnTo>
                <a:lnTo>
                  <a:pt x="885541" y="442421"/>
                </a:lnTo>
                <a:lnTo>
                  <a:pt x="885199" y="446006"/>
                </a:lnTo>
                <a:lnTo>
                  <a:pt x="885199" y="32784"/>
                </a:lnTo>
                <a:lnTo>
                  <a:pt x="885541" y="36370"/>
                </a:lnTo>
                <a:lnTo>
                  <a:pt x="884517" y="31077"/>
                </a:lnTo>
                <a:lnTo>
                  <a:pt x="887590" y="38249"/>
                </a:lnTo>
                <a:lnTo>
                  <a:pt x="884687" y="33810"/>
                </a:lnTo>
                <a:lnTo>
                  <a:pt x="889810" y="39103"/>
                </a:lnTo>
                <a:lnTo>
                  <a:pt x="885370" y="36028"/>
                </a:lnTo>
                <a:lnTo>
                  <a:pt x="892542" y="39103"/>
                </a:lnTo>
                <a:lnTo>
                  <a:pt x="887249" y="38078"/>
                </a:lnTo>
                <a:lnTo>
                  <a:pt x="890834" y="38419"/>
                </a:lnTo>
                <a:lnTo>
                  <a:pt x="32956" y="38419"/>
                </a:lnTo>
                <a:lnTo>
                  <a:pt x="36542" y="38078"/>
                </a:lnTo>
                <a:lnTo>
                  <a:pt x="31248" y="39103"/>
                </a:lnTo>
                <a:lnTo>
                  <a:pt x="38420" y="36028"/>
                </a:lnTo>
                <a:lnTo>
                  <a:pt x="33980" y="39103"/>
                </a:lnTo>
                <a:lnTo>
                  <a:pt x="39103" y="33810"/>
                </a:lnTo>
                <a:lnTo>
                  <a:pt x="36200" y="38249"/>
                </a:lnTo>
                <a:lnTo>
                  <a:pt x="39274" y="31077"/>
                </a:lnTo>
                <a:lnTo>
                  <a:pt x="38249" y="36370"/>
                </a:lnTo>
                <a:lnTo>
                  <a:pt x="38420" y="32784"/>
                </a:lnTo>
                <a:lnTo>
                  <a:pt x="38420" y="446006"/>
                </a:lnTo>
              </a:path>
            </a:pathLst>
          </a:custGeom>
          <a:solidFill xmlns:a="http://schemas.openxmlformats.org/drawingml/2006/main">
            <a:srgbClr val="62ACD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98AEEC6-6397-49FB-A288-F16A5100DE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09ee4c50f4d58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5445" y="7819013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556" name="host-source-component-49">
            <a:extLst xmlns:a="http://schemas.openxmlformats.org/drawingml/2006/main">
              <a:ext uri="{FF2B5EF4-FFF2-40B4-BE49-F238E27FC236}">
                <a16:creationId xmlns:a16="http://schemas.microsoft.com/office/drawing/2014/main" id="{59D5FD24-9A7F-4DBE-B126-0F92A06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5445" y="7819013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3B9450B-30D4-4637-8C77-E1FFC4DDA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8c0e2a27c4b47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7998" y="7819013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558" name="host-source-component-50">
            <a:extLst xmlns:a="http://schemas.openxmlformats.org/drawingml/2006/main">
              <a:ext uri="{FF2B5EF4-FFF2-40B4-BE49-F238E27FC236}">
                <a16:creationId xmlns:a16="http://schemas.microsoft.com/office/drawing/2014/main" id="{198C02B0-5904-4865-A0AA-D7560BF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998" y="7819013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DA6DE254-67D3-4E9C-B543-B9A435250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1f39b06dd41fc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8501" y="7819013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560" name="host-source-component-51">
            <a:extLst xmlns:a="http://schemas.openxmlformats.org/drawingml/2006/main">
              <a:ext uri="{FF2B5EF4-FFF2-40B4-BE49-F238E27FC236}">
                <a16:creationId xmlns:a16="http://schemas.microsoft.com/office/drawing/2014/main" id="{44C377A9-367E-47A1-B2D1-CE605A0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8501" y="7819013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6A995589-F885-4BFF-8544-17285091B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565907fc24877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1054" y="7819013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562" name="host-source-component-52">
            <a:extLst xmlns:a="http://schemas.openxmlformats.org/drawingml/2006/main">
              <a:ext uri="{FF2B5EF4-FFF2-40B4-BE49-F238E27FC236}">
                <a16:creationId xmlns:a16="http://schemas.microsoft.com/office/drawing/2014/main" id="{93CC4CEF-0EE3-4DF4-A697-F2E81C7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1054" y="7819013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21D28780-0599-48CC-AAE2-FDDCEA529C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ff7557c474bd9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1558" y="7819013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564" name="host-source-component-53">
            <a:extLst xmlns:a="http://schemas.openxmlformats.org/drawingml/2006/main">
              <a:ext uri="{FF2B5EF4-FFF2-40B4-BE49-F238E27FC236}">
                <a16:creationId xmlns:a16="http://schemas.microsoft.com/office/drawing/2014/main" id="{378C3A46-770F-4DD1-9C19-8DAB07B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1558" y="7819013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0CEBCCD2-993C-4019-AC86-F488F4F17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259b3cca8458c"/>
          <a:srcRect xmlns:a="http://schemas.openxmlformats.org/drawingml/2006/main" l="0" t="311" r="0" b="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6697" y="690438"/>
            <a:ext cx="991752" cy="606513"/>
          </a:xfrm>
          <a:prstGeom xmlns:a="http://schemas.openxmlformats.org/drawingml/2006/main" prst="rect">
            <a:avLst/>
          </a:prstGeom>
        </p:spPr>
      </p:pic>
      <p:sp>
        <p:nvSpPr>
          <p:cNvPr id="566" name="host-source-component-54">
            <a:extLst xmlns:a="http://schemas.openxmlformats.org/drawingml/2006/main">
              <a:ext uri="{FF2B5EF4-FFF2-40B4-BE49-F238E27FC236}">
                <a16:creationId xmlns:a16="http://schemas.microsoft.com/office/drawing/2014/main" id="{19BD3311-0633-4861-B093-C81A0147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6697" y="690438"/>
            <a:ext cx="991752" cy="606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7" name="pdf-path-541">
            <a:extLst xmlns:a="http://schemas.openxmlformats.org/drawingml/2006/main">
              <a:ext uri="{FF2B5EF4-FFF2-40B4-BE49-F238E27FC236}">
                <a16:creationId xmlns:a16="http://schemas.microsoft.com/office/drawing/2014/main" id="{1F1A9CF9-3520-4F90-A60F-DF579D14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8991" y="604378"/>
            <a:ext cx="981507" cy="92206"/>
          </a:xfrm>
          <a:custGeom xmlns:a="http://schemas.openxmlformats.org/drawingml/2006/main">
            <a:pathLst>
              <a:path w="981507" h="92206">
                <a:moveTo>
                  <a:pt x="0" y="92206"/>
                </a:moveTo>
                <a:lnTo>
                  <a:pt x="981507" y="92206"/>
                </a:lnTo>
                <a:lnTo>
                  <a:pt x="9815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8" name="pdf-path-542">
            <a:extLst xmlns:a="http://schemas.openxmlformats.org/drawingml/2006/main">
              <a:ext uri="{FF2B5EF4-FFF2-40B4-BE49-F238E27FC236}">
                <a16:creationId xmlns:a16="http://schemas.microsoft.com/office/drawing/2014/main" id="{5CA0BED4-4CDB-45EB-A1D0-7B9AA6B8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0721" y="622819"/>
            <a:ext cx="81962" cy="55325"/>
          </a:xfrm>
          <a:custGeom xmlns:a="http://schemas.openxmlformats.org/drawingml/2006/main">
            <a:pathLst>
              <a:path w="81962" h="55325">
                <a:moveTo>
                  <a:pt x="0" y="27662"/>
                </a:moveTo>
                <a:cubicBezTo>
                  <a:pt x="0" y="42859"/>
                  <a:pt x="12294" y="55325"/>
                  <a:pt x="27662" y="55325"/>
                </a:cubicBezTo>
                <a:lnTo>
                  <a:pt x="54300" y="55325"/>
                </a:lnTo>
                <a:cubicBezTo>
                  <a:pt x="69497" y="55325"/>
                  <a:pt x="81962" y="42859"/>
                  <a:pt x="81962" y="27662"/>
                </a:cubicBezTo>
                <a:cubicBezTo>
                  <a:pt x="81962" y="12295"/>
                  <a:pt x="69497" y="0"/>
                  <a:pt x="54300" y="0"/>
                </a:cubicBezTo>
                <a:lnTo>
                  <a:pt x="27662" y="0"/>
                </a:lnTo>
                <a:cubicBezTo>
                  <a:pt x="12294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df-path-543">
            <a:extLst xmlns:a="http://schemas.openxmlformats.org/drawingml/2006/main">
              <a:ext uri="{FF2B5EF4-FFF2-40B4-BE49-F238E27FC236}">
                <a16:creationId xmlns:a16="http://schemas.microsoft.com/office/drawing/2014/main" id="{29DA1CFD-5E25-49D3-B97B-796E8AB2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5470" y="622819"/>
            <a:ext cx="84011" cy="55325"/>
          </a:xfrm>
          <a:custGeom xmlns:a="http://schemas.openxmlformats.org/drawingml/2006/main">
            <a:pathLst>
              <a:path w="84011" h="55325">
                <a:moveTo>
                  <a:pt x="0" y="27662"/>
                </a:moveTo>
                <a:cubicBezTo>
                  <a:pt x="0" y="42859"/>
                  <a:pt x="12294" y="55325"/>
                  <a:pt x="27662" y="55325"/>
                </a:cubicBezTo>
                <a:lnTo>
                  <a:pt x="56349" y="55325"/>
                </a:lnTo>
                <a:cubicBezTo>
                  <a:pt x="71546" y="55325"/>
                  <a:pt x="84011" y="42859"/>
                  <a:pt x="84011" y="27662"/>
                </a:cubicBezTo>
                <a:cubicBezTo>
                  <a:pt x="84011" y="12295"/>
                  <a:pt x="71546" y="0"/>
                  <a:pt x="56349" y="0"/>
                </a:cubicBezTo>
                <a:lnTo>
                  <a:pt x="27662" y="0"/>
                </a:lnTo>
                <a:cubicBezTo>
                  <a:pt x="12294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0" name="pdf-path-544">
            <a:extLst xmlns:a="http://schemas.openxmlformats.org/drawingml/2006/main">
              <a:ext uri="{FF2B5EF4-FFF2-40B4-BE49-F238E27FC236}">
                <a16:creationId xmlns:a16="http://schemas.microsoft.com/office/drawing/2014/main" id="{B2709A91-D37F-44B2-A1EB-E4433AFB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66" y="622819"/>
            <a:ext cx="84011" cy="55325"/>
          </a:xfrm>
          <a:custGeom xmlns:a="http://schemas.openxmlformats.org/drawingml/2006/main">
            <a:pathLst>
              <a:path w="84011" h="55325">
                <a:moveTo>
                  <a:pt x="0" y="27662"/>
                </a:moveTo>
                <a:cubicBezTo>
                  <a:pt x="0" y="42859"/>
                  <a:pt x="12295" y="55325"/>
                  <a:pt x="27663" y="55325"/>
                </a:cubicBezTo>
                <a:lnTo>
                  <a:pt x="56349" y="55325"/>
                </a:lnTo>
                <a:cubicBezTo>
                  <a:pt x="71547" y="55325"/>
                  <a:pt x="84011" y="42859"/>
                  <a:pt x="84011" y="27662"/>
                </a:cubicBezTo>
                <a:cubicBezTo>
                  <a:pt x="84011" y="12295"/>
                  <a:pt x="71547" y="0"/>
                  <a:pt x="56179" y="0"/>
                </a:cubicBezTo>
                <a:lnTo>
                  <a:pt x="27663" y="0"/>
                </a:lnTo>
                <a:cubicBezTo>
                  <a:pt x="12295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df-path-545">
            <a:extLst xmlns:a="http://schemas.openxmlformats.org/drawingml/2006/main">
              <a:ext uri="{FF2B5EF4-FFF2-40B4-BE49-F238E27FC236}">
                <a16:creationId xmlns:a16="http://schemas.microsoft.com/office/drawing/2014/main" id="{37C54C56-9358-4D12-BBF1-FC52405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9064" y="622819"/>
            <a:ext cx="81792" cy="55325"/>
          </a:xfrm>
          <a:custGeom xmlns:a="http://schemas.openxmlformats.org/drawingml/2006/main">
            <a:pathLst>
              <a:path w="81792" h="55325">
                <a:moveTo>
                  <a:pt x="0" y="27662"/>
                </a:moveTo>
                <a:cubicBezTo>
                  <a:pt x="0" y="42859"/>
                  <a:pt x="12294" y="55325"/>
                  <a:pt x="27662" y="55325"/>
                </a:cubicBezTo>
                <a:lnTo>
                  <a:pt x="54129" y="55325"/>
                </a:lnTo>
                <a:cubicBezTo>
                  <a:pt x="69497" y="55325"/>
                  <a:pt x="81792" y="42859"/>
                  <a:pt x="81792" y="27662"/>
                </a:cubicBezTo>
                <a:cubicBezTo>
                  <a:pt x="81792" y="12295"/>
                  <a:pt x="69497" y="0"/>
                  <a:pt x="54129" y="0"/>
                </a:cubicBezTo>
                <a:lnTo>
                  <a:pt x="27662" y="0"/>
                </a:lnTo>
                <a:cubicBezTo>
                  <a:pt x="12294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2" name="pdf-path-546">
            <a:extLst xmlns:a="http://schemas.openxmlformats.org/drawingml/2006/main">
              <a:ext uri="{FF2B5EF4-FFF2-40B4-BE49-F238E27FC236}">
                <a16:creationId xmlns:a16="http://schemas.microsoft.com/office/drawing/2014/main" id="{5DD5F411-BE94-40B1-AC9B-3412682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5860" y="622819"/>
            <a:ext cx="81793" cy="55325"/>
          </a:xfrm>
          <a:custGeom xmlns:a="http://schemas.openxmlformats.org/drawingml/2006/main">
            <a:pathLst>
              <a:path w="81793" h="55325">
                <a:moveTo>
                  <a:pt x="0" y="27662"/>
                </a:moveTo>
                <a:cubicBezTo>
                  <a:pt x="0" y="42859"/>
                  <a:pt x="12295" y="55325"/>
                  <a:pt x="27492" y="55325"/>
                </a:cubicBezTo>
                <a:lnTo>
                  <a:pt x="54129" y="55325"/>
                </a:lnTo>
                <a:cubicBezTo>
                  <a:pt x="69498" y="55325"/>
                  <a:pt x="81793" y="42859"/>
                  <a:pt x="81793" y="27662"/>
                </a:cubicBezTo>
                <a:cubicBezTo>
                  <a:pt x="81793" y="12295"/>
                  <a:pt x="69498" y="0"/>
                  <a:pt x="54129" y="0"/>
                </a:cubicBezTo>
                <a:lnTo>
                  <a:pt x="27492" y="0"/>
                </a:lnTo>
                <a:cubicBezTo>
                  <a:pt x="12295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df-path-547">
            <a:extLst xmlns:a="http://schemas.openxmlformats.org/drawingml/2006/main">
              <a:ext uri="{FF2B5EF4-FFF2-40B4-BE49-F238E27FC236}">
                <a16:creationId xmlns:a16="http://schemas.microsoft.com/office/drawing/2014/main" id="{501689C9-5942-47BA-9486-B142B7D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2487" y="622819"/>
            <a:ext cx="82134" cy="55325"/>
          </a:xfrm>
          <a:custGeom xmlns:a="http://schemas.openxmlformats.org/drawingml/2006/main">
            <a:pathLst>
              <a:path w="82134" h="55325">
                <a:moveTo>
                  <a:pt x="0" y="27662"/>
                </a:moveTo>
                <a:cubicBezTo>
                  <a:pt x="0" y="42859"/>
                  <a:pt x="12465" y="55325"/>
                  <a:pt x="27834" y="55325"/>
                </a:cubicBezTo>
                <a:lnTo>
                  <a:pt x="54472" y="55325"/>
                </a:lnTo>
                <a:cubicBezTo>
                  <a:pt x="69668" y="55325"/>
                  <a:pt x="82134" y="42859"/>
                  <a:pt x="82134" y="27662"/>
                </a:cubicBezTo>
                <a:cubicBezTo>
                  <a:pt x="82134" y="12295"/>
                  <a:pt x="69668" y="0"/>
                  <a:pt x="54472" y="0"/>
                </a:cubicBezTo>
                <a:lnTo>
                  <a:pt x="27834" y="0"/>
                </a:lnTo>
                <a:cubicBezTo>
                  <a:pt x="12465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df-path-548">
            <a:extLst xmlns:a="http://schemas.openxmlformats.org/drawingml/2006/main">
              <a:ext uri="{FF2B5EF4-FFF2-40B4-BE49-F238E27FC236}">
                <a16:creationId xmlns:a16="http://schemas.microsoft.com/office/drawing/2014/main" id="{2161E17B-5313-420B-8FC0-7C96B767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9284" y="622819"/>
            <a:ext cx="81963" cy="55325"/>
          </a:xfrm>
          <a:custGeom xmlns:a="http://schemas.openxmlformats.org/drawingml/2006/main">
            <a:pathLst>
              <a:path w="81963" h="55325">
                <a:moveTo>
                  <a:pt x="0" y="27662"/>
                </a:moveTo>
                <a:cubicBezTo>
                  <a:pt x="0" y="42859"/>
                  <a:pt x="12466" y="55325"/>
                  <a:pt x="27663" y="55325"/>
                </a:cubicBezTo>
                <a:lnTo>
                  <a:pt x="54301" y="55325"/>
                </a:lnTo>
                <a:cubicBezTo>
                  <a:pt x="69669" y="55325"/>
                  <a:pt x="81963" y="42859"/>
                  <a:pt x="81963" y="27662"/>
                </a:cubicBezTo>
                <a:cubicBezTo>
                  <a:pt x="81963" y="12295"/>
                  <a:pt x="69669" y="0"/>
                  <a:pt x="54301" y="0"/>
                </a:cubicBezTo>
                <a:lnTo>
                  <a:pt x="27663" y="0"/>
                </a:lnTo>
                <a:cubicBezTo>
                  <a:pt x="12466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df-path-549">
            <a:extLst xmlns:a="http://schemas.openxmlformats.org/drawingml/2006/main">
              <a:ext uri="{FF2B5EF4-FFF2-40B4-BE49-F238E27FC236}">
                <a16:creationId xmlns:a16="http://schemas.microsoft.com/office/drawing/2014/main" id="{A1A23748-D1C3-46E1-A6E4-E6B16897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082" y="622819"/>
            <a:ext cx="81962" cy="55325"/>
          </a:xfrm>
          <a:custGeom xmlns:a="http://schemas.openxmlformats.org/drawingml/2006/main">
            <a:pathLst>
              <a:path w="81962" h="55325">
                <a:moveTo>
                  <a:pt x="0" y="27662"/>
                </a:moveTo>
                <a:cubicBezTo>
                  <a:pt x="0" y="42859"/>
                  <a:pt x="12464" y="55325"/>
                  <a:pt x="27662" y="55325"/>
                </a:cubicBezTo>
                <a:lnTo>
                  <a:pt x="54300" y="55325"/>
                </a:lnTo>
                <a:cubicBezTo>
                  <a:pt x="69668" y="55325"/>
                  <a:pt x="81962" y="42859"/>
                  <a:pt x="81962" y="27662"/>
                </a:cubicBezTo>
                <a:cubicBezTo>
                  <a:pt x="81962" y="12295"/>
                  <a:pt x="69668" y="0"/>
                  <a:pt x="54300" y="0"/>
                </a:cubicBezTo>
                <a:lnTo>
                  <a:pt x="27662" y="0"/>
                </a:lnTo>
                <a:cubicBezTo>
                  <a:pt x="12464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6" name="pdf-path-550">
            <a:extLst xmlns:a="http://schemas.openxmlformats.org/drawingml/2006/main">
              <a:ext uri="{FF2B5EF4-FFF2-40B4-BE49-F238E27FC236}">
                <a16:creationId xmlns:a16="http://schemas.microsoft.com/office/drawing/2014/main" id="{40452C68-E66C-412D-95CC-CE15FDAA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2878" y="622819"/>
            <a:ext cx="81964" cy="55325"/>
          </a:xfrm>
          <a:custGeom xmlns:a="http://schemas.openxmlformats.org/drawingml/2006/main">
            <a:pathLst>
              <a:path w="81964" h="55325">
                <a:moveTo>
                  <a:pt x="0" y="27662"/>
                </a:moveTo>
                <a:cubicBezTo>
                  <a:pt x="0" y="42859"/>
                  <a:pt x="12467" y="55325"/>
                  <a:pt x="27663" y="55325"/>
                </a:cubicBezTo>
                <a:lnTo>
                  <a:pt x="54301" y="55325"/>
                </a:lnTo>
                <a:cubicBezTo>
                  <a:pt x="69669" y="55325"/>
                  <a:pt x="81964" y="42859"/>
                  <a:pt x="81964" y="27662"/>
                </a:cubicBezTo>
                <a:cubicBezTo>
                  <a:pt x="81964" y="12295"/>
                  <a:pt x="69669" y="0"/>
                  <a:pt x="54301" y="0"/>
                </a:cubicBezTo>
                <a:lnTo>
                  <a:pt x="27663" y="0"/>
                </a:lnTo>
                <a:cubicBezTo>
                  <a:pt x="12467" y="0"/>
                  <a:pt x="0" y="12295"/>
                  <a:pt x="0" y="2766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df-path-551">
            <a:extLst xmlns:a="http://schemas.openxmlformats.org/drawingml/2006/main">
              <a:ext uri="{FF2B5EF4-FFF2-40B4-BE49-F238E27FC236}">
                <a16:creationId xmlns:a16="http://schemas.microsoft.com/office/drawing/2014/main" id="{5AFB4134-27C2-422F-B818-90ED01AD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6697" y="1245724"/>
            <a:ext cx="981505" cy="92207"/>
          </a:xfrm>
          <a:custGeom xmlns:a="http://schemas.openxmlformats.org/drawingml/2006/main">
            <a:pathLst>
              <a:path w="981505" h="92207">
                <a:moveTo>
                  <a:pt x="0" y="92207"/>
                </a:moveTo>
                <a:lnTo>
                  <a:pt x="981505" y="92207"/>
                </a:lnTo>
                <a:lnTo>
                  <a:pt x="9815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8" name="pdf-path-552">
            <a:extLst xmlns:a="http://schemas.openxmlformats.org/drawingml/2006/main">
              <a:ext uri="{FF2B5EF4-FFF2-40B4-BE49-F238E27FC236}">
                <a16:creationId xmlns:a16="http://schemas.microsoft.com/office/drawing/2014/main" id="{967DBA34-3FE5-4B5A-AD00-128FE22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426" y="1264166"/>
            <a:ext cx="81792" cy="55324"/>
          </a:xfrm>
          <a:custGeom xmlns:a="http://schemas.openxmlformats.org/drawingml/2006/main">
            <a:pathLst>
              <a:path w="81792" h="55324">
                <a:moveTo>
                  <a:pt x="0" y="27661"/>
                </a:moveTo>
                <a:cubicBezTo>
                  <a:pt x="0" y="42859"/>
                  <a:pt x="12295" y="55324"/>
                  <a:pt x="27663" y="55324"/>
                </a:cubicBezTo>
                <a:lnTo>
                  <a:pt x="54300" y="55324"/>
                </a:lnTo>
                <a:cubicBezTo>
                  <a:pt x="69497" y="55324"/>
                  <a:pt x="81792" y="42859"/>
                  <a:pt x="81792" y="27661"/>
                </a:cubicBezTo>
                <a:cubicBezTo>
                  <a:pt x="81792" y="12294"/>
                  <a:pt x="69497" y="0"/>
                  <a:pt x="54300" y="0"/>
                </a:cubicBezTo>
                <a:lnTo>
                  <a:pt x="27663" y="0"/>
                </a:lnTo>
                <a:cubicBezTo>
                  <a:pt x="12295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df-path-553">
            <a:extLst xmlns:a="http://schemas.openxmlformats.org/drawingml/2006/main">
              <a:ext uri="{FF2B5EF4-FFF2-40B4-BE49-F238E27FC236}">
                <a16:creationId xmlns:a16="http://schemas.microsoft.com/office/drawing/2014/main" id="{09957DC1-62AF-444C-97A6-704ED92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224" y="1264166"/>
            <a:ext cx="81791" cy="55324"/>
          </a:xfrm>
          <a:custGeom xmlns:a="http://schemas.openxmlformats.org/drawingml/2006/main">
            <a:pathLst>
              <a:path w="81791" h="55324">
                <a:moveTo>
                  <a:pt x="0" y="27661"/>
                </a:moveTo>
                <a:cubicBezTo>
                  <a:pt x="0" y="42859"/>
                  <a:pt x="12294" y="55324"/>
                  <a:pt x="27662" y="55324"/>
                </a:cubicBezTo>
                <a:lnTo>
                  <a:pt x="54300" y="55324"/>
                </a:lnTo>
                <a:cubicBezTo>
                  <a:pt x="69497" y="55324"/>
                  <a:pt x="81791" y="42859"/>
                  <a:pt x="81791" y="27661"/>
                </a:cubicBezTo>
                <a:cubicBezTo>
                  <a:pt x="81791" y="12294"/>
                  <a:pt x="69497" y="0"/>
                  <a:pt x="54300" y="0"/>
                </a:cubicBezTo>
                <a:lnTo>
                  <a:pt x="27662" y="0"/>
                </a:lnTo>
                <a:cubicBezTo>
                  <a:pt x="12294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pdf-path-554">
            <a:extLst xmlns:a="http://schemas.openxmlformats.org/drawingml/2006/main">
              <a:ext uri="{FF2B5EF4-FFF2-40B4-BE49-F238E27FC236}">
                <a16:creationId xmlns:a16="http://schemas.microsoft.com/office/drawing/2014/main" id="{7A6A6716-A2C1-41CC-A0DC-07E278D9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2021" y="1264166"/>
            <a:ext cx="81793" cy="55324"/>
          </a:xfrm>
          <a:custGeom xmlns:a="http://schemas.openxmlformats.org/drawingml/2006/main">
            <a:pathLst>
              <a:path w="81793" h="55324">
                <a:moveTo>
                  <a:pt x="0" y="27661"/>
                </a:moveTo>
                <a:cubicBezTo>
                  <a:pt x="0" y="42859"/>
                  <a:pt x="12295" y="55324"/>
                  <a:pt x="27492" y="55324"/>
                </a:cubicBezTo>
                <a:lnTo>
                  <a:pt x="54129" y="55324"/>
                </a:lnTo>
                <a:cubicBezTo>
                  <a:pt x="69498" y="55324"/>
                  <a:pt x="81793" y="42859"/>
                  <a:pt x="81793" y="27661"/>
                </a:cubicBezTo>
                <a:cubicBezTo>
                  <a:pt x="81793" y="12294"/>
                  <a:pt x="69498" y="0"/>
                  <a:pt x="54129" y="0"/>
                </a:cubicBezTo>
                <a:lnTo>
                  <a:pt x="27492" y="0"/>
                </a:lnTo>
                <a:cubicBezTo>
                  <a:pt x="12295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df-path-555">
            <a:extLst xmlns:a="http://schemas.openxmlformats.org/drawingml/2006/main">
              <a:ext uri="{FF2B5EF4-FFF2-40B4-BE49-F238E27FC236}">
                <a16:creationId xmlns:a16="http://schemas.microsoft.com/office/drawing/2014/main" id="{CD367433-7BEF-4DA6-92D8-A5D869F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8818" y="1264166"/>
            <a:ext cx="81792" cy="55324"/>
          </a:xfrm>
          <a:custGeom xmlns:a="http://schemas.openxmlformats.org/drawingml/2006/main">
            <a:pathLst>
              <a:path w="81792" h="55324">
                <a:moveTo>
                  <a:pt x="0" y="27661"/>
                </a:moveTo>
                <a:cubicBezTo>
                  <a:pt x="0" y="42859"/>
                  <a:pt x="12294" y="55324"/>
                  <a:pt x="27491" y="55324"/>
                </a:cubicBezTo>
                <a:lnTo>
                  <a:pt x="54130" y="55324"/>
                </a:lnTo>
                <a:cubicBezTo>
                  <a:pt x="69498" y="55324"/>
                  <a:pt x="81792" y="42859"/>
                  <a:pt x="81792" y="27661"/>
                </a:cubicBezTo>
                <a:cubicBezTo>
                  <a:pt x="81792" y="12294"/>
                  <a:pt x="69498" y="0"/>
                  <a:pt x="54130" y="0"/>
                </a:cubicBezTo>
                <a:lnTo>
                  <a:pt x="27491" y="0"/>
                </a:lnTo>
                <a:cubicBezTo>
                  <a:pt x="12294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2" name="pdf-path-556">
            <a:extLst xmlns:a="http://schemas.openxmlformats.org/drawingml/2006/main">
              <a:ext uri="{FF2B5EF4-FFF2-40B4-BE49-F238E27FC236}">
                <a16:creationId xmlns:a16="http://schemas.microsoft.com/office/drawing/2014/main" id="{AF0F6C26-D367-4D36-970D-FD2DC19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5444" y="1264166"/>
            <a:ext cx="81964" cy="55324"/>
          </a:xfrm>
          <a:custGeom xmlns:a="http://schemas.openxmlformats.org/drawingml/2006/main">
            <a:pathLst>
              <a:path w="81964" h="55324">
                <a:moveTo>
                  <a:pt x="0" y="27661"/>
                </a:moveTo>
                <a:cubicBezTo>
                  <a:pt x="0" y="42859"/>
                  <a:pt x="12466" y="55324"/>
                  <a:pt x="27663" y="55324"/>
                </a:cubicBezTo>
                <a:lnTo>
                  <a:pt x="54301" y="55324"/>
                </a:lnTo>
                <a:cubicBezTo>
                  <a:pt x="69669" y="55324"/>
                  <a:pt x="81964" y="42859"/>
                  <a:pt x="81964" y="27661"/>
                </a:cubicBezTo>
                <a:cubicBezTo>
                  <a:pt x="81964" y="12294"/>
                  <a:pt x="69669" y="0"/>
                  <a:pt x="54301" y="0"/>
                </a:cubicBezTo>
                <a:lnTo>
                  <a:pt x="27663" y="0"/>
                </a:lnTo>
                <a:cubicBezTo>
                  <a:pt x="12466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df-path-557">
            <a:extLst xmlns:a="http://schemas.openxmlformats.org/drawingml/2006/main">
              <a:ext uri="{FF2B5EF4-FFF2-40B4-BE49-F238E27FC236}">
                <a16:creationId xmlns:a16="http://schemas.microsoft.com/office/drawing/2014/main" id="{C512B595-9901-444E-AF76-6191AA77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42" y="1264166"/>
            <a:ext cx="81962" cy="55324"/>
          </a:xfrm>
          <a:custGeom xmlns:a="http://schemas.openxmlformats.org/drawingml/2006/main">
            <a:pathLst>
              <a:path w="81962" h="55324">
                <a:moveTo>
                  <a:pt x="0" y="27661"/>
                </a:moveTo>
                <a:cubicBezTo>
                  <a:pt x="0" y="42859"/>
                  <a:pt x="12464" y="55324"/>
                  <a:pt x="27661" y="55324"/>
                </a:cubicBezTo>
                <a:lnTo>
                  <a:pt x="54299" y="55324"/>
                </a:lnTo>
                <a:cubicBezTo>
                  <a:pt x="69668" y="55324"/>
                  <a:pt x="81962" y="42859"/>
                  <a:pt x="81962" y="27661"/>
                </a:cubicBezTo>
                <a:cubicBezTo>
                  <a:pt x="81962" y="12294"/>
                  <a:pt x="69668" y="0"/>
                  <a:pt x="54299" y="0"/>
                </a:cubicBezTo>
                <a:lnTo>
                  <a:pt x="27661" y="0"/>
                </a:lnTo>
                <a:cubicBezTo>
                  <a:pt x="12464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df-path-558">
            <a:extLst xmlns:a="http://schemas.openxmlformats.org/drawingml/2006/main">
              <a:ext uri="{FF2B5EF4-FFF2-40B4-BE49-F238E27FC236}">
                <a16:creationId xmlns:a16="http://schemas.microsoft.com/office/drawing/2014/main" id="{DAC779BC-6C9F-4970-80ED-6D711549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9039" y="1264166"/>
            <a:ext cx="81963" cy="55324"/>
          </a:xfrm>
          <a:custGeom xmlns:a="http://schemas.openxmlformats.org/drawingml/2006/main">
            <a:pathLst>
              <a:path w="81963" h="55324">
                <a:moveTo>
                  <a:pt x="0" y="27661"/>
                </a:moveTo>
                <a:cubicBezTo>
                  <a:pt x="0" y="42859"/>
                  <a:pt x="12465" y="55324"/>
                  <a:pt x="27663" y="55324"/>
                </a:cubicBezTo>
                <a:lnTo>
                  <a:pt x="54300" y="55324"/>
                </a:lnTo>
                <a:cubicBezTo>
                  <a:pt x="69669" y="55324"/>
                  <a:pt x="81963" y="42859"/>
                  <a:pt x="81963" y="27661"/>
                </a:cubicBezTo>
                <a:cubicBezTo>
                  <a:pt x="81963" y="12294"/>
                  <a:pt x="69669" y="0"/>
                  <a:pt x="54300" y="0"/>
                </a:cubicBezTo>
                <a:lnTo>
                  <a:pt x="27663" y="0"/>
                </a:lnTo>
                <a:cubicBezTo>
                  <a:pt x="12465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df-path-559">
            <a:extLst xmlns:a="http://schemas.openxmlformats.org/drawingml/2006/main">
              <a:ext uri="{FF2B5EF4-FFF2-40B4-BE49-F238E27FC236}">
                <a16:creationId xmlns:a16="http://schemas.microsoft.com/office/drawing/2014/main" id="{9A31D664-994D-487B-9993-D4129847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5836" y="1264166"/>
            <a:ext cx="81964" cy="55324"/>
          </a:xfrm>
          <a:custGeom xmlns:a="http://schemas.openxmlformats.org/drawingml/2006/main">
            <a:pathLst>
              <a:path w="81964" h="55324">
                <a:moveTo>
                  <a:pt x="0" y="27661"/>
                </a:moveTo>
                <a:cubicBezTo>
                  <a:pt x="0" y="42859"/>
                  <a:pt x="12466" y="55324"/>
                  <a:pt x="27663" y="55324"/>
                </a:cubicBezTo>
                <a:lnTo>
                  <a:pt x="54301" y="55324"/>
                </a:lnTo>
                <a:cubicBezTo>
                  <a:pt x="69669" y="55324"/>
                  <a:pt x="81964" y="42859"/>
                  <a:pt x="81964" y="27661"/>
                </a:cubicBezTo>
                <a:cubicBezTo>
                  <a:pt x="81964" y="12294"/>
                  <a:pt x="69669" y="0"/>
                  <a:pt x="54301" y="0"/>
                </a:cubicBezTo>
                <a:lnTo>
                  <a:pt x="27663" y="0"/>
                </a:lnTo>
                <a:cubicBezTo>
                  <a:pt x="12466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6" name="pdf-path-560">
            <a:extLst xmlns:a="http://schemas.openxmlformats.org/drawingml/2006/main">
              <a:ext uri="{FF2B5EF4-FFF2-40B4-BE49-F238E27FC236}">
                <a16:creationId xmlns:a16="http://schemas.microsoft.com/office/drawing/2014/main" id="{CFB83FA7-944C-4534-868A-49D4D92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804" y="1264166"/>
            <a:ext cx="81963" cy="55324"/>
          </a:xfrm>
          <a:custGeom xmlns:a="http://schemas.openxmlformats.org/drawingml/2006/main">
            <a:pathLst>
              <a:path w="81963" h="55324">
                <a:moveTo>
                  <a:pt x="0" y="27661"/>
                </a:moveTo>
                <a:cubicBezTo>
                  <a:pt x="0" y="42859"/>
                  <a:pt x="12294" y="55324"/>
                  <a:pt x="27663" y="55324"/>
                </a:cubicBezTo>
                <a:lnTo>
                  <a:pt x="54300" y="55324"/>
                </a:lnTo>
                <a:cubicBezTo>
                  <a:pt x="69498" y="55324"/>
                  <a:pt x="81963" y="42859"/>
                  <a:pt x="81963" y="27661"/>
                </a:cubicBezTo>
                <a:cubicBezTo>
                  <a:pt x="81963" y="12294"/>
                  <a:pt x="69498" y="0"/>
                  <a:pt x="54300" y="0"/>
                </a:cubicBezTo>
                <a:lnTo>
                  <a:pt x="27663" y="0"/>
                </a:lnTo>
                <a:cubicBezTo>
                  <a:pt x="12294" y="0"/>
                  <a:pt x="0" y="12294"/>
                  <a:pt x="0" y="27661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df-path-561">
            <a:extLst xmlns:a="http://schemas.openxmlformats.org/drawingml/2006/main">
              <a:ext uri="{FF2B5EF4-FFF2-40B4-BE49-F238E27FC236}">
                <a16:creationId xmlns:a16="http://schemas.microsoft.com/office/drawing/2014/main" id="{0B660299-F7C1-4F02-B15E-793115D8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0451" y="813379"/>
            <a:ext cx="344244" cy="346285"/>
          </a:xfrm>
          <a:custGeom xmlns:a="http://schemas.openxmlformats.org/drawingml/2006/main">
            <a:pathLst>
              <a:path w="344244" h="346285">
                <a:moveTo>
                  <a:pt x="0" y="173144"/>
                </a:moveTo>
                <a:cubicBezTo>
                  <a:pt x="0" y="77521"/>
                  <a:pt x="77182" y="0"/>
                  <a:pt x="172122" y="0"/>
                </a:cubicBezTo>
                <a:cubicBezTo>
                  <a:pt x="267233" y="0"/>
                  <a:pt x="344244" y="77521"/>
                  <a:pt x="344244" y="173144"/>
                </a:cubicBezTo>
                <a:cubicBezTo>
                  <a:pt x="344244" y="268764"/>
                  <a:pt x="267233" y="346285"/>
                  <a:pt x="172122" y="346285"/>
                </a:cubicBezTo>
                <a:cubicBezTo>
                  <a:pt x="77182" y="346285"/>
                  <a:pt x="0" y="268764"/>
                  <a:pt x="0" y="173144"/>
                </a:cubicBezTo>
              </a:path>
            </a:pathLst>
          </a:custGeom>
          <a:solidFill xmlns:a="http://schemas.openxmlformats.org/drawingml/2006/main">
            <a:srgbClr val="404040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8" name="pdf-path-562">
            <a:extLst xmlns:a="http://schemas.openxmlformats.org/drawingml/2006/main">
              <a:ext uri="{FF2B5EF4-FFF2-40B4-BE49-F238E27FC236}">
                <a16:creationId xmlns:a16="http://schemas.microsoft.com/office/drawing/2014/main" id="{61F821FF-5C6B-492B-BE34-C8ECB796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9052" y="870752"/>
            <a:ext cx="200809" cy="235638"/>
          </a:xfrm>
          <a:custGeom xmlns:a="http://schemas.openxmlformats.org/drawingml/2006/main">
            <a:pathLst>
              <a:path w="200809" h="235638">
                <a:moveTo>
                  <a:pt x="0" y="0"/>
                </a:moveTo>
                <a:lnTo>
                  <a:pt x="200809" y="117820"/>
                </a:lnTo>
                <a:lnTo>
                  <a:pt x="0" y="23563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AD20FE1-6C22-4DC7-89BC-230744445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bab11cd2541eb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7270" y="11859631"/>
            <a:ext cx="377029" cy="424149"/>
          </a:xfrm>
          <a:prstGeom xmlns:a="http://schemas.openxmlformats.org/drawingml/2006/main" prst="rect">
            <a:avLst/>
          </a:prstGeom>
        </p:spPr>
      </p:pic>
      <p:sp>
        <p:nvSpPr>
          <p:cNvPr id="590" name="host-source-component-55">
            <a:extLst xmlns:a="http://schemas.openxmlformats.org/drawingml/2006/main">
              <a:ext uri="{FF2B5EF4-FFF2-40B4-BE49-F238E27FC236}">
                <a16:creationId xmlns:a16="http://schemas.microsoft.com/office/drawing/2014/main" id="{890FFC72-C944-42E1-817B-6B17375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7270" y="11859631"/>
            <a:ext cx="377029" cy="42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47A23272-5574-4464-B9DB-D328A3E0A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7983d3768487b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74" y="11859631"/>
            <a:ext cx="379078" cy="424149"/>
          </a:xfrm>
          <a:prstGeom xmlns:a="http://schemas.openxmlformats.org/drawingml/2006/main" prst="rect">
            <a:avLst/>
          </a:prstGeom>
        </p:spPr>
      </p:pic>
      <p:sp>
        <p:nvSpPr>
          <p:cNvPr id="592" name="host-source-component-56">
            <a:extLst xmlns:a="http://schemas.openxmlformats.org/drawingml/2006/main">
              <a:ext uri="{FF2B5EF4-FFF2-40B4-BE49-F238E27FC236}">
                <a16:creationId xmlns:a16="http://schemas.microsoft.com/office/drawing/2014/main" id="{E7B435E3-085B-427C-9722-CED6EEDA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74" y="11859631"/>
            <a:ext cx="379078" cy="42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AE610C4C-DA7C-4BA6-BAE0-2B2B19A78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a3d5e86c04e67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8277" y="11859631"/>
            <a:ext cx="379079" cy="424149"/>
          </a:xfrm>
          <a:prstGeom xmlns:a="http://schemas.openxmlformats.org/drawingml/2006/main" prst="rect">
            <a:avLst/>
          </a:prstGeom>
        </p:spPr>
      </p:pic>
      <p:sp>
        <p:nvSpPr>
          <p:cNvPr id="594" name="host-source-component-57">
            <a:extLst xmlns:a="http://schemas.openxmlformats.org/drawingml/2006/main">
              <a:ext uri="{FF2B5EF4-FFF2-40B4-BE49-F238E27FC236}">
                <a16:creationId xmlns:a16="http://schemas.microsoft.com/office/drawing/2014/main" id="{4EFAED0A-441A-480A-9AF8-09E57BAE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8277" y="11859631"/>
            <a:ext cx="379079" cy="42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BCBCD7D2-6629-45B6-A6B8-81F44318D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31c03c53a4f06"/>
          <a:srcRect xmlns:a="http://schemas.openxmlformats.org/drawingml/2006/main" l="0" t="271" r="0" b="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8781" y="11859631"/>
            <a:ext cx="379079" cy="424149"/>
          </a:xfrm>
          <a:prstGeom xmlns:a="http://schemas.openxmlformats.org/drawingml/2006/main" prst="rect">
            <a:avLst/>
          </a:prstGeom>
        </p:spPr>
      </p:pic>
      <p:sp>
        <p:nvSpPr>
          <p:cNvPr id="596" name="host-source-component-58">
            <a:extLst xmlns:a="http://schemas.openxmlformats.org/drawingml/2006/main">
              <a:ext uri="{FF2B5EF4-FFF2-40B4-BE49-F238E27FC236}">
                <a16:creationId xmlns:a16="http://schemas.microsoft.com/office/drawing/2014/main" id="{2758B6F8-CFF9-4A4B-8963-648B44E9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8781" y="11859631"/>
            <a:ext cx="379079" cy="42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7" name="pdf-path-567">
            <a:extLst xmlns:a="http://schemas.openxmlformats.org/drawingml/2006/main">
              <a:ext uri="{FF2B5EF4-FFF2-40B4-BE49-F238E27FC236}">
                <a16:creationId xmlns:a16="http://schemas.microsoft.com/office/drawing/2014/main" id="{A5D2629C-6BC6-4CC6-A652-1EC57F72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3808" y="11881197"/>
            <a:ext cx="1184023" cy="86076"/>
          </a:xfrm>
          <a:custGeom xmlns:a="http://schemas.openxmlformats.org/drawingml/2006/main">
            <a:pathLst>
              <a:path w="1184023" h="86076">
                <a:moveTo>
                  <a:pt x="512" y="86076"/>
                </a:moveTo>
                <a:lnTo>
                  <a:pt x="1098986" y="63674"/>
                </a:lnTo>
                <a:lnTo>
                  <a:pt x="1098475" y="38061"/>
                </a:lnTo>
                <a:lnTo>
                  <a:pt x="0" y="60481"/>
                </a:lnTo>
                <a:lnTo>
                  <a:pt x="512" y="86076"/>
                </a:lnTo>
                <a:moveTo>
                  <a:pt x="1082594" y="102435"/>
                </a:moveTo>
                <a:lnTo>
                  <a:pt x="1184023" y="49125"/>
                </a:lnTo>
                <a:lnTo>
                  <a:pt x="1080545" y="0"/>
                </a:lnTo>
                <a:lnTo>
                  <a:pt x="1082594" y="1024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ECC5E600-1DD0-4B89-8116-D48F4FAF5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800e42823472d"/>
          <a:srcRect xmlns:a="http://schemas.openxmlformats.org/drawingml/2006/main" l="0" t="509" r="0" b="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659" y="11578914"/>
            <a:ext cx="1126990" cy="415953"/>
          </a:xfrm>
          <a:prstGeom xmlns:a="http://schemas.openxmlformats.org/drawingml/2006/main" prst="rect">
            <a:avLst/>
          </a:prstGeom>
        </p:spPr>
      </p:pic>
      <p:sp>
        <p:nvSpPr>
          <p:cNvPr id="599" name="host-source-component-59">
            <a:extLst xmlns:a="http://schemas.openxmlformats.org/drawingml/2006/main">
              <a:ext uri="{FF2B5EF4-FFF2-40B4-BE49-F238E27FC236}">
                <a16:creationId xmlns:a16="http://schemas.microsoft.com/office/drawing/2014/main" id="{6802D446-0FA1-4CD4-8C78-6091B652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659" y="11578914"/>
            <a:ext cx="1126990" cy="415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0" name="pdf-path-569">
            <a:extLst xmlns:a="http://schemas.openxmlformats.org/drawingml/2006/main">
              <a:ext uri="{FF2B5EF4-FFF2-40B4-BE49-F238E27FC236}">
                <a16:creationId xmlns:a16="http://schemas.microsoft.com/office/drawing/2014/main" id="{43EE54F4-80DA-4757-9E79-CD12448B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933" y="11618187"/>
            <a:ext cx="1048101" cy="337475"/>
          </a:xfrm>
          <a:custGeom xmlns:a="http://schemas.openxmlformats.org/drawingml/2006/main">
            <a:pathLst>
              <a:path w="1048101" h="337475">
                <a:moveTo>
                  <a:pt x="0" y="303359"/>
                </a:moveTo>
                <a:lnTo>
                  <a:pt x="33127" y="301823"/>
                </a:lnTo>
                <a:lnTo>
                  <a:pt x="32785" y="301839"/>
                </a:lnTo>
                <a:lnTo>
                  <a:pt x="64375" y="299790"/>
                </a:lnTo>
                <a:lnTo>
                  <a:pt x="64204" y="299807"/>
                </a:lnTo>
                <a:lnTo>
                  <a:pt x="94428" y="297382"/>
                </a:lnTo>
                <a:lnTo>
                  <a:pt x="93916" y="297417"/>
                </a:lnTo>
                <a:lnTo>
                  <a:pt x="122944" y="294343"/>
                </a:lnTo>
                <a:lnTo>
                  <a:pt x="122432" y="294395"/>
                </a:lnTo>
                <a:lnTo>
                  <a:pt x="150094" y="290809"/>
                </a:lnTo>
                <a:lnTo>
                  <a:pt x="149582" y="290859"/>
                </a:lnTo>
                <a:lnTo>
                  <a:pt x="175708" y="286762"/>
                </a:lnTo>
                <a:lnTo>
                  <a:pt x="175195" y="286847"/>
                </a:lnTo>
                <a:lnTo>
                  <a:pt x="200126" y="282237"/>
                </a:lnTo>
                <a:lnTo>
                  <a:pt x="199614" y="282339"/>
                </a:lnTo>
                <a:lnTo>
                  <a:pt x="223008" y="277217"/>
                </a:lnTo>
                <a:lnTo>
                  <a:pt x="222324" y="277387"/>
                </a:lnTo>
                <a:lnTo>
                  <a:pt x="244352" y="271616"/>
                </a:lnTo>
                <a:lnTo>
                  <a:pt x="243669" y="271803"/>
                </a:lnTo>
                <a:lnTo>
                  <a:pt x="264501" y="265520"/>
                </a:lnTo>
                <a:lnTo>
                  <a:pt x="263648" y="265793"/>
                </a:lnTo>
                <a:lnTo>
                  <a:pt x="282943" y="258878"/>
                </a:lnTo>
                <a:lnTo>
                  <a:pt x="282089" y="259202"/>
                </a:lnTo>
                <a:lnTo>
                  <a:pt x="300189" y="251638"/>
                </a:lnTo>
                <a:lnTo>
                  <a:pt x="299336" y="252031"/>
                </a:lnTo>
                <a:lnTo>
                  <a:pt x="316070" y="243954"/>
                </a:lnTo>
                <a:lnTo>
                  <a:pt x="314874" y="244551"/>
                </a:lnTo>
                <a:lnTo>
                  <a:pt x="330071" y="235724"/>
                </a:lnTo>
                <a:lnTo>
                  <a:pt x="329218" y="236304"/>
                </a:lnTo>
                <a:lnTo>
                  <a:pt x="343220" y="226964"/>
                </a:lnTo>
                <a:lnTo>
                  <a:pt x="342024" y="227784"/>
                </a:lnTo>
                <a:lnTo>
                  <a:pt x="354489" y="217795"/>
                </a:lnTo>
                <a:lnTo>
                  <a:pt x="353295" y="218887"/>
                </a:lnTo>
                <a:lnTo>
                  <a:pt x="365077" y="207481"/>
                </a:lnTo>
                <a:lnTo>
                  <a:pt x="364052" y="208659"/>
                </a:lnTo>
                <a:lnTo>
                  <a:pt x="375492" y="195341"/>
                </a:lnTo>
                <a:lnTo>
                  <a:pt x="374639" y="196246"/>
                </a:lnTo>
                <a:lnTo>
                  <a:pt x="385738" y="181271"/>
                </a:lnTo>
                <a:lnTo>
                  <a:pt x="385397" y="181852"/>
                </a:lnTo>
                <a:lnTo>
                  <a:pt x="396325" y="165852"/>
                </a:lnTo>
                <a:lnTo>
                  <a:pt x="395813" y="166484"/>
                </a:lnTo>
                <a:lnTo>
                  <a:pt x="406399" y="149460"/>
                </a:lnTo>
                <a:lnTo>
                  <a:pt x="406228" y="149681"/>
                </a:lnTo>
                <a:lnTo>
                  <a:pt x="416645" y="132265"/>
                </a:lnTo>
                <a:lnTo>
                  <a:pt x="416474" y="132572"/>
                </a:lnTo>
                <a:lnTo>
                  <a:pt x="436282" y="97585"/>
                </a:lnTo>
                <a:lnTo>
                  <a:pt x="446015" y="80680"/>
                </a:lnTo>
                <a:lnTo>
                  <a:pt x="455578" y="64493"/>
                </a:lnTo>
                <a:lnTo>
                  <a:pt x="465139" y="49348"/>
                </a:lnTo>
                <a:lnTo>
                  <a:pt x="474531" y="35670"/>
                </a:lnTo>
                <a:lnTo>
                  <a:pt x="484264" y="23461"/>
                </a:lnTo>
                <a:lnTo>
                  <a:pt x="494510" y="13165"/>
                </a:lnTo>
                <a:lnTo>
                  <a:pt x="505609" y="5293"/>
                </a:lnTo>
                <a:lnTo>
                  <a:pt x="512610" y="2219"/>
                </a:lnTo>
                <a:lnTo>
                  <a:pt x="519611" y="478"/>
                </a:lnTo>
                <a:lnTo>
                  <a:pt x="526953" y="0"/>
                </a:lnTo>
                <a:lnTo>
                  <a:pt x="535150" y="1315"/>
                </a:lnTo>
                <a:lnTo>
                  <a:pt x="546761" y="6625"/>
                </a:lnTo>
                <a:lnTo>
                  <a:pt x="556836" y="15333"/>
                </a:lnTo>
                <a:lnTo>
                  <a:pt x="565032" y="25801"/>
                </a:lnTo>
                <a:lnTo>
                  <a:pt x="572033" y="37634"/>
                </a:lnTo>
                <a:lnTo>
                  <a:pt x="578522" y="50509"/>
                </a:lnTo>
                <a:lnTo>
                  <a:pt x="584498" y="64476"/>
                </a:lnTo>
                <a:lnTo>
                  <a:pt x="590475" y="79007"/>
                </a:lnTo>
                <a:lnTo>
                  <a:pt x="602086" y="108974"/>
                </a:lnTo>
                <a:lnTo>
                  <a:pt x="601915" y="108718"/>
                </a:lnTo>
                <a:lnTo>
                  <a:pt x="607892" y="123573"/>
                </a:lnTo>
                <a:lnTo>
                  <a:pt x="607892" y="123352"/>
                </a:lnTo>
                <a:lnTo>
                  <a:pt x="614039" y="137951"/>
                </a:lnTo>
                <a:lnTo>
                  <a:pt x="613698" y="137353"/>
                </a:lnTo>
                <a:lnTo>
                  <a:pt x="620186" y="151064"/>
                </a:lnTo>
                <a:lnTo>
                  <a:pt x="619674" y="150228"/>
                </a:lnTo>
                <a:lnTo>
                  <a:pt x="626504" y="162898"/>
                </a:lnTo>
                <a:lnTo>
                  <a:pt x="625821" y="161600"/>
                </a:lnTo>
                <a:lnTo>
                  <a:pt x="632993" y="172750"/>
                </a:lnTo>
                <a:lnTo>
                  <a:pt x="631968" y="171350"/>
                </a:lnTo>
                <a:lnTo>
                  <a:pt x="639653" y="180827"/>
                </a:lnTo>
                <a:lnTo>
                  <a:pt x="639140" y="180093"/>
                </a:lnTo>
                <a:lnTo>
                  <a:pt x="646995" y="188784"/>
                </a:lnTo>
                <a:lnTo>
                  <a:pt x="654338" y="197441"/>
                </a:lnTo>
                <a:lnTo>
                  <a:pt x="667315" y="213936"/>
                </a:lnTo>
                <a:lnTo>
                  <a:pt x="667144" y="213713"/>
                </a:lnTo>
                <a:lnTo>
                  <a:pt x="679609" y="228944"/>
                </a:lnTo>
                <a:lnTo>
                  <a:pt x="678414" y="227664"/>
                </a:lnTo>
                <a:lnTo>
                  <a:pt x="692245" y="241495"/>
                </a:lnTo>
                <a:lnTo>
                  <a:pt x="690879" y="240249"/>
                </a:lnTo>
                <a:lnTo>
                  <a:pt x="698564" y="246533"/>
                </a:lnTo>
                <a:lnTo>
                  <a:pt x="697368" y="245593"/>
                </a:lnTo>
                <a:lnTo>
                  <a:pt x="706077" y="251365"/>
                </a:lnTo>
                <a:lnTo>
                  <a:pt x="704540" y="250443"/>
                </a:lnTo>
                <a:lnTo>
                  <a:pt x="714444" y="255565"/>
                </a:lnTo>
                <a:lnTo>
                  <a:pt x="712906" y="254916"/>
                </a:lnTo>
                <a:lnTo>
                  <a:pt x="724006" y="259390"/>
                </a:lnTo>
                <a:lnTo>
                  <a:pt x="722469" y="258861"/>
                </a:lnTo>
                <a:lnTo>
                  <a:pt x="735105" y="262703"/>
                </a:lnTo>
                <a:lnTo>
                  <a:pt x="733740" y="262361"/>
                </a:lnTo>
                <a:lnTo>
                  <a:pt x="748083" y="265435"/>
                </a:lnTo>
                <a:lnTo>
                  <a:pt x="746887" y="265230"/>
                </a:lnTo>
                <a:lnTo>
                  <a:pt x="762939" y="267535"/>
                </a:lnTo>
                <a:lnTo>
                  <a:pt x="761742" y="267398"/>
                </a:lnTo>
                <a:lnTo>
                  <a:pt x="780355" y="268850"/>
                </a:lnTo>
                <a:lnTo>
                  <a:pt x="801358" y="271599"/>
                </a:lnTo>
                <a:lnTo>
                  <a:pt x="801187" y="271565"/>
                </a:lnTo>
                <a:lnTo>
                  <a:pt x="819630" y="273751"/>
                </a:lnTo>
                <a:lnTo>
                  <a:pt x="819288" y="273699"/>
                </a:lnTo>
                <a:lnTo>
                  <a:pt x="835851" y="275236"/>
                </a:lnTo>
                <a:lnTo>
                  <a:pt x="835681" y="275219"/>
                </a:lnTo>
                <a:lnTo>
                  <a:pt x="850877" y="276362"/>
                </a:lnTo>
                <a:lnTo>
                  <a:pt x="850537" y="276346"/>
                </a:lnTo>
                <a:lnTo>
                  <a:pt x="864709" y="277114"/>
                </a:lnTo>
                <a:lnTo>
                  <a:pt x="864026" y="277097"/>
                </a:lnTo>
                <a:lnTo>
                  <a:pt x="877687" y="277353"/>
                </a:lnTo>
                <a:lnTo>
                  <a:pt x="877345" y="277336"/>
                </a:lnTo>
                <a:lnTo>
                  <a:pt x="903471" y="277217"/>
                </a:lnTo>
                <a:lnTo>
                  <a:pt x="902959" y="277217"/>
                </a:lnTo>
                <a:lnTo>
                  <a:pt x="916278" y="276841"/>
                </a:lnTo>
                <a:lnTo>
                  <a:pt x="916107" y="276841"/>
                </a:lnTo>
                <a:lnTo>
                  <a:pt x="930280" y="276328"/>
                </a:lnTo>
                <a:lnTo>
                  <a:pt x="945306" y="275817"/>
                </a:lnTo>
                <a:lnTo>
                  <a:pt x="945136" y="275817"/>
                </a:lnTo>
                <a:lnTo>
                  <a:pt x="961699" y="275168"/>
                </a:lnTo>
                <a:lnTo>
                  <a:pt x="979799" y="274655"/>
                </a:lnTo>
                <a:lnTo>
                  <a:pt x="999948" y="274143"/>
                </a:lnTo>
                <a:lnTo>
                  <a:pt x="1022659" y="273887"/>
                </a:lnTo>
                <a:lnTo>
                  <a:pt x="1047759" y="273751"/>
                </a:lnTo>
                <a:lnTo>
                  <a:pt x="1048101" y="307901"/>
                </a:lnTo>
                <a:lnTo>
                  <a:pt x="1023000" y="308038"/>
                </a:lnTo>
                <a:lnTo>
                  <a:pt x="1000460" y="308293"/>
                </a:lnTo>
                <a:lnTo>
                  <a:pt x="1000802" y="308293"/>
                </a:lnTo>
                <a:lnTo>
                  <a:pt x="980823" y="308788"/>
                </a:lnTo>
                <a:lnTo>
                  <a:pt x="962723" y="309301"/>
                </a:lnTo>
                <a:lnTo>
                  <a:pt x="962894" y="309301"/>
                </a:lnTo>
                <a:lnTo>
                  <a:pt x="946502" y="309950"/>
                </a:lnTo>
                <a:lnTo>
                  <a:pt x="931475" y="310462"/>
                </a:lnTo>
                <a:lnTo>
                  <a:pt x="917302" y="310975"/>
                </a:lnTo>
                <a:lnTo>
                  <a:pt x="903812" y="311367"/>
                </a:lnTo>
                <a:lnTo>
                  <a:pt x="877174" y="311487"/>
                </a:lnTo>
                <a:lnTo>
                  <a:pt x="863172" y="311230"/>
                </a:lnTo>
                <a:lnTo>
                  <a:pt x="848488" y="310428"/>
                </a:lnTo>
                <a:lnTo>
                  <a:pt x="832948" y="309250"/>
                </a:lnTo>
                <a:lnTo>
                  <a:pt x="815873" y="307679"/>
                </a:lnTo>
                <a:lnTo>
                  <a:pt x="797090" y="305476"/>
                </a:lnTo>
                <a:lnTo>
                  <a:pt x="776428" y="302778"/>
                </a:lnTo>
                <a:lnTo>
                  <a:pt x="777282" y="302864"/>
                </a:lnTo>
                <a:lnTo>
                  <a:pt x="758498" y="301413"/>
                </a:lnTo>
                <a:lnTo>
                  <a:pt x="741423" y="298936"/>
                </a:lnTo>
                <a:lnTo>
                  <a:pt x="725884" y="295589"/>
                </a:lnTo>
                <a:lnTo>
                  <a:pt x="711883" y="291321"/>
                </a:lnTo>
                <a:lnTo>
                  <a:pt x="699417" y="286250"/>
                </a:lnTo>
                <a:lnTo>
                  <a:pt x="687976" y="280342"/>
                </a:lnTo>
                <a:lnTo>
                  <a:pt x="677901" y="273648"/>
                </a:lnTo>
                <a:lnTo>
                  <a:pt x="668681" y="266289"/>
                </a:lnTo>
                <a:lnTo>
                  <a:pt x="653654" y="251194"/>
                </a:lnTo>
                <a:lnTo>
                  <a:pt x="640506" y="235178"/>
                </a:lnTo>
                <a:lnTo>
                  <a:pt x="627699" y="218785"/>
                </a:lnTo>
                <a:lnTo>
                  <a:pt x="628041" y="219247"/>
                </a:lnTo>
                <a:lnTo>
                  <a:pt x="621040" y="211050"/>
                </a:lnTo>
                <a:lnTo>
                  <a:pt x="621552" y="211528"/>
                </a:lnTo>
                <a:lnTo>
                  <a:pt x="613527" y="202717"/>
                </a:lnTo>
                <a:lnTo>
                  <a:pt x="604989" y="192182"/>
                </a:lnTo>
                <a:lnTo>
                  <a:pt x="596793" y="179683"/>
                </a:lnTo>
                <a:lnTo>
                  <a:pt x="589450" y="165937"/>
                </a:lnTo>
                <a:lnTo>
                  <a:pt x="582620" y="151509"/>
                </a:lnTo>
                <a:lnTo>
                  <a:pt x="576302" y="136500"/>
                </a:lnTo>
                <a:lnTo>
                  <a:pt x="570325" y="121405"/>
                </a:lnTo>
                <a:lnTo>
                  <a:pt x="558714" y="91438"/>
                </a:lnTo>
                <a:lnTo>
                  <a:pt x="558714" y="91712"/>
                </a:lnTo>
                <a:lnTo>
                  <a:pt x="553079" y="77488"/>
                </a:lnTo>
                <a:lnTo>
                  <a:pt x="553079" y="77846"/>
                </a:lnTo>
                <a:lnTo>
                  <a:pt x="547444" y="64527"/>
                </a:lnTo>
                <a:lnTo>
                  <a:pt x="547786" y="65449"/>
                </a:lnTo>
                <a:lnTo>
                  <a:pt x="541809" y="53548"/>
                </a:lnTo>
                <a:lnTo>
                  <a:pt x="542321" y="54556"/>
                </a:lnTo>
                <a:lnTo>
                  <a:pt x="536174" y="44174"/>
                </a:lnTo>
                <a:lnTo>
                  <a:pt x="537540" y="46018"/>
                </a:lnTo>
                <a:lnTo>
                  <a:pt x="530881" y="37685"/>
                </a:lnTo>
                <a:lnTo>
                  <a:pt x="533101" y="40024"/>
                </a:lnTo>
                <a:lnTo>
                  <a:pt x="526271" y="34014"/>
                </a:lnTo>
                <a:lnTo>
                  <a:pt x="530368" y="36661"/>
                </a:lnTo>
                <a:lnTo>
                  <a:pt x="523026" y="33331"/>
                </a:lnTo>
                <a:lnTo>
                  <a:pt x="527465" y="34663"/>
                </a:lnTo>
                <a:lnTo>
                  <a:pt x="523539" y="34014"/>
                </a:lnTo>
                <a:lnTo>
                  <a:pt x="527295" y="34201"/>
                </a:lnTo>
                <a:lnTo>
                  <a:pt x="523368" y="34458"/>
                </a:lnTo>
                <a:lnTo>
                  <a:pt x="526271" y="33980"/>
                </a:lnTo>
                <a:lnTo>
                  <a:pt x="522343" y="35005"/>
                </a:lnTo>
                <a:lnTo>
                  <a:pt x="524904" y="34082"/>
                </a:lnTo>
                <a:lnTo>
                  <a:pt x="520806" y="35875"/>
                </a:lnTo>
                <a:lnTo>
                  <a:pt x="523880" y="34133"/>
                </a:lnTo>
                <a:lnTo>
                  <a:pt x="515513" y="40161"/>
                </a:lnTo>
                <a:lnTo>
                  <a:pt x="517562" y="38317"/>
                </a:lnTo>
                <a:lnTo>
                  <a:pt x="509024" y="46906"/>
                </a:lnTo>
                <a:lnTo>
                  <a:pt x="510390" y="45420"/>
                </a:lnTo>
                <a:lnTo>
                  <a:pt x="501682" y="56434"/>
                </a:lnTo>
                <a:lnTo>
                  <a:pt x="502364" y="55580"/>
                </a:lnTo>
                <a:lnTo>
                  <a:pt x="493314" y="68506"/>
                </a:lnTo>
                <a:lnTo>
                  <a:pt x="493827" y="67891"/>
                </a:lnTo>
                <a:lnTo>
                  <a:pt x="484606" y="82491"/>
                </a:lnTo>
                <a:lnTo>
                  <a:pt x="484777" y="82047"/>
                </a:lnTo>
                <a:lnTo>
                  <a:pt x="475385" y="97927"/>
                </a:lnTo>
                <a:lnTo>
                  <a:pt x="475556" y="97739"/>
                </a:lnTo>
                <a:lnTo>
                  <a:pt x="465993" y="114524"/>
                </a:lnTo>
                <a:lnTo>
                  <a:pt x="465993" y="114473"/>
                </a:lnTo>
                <a:lnTo>
                  <a:pt x="446015" y="149579"/>
                </a:lnTo>
                <a:lnTo>
                  <a:pt x="435599" y="167269"/>
                </a:lnTo>
                <a:lnTo>
                  <a:pt x="424671" y="184737"/>
                </a:lnTo>
                <a:lnTo>
                  <a:pt x="413400" y="201351"/>
                </a:lnTo>
                <a:lnTo>
                  <a:pt x="401789" y="217094"/>
                </a:lnTo>
                <a:lnTo>
                  <a:pt x="389495" y="231472"/>
                </a:lnTo>
                <a:lnTo>
                  <a:pt x="376517" y="244005"/>
                </a:lnTo>
                <a:lnTo>
                  <a:pt x="362686" y="254933"/>
                </a:lnTo>
                <a:lnTo>
                  <a:pt x="347659" y="264991"/>
                </a:lnTo>
                <a:lnTo>
                  <a:pt x="331438" y="274416"/>
                </a:lnTo>
                <a:lnTo>
                  <a:pt x="313850" y="282971"/>
                </a:lnTo>
                <a:lnTo>
                  <a:pt x="294896" y="290877"/>
                </a:lnTo>
                <a:lnTo>
                  <a:pt x="274747" y="298082"/>
                </a:lnTo>
                <a:lnTo>
                  <a:pt x="253231" y="304571"/>
                </a:lnTo>
                <a:lnTo>
                  <a:pt x="230691" y="310513"/>
                </a:lnTo>
                <a:lnTo>
                  <a:pt x="206615" y="315773"/>
                </a:lnTo>
                <a:lnTo>
                  <a:pt x="181172" y="320469"/>
                </a:lnTo>
                <a:lnTo>
                  <a:pt x="154705" y="324634"/>
                </a:lnTo>
                <a:lnTo>
                  <a:pt x="126701" y="328289"/>
                </a:lnTo>
                <a:lnTo>
                  <a:pt x="97331" y="331396"/>
                </a:lnTo>
                <a:lnTo>
                  <a:pt x="66766" y="333855"/>
                </a:lnTo>
                <a:lnTo>
                  <a:pt x="34834" y="335921"/>
                </a:lnTo>
                <a:lnTo>
                  <a:pt x="1708" y="337475"/>
                </a:lnTo>
                <a:lnTo>
                  <a:pt x="0" y="303359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4EA5FA94-44E4-472B-B1B3-97A1FE40C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14ed81119445d"/>
          <a:srcRect xmlns:a="http://schemas.openxmlformats.org/drawingml/2006/main" l="452" t="0" r="4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4394" y="11615797"/>
            <a:ext cx="672096" cy="678229"/>
          </a:xfrm>
          <a:prstGeom xmlns:a="http://schemas.openxmlformats.org/drawingml/2006/main" prst="rect">
            <a:avLst/>
          </a:prstGeom>
        </p:spPr>
      </p:pic>
      <p:sp>
        <p:nvSpPr>
          <p:cNvPr id="602" name="host-source-component-60">
            <a:extLst xmlns:a="http://schemas.openxmlformats.org/drawingml/2006/main">
              <a:ext uri="{FF2B5EF4-FFF2-40B4-BE49-F238E27FC236}">
                <a16:creationId xmlns:a16="http://schemas.microsoft.com/office/drawing/2014/main" id="{1DF4C0BA-A617-4E0B-91AB-F253B33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4394" y="11615797"/>
            <a:ext cx="672096" cy="67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F28E97FD-2198-4CE7-A77D-D29B2A519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f59f15af546e7"/>
          <a:srcRect xmlns:a="http://schemas.openxmlformats.org/drawingml/2006/main" l="0" t="102" r="0" b="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218" y="11615797"/>
            <a:ext cx="670047" cy="678229"/>
          </a:xfrm>
          <a:prstGeom xmlns:a="http://schemas.openxmlformats.org/drawingml/2006/main" prst="rect">
            <a:avLst/>
          </a:prstGeom>
        </p:spPr>
      </p:pic>
      <p:sp>
        <p:nvSpPr>
          <p:cNvPr id="604" name="host-source-component-61">
            <a:extLst xmlns:a="http://schemas.openxmlformats.org/drawingml/2006/main">
              <a:ext uri="{FF2B5EF4-FFF2-40B4-BE49-F238E27FC236}">
                <a16:creationId xmlns:a16="http://schemas.microsoft.com/office/drawing/2014/main" id="{F7527C26-2E3D-435B-A015-F9D33778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5218" y="11615797"/>
            <a:ext cx="670047" cy="67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27EF1ABC-03A7-412C-A4AB-C0EF036B6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beea1eebf49f0"/>
          <a:srcRect xmlns:a="http://schemas.openxmlformats.org/drawingml/2006/main" l="452" t="0" r="4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4333" y="11615797"/>
            <a:ext cx="672096" cy="678229"/>
          </a:xfrm>
          <a:prstGeom xmlns:a="http://schemas.openxmlformats.org/drawingml/2006/main" prst="rect">
            <a:avLst/>
          </a:prstGeom>
        </p:spPr>
      </p:pic>
      <p:sp>
        <p:nvSpPr>
          <p:cNvPr id="606" name="host-source-component-62">
            <a:extLst xmlns:a="http://schemas.openxmlformats.org/drawingml/2006/main">
              <a:ext uri="{FF2B5EF4-FFF2-40B4-BE49-F238E27FC236}">
                <a16:creationId xmlns:a16="http://schemas.microsoft.com/office/drawing/2014/main" id="{536077F1-14B4-4021-9D49-8CCD3668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4333" y="11615797"/>
            <a:ext cx="672096" cy="67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C8EAFF64-3110-4888-875B-A1E4AA2D1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b8566a75c4599"/>
          <a:srcRect xmlns:a="http://schemas.openxmlformats.org/drawingml/2006/main" l="0" t="102" r="0" b="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5328" y="11615797"/>
            <a:ext cx="670047" cy="678229"/>
          </a:xfrm>
          <a:prstGeom xmlns:a="http://schemas.openxmlformats.org/drawingml/2006/main" prst="rect">
            <a:avLst/>
          </a:prstGeom>
        </p:spPr>
      </p:pic>
      <p:sp>
        <p:nvSpPr>
          <p:cNvPr id="608" name="host-source-component-63">
            <a:extLst xmlns:a="http://schemas.openxmlformats.org/drawingml/2006/main">
              <a:ext uri="{FF2B5EF4-FFF2-40B4-BE49-F238E27FC236}">
                <a16:creationId xmlns:a16="http://schemas.microsoft.com/office/drawing/2014/main" id="{458B41EF-340A-496B-8DC7-97AA56A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5328" y="11615797"/>
            <a:ext cx="670047" cy="678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37100E30-23C1-4355-A619-3E1192C970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792c1b5ad4171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6108" y="6860066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610" name="host-source-component-64">
            <a:extLst xmlns:a="http://schemas.openxmlformats.org/drawingml/2006/main">
              <a:ext uri="{FF2B5EF4-FFF2-40B4-BE49-F238E27FC236}">
                <a16:creationId xmlns:a16="http://schemas.microsoft.com/office/drawing/2014/main" id="{0B6B7234-F765-48BF-B68F-0CAE6C7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108" y="6860066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21988CF7-637B-4075-9916-1E555C0A7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51685938f4f76"/>
          <a:srcRect xmlns:a="http://schemas.openxmlformats.org/drawingml/2006/main" l="405" t="0" r="4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2686" y="6860066"/>
            <a:ext cx="672096" cy="696670"/>
          </a:xfrm>
          <a:prstGeom xmlns:a="http://schemas.openxmlformats.org/drawingml/2006/main" prst="rect">
            <a:avLst/>
          </a:prstGeom>
        </p:spPr>
      </p:pic>
      <p:sp>
        <p:nvSpPr>
          <p:cNvPr id="612" name="host-source-component-65">
            <a:extLst xmlns:a="http://schemas.openxmlformats.org/drawingml/2006/main">
              <a:ext uri="{FF2B5EF4-FFF2-40B4-BE49-F238E27FC236}">
                <a16:creationId xmlns:a16="http://schemas.microsoft.com/office/drawing/2014/main" id="{FC2488CB-DD53-4D0A-901C-236EC01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2686" y="6860066"/>
            <a:ext cx="67209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90E26803-E1AB-41F1-A3A3-D2FA44CAB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e26f9a8374428"/>
          <a:srcRect xmlns:a="http://schemas.openxmlformats.org/drawingml/2006/main" l="405" t="0" r="4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9263" y="6864164"/>
            <a:ext cx="672096" cy="696670"/>
          </a:xfrm>
          <a:prstGeom xmlns:a="http://schemas.openxmlformats.org/drawingml/2006/main" prst="rect">
            <a:avLst/>
          </a:prstGeom>
        </p:spPr>
      </p:pic>
      <p:sp>
        <p:nvSpPr>
          <p:cNvPr id="614" name="host-source-component-66">
            <a:extLst xmlns:a="http://schemas.openxmlformats.org/drawingml/2006/main">
              <a:ext uri="{FF2B5EF4-FFF2-40B4-BE49-F238E27FC236}">
                <a16:creationId xmlns:a16="http://schemas.microsoft.com/office/drawing/2014/main" id="{50837C3F-334C-4976-8D5B-7E714F6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9263" y="6864164"/>
            <a:ext cx="672096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5A434E86-EAEB-4F1E-B6B1-192DC0C2D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054d4b8604167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89292" y="641260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616" name="host-source-component-67">
            <a:extLst xmlns:a="http://schemas.openxmlformats.org/drawingml/2006/main">
              <a:ext uri="{FF2B5EF4-FFF2-40B4-BE49-F238E27FC236}">
                <a16:creationId xmlns:a16="http://schemas.microsoft.com/office/drawing/2014/main" id="{F21531F2-0B7E-47BE-AAE0-F6476D23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9292" y="641260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105911A-2E86-4CE5-81CC-7F6507EEF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c0014c4c2474c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5870" y="641260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618" name="host-source-component-68">
            <a:extLst xmlns:a="http://schemas.openxmlformats.org/drawingml/2006/main">
              <a:ext uri="{FF2B5EF4-FFF2-40B4-BE49-F238E27FC236}">
                <a16:creationId xmlns:a16="http://schemas.microsoft.com/office/drawing/2014/main" id="{1CD9A688-D2DD-4589-AE54-0B917CB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5870" y="641260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CF483E65-1F4D-487D-B4D4-42F709210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685ff1d7648fd"/>
          <a:srcRect xmlns:a="http://schemas.openxmlformats.org/drawingml/2006/main" l="0" t="150" r="0" b="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2448" y="645358"/>
            <a:ext cx="670047" cy="696670"/>
          </a:xfrm>
          <a:prstGeom xmlns:a="http://schemas.openxmlformats.org/drawingml/2006/main" prst="rect">
            <a:avLst/>
          </a:prstGeom>
        </p:spPr>
      </p:pic>
      <p:sp>
        <p:nvSpPr>
          <p:cNvPr id="620" name="host-source-component-69">
            <a:extLst xmlns:a="http://schemas.openxmlformats.org/drawingml/2006/main">
              <a:ext uri="{FF2B5EF4-FFF2-40B4-BE49-F238E27FC236}">
                <a16:creationId xmlns:a16="http://schemas.microsoft.com/office/drawing/2014/main" id="{1F5BDE1B-49A7-48FD-85B6-D11C192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448" y="645358"/>
            <a:ext cx="670047" cy="696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0A22C48D-9C28-4599-A06A-EE5F00EC0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b1f485376417c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2302" y="2323514"/>
            <a:ext cx="522514" cy="751994"/>
          </a:xfrm>
          <a:prstGeom xmlns:a="http://schemas.openxmlformats.org/drawingml/2006/main" prst="rect">
            <a:avLst/>
          </a:prstGeom>
        </p:spPr>
      </p:pic>
      <p:sp>
        <p:nvSpPr>
          <p:cNvPr id="622" name="host-source-component-70">
            <a:extLst xmlns:a="http://schemas.openxmlformats.org/drawingml/2006/main">
              <a:ext uri="{FF2B5EF4-FFF2-40B4-BE49-F238E27FC236}">
                <a16:creationId xmlns:a16="http://schemas.microsoft.com/office/drawing/2014/main" id="{EBD41C2E-A28E-40B3-A664-EBB3F93F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2302" y="2323514"/>
            <a:ext cx="522514" cy="75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CC8E7DDE-F24A-45D2-89B1-F86290EF1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6ac24974c4468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9037" y="2454652"/>
            <a:ext cx="522514" cy="751994"/>
          </a:xfrm>
          <a:prstGeom xmlns:a="http://schemas.openxmlformats.org/drawingml/2006/main" prst="rect">
            <a:avLst/>
          </a:prstGeom>
        </p:spPr>
      </p:pic>
      <p:sp>
        <p:nvSpPr>
          <p:cNvPr id="624" name="host-source-component-71">
            <a:extLst xmlns:a="http://schemas.openxmlformats.org/drawingml/2006/main">
              <a:ext uri="{FF2B5EF4-FFF2-40B4-BE49-F238E27FC236}">
                <a16:creationId xmlns:a16="http://schemas.microsoft.com/office/drawing/2014/main" id="{C54EFC9F-5F63-4D0B-9FCA-AEDB28B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9037" y="2454652"/>
            <a:ext cx="522514" cy="75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4EA0ADDB-5C17-44A5-B8CE-1809CF7E5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8313891ec4e65"/>
          <a:srcRect xmlns:a="http://schemas.openxmlformats.org/drawingml/2006/main" l="0" t="233" r="0" b="2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3382" y="2585789"/>
            <a:ext cx="524562" cy="749945"/>
          </a:xfrm>
          <a:prstGeom xmlns:a="http://schemas.openxmlformats.org/drawingml/2006/main" prst="rect">
            <a:avLst/>
          </a:prstGeom>
        </p:spPr>
      </p:pic>
      <p:sp>
        <p:nvSpPr>
          <p:cNvPr id="626" name="host-source-component-72">
            <a:extLst xmlns:a="http://schemas.openxmlformats.org/drawingml/2006/main">
              <a:ext uri="{FF2B5EF4-FFF2-40B4-BE49-F238E27FC236}">
                <a16:creationId xmlns:a16="http://schemas.microsoft.com/office/drawing/2014/main" id="{FCC1EC5D-42D4-4837-A7B5-775ACAA8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3382" y="2585789"/>
            <a:ext cx="524562" cy="749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CC64CE6E-97F5-4D6C-869E-0C1876018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04a22caef46f5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947" y="2714879"/>
            <a:ext cx="522514" cy="751994"/>
          </a:xfrm>
          <a:prstGeom xmlns:a="http://schemas.openxmlformats.org/drawingml/2006/main" prst="rect">
            <a:avLst/>
          </a:prstGeom>
        </p:spPr>
      </p:pic>
      <p:sp>
        <p:nvSpPr>
          <p:cNvPr id="628" name="host-source-component-73">
            <a:extLst xmlns:a="http://schemas.openxmlformats.org/drawingml/2006/main">
              <a:ext uri="{FF2B5EF4-FFF2-40B4-BE49-F238E27FC236}">
                <a16:creationId xmlns:a16="http://schemas.microsoft.com/office/drawing/2014/main" id="{9AD01A5E-CA27-461C-AAB9-83508708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947" y="2714879"/>
            <a:ext cx="522514" cy="75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023D47B5-6116-487B-8465-E232B8C97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c61ee1713478c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512" y="2846017"/>
            <a:ext cx="522514" cy="751994"/>
          </a:xfrm>
          <a:prstGeom xmlns:a="http://schemas.openxmlformats.org/drawingml/2006/main" prst="rect">
            <a:avLst/>
          </a:prstGeom>
        </p:spPr>
      </p:pic>
      <p:sp>
        <p:nvSpPr>
          <p:cNvPr id="630" name="host-source-component-74">
            <a:extLst xmlns:a="http://schemas.openxmlformats.org/drawingml/2006/main">
              <a:ext uri="{FF2B5EF4-FFF2-40B4-BE49-F238E27FC236}">
                <a16:creationId xmlns:a16="http://schemas.microsoft.com/office/drawing/2014/main" id="{9F72595F-D16D-4994-A773-9A23F97C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6512" y="2846017"/>
            <a:ext cx="522514" cy="75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155B706B-DEDB-4F57-99DE-8E175B15F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ed2707cb9420c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248" y="2977155"/>
            <a:ext cx="522514" cy="749945"/>
          </a:xfrm>
          <a:prstGeom xmlns:a="http://schemas.openxmlformats.org/drawingml/2006/main" prst="rect">
            <a:avLst/>
          </a:prstGeom>
        </p:spPr>
      </p:pic>
      <p:sp>
        <p:nvSpPr>
          <p:cNvPr id="632" name="host-source-component-75">
            <a:extLst xmlns:a="http://schemas.openxmlformats.org/drawingml/2006/main">
              <a:ext uri="{FF2B5EF4-FFF2-40B4-BE49-F238E27FC236}">
                <a16:creationId xmlns:a16="http://schemas.microsoft.com/office/drawing/2014/main" id="{A903D7EB-E6BD-41B2-B8AD-BD3D32B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248" y="2977155"/>
            <a:ext cx="522514" cy="749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3" name="pdf-path-586">
            <a:extLst xmlns:a="http://schemas.openxmlformats.org/drawingml/2006/main">
              <a:ext uri="{FF2B5EF4-FFF2-40B4-BE49-F238E27FC236}">
                <a16:creationId xmlns:a16="http://schemas.microsoft.com/office/drawing/2014/main" id="{FD3B2FC9-84D7-4D16-969F-FE25933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6673" y="2026404"/>
            <a:ext cx="517392" cy="488865"/>
          </a:xfrm>
          <a:custGeom xmlns:a="http://schemas.openxmlformats.org/drawingml/2006/main">
            <a:pathLst>
              <a:path w="517392" h="488865">
                <a:moveTo>
                  <a:pt x="72913" y="423297"/>
                </a:moveTo>
                <a:lnTo>
                  <a:pt x="94770" y="445665"/>
                </a:lnTo>
                <a:cubicBezTo>
                  <a:pt x="99039" y="449934"/>
                  <a:pt x="101941" y="452494"/>
                  <a:pt x="103649" y="453007"/>
                </a:cubicBezTo>
                <a:cubicBezTo>
                  <a:pt x="105185" y="453690"/>
                  <a:pt x="107065" y="453690"/>
                  <a:pt x="109113" y="453007"/>
                </a:cubicBezTo>
                <a:cubicBezTo>
                  <a:pt x="111162" y="452324"/>
                  <a:pt x="113895" y="450274"/>
                  <a:pt x="117651" y="446689"/>
                </a:cubicBezTo>
                <a:lnTo>
                  <a:pt x="119701" y="448910"/>
                </a:lnTo>
                <a:lnTo>
                  <a:pt x="78889" y="488865"/>
                </a:lnTo>
                <a:lnTo>
                  <a:pt x="76670" y="486645"/>
                </a:lnTo>
                <a:cubicBezTo>
                  <a:pt x="80426" y="483059"/>
                  <a:pt x="82646" y="480156"/>
                  <a:pt x="83159" y="478278"/>
                </a:cubicBezTo>
                <a:cubicBezTo>
                  <a:pt x="83841" y="476230"/>
                  <a:pt x="84012" y="474522"/>
                  <a:pt x="83330" y="472814"/>
                </a:cubicBezTo>
                <a:cubicBezTo>
                  <a:pt x="82817" y="471107"/>
                  <a:pt x="80426" y="468203"/>
                  <a:pt x="76158" y="463765"/>
                </a:cubicBezTo>
                <a:lnTo>
                  <a:pt x="25101" y="411685"/>
                </a:lnTo>
                <a:cubicBezTo>
                  <a:pt x="20832" y="407246"/>
                  <a:pt x="17759" y="404855"/>
                  <a:pt x="16222" y="404171"/>
                </a:cubicBezTo>
                <a:cubicBezTo>
                  <a:pt x="14514" y="403659"/>
                  <a:pt x="12807" y="403659"/>
                  <a:pt x="10757" y="404171"/>
                </a:cubicBezTo>
                <a:cubicBezTo>
                  <a:pt x="8709" y="404855"/>
                  <a:pt x="5806" y="407075"/>
                  <a:pt x="2220" y="410660"/>
                </a:cubicBezTo>
                <a:lnTo>
                  <a:pt x="0" y="408440"/>
                </a:lnTo>
                <a:lnTo>
                  <a:pt x="35175" y="374120"/>
                </a:lnTo>
                <a:cubicBezTo>
                  <a:pt x="46617" y="362850"/>
                  <a:pt x="57032" y="356703"/>
                  <a:pt x="66082" y="355849"/>
                </a:cubicBezTo>
                <a:cubicBezTo>
                  <a:pt x="75132" y="355165"/>
                  <a:pt x="82646" y="357727"/>
                  <a:pt x="88623" y="364045"/>
                </a:cubicBezTo>
                <a:cubicBezTo>
                  <a:pt x="93745" y="369168"/>
                  <a:pt x="96477" y="375314"/>
                  <a:pt x="96990" y="382144"/>
                </a:cubicBezTo>
                <a:cubicBezTo>
                  <a:pt x="97331" y="388975"/>
                  <a:pt x="95283" y="395976"/>
                  <a:pt x="91013" y="402806"/>
                </a:cubicBezTo>
                <a:cubicBezTo>
                  <a:pt x="88110" y="407586"/>
                  <a:pt x="81963" y="414417"/>
                  <a:pt x="72913" y="423297"/>
                </a:cubicBezTo>
                <a:moveTo>
                  <a:pt x="34322" y="384023"/>
                </a:moveTo>
                <a:lnTo>
                  <a:pt x="68303" y="418685"/>
                </a:lnTo>
                <a:cubicBezTo>
                  <a:pt x="69669" y="417491"/>
                  <a:pt x="70694" y="416637"/>
                  <a:pt x="71376" y="415953"/>
                </a:cubicBezTo>
                <a:cubicBezTo>
                  <a:pt x="76328" y="411173"/>
                  <a:pt x="78548" y="406051"/>
                  <a:pt x="78377" y="400757"/>
                </a:cubicBezTo>
                <a:cubicBezTo>
                  <a:pt x="78206" y="395293"/>
                  <a:pt x="75132" y="389487"/>
                  <a:pt x="69327" y="383511"/>
                </a:cubicBezTo>
                <a:cubicBezTo>
                  <a:pt x="63351" y="377534"/>
                  <a:pt x="57887" y="374461"/>
                  <a:pt x="52423" y="374290"/>
                </a:cubicBezTo>
                <a:cubicBezTo>
                  <a:pt x="47129" y="374120"/>
                  <a:pt x="42006" y="376509"/>
                  <a:pt x="36713" y="381633"/>
                </a:cubicBezTo>
                <a:lnTo>
                  <a:pt x="34322" y="384023"/>
                </a:lnTo>
                <a:moveTo>
                  <a:pt x="123286" y="336725"/>
                </a:moveTo>
                <a:lnTo>
                  <a:pt x="135580" y="349360"/>
                </a:lnTo>
                <a:cubicBezTo>
                  <a:pt x="133531" y="339969"/>
                  <a:pt x="133019" y="332967"/>
                  <a:pt x="134044" y="328528"/>
                </a:cubicBezTo>
                <a:cubicBezTo>
                  <a:pt x="134898" y="323918"/>
                  <a:pt x="136776" y="320332"/>
                  <a:pt x="139337" y="317770"/>
                </a:cubicBezTo>
                <a:cubicBezTo>
                  <a:pt x="141557" y="315550"/>
                  <a:pt x="143948" y="314526"/>
                  <a:pt x="146509" y="314697"/>
                </a:cubicBezTo>
                <a:cubicBezTo>
                  <a:pt x="149241" y="314697"/>
                  <a:pt x="151802" y="315892"/>
                  <a:pt x="154193" y="318454"/>
                </a:cubicBezTo>
                <a:cubicBezTo>
                  <a:pt x="156754" y="321185"/>
                  <a:pt x="158120" y="323747"/>
                  <a:pt x="158291" y="326479"/>
                </a:cubicBezTo>
                <a:cubicBezTo>
                  <a:pt x="158462" y="329212"/>
                  <a:pt x="157608" y="331432"/>
                  <a:pt x="155901" y="333309"/>
                </a:cubicBezTo>
                <a:cubicBezTo>
                  <a:pt x="153680" y="335359"/>
                  <a:pt x="151290" y="336383"/>
                  <a:pt x="148387" y="336554"/>
                </a:cubicBezTo>
                <a:cubicBezTo>
                  <a:pt x="145485" y="336725"/>
                  <a:pt x="143948" y="336894"/>
                  <a:pt x="143435" y="337065"/>
                </a:cubicBezTo>
                <a:cubicBezTo>
                  <a:pt x="142923" y="337236"/>
                  <a:pt x="142240" y="337578"/>
                  <a:pt x="141728" y="338090"/>
                </a:cubicBezTo>
                <a:cubicBezTo>
                  <a:pt x="140533" y="339114"/>
                  <a:pt x="140020" y="340652"/>
                  <a:pt x="139849" y="342529"/>
                </a:cubicBezTo>
                <a:cubicBezTo>
                  <a:pt x="139508" y="345432"/>
                  <a:pt x="140191" y="348506"/>
                  <a:pt x="141728" y="351921"/>
                </a:cubicBezTo>
                <a:cubicBezTo>
                  <a:pt x="144289" y="356874"/>
                  <a:pt x="147704" y="361825"/>
                  <a:pt x="152315" y="366435"/>
                </a:cubicBezTo>
                <a:lnTo>
                  <a:pt x="164780" y="379242"/>
                </a:lnTo>
                <a:lnTo>
                  <a:pt x="168024" y="382486"/>
                </a:lnTo>
                <a:cubicBezTo>
                  <a:pt x="170244" y="384706"/>
                  <a:pt x="171781" y="386071"/>
                  <a:pt x="172805" y="386413"/>
                </a:cubicBezTo>
                <a:cubicBezTo>
                  <a:pt x="174172" y="386926"/>
                  <a:pt x="175708" y="387096"/>
                  <a:pt x="177074" y="386584"/>
                </a:cubicBezTo>
                <a:cubicBezTo>
                  <a:pt x="178611" y="386242"/>
                  <a:pt x="180490" y="385047"/>
                  <a:pt x="182709" y="382998"/>
                </a:cubicBezTo>
                <a:lnTo>
                  <a:pt x="184758" y="385047"/>
                </a:lnTo>
                <a:lnTo>
                  <a:pt x="154876" y="414417"/>
                </a:lnTo>
                <a:lnTo>
                  <a:pt x="152827" y="412368"/>
                </a:lnTo>
                <a:cubicBezTo>
                  <a:pt x="155047" y="409806"/>
                  <a:pt x="155901" y="407415"/>
                  <a:pt x="155730" y="405538"/>
                </a:cubicBezTo>
                <a:cubicBezTo>
                  <a:pt x="155559" y="403488"/>
                  <a:pt x="152998" y="400074"/>
                  <a:pt x="148217" y="395293"/>
                </a:cubicBezTo>
                <a:lnTo>
                  <a:pt x="118163" y="364727"/>
                </a:lnTo>
                <a:cubicBezTo>
                  <a:pt x="115090" y="361483"/>
                  <a:pt x="113041" y="359605"/>
                  <a:pt x="111845" y="359093"/>
                </a:cubicBezTo>
                <a:cubicBezTo>
                  <a:pt x="110309" y="358410"/>
                  <a:pt x="108942" y="358069"/>
                  <a:pt x="107747" y="358239"/>
                </a:cubicBezTo>
                <a:cubicBezTo>
                  <a:pt x="106381" y="358581"/>
                  <a:pt x="104844" y="359434"/>
                  <a:pt x="102624" y="361142"/>
                </a:cubicBezTo>
                <a:lnTo>
                  <a:pt x="100576" y="358922"/>
                </a:lnTo>
                <a:lnTo>
                  <a:pt x="123286" y="336725"/>
                </a:lnTo>
                <a:moveTo>
                  <a:pt x="178953" y="279010"/>
                </a:moveTo>
                <a:cubicBezTo>
                  <a:pt x="183734" y="274229"/>
                  <a:pt x="189369" y="271156"/>
                  <a:pt x="196028" y="269448"/>
                </a:cubicBezTo>
                <a:cubicBezTo>
                  <a:pt x="202687" y="267911"/>
                  <a:pt x="209176" y="268423"/>
                  <a:pt x="215836" y="270814"/>
                </a:cubicBezTo>
                <a:cubicBezTo>
                  <a:pt x="222495" y="273375"/>
                  <a:pt x="228472" y="277303"/>
                  <a:pt x="233936" y="282767"/>
                </a:cubicBezTo>
                <a:cubicBezTo>
                  <a:pt x="241620" y="290621"/>
                  <a:pt x="246060" y="299159"/>
                  <a:pt x="247255" y="308379"/>
                </a:cubicBezTo>
                <a:cubicBezTo>
                  <a:pt x="248621" y="319479"/>
                  <a:pt x="245206" y="329212"/>
                  <a:pt x="236668" y="337578"/>
                </a:cubicBezTo>
                <a:cubicBezTo>
                  <a:pt x="228301" y="345774"/>
                  <a:pt x="219081" y="349189"/>
                  <a:pt x="208835" y="347652"/>
                </a:cubicBezTo>
                <a:cubicBezTo>
                  <a:pt x="198590" y="346287"/>
                  <a:pt x="189711" y="341677"/>
                  <a:pt x="182026" y="333992"/>
                </a:cubicBezTo>
                <a:cubicBezTo>
                  <a:pt x="174343" y="325968"/>
                  <a:pt x="169732" y="316917"/>
                  <a:pt x="168707" y="306330"/>
                </a:cubicBezTo>
                <a:cubicBezTo>
                  <a:pt x="167512" y="295914"/>
                  <a:pt x="170927" y="286864"/>
                  <a:pt x="178953" y="279010"/>
                </a:cubicBezTo>
                <a:moveTo>
                  <a:pt x="183222" y="282938"/>
                </a:moveTo>
                <a:cubicBezTo>
                  <a:pt x="181172" y="284986"/>
                  <a:pt x="180319" y="287377"/>
                  <a:pt x="180319" y="290279"/>
                </a:cubicBezTo>
                <a:cubicBezTo>
                  <a:pt x="180319" y="293182"/>
                  <a:pt x="182368" y="297281"/>
                  <a:pt x="186295" y="302062"/>
                </a:cubicBezTo>
                <a:cubicBezTo>
                  <a:pt x="190222" y="307013"/>
                  <a:pt x="196199" y="313502"/>
                  <a:pt x="203883" y="321527"/>
                </a:cubicBezTo>
                <a:cubicBezTo>
                  <a:pt x="208152" y="325797"/>
                  <a:pt x="212250" y="329383"/>
                  <a:pt x="216348" y="332626"/>
                </a:cubicBezTo>
                <a:cubicBezTo>
                  <a:pt x="219593" y="335017"/>
                  <a:pt x="222666" y="336212"/>
                  <a:pt x="225399" y="336212"/>
                </a:cubicBezTo>
                <a:cubicBezTo>
                  <a:pt x="228301" y="336383"/>
                  <a:pt x="230692" y="335530"/>
                  <a:pt x="232399" y="333651"/>
                </a:cubicBezTo>
                <a:cubicBezTo>
                  <a:pt x="234278" y="331943"/>
                  <a:pt x="235302" y="330065"/>
                  <a:pt x="235473" y="327845"/>
                </a:cubicBezTo>
                <a:cubicBezTo>
                  <a:pt x="235643" y="324943"/>
                  <a:pt x="234961" y="322039"/>
                  <a:pt x="233082" y="319137"/>
                </a:cubicBezTo>
                <a:cubicBezTo>
                  <a:pt x="230179" y="314697"/>
                  <a:pt x="223179" y="306672"/>
                  <a:pt x="211908" y="295232"/>
                </a:cubicBezTo>
                <a:cubicBezTo>
                  <a:pt x="205249" y="288573"/>
                  <a:pt x="200468" y="284303"/>
                  <a:pt x="197224" y="282426"/>
                </a:cubicBezTo>
                <a:cubicBezTo>
                  <a:pt x="193979" y="280717"/>
                  <a:pt x="191076" y="280035"/>
                  <a:pt x="188515" y="280206"/>
                </a:cubicBezTo>
                <a:cubicBezTo>
                  <a:pt x="186637" y="280376"/>
                  <a:pt x="184929" y="281400"/>
                  <a:pt x="183222" y="282938"/>
                </a:cubicBezTo>
                <a:moveTo>
                  <a:pt x="252036" y="211905"/>
                </a:moveTo>
                <a:lnTo>
                  <a:pt x="270820" y="193463"/>
                </a:lnTo>
                <a:lnTo>
                  <a:pt x="277138" y="200123"/>
                </a:lnTo>
                <a:lnTo>
                  <a:pt x="266550" y="210538"/>
                </a:lnTo>
                <a:cubicBezTo>
                  <a:pt x="270307" y="210538"/>
                  <a:pt x="273380" y="210880"/>
                  <a:pt x="275771" y="211734"/>
                </a:cubicBezTo>
                <a:cubicBezTo>
                  <a:pt x="278844" y="212929"/>
                  <a:pt x="281406" y="214807"/>
                  <a:pt x="283798" y="217027"/>
                </a:cubicBezTo>
                <a:cubicBezTo>
                  <a:pt x="287553" y="221125"/>
                  <a:pt x="289945" y="225564"/>
                  <a:pt x="290456" y="230687"/>
                </a:cubicBezTo>
                <a:cubicBezTo>
                  <a:pt x="291139" y="235638"/>
                  <a:pt x="290456" y="240932"/>
                  <a:pt x="288237" y="246225"/>
                </a:cubicBezTo>
                <a:cubicBezTo>
                  <a:pt x="286017" y="251518"/>
                  <a:pt x="283456" y="255618"/>
                  <a:pt x="280553" y="258520"/>
                </a:cubicBezTo>
                <a:cubicBezTo>
                  <a:pt x="280382" y="258691"/>
                  <a:pt x="277820" y="260911"/>
                  <a:pt x="273210" y="265179"/>
                </a:cubicBezTo>
                <a:cubicBezTo>
                  <a:pt x="271502" y="266887"/>
                  <a:pt x="270478" y="268935"/>
                  <a:pt x="270478" y="271326"/>
                </a:cubicBezTo>
                <a:cubicBezTo>
                  <a:pt x="270307" y="273717"/>
                  <a:pt x="271162" y="275595"/>
                  <a:pt x="272697" y="277303"/>
                </a:cubicBezTo>
                <a:cubicBezTo>
                  <a:pt x="274064" y="278668"/>
                  <a:pt x="275771" y="279351"/>
                  <a:pt x="277820" y="279181"/>
                </a:cubicBezTo>
                <a:cubicBezTo>
                  <a:pt x="279699" y="279010"/>
                  <a:pt x="281918" y="277815"/>
                  <a:pt x="284479" y="275424"/>
                </a:cubicBezTo>
                <a:lnTo>
                  <a:pt x="294555" y="265179"/>
                </a:lnTo>
                <a:cubicBezTo>
                  <a:pt x="302921" y="256982"/>
                  <a:pt x="309410" y="252373"/>
                  <a:pt x="314362" y="251178"/>
                </a:cubicBezTo>
                <a:cubicBezTo>
                  <a:pt x="321364" y="249300"/>
                  <a:pt x="327340" y="251007"/>
                  <a:pt x="332463" y="256300"/>
                </a:cubicBezTo>
                <a:cubicBezTo>
                  <a:pt x="335877" y="259544"/>
                  <a:pt x="337756" y="263642"/>
                  <a:pt x="338440" y="268423"/>
                </a:cubicBezTo>
                <a:cubicBezTo>
                  <a:pt x="339122" y="273204"/>
                  <a:pt x="338269" y="277815"/>
                  <a:pt x="336219" y="282426"/>
                </a:cubicBezTo>
                <a:cubicBezTo>
                  <a:pt x="332975" y="289426"/>
                  <a:pt x="328193" y="296085"/>
                  <a:pt x="321533" y="302574"/>
                </a:cubicBezTo>
                <a:cubicBezTo>
                  <a:pt x="316582" y="307526"/>
                  <a:pt x="311459" y="311453"/>
                  <a:pt x="306337" y="314526"/>
                </a:cubicBezTo>
                <a:cubicBezTo>
                  <a:pt x="301385" y="317600"/>
                  <a:pt x="297115" y="319137"/>
                  <a:pt x="293700" y="319137"/>
                </a:cubicBezTo>
                <a:cubicBezTo>
                  <a:pt x="290115" y="319137"/>
                  <a:pt x="287553" y="318283"/>
                  <a:pt x="285675" y="316405"/>
                </a:cubicBezTo>
                <a:cubicBezTo>
                  <a:pt x="283798" y="314526"/>
                  <a:pt x="282944" y="312307"/>
                  <a:pt x="282944" y="309404"/>
                </a:cubicBezTo>
                <a:cubicBezTo>
                  <a:pt x="282773" y="306672"/>
                  <a:pt x="284138" y="302915"/>
                  <a:pt x="286871" y="298306"/>
                </a:cubicBezTo>
                <a:cubicBezTo>
                  <a:pt x="279357" y="300866"/>
                  <a:pt x="273380" y="299841"/>
                  <a:pt x="268941" y="295402"/>
                </a:cubicBezTo>
                <a:cubicBezTo>
                  <a:pt x="266208" y="292671"/>
                  <a:pt x="264673" y="288913"/>
                  <a:pt x="264331" y="284303"/>
                </a:cubicBezTo>
                <a:cubicBezTo>
                  <a:pt x="263818" y="279693"/>
                  <a:pt x="265014" y="274229"/>
                  <a:pt x="267575" y="267911"/>
                </a:cubicBezTo>
                <a:cubicBezTo>
                  <a:pt x="260403" y="271156"/>
                  <a:pt x="254085" y="272351"/>
                  <a:pt x="248621" y="271497"/>
                </a:cubicBezTo>
                <a:cubicBezTo>
                  <a:pt x="243157" y="270644"/>
                  <a:pt x="238376" y="268082"/>
                  <a:pt x="234278" y="263984"/>
                </a:cubicBezTo>
                <a:cubicBezTo>
                  <a:pt x="228984" y="258520"/>
                  <a:pt x="226593" y="251689"/>
                  <a:pt x="227106" y="243323"/>
                </a:cubicBezTo>
                <a:cubicBezTo>
                  <a:pt x="227789" y="235127"/>
                  <a:pt x="231545" y="227443"/>
                  <a:pt x="238376" y="220612"/>
                </a:cubicBezTo>
                <a:cubicBezTo>
                  <a:pt x="242132" y="217027"/>
                  <a:pt x="246742" y="214125"/>
                  <a:pt x="252036" y="211905"/>
                </a:cubicBezTo>
                <a:moveTo>
                  <a:pt x="243157" y="223174"/>
                </a:moveTo>
                <a:cubicBezTo>
                  <a:pt x="240938" y="225564"/>
                  <a:pt x="240083" y="228638"/>
                  <a:pt x="240767" y="232394"/>
                </a:cubicBezTo>
                <a:cubicBezTo>
                  <a:pt x="241450" y="236322"/>
                  <a:pt x="245377" y="241786"/>
                  <a:pt x="252378" y="249129"/>
                </a:cubicBezTo>
                <a:cubicBezTo>
                  <a:pt x="258184" y="255105"/>
                  <a:pt x="262964" y="258349"/>
                  <a:pt x="266721" y="259032"/>
                </a:cubicBezTo>
                <a:cubicBezTo>
                  <a:pt x="270478" y="259715"/>
                  <a:pt x="273380" y="258862"/>
                  <a:pt x="275430" y="256813"/>
                </a:cubicBezTo>
                <a:cubicBezTo>
                  <a:pt x="277820" y="254593"/>
                  <a:pt x="278674" y="251518"/>
                  <a:pt x="278162" y="247762"/>
                </a:cubicBezTo>
                <a:cubicBezTo>
                  <a:pt x="277649" y="244006"/>
                  <a:pt x="274235" y="239054"/>
                  <a:pt x="268087" y="232736"/>
                </a:cubicBezTo>
                <a:cubicBezTo>
                  <a:pt x="261257" y="225735"/>
                  <a:pt x="255622" y="221637"/>
                  <a:pt x="251353" y="220954"/>
                </a:cubicBezTo>
                <a:cubicBezTo>
                  <a:pt x="248108" y="220271"/>
                  <a:pt x="245377" y="220954"/>
                  <a:pt x="243157" y="223174"/>
                </a:cubicBezTo>
                <a:moveTo>
                  <a:pt x="300019" y="288402"/>
                </a:moveTo>
                <a:cubicBezTo>
                  <a:pt x="295921" y="292329"/>
                  <a:pt x="293700" y="295232"/>
                  <a:pt x="293018" y="297110"/>
                </a:cubicBezTo>
                <a:cubicBezTo>
                  <a:pt x="291993" y="300695"/>
                  <a:pt x="292506" y="303428"/>
                  <a:pt x="294555" y="305476"/>
                </a:cubicBezTo>
                <a:cubicBezTo>
                  <a:pt x="296433" y="307526"/>
                  <a:pt x="299506" y="308209"/>
                  <a:pt x="303433" y="307526"/>
                </a:cubicBezTo>
                <a:cubicBezTo>
                  <a:pt x="307362" y="306843"/>
                  <a:pt x="312484" y="303428"/>
                  <a:pt x="318973" y="297110"/>
                </a:cubicBezTo>
                <a:cubicBezTo>
                  <a:pt x="324437" y="291646"/>
                  <a:pt x="328022" y="286694"/>
                  <a:pt x="329730" y="282255"/>
                </a:cubicBezTo>
                <a:cubicBezTo>
                  <a:pt x="331438" y="277644"/>
                  <a:pt x="331096" y="274058"/>
                  <a:pt x="328535" y="271497"/>
                </a:cubicBezTo>
                <a:cubicBezTo>
                  <a:pt x="327511" y="270473"/>
                  <a:pt x="326316" y="269960"/>
                  <a:pt x="325120" y="269789"/>
                </a:cubicBezTo>
                <a:cubicBezTo>
                  <a:pt x="322900" y="269619"/>
                  <a:pt x="320510" y="270473"/>
                  <a:pt x="317948" y="272180"/>
                </a:cubicBezTo>
                <a:cubicBezTo>
                  <a:pt x="315386" y="273717"/>
                  <a:pt x="309410" y="279181"/>
                  <a:pt x="300019" y="288402"/>
                </a:cubicBezTo>
                <a:moveTo>
                  <a:pt x="300360" y="163240"/>
                </a:moveTo>
                <a:lnTo>
                  <a:pt x="312655" y="175876"/>
                </a:lnTo>
                <a:cubicBezTo>
                  <a:pt x="310776" y="166484"/>
                  <a:pt x="310264" y="159655"/>
                  <a:pt x="311118" y="155044"/>
                </a:cubicBezTo>
                <a:cubicBezTo>
                  <a:pt x="312142" y="150433"/>
                  <a:pt x="313851" y="146848"/>
                  <a:pt x="316411" y="144287"/>
                </a:cubicBezTo>
                <a:cubicBezTo>
                  <a:pt x="318631" y="142067"/>
                  <a:pt x="321022" y="141042"/>
                  <a:pt x="323753" y="141213"/>
                </a:cubicBezTo>
                <a:cubicBezTo>
                  <a:pt x="326316" y="141213"/>
                  <a:pt x="328876" y="142579"/>
                  <a:pt x="331438" y="144969"/>
                </a:cubicBezTo>
                <a:cubicBezTo>
                  <a:pt x="333999" y="147702"/>
                  <a:pt x="335365" y="150262"/>
                  <a:pt x="335536" y="152995"/>
                </a:cubicBezTo>
                <a:cubicBezTo>
                  <a:pt x="335707" y="155726"/>
                  <a:pt x="334853" y="158117"/>
                  <a:pt x="332975" y="159825"/>
                </a:cubicBezTo>
                <a:cubicBezTo>
                  <a:pt x="330926" y="161873"/>
                  <a:pt x="328364" y="162899"/>
                  <a:pt x="325633" y="163069"/>
                </a:cubicBezTo>
                <a:cubicBezTo>
                  <a:pt x="322729" y="163240"/>
                  <a:pt x="321022" y="163411"/>
                  <a:pt x="320680" y="163582"/>
                </a:cubicBezTo>
                <a:cubicBezTo>
                  <a:pt x="319998" y="163753"/>
                  <a:pt x="319485" y="164093"/>
                  <a:pt x="318973" y="164606"/>
                </a:cubicBezTo>
                <a:cubicBezTo>
                  <a:pt x="317777" y="165631"/>
                  <a:pt x="317095" y="167167"/>
                  <a:pt x="316924" y="169046"/>
                </a:cubicBezTo>
                <a:cubicBezTo>
                  <a:pt x="316582" y="171948"/>
                  <a:pt x="317265" y="175022"/>
                  <a:pt x="318802" y="178437"/>
                </a:cubicBezTo>
                <a:cubicBezTo>
                  <a:pt x="321364" y="183559"/>
                  <a:pt x="324949" y="188341"/>
                  <a:pt x="329389" y="192950"/>
                </a:cubicBezTo>
                <a:lnTo>
                  <a:pt x="341854" y="205757"/>
                </a:lnTo>
                <a:lnTo>
                  <a:pt x="345269" y="209001"/>
                </a:lnTo>
                <a:cubicBezTo>
                  <a:pt x="347489" y="211221"/>
                  <a:pt x="349026" y="212588"/>
                  <a:pt x="349880" y="212929"/>
                </a:cubicBezTo>
                <a:cubicBezTo>
                  <a:pt x="351416" y="213441"/>
                  <a:pt x="352782" y="213612"/>
                  <a:pt x="354319" y="213270"/>
                </a:cubicBezTo>
                <a:cubicBezTo>
                  <a:pt x="355685" y="212759"/>
                  <a:pt x="357564" y="211563"/>
                  <a:pt x="359954" y="209514"/>
                </a:cubicBezTo>
                <a:lnTo>
                  <a:pt x="362003" y="211563"/>
                </a:lnTo>
                <a:lnTo>
                  <a:pt x="331951" y="240932"/>
                </a:lnTo>
                <a:lnTo>
                  <a:pt x="329901" y="238883"/>
                </a:lnTo>
                <a:cubicBezTo>
                  <a:pt x="332121" y="236322"/>
                  <a:pt x="333144" y="233932"/>
                  <a:pt x="332804" y="232053"/>
                </a:cubicBezTo>
                <a:cubicBezTo>
                  <a:pt x="332633" y="230005"/>
                  <a:pt x="330071" y="226760"/>
                  <a:pt x="325462" y="221808"/>
                </a:cubicBezTo>
                <a:lnTo>
                  <a:pt x="295409" y="191244"/>
                </a:lnTo>
                <a:cubicBezTo>
                  <a:pt x="292335" y="187999"/>
                  <a:pt x="290115" y="186121"/>
                  <a:pt x="288920" y="185608"/>
                </a:cubicBezTo>
                <a:cubicBezTo>
                  <a:pt x="287553" y="184926"/>
                  <a:pt x="286187" y="184584"/>
                  <a:pt x="284821" y="184926"/>
                </a:cubicBezTo>
                <a:cubicBezTo>
                  <a:pt x="283627" y="185097"/>
                  <a:pt x="281918" y="185950"/>
                  <a:pt x="279869" y="187657"/>
                </a:cubicBezTo>
                <a:lnTo>
                  <a:pt x="277649" y="185438"/>
                </a:lnTo>
                <a:lnTo>
                  <a:pt x="300360" y="163240"/>
                </a:lnTo>
                <a:moveTo>
                  <a:pt x="403667" y="112526"/>
                </a:moveTo>
                <a:lnTo>
                  <a:pt x="373273" y="142408"/>
                </a:lnTo>
                <a:cubicBezTo>
                  <a:pt x="380787" y="149409"/>
                  <a:pt x="388471" y="153166"/>
                  <a:pt x="396154" y="154020"/>
                </a:cubicBezTo>
                <a:cubicBezTo>
                  <a:pt x="402131" y="154702"/>
                  <a:pt x="407083" y="152995"/>
                  <a:pt x="410840" y="149238"/>
                </a:cubicBezTo>
                <a:cubicBezTo>
                  <a:pt x="413229" y="147018"/>
                  <a:pt x="414767" y="144287"/>
                  <a:pt x="415449" y="141042"/>
                </a:cubicBezTo>
                <a:cubicBezTo>
                  <a:pt x="416133" y="137798"/>
                  <a:pt x="415791" y="133358"/>
                  <a:pt x="414596" y="127723"/>
                </a:cubicBezTo>
                <a:lnTo>
                  <a:pt x="418011" y="127041"/>
                </a:lnTo>
                <a:cubicBezTo>
                  <a:pt x="420914" y="136091"/>
                  <a:pt x="421938" y="143774"/>
                  <a:pt x="420743" y="149922"/>
                </a:cubicBezTo>
                <a:cubicBezTo>
                  <a:pt x="419549" y="155897"/>
                  <a:pt x="416645" y="161361"/>
                  <a:pt x="411864" y="165973"/>
                </a:cubicBezTo>
                <a:cubicBezTo>
                  <a:pt x="403667" y="174168"/>
                  <a:pt x="394276" y="177070"/>
                  <a:pt x="383860" y="174851"/>
                </a:cubicBezTo>
                <a:cubicBezTo>
                  <a:pt x="375493" y="173144"/>
                  <a:pt x="367638" y="168362"/>
                  <a:pt x="360125" y="160849"/>
                </a:cubicBezTo>
                <a:cubicBezTo>
                  <a:pt x="351075" y="151629"/>
                  <a:pt x="346464" y="141725"/>
                  <a:pt x="345951" y="131480"/>
                </a:cubicBezTo>
                <a:cubicBezTo>
                  <a:pt x="345611" y="121064"/>
                  <a:pt x="348855" y="112526"/>
                  <a:pt x="355515" y="106038"/>
                </a:cubicBezTo>
                <a:cubicBezTo>
                  <a:pt x="361149" y="100403"/>
                  <a:pt x="368322" y="98012"/>
                  <a:pt x="377029" y="98525"/>
                </a:cubicBezTo>
                <a:cubicBezTo>
                  <a:pt x="385567" y="99208"/>
                  <a:pt x="394447" y="103818"/>
                  <a:pt x="403667" y="112526"/>
                </a:cubicBezTo>
                <a:moveTo>
                  <a:pt x="385226" y="122772"/>
                </a:moveTo>
                <a:cubicBezTo>
                  <a:pt x="378908" y="116454"/>
                  <a:pt x="374298" y="112526"/>
                  <a:pt x="371395" y="110819"/>
                </a:cubicBezTo>
                <a:cubicBezTo>
                  <a:pt x="368322" y="109111"/>
                  <a:pt x="365418" y="108258"/>
                  <a:pt x="362858" y="108599"/>
                </a:cubicBezTo>
                <a:cubicBezTo>
                  <a:pt x="361320" y="108599"/>
                  <a:pt x="359784" y="109282"/>
                  <a:pt x="358417" y="110648"/>
                </a:cubicBezTo>
                <a:cubicBezTo>
                  <a:pt x="356369" y="112697"/>
                  <a:pt x="355685" y="115429"/>
                  <a:pt x="356369" y="118673"/>
                </a:cubicBezTo>
                <a:cubicBezTo>
                  <a:pt x="357564" y="124479"/>
                  <a:pt x="360978" y="130455"/>
                  <a:pt x="367126" y="136602"/>
                </a:cubicBezTo>
                <a:lnTo>
                  <a:pt x="369175" y="138652"/>
                </a:lnTo>
                <a:lnTo>
                  <a:pt x="385226" y="122772"/>
                </a:lnTo>
                <a:moveTo>
                  <a:pt x="419207" y="43884"/>
                </a:moveTo>
                <a:lnTo>
                  <a:pt x="438674" y="61984"/>
                </a:lnTo>
                <a:lnTo>
                  <a:pt x="436624" y="63861"/>
                </a:lnTo>
                <a:cubicBezTo>
                  <a:pt x="428769" y="60617"/>
                  <a:pt x="422451" y="59252"/>
                  <a:pt x="417840" y="59764"/>
                </a:cubicBezTo>
                <a:cubicBezTo>
                  <a:pt x="413229" y="60276"/>
                  <a:pt x="409644" y="61642"/>
                  <a:pt x="407083" y="64203"/>
                </a:cubicBezTo>
                <a:cubicBezTo>
                  <a:pt x="405546" y="65911"/>
                  <a:pt x="404692" y="67790"/>
                  <a:pt x="404522" y="70009"/>
                </a:cubicBezTo>
                <a:cubicBezTo>
                  <a:pt x="404522" y="72228"/>
                  <a:pt x="405205" y="73937"/>
                  <a:pt x="406571" y="75472"/>
                </a:cubicBezTo>
                <a:cubicBezTo>
                  <a:pt x="407596" y="76497"/>
                  <a:pt x="408961" y="77181"/>
                  <a:pt x="410669" y="77352"/>
                </a:cubicBezTo>
                <a:cubicBezTo>
                  <a:pt x="413571" y="77693"/>
                  <a:pt x="419889" y="77010"/>
                  <a:pt x="429452" y="75302"/>
                </a:cubicBezTo>
                <a:cubicBezTo>
                  <a:pt x="439185" y="73424"/>
                  <a:pt x="446356" y="73083"/>
                  <a:pt x="450796" y="74108"/>
                </a:cubicBezTo>
                <a:cubicBezTo>
                  <a:pt x="455407" y="74961"/>
                  <a:pt x="459334" y="77181"/>
                  <a:pt x="462579" y="80596"/>
                </a:cubicBezTo>
                <a:cubicBezTo>
                  <a:pt x="465652" y="83670"/>
                  <a:pt x="467872" y="87425"/>
                  <a:pt x="469239" y="91865"/>
                </a:cubicBezTo>
                <a:cubicBezTo>
                  <a:pt x="470604" y="96305"/>
                  <a:pt x="470604" y="100745"/>
                  <a:pt x="469409" y="105185"/>
                </a:cubicBezTo>
                <a:cubicBezTo>
                  <a:pt x="468043" y="109453"/>
                  <a:pt x="465823" y="113209"/>
                  <a:pt x="462408" y="116625"/>
                </a:cubicBezTo>
                <a:cubicBezTo>
                  <a:pt x="459676" y="119185"/>
                  <a:pt x="455407" y="121918"/>
                  <a:pt x="449260" y="124479"/>
                </a:cubicBezTo>
                <a:cubicBezTo>
                  <a:pt x="447723" y="125162"/>
                  <a:pt x="446698" y="125845"/>
                  <a:pt x="446186" y="126187"/>
                </a:cubicBezTo>
                <a:cubicBezTo>
                  <a:pt x="444820" y="127553"/>
                  <a:pt x="444820" y="129602"/>
                  <a:pt x="445844" y="132334"/>
                </a:cubicBezTo>
                <a:lnTo>
                  <a:pt x="443967" y="134382"/>
                </a:lnTo>
                <a:lnTo>
                  <a:pt x="423476" y="115258"/>
                </a:lnTo>
                <a:lnTo>
                  <a:pt x="425354" y="113380"/>
                </a:lnTo>
                <a:cubicBezTo>
                  <a:pt x="432356" y="116796"/>
                  <a:pt x="438674" y="118331"/>
                  <a:pt x="444307" y="117990"/>
                </a:cubicBezTo>
                <a:cubicBezTo>
                  <a:pt x="449943" y="117478"/>
                  <a:pt x="454212" y="115942"/>
                  <a:pt x="456943" y="113209"/>
                </a:cubicBezTo>
                <a:cubicBezTo>
                  <a:pt x="458822" y="111332"/>
                  <a:pt x="459847" y="109282"/>
                  <a:pt x="459847" y="106891"/>
                </a:cubicBezTo>
                <a:cubicBezTo>
                  <a:pt x="459847" y="104501"/>
                  <a:pt x="459163" y="102623"/>
                  <a:pt x="457456" y="100916"/>
                </a:cubicBezTo>
                <a:cubicBezTo>
                  <a:pt x="455578" y="99037"/>
                  <a:pt x="453529" y="97841"/>
                  <a:pt x="450967" y="97671"/>
                </a:cubicBezTo>
                <a:cubicBezTo>
                  <a:pt x="448405" y="97500"/>
                  <a:pt x="443625" y="98012"/>
                  <a:pt x="436794" y="99208"/>
                </a:cubicBezTo>
                <a:cubicBezTo>
                  <a:pt x="426720" y="100916"/>
                  <a:pt x="419549" y="101598"/>
                  <a:pt x="415620" y="101085"/>
                </a:cubicBezTo>
                <a:cubicBezTo>
                  <a:pt x="409815" y="100403"/>
                  <a:pt x="405034" y="98183"/>
                  <a:pt x="401278" y="94256"/>
                </a:cubicBezTo>
                <a:cubicBezTo>
                  <a:pt x="397008" y="89988"/>
                  <a:pt x="394789" y="84523"/>
                  <a:pt x="394276" y="78205"/>
                </a:cubicBezTo>
                <a:cubicBezTo>
                  <a:pt x="393764" y="71887"/>
                  <a:pt x="396325" y="66081"/>
                  <a:pt x="401960" y="60617"/>
                </a:cubicBezTo>
                <a:cubicBezTo>
                  <a:pt x="405034" y="57544"/>
                  <a:pt x="408620" y="55495"/>
                  <a:pt x="412889" y="54128"/>
                </a:cubicBezTo>
                <a:cubicBezTo>
                  <a:pt x="414425" y="53787"/>
                  <a:pt x="415620" y="53275"/>
                  <a:pt x="416304" y="52593"/>
                </a:cubicBezTo>
                <a:cubicBezTo>
                  <a:pt x="416987" y="51910"/>
                  <a:pt x="417499" y="51055"/>
                  <a:pt x="417670" y="50373"/>
                </a:cubicBezTo>
                <a:cubicBezTo>
                  <a:pt x="417670" y="49690"/>
                  <a:pt x="417670" y="48152"/>
                  <a:pt x="417158" y="45762"/>
                </a:cubicBezTo>
                <a:lnTo>
                  <a:pt x="419207" y="43884"/>
                </a:lnTo>
                <a:moveTo>
                  <a:pt x="466165" y="-2048"/>
                </a:moveTo>
                <a:lnTo>
                  <a:pt x="485460" y="16051"/>
                </a:lnTo>
                <a:lnTo>
                  <a:pt x="483411" y="18100"/>
                </a:lnTo>
                <a:cubicBezTo>
                  <a:pt x="475556" y="14856"/>
                  <a:pt x="469239" y="13320"/>
                  <a:pt x="464798" y="13831"/>
                </a:cubicBezTo>
                <a:cubicBezTo>
                  <a:pt x="460188" y="14344"/>
                  <a:pt x="456603" y="15880"/>
                  <a:pt x="453870" y="18442"/>
                </a:cubicBezTo>
                <a:cubicBezTo>
                  <a:pt x="452333" y="19978"/>
                  <a:pt x="451479" y="21857"/>
                  <a:pt x="451479" y="24077"/>
                </a:cubicBezTo>
                <a:cubicBezTo>
                  <a:pt x="451308" y="26297"/>
                  <a:pt x="451991" y="28175"/>
                  <a:pt x="453358" y="29540"/>
                </a:cubicBezTo>
                <a:cubicBezTo>
                  <a:pt x="454382" y="30566"/>
                  <a:pt x="455749" y="31249"/>
                  <a:pt x="457626" y="31420"/>
                </a:cubicBezTo>
                <a:cubicBezTo>
                  <a:pt x="460359" y="31760"/>
                  <a:pt x="466676" y="31078"/>
                  <a:pt x="476409" y="29370"/>
                </a:cubicBezTo>
                <a:cubicBezTo>
                  <a:pt x="485972" y="27662"/>
                  <a:pt x="493145" y="27150"/>
                  <a:pt x="497583" y="28175"/>
                </a:cubicBezTo>
                <a:cubicBezTo>
                  <a:pt x="502194" y="29028"/>
                  <a:pt x="506121" y="31249"/>
                  <a:pt x="509365" y="34664"/>
                </a:cubicBezTo>
                <a:cubicBezTo>
                  <a:pt x="512438" y="37737"/>
                  <a:pt x="514659" y="41493"/>
                  <a:pt x="516025" y="46104"/>
                </a:cubicBezTo>
                <a:cubicBezTo>
                  <a:pt x="517392" y="50543"/>
                  <a:pt x="517392" y="54983"/>
                  <a:pt x="516196" y="59252"/>
                </a:cubicBezTo>
                <a:cubicBezTo>
                  <a:pt x="515001" y="63521"/>
                  <a:pt x="512609" y="67448"/>
                  <a:pt x="509195" y="70692"/>
                </a:cubicBezTo>
                <a:cubicBezTo>
                  <a:pt x="506462" y="73254"/>
                  <a:pt x="502194" y="75985"/>
                  <a:pt x="496047" y="78717"/>
                </a:cubicBezTo>
                <a:cubicBezTo>
                  <a:pt x="494509" y="79401"/>
                  <a:pt x="493486" y="79912"/>
                  <a:pt x="492974" y="80425"/>
                </a:cubicBezTo>
                <a:cubicBezTo>
                  <a:pt x="491778" y="81620"/>
                  <a:pt x="491607" y="83670"/>
                  <a:pt x="492632" y="86572"/>
                </a:cubicBezTo>
                <a:lnTo>
                  <a:pt x="490753" y="88450"/>
                </a:lnTo>
                <a:lnTo>
                  <a:pt x="470262" y="69496"/>
                </a:lnTo>
                <a:lnTo>
                  <a:pt x="472312" y="67448"/>
                </a:lnTo>
                <a:cubicBezTo>
                  <a:pt x="479142" y="71034"/>
                  <a:pt x="485460" y="72399"/>
                  <a:pt x="491094" y="72058"/>
                </a:cubicBezTo>
                <a:cubicBezTo>
                  <a:pt x="496730" y="71546"/>
                  <a:pt x="500998" y="70009"/>
                  <a:pt x="503731" y="67277"/>
                </a:cubicBezTo>
                <a:cubicBezTo>
                  <a:pt x="505610" y="65399"/>
                  <a:pt x="506633" y="63350"/>
                  <a:pt x="506633" y="60959"/>
                </a:cubicBezTo>
                <a:cubicBezTo>
                  <a:pt x="506804" y="58739"/>
                  <a:pt x="505951" y="56690"/>
                  <a:pt x="504414" y="54983"/>
                </a:cubicBezTo>
                <a:cubicBezTo>
                  <a:pt x="502536" y="53104"/>
                  <a:pt x="500315" y="52080"/>
                  <a:pt x="497754" y="51910"/>
                </a:cubicBezTo>
                <a:cubicBezTo>
                  <a:pt x="495193" y="51568"/>
                  <a:pt x="490583" y="52080"/>
                  <a:pt x="483582" y="53275"/>
                </a:cubicBezTo>
                <a:cubicBezTo>
                  <a:pt x="473507" y="54983"/>
                  <a:pt x="466506" y="55666"/>
                  <a:pt x="462408" y="55153"/>
                </a:cubicBezTo>
                <a:cubicBezTo>
                  <a:pt x="456774" y="54470"/>
                  <a:pt x="451820" y="52251"/>
                  <a:pt x="448065" y="48323"/>
                </a:cubicBezTo>
                <a:cubicBezTo>
                  <a:pt x="443796" y="44055"/>
                  <a:pt x="441576" y="38761"/>
                  <a:pt x="441063" y="32443"/>
                </a:cubicBezTo>
                <a:cubicBezTo>
                  <a:pt x="440722" y="25955"/>
                  <a:pt x="443283" y="20149"/>
                  <a:pt x="448747" y="14685"/>
                </a:cubicBezTo>
                <a:cubicBezTo>
                  <a:pt x="451820" y="11782"/>
                  <a:pt x="455407" y="9563"/>
                  <a:pt x="459676" y="8367"/>
                </a:cubicBezTo>
                <a:cubicBezTo>
                  <a:pt x="461383" y="7855"/>
                  <a:pt x="462579" y="7343"/>
                  <a:pt x="463092" y="6660"/>
                </a:cubicBezTo>
                <a:cubicBezTo>
                  <a:pt x="463944" y="5977"/>
                  <a:pt x="464286" y="5293"/>
                  <a:pt x="464456" y="4611"/>
                </a:cubicBezTo>
                <a:cubicBezTo>
                  <a:pt x="464627" y="3758"/>
                  <a:pt x="464456" y="2220"/>
                  <a:pt x="464115" y="0"/>
                </a:cubicBezTo>
                <a:lnTo>
                  <a:pt x="466165" y="-2048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4" name="pdf-path-587">
            <a:extLst xmlns:a="http://schemas.openxmlformats.org/drawingml/2006/main">
              <a:ext uri="{FF2B5EF4-FFF2-40B4-BE49-F238E27FC236}">
                <a16:creationId xmlns:a16="http://schemas.microsoft.com/office/drawing/2014/main" id="{A3D526C7-7A21-4034-94E7-02467F90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2742" y="2230796"/>
            <a:ext cx="342367" cy="109281"/>
          </a:xfrm>
          <a:custGeom xmlns:a="http://schemas.openxmlformats.org/drawingml/2006/main">
            <a:pathLst>
              <a:path w="342367" h="109281">
                <a:moveTo>
                  <a:pt x="3587" y="109281"/>
                </a:moveTo>
                <a:lnTo>
                  <a:pt x="53618" y="98695"/>
                </a:lnTo>
                <a:lnTo>
                  <a:pt x="50202" y="81961"/>
                </a:lnTo>
                <a:lnTo>
                  <a:pt x="0" y="92548"/>
                </a:lnTo>
                <a:lnTo>
                  <a:pt x="3587" y="109281"/>
                </a:lnTo>
                <a:moveTo>
                  <a:pt x="70353" y="95279"/>
                </a:moveTo>
                <a:lnTo>
                  <a:pt x="120555" y="84693"/>
                </a:lnTo>
                <a:lnTo>
                  <a:pt x="116968" y="67960"/>
                </a:lnTo>
                <a:lnTo>
                  <a:pt x="66938" y="78546"/>
                </a:lnTo>
                <a:lnTo>
                  <a:pt x="70353" y="95279"/>
                </a:lnTo>
                <a:moveTo>
                  <a:pt x="137289" y="81278"/>
                </a:moveTo>
                <a:lnTo>
                  <a:pt x="187320" y="70691"/>
                </a:lnTo>
                <a:lnTo>
                  <a:pt x="183904" y="53957"/>
                </a:lnTo>
                <a:lnTo>
                  <a:pt x="133703" y="64544"/>
                </a:lnTo>
                <a:lnTo>
                  <a:pt x="137289" y="81278"/>
                </a:lnTo>
                <a:moveTo>
                  <a:pt x="204054" y="67277"/>
                </a:moveTo>
                <a:lnTo>
                  <a:pt x="254256" y="56690"/>
                </a:lnTo>
                <a:lnTo>
                  <a:pt x="250671" y="39956"/>
                </a:lnTo>
                <a:lnTo>
                  <a:pt x="200639" y="50543"/>
                </a:lnTo>
                <a:lnTo>
                  <a:pt x="204054" y="67277"/>
                </a:lnTo>
                <a:moveTo>
                  <a:pt x="270991" y="53275"/>
                </a:moveTo>
                <a:lnTo>
                  <a:pt x="306850" y="45762"/>
                </a:lnTo>
                <a:lnTo>
                  <a:pt x="303263" y="29028"/>
                </a:lnTo>
                <a:lnTo>
                  <a:pt x="267405" y="36540"/>
                </a:lnTo>
                <a:lnTo>
                  <a:pt x="270991" y="53275"/>
                </a:lnTo>
                <a:moveTo>
                  <a:pt x="311972" y="70691"/>
                </a:moveTo>
                <a:cubicBezTo>
                  <a:pt x="330585" y="66935"/>
                  <a:pt x="342367" y="48835"/>
                  <a:pt x="338439" y="30394"/>
                </a:cubicBezTo>
                <a:cubicBezTo>
                  <a:pt x="334683" y="11782"/>
                  <a:pt x="316583" y="0"/>
                  <a:pt x="297970" y="3928"/>
                </a:cubicBezTo>
                <a:cubicBezTo>
                  <a:pt x="279529" y="7684"/>
                  <a:pt x="267747" y="25783"/>
                  <a:pt x="271674" y="44396"/>
                </a:cubicBezTo>
                <a:cubicBezTo>
                  <a:pt x="275430" y="62837"/>
                  <a:pt x="293530" y="74619"/>
                  <a:pt x="311972" y="70691"/>
                </a:cubicBezTo>
              </a:path>
            </a:pathLst>
          </a:custGeom>
          <a:solidFill xmlns:a="http://schemas.openxmlformats.org/drawingml/2006/main">
            <a:srgbClr val="00B050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df-path-588">
            <a:extLst xmlns:a="http://schemas.openxmlformats.org/drawingml/2006/main">
              <a:ext uri="{FF2B5EF4-FFF2-40B4-BE49-F238E27FC236}">
                <a16:creationId xmlns:a16="http://schemas.microsoft.com/office/drawing/2014/main" id="{D1F083C3-95CD-4D84-8C88-907424A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843" y="2314806"/>
            <a:ext cx="1182828" cy="1012391"/>
          </a:xfrm>
          <a:custGeom xmlns:a="http://schemas.openxmlformats.org/drawingml/2006/main">
            <a:pathLst>
              <a:path w="1182828" h="1012391">
                <a:moveTo>
                  <a:pt x="1166264" y="0"/>
                </a:moveTo>
                <a:lnTo>
                  <a:pt x="56520" y="947163"/>
                </a:lnTo>
                <a:lnTo>
                  <a:pt x="73083" y="966629"/>
                </a:lnTo>
                <a:lnTo>
                  <a:pt x="1182828" y="19466"/>
                </a:lnTo>
                <a:lnTo>
                  <a:pt x="1166264" y="0"/>
                </a:lnTo>
                <a:moveTo>
                  <a:pt x="44567" y="906866"/>
                </a:moveTo>
                <a:lnTo>
                  <a:pt x="0" y="1012391"/>
                </a:lnTo>
                <a:lnTo>
                  <a:pt x="111162" y="984729"/>
                </a:lnTo>
                <a:lnTo>
                  <a:pt x="44567" y="9068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8BBD7395-B769-4EC1-ADD9-F326E1541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dccfe299d402b"/>
          <a:srcRect xmlns:a="http://schemas.openxmlformats.org/drawingml/2006/main" l="0" t="103" r="0" b="1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41432" y="2208768"/>
            <a:ext cx="1184364" cy="1067545"/>
          </a:xfrm>
          <a:prstGeom xmlns:a="http://schemas.openxmlformats.org/drawingml/2006/main" prst="rect">
            <a:avLst/>
          </a:prstGeom>
        </p:spPr>
      </p:pic>
      <p:sp>
        <p:nvSpPr>
          <p:cNvPr id="637" name="host-source-component-76">
            <a:extLst xmlns:a="http://schemas.openxmlformats.org/drawingml/2006/main">
              <a:ext uri="{FF2B5EF4-FFF2-40B4-BE49-F238E27FC236}">
                <a16:creationId xmlns:a16="http://schemas.microsoft.com/office/drawing/2014/main" id="{3547D996-233F-42C3-AA24-8BAB9B05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1432" y="2208768"/>
            <a:ext cx="1184364" cy="1067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pdf-path-590">
            <a:extLst xmlns:a="http://schemas.openxmlformats.org/drawingml/2006/main">
              <a:ext uri="{FF2B5EF4-FFF2-40B4-BE49-F238E27FC236}">
                <a16:creationId xmlns:a16="http://schemas.microsoft.com/office/drawing/2014/main" id="{2420C7E7-1AE7-4E8D-83D3-DD2BA61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560" y="2247016"/>
            <a:ext cx="1105646" cy="990706"/>
          </a:xfrm>
          <a:custGeom xmlns:a="http://schemas.openxmlformats.org/drawingml/2006/main">
            <a:pathLst>
              <a:path w="1105646" h="990706">
                <a:moveTo>
                  <a:pt x="0" y="964582"/>
                </a:moveTo>
                <a:lnTo>
                  <a:pt x="15368" y="951776"/>
                </a:lnTo>
                <a:lnTo>
                  <a:pt x="33297" y="937431"/>
                </a:lnTo>
                <a:lnTo>
                  <a:pt x="53446" y="922063"/>
                </a:lnTo>
                <a:lnTo>
                  <a:pt x="75303" y="905501"/>
                </a:lnTo>
                <a:lnTo>
                  <a:pt x="98697" y="887743"/>
                </a:lnTo>
                <a:lnTo>
                  <a:pt x="98527" y="887743"/>
                </a:lnTo>
                <a:lnTo>
                  <a:pt x="123286" y="868789"/>
                </a:lnTo>
                <a:lnTo>
                  <a:pt x="123115" y="869131"/>
                </a:lnTo>
                <a:lnTo>
                  <a:pt x="148557" y="848811"/>
                </a:lnTo>
                <a:lnTo>
                  <a:pt x="148387" y="848982"/>
                </a:lnTo>
                <a:lnTo>
                  <a:pt x="174513" y="827638"/>
                </a:lnTo>
                <a:lnTo>
                  <a:pt x="174171" y="827980"/>
                </a:lnTo>
                <a:lnTo>
                  <a:pt x="200468" y="805611"/>
                </a:lnTo>
                <a:lnTo>
                  <a:pt x="200126" y="805781"/>
                </a:lnTo>
                <a:lnTo>
                  <a:pt x="226252" y="782217"/>
                </a:lnTo>
                <a:lnTo>
                  <a:pt x="225910" y="782559"/>
                </a:lnTo>
                <a:lnTo>
                  <a:pt x="251523" y="758142"/>
                </a:lnTo>
                <a:lnTo>
                  <a:pt x="251011" y="758655"/>
                </a:lnTo>
                <a:lnTo>
                  <a:pt x="275941" y="733042"/>
                </a:lnTo>
                <a:lnTo>
                  <a:pt x="275429" y="733553"/>
                </a:lnTo>
                <a:lnTo>
                  <a:pt x="298995" y="706916"/>
                </a:lnTo>
                <a:lnTo>
                  <a:pt x="298482" y="707598"/>
                </a:lnTo>
                <a:lnTo>
                  <a:pt x="320510" y="679936"/>
                </a:lnTo>
                <a:lnTo>
                  <a:pt x="319997" y="680791"/>
                </a:lnTo>
                <a:lnTo>
                  <a:pt x="340317" y="652275"/>
                </a:lnTo>
                <a:lnTo>
                  <a:pt x="339634" y="653299"/>
                </a:lnTo>
                <a:lnTo>
                  <a:pt x="357734" y="623760"/>
                </a:lnTo>
                <a:lnTo>
                  <a:pt x="357222" y="624613"/>
                </a:lnTo>
                <a:lnTo>
                  <a:pt x="365589" y="609075"/>
                </a:lnTo>
                <a:lnTo>
                  <a:pt x="365248" y="609758"/>
                </a:lnTo>
                <a:lnTo>
                  <a:pt x="373273" y="592683"/>
                </a:lnTo>
                <a:lnTo>
                  <a:pt x="372931" y="593365"/>
                </a:lnTo>
                <a:lnTo>
                  <a:pt x="380615" y="575265"/>
                </a:lnTo>
                <a:lnTo>
                  <a:pt x="380444" y="575607"/>
                </a:lnTo>
                <a:lnTo>
                  <a:pt x="387957" y="556312"/>
                </a:lnTo>
                <a:lnTo>
                  <a:pt x="387787" y="556824"/>
                </a:lnTo>
                <a:lnTo>
                  <a:pt x="395130" y="536334"/>
                </a:lnTo>
                <a:lnTo>
                  <a:pt x="394959" y="536846"/>
                </a:lnTo>
                <a:lnTo>
                  <a:pt x="402131" y="515502"/>
                </a:lnTo>
                <a:lnTo>
                  <a:pt x="401960" y="515844"/>
                </a:lnTo>
                <a:lnTo>
                  <a:pt x="408790" y="493817"/>
                </a:lnTo>
                <a:lnTo>
                  <a:pt x="408620" y="493988"/>
                </a:lnTo>
                <a:lnTo>
                  <a:pt x="415279" y="471448"/>
                </a:lnTo>
                <a:lnTo>
                  <a:pt x="415279" y="471789"/>
                </a:lnTo>
                <a:lnTo>
                  <a:pt x="427744" y="424832"/>
                </a:lnTo>
                <a:lnTo>
                  <a:pt x="427744" y="425174"/>
                </a:lnTo>
                <a:lnTo>
                  <a:pt x="439526" y="376851"/>
                </a:lnTo>
                <a:lnTo>
                  <a:pt x="439526" y="377022"/>
                </a:lnTo>
                <a:lnTo>
                  <a:pt x="450796" y="328358"/>
                </a:lnTo>
                <a:lnTo>
                  <a:pt x="450796" y="328699"/>
                </a:lnTo>
                <a:lnTo>
                  <a:pt x="461212" y="280376"/>
                </a:lnTo>
                <a:lnTo>
                  <a:pt x="471458" y="233420"/>
                </a:lnTo>
                <a:lnTo>
                  <a:pt x="476409" y="210709"/>
                </a:lnTo>
                <a:lnTo>
                  <a:pt x="481191" y="188682"/>
                </a:lnTo>
                <a:lnTo>
                  <a:pt x="485801" y="167338"/>
                </a:lnTo>
                <a:lnTo>
                  <a:pt x="490582" y="146848"/>
                </a:lnTo>
                <a:lnTo>
                  <a:pt x="495193" y="127381"/>
                </a:lnTo>
                <a:lnTo>
                  <a:pt x="499633" y="109111"/>
                </a:lnTo>
                <a:lnTo>
                  <a:pt x="504242" y="91865"/>
                </a:lnTo>
                <a:lnTo>
                  <a:pt x="508854" y="75814"/>
                </a:lnTo>
                <a:lnTo>
                  <a:pt x="513293" y="61301"/>
                </a:lnTo>
                <a:lnTo>
                  <a:pt x="517904" y="47981"/>
                </a:lnTo>
                <a:lnTo>
                  <a:pt x="522684" y="36201"/>
                </a:lnTo>
                <a:lnTo>
                  <a:pt x="527636" y="25613"/>
                </a:lnTo>
                <a:lnTo>
                  <a:pt x="533272" y="16564"/>
                </a:lnTo>
                <a:lnTo>
                  <a:pt x="539931" y="8880"/>
                </a:lnTo>
                <a:lnTo>
                  <a:pt x="548639" y="2733"/>
                </a:lnTo>
                <a:lnTo>
                  <a:pt x="560763" y="0"/>
                </a:lnTo>
                <a:lnTo>
                  <a:pt x="572204" y="3929"/>
                </a:lnTo>
                <a:lnTo>
                  <a:pt x="580058" y="10757"/>
                </a:lnTo>
                <a:lnTo>
                  <a:pt x="585522" y="18442"/>
                </a:lnTo>
                <a:lnTo>
                  <a:pt x="589791" y="26979"/>
                </a:lnTo>
                <a:lnTo>
                  <a:pt x="593378" y="36370"/>
                </a:lnTo>
                <a:lnTo>
                  <a:pt x="596793" y="46788"/>
                </a:lnTo>
                <a:lnTo>
                  <a:pt x="599867" y="58398"/>
                </a:lnTo>
                <a:lnTo>
                  <a:pt x="602769" y="70863"/>
                </a:lnTo>
                <a:lnTo>
                  <a:pt x="605672" y="84352"/>
                </a:lnTo>
                <a:lnTo>
                  <a:pt x="608404" y="98525"/>
                </a:lnTo>
                <a:lnTo>
                  <a:pt x="613698" y="128919"/>
                </a:lnTo>
                <a:lnTo>
                  <a:pt x="618820" y="161190"/>
                </a:lnTo>
                <a:lnTo>
                  <a:pt x="623943" y="194317"/>
                </a:lnTo>
                <a:lnTo>
                  <a:pt x="623943" y="194147"/>
                </a:lnTo>
                <a:lnTo>
                  <a:pt x="629065" y="227102"/>
                </a:lnTo>
                <a:lnTo>
                  <a:pt x="629065" y="226760"/>
                </a:lnTo>
                <a:lnTo>
                  <a:pt x="634700" y="258691"/>
                </a:lnTo>
                <a:lnTo>
                  <a:pt x="634700" y="258520"/>
                </a:lnTo>
                <a:lnTo>
                  <a:pt x="637603" y="273717"/>
                </a:lnTo>
                <a:lnTo>
                  <a:pt x="637603" y="273375"/>
                </a:lnTo>
                <a:lnTo>
                  <a:pt x="640677" y="287890"/>
                </a:lnTo>
                <a:lnTo>
                  <a:pt x="640506" y="287548"/>
                </a:lnTo>
                <a:lnTo>
                  <a:pt x="643751" y="301379"/>
                </a:lnTo>
                <a:lnTo>
                  <a:pt x="643751" y="300867"/>
                </a:lnTo>
                <a:lnTo>
                  <a:pt x="646995" y="313674"/>
                </a:lnTo>
                <a:lnTo>
                  <a:pt x="646824" y="313161"/>
                </a:lnTo>
                <a:lnTo>
                  <a:pt x="650240" y="324772"/>
                </a:lnTo>
                <a:lnTo>
                  <a:pt x="650069" y="324089"/>
                </a:lnTo>
                <a:lnTo>
                  <a:pt x="653825" y="334676"/>
                </a:lnTo>
                <a:lnTo>
                  <a:pt x="653484" y="333822"/>
                </a:lnTo>
                <a:lnTo>
                  <a:pt x="657241" y="343042"/>
                </a:lnTo>
                <a:lnTo>
                  <a:pt x="656558" y="341676"/>
                </a:lnTo>
                <a:lnTo>
                  <a:pt x="660656" y="349360"/>
                </a:lnTo>
                <a:lnTo>
                  <a:pt x="659631" y="347653"/>
                </a:lnTo>
                <a:lnTo>
                  <a:pt x="663900" y="353971"/>
                </a:lnTo>
                <a:lnTo>
                  <a:pt x="662022" y="351580"/>
                </a:lnTo>
                <a:lnTo>
                  <a:pt x="666461" y="356020"/>
                </a:lnTo>
                <a:lnTo>
                  <a:pt x="664411" y="354312"/>
                </a:lnTo>
                <a:lnTo>
                  <a:pt x="673291" y="360630"/>
                </a:lnTo>
                <a:lnTo>
                  <a:pt x="672267" y="359947"/>
                </a:lnTo>
                <a:lnTo>
                  <a:pt x="680122" y="364899"/>
                </a:lnTo>
                <a:lnTo>
                  <a:pt x="678072" y="363873"/>
                </a:lnTo>
                <a:lnTo>
                  <a:pt x="685415" y="367118"/>
                </a:lnTo>
                <a:lnTo>
                  <a:pt x="682001" y="366094"/>
                </a:lnTo>
                <a:lnTo>
                  <a:pt x="689000" y="367631"/>
                </a:lnTo>
                <a:lnTo>
                  <a:pt x="684732" y="367118"/>
                </a:lnTo>
                <a:lnTo>
                  <a:pt x="691904" y="366948"/>
                </a:lnTo>
                <a:lnTo>
                  <a:pt x="687976" y="367460"/>
                </a:lnTo>
                <a:lnTo>
                  <a:pt x="695147" y="365582"/>
                </a:lnTo>
                <a:lnTo>
                  <a:pt x="692074" y="366777"/>
                </a:lnTo>
                <a:lnTo>
                  <a:pt x="699930" y="362849"/>
                </a:lnTo>
                <a:lnTo>
                  <a:pt x="698222" y="363873"/>
                </a:lnTo>
                <a:lnTo>
                  <a:pt x="706930" y="358239"/>
                </a:lnTo>
                <a:lnTo>
                  <a:pt x="705565" y="359264"/>
                </a:lnTo>
                <a:lnTo>
                  <a:pt x="715298" y="351580"/>
                </a:lnTo>
                <a:lnTo>
                  <a:pt x="714785" y="351922"/>
                </a:lnTo>
                <a:lnTo>
                  <a:pt x="726055" y="342359"/>
                </a:lnTo>
                <a:lnTo>
                  <a:pt x="725713" y="342700"/>
                </a:lnTo>
                <a:lnTo>
                  <a:pt x="738520" y="331089"/>
                </a:lnTo>
                <a:lnTo>
                  <a:pt x="738349" y="331089"/>
                </a:lnTo>
                <a:lnTo>
                  <a:pt x="753205" y="317429"/>
                </a:lnTo>
                <a:lnTo>
                  <a:pt x="770452" y="301550"/>
                </a:lnTo>
                <a:lnTo>
                  <a:pt x="790089" y="283450"/>
                </a:lnTo>
                <a:lnTo>
                  <a:pt x="801017" y="273546"/>
                </a:lnTo>
                <a:lnTo>
                  <a:pt x="812799" y="262959"/>
                </a:lnTo>
                <a:lnTo>
                  <a:pt x="825264" y="251860"/>
                </a:lnTo>
                <a:lnTo>
                  <a:pt x="838583" y="240249"/>
                </a:lnTo>
                <a:lnTo>
                  <a:pt x="853097" y="227956"/>
                </a:lnTo>
                <a:lnTo>
                  <a:pt x="852927" y="227956"/>
                </a:lnTo>
                <a:lnTo>
                  <a:pt x="866417" y="216515"/>
                </a:lnTo>
                <a:lnTo>
                  <a:pt x="879053" y="205928"/>
                </a:lnTo>
                <a:lnTo>
                  <a:pt x="878882" y="205928"/>
                </a:lnTo>
                <a:lnTo>
                  <a:pt x="890493" y="196196"/>
                </a:lnTo>
                <a:lnTo>
                  <a:pt x="901251" y="187316"/>
                </a:lnTo>
                <a:lnTo>
                  <a:pt x="911325" y="178950"/>
                </a:lnTo>
                <a:lnTo>
                  <a:pt x="929425" y="163923"/>
                </a:lnTo>
                <a:lnTo>
                  <a:pt x="945135" y="151288"/>
                </a:lnTo>
                <a:lnTo>
                  <a:pt x="958796" y="140188"/>
                </a:lnTo>
                <a:lnTo>
                  <a:pt x="971090" y="130455"/>
                </a:lnTo>
                <a:lnTo>
                  <a:pt x="982360" y="121746"/>
                </a:lnTo>
                <a:lnTo>
                  <a:pt x="1002850" y="105696"/>
                </a:lnTo>
                <a:lnTo>
                  <a:pt x="1013097" y="97500"/>
                </a:lnTo>
                <a:lnTo>
                  <a:pt x="1024366" y="88792"/>
                </a:lnTo>
                <a:lnTo>
                  <a:pt x="1024195" y="88792"/>
                </a:lnTo>
                <a:lnTo>
                  <a:pt x="1036490" y="79058"/>
                </a:lnTo>
                <a:lnTo>
                  <a:pt x="1036319" y="79229"/>
                </a:lnTo>
                <a:lnTo>
                  <a:pt x="1050150" y="67961"/>
                </a:lnTo>
                <a:lnTo>
                  <a:pt x="1049980" y="67961"/>
                </a:lnTo>
                <a:lnTo>
                  <a:pt x="1065688" y="54983"/>
                </a:lnTo>
                <a:lnTo>
                  <a:pt x="1083788" y="39957"/>
                </a:lnTo>
                <a:lnTo>
                  <a:pt x="1105646" y="66252"/>
                </a:lnTo>
                <a:lnTo>
                  <a:pt x="1087375" y="81278"/>
                </a:lnTo>
                <a:lnTo>
                  <a:pt x="1071665" y="94256"/>
                </a:lnTo>
                <a:lnTo>
                  <a:pt x="1057835" y="105696"/>
                </a:lnTo>
                <a:lnTo>
                  <a:pt x="1045540" y="115429"/>
                </a:lnTo>
                <a:lnTo>
                  <a:pt x="1034270" y="124308"/>
                </a:lnTo>
                <a:lnTo>
                  <a:pt x="1023853" y="132675"/>
                </a:lnTo>
                <a:lnTo>
                  <a:pt x="1003192" y="148726"/>
                </a:lnTo>
                <a:lnTo>
                  <a:pt x="1003363" y="148555"/>
                </a:lnTo>
                <a:lnTo>
                  <a:pt x="992093" y="157264"/>
                </a:lnTo>
                <a:lnTo>
                  <a:pt x="992264" y="157264"/>
                </a:lnTo>
                <a:lnTo>
                  <a:pt x="979970" y="166826"/>
                </a:lnTo>
                <a:lnTo>
                  <a:pt x="980140" y="166826"/>
                </a:lnTo>
                <a:lnTo>
                  <a:pt x="966650" y="177754"/>
                </a:lnTo>
                <a:lnTo>
                  <a:pt x="950941" y="190390"/>
                </a:lnTo>
                <a:lnTo>
                  <a:pt x="951112" y="190390"/>
                </a:lnTo>
                <a:lnTo>
                  <a:pt x="933012" y="205245"/>
                </a:lnTo>
                <a:lnTo>
                  <a:pt x="933182" y="205074"/>
                </a:lnTo>
                <a:lnTo>
                  <a:pt x="923107" y="213440"/>
                </a:lnTo>
                <a:lnTo>
                  <a:pt x="912350" y="222491"/>
                </a:lnTo>
                <a:lnTo>
                  <a:pt x="912521" y="222320"/>
                </a:lnTo>
                <a:lnTo>
                  <a:pt x="900910" y="232053"/>
                </a:lnTo>
                <a:lnTo>
                  <a:pt x="888274" y="242640"/>
                </a:lnTo>
                <a:lnTo>
                  <a:pt x="888444" y="242469"/>
                </a:lnTo>
                <a:lnTo>
                  <a:pt x="875125" y="253910"/>
                </a:lnTo>
                <a:lnTo>
                  <a:pt x="860781" y="266204"/>
                </a:lnTo>
                <a:lnTo>
                  <a:pt x="860952" y="266033"/>
                </a:lnTo>
                <a:lnTo>
                  <a:pt x="847804" y="277473"/>
                </a:lnTo>
                <a:lnTo>
                  <a:pt x="835510" y="288401"/>
                </a:lnTo>
                <a:lnTo>
                  <a:pt x="823899" y="298817"/>
                </a:lnTo>
                <a:lnTo>
                  <a:pt x="812970" y="308721"/>
                </a:lnTo>
                <a:lnTo>
                  <a:pt x="813140" y="308550"/>
                </a:lnTo>
                <a:lnTo>
                  <a:pt x="793503" y="326650"/>
                </a:lnTo>
                <a:lnTo>
                  <a:pt x="776428" y="342529"/>
                </a:lnTo>
                <a:lnTo>
                  <a:pt x="761572" y="356191"/>
                </a:lnTo>
                <a:lnTo>
                  <a:pt x="748425" y="368142"/>
                </a:lnTo>
                <a:lnTo>
                  <a:pt x="736643" y="378047"/>
                </a:lnTo>
                <a:lnTo>
                  <a:pt x="726055" y="386584"/>
                </a:lnTo>
                <a:lnTo>
                  <a:pt x="715810" y="393073"/>
                </a:lnTo>
                <a:lnTo>
                  <a:pt x="705736" y="398195"/>
                </a:lnTo>
                <a:lnTo>
                  <a:pt x="694977" y="400928"/>
                </a:lnTo>
                <a:lnTo>
                  <a:pt x="683878" y="401439"/>
                </a:lnTo>
                <a:lnTo>
                  <a:pt x="672950" y="399050"/>
                </a:lnTo>
                <a:lnTo>
                  <a:pt x="663047" y="394439"/>
                </a:lnTo>
                <a:lnTo>
                  <a:pt x="653654" y="388633"/>
                </a:lnTo>
                <a:lnTo>
                  <a:pt x="643238" y="381120"/>
                </a:lnTo>
                <a:lnTo>
                  <a:pt x="636750" y="374631"/>
                </a:lnTo>
                <a:lnTo>
                  <a:pt x="630944" y="366265"/>
                </a:lnTo>
                <a:lnTo>
                  <a:pt x="625992" y="356874"/>
                </a:lnTo>
                <a:lnTo>
                  <a:pt x="621723" y="346458"/>
                </a:lnTo>
                <a:lnTo>
                  <a:pt x="617625" y="335018"/>
                </a:lnTo>
                <a:lnTo>
                  <a:pt x="614038" y="322552"/>
                </a:lnTo>
                <a:lnTo>
                  <a:pt x="610624" y="309234"/>
                </a:lnTo>
                <a:lnTo>
                  <a:pt x="607209" y="295061"/>
                </a:lnTo>
                <a:lnTo>
                  <a:pt x="604135" y="280376"/>
                </a:lnTo>
                <a:lnTo>
                  <a:pt x="601062" y="264838"/>
                </a:lnTo>
                <a:lnTo>
                  <a:pt x="595427" y="232566"/>
                </a:lnTo>
                <a:lnTo>
                  <a:pt x="590133" y="199610"/>
                </a:lnTo>
                <a:lnTo>
                  <a:pt x="585011" y="166484"/>
                </a:lnTo>
                <a:lnTo>
                  <a:pt x="579887" y="134383"/>
                </a:lnTo>
                <a:lnTo>
                  <a:pt x="579887" y="134724"/>
                </a:lnTo>
                <a:lnTo>
                  <a:pt x="574765" y="104502"/>
                </a:lnTo>
                <a:lnTo>
                  <a:pt x="574765" y="104843"/>
                </a:lnTo>
                <a:lnTo>
                  <a:pt x="572033" y="90840"/>
                </a:lnTo>
                <a:lnTo>
                  <a:pt x="572204" y="91182"/>
                </a:lnTo>
                <a:lnTo>
                  <a:pt x="569472" y="78034"/>
                </a:lnTo>
                <a:lnTo>
                  <a:pt x="569472" y="78547"/>
                </a:lnTo>
                <a:lnTo>
                  <a:pt x="566740" y="66423"/>
                </a:lnTo>
                <a:lnTo>
                  <a:pt x="566910" y="66936"/>
                </a:lnTo>
                <a:lnTo>
                  <a:pt x="563837" y="56179"/>
                </a:lnTo>
                <a:lnTo>
                  <a:pt x="564178" y="56861"/>
                </a:lnTo>
                <a:lnTo>
                  <a:pt x="561104" y="47299"/>
                </a:lnTo>
                <a:lnTo>
                  <a:pt x="561446" y="48323"/>
                </a:lnTo>
                <a:lnTo>
                  <a:pt x="558202" y="40128"/>
                </a:lnTo>
                <a:lnTo>
                  <a:pt x="558884" y="41494"/>
                </a:lnTo>
                <a:lnTo>
                  <a:pt x="555469" y="34835"/>
                </a:lnTo>
                <a:lnTo>
                  <a:pt x="556836" y="36883"/>
                </a:lnTo>
                <a:lnTo>
                  <a:pt x="553249" y="31931"/>
                </a:lnTo>
                <a:lnTo>
                  <a:pt x="556153" y="35175"/>
                </a:lnTo>
                <a:lnTo>
                  <a:pt x="552395" y="31931"/>
                </a:lnTo>
                <a:lnTo>
                  <a:pt x="558202" y="35175"/>
                </a:lnTo>
                <a:lnTo>
                  <a:pt x="554445" y="33981"/>
                </a:lnTo>
                <a:lnTo>
                  <a:pt x="563496" y="34493"/>
                </a:lnTo>
                <a:lnTo>
                  <a:pt x="559397" y="35346"/>
                </a:lnTo>
                <a:lnTo>
                  <a:pt x="565373" y="32614"/>
                </a:lnTo>
                <a:lnTo>
                  <a:pt x="561275" y="35517"/>
                </a:lnTo>
                <a:lnTo>
                  <a:pt x="564520" y="32614"/>
                </a:lnTo>
                <a:lnTo>
                  <a:pt x="560080" y="37737"/>
                </a:lnTo>
                <a:lnTo>
                  <a:pt x="561617" y="35688"/>
                </a:lnTo>
                <a:lnTo>
                  <a:pt x="557178" y="42859"/>
                </a:lnTo>
                <a:lnTo>
                  <a:pt x="558031" y="41152"/>
                </a:lnTo>
                <a:lnTo>
                  <a:pt x="553762" y="50373"/>
                </a:lnTo>
                <a:lnTo>
                  <a:pt x="554104" y="49348"/>
                </a:lnTo>
                <a:lnTo>
                  <a:pt x="549835" y="60276"/>
                </a:lnTo>
                <a:lnTo>
                  <a:pt x="550005" y="59593"/>
                </a:lnTo>
                <a:lnTo>
                  <a:pt x="545736" y="72058"/>
                </a:lnTo>
                <a:lnTo>
                  <a:pt x="545907" y="71546"/>
                </a:lnTo>
                <a:lnTo>
                  <a:pt x="541467" y="85718"/>
                </a:lnTo>
                <a:lnTo>
                  <a:pt x="541638" y="85376"/>
                </a:lnTo>
                <a:lnTo>
                  <a:pt x="537198" y="101086"/>
                </a:lnTo>
                <a:lnTo>
                  <a:pt x="537198" y="100744"/>
                </a:lnTo>
                <a:lnTo>
                  <a:pt x="532760" y="117649"/>
                </a:lnTo>
                <a:lnTo>
                  <a:pt x="532760" y="117308"/>
                </a:lnTo>
                <a:lnTo>
                  <a:pt x="528319" y="135578"/>
                </a:lnTo>
                <a:lnTo>
                  <a:pt x="528319" y="135408"/>
                </a:lnTo>
                <a:lnTo>
                  <a:pt x="523709" y="154702"/>
                </a:lnTo>
                <a:lnTo>
                  <a:pt x="523880" y="154532"/>
                </a:lnTo>
                <a:lnTo>
                  <a:pt x="519269" y="174852"/>
                </a:lnTo>
                <a:lnTo>
                  <a:pt x="514489" y="196025"/>
                </a:lnTo>
                <a:lnTo>
                  <a:pt x="514489" y="195854"/>
                </a:lnTo>
                <a:lnTo>
                  <a:pt x="509706" y="217881"/>
                </a:lnTo>
                <a:lnTo>
                  <a:pt x="504926" y="240591"/>
                </a:lnTo>
                <a:lnTo>
                  <a:pt x="494680" y="287548"/>
                </a:lnTo>
                <a:lnTo>
                  <a:pt x="484094" y="336042"/>
                </a:lnTo>
                <a:lnTo>
                  <a:pt x="472823" y="384877"/>
                </a:lnTo>
                <a:lnTo>
                  <a:pt x="460870" y="433370"/>
                </a:lnTo>
                <a:lnTo>
                  <a:pt x="448235" y="480840"/>
                </a:lnTo>
                <a:lnTo>
                  <a:pt x="441404" y="503720"/>
                </a:lnTo>
                <a:lnTo>
                  <a:pt x="434575" y="526089"/>
                </a:lnTo>
                <a:lnTo>
                  <a:pt x="427402" y="547774"/>
                </a:lnTo>
                <a:lnTo>
                  <a:pt x="419889" y="568436"/>
                </a:lnTo>
                <a:lnTo>
                  <a:pt x="412205" y="588242"/>
                </a:lnTo>
                <a:lnTo>
                  <a:pt x="404351" y="607026"/>
                </a:lnTo>
                <a:lnTo>
                  <a:pt x="395813" y="624784"/>
                </a:lnTo>
                <a:lnTo>
                  <a:pt x="387104" y="641177"/>
                </a:lnTo>
                <a:lnTo>
                  <a:pt x="368492" y="671570"/>
                </a:lnTo>
                <a:lnTo>
                  <a:pt x="347489" y="701110"/>
                </a:lnTo>
                <a:lnTo>
                  <a:pt x="324778" y="729284"/>
                </a:lnTo>
                <a:lnTo>
                  <a:pt x="300701" y="756434"/>
                </a:lnTo>
                <a:lnTo>
                  <a:pt x="275258" y="782559"/>
                </a:lnTo>
                <a:lnTo>
                  <a:pt x="249304" y="807490"/>
                </a:lnTo>
                <a:lnTo>
                  <a:pt x="222837" y="831394"/>
                </a:lnTo>
                <a:lnTo>
                  <a:pt x="196198" y="854105"/>
                </a:lnTo>
                <a:lnTo>
                  <a:pt x="169902" y="875449"/>
                </a:lnTo>
                <a:lnTo>
                  <a:pt x="144289" y="895939"/>
                </a:lnTo>
                <a:lnTo>
                  <a:pt x="119359" y="914893"/>
                </a:lnTo>
                <a:lnTo>
                  <a:pt x="95794" y="932821"/>
                </a:lnTo>
                <a:lnTo>
                  <a:pt x="74109" y="949214"/>
                </a:lnTo>
                <a:lnTo>
                  <a:pt x="54129" y="964582"/>
                </a:lnTo>
                <a:lnTo>
                  <a:pt x="54471" y="964240"/>
                </a:lnTo>
                <a:lnTo>
                  <a:pt x="36713" y="978413"/>
                </a:lnTo>
                <a:lnTo>
                  <a:pt x="37054" y="978071"/>
                </a:lnTo>
                <a:lnTo>
                  <a:pt x="22027" y="990706"/>
                </a:lnTo>
                <a:lnTo>
                  <a:pt x="0" y="964582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pdf-path-591">
            <a:extLst xmlns:a="http://schemas.openxmlformats.org/drawingml/2006/main">
              <a:ext uri="{FF2B5EF4-FFF2-40B4-BE49-F238E27FC236}">
                <a16:creationId xmlns:a16="http://schemas.microsoft.com/office/drawing/2014/main" id="{4A12FCA6-C18F-4B17-B6E1-AC0CB46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3407" y="3363567"/>
            <a:ext cx="153851" cy="150604"/>
          </a:xfrm>
          <a:custGeom xmlns:a="http://schemas.openxmlformats.org/drawingml/2006/main">
            <a:pathLst>
              <a:path w="153851" h="150604">
                <a:moveTo>
                  <a:pt x="5976" y="117136"/>
                </a:moveTo>
                <a:cubicBezTo>
                  <a:pt x="9904" y="113380"/>
                  <a:pt x="14514" y="111502"/>
                  <a:pt x="19808" y="111502"/>
                </a:cubicBezTo>
                <a:cubicBezTo>
                  <a:pt x="25272" y="111673"/>
                  <a:pt x="29882" y="113722"/>
                  <a:pt x="33639" y="117478"/>
                </a:cubicBezTo>
                <a:cubicBezTo>
                  <a:pt x="37396" y="121405"/>
                  <a:pt x="39273" y="126015"/>
                  <a:pt x="39103" y="131308"/>
                </a:cubicBezTo>
                <a:cubicBezTo>
                  <a:pt x="38932" y="136772"/>
                  <a:pt x="37054" y="141213"/>
                  <a:pt x="33126" y="144969"/>
                </a:cubicBezTo>
                <a:cubicBezTo>
                  <a:pt x="29370" y="148896"/>
                  <a:pt x="24760" y="150604"/>
                  <a:pt x="19296" y="150604"/>
                </a:cubicBezTo>
                <a:cubicBezTo>
                  <a:pt x="14002" y="150604"/>
                  <a:pt x="9391" y="148555"/>
                  <a:pt x="5634" y="144628"/>
                </a:cubicBezTo>
                <a:cubicBezTo>
                  <a:pt x="1878" y="140871"/>
                  <a:pt x="0" y="136261"/>
                  <a:pt x="171" y="130797"/>
                </a:cubicBezTo>
                <a:cubicBezTo>
                  <a:pt x="171" y="125504"/>
                  <a:pt x="2048" y="120893"/>
                  <a:pt x="5976" y="117136"/>
                </a:cubicBezTo>
                <a:moveTo>
                  <a:pt x="63350" y="61472"/>
                </a:moveTo>
                <a:cubicBezTo>
                  <a:pt x="67107" y="57714"/>
                  <a:pt x="71717" y="55837"/>
                  <a:pt x="77011" y="55837"/>
                </a:cubicBezTo>
                <a:cubicBezTo>
                  <a:pt x="82475" y="56008"/>
                  <a:pt x="86914" y="57885"/>
                  <a:pt x="90842" y="61812"/>
                </a:cubicBezTo>
                <a:cubicBezTo>
                  <a:pt x="94599" y="65570"/>
                  <a:pt x="96306" y="70179"/>
                  <a:pt x="96306" y="75643"/>
                </a:cubicBezTo>
                <a:cubicBezTo>
                  <a:pt x="96306" y="80937"/>
                  <a:pt x="94257" y="85547"/>
                  <a:pt x="90330" y="89304"/>
                </a:cubicBezTo>
                <a:cubicBezTo>
                  <a:pt x="86573" y="93061"/>
                  <a:pt x="81963" y="94767"/>
                  <a:pt x="76669" y="94767"/>
                </a:cubicBezTo>
                <a:cubicBezTo>
                  <a:pt x="71205" y="94767"/>
                  <a:pt x="66766" y="92719"/>
                  <a:pt x="63009" y="88962"/>
                </a:cubicBezTo>
                <a:cubicBezTo>
                  <a:pt x="59252" y="85035"/>
                  <a:pt x="57373" y="80425"/>
                  <a:pt x="57373" y="75131"/>
                </a:cubicBezTo>
                <a:cubicBezTo>
                  <a:pt x="57545" y="69667"/>
                  <a:pt x="59423" y="65228"/>
                  <a:pt x="63350" y="61472"/>
                </a:cubicBezTo>
                <a:moveTo>
                  <a:pt x="120724" y="5806"/>
                </a:moveTo>
                <a:cubicBezTo>
                  <a:pt x="124652" y="1878"/>
                  <a:pt x="129262" y="0"/>
                  <a:pt x="134556" y="171"/>
                </a:cubicBezTo>
                <a:cubicBezTo>
                  <a:pt x="139849" y="342"/>
                  <a:pt x="144459" y="2220"/>
                  <a:pt x="148216" y="6147"/>
                </a:cubicBezTo>
                <a:cubicBezTo>
                  <a:pt x="151973" y="9904"/>
                  <a:pt x="153851" y="14514"/>
                  <a:pt x="153680" y="19978"/>
                </a:cubicBezTo>
                <a:cubicBezTo>
                  <a:pt x="153680" y="25272"/>
                  <a:pt x="151631" y="29881"/>
                  <a:pt x="147874" y="33639"/>
                </a:cubicBezTo>
                <a:cubicBezTo>
                  <a:pt x="143947" y="37395"/>
                  <a:pt x="139337" y="39103"/>
                  <a:pt x="134044" y="39103"/>
                </a:cubicBezTo>
                <a:cubicBezTo>
                  <a:pt x="128580" y="39103"/>
                  <a:pt x="124139" y="37053"/>
                  <a:pt x="120382" y="33297"/>
                </a:cubicBezTo>
                <a:cubicBezTo>
                  <a:pt x="116626" y="29370"/>
                  <a:pt x="114748" y="24759"/>
                  <a:pt x="114748" y="19466"/>
                </a:cubicBezTo>
                <a:cubicBezTo>
                  <a:pt x="114919" y="14001"/>
                  <a:pt x="116797" y="9562"/>
                  <a:pt x="120724" y="58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A388E61D-9D95-4692-BFBC-5E8C27071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988b840544b0d"/>
          <a:srcRect xmlns:a="http://schemas.openxmlformats.org/drawingml/2006/main" l="0" t="356" r="0" b="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861" y="8120219"/>
            <a:ext cx="385226" cy="430297"/>
          </a:xfrm>
          <a:prstGeom xmlns:a="http://schemas.openxmlformats.org/drawingml/2006/main" prst="rect">
            <a:avLst/>
          </a:prstGeom>
        </p:spPr>
      </p:pic>
      <p:sp>
        <p:nvSpPr>
          <p:cNvPr id="641" name="host-source-component-77">
            <a:extLst xmlns:a="http://schemas.openxmlformats.org/drawingml/2006/main">
              <a:ext uri="{FF2B5EF4-FFF2-40B4-BE49-F238E27FC236}">
                <a16:creationId xmlns:a16="http://schemas.microsoft.com/office/drawing/2014/main" id="{F94B3947-10B3-4B5C-9943-BEC8CBCB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0861" y="8120219"/>
            <a:ext cx="385226" cy="43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470F5C1B-1F68-4564-8CC3-5B95E7F10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f364b17a1473b"/>
          <a:srcRect xmlns:a="http://schemas.openxmlformats.org/drawingml/2006/main" l="0" t="356" r="0" b="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09561" y="8120219"/>
            <a:ext cx="385226" cy="430297"/>
          </a:xfrm>
          <a:prstGeom xmlns:a="http://schemas.openxmlformats.org/drawingml/2006/main" prst="rect">
            <a:avLst/>
          </a:prstGeom>
        </p:spPr>
      </p:pic>
      <p:sp>
        <p:nvSpPr>
          <p:cNvPr id="643" name="host-source-component-78">
            <a:extLst xmlns:a="http://schemas.openxmlformats.org/drawingml/2006/main">
              <a:ext uri="{FF2B5EF4-FFF2-40B4-BE49-F238E27FC236}">
                <a16:creationId xmlns:a16="http://schemas.microsoft.com/office/drawing/2014/main" id="{B86227A7-32C7-4164-A12D-DFD2E76E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561" y="8120219"/>
            <a:ext cx="385226" cy="43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451D2E0B-30DB-4576-B988-4FA06B6FAE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6da6ad8ff49a8"/>
          <a:srcRect xmlns:a="http://schemas.openxmlformats.org/drawingml/2006/main" l="0" t="356" r="0" b="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8261" y="8120219"/>
            <a:ext cx="385226" cy="430297"/>
          </a:xfrm>
          <a:prstGeom xmlns:a="http://schemas.openxmlformats.org/drawingml/2006/main" prst="rect">
            <a:avLst/>
          </a:prstGeom>
        </p:spPr>
      </p:pic>
      <p:sp>
        <p:nvSpPr>
          <p:cNvPr id="645" name="host-source-component-79">
            <a:extLst xmlns:a="http://schemas.openxmlformats.org/drawingml/2006/main">
              <a:ext uri="{FF2B5EF4-FFF2-40B4-BE49-F238E27FC236}">
                <a16:creationId xmlns:a16="http://schemas.microsoft.com/office/drawing/2014/main" id="{7A326825-7E2F-4A77-9190-C1C797C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261" y="8120219"/>
            <a:ext cx="385226" cy="43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4FBAD471-C44C-4EE7-AD3D-223DDF6C8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304e6348148d3"/>
          <a:srcRect xmlns:a="http://schemas.openxmlformats.org/drawingml/2006/main" l="0" t="90" r="0" b="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6876" y="8120219"/>
            <a:ext cx="383177" cy="430297"/>
          </a:xfrm>
          <a:prstGeom xmlns:a="http://schemas.openxmlformats.org/drawingml/2006/main" prst="rect">
            <a:avLst/>
          </a:prstGeom>
        </p:spPr>
      </p:pic>
      <p:sp>
        <p:nvSpPr>
          <p:cNvPr id="647" name="host-source-component-80">
            <a:extLst xmlns:a="http://schemas.openxmlformats.org/drawingml/2006/main">
              <a:ext uri="{FF2B5EF4-FFF2-40B4-BE49-F238E27FC236}">
                <a16:creationId xmlns:a16="http://schemas.microsoft.com/office/drawing/2014/main" id="{C8F62F3B-9B94-48F1-A02C-338BF229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876" y="8120219"/>
            <a:ext cx="383177" cy="430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8" name="pdf-path-596">
            <a:extLst xmlns:a="http://schemas.openxmlformats.org/drawingml/2006/main">
              <a:ext uri="{FF2B5EF4-FFF2-40B4-BE49-F238E27FC236}">
                <a16:creationId xmlns:a16="http://schemas.microsoft.com/office/drawing/2014/main" id="{3C563B42-808F-40DA-81FE-93787BE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3300" y="8123293"/>
            <a:ext cx="1208783" cy="86572"/>
          </a:xfrm>
          <a:custGeom xmlns:a="http://schemas.openxmlformats.org/drawingml/2006/main">
            <a:pathLst>
              <a:path w="1208783" h="86572">
                <a:moveTo>
                  <a:pt x="512" y="86572"/>
                </a:moveTo>
                <a:lnTo>
                  <a:pt x="1123746" y="63690"/>
                </a:lnTo>
                <a:lnTo>
                  <a:pt x="1123234" y="38078"/>
                </a:lnTo>
                <a:lnTo>
                  <a:pt x="0" y="60959"/>
                </a:lnTo>
                <a:lnTo>
                  <a:pt x="512" y="86572"/>
                </a:lnTo>
                <a:moveTo>
                  <a:pt x="1107525" y="102452"/>
                </a:moveTo>
                <a:lnTo>
                  <a:pt x="1208783" y="49177"/>
                </a:lnTo>
                <a:lnTo>
                  <a:pt x="1105305" y="0"/>
                </a:lnTo>
                <a:lnTo>
                  <a:pt x="1107525" y="1024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40EA5DE1-DFB7-4D77-BC51-A89AB422D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ca799dc2a4d1d"/>
          <a:srcRect xmlns:a="http://schemas.openxmlformats.org/drawingml/2006/main" l="0" t="393" r="0" b="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0238" y="7812865"/>
            <a:ext cx="1149530" cy="424149"/>
          </a:xfrm>
          <a:prstGeom xmlns:a="http://schemas.openxmlformats.org/drawingml/2006/main" prst="rect">
            <a:avLst/>
          </a:prstGeom>
        </p:spPr>
      </p:pic>
      <p:sp>
        <p:nvSpPr>
          <p:cNvPr id="650" name="host-source-component-81">
            <a:extLst xmlns:a="http://schemas.openxmlformats.org/drawingml/2006/main">
              <a:ext uri="{FF2B5EF4-FFF2-40B4-BE49-F238E27FC236}">
                <a16:creationId xmlns:a16="http://schemas.microsoft.com/office/drawing/2014/main" id="{4B9CFBCE-674C-4708-A244-5B02729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238" y="7812865"/>
            <a:ext cx="1149530" cy="424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1" name="pdf-path-598">
            <a:extLst xmlns:a="http://schemas.openxmlformats.org/drawingml/2006/main">
              <a:ext uri="{FF2B5EF4-FFF2-40B4-BE49-F238E27FC236}">
                <a16:creationId xmlns:a16="http://schemas.microsoft.com/office/drawing/2014/main" id="{0154360B-6BD0-4D65-8E16-08BEC556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494" y="7852138"/>
            <a:ext cx="1070402" cy="345602"/>
          </a:xfrm>
          <a:custGeom xmlns:a="http://schemas.openxmlformats.org/drawingml/2006/main">
            <a:pathLst>
              <a:path w="1070402" h="345602">
                <a:moveTo>
                  <a:pt x="0" y="311453"/>
                </a:moveTo>
                <a:lnTo>
                  <a:pt x="33690" y="309916"/>
                </a:lnTo>
                <a:lnTo>
                  <a:pt x="33383" y="309916"/>
                </a:lnTo>
                <a:lnTo>
                  <a:pt x="65844" y="307867"/>
                </a:lnTo>
                <a:lnTo>
                  <a:pt x="65331" y="307867"/>
                </a:lnTo>
                <a:lnTo>
                  <a:pt x="96238" y="305305"/>
                </a:lnTo>
                <a:lnTo>
                  <a:pt x="95897" y="305305"/>
                </a:lnTo>
                <a:lnTo>
                  <a:pt x="125609" y="302232"/>
                </a:lnTo>
                <a:lnTo>
                  <a:pt x="125096" y="302232"/>
                </a:lnTo>
                <a:lnTo>
                  <a:pt x="153271" y="298647"/>
                </a:lnTo>
                <a:lnTo>
                  <a:pt x="152759" y="298818"/>
                </a:lnTo>
                <a:lnTo>
                  <a:pt x="179396" y="294548"/>
                </a:lnTo>
                <a:lnTo>
                  <a:pt x="179055" y="294548"/>
                </a:lnTo>
                <a:lnTo>
                  <a:pt x="204327" y="289938"/>
                </a:lnTo>
                <a:lnTo>
                  <a:pt x="203815" y="289938"/>
                </a:lnTo>
                <a:lnTo>
                  <a:pt x="227721" y="284644"/>
                </a:lnTo>
                <a:lnTo>
                  <a:pt x="227037" y="284815"/>
                </a:lnTo>
                <a:lnTo>
                  <a:pt x="249577" y="278839"/>
                </a:lnTo>
                <a:lnTo>
                  <a:pt x="248894" y="279010"/>
                </a:lnTo>
                <a:lnTo>
                  <a:pt x="270068" y="272521"/>
                </a:lnTo>
                <a:lnTo>
                  <a:pt x="269385" y="272692"/>
                </a:lnTo>
                <a:lnTo>
                  <a:pt x="289193" y="265690"/>
                </a:lnTo>
                <a:lnTo>
                  <a:pt x="288339" y="266032"/>
                </a:lnTo>
                <a:lnTo>
                  <a:pt x="306610" y="258348"/>
                </a:lnTo>
                <a:lnTo>
                  <a:pt x="305756" y="258861"/>
                </a:lnTo>
                <a:lnTo>
                  <a:pt x="322661" y="250323"/>
                </a:lnTo>
                <a:lnTo>
                  <a:pt x="321807" y="250834"/>
                </a:lnTo>
                <a:lnTo>
                  <a:pt x="337346" y="241956"/>
                </a:lnTo>
                <a:lnTo>
                  <a:pt x="336321" y="242468"/>
                </a:lnTo>
                <a:lnTo>
                  <a:pt x="350665" y="232906"/>
                </a:lnTo>
                <a:lnTo>
                  <a:pt x="349470" y="233760"/>
                </a:lnTo>
                <a:lnTo>
                  <a:pt x="362276" y="223515"/>
                </a:lnTo>
                <a:lnTo>
                  <a:pt x="361081" y="224710"/>
                </a:lnTo>
                <a:lnTo>
                  <a:pt x="373034" y="212929"/>
                </a:lnTo>
                <a:lnTo>
                  <a:pt x="372010" y="213952"/>
                </a:lnTo>
                <a:lnTo>
                  <a:pt x="383621" y="200293"/>
                </a:lnTo>
                <a:lnTo>
                  <a:pt x="382938" y="201146"/>
                </a:lnTo>
                <a:lnTo>
                  <a:pt x="394379" y="185949"/>
                </a:lnTo>
                <a:lnTo>
                  <a:pt x="393866" y="186633"/>
                </a:lnTo>
                <a:lnTo>
                  <a:pt x="404795" y="170070"/>
                </a:lnTo>
                <a:lnTo>
                  <a:pt x="404624" y="170582"/>
                </a:lnTo>
                <a:lnTo>
                  <a:pt x="415381" y="153165"/>
                </a:lnTo>
                <a:lnTo>
                  <a:pt x="415211" y="153506"/>
                </a:lnTo>
                <a:lnTo>
                  <a:pt x="425627" y="135577"/>
                </a:lnTo>
                <a:lnTo>
                  <a:pt x="425627" y="135919"/>
                </a:lnTo>
                <a:lnTo>
                  <a:pt x="445947" y="99890"/>
                </a:lnTo>
                <a:lnTo>
                  <a:pt x="455851" y="82644"/>
                </a:lnTo>
                <a:lnTo>
                  <a:pt x="465584" y="65911"/>
                </a:lnTo>
                <a:lnTo>
                  <a:pt x="475317" y="50372"/>
                </a:lnTo>
                <a:lnTo>
                  <a:pt x="485050" y="36199"/>
                </a:lnTo>
                <a:lnTo>
                  <a:pt x="494954" y="23905"/>
                </a:lnTo>
                <a:lnTo>
                  <a:pt x="505029" y="13490"/>
                </a:lnTo>
                <a:lnTo>
                  <a:pt x="511005" y="9050"/>
                </a:lnTo>
                <a:lnTo>
                  <a:pt x="516811" y="5293"/>
                </a:lnTo>
                <a:lnTo>
                  <a:pt x="523641" y="2219"/>
                </a:lnTo>
                <a:lnTo>
                  <a:pt x="530813" y="341"/>
                </a:lnTo>
                <a:lnTo>
                  <a:pt x="538326" y="0"/>
                </a:lnTo>
                <a:lnTo>
                  <a:pt x="545839" y="1196"/>
                </a:lnTo>
                <a:lnTo>
                  <a:pt x="552499" y="3586"/>
                </a:lnTo>
                <a:lnTo>
                  <a:pt x="558817" y="7171"/>
                </a:lnTo>
                <a:lnTo>
                  <a:pt x="568379" y="15538"/>
                </a:lnTo>
                <a:lnTo>
                  <a:pt x="576746" y="26295"/>
                </a:lnTo>
                <a:lnTo>
                  <a:pt x="583918" y="38249"/>
                </a:lnTo>
                <a:lnTo>
                  <a:pt x="590578" y="51567"/>
                </a:lnTo>
                <a:lnTo>
                  <a:pt x="596725" y="65740"/>
                </a:lnTo>
                <a:lnTo>
                  <a:pt x="602872" y="80766"/>
                </a:lnTo>
                <a:lnTo>
                  <a:pt x="614654" y="111502"/>
                </a:lnTo>
                <a:lnTo>
                  <a:pt x="614654" y="111331"/>
                </a:lnTo>
                <a:lnTo>
                  <a:pt x="620630" y="126698"/>
                </a:lnTo>
                <a:lnTo>
                  <a:pt x="620460" y="126357"/>
                </a:lnTo>
                <a:lnTo>
                  <a:pt x="626778" y="141383"/>
                </a:lnTo>
                <a:lnTo>
                  <a:pt x="626436" y="140871"/>
                </a:lnTo>
                <a:lnTo>
                  <a:pt x="633096" y="154872"/>
                </a:lnTo>
                <a:lnTo>
                  <a:pt x="632584" y="154019"/>
                </a:lnTo>
                <a:lnTo>
                  <a:pt x="639585" y="166996"/>
                </a:lnTo>
                <a:lnTo>
                  <a:pt x="639072" y="165971"/>
                </a:lnTo>
                <a:lnTo>
                  <a:pt x="646244" y="177583"/>
                </a:lnTo>
                <a:lnTo>
                  <a:pt x="645049" y="175705"/>
                </a:lnTo>
                <a:lnTo>
                  <a:pt x="653074" y="185437"/>
                </a:lnTo>
                <a:lnTo>
                  <a:pt x="652391" y="184754"/>
                </a:lnTo>
                <a:lnTo>
                  <a:pt x="660588" y="193634"/>
                </a:lnTo>
                <a:lnTo>
                  <a:pt x="667930" y="202684"/>
                </a:lnTo>
                <a:lnTo>
                  <a:pt x="681249" y="219587"/>
                </a:lnTo>
                <a:lnTo>
                  <a:pt x="680907" y="219246"/>
                </a:lnTo>
                <a:lnTo>
                  <a:pt x="693714" y="234785"/>
                </a:lnTo>
                <a:lnTo>
                  <a:pt x="692690" y="233589"/>
                </a:lnTo>
                <a:lnTo>
                  <a:pt x="706862" y="247932"/>
                </a:lnTo>
                <a:lnTo>
                  <a:pt x="705326" y="246567"/>
                </a:lnTo>
                <a:lnTo>
                  <a:pt x="713351" y="253055"/>
                </a:lnTo>
                <a:lnTo>
                  <a:pt x="711985" y="252031"/>
                </a:lnTo>
                <a:lnTo>
                  <a:pt x="720865" y="258007"/>
                </a:lnTo>
                <a:lnTo>
                  <a:pt x="719498" y="257153"/>
                </a:lnTo>
                <a:lnTo>
                  <a:pt x="729573" y="262276"/>
                </a:lnTo>
                <a:lnTo>
                  <a:pt x="727865" y="261593"/>
                </a:lnTo>
                <a:lnTo>
                  <a:pt x="739306" y="266203"/>
                </a:lnTo>
                <a:lnTo>
                  <a:pt x="737940" y="265690"/>
                </a:lnTo>
                <a:lnTo>
                  <a:pt x="750747" y="269789"/>
                </a:lnTo>
                <a:lnTo>
                  <a:pt x="749380" y="269276"/>
                </a:lnTo>
                <a:lnTo>
                  <a:pt x="764066" y="272521"/>
                </a:lnTo>
                <a:lnTo>
                  <a:pt x="762700" y="272350"/>
                </a:lnTo>
                <a:lnTo>
                  <a:pt x="779092" y="274570"/>
                </a:lnTo>
                <a:lnTo>
                  <a:pt x="778067" y="274570"/>
                </a:lnTo>
                <a:lnTo>
                  <a:pt x="797022" y="275935"/>
                </a:lnTo>
                <a:lnTo>
                  <a:pt x="818537" y="278839"/>
                </a:lnTo>
                <a:lnTo>
                  <a:pt x="818195" y="278839"/>
                </a:lnTo>
                <a:lnTo>
                  <a:pt x="837149" y="281058"/>
                </a:lnTo>
                <a:lnTo>
                  <a:pt x="836808" y="280888"/>
                </a:lnTo>
                <a:lnTo>
                  <a:pt x="853883" y="282596"/>
                </a:lnTo>
                <a:lnTo>
                  <a:pt x="853542" y="282596"/>
                </a:lnTo>
                <a:lnTo>
                  <a:pt x="869251" y="283791"/>
                </a:lnTo>
                <a:lnTo>
                  <a:pt x="868910" y="283620"/>
                </a:lnTo>
                <a:lnTo>
                  <a:pt x="883253" y="284473"/>
                </a:lnTo>
                <a:lnTo>
                  <a:pt x="882912" y="284473"/>
                </a:lnTo>
                <a:lnTo>
                  <a:pt x="896572" y="284815"/>
                </a:lnTo>
                <a:lnTo>
                  <a:pt x="896060" y="284815"/>
                </a:lnTo>
                <a:lnTo>
                  <a:pt x="922869" y="284644"/>
                </a:lnTo>
                <a:lnTo>
                  <a:pt x="922356" y="284644"/>
                </a:lnTo>
                <a:lnTo>
                  <a:pt x="936017" y="284303"/>
                </a:lnTo>
                <a:lnTo>
                  <a:pt x="950190" y="283791"/>
                </a:lnTo>
                <a:lnTo>
                  <a:pt x="950019" y="283791"/>
                </a:lnTo>
                <a:lnTo>
                  <a:pt x="965387" y="283108"/>
                </a:lnTo>
                <a:lnTo>
                  <a:pt x="982121" y="282596"/>
                </a:lnTo>
                <a:lnTo>
                  <a:pt x="1000734" y="281912"/>
                </a:lnTo>
                <a:lnTo>
                  <a:pt x="1021395" y="281570"/>
                </a:lnTo>
                <a:lnTo>
                  <a:pt x="1044447" y="281058"/>
                </a:lnTo>
                <a:lnTo>
                  <a:pt x="1057083" y="281058"/>
                </a:lnTo>
                <a:lnTo>
                  <a:pt x="1070402" y="281058"/>
                </a:lnTo>
                <a:lnTo>
                  <a:pt x="1070402" y="315209"/>
                </a:lnTo>
                <a:lnTo>
                  <a:pt x="1057254" y="315209"/>
                </a:lnTo>
                <a:lnTo>
                  <a:pt x="1057425" y="315209"/>
                </a:lnTo>
                <a:lnTo>
                  <a:pt x="1044789" y="315209"/>
                </a:lnTo>
                <a:lnTo>
                  <a:pt x="1044959" y="315209"/>
                </a:lnTo>
                <a:lnTo>
                  <a:pt x="1022078" y="315721"/>
                </a:lnTo>
                <a:lnTo>
                  <a:pt x="1001587" y="316063"/>
                </a:lnTo>
                <a:lnTo>
                  <a:pt x="1001758" y="316063"/>
                </a:lnTo>
                <a:lnTo>
                  <a:pt x="983316" y="316746"/>
                </a:lnTo>
                <a:lnTo>
                  <a:pt x="983487" y="316746"/>
                </a:lnTo>
                <a:lnTo>
                  <a:pt x="966924" y="317258"/>
                </a:lnTo>
                <a:lnTo>
                  <a:pt x="951385" y="317941"/>
                </a:lnTo>
                <a:lnTo>
                  <a:pt x="937042" y="318453"/>
                </a:lnTo>
                <a:lnTo>
                  <a:pt x="923210" y="318794"/>
                </a:lnTo>
                <a:lnTo>
                  <a:pt x="895889" y="318965"/>
                </a:lnTo>
                <a:lnTo>
                  <a:pt x="881717" y="318623"/>
                </a:lnTo>
                <a:lnTo>
                  <a:pt x="866861" y="317770"/>
                </a:lnTo>
                <a:lnTo>
                  <a:pt x="850810" y="316575"/>
                </a:lnTo>
                <a:lnTo>
                  <a:pt x="833393" y="314867"/>
                </a:lnTo>
                <a:lnTo>
                  <a:pt x="814268" y="312648"/>
                </a:lnTo>
                <a:lnTo>
                  <a:pt x="793094" y="309916"/>
                </a:lnTo>
                <a:lnTo>
                  <a:pt x="793948" y="309916"/>
                </a:lnTo>
                <a:lnTo>
                  <a:pt x="774823" y="308549"/>
                </a:lnTo>
                <a:lnTo>
                  <a:pt x="757406" y="305988"/>
                </a:lnTo>
                <a:lnTo>
                  <a:pt x="741355" y="302573"/>
                </a:lnTo>
                <a:lnTo>
                  <a:pt x="727182" y="298134"/>
                </a:lnTo>
                <a:lnTo>
                  <a:pt x="714376" y="293011"/>
                </a:lnTo>
                <a:lnTo>
                  <a:pt x="702935" y="286864"/>
                </a:lnTo>
                <a:lnTo>
                  <a:pt x="692519" y="280034"/>
                </a:lnTo>
                <a:lnTo>
                  <a:pt x="683127" y="272521"/>
                </a:lnTo>
                <a:lnTo>
                  <a:pt x="667930" y="257153"/>
                </a:lnTo>
                <a:lnTo>
                  <a:pt x="654441" y="240761"/>
                </a:lnTo>
                <a:lnTo>
                  <a:pt x="641292" y="224028"/>
                </a:lnTo>
                <a:lnTo>
                  <a:pt x="641463" y="224197"/>
                </a:lnTo>
                <a:lnTo>
                  <a:pt x="634462" y="215660"/>
                </a:lnTo>
                <a:lnTo>
                  <a:pt x="634974" y="216343"/>
                </a:lnTo>
                <a:lnTo>
                  <a:pt x="626949" y="207464"/>
                </a:lnTo>
                <a:lnTo>
                  <a:pt x="618069" y="196707"/>
                </a:lnTo>
                <a:lnTo>
                  <a:pt x="609873" y="183729"/>
                </a:lnTo>
                <a:lnTo>
                  <a:pt x="602360" y="169728"/>
                </a:lnTo>
                <a:lnTo>
                  <a:pt x="595359" y="154872"/>
                </a:lnTo>
                <a:lnTo>
                  <a:pt x="588870" y="139334"/>
                </a:lnTo>
                <a:lnTo>
                  <a:pt x="582893" y="123796"/>
                </a:lnTo>
                <a:lnTo>
                  <a:pt x="570941" y="93231"/>
                </a:lnTo>
                <a:lnTo>
                  <a:pt x="571111" y="93402"/>
                </a:lnTo>
                <a:lnTo>
                  <a:pt x="565305" y="78887"/>
                </a:lnTo>
                <a:lnTo>
                  <a:pt x="565476" y="79229"/>
                </a:lnTo>
                <a:lnTo>
                  <a:pt x="559500" y="65570"/>
                </a:lnTo>
                <a:lnTo>
                  <a:pt x="559841" y="66422"/>
                </a:lnTo>
                <a:lnTo>
                  <a:pt x="553694" y="54128"/>
                </a:lnTo>
                <a:lnTo>
                  <a:pt x="554377" y="55324"/>
                </a:lnTo>
                <a:lnTo>
                  <a:pt x="548059" y="44737"/>
                </a:lnTo>
                <a:lnTo>
                  <a:pt x="549084" y="46445"/>
                </a:lnTo>
                <a:lnTo>
                  <a:pt x="542424" y="37736"/>
                </a:lnTo>
                <a:lnTo>
                  <a:pt x="544644" y="40127"/>
                </a:lnTo>
                <a:lnTo>
                  <a:pt x="537643" y="33980"/>
                </a:lnTo>
                <a:lnTo>
                  <a:pt x="540375" y="36028"/>
                </a:lnTo>
                <a:lnTo>
                  <a:pt x="536789" y="33980"/>
                </a:lnTo>
                <a:lnTo>
                  <a:pt x="539521" y="35175"/>
                </a:lnTo>
                <a:lnTo>
                  <a:pt x="535594" y="33809"/>
                </a:lnTo>
                <a:lnTo>
                  <a:pt x="538838" y="34663"/>
                </a:lnTo>
                <a:lnTo>
                  <a:pt x="534740" y="33980"/>
                </a:lnTo>
                <a:lnTo>
                  <a:pt x="538497" y="34151"/>
                </a:lnTo>
                <a:lnTo>
                  <a:pt x="534399" y="34321"/>
                </a:lnTo>
                <a:lnTo>
                  <a:pt x="537472" y="33980"/>
                </a:lnTo>
                <a:lnTo>
                  <a:pt x="533204" y="35005"/>
                </a:lnTo>
                <a:lnTo>
                  <a:pt x="536277" y="33980"/>
                </a:lnTo>
                <a:lnTo>
                  <a:pt x="532008" y="35857"/>
                </a:lnTo>
                <a:lnTo>
                  <a:pt x="534057" y="34663"/>
                </a:lnTo>
                <a:lnTo>
                  <a:pt x="529959" y="37394"/>
                </a:lnTo>
                <a:lnTo>
                  <a:pt x="531154" y="36541"/>
                </a:lnTo>
                <a:lnTo>
                  <a:pt x="526715" y="39956"/>
                </a:lnTo>
                <a:lnTo>
                  <a:pt x="528593" y="38249"/>
                </a:lnTo>
                <a:lnTo>
                  <a:pt x="519884" y="47128"/>
                </a:lnTo>
                <a:lnTo>
                  <a:pt x="520909" y="45932"/>
                </a:lnTo>
                <a:lnTo>
                  <a:pt x="512030" y="57201"/>
                </a:lnTo>
                <a:lnTo>
                  <a:pt x="512883" y="56007"/>
                </a:lnTo>
                <a:lnTo>
                  <a:pt x="503662" y="69325"/>
                </a:lnTo>
                <a:lnTo>
                  <a:pt x="504004" y="68814"/>
                </a:lnTo>
                <a:lnTo>
                  <a:pt x="494612" y="83839"/>
                </a:lnTo>
                <a:lnTo>
                  <a:pt x="494954" y="83327"/>
                </a:lnTo>
                <a:lnTo>
                  <a:pt x="485392" y="99549"/>
                </a:lnTo>
                <a:lnTo>
                  <a:pt x="475658" y="116795"/>
                </a:lnTo>
                <a:lnTo>
                  <a:pt x="475658" y="116624"/>
                </a:lnTo>
                <a:lnTo>
                  <a:pt x="455168" y="152823"/>
                </a:lnTo>
                <a:lnTo>
                  <a:pt x="444581" y="171093"/>
                </a:lnTo>
                <a:lnTo>
                  <a:pt x="433482" y="188852"/>
                </a:lnTo>
                <a:lnTo>
                  <a:pt x="422041" y="205928"/>
                </a:lnTo>
                <a:lnTo>
                  <a:pt x="409917" y="221979"/>
                </a:lnTo>
                <a:lnTo>
                  <a:pt x="397452" y="236663"/>
                </a:lnTo>
                <a:lnTo>
                  <a:pt x="384304" y="249640"/>
                </a:lnTo>
                <a:lnTo>
                  <a:pt x="370302" y="260910"/>
                </a:lnTo>
                <a:lnTo>
                  <a:pt x="354934" y="271155"/>
                </a:lnTo>
                <a:lnTo>
                  <a:pt x="338371" y="280717"/>
                </a:lnTo>
                <a:lnTo>
                  <a:pt x="320441" y="289597"/>
                </a:lnTo>
                <a:lnTo>
                  <a:pt x="301146" y="297792"/>
                </a:lnTo>
                <a:lnTo>
                  <a:pt x="280485" y="305135"/>
                </a:lnTo>
                <a:lnTo>
                  <a:pt x="258627" y="311793"/>
                </a:lnTo>
                <a:lnTo>
                  <a:pt x="235405" y="317941"/>
                </a:lnTo>
                <a:lnTo>
                  <a:pt x="210987" y="323405"/>
                </a:lnTo>
                <a:lnTo>
                  <a:pt x="185032" y="328186"/>
                </a:lnTo>
                <a:lnTo>
                  <a:pt x="157881" y="332456"/>
                </a:lnTo>
                <a:lnTo>
                  <a:pt x="129194" y="336211"/>
                </a:lnTo>
                <a:lnTo>
                  <a:pt x="99312" y="339285"/>
                </a:lnTo>
                <a:lnTo>
                  <a:pt x="68064" y="342017"/>
                </a:lnTo>
                <a:lnTo>
                  <a:pt x="35398" y="344066"/>
                </a:lnTo>
                <a:lnTo>
                  <a:pt x="1571" y="345602"/>
                </a:lnTo>
                <a:lnTo>
                  <a:pt x="0" y="311453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pdf-path-599">
            <a:extLst xmlns:a="http://schemas.openxmlformats.org/drawingml/2006/main">
              <a:ext uri="{FF2B5EF4-FFF2-40B4-BE49-F238E27FC236}">
                <a16:creationId xmlns:a16="http://schemas.microsoft.com/office/drawing/2014/main" id="{32371DAC-B6B7-40DC-A0D9-3E25DE7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1359" y="1864532"/>
            <a:ext cx="219251" cy="207293"/>
          </a:xfrm>
          <a:custGeom xmlns:a="http://schemas.openxmlformats.org/drawingml/2006/main">
            <a:pathLst>
              <a:path w="219251" h="207293">
                <a:moveTo>
                  <a:pt x="110138" y="0"/>
                </a:moveTo>
                <a:lnTo>
                  <a:pt x="219251" y="0"/>
                </a:lnTo>
                <a:lnTo>
                  <a:pt x="205078" y="50542"/>
                </a:lnTo>
                <a:lnTo>
                  <a:pt x="185783" y="50542"/>
                </a:lnTo>
                <a:cubicBezTo>
                  <a:pt x="185441" y="43030"/>
                  <a:pt x="184929" y="37053"/>
                  <a:pt x="184075" y="32954"/>
                </a:cubicBezTo>
                <a:cubicBezTo>
                  <a:pt x="183222" y="28857"/>
                  <a:pt x="182196" y="26125"/>
                  <a:pt x="180831" y="24588"/>
                </a:cubicBezTo>
                <a:cubicBezTo>
                  <a:pt x="179465" y="23051"/>
                  <a:pt x="177928" y="22026"/>
                  <a:pt x="176391" y="21515"/>
                </a:cubicBezTo>
                <a:cubicBezTo>
                  <a:pt x="174854" y="21002"/>
                  <a:pt x="172293" y="20660"/>
                  <a:pt x="168707" y="20660"/>
                </a:cubicBezTo>
                <a:lnTo>
                  <a:pt x="144972" y="20660"/>
                </a:lnTo>
                <a:lnTo>
                  <a:pt x="119359" y="139163"/>
                </a:lnTo>
                <a:cubicBezTo>
                  <a:pt x="115944" y="155384"/>
                  <a:pt x="110821" y="168361"/>
                  <a:pt x="104503" y="177752"/>
                </a:cubicBezTo>
                <a:cubicBezTo>
                  <a:pt x="98014" y="187144"/>
                  <a:pt x="89817" y="194487"/>
                  <a:pt x="79914" y="199609"/>
                </a:cubicBezTo>
                <a:cubicBezTo>
                  <a:pt x="70010" y="204731"/>
                  <a:pt x="58740" y="207293"/>
                  <a:pt x="46275" y="207293"/>
                </a:cubicBezTo>
                <a:cubicBezTo>
                  <a:pt x="36541" y="207293"/>
                  <a:pt x="27833" y="204902"/>
                  <a:pt x="20319" y="200121"/>
                </a:cubicBezTo>
                <a:cubicBezTo>
                  <a:pt x="12636" y="195511"/>
                  <a:pt x="5976" y="188510"/>
                  <a:pt x="0" y="179461"/>
                </a:cubicBezTo>
                <a:lnTo>
                  <a:pt x="28346" y="163581"/>
                </a:lnTo>
                <a:cubicBezTo>
                  <a:pt x="31419" y="171948"/>
                  <a:pt x="35005" y="178436"/>
                  <a:pt x="39274" y="182705"/>
                </a:cubicBezTo>
                <a:cubicBezTo>
                  <a:pt x="43543" y="187144"/>
                  <a:pt x="47469" y="189363"/>
                  <a:pt x="51226" y="189363"/>
                </a:cubicBezTo>
                <a:cubicBezTo>
                  <a:pt x="54129" y="189363"/>
                  <a:pt x="56349" y="189022"/>
                  <a:pt x="58057" y="188170"/>
                </a:cubicBezTo>
                <a:cubicBezTo>
                  <a:pt x="59764" y="187315"/>
                  <a:pt x="61302" y="185949"/>
                  <a:pt x="62838" y="184070"/>
                </a:cubicBezTo>
                <a:cubicBezTo>
                  <a:pt x="64375" y="182193"/>
                  <a:pt x="65911" y="179119"/>
                  <a:pt x="67449" y="175021"/>
                </a:cubicBezTo>
                <a:cubicBezTo>
                  <a:pt x="68815" y="170923"/>
                  <a:pt x="70352" y="165459"/>
                  <a:pt x="71717" y="158628"/>
                </a:cubicBezTo>
                <a:lnTo>
                  <a:pt x="88623" y="79399"/>
                </a:lnTo>
                <a:cubicBezTo>
                  <a:pt x="91354" y="66251"/>
                  <a:pt x="94599" y="55152"/>
                  <a:pt x="98014" y="46103"/>
                </a:cubicBezTo>
                <a:cubicBezTo>
                  <a:pt x="101600" y="36882"/>
                  <a:pt x="106039" y="29028"/>
                  <a:pt x="111674" y="22026"/>
                </a:cubicBezTo>
                <a:lnTo>
                  <a:pt x="110821" y="20319"/>
                </a:lnTo>
                <a:lnTo>
                  <a:pt x="105186" y="20319"/>
                </a:lnTo>
                <a:cubicBezTo>
                  <a:pt x="91696" y="20319"/>
                  <a:pt x="81109" y="21002"/>
                  <a:pt x="73425" y="22368"/>
                </a:cubicBezTo>
                <a:cubicBezTo>
                  <a:pt x="65911" y="23563"/>
                  <a:pt x="60276" y="25784"/>
                  <a:pt x="56691" y="28857"/>
                </a:cubicBezTo>
                <a:cubicBezTo>
                  <a:pt x="53105" y="31760"/>
                  <a:pt x="51397" y="36541"/>
                  <a:pt x="51397" y="42859"/>
                </a:cubicBezTo>
                <a:cubicBezTo>
                  <a:pt x="51397" y="49347"/>
                  <a:pt x="53788" y="56348"/>
                  <a:pt x="58740" y="63690"/>
                </a:cubicBezTo>
                <a:lnTo>
                  <a:pt x="23393" y="78375"/>
                </a:lnTo>
                <a:cubicBezTo>
                  <a:pt x="20490" y="73081"/>
                  <a:pt x="18612" y="68643"/>
                  <a:pt x="17417" y="65228"/>
                </a:cubicBezTo>
                <a:cubicBezTo>
                  <a:pt x="16392" y="61812"/>
                  <a:pt x="15881" y="58397"/>
                  <a:pt x="15881" y="54981"/>
                </a:cubicBezTo>
                <a:cubicBezTo>
                  <a:pt x="15881" y="51396"/>
                  <a:pt x="16904" y="47640"/>
                  <a:pt x="18783" y="43370"/>
                </a:cubicBezTo>
                <a:cubicBezTo>
                  <a:pt x="21174" y="38248"/>
                  <a:pt x="24760" y="33125"/>
                  <a:pt x="29711" y="28003"/>
                </a:cubicBezTo>
                <a:cubicBezTo>
                  <a:pt x="34152" y="23392"/>
                  <a:pt x="39957" y="18953"/>
                  <a:pt x="46788" y="14684"/>
                </a:cubicBezTo>
                <a:cubicBezTo>
                  <a:pt x="52935" y="10757"/>
                  <a:pt x="58569" y="7854"/>
                  <a:pt x="63521" y="5804"/>
                </a:cubicBezTo>
                <a:cubicBezTo>
                  <a:pt x="69497" y="3585"/>
                  <a:pt x="75987" y="1878"/>
                  <a:pt x="83330" y="1024"/>
                </a:cubicBezTo>
                <a:cubicBezTo>
                  <a:pt x="89647" y="342"/>
                  <a:pt x="98697" y="0"/>
                  <a:pt x="1101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df-path-600">
            <a:extLst xmlns:a="http://schemas.openxmlformats.org/drawingml/2006/main">
              <a:ext uri="{FF2B5EF4-FFF2-40B4-BE49-F238E27FC236}">
                <a16:creationId xmlns:a16="http://schemas.microsoft.com/office/drawing/2014/main" id="{D1328C0D-2D27-429C-937A-D451373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5637" y="2000280"/>
            <a:ext cx="78376" cy="138480"/>
          </a:xfrm>
          <a:custGeom xmlns:a="http://schemas.openxmlformats.org/drawingml/2006/main">
            <a:pathLst>
              <a:path w="78376" h="138480">
                <a:moveTo>
                  <a:pt x="31590" y="0"/>
                </a:moveTo>
                <a:lnTo>
                  <a:pt x="58057" y="0"/>
                </a:lnTo>
                <a:lnTo>
                  <a:pt x="51738" y="27491"/>
                </a:lnTo>
                <a:lnTo>
                  <a:pt x="78376" y="27491"/>
                </a:lnTo>
                <a:lnTo>
                  <a:pt x="75473" y="41322"/>
                </a:lnTo>
                <a:lnTo>
                  <a:pt x="48494" y="41322"/>
                </a:lnTo>
                <a:lnTo>
                  <a:pt x="37737" y="85376"/>
                </a:lnTo>
                <a:cubicBezTo>
                  <a:pt x="36029" y="92890"/>
                  <a:pt x="34664" y="98524"/>
                  <a:pt x="33980" y="102452"/>
                </a:cubicBezTo>
                <a:cubicBezTo>
                  <a:pt x="33296" y="106378"/>
                  <a:pt x="32955" y="109794"/>
                  <a:pt x="32955" y="112525"/>
                </a:cubicBezTo>
                <a:cubicBezTo>
                  <a:pt x="32955" y="115941"/>
                  <a:pt x="33638" y="118502"/>
                  <a:pt x="34835" y="120039"/>
                </a:cubicBezTo>
                <a:cubicBezTo>
                  <a:pt x="36029" y="121576"/>
                  <a:pt x="37908" y="122429"/>
                  <a:pt x="40298" y="122429"/>
                </a:cubicBezTo>
                <a:cubicBezTo>
                  <a:pt x="43714" y="122429"/>
                  <a:pt x="46958" y="121234"/>
                  <a:pt x="50543" y="118843"/>
                </a:cubicBezTo>
                <a:cubicBezTo>
                  <a:pt x="53958" y="116454"/>
                  <a:pt x="57715" y="112867"/>
                  <a:pt x="61814" y="107916"/>
                </a:cubicBezTo>
                <a:lnTo>
                  <a:pt x="70351" y="116623"/>
                </a:lnTo>
                <a:cubicBezTo>
                  <a:pt x="62837" y="124820"/>
                  <a:pt x="56008" y="130455"/>
                  <a:pt x="49860" y="133699"/>
                </a:cubicBezTo>
                <a:cubicBezTo>
                  <a:pt x="43714" y="136943"/>
                  <a:pt x="36371" y="138480"/>
                  <a:pt x="27833" y="138480"/>
                </a:cubicBezTo>
                <a:cubicBezTo>
                  <a:pt x="19466" y="138480"/>
                  <a:pt x="13148" y="136261"/>
                  <a:pt x="8708" y="131992"/>
                </a:cubicBezTo>
                <a:cubicBezTo>
                  <a:pt x="4098" y="127722"/>
                  <a:pt x="1878" y="121747"/>
                  <a:pt x="1878" y="114234"/>
                </a:cubicBezTo>
                <a:cubicBezTo>
                  <a:pt x="1878" y="110819"/>
                  <a:pt x="2219" y="107574"/>
                  <a:pt x="2731" y="104330"/>
                </a:cubicBezTo>
                <a:cubicBezTo>
                  <a:pt x="3244" y="101256"/>
                  <a:pt x="4269" y="96134"/>
                  <a:pt x="5976" y="89133"/>
                </a:cubicBezTo>
                <a:lnTo>
                  <a:pt x="17245" y="41322"/>
                </a:lnTo>
                <a:lnTo>
                  <a:pt x="0" y="41322"/>
                </a:lnTo>
                <a:lnTo>
                  <a:pt x="2219" y="32442"/>
                </a:lnTo>
                <a:cubicBezTo>
                  <a:pt x="7342" y="32442"/>
                  <a:pt x="11098" y="31931"/>
                  <a:pt x="13831" y="30907"/>
                </a:cubicBezTo>
                <a:cubicBezTo>
                  <a:pt x="16393" y="30052"/>
                  <a:pt x="18612" y="28516"/>
                  <a:pt x="20489" y="26637"/>
                </a:cubicBezTo>
                <a:cubicBezTo>
                  <a:pt x="22198" y="24759"/>
                  <a:pt x="24076" y="21856"/>
                  <a:pt x="25784" y="17929"/>
                </a:cubicBezTo>
                <a:cubicBezTo>
                  <a:pt x="27321" y="14002"/>
                  <a:pt x="29369" y="8025"/>
                  <a:pt x="3159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4" name="pdf-path-601">
            <a:extLst xmlns:a="http://schemas.openxmlformats.org/drawingml/2006/main">
              <a:ext uri="{FF2B5EF4-FFF2-40B4-BE49-F238E27FC236}">
                <a16:creationId xmlns:a16="http://schemas.microsoft.com/office/drawing/2014/main" id="{1ABAC626-4181-4353-AFF9-40D1AAF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953" y="1841650"/>
            <a:ext cx="105698" cy="112697"/>
          </a:xfrm>
          <a:custGeom xmlns:a="http://schemas.openxmlformats.org/drawingml/2006/main">
            <a:pathLst>
              <a:path w="105698" h="112697">
                <a:moveTo>
                  <a:pt x="62156" y="11441"/>
                </a:moveTo>
                <a:cubicBezTo>
                  <a:pt x="56008" y="11441"/>
                  <a:pt x="50714" y="14343"/>
                  <a:pt x="46105" y="20319"/>
                </a:cubicBezTo>
                <a:cubicBezTo>
                  <a:pt x="41664" y="26296"/>
                  <a:pt x="37737" y="35687"/>
                  <a:pt x="34493" y="48152"/>
                </a:cubicBezTo>
                <a:cubicBezTo>
                  <a:pt x="31249" y="60616"/>
                  <a:pt x="29541" y="71546"/>
                  <a:pt x="29541" y="80596"/>
                </a:cubicBezTo>
                <a:cubicBezTo>
                  <a:pt x="29541" y="87596"/>
                  <a:pt x="30736" y="92719"/>
                  <a:pt x="32956" y="96134"/>
                </a:cubicBezTo>
                <a:cubicBezTo>
                  <a:pt x="35176" y="99549"/>
                  <a:pt x="38762" y="101256"/>
                  <a:pt x="43543" y="101256"/>
                </a:cubicBezTo>
                <a:cubicBezTo>
                  <a:pt x="49861" y="101256"/>
                  <a:pt x="55155" y="98183"/>
                  <a:pt x="59764" y="92207"/>
                </a:cubicBezTo>
                <a:cubicBezTo>
                  <a:pt x="64376" y="86060"/>
                  <a:pt x="68132" y="77010"/>
                  <a:pt x="71206" y="64716"/>
                </a:cubicBezTo>
                <a:cubicBezTo>
                  <a:pt x="74450" y="52421"/>
                  <a:pt x="75987" y="41834"/>
                  <a:pt x="75987" y="32785"/>
                </a:cubicBezTo>
                <a:cubicBezTo>
                  <a:pt x="75987" y="25442"/>
                  <a:pt x="74791" y="19978"/>
                  <a:pt x="72571" y="16564"/>
                </a:cubicBezTo>
                <a:cubicBezTo>
                  <a:pt x="70351" y="13148"/>
                  <a:pt x="66765" y="11441"/>
                  <a:pt x="62156" y="11441"/>
                </a:cubicBezTo>
                <a:moveTo>
                  <a:pt x="64717" y="0"/>
                </a:moveTo>
                <a:cubicBezTo>
                  <a:pt x="73767" y="0"/>
                  <a:pt x="81451" y="1708"/>
                  <a:pt x="87598" y="4952"/>
                </a:cubicBezTo>
                <a:cubicBezTo>
                  <a:pt x="93745" y="8366"/>
                  <a:pt x="98356" y="12977"/>
                  <a:pt x="101258" y="18954"/>
                </a:cubicBezTo>
                <a:cubicBezTo>
                  <a:pt x="104333" y="24930"/>
                  <a:pt x="105698" y="31761"/>
                  <a:pt x="105698" y="39614"/>
                </a:cubicBezTo>
                <a:cubicBezTo>
                  <a:pt x="105698" y="49348"/>
                  <a:pt x="104162" y="59081"/>
                  <a:pt x="100917" y="68814"/>
                </a:cubicBezTo>
                <a:cubicBezTo>
                  <a:pt x="97672" y="78546"/>
                  <a:pt x="93233" y="86743"/>
                  <a:pt x="87598" y="93232"/>
                </a:cubicBezTo>
                <a:cubicBezTo>
                  <a:pt x="81792" y="99890"/>
                  <a:pt x="75133" y="104842"/>
                  <a:pt x="67278" y="107916"/>
                </a:cubicBezTo>
                <a:cubicBezTo>
                  <a:pt x="59593" y="111160"/>
                  <a:pt x="50714" y="112697"/>
                  <a:pt x="40982" y="112697"/>
                </a:cubicBezTo>
                <a:cubicBezTo>
                  <a:pt x="32785" y="112697"/>
                  <a:pt x="25784" y="111160"/>
                  <a:pt x="19637" y="108258"/>
                </a:cubicBezTo>
                <a:cubicBezTo>
                  <a:pt x="13490" y="105355"/>
                  <a:pt x="8708" y="101086"/>
                  <a:pt x="5123" y="95109"/>
                </a:cubicBezTo>
                <a:cubicBezTo>
                  <a:pt x="1707" y="89304"/>
                  <a:pt x="0" y="81961"/>
                  <a:pt x="0" y="73423"/>
                </a:cubicBezTo>
                <a:cubicBezTo>
                  <a:pt x="0" y="64886"/>
                  <a:pt x="1366" y="55836"/>
                  <a:pt x="4099" y="46274"/>
                </a:cubicBezTo>
                <a:cubicBezTo>
                  <a:pt x="6830" y="36712"/>
                  <a:pt x="10928" y="28346"/>
                  <a:pt x="16734" y="21173"/>
                </a:cubicBezTo>
                <a:cubicBezTo>
                  <a:pt x="22370" y="14001"/>
                  <a:pt x="29370" y="8537"/>
                  <a:pt x="37396" y="5122"/>
                </a:cubicBezTo>
                <a:cubicBezTo>
                  <a:pt x="45592" y="1708"/>
                  <a:pt x="54642" y="0"/>
                  <a:pt x="6471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df-path-602">
            <a:extLst xmlns:a="http://schemas.openxmlformats.org/drawingml/2006/main">
              <a:ext uri="{FF2B5EF4-FFF2-40B4-BE49-F238E27FC236}">
                <a16:creationId xmlns:a16="http://schemas.microsoft.com/office/drawing/2014/main" id="{ED3AED00-EF0A-4B11-A556-B5D7FC0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3836" y="1281582"/>
            <a:ext cx="219080" cy="207294"/>
          </a:xfrm>
          <a:custGeom xmlns:a="http://schemas.openxmlformats.org/drawingml/2006/main">
            <a:pathLst>
              <a:path w="219080" h="207294">
                <a:moveTo>
                  <a:pt x="110138" y="0"/>
                </a:moveTo>
                <a:lnTo>
                  <a:pt x="219080" y="0"/>
                </a:lnTo>
                <a:lnTo>
                  <a:pt x="205078" y="50543"/>
                </a:lnTo>
                <a:lnTo>
                  <a:pt x="185612" y="50543"/>
                </a:lnTo>
                <a:cubicBezTo>
                  <a:pt x="185441" y="43030"/>
                  <a:pt x="184929" y="37053"/>
                  <a:pt x="184075" y="32955"/>
                </a:cubicBezTo>
                <a:cubicBezTo>
                  <a:pt x="183221" y="28858"/>
                  <a:pt x="182197" y="26126"/>
                  <a:pt x="180831" y="24589"/>
                </a:cubicBezTo>
                <a:cubicBezTo>
                  <a:pt x="179464" y="23051"/>
                  <a:pt x="177928" y="22027"/>
                  <a:pt x="176391" y="21515"/>
                </a:cubicBezTo>
                <a:cubicBezTo>
                  <a:pt x="174684" y="21002"/>
                  <a:pt x="172122" y="20662"/>
                  <a:pt x="168707" y="20662"/>
                </a:cubicBezTo>
                <a:lnTo>
                  <a:pt x="144972" y="20662"/>
                </a:lnTo>
                <a:lnTo>
                  <a:pt x="119358" y="139164"/>
                </a:lnTo>
                <a:cubicBezTo>
                  <a:pt x="115772" y="155384"/>
                  <a:pt x="110821" y="168362"/>
                  <a:pt x="104332" y="177754"/>
                </a:cubicBezTo>
                <a:cubicBezTo>
                  <a:pt x="98014" y="187146"/>
                  <a:pt x="89817" y="194488"/>
                  <a:pt x="79914" y="199610"/>
                </a:cubicBezTo>
                <a:cubicBezTo>
                  <a:pt x="70010" y="204732"/>
                  <a:pt x="58740" y="207294"/>
                  <a:pt x="46275" y="207294"/>
                </a:cubicBezTo>
                <a:cubicBezTo>
                  <a:pt x="36371" y="207294"/>
                  <a:pt x="27662" y="204903"/>
                  <a:pt x="20149" y="200123"/>
                </a:cubicBezTo>
                <a:cubicBezTo>
                  <a:pt x="12636" y="195512"/>
                  <a:pt x="5976" y="188511"/>
                  <a:pt x="0" y="179461"/>
                </a:cubicBezTo>
                <a:lnTo>
                  <a:pt x="28345" y="163582"/>
                </a:lnTo>
                <a:cubicBezTo>
                  <a:pt x="31419" y="171948"/>
                  <a:pt x="35005" y="178437"/>
                  <a:pt x="39274" y="182705"/>
                </a:cubicBezTo>
                <a:cubicBezTo>
                  <a:pt x="43543" y="187146"/>
                  <a:pt x="47470" y="189365"/>
                  <a:pt x="51227" y="189365"/>
                </a:cubicBezTo>
                <a:cubicBezTo>
                  <a:pt x="54130" y="189365"/>
                  <a:pt x="56349" y="189023"/>
                  <a:pt x="58057" y="188170"/>
                </a:cubicBezTo>
                <a:cubicBezTo>
                  <a:pt x="59594" y="187317"/>
                  <a:pt x="61301" y="185950"/>
                  <a:pt x="62838" y="184072"/>
                </a:cubicBezTo>
                <a:cubicBezTo>
                  <a:pt x="64375" y="182193"/>
                  <a:pt x="65912" y="179291"/>
                  <a:pt x="67278" y="175022"/>
                </a:cubicBezTo>
                <a:cubicBezTo>
                  <a:pt x="68815" y="170924"/>
                  <a:pt x="70181" y="165460"/>
                  <a:pt x="71717" y="158629"/>
                </a:cubicBezTo>
                <a:lnTo>
                  <a:pt x="88622" y="79401"/>
                </a:lnTo>
                <a:cubicBezTo>
                  <a:pt x="91354" y="66252"/>
                  <a:pt x="94428" y="55153"/>
                  <a:pt x="98014" y="46104"/>
                </a:cubicBezTo>
                <a:cubicBezTo>
                  <a:pt x="101429" y="36884"/>
                  <a:pt x="106040" y="29028"/>
                  <a:pt x="111674" y="22027"/>
                </a:cubicBezTo>
                <a:lnTo>
                  <a:pt x="110821" y="20320"/>
                </a:lnTo>
                <a:lnTo>
                  <a:pt x="105185" y="20320"/>
                </a:lnTo>
                <a:cubicBezTo>
                  <a:pt x="91525" y="20320"/>
                  <a:pt x="80938" y="21002"/>
                  <a:pt x="73425" y="22369"/>
                </a:cubicBezTo>
                <a:cubicBezTo>
                  <a:pt x="65741" y="23735"/>
                  <a:pt x="60277" y="25784"/>
                  <a:pt x="56691" y="28858"/>
                </a:cubicBezTo>
                <a:cubicBezTo>
                  <a:pt x="53105" y="31760"/>
                  <a:pt x="51398" y="36542"/>
                  <a:pt x="51398" y="42859"/>
                </a:cubicBezTo>
                <a:cubicBezTo>
                  <a:pt x="51398" y="49348"/>
                  <a:pt x="53788" y="56349"/>
                  <a:pt x="58740" y="63690"/>
                </a:cubicBezTo>
                <a:lnTo>
                  <a:pt x="23393" y="78376"/>
                </a:lnTo>
                <a:cubicBezTo>
                  <a:pt x="20491" y="73083"/>
                  <a:pt x="18442" y="68643"/>
                  <a:pt x="17417" y="65228"/>
                </a:cubicBezTo>
                <a:cubicBezTo>
                  <a:pt x="16393" y="61813"/>
                  <a:pt x="15709" y="58397"/>
                  <a:pt x="15709" y="55153"/>
                </a:cubicBezTo>
                <a:cubicBezTo>
                  <a:pt x="15709" y="51397"/>
                  <a:pt x="16734" y="47640"/>
                  <a:pt x="18783" y="43371"/>
                </a:cubicBezTo>
                <a:cubicBezTo>
                  <a:pt x="21174" y="38249"/>
                  <a:pt x="24759" y="33126"/>
                  <a:pt x="29541" y="28004"/>
                </a:cubicBezTo>
                <a:cubicBezTo>
                  <a:pt x="34151" y="23393"/>
                  <a:pt x="39957" y="18954"/>
                  <a:pt x="46616" y="14685"/>
                </a:cubicBezTo>
                <a:cubicBezTo>
                  <a:pt x="52934" y="10757"/>
                  <a:pt x="58569" y="7855"/>
                  <a:pt x="63521" y="5806"/>
                </a:cubicBezTo>
                <a:cubicBezTo>
                  <a:pt x="69327" y="3587"/>
                  <a:pt x="75986" y="1878"/>
                  <a:pt x="83329" y="1025"/>
                </a:cubicBezTo>
                <a:cubicBezTo>
                  <a:pt x="89647" y="342"/>
                  <a:pt x="98526" y="0"/>
                  <a:pt x="1101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6" name="pdf-path-603">
            <a:extLst xmlns:a="http://schemas.openxmlformats.org/drawingml/2006/main">
              <a:ext uri="{FF2B5EF4-FFF2-40B4-BE49-F238E27FC236}">
                <a16:creationId xmlns:a16="http://schemas.microsoft.com/office/drawing/2014/main" id="{218D3C68-5DD0-471D-8055-F1CFCA5F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431" y="1262800"/>
            <a:ext cx="105698" cy="112696"/>
          </a:xfrm>
          <a:custGeom xmlns:a="http://schemas.openxmlformats.org/drawingml/2006/main">
            <a:pathLst>
              <a:path w="105698" h="112696">
                <a:moveTo>
                  <a:pt x="62156" y="11440"/>
                </a:moveTo>
                <a:cubicBezTo>
                  <a:pt x="56008" y="11440"/>
                  <a:pt x="50544" y="14513"/>
                  <a:pt x="46104" y="20489"/>
                </a:cubicBezTo>
                <a:cubicBezTo>
                  <a:pt x="41494" y="26466"/>
                  <a:pt x="37738" y="35686"/>
                  <a:pt x="34493" y="48152"/>
                </a:cubicBezTo>
                <a:cubicBezTo>
                  <a:pt x="31078" y="60617"/>
                  <a:pt x="29541" y="71546"/>
                  <a:pt x="29541" y="80595"/>
                </a:cubicBezTo>
                <a:cubicBezTo>
                  <a:pt x="29541" y="87596"/>
                  <a:pt x="30565" y="92719"/>
                  <a:pt x="32956" y="96134"/>
                </a:cubicBezTo>
                <a:cubicBezTo>
                  <a:pt x="35176" y="99548"/>
                  <a:pt x="38591" y="101256"/>
                  <a:pt x="43543" y="101256"/>
                </a:cubicBezTo>
                <a:cubicBezTo>
                  <a:pt x="49690" y="101256"/>
                  <a:pt x="55154" y="98183"/>
                  <a:pt x="59765" y="92206"/>
                </a:cubicBezTo>
                <a:cubicBezTo>
                  <a:pt x="64375" y="86059"/>
                  <a:pt x="68132" y="77010"/>
                  <a:pt x="71206" y="64715"/>
                </a:cubicBezTo>
                <a:cubicBezTo>
                  <a:pt x="74279" y="52421"/>
                  <a:pt x="75816" y="41833"/>
                  <a:pt x="75816" y="32784"/>
                </a:cubicBezTo>
                <a:cubicBezTo>
                  <a:pt x="75816" y="25442"/>
                  <a:pt x="74791" y="19978"/>
                  <a:pt x="72572" y="16563"/>
                </a:cubicBezTo>
                <a:cubicBezTo>
                  <a:pt x="70181" y="13147"/>
                  <a:pt x="66766" y="11440"/>
                  <a:pt x="62156" y="11440"/>
                </a:cubicBezTo>
                <a:moveTo>
                  <a:pt x="64717" y="0"/>
                </a:moveTo>
                <a:cubicBezTo>
                  <a:pt x="73767" y="0"/>
                  <a:pt x="81280" y="1707"/>
                  <a:pt x="87598" y="4951"/>
                </a:cubicBezTo>
                <a:cubicBezTo>
                  <a:pt x="93745" y="8366"/>
                  <a:pt x="98185" y="12978"/>
                  <a:pt x="101259" y="18953"/>
                </a:cubicBezTo>
                <a:cubicBezTo>
                  <a:pt x="104161" y="24929"/>
                  <a:pt x="105698" y="31760"/>
                  <a:pt x="105698" y="39615"/>
                </a:cubicBezTo>
                <a:cubicBezTo>
                  <a:pt x="105698" y="49347"/>
                  <a:pt x="103990" y="59080"/>
                  <a:pt x="100917" y="68813"/>
                </a:cubicBezTo>
                <a:cubicBezTo>
                  <a:pt x="97673" y="78545"/>
                  <a:pt x="93233" y="86742"/>
                  <a:pt x="87427" y="93401"/>
                </a:cubicBezTo>
                <a:cubicBezTo>
                  <a:pt x="81793" y="99890"/>
                  <a:pt x="75133" y="104841"/>
                  <a:pt x="67278" y="107916"/>
                </a:cubicBezTo>
                <a:cubicBezTo>
                  <a:pt x="59423" y="111160"/>
                  <a:pt x="50715" y="112696"/>
                  <a:pt x="40811" y="112696"/>
                </a:cubicBezTo>
                <a:cubicBezTo>
                  <a:pt x="32785" y="112696"/>
                  <a:pt x="25614" y="111160"/>
                  <a:pt x="19637" y="108428"/>
                </a:cubicBezTo>
                <a:cubicBezTo>
                  <a:pt x="13490" y="105525"/>
                  <a:pt x="8709" y="101085"/>
                  <a:pt x="5123" y="95109"/>
                </a:cubicBezTo>
                <a:cubicBezTo>
                  <a:pt x="1708" y="89303"/>
                  <a:pt x="0" y="81961"/>
                  <a:pt x="0" y="73594"/>
                </a:cubicBezTo>
                <a:cubicBezTo>
                  <a:pt x="0" y="64886"/>
                  <a:pt x="1196" y="55835"/>
                  <a:pt x="3927" y="46273"/>
                </a:cubicBezTo>
                <a:cubicBezTo>
                  <a:pt x="6660" y="36711"/>
                  <a:pt x="10928" y="28345"/>
                  <a:pt x="16564" y="21173"/>
                </a:cubicBezTo>
                <a:cubicBezTo>
                  <a:pt x="22369" y="14001"/>
                  <a:pt x="29370" y="8537"/>
                  <a:pt x="37396" y="5122"/>
                </a:cubicBezTo>
                <a:cubicBezTo>
                  <a:pt x="45422" y="1707"/>
                  <a:pt x="54642" y="0"/>
                  <a:pt x="6471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df-path-604">
            <a:extLst xmlns:a="http://schemas.openxmlformats.org/drawingml/2006/main">
              <a:ext uri="{FF2B5EF4-FFF2-40B4-BE49-F238E27FC236}">
                <a16:creationId xmlns:a16="http://schemas.microsoft.com/office/drawing/2014/main" id="{15837F3F-D3A9-484E-BDB8-B654D759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4733" y="732272"/>
            <a:ext cx="219080" cy="207293"/>
          </a:xfrm>
          <a:custGeom xmlns:a="http://schemas.openxmlformats.org/drawingml/2006/main">
            <a:pathLst>
              <a:path w="219080" h="207293">
                <a:moveTo>
                  <a:pt x="110137" y="0"/>
                </a:moveTo>
                <a:lnTo>
                  <a:pt x="219080" y="0"/>
                </a:lnTo>
                <a:lnTo>
                  <a:pt x="204907" y="50542"/>
                </a:lnTo>
                <a:lnTo>
                  <a:pt x="185612" y="50542"/>
                </a:lnTo>
                <a:cubicBezTo>
                  <a:pt x="185441" y="43029"/>
                  <a:pt x="184929" y="37053"/>
                  <a:pt x="184075" y="32955"/>
                </a:cubicBezTo>
                <a:cubicBezTo>
                  <a:pt x="183221" y="28858"/>
                  <a:pt x="182026" y="26125"/>
                  <a:pt x="180660" y="24588"/>
                </a:cubicBezTo>
                <a:cubicBezTo>
                  <a:pt x="179294" y="23051"/>
                  <a:pt x="177928" y="22027"/>
                  <a:pt x="176220" y="21515"/>
                </a:cubicBezTo>
                <a:cubicBezTo>
                  <a:pt x="174684" y="21002"/>
                  <a:pt x="172122" y="20660"/>
                  <a:pt x="168537" y="20660"/>
                </a:cubicBezTo>
                <a:lnTo>
                  <a:pt x="144972" y="20660"/>
                </a:lnTo>
                <a:lnTo>
                  <a:pt x="119188" y="139163"/>
                </a:lnTo>
                <a:cubicBezTo>
                  <a:pt x="115772" y="155384"/>
                  <a:pt x="110821" y="168361"/>
                  <a:pt x="104332" y="177753"/>
                </a:cubicBezTo>
                <a:cubicBezTo>
                  <a:pt x="97843" y="187144"/>
                  <a:pt x="89647" y="194488"/>
                  <a:pt x="79743" y="199610"/>
                </a:cubicBezTo>
                <a:cubicBezTo>
                  <a:pt x="69839" y="204732"/>
                  <a:pt x="58740" y="207293"/>
                  <a:pt x="46104" y="207293"/>
                </a:cubicBezTo>
                <a:cubicBezTo>
                  <a:pt x="36371" y="207293"/>
                  <a:pt x="27662" y="204903"/>
                  <a:pt x="20149" y="200121"/>
                </a:cubicBezTo>
                <a:cubicBezTo>
                  <a:pt x="12636" y="195511"/>
                  <a:pt x="5806" y="188682"/>
                  <a:pt x="0" y="179461"/>
                </a:cubicBezTo>
                <a:lnTo>
                  <a:pt x="28345" y="163581"/>
                </a:lnTo>
                <a:cubicBezTo>
                  <a:pt x="31248" y="171948"/>
                  <a:pt x="35005" y="178437"/>
                  <a:pt x="39103" y="182875"/>
                </a:cubicBezTo>
                <a:cubicBezTo>
                  <a:pt x="43372" y="187144"/>
                  <a:pt x="47470" y="189363"/>
                  <a:pt x="51056" y="189363"/>
                </a:cubicBezTo>
                <a:cubicBezTo>
                  <a:pt x="53959" y="189363"/>
                  <a:pt x="56349" y="189023"/>
                  <a:pt x="57886" y="188169"/>
                </a:cubicBezTo>
                <a:cubicBezTo>
                  <a:pt x="59594" y="187315"/>
                  <a:pt x="61130" y="186119"/>
                  <a:pt x="62667" y="184070"/>
                </a:cubicBezTo>
                <a:cubicBezTo>
                  <a:pt x="64204" y="182193"/>
                  <a:pt x="65741" y="179290"/>
                  <a:pt x="67278" y="175021"/>
                </a:cubicBezTo>
                <a:cubicBezTo>
                  <a:pt x="68644" y="170923"/>
                  <a:pt x="70180" y="165459"/>
                  <a:pt x="71717" y="158628"/>
                </a:cubicBezTo>
                <a:lnTo>
                  <a:pt x="88451" y="79399"/>
                </a:lnTo>
                <a:cubicBezTo>
                  <a:pt x="91354" y="66252"/>
                  <a:pt x="94428" y="55153"/>
                  <a:pt x="97843" y="46103"/>
                </a:cubicBezTo>
                <a:cubicBezTo>
                  <a:pt x="101429" y="37053"/>
                  <a:pt x="106040" y="29028"/>
                  <a:pt x="111503" y="22027"/>
                </a:cubicBezTo>
                <a:lnTo>
                  <a:pt x="110650" y="20490"/>
                </a:lnTo>
                <a:lnTo>
                  <a:pt x="105186" y="20490"/>
                </a:lnTo>
                <a:cubicBezTo>
                  <a:pt x="91525" y="20490"/>
                  <a:pt x="80938" y="21002"/>
                  <a:pt x="73254" y="22369"/>
                </a:cubicBezTo>
                <a:cubicBezTo>
                  <a:pt x="65741" y="23735"/>
                  <a:pt x="60106" y="25784"/>
                  <a:pt x="56520" y="28858"/>
                </a:cubicBezTo>
                <a:cubicBezTo>
                  <a:pt x="53105" y="31760"/>
                  <a:pt x="51227" y="36541"/>
                  <a:pt x="51227" y="42859"/>
                </a:cubicBezTo>
                <a:cubicBezTo>
                  <a:pt x="51227" y="49348"/>
                  <a:pt x="53788" y="56348"/>
                  <a:pt x="58569" y="63861"/>
                </a:cubicBezTo>
                <a:lnTo>
                  <a:pt x="23394" y="78375"/>
                </a:lnTo>
                <a:cubicBezTo>
                  <a:pt x="20490" y="73081"/>
                  <a:pt x="18441" y="68642"/>
                  <a:pt x="17417" y="65228"/>
                </a:cubicBezTo>
                <a:cubicBezTo>
                  <a:pt x="16222" y="61812"/>
                  <a:pt x="15709" y="58568"/>
                  <a:pt x="15709" y="55153"/>
                </a:cubicBezTo>
                <a:cubicBezTo>
                  <a:pt x="15709" y="51396"/>
                  <a:pt x="16734" y="47640"/>
                  <a:pt x="18612" y="43371"/>
                </a:cubicBezTo>
                <a:cubicBezTo>
                  <a:pt x="21003" y="38249"/>
                  <a:pt x="24759" y="33126"/>
                  <a:pt x="29541" y="28004"/>
                </a:cubicBezTo>
                <a:cubicBezTo>
                  <a:pt x="34151" y="23393"/>
                  <a:pt x="39786" y="18953"/>
                  <a:pt x="46617" y="14684"/>
                </a:cubicBezTo>
                <a:cubicBezTo>
                  <a:pt x="52764" y="10757"/>
                  <a:pt x="58398" y="7854"/>
                  <a:pt x="63351" y="5805"/>
                </a:cubicBezTo>
                <a:cubicBezTo>
                  <a:pt x="69327" y="3585"/>
                  <a:pt x="75986" y="1878"/>
                  <a:pt x="83158" y="1025"/>
                </a:cubicBezTo>
                <a:cubicBezTo>
                  <a:pt x="89476" y="341"/>
                  <a:pt x="98526" y="0"/>
                  <a:pt x="11013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8" name="pdf-path-605">
            <a:extLst xmlns:a="http://schemas.openxmlformats.org/drawingml/2006/main">
              <a:ext uri="{FF2B5EF4-FFF2-40B4-BE49-F238E27FC236}">
                <a16:creationId xmlns:a16="http://schemas.microsoft.com/office/drawing/2014/main" id="{8E07DE4E-C871-40E4-A852-8F866A70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645" y="713488"/>
            <a:ext cx="125847" cy="112697"/>
          </a:xfrm>
          <a:custGeom xmlns:a="http://schemas.openxmlformats.org/drawingml/2006/main">
            <a:pathLst>
              <a:path w="125847" h="112697">
                <a:moveTo>
                  <a:pt x="65741" y="11441"/>
                </a:moveTo>
                <a:cubicBezTo>
                  <a:pt x="58911" y="11441"/>
                  <a:pt x="52764" y="14856"/>
                  <a:pt x="47470" y="21686"/>
                </a:cubicBezTo>
                <a:cubicBezTo>
                  <a:pt x="42177" y="28687"/>
                  <a:pt x="37908" y="37908"/>
                  <a:pt x="34663" y="49348"/>
                </a:cubicBezTo>
                <a:cubicBezTo>
                  <a:pt x="31590" y="60959"/>
                  <a:pt x="29882" y="71376"/>
                  <a:pt x="29882" y="80596"/>
                </a:cubicBezTo>
                <a:cubicBezTo>
                  <a:pt x="29882" y="85889"/>
                  <a:pt x="30736" y="89988"/>
                  <a:pt x="32273" y="92549"/>
                </a:cubicBezTo>
                <a:cubicBezTo>
                  <a:pt x="33810" y="95281"/>
                  <a:pt x="36371" y="96476"/>
                  <a:pt x="39615" y="96476"/>
                </a:cubicBezTo>
                <a:cubicBezTo>
                  <a:pt x="44396" y="96476"/>
                  <a:pt x="49348" y="94085"/>
                  <a:pt x="54471" y="89476"/>
                </a:cubicBezTo>
                <a:cubicBezTo>
                  <a:pt x="59423" y="84694"/>
                  <a:pt x="63521" y="79059"/>
                  <a:pt x="66595" y="72741"/>
                </a:cubicBezTo>
                <a:cubicBezTo>
                  <a:pt x="69669" y="66423"/>
                  <a:pt x="72401" y="57715"/>
                  <a:pt x="74791" y="46617"/>
                </a:cubicBezTo>
                <a:lnTo>
                  <a:pt x="75645" y="42519"/>
                </a:lnTo>
                <a:cubicBezTo>
                  <a:pt x="76840" y="37055"/>
                  <a:pt x="77523" y="31591"/>
                  <a:pt x="77523" y="26126"/>
                </a:cubicBezTo>
                <a:cubicBezTo>
                  <a:pt x="77523" y="21344"/>
                  <a:pt x="76499" y="17759"/>
                  <a:pt x="74620" y="15197"/>
                </a:cubicBezTo>
                <a:cubicBezTo>
                  <a:pt x="72913" y="12637"/>
                  <a:pt x="69839" y="11441"/>
                  <a:pt x="65741" y="11441"/>
                </a:cubicBezTo>
                <a:moveTo>
                  <a:pt x="64375" y="0"/>
                </a:moveTo>
                <a:cubicBezTo>
                  <a:pt x="75303" y="0"/>
                  <a:pt x="84524" y="2733"/>
                  <a:pt x="92379" y="7855"/>
                </a:cubicBezTo>
                <a:lnTo>
                  <a:pt x="102966" y="0"/>
                </a:lnTo>
                <a:lnTo>
                  <a:pt x="115260" y="1708"/>
                </a:lnTo>
                <a:lnTo>
                  <a:pt x="97502" y="76669"/>
                </a:lnTo>
                <a:cubicBezTo>
                  <a:pt x="96306" y="81278"/>
                  <a:pt x="95794" y="85376"/>
                  <a:pt x="95794" y="89134"/>
                </a:cubicBezTo>
                <a:cubicBezTo>
                  <a:pt x="95794" y="91524"/>
                  <a:pt x="96306" y="93402"/>
                  <a:pt x="96990" y="94769"/>
                </a:cubicBezTo>
                <a:cubicBezTo>
                  <a:pt x="97843" y="96134"/>
                  <a:pt x="99209" y="96817"/>
                  <a:pt x="101258" y="96817"/>
                </a:cubicBezTo>
                <a:cubicBezTo>
                  <a:pt x="103478" y="96817"/>
                  <a:pt x="106040" y="95794"/>
                  <a:pt x="108601" y="93744"/>
                </a:cubicBezTo>
                <a:cubicBezTo>
                  <a:pt x="111162" y="91694"/>
                  <a:pt x="114236" y="88621"/>
                  <a:pt x="117822" y="84523"/>
                </a:cubicBezTo>
                <a:lnTo>
                  <a:pt x="125847" y="92378"/>
                </a:lnTo>
                <a:cubicBezTo>
                  <a:pt x="117992" y="100232"/>
                  <a:pt x="111503" y="105526"/>
                  <a:pt x="105869" y="108429"/>
                </a:cubicBezTo>
                <a:cubicBezTo>
                  <a:pt x="100234" y="111332"/>
                  <a:pt x="94428" y="112697"/>
                  <a:pt x="88281" y="112697"/>
                </a:cubicBezTo>
                <a:cubicBezTo>
                  <a:pt x="82134" y="112697"/>
                  <a:pt x="77182" y="110990"/>
                  <a:pt x="73596" y="107575"/>
                </a:cubicBezTo>
                <a:cubicBezTo>
                  <a:pt x="70010" y="104160"/>
                  <a:pt x="68132" y="99720"/>
                  <a:pt x="68132" y="94085"/>
                </a:cubicBezTo>
                <a:cubicBezTo>
                  <a:pt x="68132" y="92207"/>
                  <a:pt x="68473" y="90500"/>
                  <a:pt x="68814" y="88792"/>
                </a:cubicBezTo>
                <a:lnTo>
                  <a:pt x="67278" y="88621"/>
                </a:lnTo>
                <a:cubicBezTo>
                  <a:pt x="61985" y="94939"/>
                  <a:pt x="57374" y="99720"/>
                  <a:pt x="53446" y="102793"/>
                </a:cubicBezTo>
                <a:cubicBezTo>
                  <a:pt x="49690" y="106038"/>
                  <a:pt x="45592" y="108429"/>
                  <a:pt x="41323" y="110136"/>
                </a:cubicBezTo>
                <a:cubicBezTo>
                  <a:pt x="36883" y="111844"/>
                  <a:pt x="32102" y="112697"/>
                  <a:pt x="26809" y="112697"/>
                </a:cubicBezTo>
                <a:cubicBezTo>
                  <a:pt x="18100" y="112697"/>
                  <a:pt x="11270" y="109795"/>
                  <a:pt x="6830" y="103818"/>
                </a:cubicBezTo>
                <a:cubicBezTo>
                  <a:pt x="2220" y="97842"/>
                  <a:pt x="0" y="88963"/>
                  <a:pt x="0" y="77523"/>
                </a:cubicBezTo>
                <a:cubicBezTo>
                  <a:pt x="0" y="67619"/>
                  <a:pt x="1366" y="57886"/>
                  <a:pt x="4269" y="48152"/>
                </a:cubicBezTo>
                <a:cubicBezTo>
                  <a:pt x="7172" y="38419"/>
                  <a:pt x="11270" y="29882"/>
                  <a:pt x="16563" y="22881"/>
                </a:cubicBezTo>
                <a:cubicBezTo>
                  <a:pt x="22028" y="15710"/>
                  <a:pt x="28687" y="10246"/>
                  <a:pt x="36712" y="6148"/>
                </a:cubicBezTo>
                <a:cubicBezTo>
                  <a:pt x="44909" y="2049"/>
                  <a:pt x="54130" y="0"/>
                  <a:pt x="64375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df-path-606">
            <a:extLst xmlns:a="http://schemas.openxmlformats.org/drawingml/2006/main">
              <a:ext uri="{FF2B5EF4-FFF2-40B4-BE49-F238E27FC236}">
                <a16:creationId xmlns:a16="http://schemas.microsoft.com/office/drawing/2014/main" id="{D4F2712E-FFED-462B-A0E9-83BE1509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8451" y="1281582"/>
            <a:ext cx="219081" cy="207294"/>
          </a:xfrm>
          <a:custGeom xmlns:a="http://schemas.openxmlformats.org/drawingml/2006/main">
            <a:pathLst>
              <a:path w="219081" h="207294">
                <a:moveTo>
                  <a:pt x="110139" y="0"/>
                </a:moveTo>
                <a:lnTo>
                  <a:pt x="219081" y="0"/>
                </a:lnTo>
                <a:lnTo>
                  <a:pt x="205079" y="50543"/>
                </a:lnTo>
                <a:lnTo>
                  <a:pt x="185612" y="50543"/>
                </a:lnTo>
                <a:cubicBezTo>
                  <a:pt x="185441" y="43030"/>
                  <a:pt x="184929" y="37053"/>
                  <a:pt x="184075" y="32955"/>
                </a:cubicBezTo>
                <a:cubicBezTo>
                  <a:pt x="183223" y="28858"/>
                  <a:pt x="182197" y="26126"/>
                  <a:pt x="180831" y="24589"/>
                </a:cubicBezTo>
                <a:cubicBezTo>
                  <a:pt x="179466" y="23051"/>
                  <a:pt x="177928" y="22027"/>
                  <a:pt x="176391" y="21515"/>
                </a:cubicBezTo>
                <a:cubicBezTo>
                  <a:pt x="174684" y="21002"/>
                  <a:pt x="172122" y="20662"/>
                  <a:pt x="168707" y="20662"/>
                </a:cubicBezTo>
                <a:lnTo>
                  <a:pt x="144972" y="20662"/>
                </a:lnTo>
                <a:lnTo>
                  <a:pt x="119359" y="139164"/>
                </a:lnTo>
                <a:cubicBezTo>
                  <a:pt x="115773" y="155384"/>
                  <a:pt x="110821" y="168362"/>
                  <a:pt x="104333" y="177754"/>
                </a:cubicBezTo>
                <a:cubicBezTo>
                  <a:pt x="98014" y="187146"/>
                  <a:pt x="89818" y="194488"/>
                  <a:pt x="79914" y="199610"/>
                </a:cubicBezTo>
                <a:cubicBezTo>
                  <a:pt x="70011" y="204732"/>
                  <a:pt x="58741" y="207294"/>
                  <a:pt x="46276" y="207294"/>
                </a:cubicBezTo>
                <a:cubicBezTo>
                  <a:pt x="36371" y="207294"/>
                  <a:pt x="27834" y="204903"/>
                  <a:pt x="20149" y="200123"/>
                </a:cubicBezTo>
                <a:cubicBezTo>
                  <a:pt x="12636" y="195512"/>
                  <a:pt x="5977" y="188511"/>
                  <a:pt x="0" y="179461"/>
                </a:cubicBezTo>
                <a:lnTo>
                  <a:pt x="28347" y="163582"/>
                </a:lnTo>
                <a:cubicBezTo>
                  <a:pt x="31420" y="171948"/>
                  <a:pt x="35005" y="178437"/>
                  <a:pt x="39274" y="182705"/>
                </a:cubicBezTo>
                <a:cubicBezTo>
                  <a:pt x="43543" y="187146"/>
                  <a:pt x="47470" y="189365"/>
                  <a:pt x="51227" y="189365"/>
                </a:cubicBezTo>
                <a:cubicBezTo>
                  <a:pt x="54129" y="189365"/>
                  <a:pt x="56349" y="189023"/>
                  <a:pt x="58057" y="188170"/>
                </a:cubicBezTo>
                <a:cubicBezTo>
                  <a:pt x="59594" y="187317"/>
                  <a:pt x="61302" y="185950"/>
                  <a:pt x="62839" y="184072"/>
                </a:cubicBezTo>
                <a:cubicBezTo>
                  <a:pt x="64376" y="182193"/>
                  <a:pt x="65912" y="179291"/>
                  <a:pt x="67278" y="175022"/>
                </a:cubicBezTo>
                <a:cubicBezTo>
                  <a:pt x="68815" y="170924"/>
                  <a:pt x="70181" y="165460"/>
                  <a:pt x="71718" y="158629"/>
                </a:cubicBezTo>
                <a:lnTo>
                  <a:pt x="88623" y="79401"/>
                </a:lnTo>
                <a:cubicBezTo>
                  <a:pt x="91355" y="66252"/>
                  <a:pt x="94599" y="55153"/>
                  <a:pt x="98014" y="46104"/>
                </a:cubicBezTo>
                <a:cubicBezTo>
                  <a:pt x="101600" y="36884"/>
                  <a:pt x="106040" y="29028"/>
                  <a:pt x="111675" y="22027"/>
                </a:cubicBezTo>
                <a:lnTo>
                  <a:pt x="110821" y="20320"/>
                </a:lnTo>
                <a:lnTo>
                  <a:pt x="105186" y="20320"/>
                </a:lnTo>
                <a:cubicBezTo>
                  <a:pt x="91697" y="20320"/>
                  <a:pt x="80939" y="21002"/>
                  <a:pt x="73426" y="22369"/>
                </a:cubicBezTo>
                <a:cubicBezTo>
                  <a:pt x="65741" y="23735"/>
                  <a:pt x="60277" y="25784"/>
                  <a:pt x="56691" y="28858"/>
                </a:cubicBezTo>
                <a:cubicBezTo>
                  <a:pt x="53105" y="31760"/>
                  <a:pt x="51398" y="36542"/>
                  <a:pt x="51398" y="42859"/>
                </a:cubicBezTo>
                <a:cubicBezTo>
                  <a:pt x="51398" y="49348"/>
                  <a:pt x="53788" y="56349"/>
                  <a:pt x="58741" y="63690"/>
                </a:cubicBezTo>
                <a:lnTo>
                  <a:pt x="23393" y="78376"/>
                </a:lnTo>
                <a:cubicBezTo>
                  <a:pt x="20491" y="73083"/>
                  <a:pt x="18442" y="68643"/>
                  <a:pt x="17417" y="65228"/>
                </a:cubicBezTo>
                <a:cubicBezTo>
                  <a:pt x="16393" y="61813"/>
                  <a:pt x="15710" y="58397"/>
                  <a:pt x="15710" y="55153"/>
                </a:cubicBezTo>
                <a:cubicBezTo>
                  <a:pt x="15710" y="51397"/>
                  <a:pt x="16734" y="47640"/>
                  <a:pt x="18784" y="43371"/>
                </a:cubicBezTo>
                <a:cubicBezTo>
                  <a:pt x="21174" y="38249"/>
                  <a:pt x="24761" y="33126"/>
                  <a:pt x="29541" y="28004"/>
                </a:cubicBezTo>
                <a:cubicBezTo>
                  <a:pt x="34152" y="23393"/>
                  <a:pt x="39957" y="18954"/>
                  <a:pt x="46618" y="14685"/>
                </a:cubicBezTo>
                <a:cubicBezTo>
                  <a:pt x="52935" y="10757"/>
                  <a:pt x="58570" y="7855"/>
                  <a:pt x="63521" y="5806"/>
                </a:cubicBezTo>
                <a:cubicBezTo>
                  <a:pt x="69327" y="3587"/>
                  <a:pt x="75987" y="1878"/>
                  <a:pt x="83330" y="1025"/>
                </a:cubicBezTo>
                <a:cubicBezTo>
                  <a:pt x="89647" y="342"/>
                  <a:pt x="98527" y="0"/>
                  <a:pt x="110139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df-path-607">
            <a:extLst xmlns:a="http://schemas.openxmlformats.org/drawingml/2006/main">
              <a:ext uri="{FF2B5EF4-FFF2-40B4-BE49-F238E27FC236}">
                <a16:creationId xmlns:a16="http://schemas.microsoft.com/office/drawing/2014/main" id="{7C25691E-D4D0-40F4-A86F-1A6D767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047" y="1262800"/>
            <a:ext cx="105698" cy="112696"/>
          </a:xfrm>
          <a:custGeom xmlns:a="http://schemas.openxmlformats.org/drawingml/2006/main">
            <a:pathLst>
              <a:path w="105698" h="112696">
                <a:moveTo>
                  <a:pt x="62156" y="11440"/>
                </a:moveTo>
                <a:cubicBezTo>
                  <a:pt x="56008" y="11440"/>
                  <a:pt x="50543" y="14513"/>
                  <a:pt x="46104" y="20489"/>
                </a:cubicBezTo>
                <a:cubicBezTo>
                  <a:pt x="41664" y="26466"/>
                  <a:pt x="37737" y="35686"/>
                  <a:pt x="34493" y="48152"/>
                </a:cubicBezTo>
                <a:cubicBezTo>
                  <a:pt x="31078" y="60617"/>
                  <a:pt x="29541" y="71546"/>
                  <a:pt x="29541" y="80595"/>
                </a:cubicBezTo>
                <a:cubicBezTo>
                  <a:pt x="29541" y="87596"/>
                  <a:pt x="30565" y="92719"/>
                  <a:pt x="32955" y="96134"/>
                </a:cubicBezTo>
                <a:cubicBezTo>
                  <a:pt x="35175" y="99548"/>
                  <a:pt x="38591" y="101256"/>
                  <a:pt x="43543" y="101256"/>
                </a:cubicBezTo>
                <a:cubicBezTo>
                  <a:pt x="49690" y="101256"/>
                  <a:pt x="55154" y="98183"/>
                  <a:pt x="59764" y="92206"/>
                </a:cubicBezTo>
                <a:cubicBezTo>
                  <a:pt x="64375" y="86059"/>
                  <a:pt x="68131" y="77010"/>
                  <a:pt x="71206" y="64715"/>
                </a:cubicBezTo>
                <a:cubicBezTo>
                  <a:pt x="74279" y="52421"/>
                  <a:pt x="75815" y="41833"/>
                  <a:pt x="75815" y="32784"/>
                </a:cubicBezTo>
                <a:cubicBezTo>
                  <a:pt x="75815" y="25442"/>
                  <a:pt x="74791" y="19978"/>
                  <a:pt x="72571" y="16563"/>
                </a:cubicBezTo>
                <a:cubicBezTo>
                  <a:pt x="70351" y="13147"/>
                  <a:pt x="66765" y="11440"/>
                  <a:pt x="62156" y="11440"/>
                </a:cubicBezTo>
                <a:moveTo>
                  <a:pt x="64716" y="0"/>
                </a:moveTo>
                <a:cubicBezTo>
                  <a:pt x="73766" y="0"/>
                  <a:pt x="81450" y="1707"/>
                  <a:pt x="87598" y="4951"/>
                </a:cubicBezTo>
                <a:cubicBezTo>
                  <a:pt x="93744" y="8366"/>
                  <a:pt x="98185" y="12978"/>
                  <a:pt x="101258" y="18953"/>
                </a:cubicBezTo>
                <a:cubicBezTo>
                  <a:pt x="104161" y="24929"/>
                  <a:pt x="105698" y="31760"/>
                  <a:pt x="105698" y="39615"/>
                </a:cubicBezTo>
                <a:cubicBezTo>
                  <a:pt x="105698" y="49347"/>
                  <a:pt x="103990" y="59080"/>
                  <a:pt x="100916" y="68813"/>
                </a:cubicBezTo>
                <a:cubicBezTo>
                  <a:pt x="97672" y="78545"/>
                  <a:pt x="93232" y="86742"/>
                  <a:pt x="87427" y="93401"/>
                </a:cubicBezTo>
                <a:cubicBezTo>
                  <a:pt x="81792" y="99890"/>
                  <a:pt x="75132" y="104841"/>
                  <a:pt x="67278" y="107916"/>
                </a:cubicBezTo>
                <a:cubicBezTo>
                  <a:pt x="59423" y="111160"/>
                  <a:pt x="50714" y="112696"/>
                  <a:pt x="40811" y="112696"/>
                </a:cubicBezTo>
                <a:cubicBezTo>
                  <a:pt x="32785" y="112696"/>
                  <a:pt x="25614" y="111160"/>
                  <a:pt x="19637" y="108428"/>
                </a:cubicBezTo>
                <a:cubicBezTo>
                  <a:pt x="13490" y="105525"/>
                  <a:pt x="8708" y="101085"/>
                  <a:pt x="5122" y="95109"/>
                </a:cubicBezTo>
                <a:cubicBezTo>
                  <a:pt x="1707" y="89303"/>
                  <a:pt x="0" y="81961"/>
                  <a:pt x="0" y="73594"/>
                </a:cubicBezTo>
                <a:cubicBezTo>
                  <a:pt x="0" y="64886"/>
                  <a:pt x="1366" y="55835"/>
                  <a:pt x="3928" y="46273"/>
                </a:cubicBezTo>
                <a:cubicBezTo>
                  <a:pt x="6659" y="36711"/>
                  <a:pt x="10928" y="28345"/>
                  <a:pt x="16734" y="21173"/>
                </a:cubicBezTo>
                <a:cubicBezTo>
                  <a:pt x="22369" y="14001"/>
                  <a:pt x="29370" y="8537"/>
                  <a:pt x="37395" y="5122"/>
                </a:cubicBezTo>
                <a:cubicBezTo>
                  <a:pt x="45421" y="1707"/>
                  <a:pt x="54642" y="0"/>
                  <a:pt x="6471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df-path-608">
            <a:extLst xmlns:a="http://schemas.openxmlformats.org/drawingml/2006/main">
              <a:ext uri="{FF2B5EF4-FFF2-40B4-BE49-F238E27FC236}">
                <a16:creationId xmlns:a16="http://schemas.microsoft.com/office/drawing/2014/main" id="{9C14EF2C-3CAA-43D1-A997-000AC09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6766" y="732272"/>
            <a:ext cx="219081" cy="207293"/>
          </a:xfrm>
          <a:custGeom xmlns:a="http://schemas.openxmlformats.org/drawingml/2006/main">
            <a:pathLst>
              <a:path w="219081" h="207293">
                <a:moveTo>
                  <a:pt x="110138" y="0"/>
                </a:moveTo>
                <a:lnTo>
                  <a:pt x="219081" y="0"/>
                </a:lnTo>
                <a:lnTo>
                  <a:pt x="205078" y="50542"/>
                </a:lnTo>
                <a:lnTo>
                  <a:pt x="185612" y="50542"/>
                </a:lnTo>
                <a:cubicBezTo>
                  <a:pt x="185441" y="43029"/>
                  <a:pt x="184929" y="37053"/>
                  <a:pt x="184075" y="32955"/>
                </a:cubicBezTo>
                <a:cubicBezTo>
                  <a:pt x="183222" y="28858"/>
                  <a:pt x="182197" y="26125"/>
                  <a:pt x="180831" y="24588"/>
                </a:cubicBezTo>
                <a:cubicBezTo>
                  <a:pt x="179465" y="23051"/>
                  <a:pt x="177928" y="22027"/>
                  <a:pt x="176391" y="21515"/>
                </a:cubicBezTo>
                <a:cubicBezTo>
                  <a:pt x="174684" y="21002"/>
                  <a:pt x="172293" y="20660"/>
                  <a:pt x="168707" y="20660"/>
                </a:cubicBezTo>
                <a:lnTo>
                  <a:pt x="144972" y="20660"/>
                </a:lnTo>
                <a:lnTo>
                  <a:pt x="119359" y="139163"/>
                </a:lnTo>
                <a:cubicBezTo>
                  <a:pt x="115773" y="155384"/>
                  <a:pt x="110821" y="168361"/>
                  <a:pt x="104333" y="177753"/>
                </a:cubicBezTo>
                <a:cubicBezTo>
                  <a:pt x="98014" y="187144"/>
                  <a:pt x="89818" y="194488"/>
                  <a:pt x="79914" y="199610"/>
                </a:cubicBezTo>
                <a:cubicBezTo>
                  <a:pt x="70010" y="204732"/>
                  <a:pt x="58741" y="207293"/>
                  <a:pt x="46276" y="207293"/>
                </a:cubicBezTo>
                <a:cubicBezTo>
                  <a:pt x="36371" y="207293"/>
                  <a:pt x="27834" y="204903"/>
                  <a:pt x="20149" y="200121"/>
                </a:cubicBezTo>
                <a:cubicBezTo>
                  <a:pt x="12636" y="195511"/>
                  <a:pt x="5977" y="188682"/>
                  <a:pt x="0" y="179461"/>
                </a:cubicBezTo>
                <a:lnTo>
                  <a:pt x="28346" y="163581"/>
                </a:lnTo>
                <a:cubicBezTo>
                  <a:pt x="31420" y="171948"/>
                  <a:pt x="35005" y="178437"/>
                  <a:pt x="39274" y="182875"/>
                </a:cubicBezTo>
                <a:cubicBezTo>
                  <a:pt x="43543" y="187144"/>
                  <a:pt x="47470" y="189363"/>
                  <a:pt x="51227" y="189363"/>
                </a:cubicBezTo>
                <a:cubicBezTo>
                  <a:pt x="54129" y="189363"/>
                  <a:pt x="56349" y="189023"/>
                  <a:pt x="58057" y="188169"/>
                </a:cubicBezTo>
                <a:cubicBezTo>
                  <a:pt x="59765" y="187315"/>
                  <a:pt x="61302" y="186119"/>
                  <a:pt x="62839" y="184070"/>
                </a:cubicBezTo>
                <a:cubicBezTo>
                  <a:pt x="64376" y="182193"/>
                  <a:pt x="65912" y="179290"/>
                  <a:pt x="67278" y="175021"/>
                </a:cubicBezTo>
                <a:cubicBezTo>
                  <a:pt x="68815" y="170923"/>
                  <a:pt x="70181" y="165459"/>
                  <a:pt x="71718" y="158628"/>
                </a:cubicBezTo>
                <a:lnTo>
                  <a:pt x="88622" y="79399"/>
                </a:lnTo>
                <a:cubicBezTo>
                  <a:pt x="91355" y="66252"/>
                  <a:pt x="94599" y="55153"/>
                  <a:pt x="98014" y="46103"/>
                </a:cubicBezTo>
                <a:cubicBezTo>
                  <a:pt x="101600" y="37053"/>
                  <a:pt x="106040" y="29028"/>
                  <a:pt x="111675" y="22027"/>
                </a:cubicBezTo>
                <a:lnTo>
                  <a:pt x="110821" y="20490"/>
                </a:lnTo>
                <a:lnTo>
                  <a:pt x="105185" y="20490"/>
                </a:lnTo>
                <a:cubicBezTo>
                  <a:pt x="91697" y="20490"/>
                  <a:pt x="80939" y="21002"/>
                  <a:pt x="73426" y="22369"/>
                </a:cubicBezTo>
                <a:cubicBezTo>
                  <a:pt x="65741" y="23735"/>
                  <a:pt x="60277" y="25784"/>
                  <a:pt x="56691" y="28858"/>
                </a:cubicBezTo>
                <a:cubicBezTo>
                  <a:pt x="53105" y="31760"/>
                  <a:pt x="51398" y="36541"/>
                  <a:pt x="51398" y="42859"/>
                </a:cubicBezTo>
                <a:cubicBezTo>
                  <a:pt x="51398" y="49348"/>
                  <a:pt x="53789" y="56348"/>
                  <a:pt x="58741" y="63861"/>
                </a:cubicBezTo>
                <a:lnTo>
                  <a:pt x="23393" y="78375"/>
                </a:lnTo>
                <a:cubicBezTo>
                  <a:pt x="20491" y="73081"/>
                  <a:pt x="18613" y="68642"/>
                  <a:pt x="17417" y="65228"/>
                </a:cubicBezTo>
                <a:cubicBezTo>
                  <a:pt x="16393" y="61812"/>
                  <a:pt x="15710" y="58568"/>
                  <a:pt x="15710" y="55153"/>
                </a:cubicBezTo>
                <a:cubicBezTo>
                  <a:pt x="15710" y="51396"/>
                  <a:pt x="16734" y="47640"/>
                  <a:pt x="18784" y="43371"/>
                </a:cubicBezTo>
                <a:cubicBezTo>
                  <a:pt x="21174" y="38249"/>
                  <a:pt x="24760" y="33126"/>
                  <a:pt x="29541" y="28004"/>
                </a:cubicBezTo>
                <a:cubicBezTo>
                  <a:pt x="34152" y="23393"/>
                  <a:pt x="39957" y="18953"/>
                  <a:pt x="46617" y="14684"/>
                </a:cubicBezTo>
                <a:cubicBezTo>
                  <a:pt x="52935" y="10757"/>
                  <a:pt x="58570" y="7854"/>
                  <a:pt x="63521" y="5805"/>
                </a:cubicBezTo>
                <a:cubicBezTo>
                  <a:pt x="69327" y="3585"/>
                  <a:pt x="75986" y="1878"/>
                  <a:pt x="83329" y="1025"/>
                </a:cubicBezTo>
                <a:cubicBezTo>
                  <a:pt x="89647" y="341"/>
                  <a:pt x="98527" y="0"/>
                  <a:pt x="11013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2" name="pdf-path-609">
            <a:extLst xmlns:a="http://schemas.openxmlformats.org/drawingml/2006/main">
              <a:ext uri="{FF2B5EF4-FFF2-40B4-BE49-F238E27FC236}">
                <a16:creationId xmlns:a16="http://schemas.microsoft.com/office/drawing/2014/main" id="{52724A06-8893-4268-AB4F-D8437ED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9677" y="713488"/>
            <a:ext cx="125848" cy="112697"/>
          </a:xfrm>
          <a:custGeom xmlns:a="http://schemas.openxmlformats.org/drawingml/2006/main">
            <a:pathLst>
              <a:path w="125848" h="112697">
                <a:moveTo>
                  <a:pt x="65741" y="11441"/>
                </a:moveTo>
                <a:cubicBezTo>
                  <a:pt x="58912" y="11441"/>
                  <a:pt x="52935" y="14856"/>
                  <a:pt x="47641" y="21686"/>
                </a:cubicBezTo>
                <a:cubicBezTo>
                  <a:pt x="42348" y="28687"/>
                  <a:pt x="38078" y="37908"/>
                  <a:pt x="34835" y="49348"/>
                </a:cubicBezTo>
                <a:cubicBezTo>
                  <a:pt x="31591" y="60959"/>
                  <a:pt x="30054" y="71376"/>
                  <a:pt x="30054" y="80596"/>
                </a:cubicBezTo>
                <a:cubicBezTo>
                  <a:pt x="30054" y="85889"/>
                  <a:pt x="30736" y="89988"/>
                  <a:pt x="32443" y="92549"/>
                </a:cubicBezTo>
                <a:cubicBezTo>
                  <a:pt x="33980" y="95281"/>
                  <a:pt x="36371" y="96476"/>
                  <a:pt x="39616" y="96476"/>
                </a:cubicBezTo>
                <a:cubicBezTo>
                  <a:pt x="44568" y="96476"/>
                  <a:pt x="49520" y="94085"/>
                  <a:pt x="54471" y="89476"/>
                </a:cubicBezTo>
                <a:cubicBezTo>
                  <a:pt x="59593" y="84694"/>
                  <a:pt x="63521" y="79059"/>
                  <a:pt x="66595" y="72741"/>
                </a:cubicBezTo>
                <a:cubicBezTo>
                  <a:pt x="69669" y="66423"/>
                  <a:pt x="72400" y="57715"/>
                  <a:pt x="74962" y="46617"/>
                </a:cubicBezTo>
                <a:lnTo>
                  <a:pt x="75816" y="42519"/>
                </a:lnTo>
                <a:cubicBezTo>
                  <a:pt x="77012" y="37055"/>
                  <a:pt x="77523" y="31591"/>
                  <a:pt x="77523" y="26126"/>
                </a:cubicBezTo>
                <a:cubicBezTo>
                  <a:pt x="77523" y="21344"/>
                  <a:pt x="76670" y="17759"/>
                  <a:pt x="74791" y="15197"/>
                </a:cubicBezTo>
                <a:cubicBezTo>
                  <a:pt x="72913" y="12637"/>
                  <a:pt x="70011" y="11441"/>
                  <a:pt x="65741" y="11441"/>
                </a:cubicBezTo>
                <a:moveTo>
                  <a:pt x="64375" y="0"/>
                </a:moveTo>
                <a:cubicBezTo>
                  <a:pt x="75304" y="0"/>
                  <a:pt x="84695" y="2733"/>
                  <a:pt x="92380" y="7855"/>
                </a:cubicBezTo>
                <a:lnTo>
                  <a:pt x="103137" y="0"/>
                </a:lnTo>
                <a:lnTo>
                  <a:pt x="115432" y="1708"/>
                </a:lnTo>
                <a:lnTo>
                  <a:pt x="97502" y="76669"/>
                </a:lnTo>
                <a:cubicBezTo>
                  <a:pt x="96477" y="81278"/>
                  <a:pt x="95964" y="85376"/>
                  <a:pt x="95964" y="89134"/>
                </a:cubicBezTo>
                <a:cubicBezTo>
                  <a:pt x="95964" y="91524"/>
                  <a:pt x="96306" y="93402"/>
                  <a:pt x="97161" y="94769"/>
                </a:cubicBezTo>
                <a:cubicBezTo>
                  <a:pt x="98014" y="96134"/>
                  <a:pt x="99380" y="96817"/>
                  <a:pt x="101259" y="96817"/>
                </a:cubicBezTo>
                <a:cubicBezTo>
                  <a:pt x="103649" y="96817"/>
                  <a:pt x="106040" y="95794"/>
                  <a:pt x="108771" y="93744"/>
                </a:cubicBezTo>
                <a:cubicBezTo>
                  <a:pt x="111333" y="91694"/>
                  <a:pt x="114406" y="88621"/>
                  <a:pt x="117992" y="84523"/>
                </a:cubicBezTo>
                <a:lnTo>
                  <a:pt x="125848" y="92378"/>
                </a:lnTo>
                <a:cubicBezTo>
                  <a:pt x="118163" y="100232"/>
                  <a:pt x="111504" y="105526"/>
                  <a:pt x="105869" y="108429"/>
                </a:cubicBezTo>
                <a:cubicBezTo>
                  <a:pt x="100405" y="111332"/>
                  <a:pt x="94428" y="112697"/>
                  <a:pt x="88282" y="112697"/>
                </a:cubicBezTo>
                <a:cubicBezTo>
                  <a:pt x="82134" y="112697"/>
                  <a:pt x="77353" y="110990"/>
                  <a:pt x="73768" y="107575"/>
                </a:cubicBezTo>
                <a:cubicBezTo>
                  <a:pt x="70182" y="104160"/>
                  <a:pt x="68303" y="99720"/>
                  <a:pt x="68303" y="94085"/>
                </a:cubicBezTo>
                <a:cubicBezTo>
                  <a:pt x="68303" y="92207"/>
                  <a:pt x="68473" y="90500"/>
                  <a:pt x="68985" y="88792"/>
                </a:cubicBezTo>
                <a:lnTo>
                  <a:pt x="67449" y="88621"/>
                </a:lnTo>
                <a:cubicBezTo>
                  <a:pt x="61985" y="94939"/>
                  <a:pt x="57545" y="99720"/>
                  <a:pt x="53618" y="102793"/>
                </a:cubicBezTo>
                <a:cubicBezTo>
                  <a:pt x="49691" y="106038"/>
                  <a:pt x="45592" y="108429"/>
                  <a:pt x="41323" y="110136"/>
                </a:cubicBezTo>
                <a:cubicBezTo>
                  <a:pt x="37055" y="111844"/>
                  <a:pt x="32273" y="112697"/>
                  <a:pt x="26980" y="112697"/>
                </a:cubicBezTo>
                <a:cubicBezTo>
                  <a:pt x="18100" y="112697"/>
                  <a:pt x="11441" y="109795"/>
                  <a:pt x="6830" y="103818"/>
                </a:cubicBezTo>
                <a:cubicBezTo>
                  <a:pt x="2391" y="97842"/>
                  <a:pt x="0" y="88963"/>
                  <a:pt x="0" y="77523"/>
                </a:cubicBezTo>
                <a:cubicBezTo>
                  <a:pt x="0" y="67619"/>
                  <a:pt x="1537" y="57886"/>
                  <a:pt x="4440" y="48152"/>
                </a:cubicBezTo>
                <a:cubicBezTo>
                  <a:pt x="7172" y="38419"/>
                  <a:pt x="11270" y="29882"/>
                  <a:pt x="16734" y="22881"/>
                </a:cubicBezTo>
                <a:cubicBezTo>
                  <a:pt x="22028" y="15710"/>
                  <a:pt x="28858" y="10246"/>
                  <a:pt x="36884" y="6148"/>
                </a:cubicBezTo>
                <a:cubicBezTo>
                  <a:pt x="44909" y="2049"/>
                  <a:pt x="54130" y="0"/>
                  <a:pt x="64375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df-path-610">
            <a:extLst xmlns:a="http://schemas.openxmlformats.org/drawingml/2006/main">
              <a:ext uri="{FF2B5EF4-FFF2-40B4-BE49-F238E27FC236}">
                <a16:creationId xmlns:a16="http://schemas.microsoft.com/office/drawing/2014/main" id="{09ACC3DD-EB36-41B2-A2BD-29A603F5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7132" y="10098558"/>
            <a:ext cx="5690107" cy="434394"/>
          </a:xfrm>
          <a:custGeom xmlns:a="http://schemas.openxmlformats.org/drawingml/2006/main">
            <a:pathLst>
              <a:path w="5690107" h="434394">
                <a:moveTo>
                  <a:pt x="0" y="48493"/>
                </a:moveTo>
                <a:cubicBezTo>
                  <a:pt x="0" y="21685"/>
                  <a:pt x="21686" y="0"/>
                  <a:pt x="48495" y="0"/>
                </a:cubicBezTo>
                <a:lnTo>
                  <a:pt x="5641611" y="0"/>
                </a:lnTo>
                <a:cubicBezTo>
                  <a:pt x="5668420" y="0"/>
                  <a:pt x="5690107" y="21685"/>
                  <a:pt x="5690107" y="48493"/>
                </a:cubicBezTo>
                <a:lnTo>
                  <a:pt x="5690107" y="385730"/>
                </a:lnTo>
                <a:cubicBezTo>
                  <a:pt x="5690107" y="412538"/>
                  <a:pt x="5668420" y="434394"/>
                  <a:pt x="5641611" y="434394"/>
                </a:cubicBezTo>
                <a:lnTo>
                  <a:pt x="48495" y="434394"/>
                </a:lnTo>
                <a:cubicBezTo>
                  <a:pt x="21686" y="434394"/>
                  <a:pt x="0" y="412538"/>
                  <a:pt x="0" y="385730"/>
                </a:cubicBezTo>
                <a:lnTo>
                  <a:pt x="0" y="48493"/>
                </a:lnTo>
              </a:path>
            </a:pathLst>
          </a:custGeom>
          <a:solidFill xmlns:a="http://schemas.openxmlformats.org/drawingml/2006/main">
            <a:srgbClr val="C2C2DE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4" name="pdf-path-611">
            <a:extLst xmlns:a="http://schemas.openxmlformats.org/drawingml/2006/main">
              <a:ext uri="{FF2B5EF4-FFF2-40B4-BE49-F238E27FC236}">
                <a16:creationId xmlns:a16="http://schemas.microsoft.com/office/drawing/2014/main" id="{44DE9016-6969-4064-BE94-12CD597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2106" y="10083703"/>
            <a:ext cx="5720160" cy="464276"/>
          </a:xfrm>
          <a:custGeom xmlns:a="http://schemas.openxmlformats.org/drawingml/2006/main">
            <a:pathLst>
              <a:path w="5720160" h="464276">
                <a:moveTo>
                  <a:pt x="0" y="62666"/>
                </a:moveTo>
                <a:lnTo>
                  <a:pt x="1366" y="50713"/>
                </a:lnTo>
                <a:lnTo>
                  <a:pt x="4952" y="38760"/>
                </a:lnTo>
                <a:lnTo>
                  <a:pt x="10928" y="27832"/>
                </a:lnTo>
                <a:lnTo>
                  <a:pt x="18612" y="18441"/>
                </a:lnTo>
                <a:lnTo>
                  <a:pt x="28004" y="10757"/>
                </a:lnTo>
                <a:lnTo>
                  <a:pt x="38933" y="4951"/>
                </a:lnTo>
                <a:lnTo>
                  <a:pt x="50885" y="1195"/>
                </a:lnTo>
                <a:lnTo>
                  <a:pt x="62838" y="0"/>
                </a:lnTo>
                <a:lnTo>
                  <a:pt x="5657492" y="0"/>
                </a:lnTo>
                <a:lnTo>
                  <a:pt x="5669445" y="1195"/>
                </a:lnTo>
                <a:lnTo>
                  <a:pt x="5681398" y="4951"/>
                </a:lnTo>
                <a:lnTo>
                  <a:pt x="5692327" y="10757"/>
                </a:lnTo>
                <a:lnTo>
                  <a:pt x="5701718" y="18441"/>
                </a:lnTo>
                <a:lnTo>
                  <a:pt x="5709402" y="27832"/>
                </a:lnTo>
                <a:lnTo>
                  <a:pt x="5715378" y="38760"/>
                </a:lnTo>
                <a:lnTo>
                  <a:pt x="5718964" y="50713"/>
                </a:lnTo>
                <a:lnTo>
                  <a:pt x="5720160" y="62666"/>
                </a:lnTo>
                <a:lnTo>
                  <a:pt x="5720160" y="401438"/>
                </a:lnTo>
                <a:lnTo>
                  <a:pt x="5718964" y="413562"/>
                </a:lnTo>
                <a:lnTo>
                  <a:pt x="5715378" y="425344"/>
                </a:lnTo>
                <a:lnTo>
                  <a:pt x="5709402" y="436273"/>
                </a:lnTo>
                <a:lnTo>
                  <a:pt x="5701718" y="445664"/>
                </a:lnTo>
                <a:lnTo>
                  <a:pt x="5692327" y="453347"/>
                </a:lnTo>
                <a:lnTo>
                  <a:pt x="5681398" y="459323"/>
                </a:lnTo>
                <a:lnTo>
                  <a:pt x="5669445" y="462910"/>
                </a:lnTo>
                <a:lnTo>
                  <a:pt x="5657492" y="464276"/>
                </a:lnTo>
                <a:lnTo>
                  <a:pt x="62838" y="464276"/>
                </a:lnTo>
                <a:lnTo>
                  <a:pt x="50885" y="462910"/>
                </a:lnTo>
                <a:lnTo>
                  <a:pt x="38933" y="459323"/>
                </a:lnTo>
                <a:lnTo>
                  <a:pt x="28004" y="453347"/>
                </a:lnTo>
                <a:lnTo>
                  <a:pt x="18612" y="445664"/>
                </a:lnTo>
                <a:lnTo>
                  <a:pt x="10928" y="436273"/>
                </a:lnTo>
                <a:lnTo>
                  <a:pt x="4952" y="425344"/>
                </a:lnTo>
                <a:lnTo>
                  <a:pt x="1366" y="413562"/>
                </a:lnTo>
                <a:lnTo>
                  <a:pt x="0" y="401438"/>
                </a:lnTo>
                <a:lnTo>
                  <a:pt x="0" y="62666"/>
                </a:lnTo>
                <a:moveTo>
                  <a:pt x="29883" y="400755"/>
                </a:moveTo>
                <a:lnTo>
                  <a:pt x="29883" y="399219"/>
                </a:lnTo>
                <a:lnTo>
                  <a:pt x="30907" y="408952"/>
                </a:lnTo>
                <a:lnTo>
                  <a:pt x="30395" y="406049"/>
                </a:lnTo>
                <a:lnTo>
                  <a:pt x="33127" y="415099"/>
                </a:lnTo>
                <a:lnTo>
                  <a:pt x="32102" y="412538"/>
                </a:lnTo>
                <a:lnTo>
                  <a:pt x="36542" y="420734"/>
                </a:lnTo>
                <a:lnTo>
                  <a:pt x="34834" y="418344"/>
                </a:lnTo>
                <a:lnTo>
                  <a:pt x="40811" y="425515"/>
                </a:lnTo>
                <a:lnTo>
                  <a:pt x="38762" y="423466"/>
                </a:lnTo>
                <a:lnTo>
                  <a:pt x="45933" y="429442"/>
                </a:lnTo>
                <a:lnTo>
                  <a:pt x="43543" y="427735"/>
                </a:lnTo>
                <a:lnTo>
                  <a:pt x="51739" y="432345"/>
                </a:lnTo>
                <a:lnTo>
                  <a:pt x="49178" y="431150"/>
                </a:lnTo>
                <a:lnTo>
                  <a:pt x="58228" y="434053"/>
                </a:lnTo>
                <a:lnTo>
                  <a:pt x="55325" y="433370"/>
                </a:lnTo>
                <a:lnTo>
                  <a:pt x="65058" y="434394"/>
                </a:lnTo>
                <a:lnTo>
                  <a:pt x="63521" y="434394"/>
                </a:lnTo>
                <a:lnTo>
                  <a:pt x="5656809" y="434394"/>
                </a:lnTo>
                <a:lnTo>
                  <a:pt x="5655273" y="434394"/>
                </a:lnTo>
                <a:lnTo>
                  <a:pt x="5665005" y="433370"/>
                </a:lnTo>
                <a:lnTo>
                  <a:pt x="5662103" y="434053"/>
                </a:lnTo>
                <a:lnTo>
                  <a:pt x="5671153" y="431150"/>
                </a:lnTo>
                <a:lnTo>
                  <a:pt x="5668592" y="432345"/>
                </a:lnTo>
                <a:lnTo>
                  <a:pt x="5676787" y="427735"/>
                </a:lnTo>
                <a:lnTo>
                  <a:pt x="5674398" y="429442"/>
                </a:lnTo>
                <a:lnTo>
                  <a:pt x="5681569" y="423466"/>
                </a:lnTo>
                <a:lnTo>
                  <a:pt x="5679520" y="425515"/>
                </a:lnTo>
                <a:lnTo>
                  <a:pt x="5685496" y="418344"/>
                </a:lnTo>
                <a:lnTo>
                  <a:pt x="5683789" y="420734"/>
                </a:lnTo>
                <a:lnTo>
                  <a:pt x="5688228" y="412538"/>
                </a:lnTo>
                <a:lnTo>
                  <a:pt x="5687205" y="415099"/>
                </a:lnTo>
                <a:lnTo>
                  <a:pt x="5689936" y="406049"/>
                </a:lnTo>
                <a:lnTo>
                  <a:pt x="5689424" y="408952"/>
                </a:lnTo>
                <a:lnTo>
                  <a:pt x="5690449" y="399219"/>
                </a:lnTo>
                <a:lnTo>
                  <a:pt x="5690278" y="400755"/>
                </a:lnTo>
                <a:lnTo>
                  <a:pt x="5690278" y="63348"/>
                </a:lnTo>
                <a:lnTo>
                  <a:pt x="5690449" y="65056"/>
                </a:lnTo>
                <a:lnTo>
                  <a:pt x="5689424" y="55324"/>
                </a:lnTo>
                <a:lnTo>
                  <a:pt x="5689936" y="58055"/>
                </a:lnTo>
                <a:lnTo>
                  <a:pt x="5687205" y="49005"/>
                </a:lnTo>
                <a:lnTo>
                  <a:pt x="5688228" y="51737"/>
                </a:lnTo>
                <a:lnTo>
                  <a:pt x="5683789" y="43371"/>
                </a:lnTo>
                <a:lnTo>
                  <a:pt x="5685496" y="45761"/>
                </a:lnTo>
                <a:lnTo>
                  <a:pt x="5679520" y="38590"/>
                </a:lnTo>
                <a:lnTo>
                  <a:pt x="5681569" y="40639"/>
                </a:lnTo>
                <a:lnTo>
                  <a:pt x="5674398" y="34662"/>
                </a:lnTo>
                <a:lnTo>
                  <a:pt x="5676787" y="36370"/>
                </a:lnTo>
                <a:lnTo>
                  <a:pt x="5668592" y="31931"/>
                </a:lnTo>
                <a:lnTo>
                  <a:pt x="5671153" y="32954"/>
                </a:lnTo>
                <a:lnTo>
                  <a:pt x="5662103" y="30223"/>
                </a:lnTo>
                <a:lnTo>
                  <a:pt x="5665005" y="30735"/>
                </a:lnTo>
                <a:lnTo>
                  <a:pt x="5655273" y="29710"/>
                </a:lnTo>
                <a:lnTo>
                  <a:pt x="5656809" y="29881"/>
                </a:lnTo>
                <a:lnTo>
                  <a:pt x="63521" y="29881"/>
                </a:lnTo>
                <a:lnTo>
                  <a:pt x="65058" y="29710"/>
                </a:lnTo>
                <a:lnTo>
                  <a:pt x="55325" y="30735"/>
                </a:lnTo>
                <a:lnTo>
                  <a:pt x="58228" y="30223"/>
                </a:lnTo>
                <a:lnTo>
                  <a:pt x="49178" y="32954"/>
                </a:lnTo>
                <a:lnTo>
                  <a:pt x="51739" y="31931"/>
                </a:lnTo>
                <a:lnTo>
                  <a:pt x="43543" y="36370"/>
                </a:lnTo>
                <a:lnTo>
                  <a:pt x="45933" y="34662"/>
                </a:lnTo>
                <a:lnTo>
                  <a:pt x="38762" y="40639"/>
                </a:lnTo>
                <a:lnTo>
                  <a:pt x="40811" y="38590"/>
                </a:lnTo>
                <a:lnTo>
                  <a:pt x="34834" y="45761"/>
                </a:lnTo>
                <a:lnTo>
                  <a:pt x="36542" y="43371"/>
                </a:lnTo>
                <a:lnTo>
                  <a:pt x="32102" y="51737"/>
                </a:lnTo>
                <a:lnTo>
                  <a:pt x="33127" y="49005"/>
                </a:lnTo>
                <a:lnTo>
                  <a:pt x="30395" y="58055"/>
                </a:lnTo>
                <a:lnTo>
                  <a:pt x="30907" y="55324"/>
                </a:lnTo>
                <a:lnTo>
                  <a:pt x="29883" y="65056"/>
                </a:lnTo>
                <a:lnTo>
                  <a:pt x="29883" y="63348"/>
                </a:lnTo>
                <a:lnTo>
                  <a:pt x="29883" y="400755"/>
                </a:lnTo>
              </a:path>
            </a:pathLst>
          </a:custGeom>
          <a:solidFill xmlns:a="http://schemas.openxmlformats.org/drawingml/2006/main">
            <a:srgbClr val="4C4C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E3214C1A-13A8-4B41-972C-078B7FB2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9129" y="10134993"/>
            <a:ext cx="239075" cy="30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666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A636E459-2CE8-43E1-AA9F-DDADF469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2551" y="10134993"/>
            <a:ext cx="239075" cy="30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667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CD59E10C-27C1-48E6-8C1A-1E32825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974" y="10134960"/>
            <a:ext cx="170940" cy="30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668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923F46BE-D798-47D3-B65B-6E1F047E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3579" y="10134961"/>
            <a:ext cx="205008" cy="307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20" b="1" i="0">
                <a:solidFill>
                  <a:srgbClr val="4C4C7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06258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2026-10-09T21:35:16.4720000Z</dcterms:created>
  <dcterms:modified xsi:type="dcterms:W3CDTF">2026-10-09T21:35:16.4720000Z</dcterms:modified>
</coreProperties>
</file>