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44e56741c4401e" /><Relationship Type="http://schemas.openxmlformats.org/officeDocument/2006/relationships/extended-properties" Target="/docProps/app.xml" Id="Ra2e1143e35dc4447" /><Relationship Type="http://schemas.openxmlformats.org/officeDocument/2006/relationships/officeDocument" Target="/ppt/presentation.xml" Id="R80a348d82c0d47ac" /></Relationships>
</file>

<file path=ppt/presentation.xml><?xml version="1.0" encoding="utf-8"?>
<p:presentation xmlns:p="http://schemas.openxmlformats.org/presentationml/2006/main">
  <p:sldMasterIdLst>
    <p:sldMasterId xmlns:r="http://schemas.openxmlformats.org/officeDocument/2006/relationships" id="2147483648" r:id="Re96fb7a93ead41cb"/>
  </p:sldMasterIdLst>
  <p:notesMasterIdLst>
    <p:notesMasterId xmlns:r="http://schemas.openxmlformats.org/officeDocument/2006/relationships" r:id="R5ca4405fbcbd4107"/>
  </p:notesMasterIdLst>
  <p:sldIdLst>
    <p:sldId xmlns:r="http://schemas.openxmlformats.org/officeDocument/2006/relationships" id="256" r:id="R21b3ca6e800b4601"/>
  </p:sldIdLst>
  <p:sldSz cx="11344275" cy="56578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475cce3ac84f6e" /><Relationship Type="http://schemas.openxmlformats.org/officeDocument/2006/relationships/slideMaster" Target="/ppt/slideMasters/slideMaster1.xml" Id="Re96fb7a93ead41cb" /><Relationship Type="http://schemas.openxmlformats.org/officeDocument/2006/relationships/notesMaster" Target="/ppt/notesMasters/notesMaster1.xml" Id="R5ca4405fbcbd4107" /><Relationship Type="http://schemas.openxmlformats.org/officeDocument/2006/relationships/presProps" Target="/ppt/presProps.xml" Id="R150ab22faeee4fb4" /><Relationship Type="http://schemas.openxmlformats.org/officeDocument/2006/relationships/tableStyles" Target="/ppt/tableStyles.xml" Id="R6988097f18384ec6" /><Relationship Type="http://schemas.openxmlformats.org/officeDocument/2006/relationships/slide" Target="/ppt/slides/slide1.xml" Id="R21b3ca6e800b46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acd18e7b864a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1767a8049b42f5" /><Relationship Type="http://schemas.openxmlformats.org/officeDocument/2006/relationships/notesMaster" Target="/ppt/notesMasters/notesMaster1.xml" Id="R50e4f5c203f74a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"SDS: See It, Do It, Sorted: Quadruped Skill Synthesis from Single Video Demonstration",</a:t>
            </a:r>
          </a:p>
          <a:p xmlns:a="http://schemas.openxmlformats.org/drawingml/2006/main">
            <a:r>
              <a:t>  "paper_url": "https://arxiv.org/pdf/2410.11571v2",</a:t>
            </a:r>
          </a:p>
          <a:p xmlns:a="http://schemas.openxmlformats.org/drawingml/2006/main">
            <a:r>
              <a:t>  "figure": "Figure 2",</a:t>
            </a:r>
          </a:p>
          <a:p xmlns:a="http://schemas.openxmlformats.org/drawingml/2006/main">
            <a:r>
              <a:t>  "page": 3,</a:t>
            </a:r>
          </a:p>
          <a:p xmlns:a="http://schemas.openxmlformats.org/drawingml/2006/main">
            <a:r>
              <a:t>  "license": "unverified",</a:t>
            </a:r>
          </a:p>
          <a:p xmlns:a="http://schemas.openxmlformats.org/drawingml/2006/main">
            <a:r>
              <a:t>  "notes": "Native source-layout reconstruction of flattened original. Ordinary labels and code are typeable. Diagram shapes and logical arrows are native. Explicitly bounded source photographs, icons and mathematical formula inserts retain raster pixels. Font metrics and path coordinates are measured approximations. SDS contains four isolated original visual inserts: logo, demonstration photo frames, contact-sequence visualization and robot simulation montage. Prompt/code, stage numbers and all loop geometry are typeable/native.",</a:t>
            </a:r>
          </a:p>
          <a:p xmlns:a="http://schemas.openxmlformats.org/drawingml/2006/main">
            <a:r>
              <a:t>  "status": "figure_recreation",</a:t>
            </a:r>
          </a:p>
          <a:p xmlns:a="http://schemas.openxmlformats.org/drawingml/2006/main">
            <a:r>
              <a:t>  "source_sha256": "325aa366b545510fde2a88c25185748746518bfa0876daf654a75a102f117ade",</a:t>
            </a:r>
          </a:p>
          <a:p xmlns:a="http://schemas.openxmlformats.org/drawingml/2006/main">
            <a:r>
              <a:t>  "source_crop_pdf_points": [</a:t>
            </a:r>
          </a:p>
          <a:p xmlns:a="http://schemas.openxmlformats.org/drawingml/2006/main">
            <a:r>
              <a:t>    108,</a:t>
            </a:r>
          </a:p>
          <a:p xmlns:a="http://schemas.openxmlformats.org/drawingml/2006/main">
            <a:r>
              <a:t>    311,</a:t>
            </a:r>
          </a:p>
          <a:p xmlns:a="http://schemas.openxmlformats.org/drawingml/2006/main">
            <a:r>
              <a:t>    505,</a:t>
            </a:r>
          </a:p>
          <a:p xmlns:a="http://schemas.openxmlformats.org/drawingml/2006/main">
            <a:r>
              <a:t>    509</a:t>
            </a:r>
          </a:p>
          <a:p xmlns:a="http://schemas.openxmlformats.org/drawingml/2006/main">
            <a:r>
              <a:t>  ],</a:t>
            </a:r>
          </a:p>
          <a:p xmlns:a="http://schemas.openxmlformats.org/drawingml/2006/main">
            <a:r>
              <a:t>  "raster_details": [</a:t>
            </a:r>
          </a:p>
          <a:p xmlns:a="http://schemas.openxmlformats.org/drawingml/2006/main">
            <a:r>
              <a:t>    {</a:t>
            </a:r>
          </a:p>
          <a:p xmlns:a="http://schemas.openxmlformats.org/drawingml/2006/main">
            <a:r>
              <a:t>      "id": "gpt-logo",</a:t>
            </a:r>
          </a:p>
          <a:p xmlns:a="http://schemas.openxmlformats.org/drawingml/2006/main">
            <a:r>
              <a:t>      "source_pixels": [</a:t>
            </a:r>
          </a:p>
          <a:p xmlns:a="http://schemas.openxmlformats.org/drawingml/2006/main">
            <a:r>
              <a:t>        413,</a:t>
            </a:r>
          </a:p>
          <a:p xmlns:a="http://schemas.openxmlformats.org/drawingml/2006/main">
            <a:r>
              <a:t>        141,</a:t>
            </a:r>
          </a:p>
          <a:p xmlns:a="http://schemas.openxmlformats.org/drawingml/2006/main">
            <a:r>
              <a:t>        471,</a:t>
            </a:r>
          </a:p>
          <a:p xmlns:a="http://schemas.openxmlformats.org/drawingml/2006/main">
            <a:r>
              <a:t>        193</a:t>
            </a:r>
          </a:p>
          <a:p xmlns:a="http://schemas.openxmlformats.org/drawingml/2006/main">
            <a:r>
              <a:t>      ],</a:t>
            </a:r>
          </a:p>
          <a:p xmlns:a="http://schemas.openxmlformats.org/drawingml/2006/main">
            <a:r>
              <a:t>      "detail": "Original GPT-4o logo icon"</a:t>
            </a:r>
          </a:p>
          <a:p xmlns:a="http://schemas.openxmlformats.org/drawingml/2006/main">
            <a:r>
              <a:t>    },</a:t>
            </a:r>
          </a:p>
          <a:p xmlns:a="http://schemas.openxmlformats.org/drawingml/2006/main">
            <a:r>
              <a:t>    {</a:t>
            </a:r>
          </a:p>
          <a:p xmlns:a="http://schemas.openxmlformats.org/drawingml/2006/main">
            <a:r>
              <a:t>      "id": "demonstration-video",</a:t>
            </a:r>
          </a:p>
          <a:p xmlns:a="http://schemas.openxmlformats.org/drawingml/2006/main">
            <a:r>
              <a:t>      "source_pixels": [</a:t>
            </a:r>
          </a:p>
          <a:p xmlns:a="http://schemas.openxmlformats.org/drawingml/2006/main">
            <a:r>
              <a:t>        57,</a:t>
            </a:r>
          </a:p>
          <a:p xmlns:a="http://schemas.openxmlformats.org/drawingml/2006/main">
            <a:r>
              <a:t>        346,</a:t>
            </a:r>
          </a:p>
          <a:p xmlns:a="http://schemas.openxmlformats.org/drawingml/2006/main">
            <a:r>
              <a:t>        244,</a:t>
            </a:r>
          </a:p>
          <a:p xmlns:a="http://schemas.openxmlformats.org/drawingml/2006/main">
            <a:r>
              <a:t>        454</a:t>
            </a:r>
          </a:p>
          <a:p xmlns:a="http://schemas.openxmlformats.org/drawingml/2006/main">
            <a:r>
              <a:t>      ],</a:t>
            </a:r>
          </a:p>
          <a:p xmlns:a="http://schemas.openxmlformats.org/drawingml/2006/main">
            <a:r>
              <a:t>      "detail": "Original layered animal video frames; individual source photo strip"</a:t>
            </a:r>
          </a:p>
          <a:p xmlns:a="http://schemas.openxmlformats.org/drawingml/2006/main">
            <a:r>
              <a:t>    },</a:t>
            </a:r>
          </a:p>
          <a:p xmlns:a="http://schemas.openxmlformats.org/drawingml/2006/main">
            <a:r>
              <a:t>    {</a:t>
            </a:r>
          </a:p>
          <a:p xmlns:a="http://schemas.openxmlformats.org/drawingml/2006/main">
            <a:r>
              <a:t>      "id": "contact-sequence-visualization",</a:t>
            </a:r>
          </a:p>
          <a:p xmlns:a="http://schemas.openxmlformats.org/drawingml/2006/main">
            <a:r>
              <a:t>      "source_pixels": [</a:t>
            </a:r>
          </a:p>
          <a:p xmlns:a="http://schemas.openxmlformats.org/drawingml/2006/main">
            <a:r>
              <a:t>        267,</a:t>
            </a:r>
          </a:p>
          <a:p xmlns:a="http://schemas.openxmlformats.org/drawingml/2006/main">
            <a:r>
              <a:t>        342,</a:t>
            </a:r>
          </a:p>
          <a:p xmlns:a="http://schemas.openxmlformats.org/drawingml/2006/main">
            <a:r>
              <a:t>        457,</a:t>
            </a:r>
          </a:p>
          <a:p xmlns:a="http://schemas.openxmlformats.org/drawingml/2006/main">
            <a:r>
              <a:t>        448</a:t>
            </a:r>
          </a:p>
          <a:p xmlns:a="http://schemas.openxmlformats.org/drawingml/2006/main">
            <a:r>
              <a:t>      ],</a:t>
            </a:r>
          </a:p>
          <a:p xmlns:a="http://schemas.openxmlformats.org/drawingml/2006/main">
            <a:r>
              <a:t>      "detail": "Original frame and contact-sequence visual data; internal pixels remain raster"</a:t>
            </a:r>
          </a:p>
          <a:p xmlns:a="http://schemas.openxmlformats.org/drawingml/2006/main">
            <a:r>
              <a:t>    },</a:t>
            </a:r>
          </a:p>
          <a:p xmlns:a="http://schemas.openxmlformats.org/drawingml/2006/main">
            <a:r>
              <a:t>    {</a:t>
            </a:r>
          </a:p>
          <a:p xmlns:a="http://schemas.openxmlformats.org/drawingml/2006/main">
            <a:r>
              <a:t>      "id": "ppo-training-robots",</a:t>
            </a:r>
          </a:p>
          <a:p xmlns:a="http://schemas.openxmlformats.org/drawingml/2006/main">
            <a:r>
              <a:t>      "source_pixels": [</a:t>
            </a:r>
          </a:p>
          <a:p xmlns:a="http://schemas.openxmlformats.org/drawingml/2006/main">
            <a:r>
              <a:t>        886,</a:t>
            </a:r>
          </a:p>
          <a:p xmlns:a="http://schemas.openxmlformats.org/drawingml/2006/main">
            <a:r>
              <a:t>        299,</a:t>
            </a:r>
          </a:p>
          <a:p xmlns:a="http://schemas.openxmlformats.org/drawingml/2006/main">
            <a:r>
              <a:t>        1086,</a:t>
            </a:r>
          </a:p>
          <a:p xmlns:a="http://schemas.openxmlformats.org/drawingml/2006/main">
            <a:r>
              <a:t>        542</a:t>
            </a:r>
          </a:p>
          <a:p xmlns:a="http://schemas.openxmlformats.org/drawingml/2006/main">
            <a:r>
              <a:t>      ],</a:t>
            </a:r>
          </a:p>
          <a:p xmlns:a="http://schemas.openxmlformats.org/drawingml/2006/main">
            <a:r>
              <a:t>      "detail": "Original simulated quadruped training montage; internal pixels remain raster"</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6c854b806440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f735a62bea4c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06f81c09f343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8d6ab65e6241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9db9a6f7ac44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daa6b9502047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F41584-0975-44F1-B0BA-B8E1B30BC716}"/>
              </a:ext>
            </a:extLst>
          </p:cNvPr>
          <p:cNvSpPr>
            <a:spLocks xmlns:a="http://schemas.openxmlformats.org/drawingml/2006/main" noGrp="1"/>
          </p:cNvSpPr>
          <p:nvPr>
            <p:ph type="title" idx="0"/>
          </p:nvPr>
        </p:nvSpPr>
        <p:spPr>
          <a:xfrm xmlns:a="http://schemas.openxmlformats.org/drawingml/2006/main">
            <a:off x="1134428" y="2137410"/>
            <a:ext cx="9075420" cy="81724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AB35E5-7800-427A-8856-C0A0A84E007B}"/>
              </a:ext>
            </a:extLst>
          </p:cNvPr>
          <p:cNvSpPr>
            <a:spLocks xmlns:a="http://schemas.openxmlformats.org/drawingml/2006/main" noGrp="1"/>
          </p:cNvSpPr>
          <p:nvPr>
            <p:ph type="subTitle" idx="1"/>
          </p:nvPr>
        </p:nvSpPr>
        <p:spPr>
          <a:xfrm xmlns:a="http://schemas.openxmlformats.org/drawingml/2006/main">
            <a:off x="1701641" y="3111818"/>
            <a:ext cx="7940992"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33"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A163DB-43A2-4A4E-9DF0-D331BE24ED9A}"/>
              </a:ext>
            </a:extLst>
          </p:cNvPr>
          <p:cNvSpPr>
            <a:spLocks xmlns:a="http://schemas.openxmlformats.org/drawingml/2006/main" noGrp="1"/>
          </p:cNvSpPr>
          <p:nvPr>
            <p:ph type="title" idx="0"/>
          </p:nvPr>
        </p:nvSpPr>
        <p:spPr>
          <a:xfrm xmlns:a="http://schemas.openxmlformats.org/drawingml/2006/main">
            <a:off x="1134428" y="2357438"/>
            <a:ext cx="907542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46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087C50-A3D4-4899-87A2-0D80A6BCB582}"/>
              </a:ext>
            </a:extLst>
          </p:cNvPr>
          <p:cNvSpPr>
            <a:spLocks xmlns:a="http://schemas.openxmlformats.org/drawingml/2006/main" noGrp="1"/>
          </p:cNvSpPr>
          <p:nvPr>
            <p:ph type="title" idx="0"/>
          </p:nvPr>
        </p:nvSpPr>
        <p:spPr>
          <a:xfrm xmlns:a="http://schemas.openxmlformats.org/drawingml/2006/main">
            <a:off x="638115" y="440055"/>
            <a:ext cx="10068044" cy="69151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A5359D-2DB1-43B0-8DF2-BB8717DCFC20}"/>
              </a:ext>
            </a:extLst>
          </p:cNvPr>
          <p:cNvSpPr>
            <a:spLocks xmlns:a="http://schemas.openxmlformats.org/drawingml/2006/main" noGrp="1"/>
          </p:cNvSpPr>
          <p:nvPr>
            <p:ph type="body" idx="1"/>
          </p:nvPr>
        </p:nvSpPr>
        <p:spPr>
          <a:xfrm xmlns:a="http://schemas.openxmlformats.org/drawingml/2006/main">
            <a:off x="638115" y="1571625"/>
            <a:ext cx="10068044" cy="35204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nSpc>
                <a:spcPct val="110000"/>
              </a:lnSpc>
              <a:spcBef>
                <a:spcPts val="0"/>
              </a:spcBef>
              <a:spcAft>
                <a:spcPts val="990"/>
              </a:spcAft>
              <a:buChar char="•"/>
            </a:lvl1pPr>
            <a:lvl2pPr marL="440055" indent="-188595">
              <a:lnSpc>
                <a:spcPct val="110000"/>
              </a:lnSpc>
              <a:spcBef>
                <a:spcPts val="0"/>
              </a:spcBef>
              <a:spcAft>
                <a:spcPts val="990"/>
              </a:spcAft>
              <a:buChar char="•"/>
            </a:lvl2pPr>
            <a:lvl3pPr marL="691515" indent="-188595">
              <a:lnSpc>
                <a:spcPct val="110000"/>
              </a:lnSpc>
              <a:spcBef>
                <a:spcPts val="0"/>
              </a:spcBef>
              <a:spcAft>
                <a:spcPts val="990"/>
              </a:spcAft>
              <a:buChar char="•"/>
            </a:lvl3pPr>
            <a:lvl4pPr marL="942975" indent="-188595">
              <a:lnSpc>
                <a:spcPct val="110000"/>
              </a:lnSpc>
              <a:spcBef>
                <a:spcPts val="0"/>
              </a:spcBef>
              <a:spcAft>
                <a:spcPts val="990"/>
              </a:spcAft>
              <a:buChar char="•"/>
            </a:lvl4pPr>
            <a:lvl5pPr marL="1194435" indent="-188595">
              <a:lnSpc>
                <a:spcPct val="110000"/>
              </a:lnSpc>
              <a:spcBef>
                <a:spcPts val="0"/>
              </a:spcBef>
              <a:spcAft>
                <a:spcPts val="990"/>
              </a:spcAft>
              <a:buChar char="•"/>
            </a:lvl5pPr>
            <a:lvl6pPr marL="1445895" indent="-188595">
              <a:lnSpc>
                <a:spcPct val="110000"/>
              </a:lnSpc>
              <a:spcBef>
                <a:spcPts val="0"/>
              </a:spcBef>
              <a:spcAft>
                <a:spcPts val="990"/>
              </a:spcAft>
              <a:buChar char="•"/>
            </a:lvl6pPr>
            <a:lvl7pPr marL="1697355" indent="-188595">
              <a:lnSpc>
                <a:spcPct val="110000"/>
              </a:lnSpc>
              <a:spcBef>
                <a:spcPts val="0"/>
              </a:spcBef>
              <a:spcAft>
                <a:spcPts val="990"/>
              </a:spcAft>
              <a:buChar char="•"/>
            </a:lvl7pPr>
            <a:lvl8pPr marL="1948815" indent="-188595">
              <a:lnSpc>
                <a:spcPct val="110000"/>
              </a:lnSpc>
              <a:spcBef>
                <a:spcPts val="0"/>
              </a:spcBef>
              <a:spcAft>
                <a:spcPts val="990"/>
              </a:spcAft>
              <a:buChar char="•"/>
            </a:lvl8pPr>
            <a:lvl9pPr marL="2200275" indent="-188595">
              <a:lnSpc>
                <a:spcPct val="110000"/>
              </a:lnSpc>
              <a:spcBef>
                <a:spcPts val="0"/>
              </a:spcBef>
              <a:spcAft>
                <a:spcPts val="99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2E104BC-DE2F-46F1-BD8F-89F88EF56019}"/>
              </a:ext>
            </a:extLst>
          </p:cNvPr>
          <p:cNvSpPr>
            <a:spLocks xmlns:a="http://schemas.openxmlformats.org/drawingml/2006/main" noGrp="1"/>
          </p:cNvSpPr>
          <p:nvPr>
            <p:ph type="title" idx="0"/>
          </p:nvPr>
        </p:nvSpPr>
        <p:spPr>
          <a:xfrm xmlns:a="http://schemas.openxmlformats.org/drawingml/2006/main">
            <a:off x="638115" y="440055"/>
            <a:ext cx="10068044" cy="69151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E4069F-58AC-4160-BD15-37A8651B9FE4}"/>
              </a:ext>
            </a:extLst>
          </p:cNvPr>
          <p:cNvSpPr>
            <a:spLocks xmlns:a="http://schemas.openxmlformats.org/drawingml/2006/main" noGrp="1"/>
          </p:cNvSpPr>
          <p:nvPr>
            <p:ph type="body" idx="1"/>
          </p:nvPr>
        </p:nvSpPr>
        <p:spPr>
          <a:xfrm xmlns:a="http://schemas.openxmlformats.org/drawingml/2006/main">
            <a:off x="638115" y="1571625"/>
            <a:ext cx="4679513" cy="35204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nSpc>
                <a:spcPct val="110000"/>
              </a:lnSpc>
              <a:spcBef>
                <a:spcPts val="0"/>
              </a:spcBef>
              <a:spcAft>
                <a:spcPts val="990"/>
              </a:spcAft>
              <a:buChar char="•"/>
            </a:lvl1pPr>
            <a:lvl2pPr marL="440055" indent="-188595">
              <a:lnSpc>
                <a:spcPct val="110000"/>
              </a:lnSpc>
              <a:spcBef>
                <a:spcPts val="0"/>
              </a:spcBef>
              <a:spcAft>
                <a:spcPts val="990"/>
              </a:spcAft>
              <a:buChar char="•"/>
            </a:lvl2pPr>
            <a:lvl3pPr marL="691515" indent="-188595">
              <a:lnSpc>
                <a:spcPct val="110000"/>
              </a:lnSpc>
              <a:spcBef>
                <a:spcPts val="0"/>
              </a:spcBef>
              <a:spcAft>
                <a:spcPts val="990"/>
              </a:spcAft>
              <a:buChar char="•"/>
            </a:lvl3pPr>
            <a:lvl4pPr marL="942975" indent="-188595">
              <a:lnSpc>
                <a:spcPct val="110000"/>
              </a:lnSpc>
              <a:spcBef>
                <a:spcPts val="0"/>
              </a:spcBef>
              <a:spcAft>
                <a:spcPts val="990"/>
              </a:spcAft>
              <a:buChar char="•"/>
            </a:lvl4pPr>
            <a:lvl5pPr marL="1194435" indent="-188595">
              <a:lnSpc>
                <a:spcPct val="110000"/>
              </a:lnSpc>
              <a:spcBef>
                <a:spcPts val="0"/>
              </a:spcBef>
              <a:spcAft>
                <a:spcPts val="990"/>
              </a:spcAft>
              <a:buChar char="•"/>
            </a:lvl5pPr>
            <a:lvl6pPr marL="1445895" indent="-188595">
              <a:lnSpc>
                <a:spcPct val="110000"/>
              </a:lnSpc>
              <a:spcBef>
                <a:spcPts val="0"/>
              </a:spcBef>
              <a:spcAft>
                <a:spcPts val="990"/>
              </a:spcAft>
              <a:buChar char="•"/>
            </a:lvl6pPr>
            <a:lvl7pPr marL="1697355" indent="-188595">
              <a:lnSpc>
                <a:spcPct val="110000"/>
              </a:lnSpc>
              <a:spcBef>
                <a:spcPts val="0"/>
              </a:spcBef>
              <a:spcAft>
                <a:spcPts val="990"/>
              </a:spcAft>
              <a:buChar char="•"/>
            </a:lvl7pPr>
            <a:lvl8pPr marL="1948815" indent="-188595">
              <a:lnSpc>
                <a:spcPct val="110000"/>
              </a:lnSpc>
              <a:spcBef>
                <a:spcPts val="0"/>
              </a:spcBef>
              <a:spcAft>
                <a:spcPts val="990"/>
              </a:spcAft>
              <a:buChar char="•"/>
            </a:lvl8pPr>
            <a:lvl9pPr marL="2200275" indent="-188595">
              <a:lnSpc>
                <a:spcPct val="110000"/>
              </a:lnSpc>
              <a:spcBef>
                <a:spcPts val="0"/>
              </a:spcBef>
              <a:spcAft>
                <a:spcPts val="99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0E1591-BD5B-44E4-B742-3A5BC65641DF}"/>
              </a:ext>
            </a:extLst>
          </p:cNvPr>
          <p:cNvSpPr>
            <a:spLocks xmlns:a="http://schemas.openxmlformats.org/drawingml/2006/main" noGrp="1"/>
          </p:cNvSpPr>
          <p:nvPr>
            <p:ph type="body" idx="2"/>
          </p:nvPr>
        </p:nvSpPr>
        <p:spPr>
          <a:xfrm xmlns:a="http://schemas.openxmlformats.org/drawingml/2006/main">
            <a:off x="6026646" y="1571625"/>
            <a:ext cx="4679513" cy="35204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nSpc>
                <a:spcPct val="110000"/>
              </a:lnSpc>
              <a:spcBef>
                <a:spcPts val="0"/>
              </a:spcBef>
              <a:spcAft>
                <a:spcPts val="990"/>
              </a:spcAft>
              <a:buChar char="•"/>
            </a:lvl1pPr>
            <a:lvl2pPr marL="440055" indent="-188595">
              <a:lnSpc>
                <a:spcPct val="110000"/>
              </a:lnSpc>
              <a:spcBef>
                <a:spcPts val="0"/>
              </a:spcBef>
              <a:spcAft>
                <a:spcPts val="990"/>
              </a:spcAft>
              <a:buChar char="•"/>
            </a:lvl2pPr>
            <a:lvl3pPr marL="691515" indent="-188595">
              <a:lnSpc>
                <a:spcPct val="110000"/>
              </a:lnSpc>
              <a:spcBef>
                <a:spcPts val="0"/>
              </a:spcBef>
              <a:spcAft>
                <a:spcPts val="990"/>
              </a:spcAft>
              <a:buChar char="•"/>
            </a:lvl3pPr>
            <a:lvl4pPr marL="942975" indent="-188595">
              <a:lnSpc>
                <a:spcPct val="110000"/>
              </a:lnSpc>
              <a:spcBef>
                <a:spcPts val="0"/>
              </a:spcBef>
              <a:spcAft>
                <a:spcPts val="990"/>
              </a:spcAft>
              <a:buChar char="•"/>
            </a:lvl4pPr>
            <a:lvl5pPr marL="1194435" indent="-188595">
              <a:lnSpc>
                <a:spcPct val="110000"/>
              </a:lnSpc>
              <a:spcBef>
                <a:spcPts val="0"/>
              </a:spcBef>
              <a:spcAft>
                <a:spcPts val="990"/>
              </a:spcAft>
              <a:buChar char="•"/>
            </a:lvl5pPr>
            <a:lvl6pPr marL="1445895" indent="-188595">
              <a:lnSpc>
                <a:spcPct val="110000"/>
              </a:lnSpc>
              <a:spcBef>
                <a:spcPts val="0"/>
              </a:spcBef>
              <a:spcAft>
                <a:spcPts val="990"/>
              </a:spcAft>
              <a:buChar char="•"/>
            </a:lvl6pPr>
            <a:lvl7pPr marL="1697355" indent="-188595">
              <a:lnSpc>
                <a:spcPct val="110000"/>
              </a:lnSpc>
              <a:spcBef>
                <a:spcPts val="0"/>
              </a:spcBef>
              <a:spcAft>
                <a:spcPts val="990"/>
              </a:spcAft>
              <a:buChar char="•"/>
            </a:lvl7pPr>
            <a:lvl8pPr marL="1948815" indent="-188595">
              <a:lnSpc>
                <a:spcPct val="110000"/>
              </a:lnSpc>
              <a:spcBef>
                <a:spcPts val="0"/>
              </a:spcBef>
              <a:spcAft>
                <a:spcPts val="990"/>
              </a:spcAft>
              <a:buChar char="•"/>
            </a:lvl8pPr>
            <a:lvl9pPr marL="2200275" indent="-188595">
              <a:lnSpc>
                <a:spcPct val="110000"/>
              </a:lnSpc>
              <a:spcBef>
                <a:spcPts val="0"/>
              </a:spcBef>
              <a:spcAft>
                <a:spcPts val="99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79BA62-7350-47BC-BF93-897464441439}"/>
              </a:ext>
            </a:extLst>
          </p:cNvPr>
          <p:cNvSpPr>
            <a:spLocks xmlns:a="http://schemas.openxmlformats.org/drawingml/2006/main" noGrp="1"/>
          </p:cNvSpPr>
          <p:nvPr>
            <p:ph type="title" idx="0"/>
          </p:nvPr>
        </p:nvSpPr>
        <p:spPr>
          <a:xfrm xmlns:a="http://schemas.openxmlformats.org/drawingml/2006/main">
            <a:off x="638115" y="440055"/>
            <a:ext cx="10068044" cy="69151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671AFE-D5FE-4D9E-A399-B06A6F87D816}"/>
              </a:ext>
            </a:extLst>
          </p:cNvPr>
          <p:cNvSpPr>
            <a:spLocks xmlns:a="http://schemas.openxmlformats.org/drawingml/2006/main" noGrp="1"/>
          </p:cNvSpPr>
          <p:nvPr>
            <p:ph type="body" idx="1"/>
          </p:nvPr>
        </p:nvSpPr>
        <p:spPr>
          <a:xfrm xmlns:a="http://schemas.openxmlformats.org/drawingml/2006/main">
            <a:off x="638115" y="1571625"/>
            <a:ext cx="4679513" cy="35204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nSpc>
                <a:spcPct val="110000"/>
              </a:lnSpc>
              <a:spcBef>
                <a:spcPts val="0"/>
              </a:spcBef>
              <a:spcAft>
                <a:spcPts val="990"/>
              </a:spcAft>
              <a:buChar char="•"/>
            </a:lvl1pPr>
            <a:lvl2pPr marL="440055" indent="-188595">
              <a:lnSpc>
                <a:spcPct val="110000"/>
              </a:lnSpc>
              <a:spcBef>
                <a:spcPts val="0"/>
              </a:spcBef>
              <a:spcAft>
                <a:spcPts val="990"/>
              </a:spcAft>
              <a:buChar char="•"/>
            </a:lvl2pPr>
            <a:lvl3pPr marL="691515" indent="-188595">
              <a:lnSpc>
                <a:spcPct val="110000"/>
              </a:lnSpc>
              <a:spcBef>
                <a:spcPts val="0"/>
              </a:spcBef>
              <a:spcAft>
                <a:spcPts val="990"/>
              </a:spcAft>
              <a:buChar char="•"/>
            </a:lvl3pPr>
            <a:lvl4pPr marL="942975" indent="-188595">
              <a:lnSpc>
                <a:spcPct val="110000"/>
              </a:lnSpc>
              <a:spcBef>
                <a:spcPts val="0"/>
              </a:spcBef>
              <a:spcAft>
                <a:spcPts val="990"/>
              </a:spcAft>
              <a:buChar char="•"/>
            </a:lvl4pPr>
            <a:lvl5pPr marL="1194435" indent="-188595">
              <a:lnSpc>
                <a:spcPct val="110000"/>
              </a:lnSpc>
              <a:spcBef>
                <a:spcPts val="0"/>
              </a:spcBef>
              <a:spcAft>
                <a:spcPts val="990"/>
              </a:spcAft>
              <a:buChar char="•"/>
            </a:lvl5pPr>
            <a:lvl6pPr marL="1445895" indent="-188595">
              <a:lnSpc>
                <a:spcPct val="110000"/>
              </a:lnSpc>
              <a:spcBef>
                <a:spcPts val="0"/>
              </a:spcBef>
              <a:spcAft>
                <a:spcPts val="990"/>
              </a:spcAft>
              <a:buChar char="•"/>
            </a:lvl6pPr>
            <a:lvl7pPr marL="1697355" indent="-188595">
              <a:lnSpc>
                <a:spcPct val="110000"/>
              </a:lnSpc>
              <a:spcBef>
                <a:spcPts val="0"/>
              </a:spcBef>
              <a:spcAft>
                <a:spcPts val="990"/>
              </a:spcAft>
              <a:buChar char="•"/>
            </a:lvl7pPr>
            <a:lvl8pPr marL="1948815" indent="-188595">
              <a:lnSpc>
                <a:spcPct val="110000"/>
              </a:lnSpc>
              <a:spcBef>
                <a:spcPts val="0"/>
              </a:spcBef>
              <a:spcAft>
                <a:spcPts val="990"/>
              </a:spcAft>
              <a:buChar char="•"/>
            </a:lvl8pPr>
            <a:lvl9pPr marL="2200275" indent="-188595">
              <a:lnSpc>
                <a:spcPct val="110000"/>
              </a:lnSpc>
              <a:spcBef>
                <a:spcPts val="0"/>
              </a:spcBef>
              <a:spcAft>
                <a:spcPts val="99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d197547164466d" /><Relationship Type="http://schemas.openxmlformats.org/officeDocument/2006/relationships/slideLayout" Target="/ppt/slideLayouts/slideLayout1.xml" Id="R3cdf497d3b7f476c" /><Relationship Type="http://schemas.openxmlformats.org/officeDocument/2006/relationships/slideLayout" Target="/ppt/slideLayouts/slideLayout2.xml" Id="R7e687159e0b4464b" /><Relationship Type="http://schemas.openxmlformats.org/officeDocument/2006/relationships/slideLayout" Target="/ppt/slideLayouts/slideLayout3.xml" Id="Rd9c0d7b143bc4258" /><Relationship Type="http://schemas.openxmlformats.org/officeDocument/2006/relationships/slideLayout" Target="/ppt/slideLayouts/slideLayout4.xml" Id="Ra6d50f774d944fe8" /><Relationship Type="http://schemas.openxmlformats.org/officeDocument/2006/relationships/slideLayout" Target="/ppt/slideLayouts/slideLayout5.xml" Id="R1bb487639f6c42c4" /><Relationship Type="http://schemas.openxmlformats.org/officeDocument/2006/relationships/slideLayout" Target="/ppt/slideLayouts/slideLayout6.xml" Id="R2d24fdcd610043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df497d3b7f476c"/>
    <p:sldLayoutId xmlns:r="http://schemas.openxmlformats.org/officeDocument/2006/relationships" id="2147483650" r:id="R7e687159e0b4464b"/>
    <p:sldLayoutId xmlns:r="http://schemas.openxmlformats.org/officeDocument/2006/relationships" id="2147483651" r:id="Rd9c0d7b143bc4258"/>
    <p:sldLayoutId xmlns:r="http://schemas.openxmlformats.org/officeDocument/2006/relationships" id="2147483652" r:id="Ra6d50f774d944fe8"/>
    <p:sldLayoutId xmlns:r="http://schemas.openxmlformats.org/officeDocument/2006/relationships" id="2147483653" r:id="R1bb487639f6c42c4"/>
    <p:sldLayoutId xmlns:r="http://schemas.openxmlformats.org/officeDocument/2006/relationships" id="2147483654" r:id="R2d24fdcd610043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4f9ad7a2094ad2" /><Relationship Type="http://schemas.openxmlformats.org/officeDocument/2006/relationships/image" Target="/ppt/media/image.png" Id="R6a0021053c2d4860" /><Relationship Type="http://schemas.openxmlformats.org/officeDocument/2006/relationships/image" Target="/ppt/media/image2.png" Id="R8e0cec9c312c4b76" /><Relationship Type="http://schemas.openxmlformats.org/officeDocument/2006/relationships/image" Target="/ppt/media/image3.png" Id="Rde1cf345d9694f2a" /><Relationship Type="http://schemas.openxmlformats.org/officeDocument/2006/relationships/image" Target="/ppt/media/image4.png" Id="R3f167992cd00425e" /><Relationship Type="http://schemas.openxmlformats.org/officeDocument/2006/relationships/notesSlide" Target="/ppt/notesSlides/notesSlide1.xml" Id="R3b044554e9f54b8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outer-cycle">
            <a:extLst xmlns:a="http://schemas.openxmlformats.org/drawingml/2006/main">
              <a:ext uri="{FF2B5EF4-FFF2-40B4-BE49-F238E27FC236}">
                <a16:creationId xmlns:a16="http://schemas.microsoft.com/office/drawing/2014/main" id="{3521CFE2-7710-4649-8468-22F9DC0FFDC8}"/>
              </a:ext>
            </a:extLst>
          </p:cNvPr>
          <p:cNvSpPr>
            <a:spLocks xmlns:a="http://schemas.openxmlformats.org/drawingml/2006/main" noGrp="1"/>
          </p:cNvSpPr>
          <p:nvPr/>
        </p:nvSpPr>
        <p:spPr>
          <a:xfrm xmlns:a="http://schemas.openxmlformats.org/drawingml/2006/main" rot="0">
            <a:off x="200025" y="161925"/>
            <a:ext cx="10934700" cy="5391150"/>
          </a:xfrm>
          <a:custGeom xmlns:a="http://schemas.openxmlformats.org/drawingml/2006/main">
            <a:pathLst>
              <a:path w="10934700" h="5391150">
                <a:moveTo>
                  <a:pt x="438150" y="0"/>
                </a:moveTo>
                <a:lnTo>
                  <a:pt x="10496550" y="0"/>
                </a:lnTo>
                <a:cubicBezTo>
                  <a:pt x="10738534" y="0"/>
                  <a:pt x="10934700" y="196166"/>
                  <a:pt x="10934700" y="438150"/>
                </a:cubicBezTo>
                <a:lnTo>
                  <a:pt x="10934700" y="4953000"/>
                </a:lnTo>
                <a:cubicBezTo>
                  <a:pt x="10934700" y="5194984"/>
                  <a:pt x="10738534" y="5391150"/>
                  <a:pt x="10496550" y="5391150"/>
                </a:cubicBezTo>
                <a:lnTo>
                  <a:pt x="438150" y="5391150"/>
                </a:lnTo>
                <a:cubicBezTo>
                  <a:pt x="196166" y="5391150"/>
                  <a:pt x="0" y="5194984"/>
                  <a:pt x="0" y="4953000"/>
                </a:cubicBezTo>
                <a:lnTo>
                  <a:pt x="0" y="438150"/>
                </a:lnTo>
                <a:cubicBezTo>
                  <a:pt x="0" y="196166"/>
                  <a:pt x="196166" y="0"/>
                  <a:pt x="438150" y="0"/>
                </a:cubicBezTo>
                <a:close/>
              </a:path>
            </a:pathLst>
          </a:custGeom>
          <a:noFill xmlns:a="http://schemas.openxmlformats.org/drawingml/2006/main"/>
          <a:ln xmlns:a="http://schemas.openxmlformats.org/drawingml/2006/main" w="9525">
            <a:solidFill>
              <a:srgbClr val="48526E"/>
            </a:solidFill>
            <a:prstDash val="dash"/>
          </a:ln>
        </p:spPr>
      </p:sp>
      <p:sp>
        <p:nvSpPr>
          <p:cNvPr id="2" name="learning-panel">
            <a:extLst xmlns:a="http://schemas.openxmlformats.org/drawingml/2006/main">
              <a:ext uri="{FF2B5EF4-FFF2-40B4-BE49-F238E27FC236}">
                <a16:creationId xmlns:a16="http://schemas.microsoft.com/office/drawing/2014/main" id="{560BF9B1-A441-44DE-8014-F22934DF6B2F}"/>
              </a:ext>
            </a:extLst>
          </p:cNvPr>
          <p:cNvSpPr>
            <a:spLocks xmlns:a="http://schemas.openxmlformats.org/drawingml/2006/main" noGrp="1"/>
          </p:cNvSpPr>
          <p:nvPr/>
        </p:nvSpPr>
        <p:spPr>
          <a:xfrm xmlns:a="http://schemas.openxmlformats.org/drawingml/2006/main" rot="0">
            <a:off x="4924425" y="266700"/>
            <a:ext cx="6086475" cy="5124450"/>
          </a:xfrm>
          <a:custGeom xmlns:a="http://schemas.openxmlformats.org/drawingml/2006/main">
            <a:pathLst>
              <a:path w="6086475" h="5124450">
                <a:moveTo>
                  <a:pt x="247650" y="0"/>
                </a:moveTo>
                <a:lnTo>
                  <a:pt x="5838825" y="0"/>
                </a:lnTo>
                <a:cubicBezTo>
                  <a:pt x="5975598" y="0"/>
                  <a:pt x="6086475" y="110877"/>
                  <a:pt x="6086475" y="247650"/>
                </a:cubicBezTo>
                <a:lnTo>
                  <a:pt x="6086475" y="4876800"/>
                </a:lnTo>
                <a:cubicBezTo>
                  <a:pt x="6086475" y="5013573"/>
                  <a:pt x="5975598" y="5124450"/>
                  <a:pt x="5838825" y="5124450"/>
                </a:cubicBezTo>
                <a:lnTo>
                  <a:pt x="247650" y="5124450"/>
                </a:lnTo>
                <a:cubicBezTo>
                  <a:pt x="110877" y="5124450"/>
                  <a:pt x="0" y="5013573"/>
                  <a:pt x="0" y="4876800"/>
                </a:cubicBezTo>
                <a:lnTo>
                  <a:pt x="0" y="247650"/>
                </a:lnTo>
                <a:cubicBezTo>
                  <a:pt x="0" y="110877"/>
                  <a:pt x="110877" y="0"/>
                  <a:pt x="247650" y="0"/>
                </a:cubicBezTo>
                <a:close/>
              </a:path>
            </a:pathLst>
          </a:custGeom>
          <a:solidFill xmlns:a="http://schemas.openxmlformats.org/drawingml/2006/main">
            <a:srgbClr val="F0F0F0"/>
          </a:solidFill>
          <a:ln xmlns:a="http://schemas.openxmlformats.org/drawingml/2006/main" w="19050">
            <a:solidFill>
              <a:srgbClr val="C5C5C5"/>
            </a:solidFill>
            <a:prstDash val="solid"/>
          </a:ln>
        </p:spPr>
      </p:sp>
      <p:sp>
        <p:nvSpPr>
          <p:cNvPr id="3" name="prompt-panel">
            <a:extLst xmlns:a="http://schemas.openxmlformats.org/drawingml/2006/main">
              <a:ext uri="{FF2B5EF4-FFF2-40B4-BE49-F238E27FC236}">
                <a16:creationId xmlns:a16="http://schemas.microsoft.com/office/drawing/2014/main" id="{D9079B1E-CD6E-44A6-B2D2-7DEF49EF1CDE}"/>
              </a:ext>
            </a:extLst>
          </p:cNvPr>
          <p:cNvSpPr>
            <a:spLocks xmlns:a="http://schemas.openxmlformats.org/drawingml/2006/main" noGrp="1"/>
          </p:cNvSpPr>
          <p:nvPr/>
        </p:nvSpPr>
        <p:spPr>
          <a:xfrm xmlns:a="http://schemas.openxmlformats.org/drawingml/2006/main" rot="0">
            <a:off x="304800" y="1095375"/>
            <a:ext cx="4210050" cy="3409950"/>
          </a:xfrm>
          <a:custGeom xmlns:a="http://schemas.openxmlformats.org/drawingml/2006/main">
            <a:pathLst>
              <a:path w="4210050" h="3409950">
                <a:moveTo>
                  <a:pt x="171450" y="0"/>
                </a:moveTo>
                <a:lnTo>
                  <a:pt x="4038600" y="0"/>
                </a:lnTo>
                <a:cubicBezTo>
                  <a:pt x="4133289" y="0"/>
                  <a:pt x="4210050" y="76761"/>
                  <a:pt x="4210050" y="171450"/>
                </a:cubicBezTo>
                <a:lnTo>
                  <a:pt x="4210050" y="3238500"/>
                </a:lnTo>
                <a:cubicBezTo>
                  <a:pt x="4210050" y="3333189"/>
                  <a:pt x="4133289" y="3409950"/>
                  <a:pt x="4038600" y="3409950"/>
                </a:cubicBezTo>
                <a:lnTo>
                  <a:pt x="171450" y="3409950"/>
                </a:lnTo>
                <a:cubicBezTo>
                  <a:pt x="76761" y="3409950"/>
                  <a:pt x="0" y="3333189"/>
                  <a:pt x="0" y="3238500"/>
                </a:cubicBezTo>
                <a:lnTo>
                  <a:pt x="0" y="171450"/>
                </a:lnTo>
                <a:cubicBezTo>
                  <a:pt x="0" y="76761"/>
                  <a:pt x="76761" y="0"/>
                  <a:pt x="171450" y="0"/>
                </a:cubicBezTo>
                <a:close/>
              </a:path>
            </a:pathLst>
          </a:custGeom>
          <a:solidFill xmlns:a="http://schemas.openxmlformats.org/drawingml/2006/main">
            <a:srgbClr val="A98D69"/>
          </a:solidFill>
          <a:ln xmlns:a="http://schemas.openxmlformats.org/drawingml/2006/main" w="9525">
            <a:solidFill>
              <a:srgbClr val="BBA78C"/>
            </a:solidFill>
            <a:prstDash val="solid"/>
          </a:ln>
        </p:spPr>
      </p:sp>
      <p:sp>
        <p:nvSpPr>
          <p:cNvPr id="4" name="env-code">
            <a:extLst xmlns:a="http://schemas.openxmlformats.org/drawingml/2006/main">
              <a:ext uri="{FF2B5EF4-FFF2-40B4-BE49-F238E27FC236}">
                <a16:creationId xmlns:a16="http://schemas.microsoft.com/office/drawing/2014/main" id="{9ACC325C-10CE-456E-BE2A-1DEF84295A6B}"/>
              </a:ext>
            </a:extLst>
          </p:cNvPr>
          <p:cNvSpPr>
            <a:spLocks xmlns:a="http://schemas.openxmlformats.org/drawingml/2006/main" noGrp="1"/>
          </p:cNvSpPr>
          <p:nvPr/>
        </p:nvSpPr>
        <p:spPr>
          <a:xfrm xmlns:a="http://schemas.openxmlformats.org/drawingml/2006/main" rot="0">
            <a:off x="428625" y="1333500"/>
            <a:ext cx="2286000" cy="1476375"/>
          </a:xfrm>
          <a:prstGeom xmlns:a="http://schemas.openxmlformats.org/drawingml/2006/main" prst="roundRect">
            <a:avLst>
              <a:gd name="adj" fmla="val 5161"/>
            </a:avLst>
          </a:prstGeom>
          <a:noFill xmlns:a="http://schemas.openxmlformats.org/drawingml/2006/main"/>
          <a:ln xmlns:a="http://schemas.openxmlformats.org/drawingml/2006/main" w="23813">
            <a:solidFill>
              <a:srgbClr val="FFFFFF"/>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 name="env-label">
            <a:extLst xmlns:a="http://schemas.openxmlformats.org/drawingml/2006/main">
              <a:ext uri="{FF2B5EF4-FFF2-40B4-BE49-F238E27FC236}">
                <a16:creationId xmlns:a16="http://schemas.microsoft.com/office/drawing/2014/main" id="{D23CC09C-D8C8-4321-9D14-081F19F48441}"/>
              </a:ext>
            </a:extLst>
          </p:cNvPr>
          <p:cNvSpPr>
            <a:spLocks xmlns:a="http://schemas.openxmlformats.org/drawingml/2006/main" noGrp="1"/>
          </p:cNvSpPr>
          <p:nvPr/>
        </p:nvSpPr>
        <p:spPr>
          <a:xfrm xmlns:a="http://schemas.openxmlformats.org/drawingml/2006/main" rot="0">
            <a:off x="619125" y="1514475"/>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0" b="1" i="0">
                <a:solidFill>
                  <a:srgbClr val="FFFFFF"/>
                </a:solidFill>
                <a:latin typeface="Times New Roman"/>
                <a:ea typeface="Times New Roman"/>
                <a:cs typeface="Times New Roman"/>
              </a:defRPr>
            </a:defPPr>
          </a:lstStyle>
          <a:p xmlns:a="http://schemas.openxmlformats.org/drawingml/2006/main">
            <a:pPr algn="ctr">
              <a:defRPr sz="1500" b="1" i="0">
                <a:solidFill>
                  <a:srgbClr val="FFFFFF"/>
                </a:solidFill>
                <a:latin typeface="Times New Roman"/>
                <a:ea typeface="Times New Roman"/>
                <a:cs typeface="Times New Roman"/>
              </a:defRPr>
            </a:pPr>
            <a:r>
              <a:rPr sz="1500" b="1" i="0">
                <a:solidFill>
                  <a:srgbClr val="FFFFFF"/>
                </a:solidFill>
                <a:latin typeface="Times New Roman"/>
                <a:ea typeface="Times New Roman"/>
                <a:cs typeface="Times New Roman"/>
              </a:rPr>
              <a:t>IsaacGym Env Code</a:t>
            </a:r>
          </a:p>
        </p:txBody>
      </p:sp>
      <p:sp>
        <p:nvSpPr>
          <p:cNvPr id="6" name="env-code-live">
            <a:extLst xmlns:a="http://schemas.openxmlformats.org/drawingml/2006/main">
              <a:ext uri="{FF2B5EF4-FFF2-40B4-BE49-F238E27FC236}">
                <a16:creationId xmlns:a16="http://schemas.microsoft.com/office/drawing/2014/main" id="{D6C733A2-0A27-4EFA-B1F2-5E3BD2909260}"/>
              </a:ext>
            </a:extLst>
          </p:cNvPr>
          <p:cNvSpPr>
            <a:spLocks xmlns:a="http://schemas.openxmlformats.org/drawingml/2006/main" noGrp="1"/>
          </p:cNvSpPr>
          <p:nvPr/>
        </p:nvSpPr>
        <p:spPr>
          <a:xfrm xmlns:a="http://schemas.openxmlformats.org/drawingml/2006/main" rot="0">
            <a:off x="828675" y="1895475"/>
            <a:ext cx="1819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825" b="1" i="0">
                <a:solidFill>
                  <a:srgbClr val="FFFFFF"/>
                </a:solidFill>
                <a:latin typeface="Courier New"/>
                <a:ea typeface="Courier New"/>
                <a:cs typeface="Courier New"/>
              </a:defRPr>
            </a:defPPr>
          </a:lstStyle>
          <a:p xmlns:a="http://schemas.openxmlformats.org/drawingml/2006/main">
            <a:pPr algn="l">
              <a:defRPr sz="825" b="1" i="0">
                <a:solidFill>
                  <a:srgbClr val="FFFFFF"/>
                </a:solidFill>
                <a:latin typeface="Courier New"/>
                <a:ea typeface="Courier New"/>
                <a:cs typeface="Courier New"/>
              </a:defRPr>
            </a:pPr>
            <a:r>
              <a:rPr sz="825" b="1" i="0">
                <a:solidFill>
                  <a:srgbClr val="FFFFFF"/>
                </a:solidFill>
                <a:latin typeface="Courier New"/>
                <a:ea typeface="Courier New"/>
                <a:cs typeface="Courier New"/>
              </a:rPr>
              <a:t>def get_observation(self):</a:t>
            </a:r>
          </a:p>
          <a:p xmlns:a="http://schemas.openxmlformats.org/drawingml/2006/main">
            <a:pPr algn="l">
              <a:defRPr sz="825" b="1" i="0">
                <a:solidFill>
                  <a:srgbClr val="FFFFFF"/>
                </a:solidFill>
                <a:latin typeface="Courier New"/>
                <a:ea typeface="Courier New"/>
                <a:cs typeface="Courier New"/>
              </a:defRPr>
            </a:pPr>
            <a:r>
              <a:rPr sz="825" b="1" i="0">
                <a:solidFill>
                  <a:srgbClr val="FFFFFF"/>
                </a:solidFill>
                <a:latin typeface="Courier New"/>
                <a:ea typeface="Courier New"/>
                <a:cs typeface="Courier New"/>
              </a:rPr>
              <a:t>  self.root_states = ...</a:t>
            </a:r>
          </a:p>
          <a:p xmlns:a="http://schemas.openxmlformats.org/drawingml/2006/main">
            <a:pPr algn="l">
              <a:defRPr sz="825" b="1" i="0">
                <a:solidFill>
                  <a:srgbClr val="FFFFFF"/>
                </a:solidFill>
                <a:latin typeface="Courier New"/>
                <a:ea typeface="Courier New"/>
                <a:cs typeface="Courier New"/>
              </a:defRPr>
            </a:pPr>
            <a:r>
              <a:rPr sz="825" b="1" i="0">
                <a:solidFill>
                  <a:srgbClr val="FFFFFF"/>
                </a:solidFill>
                <a:latin typeface="Courier New"/>
                <a:ea typeface="Courier New"/>
                <a:cs typeface="Courier New"/>
              </a:rPr>
              <a:t>  self.dof_states = ...</a:t>
            </a:r>
          </a:p>
          <a:p xmlns:a="http://schemas.openxmlformats.org/drawingml/2006/main">
            <a:pPr algn="l">
              <a:defRPr sz="825" b="1" i="0">
                <a:solidFill>
                  <a:srgbClr val="FFFFFF"/>
                </a:solidFill>
                <a:latin typeface="Courier New"/>
                <a:ea typeface="Courier New"/>
                <a:cs typeface="Courier New"/>
              </a:defRPr>
            </a:pPr>
            <a:r>
              <a:rPr sz="825" b="1" i="0">
                <a:solidFill>
                  <a:srgbClr val="FFFFFF"/>
                </a:solidFill>
                <a:latin typeface="Courier New"/>
                <a:ea typeface="Courier New"/>
                <a:cs typeface="Courier New"/>
              </a:rPr>
              <a:t>  self.contact_force = …</a:t>
            </a:r>
          </a:p>
        </p:txBody>
      </p:sp>
      <p:sp>
        <p:nvSpPr>
          <p:cNvPr id="7" name="gpt-label">
            <a:extLst xmlns:a="http://schemas.openxmlformats.org/drawingml/2006/main">
              <a:ext uri="{FF2B5EF4-FFF2-40B4-BE49-F238E27FC236}">
                <a16:creationId xmlns:a16="http://schemas.microsoft.com/office/drawing/2014/main" id="{FF744384-3018-4391-A5BD-D40A5F85D713}"/>
              </a:ext>
            </a:extLst>
          </p:cNvPr>
          <p:cNvSpPr>
            <a:spLocks xmlns:a="http://schemas.openxmlformats.org/drawingml/2006/main" noGrp="1"/>
          </p:cNvSpPr>
          <p:nvPr/>
        </p:nvSpPr>
        <p:spPr>
          <a:xfrm xmlns:a="http://schemas.openxmlformats.org/drawingml/2006/main" rot="0">
            <a:off x="2771775" y="1362075"/>
            <a:ext cx="11525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550" b="1" i="0">
                <a:solidFill>
                  <a:srgbClr val="FFFFFF"/>
                </a:solidFill>
                <a:latin typeface="Times New Roman"/>
                <a:ea typeface="Times New Roman"/>
                <a:cs typeface="Times New Roman"/>
              </a:defRPr>
            </a:defPPr>
          </a:lstStyle>
          <a:p xmlns:a="http://schemas.openxmlformats.org/drawingml/2006/main">
            <a:pPr algn="ctr">
              <a:defRPr sz="2550" b="1" i="0">
                <a:solidFill>
                  <a:srgbClr val="FFFFFF"/>
                </a:solidFill>
                <a:latin typeface="Times New Roman"/>
                <a:ea typeface="Times New Roman"/>
                <a:cs typeface="Times New Roman"/>
              </a:defRPr>
            </a:pPr>
            <a:r>
              <a:rPr sz="2550" b="1" i="0">
                <a:solidFill>
                  <a:srgbClr val="FFFFFF"/>
                </a:solidFill>
                <a:latin typeface="Times New Roman"/>
                <a:ea typeface="Times New Roman"/>
                <a:cs typeface="Times New Roman"/>
              </a:rPr>
              <a:t>GPT-4o</a:t>
            </a:r>
          </a:p>
        </p:txBody>
      </p:sp>
      <p:pic>
        <p:nvPicPr>
          <p:cNvPr id="8" name="">
            <a:extLst xmlns:a="http://schemas.openxmlformats.org/drawingml/2006/main">
              <a:ext uri="{FF2B5EF4-FFF2-40B4-BE49-F238E27FC236}">
                <a16:creationId xmlns:a16="http://schemas.microsoft.com/office/drawing/2014/main" id="{46E4661F-6B87-40EB-8939-682075A32996}"/>
              </a:ext>
            </a:extLst>
          </p:cNvPr>
          <p:cNvPicPr>
            <a:picLocks xmlns:a="http://schemas.openxmlformats.org/drawingml/2006/main" noChangeAspect="1"/>
          </p:cNvPicPr>
          <p:nvPr/>
        </p:nvPicPr>
        <p:blipFill>
          <a:blip xmlns:r="http://schemas.openxmlformats.org/officeDocument/2006/relationships" xmlns:a="http://schemas.openxmlformats.org/drawingml/2006/main" r:embed="R6a0021053c2d4860"/>
          <a:srcRect xmlns:a="http://schemas.openxmlformats.org/drawingml/2006/main" l="0" t="0" r="0" b="0"/>
          <a:stretch xmlns:a="http://schemas.openxmlformats.org/drawingml/2006/main">
            <a:fillRect l="0" t="0" r="0" b="0"/>
          </a:stretch>
        </p:blipFill>
        <p:spPr>
          <a:xfrm xmlns:a="http://schemas.openxmlformats.org/drawingml/2006/main">
            <a:off x="3933825" y="1343025"/>
            <a:ext cx="552450" cy="495300"/>
          </a:xfrm>
          <a:prstGeom xmlns:a="http://schemas.openxmlformats.org/drawingml/2006/main" prst="rect">
            <a:avLst/>
          </a:prstGeom>
        </p:spPr>
      </p:pic>
      <p:sp>
        <p:nvSpPr>
          <p:cNvPr id="9" name="gpt-logo">
            <a:extLst xmlns:a="http://schemas.openxmlformats.org/drawingml/2006/main">
              <a:ext uri="{FF2B5EF4-FFF2-40B4-BE49-F238E27FC236}">
                <a16:creationId xmlns:a16="http://schemas.microsoft.com/office/drawing/2014/main" id="{12C90CED-F0DA-41CF-844B-3954A0DFF057}"/>
              </a:ext>
            </a:extLst>
          </p:cNvPr>
          <p:cNvSpPr>
            <a:spLocks xmlns:a="http://schemas.openxmlformats.org/drawingml/2006/main" noGrp="1"/>
          </p:cNvSpPr>
          <p:nvPr/>
        </p:nvSpPr>
        <p:spPr>
          <a:xfrm xmlns:a="http://schemas.openxmlformats.org/drawingml/2006/main" rot="0">
            <a:off x="3933825" y="1343025"/>
            <a:ext cx="552450" cy="495300"/>
          </a:xfrm>
          <a:prstGeom xmlns:a="http://schemas.openxmlformats.org/drawingml/2006/main" prst="rect">
            <a:avLst/>
          </a:prstGeom>
          <a:noFill xmlns:a="http://schemas.openxmlformats.org/drawingml/2006/main"/>
          <a:ln xmlns:a="http://schemas.openxmlformats.org/drawingml/2006/main" w="0">
            <a:noFill/>
          </a:ln>
        </p:spPr>
      </p:sp>
      <p:sp>
        <p:nvSpPr>
          <p:cNvPr id="10" name="evolution-prompt">
            <a:extLst xmlns:a="http://schemas.openxmlformats.org/drawingml/2006/main">
              <a:ext uri="{FF2B5EF4-FFF2-40B4-BE49-F238E27FC236}">
                <a16:creationId xmlns:a16="http://schemas.microsoft.com/office/drawing/2014/main" id="{ACCBECF3-2C07-447B-BB88-1BD1C5DBE5CF}"/>
              </a:ext>
            </a:extLst>
          </p:cNvPr>
          <p:cNvSpPr>
            <a:spLocks xmlns:a="http://schemas.openxmlformats.org/drawingml/2006/main" noGrp="1"/>
          </p:cNvSpPr>
          <p:nvPr/>
        </p:nvSpPr>
        <p:spPr>
          <a:xfrm xmlns:a="http://schemas.openxmlformats.org/drawingml/2006/main" rot="0">
            <a:off x="2847975" y="2066925"/>
            <a:ext cx="1571625" cy="657225"/>
          </a:xfrm>
          <a:custGeom xmlns:a="http://schemas.openxmlformats.org/drawingml/2006/main">
            <a:pathLst>
              <a:path w="1571625" h="657225">
                <a:moveTo>
                  <a:pt x="123825" y="0"/>
                </a:moveTo>
                <a:lnTo>
                  <a:pt x="1447800" y="0"/>
                </a:lnTo>
                <a:cubicBezTo>
                  <a:pt x="1516187" y="0"/>
                  <a:pt x="1571625" y="55438"/>
                  <a:pt x="1571625" y="123825"/>
                </a:cubicBezTo>
                <a:lnTo>
                  <a:pt x="1571625" y="533400"/>
                </a:lnTo>
                <a:cubicBezTo>
                  <a:pt x="1571625" y="601787"/>
                  <a:pt x="1516187" y="657225"/>
                  <a:pt x="1447800" y="657225"/>
                </a:cubicBezTo>
                <a:lnTo>
                  <a:pt x="123825" y="657225"/>
                </a:lnTo>
                <a:cubicBezTo>
                  <a:pt x="55438" y="657225"/>
                  <a:pt x="0" y="601787"/>
                  <a:pt x="0" y="533400"/>
                </a:cubicBezTo>
                <a:lnTo>
                  <a:pt x="0" y="123825"/>
                </a:lnTo>
                <a:cubicBezTo>
                  <a:pt x="0" y="55438"/>
                  <a:pt x="55438" y="0"/>
                  <a:pt x="123825" y="0"/>
                </a:cubicBezTo>
                <a:close/>
              </a:path>
            </a:pathLst>
          </a:custGeom>
          <a:solidFill xmlns:a="http://schemas.openxmlformats.org/drawingml/2006/main">
            <a:srgbClr val="848485"/>
          </a:solidFill>
          <a:ln xmlns:a="http://schemas.openxmlformats.org/drawingml/2006/main" w="9525">
            <a:solidFill>
              <a:srgbClr val="E5E5E5"/>
            </a:solidFill>
            <a:prstDash val="solid"/>
          </a:ln>
        </p:spPr>
      </p:sp>
      <p:sp>
        <p:nvSpPr>
          <p:cNvPr id="11" name="evolution-label">
            <a:extLst xmlns:a="http://schemas.openxmlformats.org/drawingml/2006/main">
              <a:ext uri="{FF2B5EF4-FFF2-40B4-BE49-F238E27FC236}">
                <a16:creationId xmlns:a16="http://schemas.microsoft.com/office/drawing/2014/main" id="{D794F53F-081E-450F-B421-B50D20E6A8B4}"/>
              </a:ext>
            </a:extLst>
          </p:cNvPr>
          <p:cNvSpPr>
            <a:spLocks xmlns:a="http://schemas.openxmlformats.org/drawingml/2006/main" noGrp="1"/>
          </p:cNvSpPr>
          <p:nvPr/>
        </p:nvSpPr>
        <p:spPr>
          <a:xfrm xmlns:a="http://schemas.openxmlformats.org/drawingml/2006/main" rot="0">
            <a:off x="2895600" y="2181225"/>
            <a:ext cx="1466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75" b="1" i="0">
                <a:solidFill>
                  <a:srgbClr val="FFFFFF"/>
                </a:solidFill>
                <a:latin typeface="Times New Roman"/>
                <a:ea typeface="Times New Roman"/>
                <a:cs typeface="Times New Roman"/>
              </a:defRPr>
            </a:defPPr>
          </a:lstStyle>
          <a:p xmlns:a="http://schemas.openxmlformats.org/drawingml/2006/main">
            <a:pPr algn="ctr">
              <a:defRPr sz="1575" b="1" i="0">
                <a:solidFill>
                  <a:srgbClr val="FFFFFF"/>
                </a:solidFill>
                <a:latin typeface="Times New Roman"/>
                <a:ea typeface="Times New Roman"/>
                <a:cs typeface="Times New Roman"/>
              </a:defRPr>
            </a:pPr>
            <a:r>
              <a:rPr sz="1575" b="1" i="0">
                <a:solidFill>
                  <a:srgbClr val="FFFFFF"/>
                </a:solidFill>
                <a:latin typeface="Times New Roman"/>
                <a:ea typeface="Times New Roman"/>
                <a:cs typeface="Times New Roman"/>
              </a:rPr>
              <a:t>Evolution</a:t>
            </a:r>
          </a:p>
          <a:p xmlns:a="http://schemas.openxmlformats.org/drawingml/2006/main">
            <a:pPr algn="ctr">
              <a:defRPr sz="1575" b="1" i="0">
                <a:solidFill>
                  <a:srgbClr val="FFFFFF"/>
                </a:solidFill>
                <a:latin typeface="Times New Roman"/>
                <a:ea typeface="Times New Roman"/>
                <a:cs typeface="Times New Roman"/>
              </a:defRPr>
            </a:pPr>
            <a:r>
              <a:rPr sz="1575" b="1" i="0">
                <a:solidFill>
                  <a:srgbClr val="FFFFFF"/>
                </a:solidFill>
                <a:latin typeface="Times New Roman"/>
                <a:ea typeface="Times New Roman"/>
                <a:cs typeface="Times New Roman"/>
              </a:rPr>
              <a:t>Prompt</a:t>
            </a:r>
          </a:p>
        </p:txBody>
      </p:sp>
      <p:sp>
        <p:nvSpPr>
          <p:cNvPr id="12" name="sus-banner">
            <a:extLst xmlns:a="http://schemas.openxmlformats.org/drawingml/2006/main">
              <a:ext uri="{FF2B5EF4-FFF2-40B4-BE49-F238E27FC236}">
                <a16:creationId xmlns:a16="http://schemas.microsoft.com/office/drawing/2014/main" id="{D651E488-2887-42FE-91A6-152B4F552AAE}"/>
              </a:ext>
            </a:extLst>
          </p:cNvPr>
          <p:cNvSpPr>
            <a:spLocks xmlns:a="http://schemas.openxmlformats.org/drawingml/2006/main" noGrp="1"/>
          </p:cNvSpPr>
          <p:nvPr/>
        </p:nvSpPr>
        <p:spPr>
          <a:xfrm xmlns:a="http://schemas.openxmlformats.org/drawingml/2006/main" rot="0">
            <a:off x="304800" y="2895600"/>
            <a:ext cx="4210050" cy="295275"/>
          </a:xfrm>
          <a:prstGeom xmlns:a="http://schemas.openxmlformats.org/drawingml/2006/main" prst="rect">
            <a:avLst/>
          </a:prstGeom>
          <a:solidFill xmlns:a="http://schemas.openxmlformats.org/drawingml/2006/main">
            <a:srgbClr val="936B3C"/>
          </a:solidFill>
          <a:ln xmlns:a="http://schemas.openxmlformats.org/drawingml/2006/main" w="9525">
            <a:solidFill>
              <a:srgbClr val="E0D7CB"/>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3" name="sus-label">
            <a:extLst xmlns:a="http://schemas.openxmlformats.org/drawingml/2006/main">
              <a:ext uri="{FF2B5EF4-FFF2-40B4-BE49-F238E27FC236}">
                <a16:creationId xmlns:a16="http://schemas.microsoft.com/office/drawing/2014/main" id="{9EE782E9-7030-481F-8221-38C58FE74894}"/>
              </a:ext>
            </a:extLst>
          </p:cNvPr>
          <p:cNvSpPr>
            <a:spLocks xmlns:a="http://schemas.openxmlformats.org/drawingml/2006/main" noGrp="1"/>
          </p:cNvSpPr>
          <p:nvPr/>
        </p:nvSpPr>
        <p:spPr>
          <a:xfrm xmlns:a="http://schemas.openxmlformats.org/drawingml/2006/main" rot="0">
            <a:off x="1238250" y="28956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325" b="1" i="0">
                <a:solidFill>
                  <a:srgbClr val="FFFFFF"/>
                </a:solidFill>
                <a:latin typeface="Times New Roman"/>
                <a:ea typeface="Times New Roman"/>
                <a:cs typeface="Times New Roman"/>
              </a:defRPr>
            </a:defPPr>
          </a:lstStyle>
          <a:p xmlns:a="http://schemas.openxmlformats.org/drawingml/2006/main">
            <a:pPr algn="ctr">
              <a:defRPr sz="2325" b="1" i="0">
                <a:solidFill>
                  <a:srgbClr val="FFFFFF"/>
                </a:solidFill>
                <a:latin typeface="Times New Roman"/>
                <a:ea typeface="Times New Roman"/>
                <a:cs typeface="Times New Roman"/>
              </a:defRPr>
            </a:pPr>
            <a:r>
              <a:rPr sz="2325" b="1" i="0">
                <a:solidFill>
                  <a:srgbClr val="FFFFFF"/>
                </a:solidFill>
                <a:latin typeface="Times New Roman"/>
                <a:ea typeface="Times New Roman"/>
                <a:cs typeface="Times New Roman"/>
              </a:rPr>
              <a:t>SUS PROMPT</a:t>
            </a:r>
          </a:p>
        </p:txBody>
      </p:sp>
      <p:pic>
        <p:nvPicPr>
          <p:cNvPr id="14" name="">
            <a:extLst xmlns:a="http://schemas.openxmlformats.org/drawingml/2006/main">
              <a:ext uri="{FF2B5EF4-FFF2-40B4-BE49-F238E27FC236}">
                <a16:creationId xmlns:a16="http://schemas.microsoft.com/office/drawing/2014/main" id="{B7BFE92F-BC4C-4263-97B6-3CCF6FE9BA12}"/>
              </a:ext>
            </a:extLst>
          </p:cNvPr>
          <p:cNvPicPr>
            <a:picLocks xmlns:a="http://schemas.openxmlformats.org/drawingml/2006/main" noChangeAspect="1"/>
          </p:cNvPicPr>
          <p:nvPr/>
        </p:nvPicPr>
        <p:blipFill>
          <a:blip xmlns:r="http://schemas.openxmlformats.org/officeDocument/2006/relationships" xmlns:a="http://schemas.openxmlformats.org/drawingml/2006/main" r:embed="R8e0cec9c312c4b76"/>
          <a:srcRect xmlns:a="http://schemas.openxmlformats.org/drawingml/2006/main" l="0" t="0" r="0" b="0"/>
          <a:stretch xmlns:a="http://schemas.openxmlformats.org/drawingml/2006/main">
            <a:fillRect l="0" t="0" r="0" b="0"/>
          </a:stretch>
        </p:blipFill>
        <p:spPr>
          <a:xfrm xmlns:a="http://schemas.openxmlformats.org/drawingml/2006/main">
            <a:off x="542925" y="3295650"/>
            <a:ext cx="1781175" cy="1028700"/>
          </a:xfrm>
          <a:prstGeom xmlns:a="http://schemas.openxmlformats.org/drawingml/2006/main" prst="rect">
            <a:avLst/>
          </a:prstGeom>
        </p:spPr>
      </p:pic>
      <p:sp>
        <p:nvSpPr>
          <p:cNvPr id="15" name="demonstration-video">
            <a:extLst xmlns:a="http://schemas.openxmlformats.org/drawingml/2006/main">
              <a:ext uri="{FF2B5EF4-FFF2-40B4-BE49-F238E27FC236}">
                <a16:creationId xmlns:a16="http://schemas.microsoft.com/office/drawing/2014/main" id="{D40DE21C-4654-4AA5-BDB5-68910E09D626}"/>
              </a:ext>
            </a:extLst>
          </p:cNvPr>
          <p:cNvSpPr>
            <a:spLocks xmlns:a="http://schemas.openxmlformats.org/drawingml/2006/main" noGrp="1"/>
          </p:cNvSpPr>
          <p:nvPr/>
        </p:nvSpPr>
        <p:spPr>
          <a:xfrm xmlns:a="http://schemas.openxmlformats.org/drawingml/2006/main" rot="0">
            <a:off x="542925" y="3295650"/>
            <a:ext cx="1781175" cy="1028700"/>
          </a:xfrm>
          <a:prstGeom xmlns:a="http://schemas.openxmlformats.org/drawingml/2006/main" prst="rect">
            <a:avLst/>
          </a:prstGeom>
          <a:noFill xmlns:a="http://schemas.openxmlformats.org/drawingml/2006/main"/>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EFF5972C-C14F-41C1-AE4C-112F7922E88C}"/>
              </a:ext>
            </a:extLst>
          </p:cNvPr>
          <p:cNvPicPr>
            <a:picLocks xmlns:a="http://schemas.openxmlformats.org/drawingml/2006/main" noChangeAspect="1"/>
          </p:cNvPicPr>
          <p:nvPr/>
        </p:nvPicPr>
        <p:blipFill>
          <a:blip xmlns:r="http://schemas.openxmlformats.org/officeDocument/2006/relationships" xmlns:a="http://schemas.openxmlformats.org/drawingml/2006/main" r:embed="Rde1cf345d9694f2a"/>
          <a:srcRect xmlns:a="http://schemas.openxmlformats.org/drawingml/2006/main" l="0" t="0" r="0" b="0"/>
          <a:stretch xmlns:a="http://schemas.openxmlformats.org/drawingml/2006/main">
            <a:fillRect l="0" t="0" r="0" b="0"/>
          </a:stretch>
        </p:blipFill>
        <p:spPr>
          <a:xfrm xmlns:a="http://schemas.openxmlformats.org/drawingml/2006/main">
            <a:off x="2543175" y="3257550"/>
            <a:ext cx="1809750" cy="1009650"/>
          </a:xfrm>
          <a:prstGeom xmlns:a="http://schemas.openxmlformats.org/drawingml/2006/main" prst="rect">
            <a:avLst/>
          </a:prstGeom>
        </p:spPr>
      </p:pic>
      <p:sp>
        <p:nvSpPr>
          <p:cNvPr id="17" name="contact-sequence-visualization">
            <a:extLst xmlns:a="http://schemas.openxmlformats.org/drawingml/2006/main">
              <a:ext uri="{FF2B5EF4-FFF2-40B4-BE49-F238E27FC236}">
                <a16:creationId xmlns:a16="http://schemas.microsoft.com/office/drawing/2014/main" id="{C09CF2A4-2D81-4DE0-BF0E-F6A5AD54B970}"/>
              </a:ext>
            </a:extLst>
          </p:cNvPr>
          <p:cNvSpPr>
            <a:spLocks xmlns:a="http://schemas.openxmlformats.org/drawingml/2006/main" noGrp="1"/>
          </p:cNvSpPr>
          <p:nvPr/>
        </p:nvSpPr>
        <p:spPr>
          <a:xfrm xmlns:a="http://schemas.openxmlformats.org/drawingml/2006/main" rot="0">
            <a:off x="2543175" y="3257550"/>
            <a:ext cx="1809750" cy="1009650"/>
          </a:xfrm>
          <a:prstGeom xmlns:a="http://schemas.openxmlformats.org/drawingml/2006/main" prst="rect">
            <a:avLst/>
          </a:prstGeom>
          <a:noFill xmlns:a="http://schemas.openxmlformats.org/drawingml/2006/main"/>
          <a:ln xmlns:a="http://schemas.openxmlformats.org/drawingml/2006/main" w="0">
            <a:noFill/>
          </a:ln>
        </p:spPr>
      </p:sp>
      <p:sp>
        <p:nvSpPr>
          <p:cNvPr id="18" name="generation-dashes">
            <a:extLst xmlns:a="http://schemas.openxmlformats.org/drawingml/2006/main">
              <a:ext uri="{FF2B5EF4-FFF2-40B4-BE49-F238E27FC236}">
                <a16:creationId xmlns:a16="http://schemas.microsoft.com/office/drawing/2014/main" id="{65726D3A-7C17-41F9-BD84-B37B5DE861AA}"/>
              </a:ext>
            </a:extLst>
          </p:cNvPr>
          <p:cNvSpPr>
            <a:spLocks xmlns:a="http://schemas.openxmlformats.org/drawingml/2006/main" noGrp="1"/>
          </p:cNvSpPr>
          <p:nvPr/>
        </p:nvSpPr>
        <p:spPr>
          <a:xfrm xmlns:a="http://schemas.openxmlformats.org/drawingml/2006/main" rot="0">
            <a:off x="5076825" y="428625"/>
            <a:ext cx="1524000" cy="1990725"/>
          </a:xfrm>
          <a:prstGeom xmlns:a="http://schemas.openxmlformats.org/drawingml/2006/main" prst="rect">
            <a:avLst/>
          </a:prstGeom>
          <a:noFill xmlns:a="http://schemas.openxmlformats.org/drawingml/2006/main"/>
          <a:ln xmlns:a="http://schemas.openxmlformats.org/drawingml/2006/main" w="17145">
            <a:solidFill>
              <a:srgbClr val="747474"/>
            </a:solidFill>
            <a:prstDash val="dash"/>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9" name="filter-dashes">
            <a:extLst xmlns:a="http://schemas.openxmlformats.org/drawingml/2006/main">
              <a:ext uri="{FF2B5EF4-FFF2-40B4-BE49-F238E27FC236}">
                <a16:creationId xmlns:a16="http://schemas.microsoft.com/office/drawing/2014/main" id="{DC3CD9AF-C324-46C9-97B8-E7AAEB79A253}"/>
              </a:ext>
            </a:extLst>
          </p:cNvPr>
          <p:cNvSpPr>
            <a:spLocks xmlns:a="http://schemas.openxmlformats.org/drawingml/2006/main" noGrp="1"/>
          </p:cNvSpPr>
          <p:nvPr/>
        </p:nvSpPr>
        <p:spPr>
          <a:xfrm xmlns:a="http://schemas.openxmlformats.org/drawingml/2006/main" rot="0">
            <a:off x="5248275" y="790575"/>
            <a:ext cx="1209675" cy="1504950"/>
          </a:xfrm>
          <a:prstGeom xmlns:a="http://schemas.openxmlformats.org/drawingml/2006/main" prst="rect">
            <a:avLst/>
          </a:prstGeom>
          <a:noFill xmlns:a="http://schemas.openxmlformats.org/drawingml/2006/main"/>
          <a:ln xmlns:a="http://schemas.openxmlformats.org/drawingml/2006/main" w="25718">
            <a:solidFill>
              <a:srgbClr val="333333"/>
            </a:solidFill>
            <a:prstDash val="dot"/>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20" name="generation-heading">
            <a:extLst xmlns:a="http://schemas.openxmlformats.org/drawingml/2006/main">
              <a:ext uri="{FF2B5EF4-FFF2-40B4-BE49-F238E27FC236}">
                <a16:creationId xmlns:a16="http://schemas.microsoft.com/office/drawing/2014/main" id="{6B6E9E16-E8F1-4BAB-B08B-870E05B291ED}"/>
              </a:ext>
            </a:extLst>
          </p:cNvPr>
          <p:cNvSpPr>
            <a:spLocks xmlns:a="http://schemas.openxmlformats.org/drawingml/2006/main" noGrp="1"/>
          </p:cNvSpPr>
          <p:nvPr/>
        </p:nvSpPr>
        <p:spPr>
          <a:xfrm xmlns:a="http://schemas.openxmlformats.org/drawingml/2006/main" rot="0">
            <a:off x="5114925" y="466725"/>
            <a:ext cx="14573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i="0">
                <a:solidFill>
                  <a:srgbClr val="333333"/>
                </a:solidFill>
                <a:latin typeface="Times New Roman"/>
                <a:ea typeface="Times New Roman"/>
                <a:cs typeface="Times New Roman"/>
              </a:defRPr>
            </a:defPPr>
          </a:lstStyle>
          <a:p xmlns:a="http://schemas.openxmlformats.org/drawingml/2006/main">
            <a:pPr algn="ctr">
              <a:defRPr sz="1800" b="1" i="0">
                <a:solidFill>
                  <a:srgbClr val="333333"/>
                </a:solidFill>
                <a:latin typeface="Times New Roman"/>
                <a:ea typeface="Times New Roman"/>
                <a:cs typeface="Times New Roman"/>
              </a:defRPr>
            </a:pPr>
            <a:r>
              <a:rPr sz="1800" b="1" i="0">
                <a:solidFill>
                  <a:srgbClr val="333333"/>
                </a:solidFill>
                <a:latin typeface="Times New Roman"/>
                <a:ea typeface="Times New Roman"/>
                <a:cs typeface="Times New Roman"/>
              </a:rPr>
              <a:t>RF Generation</a:t>
            </a:r>
          </a:p>
        </p:txBody>
      </p:sp>
      <p:sp>
        <p:nvSpPr>
          <p:cNvPr id="21" name="filter-heading">
            <a:extLst xmlns:a="http://schemas.openxmlformats.org/drawingml/2006/main">
              <a:ext uri="{FF2B5EF4-FFF2-40B4-BE49-F238E27FC236}">
                <a16:creationId xmlns:a16="http://schemas.microsoft.com/office/drawing/2014/main" id="{E82A914D-B2C2-4C25-BEB3-41B1B929FD21}"/>
              </a:ext>
            </a:extLst>
          </p:cNvPr>
          <p:cNvSpPr>
            <a:spLocks xmlns:a="http://schemas.openxmlformats.org/drawingml/2006/main" noGrp="1"/>
          </p:cNvSpPr>
          <p:nvPr/>
        </p:nvSpPr>
        <p:spPr>
          <a:xfrm xmlns:a="http://schemas.openxmlformats.org/drawingml/2006/main" rot="0">
            <a:off x="5286375" y="800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0" b="1" i="0">
                <a:solidFill>
                  <a:srgbClr val="333333"/>
                </a:solidFill>
                <a:latin typeface="Times New Roman"/>
                <a:ea typeface="Times New Roman"/>
                <a:cs typeface="Times New Roman"/>
              </a:defRPr>
            </a:defPPr>
          </a:lstStyle>
          <a:p xmlns:a="http://schemas.openxmlformats.org/drawingml/2006/main">
            <a:pPr algn="ctr">
              <a:defRPr sz="1500" b="1" i="0">
                <a:solidFill>
                  <a:srgbClr val="333333"/>
                </a:solidFill>
                <a:latin typeface="Times New Roman"/>
                <a:ea typeface="Times New Roman"/>
                <a:cs typeface="Times New Roman"/>
              </a:defRPr>
            </a:pPr>
            <a:r>
              <a:rPr sz="1500" b="1" i="0">
                <a:solidFill>
                  <a:srgbClr val="333333"/>
                </a:solidFill>
                <a:latin typeface="Times New Roman"/>
                <a:ea typeface="Times New Roman"/>
                <a:cs typeface="Times New Roman"/>
              </a:rPr>
              <a:t>RF Filtering</a:t>
            </a:r>
          </a:p>
        </p:txBody>
      </p:sp>
      <p:sp>
        <p:nvSpPr>
          <p:cNvPr id="22" name="bad-rf">
            <a:extLst xmlns:a="http://schemas.openxmlformats.org/drawingml/2006/main">
              <a:ext uri="{FF2B5EF4-FFF2-40B4-BE49-F238E27FC236}">
                <a16:creationId xmlns:a16="http://schemas.microsoft.com/office/drawing/2014/main" id="{8F8EA7C2-756C-4257-8F92-8AB8A236668C}"/>
              </a:ext>
            </a:extLst>
          </p:cNvPr>
          <p:cNvSpPr>
            <a:spLocks xmlns:a="http://schemas.openxmlformats.org/drawingml/2006/main" noGrp="1"/>
          </p:cNvSpPr>
          <p:nvPr/>
        </p:nvSpPr>
        <p:spPr>
          <a:xfrm xmlns:a="http://schemas.openxmlformats.org/drawingml/2006/main" rot="0">
            <a:off x="5629275" y="1095375"/>
            <a:ext cx="552450" cy="285750"/>
          </a:xfrm>
          <a:prstGeom xmlns:a="http://schemas.openxmlformats.org/drawingml/2006/main" prst="rect">
            <a:avLst/>
          </a:prstGeom>
          <a:solidFill xmlns:a="http://schemas.openxmlformats.org/drawingml/2006/main">
            <a:srgbClr val="DEDEDE"/>
          </a:solidFill>
          <a:ln xmlns:a="http://schemas.openxmlformats.org/drawingml/2006/main" w="14288">
            <a:solidFill>
              <a:srgbClr val="333333"/>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23" name="best-rf">
            <a:extLst xmlns:a="http://schemas.openxmlformats.org/drawingml/2006/main">
              <a:ext uri="{FF2B5EF4-FFF2-40B4-BE49-F238E27FC236}">
                <a16:creationId xmlns:a16="http://schemas.microsoft.com/office/drawing/2014/main" id="{1FA9AB20-5BE9-495C-948E-4B5CB4778D3F}"/>
              </a:ext>
            </a:extLst>
          </p:cNvPr>
          <p:cNvSpPr>
            <a:spLocks xmlns:a="http://schemas.openxmlformats.org/drawingml/2006/main" noGrp="1"/>
          </p:cNvSpPr>
          <p:nvPr/>
        </p:nvSpPr>
        <p:spPr>
          <a:xfrm xmlns:a="http://schemas.openxmlformats.org/drawingml/2006/main" rot="0">
            <a:off x="5629275" y="1685925"/>
            <a:ext cx="552450" cy="304800"/>
          </a:xfrm>
          <a:prstGeom xmlns:a="http://schemas.openxmlformats.org/drawingml/2006/main" prst="rect">
            <a:avLst/>
          </a:prstGeom>
          <a:solidFill xmlns:a="http://schemas.openxmlformats.org/drawingml/2006/main">
            <a:srgbClr val="DEDEDE"/>
          </a:solidFill>
          <a:ln xmlns:a="http://schemas.openxmlformats.org/drawingml/2006/main" w="57150">
            <a:solidFill>
              <a:srgbClr val="5D5D5D"/>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24" name="bad-rf-label">
            <a:extLst xmlns:a="http://schemas.openxmlformats.org/drawingml/2006/main">
              <a:ext uri="{FF2B5EF4-FFF2-40B4-BE49-F238E27FC236}">
                <a16:creationId xmlns:a16="http://schemas.microsoft.com/office/drawing/2014/main" id="{967C5077-16D7-4E2F-A95A-76773F42D36C}"/>
              </a:ext>
            </a:extLst>
          </p:cNvPr>
          <p:cNvSpPr>
            <a:spLocks xmlns:a="http://schemas.openxmlformats.org/drawingml/2006/main" noGrp="1"/>
          </p:cNvSpPr>
          <p:nvPr/>
        </p:nvSpPr>
        <p:spPr>
          <a:xfrm xmlns:a="http://schemas.openxmlformats.org/drawingml/2006/main" rot="0">
            <a:off x="5657850" y="1114425"/>
            <a:ext cx="495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75" b="1" i="0">
                <a:solidFill>
                  <a:srgbClr val="333333"/>
                </a:solidFill>
                <a:latin typeface="Times New Roman"/>
                <a:ea typeface="Times New Roman"/>
                <a:cs typeface="Times New Roman"/>
              </a:defRPr>
            </a:defPPr>
          </a:lstStyle>
          <a:p xmlns:a="http://schemas.openxmlformats.org/drawingml/2006/main">
            <a:pPr algn="ctr">
              <a:defRPr sz="1575" b="1" i="0">
                <a:solidFill>
                  <a:srgbClr val="333333"/>
                </a:solidFill>
                <a:latin typeface="Times New Roman"/>
                <a:ea typeface="Times New Roman"/>
                <a:cs typeface="Times New Roman"/>
              </a:defRPr>
            </a:pPr>
            <a:r>
              <a:rPr sz="1575" b="1" i="0">
                <a:solidFill>
                  <a:srgbClr val="333333"/>
                </a:solidFill>
                <a:latin typeface="Times New Roman"/>
                <a:ea typeface="Times New Roman"/>
                <a:cs typeface="Times New Roman"/>
              </a:rPr>
              <a:t>{RF₁}</a:t>
            </a:r>
          </a:p>
        </p:txBody>
      </p:sp>
      <p:sp>
        <p:nvSpPr>
          <p:cNvPr id="25" name="best-rf-label">
            <a:extLst xmlns:a="http://schemas.openxmlformats.org/drawingml/2006/main">
              <a:ext uri="{FF2B5EF4-FFF2-40B4-BE49-F238E27FC236}">
                <a16:creationId xmlns:a16="http://schemas.microsoft.com/office/drawing/2014/main" id="{572CA6FC-AB0B-4701-B7AE-6BEDF0A28A70}"/>
              </a:ext>
            </a:extLst>
          </p:cNvPr>
          <p:cNvSpPr>
            <a:spLocks xmlns:a="http://schemas.openxmlformats.org/drawingml/2006/main" noGrp="1"/>
          </p:cNvSpPr>
          <p:nvPr/>
        </p:nvSpPr>
        <p:spPr>
          <a:xfrm xmlns:a="http://schemas.openxmlformats.org/drawingml/2006/main" rot="0">
            <a:off x="5657850" y="1704975"/>
            <a:ext cx="495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75" b="1" i="0">
                <a:solidFill>
                  <a:srgbClr val="666666"/>
                </a:solidFill>
                <a:latin typeface="Times New Roman"/>
                <a:ea typeface="Times New Roman"/>
                <a:cs typeface="Times New Roman"/>
              </a:defRPr>
            </a:defPPr>
          </a:lstStyle>
          <a:p xmlns:a="http://schemas.openxmlformats.org/drawingml/2006/main">
            <a:pPr algn="ctr">
              <a:defRPr sz="1575" b="1" i="0">
                <a:solidFill>
                  <a:srgbClr val="666666"/>
                </a:solidFill>
                <a:latin typeface="Times New Roman"/>
                <a:ea typeface="Times New Roman"/>
                <a:cs typeface="Times New Roman"/>
              </a:defRPr>
            </a:pPr>
            <a:r>
              <a:rPr sz="1575" b="1" i="0">
                <a:solidFill>
                  <a:srgbClr val="666666"/>
                </a:solidFill>
                <a:latin typeface="Times New Roman"/>
                <a:ea typeface="Times New Roman"/>
                <a:cs typeface="Times New Roman"/>
              </a:rPr>
              <a:t>{RF₈}</a:t>
            </a:r>
          </a:p>
        </p:txBody>
      </p:sp>
      <p:sp>
        <p:nvSpPr>
          <p:cNvPr id="26" name="rf-dots">
            <a:extLst xmlns:a="http://schemas.openxmlformats.org/drawingml/2006/main">
              <a:ext uri="{FF2B5EF4-FFF2-40B4-BE49-F238E27FC236}">
                <a16:creationId xmlns:a16="http://schemas.microsoft.com/office/drawing/2014/main" id="{720E9D16-86FF-4ED4-B5F7-3DAE2D2EA8D7}"/>
              </a:ext>
            </a:extLst>
          </p:cNvPr>
          <p:cNvSpPr>
            <a:spLocks xmlns:a="http://schemas.openxmlformats.org/drawingml/2006/main" noGrp="1"/>
          </p:cNvSpPr>
          <p:nvPr/>
        </p:nvSpPr>
        <p:spPr>
          <a:xfrm xmlns:a="http://schemas.openxmlformats.org/drawingml/2006/main" rot="0">
            <a:off x="5724525" y="1362075"/>
            <a:ext cx="333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i="0">
                <a:solidFill>
                  <a:srgbClr val="333333"/>
                </a:solidFill>
                <a:latin typeface="Times New Roman"/>
                <a:ea typeface="Times New Roman"/>
                <a:cs typeface="Times New Roman"/>
              </a:defRPr>
            </a:defPPr>
          </a:lstStyle>
          <a:p xmlns:a="http://schemas.openxmlformats.org/drawingml/2006/main">
            <a:pPr algn="ctr">
              <a:defRPr sz="1800" b="1" i="0">
                <a:solidFill>
                  <a:srgbClr val="333333"/>
                </a:solidFill>
                <a:latin typeface="Times New Roman"/>
                <a:ea typeface="Times New Roman"/>
                <a:cs typeface="Times New Roman"/>
              </a:defRPr>
            </a:pPr>
            <a:r>
              <a:rPr sz="1800" b="1" i="0">
                <a:solidFill>
                  <a:srgbClr val="333333"/>
                </a:solidFill>
                <a:latin typeface="Times New Roman"/>
                <a:ea typeface="Times New Roman"/>
                <a:cs typeface="Times New Roman"/>
              </a:rPr>
              <a:t>⋮</a:t>
            </a:r>
          </a:p>
        </p:txBody>
      </p:sp>
      <p:sp>
        <p:nvSpPr>
          <p:cNvPr id="27" name="rf-cross-1">
            <a:extLst xmlns:a="http://schemas.openxmlformats.org/drawingml/2006/main">
              <a:ext uri="{FF2B5EF4-FFF2-40B4-BE49-F238E27FC236}">
                <a16:creationId xmlns:a16="http://schemas.microsoft.com/office/drawing/2014/main" id="{717D3C52-76D7-4F92-B164-B5ECA82B3540}"/>
              </a:ext>
            </a:extLst>
          </p:cNvPr>
          <p:cNvSpPr>
            <a:spLocks xmlns:a="http://schemas.openxmlformats.org/drawingml/2006/main" noGrp="1"/>
          </p:cNvSpPr>
          <p:nvPr/>
        </p:nvSpPr>
        <p:spPr>
          <a:xfrm xmlns:a="http://schemas.openxmlformats.org/drawingml/2006/main" rot="0">
            <a:off x="5410200" y="1171575"/>
            <a:ext cx="152400" cy="133350"/>
          </a:xfrm>
          <a:custGeom xmlns:a="http://schemas.openxmlformats.org/drawingml/2006/main">
            <a:pathLst>
              <a:path w="152400" h="133350">
                <a:moveTo>
                  <a:pt x="0" y="0"/>
                </a:moveTo>
                <a:lnTo>
                  <a:pt x="152400" y="133350"/>
                </a:lnTo>
              </a:path>
            </a:pathLst>
          </a:custGeom>
          <a:noFill xmlns:a="http://schemas.openxmlformats.org/drawingml/2006/main"/>
          <a:ln xmlns:a="http://schemas.openxmlformats.org/drawingml/2006/main" w="57150">
            <a:solidFill>
              <a:srgbClr val="D07D81"/>
            </a:solidFill>
            <a:prstDash val="solid"/>
          </a:ln>
        </p:spPr>
      </p:sp>
      <p:sp>
        <p:nvSpPr>
          <p:cNvPr id="28" name="rf-cross-2">
            <a:extLst xmlns:a="http://schemas.openxmlformats.org/drawingml/2006/main">
              <a:ext uri="{FF2B5EF4-FFF2-40B4-BE49-F238E27FC236}">
                <a16:creationId xmlns:a16="http://schemas.microsoft.com/office/drawing/2014/main" id="{9CA01FED-E352-4BF0-B3BF-C406DA1EB693}"/>
              </a:ext>
            </a:extLst>
          </p:cNvPr>
          <p:cNvSpPr>
            <a:spLocks xmlns:a="http://schemas.openxmlformats.org/drawingml/2006/main" noGrp="1"/>
          </p:cNvSpPr>
          <p:nvPr/>
        </p:nvSpPr>
        <p:spPr>
          <a:xfrm xmlns:a="http://schemas.openxmlformats.org/drawingml/2006/main" rot="0">
            <a:off x="5410200" y="1162050"/>
            <a:ext cx="152400" cy="142875"/>
          </a:xfrm>
          <a:custGeom xmlns:a="http://schemas.openxmlformats.org/drawingml/2006/main">
            <a:pathLst>
              <a:path w="152400" h="142875">
                <a:moveTo>
                  <a:pt x="152400" y="0"/>
                </a:moveTo>
                <a:lnTo>
                  <a:pt x="0" y="142875"/>
                </a:lnTo>
              </a:path>
            </a:pathLst>
          </a:custGeom>
          <a:noFill xmlns:a="http://schemas.openxmlformats.org/drawingml/2006/main"/>
          <a:ln xmlns:a="http://schemas.openxmlformats.org/drawingml/2006/main" w="57150">
            <a:solidFill>
              <a:srgbClr val="D07D81"/>
            </a:solidFill>
            <a:prstDash val="solid"/>
          </a:ln>
        </p:spPr>
      </p:sp>
      <p:sp>
        <p:nvSpPr>
          <p:cNvPr id="29" name="rf-check">
            <a:extLst xmlns:a="http://schemas.openxmlformats.org/drawingml/2006/main">
              <a:ext uri="{FF2B5EF4-FFF2-40B4-BE49-F238E27FC236}">
                <a16:creationId xmlns:a16="http://schemas.microsoft.com/office/drawing/2014/main" id="{3A52757C-7BD9-4610-B217-5C1FB00F85F6}"/>
              </a:ext>
            </a:extLst>
          </p:cNvPr>
          <p:cNvSpPr>
            <a:spLocks xmlns:a="http://schemas.openxmlformats.org/drawingml/2006/main" noGrp="1"/>
          </p:cNvSpPr>
          <p:nvPr/>
        </p:nvSpPr>
        <p:spPr>
          <a:xfrm xmlns:a="http://schemas.openxmlformats.org/drawingml/2006/main" rot="0">
            <a:off x="5353050" y="1762125"/>
            <a:ext cx="219075" cy="133350"/>
          </a:xfrm>
          <a:custGeom xmlns:a="http://schemas.openxmlformats.org/drawingml/2006/main">
            <a:pathLst>
              <a:path w="219075" h="133350">
                <a:moveTo>
                  <a:pt x="0" y="57150"/>
                </a:moveTo>
                <a:lnTo>
                  <a:pt x="66675" y="133350"/>
                </a:lnTo>
                <a:lnTo>
                  <a:pt x="219075" y="0"/>
                </a:lnTo>
              </a:path>
            </a:pathLst>
          </a:custGeom>
          <a:noFill xmlns:a="http://schemas.openxmlformats.org/drawingml/2006/main"/>
          <a:ln xmlns:a="http://schemas.openxmlformats.org/drawingml/2006/main" w="57150">
            <a:solidFill>
              <a:srgbClr val="8D9A7E"/>
            </a:solidFill>
            <a:prstDash val="solid"/>
          </a:ln>
        </p:spPr>
      </p:sp>
      <p:sp>
        <p:nvSpPr>
          <p:cNvPr id="30" name="best-rf-tail">
            <a:extLst xmlns:a="http://schemas.openxmlformats.org/drawingml/2006/main">
              <a:ext uri="{FF2B5EF4-FFF2-40B4-BE49-F238E27FC236}">
                <a16:creationId xmlns:a16="http://schemas.microsoft.com/office/drawing/2014/main" id="{5F9209A1-D399-4F85-B640-9001D793B4F2}"/>
              </a:ext>
            </a:extLst>
          </p:cNvPr>
          <p:cNvSpPr>
            <a:spLocks xmlns:a="http://schemas.openxmlformats.org/drawingml/2006/main" noGrp="1"/>
          </p:cNvSpPr>
          <p:nvPr/>
        </p:nvSpPr>
        <p:spPr>
          <a:xfrm xmlns:a="http://schemas.openxmlformats.org/drawingml/2006/main" rot="0">
            <a:off x="5924550" y="1971675"/>
            <a:ext cx="161925" cy="161925"/>
          </a:xfrm>
          <a:custGeom xmlns:a="http://schemas.openxmlformats.org/drawingml/2006/main">
            <a:pathLst>
              <a:path w="161925" h="161925">
                <a:moveTo>
                  <a:pt x="0" y="0"/>
                </a:moveTo>
                <a:lnTo>
                  <a:pt x="161925" y="161925"/>
                </a:lnTo>
                <a:lnTo>
                  <a:pt x="142875" y="0"/>
                </a:lnTo>
                <a:close/>
              </a:path>
            </a:pathLst>
          </a:custGeom>
          <a:solidFill xmlns:a="http://schemas.openxmlformats.org/drawingml/2006/main">
            <a:srgbClr val="555555"/>
          </a:solidFill>
          <a:ln xmlns:a="http://schemas.openxmlformats.org/drawingml/2006/main" w="0">
            <a:solidFill>
              <a:srgbClr val="555555"/>
            </a:solidFill>
            <a:prstDash val="solid"/>
          </a:ln>
        </p:spPr>
      </p:sp>
      <p:sp>
        <p:nvSpPr>
          <p:cNvPr id="31" name="executable-dashes">
            <a:extLst xmlns:a="http://schemas.openxmlformats.org/drawingml/2006/main">
              <a:ext uri="{FF2B5EF4-FFF2-40B4-BE49-F238E27FC236}">
                <a16:creationId xmlns:a16="http://schemas.microsoft.com/office/drawing/2014/main" id="{2885F450-FC7F-4575-A680-5765C14E87D7}"/>
              </a:ext>
            </a:extLst>
          </p:cNvPr>
          <p:cNvSpPr>
            <a:spLocks xmlns:a="http://schemas.openxmlformats.org/drawingml/2006/main" noGrp="1"/>
          </p:cNvSpPr>
          <p:nvPr/>
        </p:nvSpPr>
        <p:spPr>
          <a:xfrm xmlns:a="http://schemas.openxmlformats.org/drawingml/2006/main" rot="0">
            <a:off x="6858000" y="390525"/>
            <a:ext cx="3943350" cy="2057400"/>
          </a:xfrm>
          <a:prstGeom xmlns:a="http://schemas.openxmlformats.org/drawingml/2006/main" prst="rect">
            <a:avLst/>
          </a:prstGeom>
          <a:noFill xmlns:a="http://schemas.openxmlformats.org/drawingml/2006/main"/>
          <a:ln xmlns:a="http://schemas.openxmlformats.org/drawingml/2006/main" w="17145">
            <a:solidFill>
              <a:srgbClr val="707070"/>
            </a:solidFill>
            <a:prstDash val="dash"/>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32" name="executable-heading">
            <a:extLst xmlns:a="http://schemas.openxmlformats.org/drawingml/2006/main">
              <a:ext uri="{FF2B5EF4-FFF2-40B4-BE49-F238E27FC236}">
                <a16:creationId xmlns:a16="http://schemas.microsoft.com/office/drawing/2014/main" id="{CE616343-4D25-4155-9B05-21C7E1F6B7B8}"/>
              </a:ext>
            </a:extLst>
          </p:cNvPr>
          <p:cNvSpPr>
            <a:spLocks xmlns:a="http://schemas.openxmlformats.org/drawingml/2006/main" noGrp="1"/>
          </p:cNvSpPr>
          <p:nvPr/>
        </p:nvSpPr>
        <p:spPr>
          <a:xfrm xmlns:a="http://schemas.openxmlformats.org/drawingml/2006/main" rot="0">
            <a:off x="7610475" y="457200"/>
            <a:ext cx="2447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i="0">
                <a:solidFill>
                  <a:srgbClr val="333333"/>
                </a:solidFill>
                <a:latin typeface="Times New Roman"/>
                <a:ea typeface="Times New Roman"/>
                <a:cs typeface="Times New Roman"/>
              </a:defRPr>
            </a:defPPr>
          </a:lstStyle>
          <a:p xmlns:a="http://schemas.openxmlformats.org/drawingml/2006/main">
            <a:pPr algn="ctr">
              <a:defRPr sz="1800" b="1" i="0">
                <a:solidFill>
                  <a:srgbClr val="333333"/>
                </a:solidFill>
                <a:latin typeface="Times New Roman"/>
                <a:ea typeface="Times New Roman"/>
                <a:cs typeface="Times New Roman"/>
              </a:defRPr>
            </a:pPr>
            <a:r>
              <a:rPr sz="1800" b="1" i="0">
                <a:solidFill>
                  <a:srgbClr val="333333"/>
                </a:solidFill>
                <a:latin typeface="Times New Roman"/>
                <a:ea typeface="Times New Roman"/>
                <a:cs typeface="Times New Roman"/>
              </a:rPr>
              <a:t>Executable RFs</a:t>
            </a:r>
          </a:p>
        </p:txBody>
      </p:sp>
      <p:sp>
        <p:nvSpPr>
          <p:cNvPr id="33" name="reward-code">
            <a:extLst xmlns:a="http://schemas.openxmlformats.org/drawingml/2006/main">
              <a:ext uri="{FF2B5EF4-FFF2-40B4-BE49-F238E27FC236}">
                <a16:creationId xmlns:a16="http://schemas.microsoft.com/office/drawing/2014/main" id="{64E1133E-BFAA-48FD-8B93-39B707DD1D85}"/>
              </a:ext>
            </a:extLst>
          </p:cNvPr>
          <p:cNvSpPr>
            <a:spLocks xmlns:a="http://schemas.openxmlformats.org/drawingml/2006/main" noGrp="1"/>
          </p:cNvSpPr>
          <p:nvPr/>
        </p:nvSpPr>
        <p:spPr>
          <a:xfrm xmlns:a="http://schemas.openxmlformats.org/drawingml/2006/main" rot="0">
            <a:off x="7038975" y="781050"/>
            <a:ext cx="37147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668" b="0" i="0">
                <a:solidFill>
                  <a:srgbClr val="333333"/>
                </a:solidFill>
                <a:latin typeface="Courier New"/>
                <a:ea typeface="Courier New"/>
                <a:cs typeface="Courier New"/>
              </a:defRPr>
            </a:defPPr>
          </a:lstStyle>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def compute_reward(self):</a:t>
            </a:r>
          </a:p>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    env = self.env</a:t>
            </a:r>
          </a:p>
          <a:p xmlns:a="http://schemas.openxmlformats.org/drawingml/2006/main">
            <a:r>
              <a:t/>
            </a:r>
          </a:p>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    forward_vel_reward = env.base_lin_vel[:,0]</a:t>
            </a:r>
          </a:p>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    angular_vel_penalty = torch.sum(torch.abs(env.base_ang_vel), dim=1)</a:t>
            </a:r>
          </a:p>
          <a:p xmlns:a="http://schemas.openxmlformats.org/drawingml/2006/main">
            <a:r>
              <a:t/>
            </a:r>
          </a:p>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    ...</a:t>
            </a:r>
          </a:p>
          <a:p xmlns:a="http://schemas.openxmlformats.org/drawingml/2006/main">
            <a:r>
              <a:t/>
            </a:r>
          </a:p>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    total_reward = forward_vel_reward - angular_vel_penalty + ...</a:t>
            </a:r>
          </a:p>
          <a:p xmlns:a="http://schemas.openxmlformats.org/drawingml/2006/main">
            <a:r>
              <a:t/>
            </a:r>
          </a:p>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    # return total reward and individual reward components</a:t>
            </a:r>
          </a:p>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    return total_reward, {</a:t>
            </a:r>
          </a:p>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        "forward_vel_reward": forward_vel_reward,</a:t>
            </a:r>
          </a:p>
          <a:p xmlns:a="http://schemas.openxmlformats.org/drawingml/2006/main">
            <a:pPr algn="l">
              <a:defRPr sz="668" b="0" i="0">
                <a:solidFill>
                  <a:srgbClr val="333333"/>
                </a:solidFill>
                <a:latin typeface="Courier New"/>
                <a:ea typeface="Courier New"/>
                <a:cs typeface="Courier New"/>
              </a:defRPr>
            </a:pPr>
            <a:r>
              <a:rPr sz="668" b="0" i="0">
                <a:solidFill>
                  <a:srgbClr val="333333"/>
                </a:solidFill>
                <a:latin typeface="Courier New"/>
                <a:ea typeface="Courier New"/>
                <a:cs typeface="Courier New"/>
              </a:rPr>
              <a:t>        "angular_vel_penalty": angular_vel_penalty,</a:t>
            </a:r>
          </a:p>
        </p:txBody>
      </p:sp>
      <p:sp>
        <p:nvSpPr>
          <p:cNvPr id="34" name="prompt-generation">
            <a:extLst xmlns:a="http://schemas.openxmlformats.org/drawingml/2006/main">
              <a:ext uri="{FF2B5EF4-FFF2-40B4-BE49-F238E27FC236}">
                <a16:creationId xmlns:a16="http://schemas.microsoft.com/office/drawing/2014/main" id="{8F44C470-6ED0-44BA-A4B4-4A58F94B36E0}"/>
              </a:ext>
            </a:extLst>
          </p:cNvPr>
          <p:cNvSpPr>
            <a:spLocks xmlns:a="http://schemas.openxmlformats.org/drawingml/2006/main" noGrp="1"/>
          </p:cNvSpPr>
          <p:nvPr/>
        </p:nvSpPr>
        <p:spPr>
          <a:xfrm xmlns:a="http://schemas.openxmlformats.org/drawingml/2006/main" rot="0">
            <a:off x="5229225" y="2781300"/>
            <a:ext cx="2762250" cy="1095375"/>
          </a:xfrm>
          <a:custGeom xmlns:a="http://schemas.openxmlformats.org/drawingml/2006/main">
            <a:pathLst>
              <a:path w="2762250" h="1095375">
                <a:moveTo>
                  <a:pt x="190500" y="0"/>
                </a:moveTo>
                <a:lnTo>
                  <a:pt x="2571750" y="0"/>
                </a:lnTo>
                <a:cubicBezTo>
                  <a:pt x="2676960" y="0"/>
                  <a:pt x="2762250" y="85290"/>
                  <a:pt x="2762250" y="190500"/>
                </a:cubicBezTo>
                <a:lnTo>
                  <a:pt x="2762250" y="904875"/>
                </a:lnTo>
                <a:cubicBezTo>
                  <a:pt x="2762250" y="1010085"/>
                  <a:pt x="2676960" y="1095375"/>
                  <a:pt x="2571750" y="1095375"/>
                </a:cubicBezTo>
                <a:lnTo>
                  <a:pt x="190500" y="1095375"/>
                </a:lnTo>
                <a:cubicBezTo>
                  <a:pt x="85290" y="1095375"/>
                  <a:pt x="0" y="1010085"/>
                  <a:pt x="0" y="904875"/>
                </a:cubicBezTo>
                <a:lnTo>
                  <a:pt x="0" y="190500"/>
                </a:lnTo>
                <a:cubicBezTo>
                  <a:pt x="0" y="85290"/>
                  <a:pt x="85290" y="0"/>
                  <a:pt x="190500" y="0"/>
                </a:cubicBezTo>
                <a:close/>
              </a:path>
            </a:pathLst>
          </a:custGeom>
          <a:solidFill xmlns:a="http://schemas.openxmlformats.org/drawingml/2006/main">
            <a:srgbClr val="DFD9D5"/>
          </a:solidFill>
          <a:ln xmlns:a="http://schemas.openxmlformats.org/drawingml/2006/main" w="19050">
            <a:solidFill>
              <a:srgbClr val="C7C4C1"/>
            </a:solidFill>
            <a:prstDash val="solid"/>
          </a:ln>
        </p:spPr>
      </p:sp>
      <p:sp>
        <p:nvSpPr>
          <p:cNvPr id="35" name="prompt-generation-heading">
            <a:extLst xmlns:a="http://schemas.openxmlformats.org/drawingml/2006/main">
              <a:ext uri="{FF2B5EF4-FFF2-40B4-BE49-F238E27FC236}">
                <a16:creationId xmlns:a16="http://schemas.microsoft.com/office/drawing/2014/main" id="{73E64E3C-B2CD-41F6-A7D9-07FD3F5A912E}"/>
              </a:ext>
            </a:extLst>
          </p:cNvPr>
          <p:cNvSpPr>
            <a:spLocks xmlns:a="http://schemas.openxmlformats.org/drawingml/2006/main" noGrp="1"/>
          </p:cNvSpPr>
          <p:nvPr/>
        </p:nvSpPr>
        <p:spPr>
          <a:xfrm xmlns:a="http://schemas.openxmlformats.org/drawingml/2006/main" rot="0">
            <a:off x="5257800" y="2838450"/>
            <a:ext cx="2695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350" b="1" i="0">
                <a:solidFill>
                  <a:srgbClr val="333333"/>
                </a:solidFill>
                <a:latin typeface="Times New Roman"/>
                <a:ea typeface="Times New Roman"/>
                <a:cs typeface="Times New Roman"/>
              </a:defRPr>
            </a:defPPr>
          </a:lstStyle>
          <a:p xmlns:a="http://schemas.openxmlformats.org/drawingml/2006/main">
            <a:pPr algn="ctr">
              <a:defRPr sz="1350" b="1" i="0">
                <a:solidFill>
                  <a:srgbClr val="333333"/>
                </a:solidFill>
                <a:latin typeface="Times New Roman"/>
                <a:ea typeface="Times New Roman"/>
                <a:cs typeface="Times New Roman"/>
              </a:defRPr>
            </a:pPr>
            <a:r>
              <a:rPr sz="1350" b="1" i="0">
                <a:solidFill>
                  <a:srgbClr val="333333"/>
                </a:solidFill>
                <a:latin typeface="Times New Roman"/>
                <a:ea typeface="Times New Roman"/>
                <a:cs typeface="Times New Roman"/>
              </a:rPr>
              <a:t>Evolution Prompt Generation</a:t>
            </a:r>
          </a:p>
        </p:txBody>
      </p:sp>
      <p:sp>
        <p:nvSpPr>
          <p:cNvPr id="36" name="prompt-generation-row-0">
            <a:extLst xmlns:a="http://schemas.openxmlformats.org/drawingml/2006/main">
              <a:ext uri="{FF2B5EF4-FFF2-40B4-BE49-F238E27FC236}">
                <a16:creationId xmlns:a16="http://schemas.microsoft.com/office/drawing/2014/main" id="{31D5CA1D-BE30-415B-B480-925A3DF7700C}"/>
              </a:ext>
            </a:extLst>
          </p:cNvPr>
          <p:cNvSpPr>
            <a:spLocks xmlns:a="http://schemas.openxmlformats.org/drawingml/2006/main" noGrp="1"/>
          </p:cNvSpPr>
          <p:nvPr/>
        </p:nvSpPr>
        <p:spPr>
          <a:xfrm xmlns:a="http://schemas.openxmlformats.org/drawingml/2006/main" rot="0">
            <a:off x="5476875" y="3105150"/>
            <a:ext cx="2266950" cy="295275"/>
          </a:xfrm>
          <a:prstGeom xmlns:a="http://schemas.openxmlformats.org/drawingml/2006/main" prst="roundRect">
            <a:avLst>
              <a:gd name="adj" fmla="val 25806"/>
            </a:avLst>
          </a:prstGeom>
          <a:solidFill xmlns:a="http://schemas.openxmlformats.org/drawingml/2006/main">
            <a:srgbClr val="939494"/>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37" name="prompt-generation-label-0">
            <a:extLst xmlns:a="http://schemas.openxmlformats.org/drawingml/2006/main">
              <a:ext uri="{FF2B5EF4-FFF2-40B4-BE49-F238E27FC236}">
                <a16:creationId xmlns:a16="http://schemas.microsoft.com/office/drawing/2014/main" id="{62B1490E-29C1-4324-B846-4C035446FA58}"/>
              </a:ext>
            </a:extLst>
          </p:cNvPr>
          <p:cNvSpPr>
            <a:spLocks xmlns:a="http://schemas.openxmlformats.org/drawingml/2006/main" noGrp="1"/>
          </p:cNvSpPr>
          <p:nvPr/>
        </p:nvSpPr>
        <p:spPr>
          <a:xfrm xmlns:a="http://schemas.openxmlformats.org/drawingml/2006/main" rot="0">
            <a:off x="5534025" y="3152775"/>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FFFFFF"/>
                </a:solidFill>
                <a:latin typeface="Times New Roman"/>
                <a:ea typeface="Times New Roman"/>
                <a:cs typeface="Times New Roman"/>
              </a:defRPr>
            </a:defPPr>
          </a:lstStyle>
          <a:p xmlns:a="http://schemas.openxmlformats.org/drawingml/2006/main">
            <a:pPr algn="ctr">
              <a:defRPr sz="1200" b="1" i="0">
                <a:solidFill>
                  <a:srgbClr val="FFFFFF"/>
                </a:solidFill>
                <a:latin typeface="Times New Roman"/>
                <a:ea typeface="Times New Roman"/>
                <a:cs typeface="Times New Roman"/>
              </a:defRPr>
            </a:pPr>
            <a:r>
              <a:rPr sz="1200" b="1" i="0">
                <a:solidFill>
                  <a:srgbClr val="FFFFFF"/>
                </a:solidFill>
                <a:latin typeface="Times New Roman"/>
                <a:ea typeface="Times New Roman"/>
                <a:cs typeface="Times New Roman"/>
              </a:rPr>
              <a:t>Reward Signal Tracking</a:t>
            </a:r>
          </a:p>
        </p:txBody>
      </p:sp>
      <p:sp>
        <p:nvSpPr>
          <p:cNvPr id="38" name="prompt-generation-row-1">
            <a:extLst xmlns:a="http://schemas.openxmlformats.org/drawingml/2006/main">
              <a:ext uri="{FF2B5EF4-FFF2-40B4-BE49-F238E27FC236}">
                <a16:creationId xmlns:a16="http://schemas.microsoft.com/office/drawing/2014/main" id="{F6537046-3618-4A21-9E2C-E8E7C8730A0F}"/>
              </a:ext>
            </a:extLst>
          </p:cNvPr>
          <p:cNvSpPr>
            <a:spLocks xmlns:a="http://schemas.openxmlformats.org/drawingml/2006/main" noGrp="1"/>
          </p:cNvSpPr>
          <p:nvPr/>
        </p:nvSpPr>
        <p:spPr>
          <a:xfrm xmlns:a="http://schemas.openxmlformats.org/drawingml/2006/main" rot="0">
            <a:off x="5476875" y="3457575"/>
            <a:ext cx="2266950" cy="295275"/>
          </a:xfrm>
          <a:prstGeom xmlns:a="http://schemas.openxmlformats.org/drawingml/2006/main" prst="roundRect">
            <a:avLst>
              <a:gd name="adj" fmla="val 25806"/>
            </a:avLst>
          </a:prstGeom>
          <a:solidFill xmlns:a="http://schemas.openxmlformats.org/drawingml/2006/main">
            <a:srgbClr val="939494"/>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39" name="prompt-generation-label-1">
            <a:extLst xmlns:a="http://schemas.openxmlformats.org/drawingml/2006/main">
              <a:ext uri="{FF2B5EF4-FFF2-40B4-BE49-F238E27FC236}">
                <a16:creationId xmlns:a16="http://schemas.microsoft.com/office/drawing/2014/main" id="{4ED96918-9AC4-4845-B3FD-283A923118C9}"/>
              </a:ext>
            </a:extLst>
          </p:cNvPr>
          <p:cNvSpPr>
            <a:spLocks xmlns:a="http://schemas.openxmlformats.org/drawingml/2006/main" noGrp="1"/>
          </p:cNvSpPr>
          <p:nvPr/>
        </p:nvSpPr>
        <p:spPr>
          <a:xfrm xmlns:a="http://schemas.openxmlformats.org/drawingml/2006/main" rot="0">
            <a:off x="5534025" y="35052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FFFFFF"/>
                </a:solidFill>
                <a:latin typeface="Times New Roman"/>
                <a:ea typeface="Times New Roman"/>
                <a:cs typeface="Times New Roman"/>
              </a:defRPr>
            </a:defPPr>
          </a:lstStyle>
          <a:p xmlns:a="http://schemas.openxmlformats.org/drawingml/2006/main">
            <a:pPr algn="ctr">
              <a:defRPr sz="1200" b="1" i="0">
                <a:solidFill>
                  <a:srgbClr val="FFFFFF"/>
                </a:solidFill>
                <a:latin typeface="Times New Roman"/>
                <a:ea typeface="Times New Roman"/>
                <a:cs typeface="Times New Roman"/>
              </a:defRPr>
            </a:pPr>
            <a:r>
              <a:rPr sz="1200" b="1" i="0">
                <a:solidFill>
                  <a:srgbClr val="FFFFFF"/>
                </a:solidFill>
                <a:latin typeface="Times New Roman"/>
                <a:ea typeface="Times New Roman"/>
                <a:cs typeface="Times New Roman"/>
              </a:rPr>
              <a:t>Best Reward Function</a:t>
            </a:r>
          </a:p>
        </p:txBody>
      </p:sp>
      <p:sp>
        <p:nvSpPr>
          <p:cNvPr id="40" name="reward-evaluation">
            <a:extLst xmlns:a="http://schemas.openxmlformats.org/drawingml/2006/main">
              <a:ext uri="{FF2B5EF4-FFF2-40B4-BE49-F238E27FC236}">
                <a16:creationId xmlns:a16="http://schemas.microsoft.com/office/drawing/2014/main" id="{0DAE45FD-2EA1-4407-9D68-26D87848746D}"/>
              </a:ext>
            </a:extLst>
          </p:cNvPr>
          <p:cNvSpPr>
            <a:spLocks xmlns:a="http://schemas.openxmlformats.org/drawingml/2006/main" noGrp="1"/>
          </p:cNvSpPr>
          <p:nvPr/>
        </p:nvSpPr>
        <p:spPr>
          <a:xfrm xmlns:a="http://schemas.openxmlformats.org/drawingml/2006/main" rot="0">
            <a:off x="5229225" y="4010025"/>
            <a:ext cx="2762250" cy="1095375"/>
          </a:xfrm>
          <a:custGeom xmlns:a="http://schemas.openxmlformats.org/drawingml/2006/main">
            <a:pathLst>
              <a:path w="2762250" h="1095375">
                <a:moveTo>
                  <a:pt x="190500" y="0"/>
                </a:moveTo>
                <a:lnTo>
                  <a:pt x="2571750" y="0"/>
                </a:lnTo>
                <a:cubicBezTo>
                  <a:pt x="2676960" y="0"/>
                  <a:pt x="2762250" y="85290"/>
                  <a:pt x="2762250" y="190500"/>
                </a:cubicBezTo>
                <a:lnTo>
                  <a:pt x="2762250" y="904875"/>
                </a:lnTo>
                <a:cubicBezTo>
                  <a:pt x="2762250" y="1010085"/>
                  <a:pt x="2676960" y="1095375"/>
                  <a:pt x="2571750" y="1095375"/>
                </a:cubicBezTo>
                <a:lnTo>
                  <a:pt x="190500" y="1095375"/>
                </a:lnTo>
                <a:cubicBezTo>
                  <a:pt x="85290" y="1095375"/>
                  <a:pt x="0" y="1010085"/>
                  <a:pt x="0" y="904875"/>
                </a:cubicBezTo>
                <a:lnTo>
                  <a:pt x="0" y="190500"/>
                </a:lnTo>
                <a:cubicBezTo>
                  <a:pt x="0" y="85290"/>
                  <a:pt x="85290" y="0"/>
                  <a:pt x="190500" y="0"/>
                </a:cubicBezTo>
                <a:close/>
              </a:path>
            </a:pathLst>
          </a:custGeom>
          <a:solidFill xmlns:a="http://schemas.openxmlformats.org/drawingml/2006/main">
            <a:srgbClr val="DFD9D5"/>
          </a:solidFill>
          <a:ln xmlns:a="http://schemas.openxmlformats.org/drawingml/2006/main" w="19050">
            <a:solidFill>
              <a:srgbClr val="C7C4C1"/>
            </a:solidFill>
            <a:prstDash val="solid"/>
          </a:ln>
        </p:spPr>
      </p:sp>
      <p:sp>
        <p:nvSpPr>
          <p:cNvPr id="41" name="reward-evaluation-heading">
            <a:extLst xmlns:a="http://schemas.openxmlformats.org/drawingml/2006/main">
              <a:ext uri="{FF2B5EF4-FFF2-40B4-BE49-F238E27FC236}">
                <a16:creationId xmlns:a16="http://schemas.microsoft.com/office/drawing/2014/main" id="{3A9D6E3F-D32D-4E1A-988C-78D47F4C5440}"/>
              </a:ext>
            </a:extLst>
          </p:cNvPr>
          <p:cNvSpPr>
            <a:spLocks xmlns:a="http://schemas.openxmlformats.org/drawingml/2006/main" noGrp="1"/>
          </p:cNvSpPr>
          <p:nvPr/>
        </p:nvSpPr>
        <p:spPr>
          <a:xfrm xmlns:a="http://schemas.openxmlformats.org/drawingml/2006/main" rot="0">
            <a:off x="5257800" y="4067175"/>
            <a:ext cx="26955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350" b="1" i="0">
                <a:solidFill>
                  <a:srgbClr val="333333"/>
                </a:solidFill>
                <a:latin typeface="Times New Roman"/>
                <a:ea typeface="Times New Roman"/>
                <a:cs typeface="Times New Roman"/>
              </a:defRPr>
            </a:defPPr>
          </a:lstStyle>
          <a:p xmlns:a="http://schemas.openxmlformats.org/drawingml/2006/main">
            <a:pPr algn="ctr">
              <a:defRPr sz="1350" b="1" i="0">
                <a:solidFill>
                  <a:srgbClr val="333333"/>
                </a:solidFill>
                <a:latin typeface="Times New Roman"/>
                <a:ea typeface="Times New Roman"/>
                <a:cs typeface="Times New Roman"/>
              </a:defRPr>
            </a:pPr>
            <a:r>
              <a:rPr sz="1350" b="1" i="0">
                <a:solidFill>
                  <a:srgbClr val="333333"/>
                </a:solidFill>
                <a:latin typeface="Times New Roman"/>
                <a:ea typeface="Times New Roman"/>
                <a:cs typeface="Times New Roman"/>
              </a:rPr>
              <a:t>Reward Function Evaluation</a:t>
            </a:r>
          </a:p>
        </p:txBody>
      </p:sp>
      <p:sp>
        <p:nvSpPr>
          <p:cNvPr id="42" name="reward-evaluation-row-0">
            <a:extLst xmlns:a="http://schemas.openxmlformats.org/drawingml/2006/main">
              <a:ext uri="{FF2B5EF4-FFF2-40B4-BE49-F238E27FC236}">
                <a16:creationId xmlns:a16="http://schemas.microsoft.com/office/drawing/2014/main" id="{31B05D31-B7A1-4558-B161-16A717B47D03}"/>
              </a:ext>
            </a:extLst>
          </p:cNvPr>
          <p:cNvSpPr>
            <a:spLocks xmlns:a="http://schemas.openxmlformats.org/drawingml/2006/main" noGrp="1"/>
          </p:cNvSpPr>
          <p:nvPr/>
        </p:nvSpPr>
        <p:spPr>
          <a:xfrm xmlns:a="http://schemas.openxmlformats.org/drawingml/2006/main" rot="0">
            <a:off x="5572125" y="4333875"/>
            <a:ext cx="2038350" cy="295275"/>
          </a:xfrm>
          <a:prstGeom xmlns:a="http://schemas.openxmlformats.org/drawingml/2006/main" prst="roundRect">
            <a:avLst>
              <a:gd name="adj" fmla="val 25806"/>
            </a:avLst>
          </a:prstGeom>
          <a:solidFill xmlns:a="http://schemas.openxmlformats.org/drawingml/2006/main">
            <a:srgbClr val="939494"/>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3" name="reward-evaluation-label-0">
            <a:extLst xmlns:a="http://schemas.openxmlformats.org/drawingml/2006/main">
              <a:ext uri="{FF2B5EF4-FFF2-40B4-BE49-F238E27FC236}">
                <a16:creationId xmlns:a16="http://schemas.microsoft.com/office/drawing/2014/main" id="{BE523625-E896-4743-818D-A7FF9C8EF735}"/>
              </a:ext>
            </a:extLst>
          </p:cNvPr>
          <p:cNvSpPr>
            <a:spLocks xmlns:a="http://schemas.openxmlformats.org/drawingml/2006/main" noGrp="1"/>
          </p:cNvSpPr>
          <p:nvPr/>
        </p:nvSpPr>
        <p:spPr>
          <a:xfrm xmlns:a="http://schemas.openxmlformats.org/drawingml/2006/main" rot="0">
            <a:off x="5629275" y="43815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FFFFFF"/>
                </a:solidFill>
                <a:latin typeface="Times New Roman"/>
                <a:ea typeface="Times New Roman"/>
                <a:cs typeface="Times New Roman"/>
              </a:defRPr>
            </a:defPPr>
          </a:lstStyle>
          <a:p xmlns:a="http://schemas.openxmlformats.org/drawingml/2006/main">
            <a:pPr algn="ctr">
              <a:defRPr sz="1200" b="1" i="0">
                <a:solidFill>
                  <a:srgbClr val="FFFFFF"/>
                </a:solidFill>
                <a:latin typeface="Times New Roman"/>
                <a:ea typeface="Times New Roman"/>
                <a:cs typeface="Times New Roman"/>
              </a:defRPr>
            </a:pPr>
            <a:r>
              <a:rPr sz="1200" b="1" i="0">
                <a:solidFill>
                  <a:srgbClr val="FFFFFF"/>
                </a:solidFill>
                <a:latin typeface="Times New Roman"/>
                <a:ea typeface="Times New Roman"/>
                <a:cs typeface="Times New Roman"/>
              </a:rPr>
              <a:t>Contact Sequence</a:t>
            </a:r>
          </a:p>
        </p:txBody>
      </p:sp>
      <p:sp>
        <p:nvSpPr>
          <p:cNvPr id="44" name="reward-evaluation-row-1">
            <a:extLst xmlns:a="http://schemas.openxmlformats.org/drawingml/2006/main">
              <a:ext uri="{FF2B5EF4-FFF2-40B4-BE49-F238E27FC236}">
                <a16:creationId xmlns:a16="http://schemas.microsoft.com/office/drawing/2014/main" id="{6872E84D-2AF0-464D-9545-1DB64A3150F9}"/>
              </a:ext>
            </a:extLst>
          </p:cNvPr>
          <p:cNvSpPr>
            <a:spLocks xmlns:a="http://schemas.openxmlformats.org/drawingml/2006/main" noGrp="1"/>
          </p:cNvSpPr>
          <p:nvPr/>
        </p:nvSpPr>
        <p:spPr>
          <a:xfrm xmlns:a="http://schemas.openxmlformats.org/drawingml/2006/main" rot="0">
            <a:off x="5572125" y="4686300"/>
            <a:ext cx="2038350" cy="295275"/>
          </a:xfrm>
          <a:prstGeom xmlns:a="http://schemas.openxmlformats.org/drawingml/2006/main" prst="roundRect">
            <a:avLst>
              <a:gd name="adj" fmla="val 25806"/>
            </a:avLst>
          </a:prstGeom>
          <a:solidFill xmlns:a="http://schemas.openxmlformats.org/drawingml/2006/main">
            <a:srgbClr val="939494"/>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5" name="reward-evaluation-label-1">
            <a:extLst xmlns:a="http://schemas.openxmlformats.org/drawingml/2006/main">
              <a:ext uri="{FF2B5EF4-FFF2-40B4-BE49-F238E27FC236}">
                <a16:creationId xmlns:a16="http://schemas.microsoft.com/office/drawing/2014/main" id="{2A998AC8-3C59-4B60-8018-1A019AF6FCDE}"/>
              </a:ext>
            </a:extLst>
          </p:cNvPr>
          <p:cNvSpPr>
            <a:spLocks xmlns:a="http://schemas.openxmlformats.org/drawingml/2006/main" noGrp="1"/>
          </p:cNvSpPr>
          <p:nvPr/>
        </p:nvSpPr>
        <p:spPr>
          <a:xfrm xmlns:a="http://schemas.openxmlformats.org/drawingml/2006/main" rot="0">
            <a:off x="5629275" y="473392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FFFFFF"/>
                </a:solidFill>
                <a:latin typeface="Times New Roman"/>
                <a:ea typeface="Times New Roman"/>
                <a:cs typeface="Times New Roman"/>
              </a:defRPr>
            </a:defPPr>
          </a:lstStyle>
          <a:p xmlns:a="http://schemas.openxmlformats.org/drawingml/2006/main">
            <a:pPr algn="ctr">
              <a:defRPr sz="1200" b="1" i="0">
                <a:solidFill>
                  <a:srgbClr val="FFFFFF"/>
                </a:solidFill>
                <a:latin typeface="Times New Roman"/>
                <a:ea typeface="Times New Roman"/>
                <a:cs typeface="Times New Roman"/>
              </a:defRPr>
            </a:pPr>
            <a:r>
              <a:rPr sz="1200" b="1" i="0">
                <a:solidFill>
                  <a:srgbClr val="FFFFFF"/>
                </a:solidFill>
                <a:latin typeface="Times New Roman"/>
                <a:ea typeface="Times New Roman"/>
                <a:cs typeface="Times New Roman"/>
              </a:rPr>
              <a:t>Execution Footage</a:t>
            </a:r>
          </a:p>
        </p:txBody>
      </p:sp>
      <p:pic>
        <p:nvPicPr>
          <p:cNvPr id="46" name="">
            <a:extLst xmlns:a="http://schemas.openxmlformats.org/drawingml/2006/main">
              <a:ext uri="{FF2B5EF4-FFF2-40B4-BE49-F238E27FC236}">
                <a16:creationId xmlns:a16="http://schemas.microsoft.com/office/drawing/2014/main" id="{7EA5ADDB-CF99-4144-A992-0AF7F87A8D3F}"/>
              </a:ext>
            </a:extLst>
          </p:cNvPr>
          <p:cNvPicPr>
            <a:picLocks xmlns:a="http://schemas.openxmlformats.org/drawingml/2006/main" noChangeAspect="1"/>
          </p:cNvPicPr>
          <p:nvPr/>
        </p:nvPicPr>
        <p:blipFill>
          <a:blip xmlns:r="http://schemas.openxmlformats.org/officeDocument/2006/relationships" xmlns:a="http://schemas.openxmlformats.org/drawingml/2006/main" r:embed="R3f167992cd00425e"/>
          <a:srcRect xmlns:a="http://schemas.openxmlformats.org/drawingml/2006/main" l="0" t="0" r="0" b="0"/>
          <a:stretch xmlns:a="http://schemas.openxmlformats.org/drawingml/2006/main">
            <a:fillRect l="0" t="0" r="0" b="0"/>
          </a:stretch>
        </p:blipFill>
        <p:spPr>
          <a:xfrm xmlns:a="http://schemas.openxmlformats.org/drawingml/2006/main">
            <a:off x="8439150" y="2847975"/>
            <a:ext cx="1905000" cy="2314575"/>
          </a:xfrm>
          <a:prstGeom xmlns:a="http://schemas.openxmlformats.org/drawingml/2006/main" prst="rect">
            <a:avLst/>
          </a:prstGeom>
        </p:spPr>
      </p:pic>
      <p:sp>
        <p:nvSpPr>
          <p:cNvPr id="47" name="ppo-training-robots">
            <a:extLst xmlns:a="http://schemas.openxmlformats.org/drawingml/2006/main">
              <a:ext uri="{FF2B5EF4-FFF2-40B4-BE49-F238E27FC236}">
                <a16:creationId xmlns:a16="http://schemas.microsoft.com/office/drawing/2014/main" id="{46C8E7CD-8E24-4EE6-B0B7-2BF086D4A91E}"/>
              </a:ext>
            </a:extLst>
          </p:cNvPr>
          <p:cNvSpPr>
            <a:spLocks xmlns:a="http://schemas.openxmlformats.org/drawingml/2006/main" noGrp="1"/>
          </p:cNvSpPr>
          <p:nvPr/>
        </p:nvSpPr>
        <p:spPr>
          <a:xfrm xmlns:a="http://schemas.openxmlformats.org/drawingml/2006/main" rot="0">
            <a:off x="8439150" y="2847975"/>
            <a:ext cx="1905000" cy="2314575"/>
          </a:xfrm>
          <a:prstGeom xmlns:a="http://schemas.openxmlformats.org/drawingml/2006/main" prst="rect">
            <a:avLst/>
          </a:prstGeom>
          <a:noFill xmlns:a="http://schemas.openxmlformats.org/drawingml/2006/main"/>
          <a:ln xmlns:a="http://schemas.openxmlformats.org/drawingml/2006/main" w="0">
            <a:noFill/>
          </a:ln>
        </p:spPr>
      </p:sp>
      <p:sp>
        <p:nvSpPr>
          <p:cNvPr id="48" name="ppo-label">
            <a:extLst xmlns:a="http://schemas.openxmlformats.org/drawingml/2006/main">
              <a:ext uri="{FF2B5EF4-FFF2-40B4-BE49-F238E27FC236}">
                <a16:creationId xmlns:a16="http://schemas.microsoft.com/office/drawing/2014/main" id="{0536DC7A-BE64-403C-9BF8-D84393E29B07}"/>
              </a:ext>
            </a:extLst>
          </p:cNvPr>
          <p:cNvSpPr>
            <a:spLocks xmlns:a="http://schemas.openxmlformats.org/drawingml/2006/main" noGrp="1"/>
          </p:cNvSpPr>
          <p:nvPr/>
        </p:nvSpPr>
        <p:spPr>
          <a:xfrm xmlns:a="http://schemas.openxmlformats.org/drawingml/2006/main" rot="5400000">
            <a:off x="9467850" y="3857625"/>
            <a:ext cx="2371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333333"/>
                </a:solidFill>
                <a:latin typeface="Times New Roman"/>
                <a:ea typeface="Times New Roman"/>
                <a:cs typeface="Times New Roman"/>
              </a:defRPr>
            </a:defPPr>
          </a:lstStyle>
          <a:p xmlns:a="http://schemas.openxmlformats.org/drawingml/2006/main">
            <a:pPr algn="ctr">
              <a:defRPr sz="1725" b="1" i="0">
                <a:solidFill>
                  <a:srgbClr val="333333"/>
                </a:solidFill>
                <a:latin typeface="Times New Roman"/>
                <a:ea typeface="Times New Roman"/>
                <a:cs typeface="Times New Roman"/>
              </a:defRPr>
            </a:pPr>
            <a:r>
              <a:rPr sz="1725" b="1" i="0">
                <a:solidFill>
                  <a:srgbClr val="333333"/>
                </a:solidFill>
                <a:latin typeface="Times New Roman"/>
                <a:ea typeface="Times New Roman"/>
                <a:cs typeface="Times New Roman"/>
              </a:rPr>
              <a:t>IsaacGym PPO Training</a:t>
            </a:r>
          </a:p>
        </p:txBody>
      </p:sp>
      <p:sp>
        <p:nvSpPr>
          <p:cNvPr id="49" name="step1">
            <a:extLst xmlns:a="http://schemas.openxmlformats.org/drawingml/2006/main">
              <a:ext uri="{FF2B5EF4-FFF2-40B4-BE49-F238E27FC236}">
                <a16:creationId xmlns:a16="http://schemas.microsoft.com/office/drawing/2014/main" id="{BB0DA608-A1BA-48C5-B636-574197480BD9}"/>
              </a:ext>
            </a:extLst>
          </p:cNvPr>
          <p:cNvSpPr>
            <a:spLocks xmlns:a="http://schemas.openxmlformats.org/drawingml/2006/main" noGrp="1"/>
          </p:cNvSpPr>
          <p:nvPr/>
        </p:nvSpPr>
        <p:spPr>
          <a:xfrm xmlns:a="http://schemas.openxmlformats.org/drawingml/2006/main" rot="0">
            <a:off x="2562225" y="571500"/>
            <a:ext cx="466725" cy="561975"/>
          </a:xfrm>
          <a:custGeom xmlns:a="http://schemas.openxmlformats.org/drawingml/2006/main">
            <a:pathLst>
              <a:path w="466725" h="561975">
                <a:moveTo>
                  <a:pt x="28575" y="561975"/>
                </a:moveTo>
                <a:cubicBezTo>
                  <a:pt x="0" y="171450"/>
                  <a:pt x="152400" y="0"/>
                  <a:pt x="466725" y="0"/>
                </a:cubicBezTo>
              </a:path>
            </a:pathLst>
          </a:custGeom>
          <a:noFill xmlns:a="http://schemas.openxmlformats.org/drawingml/2006/main"/>
          <a:ln xmlns:a="http://schemas.openxmlformats.org/drawingml/2006/main" w="47625">
            <a:solidFill>
              <a:srgbClr val="000000"/>
            </a:solidFill>
            <a:prstDash val="solid"/>
          </a:ln>
        </p:spPr>
      </p:sp>
      <p:sp>
        <p:nvSpPr>
          <p:cNvPr id="50" name="step1-final">
            <a:extLst xmlns:a="http://schemas.openxmlformats.org/drawingml/2006/main">
              <a:ext uri="{FF2B5EF4-FFF2-40B4-BE49-F238E27FC236}">
                <a16:creationId xmlns:a16="http://schemas.microsoft.com/office/drawing/2014/main" id="{741DCF1F-6520-41B4-907F-F69C6CA958A6}"/>
              </a:ext>
            </a:extLst>
          </p:cNvPr>
          <p:cNvSpPr>
            <a:spLocks xmlns:a="http://schemas.openxmlformats.org/drawingml/2006/main" noGrp="1"/>
          </p:cNvSpPr>
          <p:nvPr/>
        </p:nvSpPr>
        <p:spPr>
          <a:xfrm xmlns:a="http://schemas.openxmlformats.org/drawingml/2006/main" rot="0">
            <a:off x="3009900" y="571500"/>
            <a:ext cx="1885950" cy="95"/>
          </a:xfrm>
          <a:custGeom xmlns:a="http://schemas.openxmlformats.org/drawingml/2006/main">
            <a:pathLst>
              <a:path w="1885950" h="95">
                <a:moveTo>
                  <a:pt x="0" y="0"/>
                </a:moveTo>
                <a:lnTo>
                  <a:pt x="1885950" y="0"/>
                </a:lnTo>
              </a:path>
            </a:pathLst>
          </a:custGeom>
          <a:noFill xmlns:a="http://schemas.openxmlformats.org/drawingml/2006/main"/>
          <a:ln xmlns:a="http://schemas.openxmlformats.org/drawingml/2006/main" w="47625">
            <a:solidFill>
              <a:srgbClr val="000000"/>
            </a:solidFill>
            <a:prstDash val="solid"/>
          </a:ln>
        </p:spPr>
      </p:sp>
      <p:sp>
        <p:nvSpPr>
          <p:cNvPr id="51" name="step1-final-tip">
            <a:extLst xmlns:a="http://schemas.openxmlformats.org/drawingml/2006/main">
              <a:ext uri="{FF2B5EF4-FFF2-40B4-BE49-F238E27FC236}">
                <a16:creationId xmlns:a16="http://schemas.microsoft.com/office/drawing/2014/main" id="{7642AF1D-AD25-4FAD-A070-175573CD64CC}"/>
              </a:ext>
            </a:extLst>
          </p:cNvPr>
          <p:cNvSpPr>
            <a:spLocks xmlns:a="http://schemas.openxmlformats.org/drawingml/2006/main" noGrp="1"/>
          </p:cNvSpPr>
          <p:nvPr/>
        </p:nvSpPr>
        <p:spPr>
          <a:xfrm xmlns:a="http://schemas.openxmlformats.org/drawingml/2006/main" rot="0">
            <a:off x="4667250" y="468630"/>
            <a:ext cx="228600" cy="205740"/>
          </a:xfrm>
          <a:custGeom xmlns:a="http://schemas.openxmlformats.org/drawingml/2006/main">
            <a:pathLst>
              <a:path w="228600" h="205740">
                <a:moveTo>
                  <a:pt x="0" y="205740"/>
                </a:moveTo>
                <a:lnTo>
                  <a:pt x="228600" y="102870"/>
                </a:lnTo>
                <a:lnTo>
                  <a:pt x="0" y="0"/>
                </a:lnTo>
                <a:close/>
              </a:path>
            </a:pathLst>
          </a:custGeom>
          <a:solidFill xmlns:a="http://schemas.openxmlformats.org/drawingml/2006/main">
            <a:srgbClr val="000000"/>
          </a:solidFill>
          <a:ln xmlns:a="http://schemas.openxmlformats.org/drawingml/2006/main" w="0">
            <a:solidFill>
              <a:srgbClr val="000000"/>
            </a:solidFill>
            <a:prstDash val="solid"/>
          </a:ln>
        </p:spPr>
      </p:sp>
      <p:sp>
        <p:nvSpPr>
          <p:cNvPr id="52" name="rf-execution">
            <a:extLst xmlns:a="http://schemas.openxmlformats.org/drawingml/2006/main">
              <a:ext uri="{FF2B5EF4-FFF2-40B4-BE49-F238E27FC236}">
                <a16:creationId xmlns:a16="http://schemas.microsoft.com/office/drawing/2014/main" id="{16A49C6A-87FC-4780-81A3-DA74F334ED3A}"/>
              </a:ext>
            </a:extLst>
          </p:cNvPr>
          <p:cNvSpPr>
            <a:spLocks xmlns:a="http://schemas.openxmlformats.org/drawingml/2006/main" noGrp="1"/>
          </p:cNvSpPr>
          <p:nvPr/>
        </p:nvSpPr>
        <p:spPr>
          <a:xfrm xmlns:a="http://schemas.openxmlformats.org/drawingml/2006/main" rot="0">
            <a:off x="6553200" y="1266825"/>
            <a:ext cx="323850" cy="95"/>
          </a:xfrm>
          <a:custGeom xmlns:a="http://schemas.openxmlformats.org/drawingml/2006/main">
            <a:pathLst>
              <a:path w="323850" h="95">
                <a:moveTo>
                  <a:pt x="0" y="0"/>
                </a:moveTo>
                <a:lnTo>
                  <a:pt x="323850" y="0"/>
                </a:lnTo>
              </a:path>
            </a:pathLst>
          </a:custGeom>
          <a:noFill xmlns:a="http://schemas.openxmlformats.org/drawingml/2006/main"/>
          <a:ln xmlns:a="http://schemas.openxmlformats.org/drawingml/2006/main" w="23813">
            <a:solidFill>
              <a:srgbClr val="333333"/>
            </a:solidFill>
            <a:prstDash val="solid"/>
          </a:ln>
        </p:spPr>
      </p:sp>
      <p:sp>
        <p:nvSpPr>
          <p:cNvPr id="53" name="rf-execution-tip">
            <a:extLst xmlns:a="http://schemas.openxmlformats.org/drawingml/2006/main">
              <a:ext uri="{FF2B5EF4-FFF2-40B4-BE49-F238E27FC236}">
                <a16:creationId xmlns:a16="http://schemas.microsoft.com/office/drawing/2014/main" id="{24F5B3BE-19B8-4965-8932-F9FE30524926}"/>
              </a:ext>
            </a:extLst>
          </p:cNvPr>
          <p:cNvSpPr>
            <a:spLocks xmlns:a="http://schemas.openxmlformats.org/drawingml/2006/main" noGrp="1"/>
          </p:cNvSpPr>
          <p:nvPr/>
        </p:nvSpPr>
        <p:spPr>
          <a:xfrm xmlns:a="http://schemas.openxmlformats.org/drawingml/2006/main" rot="0">
            <a:off x="6791325" y="1228249"/>
            <a:ext cx="85725" cy="77153"/>
          </a:xfrm>
          <a:custGeom xmlns:a="http://schemas.openxmlformats.org/drawingml/2006/main">
            <a:pathLst>
              <a:path w="85725" h="77153">
                <a:moveTo>
                  <a:pt x="0" y="77153"/>
                </a:moveTo>
                <a:lnTo>
                  <a:pt x="85725" y="38576"/>
                </a:lnTo>
                <a:lnTo>
                  <a:pt x="0" y="0"/>
                </a:lnTo>
                <a:close/>
              </a:path>
            </a:pathLst>
          </a:custGeom>
          <a:solidFill xmlns:a="http://schemas.openxmlformats.org/drawingml/2006/main">
            <a:srgbClr val="333333"/>
          </a:solidFill>
          <a:ln xmlns:a="http://schemas.openxmlformats.org/drawingml/2006/main" w="0">
            <a:solidFill>
              <a:srgbClr val="333333"/>
            </a:solidFill>
            <a:prstDash val="solid"/>
          </a:ln>
        </p:spPr>
      </p:sp>
      <p:sp>
        <p:nvSpPr>
          <p:cNvPr id="54" name="step2">
            <a:extLst xmlns:a="http://schemas.openxmlformats.org/drawingml/2006/main">
              <a:ext uri="{FF2B5EF4-FFF2-40B4-BE49-F238E27FC236}">
                <a16:creationId xmlns:a16="http://schemas.microsoft.com/office/drawing/2014/main" id="{FEDE96CE-A9C1-48C5-AEAF-1E75424F35F0}"/>
              </a:ext>
            </a:extLst>
          </p:cNvPr>
          <p:cNvSpPr>
            <a:spLocks xmlns:a="http://schemas.openxmlformats.org/drawingml/2006/main" noGrp="1"/>
          </p:cNvSpPr>
          <p:nvPr/>
        </p:nvSpPr>
        <p:spPr>
          <a:xfrm xmlns:a="http://schemas.openxmlformats.org/drawingml/2006/main" rot="0">
            <a:off x="9353550" y="2466975"/>
            <a:ext cx="95" cy="361950"/>
          </a:xfrm>
          <a:custGeom xmlns:a="http://schemas.openxmlformats.org/drawingml/2006/main">
            <a:pathLst>
              <a:path w="95" h="361950">
                <a:moveTo>
                  <a:pt x="0" y="0"/>
                </a:moveTo>
                <a:lnTo>
                  <a:pt x="0" y="361950"/>
                </a:lnTo>
              </a:path>
            </a:pathLst>
          </a:custGeom>
          <a:noFill xmlns:a="http://schemas.openxmlformats.org/drawingml/2006/main"/>
          <a:ln xmlns:a="http://schemas.openxmlformats.org/drawingml/2006/main" w="28575">
            <a:solidFill>
              <a:srgbClr val="333333"/>
            </a:solidFill>
            <a:prstDash val="solid"/>
          </a:ln>
        </p:spPr>
      </p:sp>
      <p:sp>
        <p:nvSpPr>
          <p:cNvPr id="55" name="step2-tip">
            <a:extLst xmlns:a="http://schemas.openxmlformats.org/drawingml/2006/main">
              <a:ext uri="{FF2B5EF4-FFF2-40B4-BE49-F238E27FC236}">
                <a16:creationId xmlns:a16="http://schemas.microsoft.com/office/drawing/2014/main" id="{A8A5DAFD-5CC2-479C-BA94-6BE249B44640}"/>
              </a:ext>
            </a:extLst>
          </p:cNvPr>
          <p:cNvSpPr>
            <a:spLocks xmlns:a="http://schemas.openxmlformats.org/drawingml/2006/main" noGrp="1"/>
          </p:cNvSpPr>
          <p:nvPr/>
        </p:nvSpPr>
        <p:spPr>
          <a:xfrm xmlns:a="http://schemas.openxmlformats.org/drawingml/2006/main" rot="0">
            <a:off x="9306401" y="2724150"/>
            <a:ext cx="94298" cy="104775"/>
          </a:xfrm>
          <a:custGeom xmlns:a="http://schemas.openxmlformats.org/drawingml/2006/main">
            <a:pathLst>
              <a:path w="94298" h="104775">
                <a:moveTo>
                  <a:pt x="0" y="0"/>
                </a:moveTo>
                <a:lnTo>
                  <a:pt x="47149" y="104775"/>
                </a:lnTo>
                <a:lnTo>
                  <a:pt x="94298" y="0"/>
                </a:lnTo>
                <a:close/>
              </a:path>
            </a:pathLst>
          </a:custGeom>
          <a:solidFill xmlns:a="http://schemas.openxmlformats.org/drawingml/2006/main">
            <a:srgbClr val="333333"/>
          </a:solidFill>
          <a:ln xmlns:a="http://schemas.openxmlformats.org/drawingml/2006/main" w="0">
            <a:solidFill>
              <a:srgbClr val="333333"/>
            </a:solidFill>
            <a:prstDash val="solid"/>
          </a:ln>
        </p:spPr>
      </p:sp>
      <p:sp>
        <p:nvSpPr>
          <p:cNvPr id="56" name="step3">
            <a:extLst xmlns:a="http://schemas.openxmlformats.org/drawingml/2006/main">
              <a:ext uri="{FF2B5EF4-FFF2-40B4-BE49-F238E27FC236}">
                <a16:creationId xmlns:a16="http://schemas.microsoft.com/office/drawing/2014/main" id="{2349C89B-CA83-48E3-82F5-0CFB5F4868ED}"/>
              </a:ext>
            </a:extLst>
          </p:cNvPr>
          <p:cNvSpPr>
            <a:spLocks xmlns:a="http://schemas.openxmlformats.org/drawingml/2006/main" noGrp="1"/>
          </p:cNvSpPr>
          <p:nvPr/>
        </p:nvSpPr>
        <p:spPr>
          <a:xfrm xmlns:a="http://schemas.openxmlformats.org/drawingml/2006/main" rot="0">
            <a:off x="7753350" y="3248025"/>
            <a:ext cx="666750" cy="95"/>
          </a:xfrm>
          <a:custGeom xmlns:a="http://schemas.openxmlformats.org/drawingml/2006/main">
            <a:pathLst>
              <a:path w="666750" h="95">
                <a:moveTo>
                  <a:pt x="666750" y="0"/>
                </a:moveTo>
                <a:lnTo>
                  <a:pt x="0" y="0"/>
                </a:lnTo>
              </a:path>
            </a:pathLst>
          </a:custGeom>
          <a:noFill xmlns:a="http://schemas.openxmlformats.org/drawingml/2006/main"/>
          <a:ln xmlns:a="http://schemas.openxmlformats.org/drawingml/2006/main" w="33338">
            <a:solidFill>
              <a:srgbClr val="333333"/>
            </a:solidFill>
            <a:prstDash val="solid"/>
          </a:ln>
        </p:spPr>
      </p:sp>
      <p:sp>
        <p:nvSpPr>
          <p:cNvPr id="57" name="step3-tip">
            <a:extLst xmlns:a="http://schemas.openxmlformats.org/drawingml/2006/main">
              <a:ext uri="{FF2B5EF4-FFF2-40B4-BE49-F238E27FC236}">
                <a16:creationId xmlns:a16="http://schemas.microsoft.com/office/drawing/2014/main" id="{6D4D5E5D-07DD-4EDD-AFCC-B73E64C1E153}"/>
              </a:ext>
            </a:extLst>
          </p:cNvPr>
          <p:cNvSpPr>
            <a:spLocks xmlns:a="http://schemas.openxmlformats.org/drawingml/2006/main" noGrp="1"/>
          </p:cNvSpPr>
          <p:nvPr/>
        </p:nvSpPr>
        <p:spPr>
          <a:xfrm xmlns:a="http://schemas.openxmlformats.org/drawingml/2006/main" rot="0">
            <a:off x="7753350" y="3196590"/>
            <a:ext cx="114300" cy="102870"/>
          </a:xfrm>
          <a:custGeom xmlns:a="http://schemas.openxmlformats.org/drawingml/2006/main">
            <a:pathLst>
              <a:path w="114300" h="102870">
                <a:moveTo>
                  <a:pt x="114300" y="0"/>
                </a:moveTo>
                <a:lnTo>
                  <a:pt x="0" y="51435"/>
                </a:lnTo>
                <a:lnTo>
                  <a:pt x="114300" y="102870"/>
                </a:lnTo>
                <a:close/>
              </a:path>
            </a:pathLst>
          </a:custGeom>
          <a:solidFill xmlns:a="http://schemas.openxmlformats.org/drawingml/2006/main">
            <a:srgbClr val="333333"/>
          </a:solidFill>
          <a:ln xmlns:a="http://schemas.openxmlformats.org/drawingml/2006/main" w="0">
            <a:solidFill>
              <a:srgbClr val="333333"/>
            </a:solidFill>
            <a:prstDash val="solid"/>
          </a:ln>
        </p:spPr>
      </p:sp>
      <p:sp>
        <p:nvSpPr>
          <p:cNvPr id="58" name="step4">
            <a:extLst xmlns:a="http://schemas.openxmlformats.org/drawingml/2006/main">
              <a:ext uri="{FF2B5EF4-FFF2-40B4-BE49-F238E27FC236}">
                <a16:creationId xmlns:a16="http://schemas.microsoft.com/office/drawing/2014/main" id="{C2CA550C-9222-439B-A8CB-5304195179CC}"/>
              </a:ext>
            </a:extLst>
          </p:cNvPr>
          <p:cNvSpPr>
            <a:spLocks xmlns:a="http://schemas.openxmlformats.org/drawingml/2006/main" noGrp="1"/>
          </p:cNvSpPr>
          <p:nvPr/>
        </p:nvSpPr>
        <p:spPr>
          <a:xfrm xmlns:a="http://schemas.openxmlformats.org/drawingml/2006/main" rot="0">
            <a:off x="7953375" y="4552950"/>
            <a:ext cx="476250" cy="95"/>
          </a:xfrm>
          <a:custGeom xmlns:a="http://schemas.openxmlformats.org/drawingml/2006/main">
            <a:pathLst>
              <a:path w="476250" h="95">
                <a:moveTo>
                  <a:pt x="476250" y="0"/>
                </a:moveTo>
                <a:lnTo>
                  <a:pt x="0" y="0"/>
                </a:lnTo>
              </a:path>
            </a:pathLst>
          </a:custGeom>
          <a:noFill xmlns:a="http://schemas.openxmlformats.org/drawingml/2006/main"/>
          <a:ln xmlns:a="http://schemas.openxmlformats.org/drawingml/2006/main" w="33338">
            <a:solidFill>
              <a:srgbClr val="333333"/>
            </a:solidFill>
            <a:prstDash val="solid"/>
          </a:ln>
        </p:spPr>
      </p:sp>
      <p:sp>
        <p:nvSpPr>
          <p:cNvPr id="59" name="step4-tip">
            <a:extLst xmlns:a="http://schemas.openxmlformats.org/drawingml/2006/main">
              <a:ext uri="{FF2B5EF4-FFF2-40B4-BE49-F238E27FC236}">
                <a16:creationId xmlns:a16="http://schemas.microsoft.com/office/drawing/2014/main" id="{6D1193A5-0C07-4F87-A214-2031030696F1}"/>
              </a:ext>
            </a:extLst>
          </p:cNvPr>
          <p:cNvSpPr>
            <a:spLocks xmlns:a="http://schemas.openxmlformats.org/drawingml/2006/main" noGrp="1"/>
          </p:cNvSpPr>
          <p:nvPr/>
        </p:nvSpPr>
        <p:spPr>
          <a:xfrm xmlns:a="http://schemas.openxmlformats.org/drawingml/2006/main" rot="0">
            <a:off x="7953375" y="4501515"/>
            <a:ext cx="114300" cy="102870"/>
          </a:xfrm>
          <a:custGeom xmlns:a="http://schemas.openxmlformats.org/drawingml/2006/main">
            <a:pathLst>
              <a:path w="114300" h="102870">
                <a:moveTo>
                  <a:pt x="114300" y="0"/>
                </a:moveTo>
                <a:lnTo>
                  <a:pt x="0" y="51435"/>
                </a:lnTo>
                <a:lnTo>
                  <a:pt x="114300" y="102870"/>
                </a:lnTo>
                <a:close/>
              </a:path>
            </a:pathLst>
          </a:custGeom>
          <a:solidFill xmlns:a="http://schemas.openxmlformats.org/drawingml/2006/main">
            <a:srgbClr val="333333"/>
          </a:solidFill>
          <a:ln xmlns:a="http://schemas.openxmlformats.org/drawingml/2006/main" w="0">
            <a:solidFill>
              <a:srgbClr val="333333"/>
            </a:solidFill>
            <a:prstDash val="solid"/>
          </a:ln>
        </p:spPr>
      </p:sp>
      <p:sp>
        <p:nvSpPr>
          <p:cNvPr id="60" name="step5">
            <a:extLst xmlns:a="http://schemas.openxmlformats.org/drawingml/2006/main">
              <a:ext uri="{FF2B5EF4-FFF2-40B4-BE49-F238E27FC236}">
                <a16:creationId xmlns:a16="http://schemas.microsoft.com/office/drawing/2014/main" id="{85F59AFB-C89A-4F2D-9A0A-E578B1B2DFF0}"/>
              </a:ext>
            </a:extLst>
          </p:cNvPr>
          <p:cNvSpPr>
            <a:spLocks xmlns:a="http://schemas.openxmlformats.org/drawingml/2006/main" noGrp="1"/>
          </p:cNvSpPr>
          <p:nvPr/>
        </p:nvSpPr>
        <p:spPr>
          <a:xfrm xmlns:a="http://schemas.openxmlformats.org/drawingml/2006/main" rot="0">
            <a:off x="3629025" y="4657725"/>
            <a:ext cx="1905000" cy="95"/>
          </a:xfrm>
          <a:custGeom xmlns:a="http://schemas.openxmlformats.org/drawingml/2006/main">
            <a:pathLst>
              <a:path w="1905000" h="95">
                <a:moveTo>
                  <a:pt x="1905000" y="0"/>
                </a:moveTo>
                <a:lnTo>
                  <a:pt x="0" y="0"/>
                </a:lnTo>
              </a:path>
            </a:pathLst>
          </a:custGeom>
          <a:noFill xmlns:a="http://schemas.openxmlformats.org/drawingml/2006/main"/>
          <a:ln xmlns:a="http://schemas.openxmlformats.org/drawingml/2006/main" w="33338">
            <a:solidFill>
              <a:srgbClr val="000000"/>
            </a:solidFill>
            <a:prstDash val="solid"/>
          </a:ln>
        </p:spPr>
      </p:sp>
      <p:sp>
        <p:nvSpPr>
          <p:cNvPr id="61" name="step5-return">
            <a:extLst xmlns:a="http://schemas.openxmlformats.org/drawingml/2006/main">
              <a:ext uri="{FF2B5EF4-FFF2-40B4-BE49-F238E27FC236}">
                <a16:creationId xmlns:a16="http://schemas.microsoft.com/office/drawing/2014/main" id="{DF887EB9-9B12-447A-BCDE-8E7F33E959A0}"/>
              </a:ext>
            </a:extLst>
          </p:cNvPr>
          <p:cNvSpPr>
            <a:spLocks xmlns:a="http://schemas.openxmlformats.org/drawingml/2006/main" noGrp="1"/>
          </p:cNvSpPr>
          <p:nvPr/>
        </p:nvSpPr>
        <p:spPr>
          <a:xfrm xmlns:a="http://schemas.openxmlformats.org/drawingml/2006/main" rot="0">
            <a:off x="3371850" y="4333875"/>
            <a:ext cx="257175" cy="323850"/>
          </a:xfrm>
          <a:custGeom xmlns:a="http://schemas.openxmlformats.org/drawingml/2006/main">
            <a:pathLst>
              <a:path w="257175" h="323850">
                <a:moveTo>
                  <a:pt x="257175" y="323850"/>
                </a:moveTo>
                <a:cubicBezTo>
                  <a:pt x="0" y="323850"/>
                  <a:pt x="9525" y="171450"/>
                  <a:pt x="0" y="0"/>
                </a:cubicBezTo>
              </a:path>
            </a:pathLst>
          </a:custGeom>
          <a:noFill xmlns:a="http://schemas.openxmlformats.org/drawingml/2006/main"/>
          <a:ln xmlns:a="http://schemas.openxmlformats.org/drawingml/2006/main" w="33338">
            <a:solidFill>
              <a:srgbClr val="000000"/>
            </a:solidFill>
            <a:prstDash val="solid"/>
          </a:ln>
        </p:spPr>
      </p:sp>
      <p:sp>
        <p:nvSpPr>
          <p:cNvPr id="62" name="step5-return-tip">
            <a:extLst xmlns:a="http://schemas.openxmlformats.org/drawingml/2006/main">
              <a:ext uri="{FF2B5EF4-FFF2-40B4-BE49-F238E27FC236}">
                <a16:creationId xmlns:a16="http://schemas.microsoft.com/office/drawing/2014/main" id="{C68F2677-0E79-4744-AFA2-1784D6620AFA}"/>
              </a:ext>
            </a:extLst>
          </p:cNvPr>
          <p:cNvSpPr>
            <a:spLocks xmlns:a="http://schemas.openxmlformats.org/drawingml/2006/main" noGrp="1"/>
          </p:cNvSpPr>
          <p:nvPr/>
        </p:nvSpPr>
        <p:spPr>
          <a:xfrm xmlns:a="http://schemas.openxmlformats.org/drawingml/2006/main" rot="0">
            <a:off x="3311829" y="4333875"/>
            <a:ext cx="136949" cy="155969"/>
          </a:xfrm>
          <a:custGeom xmlns:a="http://schemas.openxmlformats.org/drawingml/2006/main">
            <a:pathLst>
              <a:path w="136949" h="155969">
                <a:moveTo>
                  <a:pt x="136949" y="148361"/>
                </a:moveTo>
                <a:lnTo>
                  <a:pt x="60021" y="0"/>
                </a:lnTo>
                <a:lnTo>
                  <a:pt x="0" y="155969"/>
                </a:lnTo>
                <a:close/>
              </a:path>
            </a:pathLst>
          </a:custGeom>
          <a:solidFill xmlns:a="http://schemas.openxmlformats.org/drawingml/2006/main">
            <a:srgbClr val="000000"/>
          </a:solidFill>
          <a:ln xmlns:a="http://schemas.openxmlformats.org/drawingml/2006/main" w="0">
            <a:solidFill>
              <a:srgbClr val="000000"/>
            </a:solidFill>
            <a:prstDash val="solid"/>
          </a:ln>
        </p:spPr>
      </p:sp>
      <p:sp>
        <p:nvSpPr>
          <p:cNvPr id="63" name="step6">
            <a:extLst xmlns:a="http://schemas.openxmlformats.org/drawingml/2006/main">
              <a:ext uri="{FF2B5EF4-FFF2-40B4-BE49-F238E27FC236}">
                <a16:creationId xmlns:a16="http://schemas.microsoft.com/office/drawing/2014/main" id="{29FC782A-ADB6-4E1D-AA26-B6EC220EE224}"/>
              </a:ext>
            </a:extLst>
          </p:cNvPr>
          <p:cNvSpPr>
            <a:spLocks xmlns:a="http://schemas.openxmlformats.org/drawingml/2006/main" noGrp="1"/>
          </p:cNvSpPr>
          <p:nvPr/>
        </p:nvSpPr>
        <p:spPr>
          <a:xfrm xmlns:a="http://schemas.openxmlformats.org/drawingml/2006/main" rot="0">
            <a:off x="4514850" y="3600450"/>
            <a:ext cx="962025" cy="95"/>
          </a:xfrm>
          <a:custGeom xmlns:a="http://schemas.openxmlformats.org/drawingml/2006/main">
            <a:pathLst>
              <a:path w="962025" h="95">
                <a:moveTo>
                  <a:pt x="0" y="0"/>
                </a:moveTo>
                <a:lnTo>
                  <a:pt x="962025" y="0"/>
                </a:lnTo>
              </a:path>
            </a:pathLst>
          </a:custGeom>
          <a:noFill xmlns:a="http://schemas.openxmlformats.org/drawingml/2006/main"/>
          <a:ln xmlns:a="http://schemas.openxmlformats.org/drawingml/2006/main" w="33338">
            <a:solidFill>
              <a:srgbClr val="333333"/>
            </a:solidFill>
            <a:prstDash val="solid"/>
          </a:ln>
        </p:spPr>
      </p:sp>
      <p:sp>
        <p:nvSpPr>
          <p:cNvPr id="64" name="step6-tip">
            <a:extLst xmlns:a="http://schemas.openxmlformats.org/drawingml/2006/main">
              <a:ext uri="{FF2B5EF4-FFF2-40B4-BE49-F238E27FC236}">
                <a16:creationId xmlns:a16="http://schemas.microsoft.com/office/drawing/2014/main" id="{39BEE406-09A0-4B83-B198-3E8423C982C9}"/>
              </a:ext>
            </a:extLst>
          </p:cNvPr>
          <p:cNvSpPr>
            <a:spLocks xmlns:a="http://schemas.openxmlformats.org/drawingml/2006/main" noGrp="1"/>
          </p:cNvSpPr>
          <p:nvPr/>
        </p:nvSpPr>
        <p:spPr>
          <a:xfrm xmlns:a="http://schemas.openxmlformats.org/drawingml/2006/main" rot="0">
            <a:off x="5362575" y="3549015"/>
            <a:ext cx="114300" cy="102870"/>
          </a:xfrm>
          <a:custGeom xmlns:a="http://schemas.openxmlformats.org/drawingml/2006/main">
            <a:pathLst>
              <a:path w="114300" h="102870">
                <a:moveTo>
                  <a:pt x="0" y="102870"/>
                </a:moveTo>
                <a:lnTo>
                  <a:pt x="114300" y="51435"/>
                </a:lnTo>
                <a:lnTo>
                  <a:pt x="0" y="0"/>
                </a:lnTo>
                <a:close/>
              </a:path>
            </a:pathLst>
          </a:custGeom>
          <a:solidFill xmlns:a="http://schemas.openxmlformats.org/drawingml/2006/main">
            <a:srgbClr val="333333"/>
          </a:solidFill>
          <a:ln xmlns:a="http://schemas.openxmlformats.org/drawingml/2006/main" w="0">
            <a:solidFill>
              <a:srgbClr val="333333"/>
            </a:solidFill>
            <a:prstDash val="solid"/>
          </a:ln>
        </p:spPr>
      </p:sp>
      <p:sp>
        <p:nvSpPr>
          <p:cNvPr id="65" name="step7">
            <a:extLst xmlns:a="http://schemas.openxmlformats.org/drawingml/2006/main">
              <a:ext uri="{FF2B5EF4-FFF2-40B4-BE49-F238E27FC236}">
                <a16:creationId xmlns:a16="http://schemas.microsoft.com/office/drawing/2014/main" id="{94110323-6B52-43A9-8307-E6E9A5E513B4}"/>
              </a:ext>
            </a:extLst>
          </p:cNvPr>
          <p:cNvSpPr>
            <a:spLocks xmlns:a="http://schemas.openxmlformats.org/drawingml/2006/main" noGrp="1"/>
          </p:cNvSpPr>
          <p:nvPr/>
        </p:nvSpPr>
        <p:spPr>
          <a:xfrm xmlns:a="http://schemas.openxmlformats.org/drawingml/2006/main" rot="0">
            <a:off x="4438650" y="2466975"/>
            <a:ext cx="781050" cy="666750"/>
          </a:xfrm>
          <a:custGeom xmlns:a="http://schemas.openxmlformats.org/drawingml/2006/main">
            <a:pathLst>
              <a:path w="781050" h="666750">
                <a:moveTo>
                  <a:pt x="781050" y="666750"/>
                </a:moveTo>
                <a:lnTo>
                  <a:pt x="390525" y="666750"/>
                </a:lnTo>
                <a:lnTo>
                  <a:pt x="390525" y="0"/>
                </a:lnTo>
                <a:lnTo>
                  <a:pt x="0" y="0"/>
                </a:lnTo>
              </a:path>
            </a:pathLst>
          </a:custGeom>
          <a:noFill xmlns:a="http://schemas.openxmlformats.org/drawingml/2006/main"/>
          <a:ln xmlns:a="http://schemas.openxmlformats.org/drawingml/2006/main" w="33338">
            <a:solidFill>
              <a:srgbClr val="000000"/>
            </a:solidFill>
            <a:prstDash val="solid"/>
          </a:ln>
        </p:spPr>
      </p:sp>
      <p:sp>
        <p:nvSpPr>
          <p:cNvPr id="66" name="step7-tip">
            <a:extLst xmlns:a="http://schemas.openxmlformats.org/drawingml/2006/main">
              <a:ext uri="{FF2B5EF4-FFF2-40B4-BE49-F238E27FC236}">
                <a16:creationId xmlns:a16="http://schemas.microsoft.com/office/drawing/2014/main" id="{918499C6-5D28-47F8-9497-27B98E0FBBF0}"/>
              </a:ext>
            </a:extLst>
          </p:cNvPr>
          <p:cNvSpPr>
            <a:spLocks xmlns:a="http://schemas.openxmlformats.org/drawingml/2006/main" noGrp="1"/>
          </p:cNvSpPr>
          <p:nvPr/>
        </p:nvSpPr>
        <p:spPr>
          <a:xfrm xmlns:a="http://schemas.openxmlformats.org/drawingml/2006/main" rot="0">
            <a:off x="4438650" y="2411254"/>
            <a:ext cx="123825" cy="111443"/>
          </a:xfrm>
          <a:custGeom xmlns:a="http://schemas.openxmlformats.org/drawingml/2006/main">
            <a:pathLst>
              <a:path w="123825" h="111443">
                <a:moveTo>
                  <a:pt x="123825" y="0"/>
                </a:moveTo>
                <a:lnTo>
                  <a:pt x="0" y="55721"/>
                </a:lnTo>
                <a:lnTo>
                  <a:pt x="123825" y="111443"/>
                </a:lnTo>
                <a:close/>
              </a:path>
            </a:pathLst>
          </a:custGeom>
          <a:solidFill xmlns:a="http://schemas.openxmlformats.org/drawingml/2006/main">
            <a:srgbClr val="000000"/>
          </a:solidFill>
          <a:ln xmlns:a="http://schemas.openxmlformats.org/drawingml/2006/main" w="0">
            <a:solidFill>
              <a:srgbClr val="000000"/>
            </a:solidFill>
            <a:prstDash val="solid"/>
          </a:ln>
        </p:spPr>
      </p:sp>
      <p:sp>
        <p:nvSpPr>
          <p:cNvPr id="67" name="step-number-1">
            <a:extLst xmlns:a="http://schemas.openxmlformats.org/drawingml/2006/main">
              <a:ext uri="{FF2B5EF4-FFF2-40B4-BE49-F238E27FC236}">
                <a16:creationId xmlns:a16="http://schemas.microsoft.com/office/drawing/2014/main" id="{C1B2633B-C4B1-44E4-A8D3-5A4B27BCBCA8}"/>
              </a:ext>
            </a:extLst>
          </p:cNvPr>
          <p:cNvSpPr>
            <a:spLocks xmlns:a="http://schemas.openxmlformats.org/drawingml/2006/main" noGrp="1"/>
          </p:cNvSpPr>
          <p:nvPr/>
        </p:nvSpPr>
        <p:spPr>
          <a:xfrm xmlns:a="http://schemas.openxmlformats.org/drawingml/2006/main" rot="0">
            <a:off x="2752725" y="7810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000000"/>
                </a:solidFill>
                <a:latin typeface="Times New Roman"/>
                <a:ea typeface="Times New Roman"/>
                <a:cs typeface="Times New Roman"/>
              </a:defRPr>
            </a:defPPr>
          </a:lstStyle>
          <a:p xmlns:a="http://schemas.openxmlformats.org/drawingml/2006/main">
            <a:pPr algn="ctr">
              <a:defRPr sz="1725" b="1" i="0">
                <a:solidFill>
                  <a:srgbClr val="000000"/>
                </a:solidFill>
                <a:latin typeface="Times New Roman"/>
                <a:ea typeface="Times New Roman"/>
                <a:cs typeface="Times New Roman"/>
              </a:defRPr>
            </a:pPr>
            <a:r>
              <a:rPr sz="1725" b="1" i="0">
                <a:solidFill>
                  <a:srgbClr val="000000"/>
                </a:solidFill>
                <a:latin typeface="Times New Roman"/>
                <a:ea typeface="Times New Roman"/>
                <a:cs typeface="Times New Roman"/>
              </a:rPr>
              <a:t>(1)</a:t>
            </a:r>
          </a:p>
        </p:txBody>
      </p:sp>
      <p:sp>
        <p:nvSpPr>
          <p:cNvPr id="68" name="step-number-2">
            <a:extLst xmlns:a="http://schemas.openxmlformats.org/drawingml/2006/main">
              <a:ext uri="{FF2B5EF4-FFF2-40B4-BE49-F238E27FC236}">
                <a16:creationId xmlns:a16="http://schemas.microsoft.com/office/drawing/2014/main" id="{3B5385A6-8696-483B-9CE3-898279235B38}"/>
              </a:ext>
            </a:extLst>
          </p:cNvPr>
          <p:cNvSpPr>
            <a:spLocks xmlns:a="http://schemas.openxmlformats.org/drawingml/2006/main" noGrp="1"/>
          </p:cNvSpPr>
          <p:nvPr/>
        </p:nvSpPr>
        <p:spPr>
          <a:xfrm xmlns:a="http://schemas.openxmlformats.org/drawingml/2006/main" rot="0">
            <a:off x="9505950" y="25050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000000"/>
                </a:solidFill>
                <a:latin typeface="Times New Roman"/>
                <a:ea typeface="Times New Roman"/>
                <a:cs typeface="Times New Roman"/>
              </a:defRPr>
            </a:defPPr>
          </a:lstStyle>
          <a:p xmlns:a="http://schemas.openxmlformats.org/drawingml/2006/main">
            <a:pPr algn="ctr">
              <a:defRPr sz="1725" b="1" i="0">
                <a:solidFill>
                  <a:srgbClr val="000000"/>
                </a:solidFill>
                <a:latin typeface="Times New Roman"/>
                <a:ea typeface="Times New Roman"/>
                <a:cs typeface="Times New Roman"/>
              </a:defRPr>
            </a:pPr>
            <a:r>
              <a:rPr sz="1725" b="1" i="0">
                <a:solidFill>
                  <a:srgbClr val="000000"/>
                </a:solidFill>
                <a:latin typeface="Times New Roman"/>
                <a:ea typeface="Times New Roman"/>
                <a:cs typeface="Times New Roman"/>
              </a:rPr>
              <a:t>(2)</a:t>
            </a:r>
          </a:p>
        </p:txBody>
      </p:sp>
      <p:sp>
        <p:nvSpPr>
          <p:cNvPr id="69" name="step-number-3">
            <a:extLst xmlns:a="http://schemas.openxmlformats.org/drawingml/2006/main">
              <a:ext uri="{FF2B5EF4-FFF2-40B4-BE49-F238E27FC236}">
                <a16:creationId xmlns:a16="http://schemas.microsoft.com/office/drawing/2014/main" id="{3D5A7187-7DC8-40DE-B19D-29AF2E6AA987}"/>
              </a:ext>
            </a:extLst>
          </p:cNvPr>
          <p:cNvSpPr>
            <a:spLocks xmlns:a="http://schemas.openxmlformats.org/drawingml/2006/main" noGrp="1"/>
          </p:cNvSpPr>
          <p:nvPr/>
        </p:nvSpPr>
        <p:spPr>
          <a:xfrm xmlns:a="http://schemas.openxmlformats.org/drawingml/2006/main" rot="0">
            <a:off x="8115300" y="29813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000000"/>
                </a:solidFill>
                <a:latin typeface="Times New Roman"/>
                <a:ea typeface="Times New Roman"/>
                <a:cs typeface="Times New Roman"/>
              </a:defRPr>
            </a:defPPr>
          </a:lstStyle>
          <a:p xmlns:a="http://schemas.openxmlformats.org/drawingml/2006/main">
            <a:pPr algn="ctr">
              <a:defRPr sz="1725" b="1" i="0">
                <a:solidFill>
                  <a:srgbClr val="000000"/>
                </a:solidFill>
                <a:latin typeface="Times New Roman"/>
                <a:ea typeface="Times New Roman"/>
                <a:cs typeface="Times New Roman"/>
              </a:defRPr>
            </a:pPr>
            <a:r>
              <a:rPr sz="1725" b="1" i="0">
                <a:solidFill>
                  <a:srgbClr val="000000"/>
                </a:solidFill>
                <a:latin typeface="Times New Roman"/>
                <a:ea typeface="Times New Roman"/>
                <a:cs typeface="Times New Roman"/>
              </a:rPr>
              <a:t>(3)</a:t>
            </a:r>
          </a:p>
        </p:txBody>
      </p:sp>
      <p:sp>
        <p:nvSpPr>
          <p:cNvPr id="70" name="step-number-4">
            <a:extLst xmlns:a="http://schemas.openxmlformats.org/drawingml/2006/main">
              <a:ext uri="{FF2B5EF4-FFF2-40B4-BE49-F238E27FC236}">
                <a16:creationId xmlns:a16="http://schemas.microsoft.com/office/drawing/2014/main" id="{D46CB7F9-6A87-46FB-84E6-A9A230ECC8BE}"/>
              </a:ext>
            </a:extLst>
          </p:cNvPr>
          <p:cNvSpPr>
            <a:spLocks xmlns:a="http://schemas.openxmlformats.org/drawingml/2006/main" noGrp="1"/>
          </p:cNvSpPr>
          <p:nvPr/>
        </p:nvSpPr>
        <p:spPr>
          <a:xfrm xmlns:a="http://schemas.openxmlformats.org/drawingml/2006/main" rot="0">
            <a:off x="8115300" y="42672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000000"/>
                </a:solidFill>
                <a:latin typeface="Times New Roman"/>
                <a:ea typeface="Times New Roman"/>
                <a:cs typeface="Times New Roman"/>
              </a:defRPr>
            </a:defPPr>
          </a:lstStyle>
          <a:p xmlns:a="http://schemas.openxmlformats.org/drawingml/2006/main">
            <a:pPr algn="ctr">
              <a:defRPr sz="1725" b="1" i="0">
                <a:solidFill>
                  <a:srgbClr val="000000"/>
                </a:solidFill>
                <a:latin typeface="Times New Roman"/>
                <a:ea typeface="Times New Roman"/>
                <a:cs typeface="Times New Roman"/>
              </a:defRPr>
            </a:pPr>
            <a:r>
              <a:rPr sz="1725" b="1" i="0">
                <a:solidFill>
                  <a:srgbClr val="000000"/>
                </a:solidFill>
                <a:latin typeface="Times New Roman"/>
                <a:ea typeface="Times New Roman"/>
                <a:cs typeface="Times New Roman"/>
              </a:rPr>
              <a:t>(4)</a:t>
            </a:r>
          </a:p>
        </p:txBody>
      </p:sp>
      <p:sp>
        <p:nvSpPr>
          <p:cNvPr id="71" name="step-number-5">
            <a:extLst xmlns:a="http://schemas.openxmlformats.org/drawingml/2006/main">
              <a:ext uri="{FF2B5EF4-FFF2-40B4-BE49-F238E27FC236}">
                <a16:creationId xmlns:a16="http://schemas.microsoft.com/office/drawing/2014/main" id="{52E42047-8A02-4A32-866D-6A7839C57761}"/>
              </a:ext>
            </a:extLst>
          </p:cNvPr>
          <p:cNvSpPr>
            <a:spLocks xmlns:a="http://schemas.openxmlformats.org/drawingml/2006/main" noGrp="1"/>
          </p:cNvSpPr>
          <p:nvPr/>
        </p:nvSpPr>
        <p:spPr>
          <a:xfrm xmlns:a="http://schemas.openxmlformats.org/drawingml/2006/main" rot="0">
            <a:off x="4619625" y="43529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000000"/>
                </a:solidFill>
                <a:latin typeface="Times New Roman"/>
                <a:ea typeface="Times New Roman"/>
                <a:cs typeface="Times New Roman"/>
              </a:defRPr>
            </a:defPPr>
          </a:lstStyle>
          <a:p xmlns:a="http://schemas.openxmlformats.org/drawingml/2006/main">
            <a:pPr algn="ctr">
              <a:defRPr sz="1725" b="1" i="0">
                <a:solidFill>
                  <a:srgbClr val="000000"/>
                </a:solidFill>
                <a:latin typeface="Times New Roman"/>
                <a:ea typeface="Times New Roman"/>
                <a:cs typeface="Times New Roman"/>
              </a:defRPr>
            </a:pPr>
            <a:r>
              <a:rPr sz="1725" b="1" i="0">
                <a:solidFill>
                  <a:srgbClr val="000000"/>
                </a:solidFill>
                <a:latin typeface="Times New Roman"/>
                <a:ea typeface="Times New Roman"/>
                <a:cs typeface="Times New Roman"/>
              </a:rPr>
              <a:t>(5)</a:t>
            </a:r>
          </a:p>
        </p:txBody>
      </p:sp>
      <p:sp>
        <p:nvSpPr>
          <p:cNvPr id="72" name="step-number-6">
            <a:extLst xmlns:a="http://schemas.openxmlformats.org/drawingml/2006/main">
              <a:ext uri="{FF2B5EF4-FFF2-40B4-BE49-F238E27FC236}">
                <a16:creationId xmlns:a16="http://schemas.microsoft.com/office/drawing/2014/main" id="{9B796433-5963-4D25-AAA3-6FDC60695F47}"/>
              </a:ext>
            </a:extLst>
          </p:cNvPr>
          <p:cNvSpPr>
            <a:spLocks xmlns:a="http://schemas.openxmlformats.org/drawingml/2006/main" noGrp="1"/>
          </p:cNvSpPr>
          <p:nvPr/>
        </p:nvSpPr>
        <p:spPr>
          <a:xfrm xmlns:a="http://schemas.openxmlformats.org/drawingml/2006/main" rot="0">
            <a:off x="4619625" y="32385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000000"/>
                </a:solidFill>
                <a:latin typeface="Times New Roman"/>
                <a:ea typeface="Times New Roman"/>
                <a:cs typeface="Times New Roman"/>
              </a:defRPr>
            </a:defPPr>
          </a:lstStyle>
          <a:p xmlns:a="http://schemas.openxmlformats.org/drawingml/2006/main">
            <a:pPr algn="ctr">
              <a:defRPr sz="1725" b="1" i="0">
                <a:solidFill>
                  <a:srgbClr val="000000"/>
                </a:solidFill>
                <a:latin typeface="Times New Roman"/>
                <a:ea typeface="Times New Roman"/>
                <a:cs typeface="Times New Roman"/>
              </a:defRPr>
            </a:pPr>
            <a:r>
              <a:rPr sz="1725" b="1" i="0">
                <a:solidFill>
                  <a:srgbClr val="000000"/>
                </a:solidFill>
                <a:latin typeface="Times New Roman"/>
                <a:ea typeface="Times New Roman"/>
                <a:cs typeface="Times New Roman"/>
              </a:rPr>
              <a:t>(6)</a:t>
            </a:r>
          </a:p>
        </p:txBody>
      </p:sp>
      <p:sp>
        <p:nvSpPr>
          <p:cNvPr id="73" name="step-number-7">
            <a:extLst xmlns:a="http://schemas.openxmlformats.org/drawingml/2006/main">
              <a:ext uri="{FF2B5EF4-FFF2-40B4-BE49-F238E27FC236}">
                <a16:creationId xmlns:a16="http://schemas.microsoft.com/office/drawing/2014/main" id="{16AB2E60-923E-4024-8786-B5E41789AE7B}"/>
              </a:ext>
            </a:extLst>
          </p:cNvPr>
          <p:cNvSpPr>
            <a:spLocks xmlns:a="http://schemas.openxmlformats.org/drawingml/2006/main" noGrp="1"/>
          </p:cNvSpPr>
          <p:nvPr/>
        </p:nvSpPr>
        <p:spPr>
          <a:xfrm xmlns:a="http://schemas.openxmlformats.org/drawingml/2006/main" rot="0">
            <a:off x="4591050" y="20955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000000"/>
                </a:solidFill>
                <a:latin typeface="Times New Roman"/>
                <a:ea typeface="Times New Roman"/>
                <a:cs typeface="Times New Roman"/>
              </a:defRPr>
            </a:defPPr>
          </a:lstStyle>
          <a:p xmlns:a="http://schemas.openxmlformats.org/drawingml/2006/main">
            <a:pPr algn="ctr">
              <a:defRPr sz="1725" b="1" i="0">
                <a:solidFill>
                  <a:srgbClr val="000000"/>
                </a:solidFill>
                <a:latin typeface="Times New Roman"/>
                <a:ea typeface="Times New Roman"/>
                <a:cs typeface="Times New Roman"/>
              </a:defRPr>
            </a:pPr>
            <a:r>
              <a:rPr sz="1725" b="1" i="0">
                <a:solidFill>
                  <a:srgbClr val="000000"/>
                </a:solidFill>
                <a:latin typeface="Times New Roman"/>
                <a:ea typeface="Times New Roman"/>
                <a:cs typeface="Times New Roman"/>
              </a:rPr>
              <a:t>(7)</a:t>
            </a:r>
          </a:p>
        </p:txBody>
      </p:sp>
      <p:sp>
        <p:nvSpPr>
          <p:cNvPr id="74" name="cycle-top">
            <a:extLst xmlns:a="http://schemas.openxmlformats.org/drawingml/2006/main">
              <a:ext uri="{FF2B5EF4-FFF2-40B4-BE49-F238E27FC236}">
                <a16:creationId xmlns:a16="http://schemas.microsoft.com/office/drawing/2014/main" id="{05BD3CDA-20DC-44B9-8C19-287718496BB4}"/>
              </a:ext>
            </a:extLst>
          </p:cNvPr>
          <p:cNvSpPr>
            <a:spLocks xmlns:a="http://schemas.openxmlformats.org/drawingml/2006/main" noGrp="1"/>
          </p:cNvSpPr>
          <p:nvPr/>
        </p:nvSpPr>
        <p:spPr>
          <a:xfrm xmlns:a="http://schemas.openxmlformats.org/drawingml/2006/main" rot="0">
            <a:off x="10029825" y="123825"/>
            <a:ext cx="1266825" cy="657225"/>
          </a:xfrm>
          <a:custGeom xmlns:a="http://schemas.openxmlformats.org/drawingml/2006/main">
            <a:pathLst>
              <a:path w="1266825" h="657225">
                <a:moveTo>
                  <a:pt x="0" y="0"/>
                </a:moveTo>
                <a:lnTo>
                  <a:pt x="723900" y="0"/>
                </a:lnTo>
                <a:cubicBezTo>
                  <a:pt x="962025" y="0"/>
                  <a:pt x="1152525" y="190500"/>
                  <a:pt x="1152525" y="495300"/>
                </a:cubicBezTo>
                <a:lnTo>
                  <a:pt x="1266825" y="495300"/>
                </a:lnTo>
                <a:lnTo>
                  <a:pt x="1104900" y="657225"/>
                </a:lnTo>
                <a:lnTo>
                  <a:pt x="942975" y="495300"/>
                </a:lnTo>
                <a:lnTo>
                  <a:pt x="1057275" y="495300"/>
                </a:lnTo>
                <a:cubicBezTo>
                  <a:pt x="1057275" y="276225"/>
                  <a:pt x="952500" y="85725"/>
                  <a:pt x="714375" y="85725"/>
                </a:cubicBezTo>
                <a:lnTo>
                  <a:pt x="0" y="85725"/>
                </a:lnTo>
                <a:close/>
              </a:path>
            </a:pathLst>
          </a:custGeom>
          <a:solidFill xmlns:a="http://schemas.openxmlformats.org/drawingml/2006/main">
            <a:srgbClr val="999D9E"/>
          </a:solidFill>
          <a:ln xmlns:a="http://schemas.openxmlformats.org/drawingml/2006/main" w="11430">
            <a:solidFill>
              <a:srgbClr val="48526E"/>
            </a:solidFill>
            <a:prstDash val="solid"/>
          </a:ln>
        </p:spPr>
      </p:sp>
      <p:sp>
        <p:nvSpPr>
          <p:cNvPr id="75" name="cycle-bottom">
            <a:extLst xmlns:a="http://schemas.openxmlformats.org/drawingml/2006/main">
              <a:ext uri="{FF2B5EF4-FFF2-40B4-BE49-F238E27FC236}">
                <a16:creationId xmlns:a16="http://schemas.microsoft.com/office/drawing/2014/main" id="{68BDF984-30A6-4E70-953C-4EA59358B5B7}"/>
              </a:ext>
            </a:extLst>
          </p:cNvPr>
          <p:cNvSpPr>
            <a:spLocks xmlns:a="http://schemas.openxmlformats.org/drawingml/2006/main" noGrp="1"/>
          </p:cNvSpPr>
          <p:nvPr/>
        </p:nvSpPr>
        <p:spPr>
          <a:xfrm xmlns:a="http://schemas.openxmlformats.org/drawingml/2006/main" rot="0">
            <a:off x="76200" y="5029200"/>
            <a:ext cx="1362075" cy="561975"/>
          </a:xfrm>
          <a:custGeom xmlns:a="http://schemas.openxmlformats.org/drawingml/2006/main">
            <a:pathLst>
              <a:path w="1362075" h="561975">
                <a:moveTo>
                  <a:pt x="1362075" y="485775"/>
                </a:moveTo>
                <a:lnTo>
                  <a:pt x="466725" y="485775"/>
                </a:lnTo>
                <a:cubicBezTo>
                  <a:pt x="247650" y="485775"/>
                  <a:pt x="161925" y="304800"/>
                  <a:pt x="161925" y="133350"/>
                </a:cubicBezTo>
                <a:lnTo>
                  <a:pt x="276225" y="133350"/>
                </a:lnTo>
                <a:lnTo>
                  <a:pt x="133350" y="0"/>
                </a:lnTo>
                <a:lnTo>
                  <a:pt x="0" y="133350"/>
                </a:lnTo>
                <a:lnTo>
                  <a:pt x="85725" y="133350"/>
                </a:lnTo>
                <a:cubicBezTo>
                  <a:pt x="85725" y="371475"/>
                  <a:pt x="200025" y="561975"/>
                  <a:pt x="457200" y="561975"/>
                </a:cubicBezTo>
                <a:lnTo>
                  <a:pt x="1362075" y="561975"/>
                </a:lnTo>
                <a:close/>
              </a:path>
            </a:pathLst>
          </a:custGeom>
          <a:solidFill xmlns:a="http://schemas.openxmlformats.org/drawingml/2006/main">
            <a:srgbClr val="999D9E"/>
          </a:solidFill>
          <a:ln xmlns:a="http://schemas.openxmlformats.org/drawingml/2006/main" w="11430">
            <a:solidFill>
              <a:srgbClr val="48526E"/>
            </a:solidFill>
            <a:prstDash val="solid"/>
          </a:ln>
        </p:spPr>
      </p:sp>
      <p:sp>
        <p:nvSpPr>
          <p:cNvPr id="76" name="cycle-label">
            <a:extLst xmlns:a="http://schemas.openxmlformats.org/drawingml/2006/main">
              <a:ext uri="{FF2B5EF4-FFF2-40B4-BE49-F238E27FC236}">
                <a16:creationId xmlns:a16="http://schemas.microsoft.com/office/drawing/2014/main" id="{A91D6D67-53C4-4D09-ABA5-596C2C65C02D}"/>
              </a:ext>
            </a:extLst>
          </p:cNvPr>
          <p:cNvSpPr>
            <a:spLocks xmlns:a="http://schemas.openxmlformats.org/drawingml/2006/main" noGrp="1"/>
          </p:cNvSpPr>
          <p:nvPr/>
        </p:nvSpPr>
        <p:spPr>
          <a:xfrm xmlns:a="http://schemas.openxmlformats.org/drawingml/2006/main" rot="0">
            <a:off x="476250" y="5124450"/>
            <a:ext cx="11144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250" b="0" i="0">
                <a:solidFill>
                  <a:srgbClr val="000000"/>
                </a:solidFill>
                <a:latin typeface="Times New Roman"/>
                <a:ea typeface="Times New Roman"/>
                <a:cs typeface="Times New Roman"/>
              </a:defRPr>
            </a:defPPr>
          </a:lstStyle>
          <a:p xmlns:a="http://schemas.openxmlformats.org/drawingml/2006/main">
            <a:pPr algn="ctr">
              <a:defRPr sz="2250" b="0" i="0">
                <a:solidFill>
                  <a:srgbClr val="000000"/>
                </a:solidFill>
                <a:latin typeface="Times New Roman"/>
                <a:ea typeface="Times New Roman"/>
                <a:cs typeface="Times New Roman"/>
              </a:defRPr>
            </a:pPr>
            <a:r>
              <a:rPr sz="2250" b="0" i="0">
                <a:solidFill>
                  <a:srgbClr val="000000"/>
                </a:solidFill>
                <a:latin typeface="Times New Roman"/>
                <a:ea typeface="Times New Roman"/>
                <a:cs typeface="Times New Roman"/>
              </a:rPr>
              <a:t>SDS x5</a:t>
            </a:r>
          </a:p>
        </p:txBody>
      </p:sp>
    </p:spTree>
    <p:extLst>
      <p:ext uri="{BB962C8B-B14F-4D97-AF65-F5344CB8AC3E}">
        <p14:creationId xmlns:p14="http://schemas.microsoft.com/office/powerpoint/2010/main" val="1305171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2026-10-09T21:41:04.5880000Z</dcterms:created>
  <dcterms:modified xsi:type="dcterms:W3CDTF">2026-10-09T21:41:04.5880000Z</dcterms:modified>
</coreProperties>
</file>