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dff994831640c8" /><Relationship Type="http://schemas.openxmlformats.org/officeDocument/2006/relationships/extended-properties" Target="/docProps/app.xml" Id="R10a9c1d0524740aa" /><Relationship Type="http://schemas.openxmlformats.org/officeDocument/2006/relationships/officeDocument" Target="/ppt/presentation.xml" Id="Rb1cecf82419442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971a86eea4c1c"/>
  </p:sldMasterIdLst>
  <p:notesMasterIdLst>
    <p:notesMasterId xmlns:r="http://schemas.openxmlformats.org/officeDocument/2006/relationships" r:id="R41337eede603429d"/>
  </p:notesMasterIdLst>
  <p:sldIdLst>
    <p:sldId xmlns:r="http://schemas.openxmlformats.org/officeDocument/2006/relationships" id="256" r:id="Rb14d8521fc49492e"/>
  </p:sldIdLst>
  <p:sldSz cx="11315700" cy="4171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1071a5458414a" /><Relationship Type="http://schemas.openxmlformats.org/officeDocument/2006/relationships/slideMaster" Target="/ppt/slideMasters/slideMaster1.xml" Id="R5a6971a86eea4c1c" /><Relationship Type="http://schemas.openxmlformats.org/officeDocument/2006/relationships/notesMaster" Target="/ppt/notesMasters/notesMaster1.xml" Id="R41337eede603429d" /><Relationship Type="http://schemas.openxmlformats.org/officeDocument/2006/relationships/presProps" Target="/ppt/presProps.xml" Id="R9470444408034358" /><Relationship Type="http://schemas.openxmlformats.org/officeDocument/2006/relationships/tableStyles" Target="/ppt/tableStyles.xml" Id="R11fc2fad8d0f40c9" /><Relationship Type="http://schemas.openxmlformats.org/officeDocument/2006/relationships/slide" Target="/ppt/slides/slide1.xml" Id="Rb14d8521fc49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e041b4f94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5a6066b3b4738" /><Relationship Type="http://schemas.openxmlformats.org/officeDocument/2006/relationships/notesMaster" Target="/ppt/notesMasters/notesMaster1.xml" Id="R53273adb18d2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"Bootstrap Your Own Skills: Learning to Solve New Tasks with Large Language Model Guidance",</a:t>
            </a:r>
          </a:p>
          <a:p xmlns:a="http://schemas.openxmlformats.org/drawingml/2006/main">
            <a:r>
              <a:t>  "paper_url": "https://arxiv.org/pdf/2310.10021v2",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"Original skill bootstrapping and target task execution architecture. Native skill panels, policies, critic math and ordinary labels with flow paths. Eighteen source emoji/LLM-icon inserts and one clipped robot task photo remain raster.",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"8f3e5ae033bcfce30ef469ff1b1d4011e2d9ce806a2d76733b47b0d358e4a171",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217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"STIXGeneral"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"111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196",</a:t>
            </a:r>
          </a:p>
          <a:p xmlns:a="http://schemas.openxmlformats.org/drawingml/2006/main">
            <a:r>
              <a:t>    "path crosses crop boundary: 200",</a:t>
            </a:r>
          </a:p>
          <a:p xmlns:a="http://schemas.openxmlformats.org/drawingml/2006/main">
            <a:r>
              <a:t>    "unhandled image/shading at seq 234: [440.35125732421875, 143.15130615234375, 504.2275085449219, 191.05853271484375]; requires reviewed raster region",</a:t>
            </a:r>
          </a:p>
          <a:p xmlns:a="http://schemas.openxmlformats.org/drawingml/2006/main">
            <a:r>
              <a:t>    "unhandled image/shading at seq 235: [440.34759521484375, 143.16064453125, 504.2238464355469, 191.06787109375]; requires reviewed raster region",</a:t>
            </a:r>
          </a:p>
          <a:p xmlns:a="http://schemas.openxmlformats.org/drawingml/2006/main">
            <a:r>
              <a:t>    "unhandled image/shading at seq 236: [440.312744140625, 143.165283203125, 504.1889953613281, 191.072509765625];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15,</a:t>
            </a:r>
          </a:p>
          <a:p xmlns:a="http://schemas.openxmlformats.org/drawingml/2006/main">
            <a:r>
              <a:t>  "crop_repair": "Restored the native white heading backing behind Execute New Task, whose original backing crossed the top crop boundary; this prevents a container border from crossing live title text."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708c6efd247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ce0aaaa9b4c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b3b614a5b47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abb1f26694d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03453cd0141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d32763a1b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D6A9F-DF78-48CD-A461-44AE10147D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576070"/>
            <a:ext cx="9052560" cy="602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3AAA2A-5063-409C-A0CD-4DB8912F93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97355" y="2294573"/>
            <a:ext cx="7920990" cy="46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D8B703-F4E2-4E61-8D7C-432DEB41E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738312"/>
            <a:ext cx="905256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138B73-9ABD-40A1-9F9F-57A053ED9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24485"/>
            <a:ext cx="10042684" cy="50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C1E47C-7497-4931-8B9D-2DEB28F33E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158875"/>
            <a:ext cx="10042684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77E460-808B-414E-B71A-50EDB16A8C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24485"/>
            <a:ext cx="10042684" cy="50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F4D2A1-EDEC-4D4F-A955-6F61FC913D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158875"/>
            <a:ext cx="4667726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EA0894-7729-40CD-AEC8-41061A35DC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11466" y="1158875"/>
            <a:ext cx="4667726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E70114-8C65-452A-AD86-46530E2C7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24485"/>
            <a:ext cx="10042684" cy="50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B0FB0B-D40E-414A-AD2C-BFFCB9A383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158875"/>
            <a:ext cx="4667726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de48fdb87a4aea" /><Relationship Type="http://schemas.openxmlformats.org/officeDocument/2006/relationships/slideLayout" Target="/ppt/slideLayouts/slideLayout1.xml" Id="Ra782b7b617584876" /><Relationship Type="http://schemas.openxmlformats.org/officeDocument/2006/relationships/slideLayout" Target="/ppt/slideLayouts/slideLayout2.xml" Id="R96c22e33fe124641" /><Relationship Type="http://schemas.openxmlformats.org/officeDocument/2006/relationships/slideLayout" Target="/ppt/slideLayouts/slideLayout3.xml" Id="R1fb834c306754f66" /><Relationship Type="http://schemas.openxmlformats.org/officeDocument/2006/relationships/slideLayout" Target="/ppt/slideLayouts/slideLayout4.xml" Id="R6ded9247573a4a55" /><Relationship Type="http://schemas.openxmlformats.org/officeDocument/2006/relationships/slideLayout" Target="/ppt/slideLayouts/slideLayout5.xml" Id="Rc71e5a02eab1446c" /><Relationship Type="http://schemas.openxmlformats.org/officeDocument/2006/relationships/slideLayout" Target="/ppt/slideLayouts/slideLayout6.xml" Id="R129802c81e51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82b7b617584876"/>
    <p:sldLayoutId xmlns:r="http://schemas.openxmlformats.org/officeDocument/2006/relationships" id="2147483650" r:id="R96c22e33fe124641"/>
    <p:sldLayoutId xmlns:r="http://schemas.openxmlformats.org/officeDocument/2006/relationships" id="2147483651" r:id="R1fb834c306754f66"/>
    <p:sldLayoutId xmlns:r="http://schemas.openxmlformats.org/officeDocument/2006/relationships" id="2147483652" r:id="R6ded9247573a4a55"/>
    <p:sldLayoutId xmlns:r="http://schemas.openxmlformats.org/officeDocument/2006/relationships" id="2147483653" r:id="Rc71e5a02eab1446c"/>
    <p:sldLayoutId xmlns:r="http://schemas.openxmlformats.org/officeDocument/2006/relationships" id="2147483654" r:id="R129802c81e51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65f90044b42fa" /><Relationship Type="http://schemas.openxmlformats.org/officeDocument/2006/relationships/image" Target="/ppt/media/image.png" Id="Re100796cfa8c4bf5" /><Relationship Type="http://schemas.openxmlformats.org/officeDocument/2006/relationships/image" Target="/ppt/media/image2.png" Id="Rc30d8268b9ab46d9" /><Relationship Type="http://schemas.openxmlformats.org/officeDocument/2006/relationships/image" Target="/ppt/media/image3.png" Id="R5ef832c17e6b4fa7" /><Relationship Type="http://schemas.openxmlformats.org/officeDocument/2006/relationships/image" Target="/ppt/media/image4.png" Id="R65710598f91c4f28" /><Relationship Type="http://schemas.openxmlformats.org/officeDocument/2006/relationships/image" Target="/ppt/media/image5.png" Id="R93abc610514d4469" /><Relationship Type="http://schemas.openxmlformats.org/officeDocument/2006/relationships/image" Target="/ppt/media/image6.png" Id="Rdf6d14595b324df1" /><Relationship Type="http://schemas.openxmlformats.org/officeDocument/2006/relationships/image" Target="/ppt/media/image7.png" Id="Rea3726207ffc4a38" /><Relationship Type="http://schemas.openxmlformats.org/officeDocument/2006/relationships/image" Target="/ppt/media/image8.png" Id="Radc7de26255b4ed2" /><Relationship Type="http://schemas.openxmlformats.org/officeDocument/2006/relationships/image" Target="/ppt/media/image9.png" Id="Rec253d280dac4789" /><Relationship Type="http://schemas.openxmlformats.org/officeDocument/2006/relationships/image" Target="/ppt/media/image10.png" Id="R1afa1752f13342b3" /><Relationship Type="http://schemas.openxmlformats.org/officeDocument/2006/relationships/image" Target="/ppt/media/image11.png" Id="Rc5b1d882b47a4046" /><Relationship Type="http://schemas.openxmlformats.org/officeDocument/2006/relationships/image" Target="/ppt/media/image12.png" Id="Rffd8e260ae664ddc" /><Relationship Type="http://schemas.openxmlformats.org/officeDocument/2006/relationships/image" Target="/ppt/media/image13.png" Id="R7d37b07c851849c9" /><Relationship Type="http://schemas.openxmlformats.org/officeDocument/2006/relationships/image" Target="/ppt/media/image14.png" Id="R464033395d0d4664" /><Relationship Type="http://schemas.openxmlformats.org/officeDocument/2006/relationships/image" Target="/ppt/media/image15.png" Id="R16ff7705fbcc4ada" /><Relationship Type="http://schemas.openxmlformats.org/officeDocument/2006/relationships/image" Target="/ppt/media/image16.png" Id="R59154ac7961d45c1" /><Relationship Type="http://schemas.openxmlformats.org/officeDocument/2006/relationships/image" Target="/ppt/media/image17.png" Id="R73345db66a0c4393" /><Relationship Type="http://schemas.openxmlformats.org/officeDocument/2006/relationships/image" Target="/ppt/media/image18.png" Id="R8c9e834c8eb64441" /><Relationship Type="http://schemas.openxmlformats.org/officeDocument/2006/relationships/image" Target="/ppt/media/image19.png" Id="Rc3cd29259ae64193" /><Relationship Type="http://schemas.openxmlformats.org/officeDocument/2006/relationships/notesSlide" Target="/ppt/notesSlides/notesSlide1.xml" Id="R4caf1ca0d963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pdf-path-1">
            <a:extLst xmlns:a="http://schemas.openxmlformats.org/drawingml/2006/main">
              <a:ext uri="{FF2B5EF4-FFF2-40B4-BE49-F238E27FC236}">
                <a16:creationId xmlns:a16="http://schemas.microsoft.com/office/drawing/2014/main" id="{269E4711-A90B-4088-9B4C-BA6D189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838" y="983346"/>
            <a:ext cx="1342902" cy="429277"/>
          </a:xfrm>
          <a:custGeom xmlns:a="http://schemas.openxmlformats.org/drawingml/2006/main">
            <a:pathLst>
              <a:path w="1342902" h="429277">
                <a:moveTo>
                  <a:pt x="116255" y="0"/>
                </a:moveTo>
                <a:lnTo>
                  <a:pt x="1226646" y="0"/>
                </a:lnTo>
                <a:cubicBezTo>
                  <a:pt x="1260762" y="0"/>
                  <a:pt x="1281228" y="0"/>
                  <a:pt x="1294878" y="5695"/>
                </a:cubicBezTo>
                <a:cubicBezTo>
                  <a:pt x="1314545" y="12854"/>
                  <a:pt x="1330043" y="28352"/>
                  <a:pt x="1337203" y="48025"/>
                </a:cubicBezTo>
                <a:cubicBezTo>
                  <a:pt x="1342902" y="61669"/>
                  <a:pt x="1342902" y="82141"/>
                  <a:pt x="1342902" y="116252"/>
                </a:cubicBezTo>
                <a:lnTo>
                  <a:pt x="1342902" y="313020"/>
                </a:lnTo>
                <a:cubicBezTo>
                  <a:pt x="1342902" y="347137"/>
                  <a:pt x="1342902" y="367604"/>
                  <a:pt x="1337203" y="381251"/>
                </a:cubicBezTo>
                <a:cubicBezTo>
                  <a:pt x="1330043" y="400921"/>
                  <a:pt x="1314545" y="416419"/>
                  <a:pt x="1294878" y="423579"/>
                </a:cubicBezTo>
                <a:cubicBezTo>
                  <a:pt x="1281228" y="429277"/>
                  <a:pt x="1260762" y="429277"/>
                  <a:pt x="1226646" y="429277"/>
                </a:cubicBezTo>
                <a:lnTo>
                  <a:pt x="116255" y="429277"/>
                </a:lnTo>
                <a:cubicBezTo>
                  <a:pt x="82140" y="429277"/>
                  <a:pt x="61671" y="429277"/>
                  <a:pt x="48025" y="423579"/>
                </a:cubicBezTo>
                <a:cubicBezTo>
                  <a:pt x="28354" y="416419"/>
                  <a:pt x="12857" y="400921"/>
                  <a:pt x="5697" y="381251"/>
                </a:cubicBezTo>
                <a:cubicBezTo>
                  <a:pt x="0" y="367604"/>
                  <a:pt x="0" y="347137"/>
                  <a:pt x="0" y="313020"/>
                </a:cubicBezTo>
                <a:lnTo>
                  <a:pt x="0" y="116252"/>
                </a:lnTo>
                <a:cubicBezTo>
                  <a:pt x="0" y="82141"/>
                  <a:pt x="0" y="61669"/>
                  <a:pt x="5697" y="48025"/>
                </a:cubicBezTo>
                <a:cubicBezTo>
                  <a:pt x="12857" y="28352"/>
                  <a:pt x="28354" y="12854"/>
                  <a:pt x="48025" y="5695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solidFill xmlns:a="http://schemas.openxmlformats.org/drawingml/2006/main">
            <a:srgbClr val="F7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99DCA06B-7E03-4EEE-B06B-BFA5062B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838" y="983346"/>
            <a:ext cx="1342901" cy="429277"/>
          </a:xfrm>
          <a:custGeom xmlns:a="http://schemas.openxmlformats.org/drawingml/2006/main">
            <a:pathLst>
              <a:path w="1342901" h="429277">
                <a:moveTo>
                  <a:pt x="116255" y="0"/>
                </a:moveTo>
                <a:lnTo>
                  <a:pt x="1226646" y="0"/>
                </a:lnTo>
                <a:cubicBezTo>
                  <a:pt x="1260761" y="0"/>
                  <a:pt x="1281230" y="0"/>
                  <a:pt x="1294876" y="5697"/>
                </a:cubicBezTo>
                <a:cubicBezTo>
                  <a:pt x="1314547" y="12857"/>
                  <a:pt x="1330043" y="28353"/>
                  <a:pt x="1337204" y="48025"/>
                </a:cubicBezTo>
                <a:cubicBezTo>
                  <a:pt x="1342901" y="61671"/>
                  <a:pt x="1342901" y="82140"/>
                  <a:pt x="1342901" y="116254"/>
                </a:cubicBezTo>
                <a:lnTo>
                  <a:pt x="1342901" y="313022"/>
                </a:lnTo>
                <a:cubicBezTo>
                  <a:pt x="1342901" y="347137"/>
                  <a:pt x="1342901" y="367606"/>
                  <a:pt x="1337204" y="381252"/>
                </a:cubicBezTo>
                <a:cubicBezTo>
                  <a:pt x="1330043" y="400924"/>
                  <a:pt x="1314547" y="416420"/>
                  <a:pt x="1294876" y="423580"/>
                </a:cubicBezTo>
                <a:cubicBezTo>
                  <a:pt x="1281230" y="429277"/>
                  <a:pt x="1260761" y="429277"/>
                  <a:pt x="1226646" y="429277"/>
                </a:cubicBezTo>
                <a:lnTo>
                  <a:pt x="116255" y="429277"/>
                </a:lnTo>
                <a:cubicBezTo>
                  <a:pt x="82140" y="429277"/>
                  <a:pt x="61671" y="429277"/>
                  <a:pt x="48025" y="423580"/>
                </a:cubicBezTo>
                <a:cubicBezTo>
                  <a:pt x="28353" y="416420"/>
                  <a:pt x="12857" y="400924"/>
                  <a:pt x="5697" y="381252"/>
                </a:cubicBezTo>
                <a:cubicBezTo>
                  <a:pt x="0" y="367606"/>
                  <a:pt x="0" y="347137"/>
                  <a:pt x="0" y="31302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D5D5D5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783B89E9-F4F2-44AC-B88F-B2179A4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198" y="2132872"/>
            <a:ext cx="38135" cy="38136"/>
          </a:xfrm>
          <a:custGeom xmlns:a="http://schemas.openxmlformats.org/drawingml/2006/main">
            <a:pathLst>
              <a:path w="38135" h="38136">
                <a:moveTo>
                  <a:pt x="31351" y="6787"/>
                </a:moveTo>
                <a:cubicBezTo>
                  <a:pt x="38135" y="13570"/>
                  <a:pt x="38135" y="24570"/>
                  <a:pt x="31351" y="31353"/>
                </a:cubicBezTo>
                <a:cubicBezTo>
                  <a:pt x="24567" y="38136"/>
                  <a:pt x="13568" y="38136"/>
                  <a:pt x="6784" y="31353"/>
                </a:cubicBezTo>
                <a:cubicBezTo>
                  <a:pt x="0" y="24570"/>
                  <a:pt x="0" y="13570"/>
                  <a:pt x="6784" y="6787"/>
                </a:cubicBezTo>
                <a:cubicBezTo>
                  <a:pt x="13568" y="0"/>
                  <a:pt x="24567" y="0"/>
                  <a:pt x="31351" y="67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878BBA71-62A5-4092-894D-F094CD7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198" y="2202361"/>
            <a:ext cx="38135" cy="38131"/>
          </a:xfrm>
          <a:custGeom xmlns:a="http://schemas.openxmlformats.org/drawingml/2006/main">
            <a:pathLst>
              <a:path w="38135" h="38131">
                <a:moveTo>
                  <a:pt x="31351" y="6782"/>
                </a:moveTo>
                <a:cubicBezTo>
                  <a:pt x="38135" y="13565"/>
                  <a:pt x="38135" y="24565"/>
                  <a:pt x="31351" y="31348"/>
                </a:cubicBezTo>
                <a:cubicBezTo>
                  <a:pt x="24567" y="38131"/>
                  <a:pt x="13568" y="38131"/>
                  <a:pt x="6784" y="31348"/>
                </a:cubicBezTo>
                <a:cubicBezTo>
                  <a:pt x="0" y="24565"/>
                  <a:pt x="0" y="13565"/>
                  <a:pt x="6784" y="6782"/>
                </a:cubicBezTo>
                <a:cubicBezTo>
                  <a:pt x="13568" y="0"/>
                  <a:pt x="24567" y="0"/>
                  <a:pt x="31351" y="67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FC9C92F3-1965-4134-9D90-D5B167E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198" y="2271845"/>
            <a:ext cx="38135" cy="38135"/>
          </a:xfrm>
          <a:custGeom xmlns:a="http://schemas.openxmlformats.org/drawingml/2006/main">
            <a:pathLst>
              <a:path w="38135" h="38135">
                <a:moveTo>
                  <a:pt x="31351" y="6782"/>
                </a:moveTo>
                <a:cubicBezTo>
                  <a:pt x="38135" y="13565"/>
                  <a:pt x="38135" y="24565"/>
                  <a:pt x="31351" y="31348"/>
                </a:cubicBezTo>
                <a:cubicBezTo>
                  <a:pt x="24567" y="38135"/>
                  <a:pt x="13568" y="38135"/>
                  <a:pt x="6784" y="31348"/>
                </a:cubicBezTo>
                <a:cubicBezTo>
                  <a:pt x="0" y="24565"/>
                  <a:pt x="0" y="13565"/>
                  <a:pt x="6784" y="6782"/>
                </a:cubicBezTo>
                <a:cubicBezTo>
                  <a:pt x="13568" y="0"/>
                  <a:pt x="24567" y="0"/>
                  <a:pt x="31351" y="67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06A07589-2716-4146-AC95-EEEC061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4" y="205518"/>
            <a:ext cx="1881863" cy="2667017"/>
          </a:xfrm>
          <a:custGeom xmlns:a="http://schemas.openxmlformats.org/drawingml/2006/main">
            <a:pathLst>
              <a:path w="1881863" h="2667017">
                <a:moveTo>
                  <a:pt x="153592" y="0"/>
                </a:moveTo>
                <a:lnTo>
                  <a:pt x="1728270" y="0"/>
                </a:lnTo>
                <a:cubicBezTo>
                  <a:pt x="1773342" y="0"/>
                  <a:pt x="1800385" y="0"/>
                  <a:pt x="1818413" y="7527"/>
                </a:cubicBezTo>
                <a:cubicBezTo>
                  <a:pt x="1844403" y="16986"/>
                  <a:pt x="1864876" y="37459"/>
                  <a:pt x="1874336" y="63449"/>
                </a:cubicBezTo>
                <a:cubicBezTo>
                  <a:pt x="1881863" y="81478"/>
                  <a:pt x="1881863" y="108521"/>
                  <a:pt x="1881863" y="153592"/>
                </a:cubicBezTo>
                <a:lnTo>
                  <a:pt x="1881863" y="2513424"/>
                </a:lnTo>
                <a:cubicBezTo>
                  <a:pt x="1881863" y="2558496"/>
                  <a:pt x="1881863" y="2585539"/>
                  <a:pt x="1874336" y="2603568"/>
                </a:cubicBezTo>
                <a:cubicBezTo>
                  <a:pt x="1864876" y="2629558"/>
                  <a:pt x="1844403" y="2650030"/>
                  <a:pt x="1818413" y="2659490"/>
                </a:cubicBezTo>
                <a:cubicBezTo>
                  <a:pt x="1800385" y="2667017"/>
                  <a:pt x="1773342" y="2667017"/>
                  <a:pt x="1728270" y="2667017"/>
                </a:cubicBezTo>
                <a:lnTo>
                  <a:pt x="153592" y="2667017"/>
                </a:lnTo>
                <a:cubicBezTo>
                  <a:pt x="108521" y="2667017"/>
                  <a:pt x="81478" y="2667017"/>
                  <a:pt x="63449" y="2659490"/>
                </a:cubicBezTo>
                <a:cubicBezTo>
                  <a:pt x="37459" y="2650030"/>
                  <a:pt x="16986" y="2629558"/>
                  <a:pt x="7527" y="2603568"/>
                </a:cubicBezTo>
                <a:cubicBezTo>
                  <a:pt x="0" y="2585539"/>
                  <a:pt x="0" y="2558496"/>
                  <a:pt x="0" y="2513424"/>
                </a:cubicBezTo>
                <a:lnTo>
                  <a:pt x="0" y="153592"/>
                </a:lnTo>
                <a:cubicBezTo>
                  <a:pt x="0" y="108521"/>
                  <a:pt x="0" y="81478"/>
                  <a:pt x="7527" y="63449"/>
                </a:cubicBezTo>
                <a:cubicBezTo>
                  <a:pt x="16986" y="37459"/>
                  <a:pt x="37459" y="16986"/>
                  <a:pt x="63449" y="7527"/>
                </a:cubicBezTo>
                <a:cubicBezTo>
                  <a:pt x="81478" y="0"/>
                  <a:pt x="108521" y="0"/>
                  <a:pt x="15359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D5D5D5"/>
            </a:solidFill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FE583516-CE4A-4038-96B1-7F81DFE8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477" y="18459"/>
            <a:ext cx="1413576" cy="330749"/>
          </a:xfrm>
          <a:custGeom xmlns:a="http://schemas.openxmlformats.org/drawingml/2006/main">
            <a:pathLst>
              <a:path w="1413576" h="330749">
                <a:moveTo>
                  <a:pt x="0" y="330749"/>
                </a:moveTo>
                <a:lnTo>
                  <a:pt x="1413576" y="330749"/>
                </a:lnTo>
                <a:lnTo>
                  <a:pt x="14135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38C0BF99-A892-4BC7-81F2-05EF5D8A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500" y="79424"/>
            <a:ext cx="1213531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Skill Library</a:t>
            </a:r>
          </a:p>
        </p:txBody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7ACB08BB-8E8C-4776-9480-ED08C3BF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440996"/>
            <a:ext cx="1521238" cy="343622"/>
          </a:xfrm>
          <a:custGeom xmlns:a="http://schemas.openxmlformats.org/drawingml/2006/main">
            <a:pathLst>
              <a:path w="1521238" h="343622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701"/>
                </a:cubicBezTo>
                <a:cubicBezTo>
                  <a:pt x="1492885" y="12858"/>
                  <a:pt x="1508382" y="28357"/>
                  <a:pt x="1515541" y="48026"/>
                </a:cubicBezTo>
                <a:cubicBezTo>
                  <a:pt x="1521238" y="61674"/>
                  <a:pt x="1521238" y="82142"/>
                  <a:pt x="1521238" y="116257"/>
                </a:cubicBezTo>
                <a:lnTo>
                  <a:pt x="1521238" y="227365"/>
                </a:lnTo>
                <a:cubicBezTo>
                  <a:pt x="1521238" y="261480"/>
                  <a:pt x="1521238" y="281949"/>
                  <a:pt x="1515541" y="295596"/>
                </a:cubicBezTo>
                <a:cubicBezTo>
                  <a:pt x="1508382" y="315265"/>
                  <a:pt x="1492885" y="330763"/>
                  <a:pt x="1473213" y="337922"/>
                </a:cubicBezTo>
                <a:cubicBezTo>
                  <a:pt x="1459567" y="343622"/>
                  <a:pt x="1439098" y="343622"/>
                  <a:pt x="1404984" y="343622"/>
                </a:cubicBezTo>
                <a:lnTo>
                  <a:pt x="116254" y="343622"/>
                </a:lnTo>
                <a:cubicBezTo>
                  <a:pt x="82140" y="343622"/>
                  <a:pt x="61671" y="343622"/>
                  <a:pt x="48025" y="337922"/>
                </a:cubicBezTo>
                <a:cubicBezTo>
                  <a:pt x="28353" y="330763"/>
                  <a:pt x="12857" y="315265"/>
                  <a:pt x="5697" y="295596"/>
                </a:cubicBezTo>
                <a:cubicBezTo>
                  <a:pt x="0" y="281949"/>
                  <a:pt x="0" y="261480"/>
                  <a:pt x="0" y="227365"/>
                </a:cubicBezTo>
                <a:lnTo>
                  <a:pt x="0" y="116257"/>
                </a:lnTo>
                <a:cubicBezTo>
                  <a:pt x="0" y="82142"/>
                  <a:pt x="0" y="61674"/>
                  <a:pt x="5697" y="48026"/>
                </a:cubicBezTo>
                <a:cubicBezTo>
                  <a:pt x="12857" y="28357"/>
                  <a:pt x="28353" y="12858"/>
                  <a:pt x="48025" y="5701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C9D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D50C26D2-B5BA-4085-A328-6A7879B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440996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2" y="48025"/>
                </a:cubicBezTo>
                <a:cubicBezTo>
                  <a:pt x="1521238" y="61671"/>
                  <a:pt x="1521238" y="82140"/>
                  <a:pt x="1521238" y="116254"/>
                </a:cubicBezTo>
                <a:lnTo>
                  <a:pt x="1521238" y="227362"/>
                </a:lnTo>
                <a:cubicBezTo>
                  <a:pt x="1521238" y="261477"/>
                  <a:pt x="1521238" y="281946"/>
                  <a:pt x="1515542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4985E8"/>
            </a:solidFill>
            <a:prstDash val="solid"/>
          </a:ln>
        </p:spPr>
      </p:sp>
      <p:sp>
        <p:nvSpPr>
          <p:cNvPr id="11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A310414A-B4CF-45BF-B5AD-1BF2F2EE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328" y="527050"/>
            <a:ext cx="329868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Put 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EBCFC-680B-49DE-A2F7-28B444A55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0796cfa8c4b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46" y="516433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13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2345D0FE-7B1A-462C-A5DC-34FA9A29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46" y="516433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ED67E540-25B7-4BBE-AFA5-8C465E68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761" y="527050"/>
            <a:ext cx="244877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 in 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6AAB1-777D-4382-BED3-6B7D080CA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d8268b9ab46d9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4536" y="516433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16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84D46BD1-A950-4FBA-8BE1-901584A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36" y="516433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097AEF05-D949-4F76-A652-C8E92937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854891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5"/>
                </a:cubicBezTo>
                <a:cubicBezTo>
                  <a:pt x="1492885" y="12855"/>
                  <a:pt x="1508382" y="28352"/>
                  <a:pt x="1515541" y="48021"/>
                </a:cubicBezTo>
                <a:cubicBezTo>
                  <a:pt x="1521238" y="61669"/>
                  <a:pt x="1521238" y="82137"/>
                  <a:pt x="1521238" y="116252"/>
                </a:cubicBezTo>
                <a:lnTo>
                  <a:pt x="1521238" y="227360"/>
                </a:lnTo>
                <a:cubicBezTo>
                  <a:pt x="1521238" y="261475"/>
                  <a:pt x="1521238" y="281944"/>
                  <a:pt x="1515541" y="295591"/>
                </a:cubicBezTo>
                <a:cubicBezTo>
                  <a:pt x="1508382" y="315261"/>
                  <a:pt x="1492885" y="330759"/>
                  <a:pt x="1473213" y="337917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17"/>
                </a:cubicBezTo>
                <a:cubicBezTo>
                  <a:pt x="28353" y="330759"/>
                  <a:pt x="12857" y="315261"/>
                  <a:pt x="5697" y="295591"/>
                </a:cubicBezTo>
                <a:cubicBezTo>
                  <a:pt x="0" y="281944"/>
                  <a:pt x="0" y="261475"/>
                  <a:pt x="0" y="227360"/>
                </a:cubicBezTo>
                <a:lnTo>
                  <a:pt x="0" y="116252"/>
                </a:lnTo>
                <a:cubicBezTo>
                  <a:pt x="0" y="82137"/>
                  <a:pt x="0" y="61669"/>
                  <a:pt x="5697" y="48021"/>
                </a:cubicBezTo>
                <a:cubicBezTo>
                  <a:pt x="12857" y="28352"/>
                  <a:pt x="28353" y="12855"/>
                  <a:pt x="48025" y="5695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FAEC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A566DF79-A6CE-453B-839C-74837370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854891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2" y="48025"/>
                </a:cubicBezTo>
                <a:cubicBezTo>
                  <a:pt x="1521238" y="61671"/>
                  <a:pt x="1521238" y="82140"/>
                  <a:pt x="1521238" y="116254"/>
                </a:cubicBezTo>
                <a:lnTo>
                  <a:pt x="1521238" y="227362"/>
                </a:lnTo>
                <a:cubicBezTo>
                  <a:pt x="1521238" y="261477"/>
                  <a:pt x="1521238" y="281946"/>
                  <a:pt x="1515542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FD990E"/>
            </a:solidFill>
            <a:prstDash val="solid"/>
          </a:ln>
        </p:spPr>
      </p:sp>
      <p:sp>
        <p:nvSpPr>
          <p:cNvPr id="19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0460607C-E213-4610-8C26-523B48A0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219" y="940944"/>
            <a:ext cx="666528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Pick up 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87B5B-929C-4A01-B60F-ECBDCED6CC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832c17e6b4fa7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645" y="930327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21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5A15CE3D-D88C-4941-A13E-7F171DD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645" y="930327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0E919162-86DC-4820-993E-CE9B9E53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1268781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5"/>
                </a:cubicBezTo>
                <a:cubicBezTo>
                  <a:pt x="1492885" y="12855"/>
                  <a:pt x="1508382" y="28352"/>
                  <a:pt x="1515541" y="48025"/>
                </a:cubicBezTo>
                <a:cubicBezTo>
                  <a:pt x="1521238" y="61669"/>
                  <a:pt x="1521238" y="82137"/>
                  <a:pt x="1521238" y="116252"/>
                </a:cubicBezTo>
                <a:lnTo>
                  <a:pt x="1521238" y="227360"/>
                </a:lnTo>
                <a:cubicBezTo>
                  <a:pt x="1521238" y="261476"/>
                  <a:pt x="1521238" y="281944"/>
                  <a:pt x="1515541" y="295591"/>
                </a:cubicBezTo>
                <a:cubicBezTo>
                  <a:pt x="1508382" y="315261"/>
                  <a:pt x="1492885" y="330759"/>
                  <a:pt x="1473213" y="337918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18"/>
                </a:cubicBezTo>
                <a:cubicBezTo>
                  <a:pt x="28353" y="330759"/>
                  <a:pt x="12857" y="315261"/>
                  <a:pt x="5697" y="295591"/>
                </a:cubicBezTo>
                <a:cubicBezTo>
                  <a:pt x="0" y="281944"/>
                  <a:pt x="0" y="261476"/>
                  <a:pt x="0" y="227360"/>
                </a:cubicBezTo>
                <a:lnTo>
                  <a:pt x="0" y="116252"/>
                </a:lnTo>
                <a:cubicBezTo>
                  <a:pt x="0" y="82137"/>
                  <a:pt x="0" y="61669"/>
                  <a:pt x="5697" y="48025"/>
                </a:cubicBezTo>
                <a:cubicBezTo>
                  <a:pt x="12857" y="28352"/>
                  <a:pt x="28353" y="12855"/>
                  <a:pt x="48025" y="5695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DFE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3">
            <a:extLst xmlns:a="http://schemas.openxmlformats.org/drawingml/2006/main">
              <a:ext uri="{FF2B5EF4-FFF2-40B4-BE49-F238E27FC236}">
                <a16:creationId xmlns:a16="http://schemas.microsoft.com/office/drawing/2014/main" id="{A8DB172E-4EF3-4D2A-ACEC-EB6C1C1B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1268781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2" y="48025"/>
                </a:cubicBezTo>
                <a:cubicBezTo>
                  <a:pt x="1521238" y="61671"/>
                  <a:pt x="1521238" y="82140"/>
                  <a:pt x="1521238" y="116254"/>
                </a:cubicBezTo>
                <a:lnTo>
                  <a:pt x="1521238" y="227362"/>
                </a:lnTo>
                <a:cubicBezTo>
                  <a:pt x="1521238" y="261477"/>
                  <a:pt x="1521238" y="281946"/>
                  <a:pt x="1515542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BDD9AB"/>
            </a:solidFill>
            <a:prstDash val="solid"/>
          </a:ln>
        </p:spPr>
      </p:sp>
      <p:sp>
        <p:nvSpPr>
          <p:cNvPr id="24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DF53DC6A-CC09-4C9E-829B-D0477A8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219" y="1354834"/>
            <a:ext cx="666528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Pick up 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CA373-9A8E-4F8E-9A2B-8F24C874C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10598f91c4f28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645" y="1344218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26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288C0898-A69E-4FEE-8408-DBCF63F2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645" y="1344218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pdf-path-27">
            <a:extLst xmlns:a="http://schemas.openxmlformats.org/drawingml/2006/main">
              <a:ext uri="{FF2B5EF4-FFF2-40B4-BE49-F238E27FC236}">
                <a16:creationId xmlns:a16="http://schemas.microsoft.com/office/drawing/2014/main" id="{92749C4B-EB27-4F12-B430-4F0DDD8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1682672"/>
            <a:ext cx="1521238" cy="343616"/>
          </a:xfrm>
          <a:custGeom xmlns:a="http://schemas.openxmlformats.org/drawingml/2006/main">
            <a:pathLst>
              <a:path w="1521238" h="343616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4"/>
                </a:cubicBezTo>
                <a:cubicBezTo>
                  <a:pt x="1492885" y="12854"/>
                  <a:pt x="1508382" y="28351"/>
                  <a:pt x="1515541" y="48025"/>
                </a:cubicBezTo>
                <a:cubicBezTo>
                  <a:pt x="1521238" y="61668"/>
                  <a:pt x="1521238" y="82136"/>
                  <a:pt x="1521238" y="116252"/>
                </a:cubicBezTo>
                <a:lnTo>
                  <a:pt x="1521238" y="227359"/>
                </a:lnTo>
                <a:cubicBezTo>
                  <a:pt x="1521238" y="261476"/>
                  <a:pt x="1521238" y="281943"/>
                  <a:pt x="1515541" y="295591"/>
                </a:cubicBezTo>
                <a:cubicBezTo>
                  <a:pt x="1508382" y="315260"/>
                  <a:pt x="1492885" y="330758"/>
                  <a:pt x="1473213" y="337917"/>
                </a:cubicBezTo>
                <a:cubicBezTo>
                  <a:pt x="1459567" y="343616"/>
                  <a:pt x="1439098" y="343616"/>
                  <a:pt x="1404984" y="343616"/>
                </a:cubicBezTo>
                <a:lnTo>
                  <a:pt x="116254" y="343616"/>
                </a:lnTo>
                <a:cubicBezTo>
                  <a:pt x="82140" y="343616"/>
                  <a:pt x="61671" y="343616"/>
                  <a:pt x="48025" y="337917"/>
                </a:cubicBezTo>
                <a:cubicBezTo>
                  <a:pt x="28353" y="330758"/>
                  <a:pt x="12857" y="315260"/>
                  <a:pt x="5697" y="295591"/>
                </a:cubicBezTo>
                <a:cubicBezTo>
                  <a:pt x="0" y="281943"/>
                  <a:pt x="0" y="261476"/>
                  <a:pt x="0" y="227359"/>
                </a:cubicBezTo>
                <a:lnTo>
                  <a:pt x="0" y="116252"/>
                </a:lnTo>
                <a:cubicBezTo>
                  <a:pt x="0" y="82136"/>
                  <a:pt x="0" y="61668"/>
                  <a:pt x="5697" y="48025"/>
                </a:cubicBezTo>
                <a:cubicBezTo>
                  <a:pt x="12857" y="28351"/>
                  <a:pt x="28353" y="12854"/>
                  <a:pt x="48025" y="5694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DAD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28">
            <a:extLst xmlns:a="http://schemas.openxmlformats.org/drawingml/2006/main">
              <a:ext uri="{FF2B5EF4-FFF2-40B4-BE49-F238E27FC236}">
                <a16:creationId xmlns:a16="http://schemas.microsoft.com/office/drawing/2014/main" id="{FFB1BE67-3878-4207-8B62-1B1F5A7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1682672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2" y="48025"/>
                </a:cubicBezTo>
                <a:cubicBezTo>
                  <a:pt x="1521238" y="61671"/>
                  <a:pt x="1521238" y="82140"/>
                  <a:pt x="1521238" y="116255"/>
                </a:cubicBezTo>
                <a:lnTo>
                  <a:pt x="1521238" y="227363"/>
                </a:lnTo>
                <a:cubicBezTo>
                  <a:pt x="1521238" y="261477"/>
                  <a:pt x="1521238" y="281946"/>
                  <a:pt x="1515542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674EA7"/>
            </a:solidFill>
            <a:prstDash val="solid"/>
          </a:ln>
        </p:spPr>
      </p:sp>
      <p:sp>
        <p:nvSpPr>
          <p:cNvPr id="2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9A2B2B15-FFC8-4D8E-8D09-08B4DF28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62" y="1768724"/>
            <a:ext cx="520042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Serve 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36942-379F-48F4-80D8-142FB3F7C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bc610514d44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5035" y="1758109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31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5C2D5010-0348-48FE-B559-38C71545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035" y="1758109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df-path-32">
            <a:extLst xmlns:a="http://schemas.openxmlformats.org/drawingml/2006/main">
              <a:ext uri="{FF2B5EF4-FFF2-40B4-BE49-F238E27FC236}">
                <a16:creationId xmlns:a16="http://schemas.microsoft.com/office/drawing/2014/main" id="{DBFED0BC-A9F6-42CB-82E5-9220758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2416564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700"/>
                </a:cubicBezTo>
                <a:cubicBezTo>
                  <a:pt x="1492885" y="12858"/>
                  <a:pt x="1508382" y="28352"/>
                  <a:pt x="1515541" y="48025"/>
                </a:cubicBezTo>
                <a:cubicBezTo>
                  <a:pt x="1521238" y="61673"/>
                  <a:pt x="1521238" y="82141"/>
                  <a:pt x="1521238" y="116257"/>
                </a:cubicBezTo>
                <a:lnTo>
                  <a:pt x="1521238" y="227364"/>
                </a:lnTo>
                <a:cubicBezTo>
                  <a:pt x="1521238" y="261480"/>
                  <a:pt x="1521238" y="281948"/>
                  <a:pt x="1515541" y="295591"/>
                </a:cubicBezTo>
                <a:cubicBezTo>
                  <a:pt x="1508382" y="315265"/>
                  <a:pt x="1492885" y="330763"/>
                  <a:pt x="1473213" y="337922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2"/>
                </a:cubicBezTo>
                <a:cubicBezTo>
                  <a:pt x="28353" y="330763"/>
                  <a:pt x="12857" y="315265"/>
                  <a:pt x="5697" y="295591"/>
                </a:cubicBezTo>
                <a:cubicBezTo>
                  <a:pt x="0" y="281948"/>
                  <a:pt x="0" y="261480"/>
                  <a:pt x="0" y="227364"/>
                </a:cubicBezTo>
                <a:lnTo>
                  <a:pt x="0" y="116257"/>
                </a:lnTo>
                <a:cubicBezTo>
                  <a:pt x="0" y="82141"/>
                  <a:pt x="0" y="61673"/>
                  <a:pt x="5697" y="48025"/>
                </a:cubicBezTo>
                <a:cubicBezTo>
                  <a:pt x="12857" y="28352"/>
                  <a:pt x="28353" y="12858"/>
                  <a:pt x="48025" y="5700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3">
            <a:extLst xmlns:a="http://schemas.openxmlformats.org/drawingml/2006/main">
              <a:ext uri="{FF2B5EF4-FFF2-40B4-BE49-F238E27FC236}">
                <a16:creationId xmlns:a16="http://schemas.microsoft.com/office/drawing/2014/main" id="{5A4D8053-6804-4602-A5C1-F264DAF7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6" y="2416564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4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2" y="48025"/>
                </a:cubicBezTo>
                <a:cubicBezTo>
                  <a:pt x="1521238" y="61671"/>
                  <a:pt x="1521238" y="82140"/>
                  <a:pt x="1521238" y="116255"/>
                </a:cubicBezTo>
                <a:lnTo>
                  <a:pt x="1521238" y="227363"/>
                </a:lnTo>
                <a:cubicBezTo>
                  <a:pt x="1521238" y="261477"/>
                  <a:pt x="1521238" y="281946"/>
                  <a:pt x="1515542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929292"/>
            </a:solidFill>
            <a:prstDash val="dash"/>
          </a:ln>
        </p:spPr>
      </p:sp>
      <p:sp>
        <p:nvSpPr>
          <p:cNvPr id="34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DB8C52B7-E31B-479A-98E2-9631B47C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881" y="2502616"/>
            <a:ext cx="1081202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Serve baked 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F3CFF6-42CB-46C5-8E49-842FC4F86D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d14595b324d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8920" y="2492000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36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18A2C364-59DD-4331-9E55-4271BFA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920" y="2492000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201F80C8-CB88-40E7-9228-04CBF710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4718" y="191268"/>
            <a:ext cx="3361927" cy="3134567"/>
          </a:xfrm>
          <a:custGeom xmlns:a="http://schemas.openxmlformats.org/drawingml/2006/main">
            <a:pathLst>
              <a:path w="3361927" h="3134567">
                <a:moveTo>
                  <a:pt x="153592" y="0"/>
                </a:moveTo>
                <a:lnTo>
                  <a:pt x="3208336" y="0"/>
                </a:lnTo>
                <a:cubicBezTo>
                  <a:pt x="3253407" y="0"/>
                  <a:pt x="3280450" y="0"/>
                  <a:pt x="3298478" y="7527"/>
                </a:cubicBezTo>
                <a:cubicBezTo>
                  <a:pt x="3324468" y="16986"/>
                  <a:pt x="3344942" y="37459"/>
                  <a:pt x="3354402" y="63449"/>
                </a:cubicBezTo>
                <a:cubicBezTo>
                  <a:pt x="3361927" y="81478"/>
                  <a:pt x="3361927" y="108521"/>
                  <a:pt x="3361927" y="153592"/>
                </a:cubicBezTo>
                <a:lnTo>
                  <a:pt x="3361927" y="2980975"/>
                </a:lnTo>
                <a:cubicBezTo>
                  <a:pt x="3361927" y="3026047"/>
                  <a:pt x="3361927" y="3053089"/>
                  <a:pt x="3354402" y="3071118"/>
                </a:cubicBezTo>
                <a:cubicBezTo>
                  <a:pt x="3344942" y="3097108"/>
                  <a:pt x="3324468" y="3117581"/>
                  <a:pt x="3298478" y="3127041"/>
                </a:cubicBezTo>
                <a:cubicBezTo>
                  <a:pt x="3280450" y="3134567"/>
                  <a:pt x="3253407" y="3134567"/>
                  <a:pt x="3208336" y="3134567"/>
                </a:cubicBezTo>
                <a:lnTo>
                  <a:pt x="153592" y="3134567"/>
                </a:lnTo>
                <a:cubicBezTo>
                  <a:pt x="108521" y="3134567"/>
                  <a:pt x="81478" y="3134567"/>
                  <a:pt x="63449" y="3127041"/>
                </a:cubicBezTo>
                <a:cubicBezTo>
                  <a:pt x="37459" y="3117581"/>
                  <a:pt x="16986" y="3097108"/>
                  <a:pt x="7527" y="3071118"/>
                </a:cubicBezTo>
                <a:cubicBezTo>
                  <a:pt x="0" y="3053089"/>
                  <a:pt x="0" y="3026047"/>
                  <a:pt x="0" y="2980975"/>
                </a:cubicBezTo>
                <a:lnTo>
                  <a:pt x="0" y="153592"/>
                </a:lnTo>
                <a:cubicBezTo>
                  <a:pt x="0" y="108521"/>
                  <a:pt x="0" y="81478"/>
                  <a:pt x="7527" y="63449"/>
                </a:cubicBezTo>
                <a:cubicBezTo>
                  <a:pt x="16986" y="37459"/>
                  <a:pt x="37459" y="16986"/>
                  <a:pt x="63449" y="7527"/>
                </a:cubicBezTo>
                <a:cubicBezTo>
                  <a:pt x="81478" y="0"/>
                  <a:pt x="108521" y="0"/>
                  <a:pt x="15359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D5D5D5"/>
            </a:solidFill>
            <a:prstDash val="solid"/>
          </a:ln>
        </p:spPr>
      </p:sp>
      <p:sp>
        <p:nvSpPr>
          <p:cNvPr id="38" name="pdf-path-38">
            <a:extLst xmlns:a="http://schemas.openxmlformats.org/drawingml/2006/main">
              <a:ext uri="{FF2B5EF4-FFF2-40B4-BE49-F238E27FC236}">
                <a16:creationId xmlns:a16="http://schemas.microsoft.com/office/drawing/2014/main" id="{A8B46FB8-704B-4AC3-B3D1-DCBFAC81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763" y="13710"/>
            <a:ext cx="2745094" cy="330748"/>
          </a:xfrm>
          <a:custGeom xmlns:a="http://schemas.openxmlformats.org/drawingml/2006/main">
            <a:pathLst>
              <a:path w="2745094" h="330748">
                <a:moveTo>
                  <a:pt x="0" y="330748"/>
                </a:moveTo>
                <a:lnTo>
                  <a:pt x="2745094" y="330748"/>
                </a:lnTo>
                <a:lnTo>
                  <a:pt x="274509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AEB588AA-7B01-4E8D-810E-71B42A8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450" y="74669"/>
            <a:ext cx="2479721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Practice in Environment</a:t>
            </a:r>
          </a:p>
        </p:txBody>
      </p:sp>
      <p:sp>
        <p:nvSpPr>
          <p:cNvPr id="40" name="pdf-path-40">
            <a:extLst xmlns:a="http://schemas.openxmlformats.org/drawingml/2006/main">
              <a:ext uri="{FF2B5EF4-FFF2-40B4-BE49-F238E27FC236}">
                <a16:creationId xmlns:a16="http://schemas.microsoft.com/office/drawing/2014/main" id="{042C7894-1EF6-48F4-B230-5B440BC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522" y="436246"/>
            <a:ext cx="1521239" cy="343617"/>
          </a:xfrm>
          <a:custGeom xmlns:a="http://schemas.openxmlformats.org/drawingml/2006/main">
            <a:pathLst>
              <a:path w="1521239" h="343617">
                <a:moveTo>
                  <a:pt x="116255" y="0"/>
                </a:moveTo>
                <a:lnTo>
                  <a:pt x="1404982" y="0"/>
                </a:lnTo>
                <a:cubicBezTo>
                  <a:pt x="1439098" y="0"/>
                  <a:pt x="1459570" y="0"/>
                  <a:pt x="1473214" y="5700"/>
                </a:cubicBezTo>
                <a:cubicBezTo>
                  <a:pt x="1492887" y="12859"/>
                  <a:pt x="1508380" y="28356"/>
                  <a:pt x="1515545" y="48026"/>
                </a:cubicBezTo>
                <a:cubicBezTo>
                  <a:pt x="1521239" y="61674"/>
                  <a:pt x="1521239" y="82141"/>
                  <a:pt x="1521239" y="116257"/>
                </a:cubicBezTo>
                <a:lnTo>
                  <a:pt x="1521239" y="227364"/>
                </a:lnTo>
                <a:cubicBezTo>
                  <a:pt x="1521239" y="261481"/>
                  <a:pt x="1521239" y="281948"/>
                  <a:pt x="1515545" y="295597"/>
                </a:cubicBezTo>
                <a:cubicBezTo>
                  <a:pt x="1508380" y="315265"/>
                  <a:pt x="1492887" y="330763"/>
                  <a:pt x="1473214" y="337922"/>
                </a:cubicBezTo>
                <a:cubicBezTo>
                  <a:pt x="1459570" y="343617"/>
                  <a:pt x="1439098" y="343617"/>
                  <a:pt x="1404982" y="343617"/>
                </a:cubicBezTo>
                <a:lnTo>
                  <a:pt x="116255" y="343617"/>
                </a:lnTo>
                <a:cubicBezTo>
                  <a:pt x="82140" y="343617"/>
                  <a:pt x="61671" y="343617"/>
                  <a:pt x="48025" y="337922"/>
                </a:cubicBezTo>
                <a:cubicBezTo>
                  <a:pt x="28354" y="330763"/>
                  <a:pt x="12857" y="315265"/>
                  <a:pt x="5697" y="295597"/>
                </a:cubicBezTo>
                <a:cubicBezTo>
                  <a:pt x="0" y="281948"/>
                  <a:pt x="0" y="261481"/>
                  <a:pt x="0" y="227364"/>
                </a:cubicBezTo>
                <a:lnTo>
                  <a:pt x="0" y="116257"/>
                </a:lnTo>
                <a:cubicBezTo>
                  <a:pt x="0" y="82141"/>
                  <a:pt x="0" y="61674"/>
                  <a:pt x="5697" y="48026"/>
                </a:cubicBezTo>
                <a:cubicBezTo>
                  <a:pt x="12857" y="28356"/>
                  <a:pt x="28354" y="12859"/>
                  <a:pt x="48025" y="5700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solidFill xmlns:a="http://schemas.openxmlformats.org/drawingml/2006/main">
            <a:srgbClr val="FAEC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035A5EFC-2A45-44D5-A69A-35DA7ED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522" y="436246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5" y="0"/>
                </a:moveTo>
                <a:lnTo>
                  <a:pt x="1404984" y="0"/>
                </a:lnTo>
                <a:cubicBezTo>
                  <a:pt x="1439098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1" y="48025"/>
                </a:cubicBezTo>
                <a:cubicBezTo>
                  <a:pt x="1521238" y="61671"/>
                  <a:pt x="1521238" y="82140"/>
                  <a:pt x="1521238" y="116254"/>
                </a:cubicBezTo>
                <a:lnTo>
                  <a:pt x="1521238" y="227362"/>
                </a:lnTo>
                <a:cubicBezTo>
                  <a:pt x="1521238" y="261477"/>
                  <a:pt x="1521238" y="281946"/>
                  <a:pt x="1515541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8" y="343617"/>
                  <a:pt x="1404984" y="343617"/>
                </a:cubicBezTo>
                <a:lnTo>
                  <a:pt x="116255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FD990E"/>
            </a:solidFill>
            <a:prstDash val="solid"/>
          </a:ln>
        </p:spPr>
      </p:sp>
      <p:sp>
        <p:nvSpPr>
          <p:cNvPr id="42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AED17298-8476-4A7B-8442-592126E4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1095" y="522299"/>
            <a:ext cx="666527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Pick up 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5486AD-8E0E-424E-A662-E91773C780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726207ffc4a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6521" y="511683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44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E41A8AF0-CDF8-4C09-BB5C-520C88A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6521" y="511683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3E9C5B3E-3045-4A81-BD47-BA1A73F2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428" y="983346"/>
            <a:ext cx="1044036" cy="429277"/>
          </a:xfrm>
          <a:custGeom xmlns:a="http://schemas.openxmlformats.org/drawingml/2006/main">
            <a:pathLst>
              <a:path w="1044036" h="429277">
                <a:moveTo>
                  <a:pt x="116257" y="0"/>
                </a:moveTo>
                <a:lnTo>
                  <a:pt x="927784" y="0"/>
                </a:lnTo>
                <a:cubicBezTo>
                  <a:pt x="961895" y="0"/>
                  <a:pt x="982367" y="0"/>
                  <a:pt x="996011" y="5695"/>
                </a:cubicBezTo>
                <a:cubicBezTo>
                  <a:pt x="1015684" y="12854"/>
                  <a:pt x="1031182" y="28352"/>
                  <a:pt x="1038340" y="48025"/>
                </a:cubicBezTo>
                <a:cubicBezTo>
                  <a:pt x="1044036" y="61669"/>
                  <a:pt x="1044036" y="82141"/>
                  <a:pt x="1044036" y="116252"/>
                </a:cubicBezTo>
                <a:lnTo>
                  <a:pt x="1044036" y="313020"/>
                </a:lnTo>
                <a:cubicBezTo>
                  <a:pt x="1044036" y="347137"/>
                  <a:pt x="1044036" y="367604"/>
                  <a:pt x="1038340" y="381251"/>
                </a:cubicBezTo>
                <a:cubicBezTo>
                  <a:pt x="1031182" y="400921"/>
                  <a:pt x="1015684" y="416419"/>
                  <a:pt x="996011" y="423579"/>
                </a:cubicBezTo>
                <a:cubicBezTo>
                  <a:pt x="982367" y="429277"/>
                  <a:pt x="961895" y="429277"/>
                  <a:pt x="927784" y="429277"/>
                </a:cubicBezTo>
                <a:lnTo>
                  <a:pt x="116257" y="429277"/>
                </a:lnTo>
                <a:cubicBezTo>
                  <a:pt x="82142" y="429277"/>
                  <a:pt x="61674" y="429277"/>
                  <a:pt x="48027" y="423579"/>
                </a:cubicBezTo>
                <a:cubicBezTo>
                  <a:pt x="28357" y="416419"/>
                  <a:pt x="12859" y="400921"/>
                  <a:pt x="5701" y="381251"/>
                </a:cubicBezTo>
                <a:cubicBezTo>
                  <a:pt x="0" y="367604"/>
                  <a:pt x="0" y="347137"/>
                  <a:pt x="0" y="313020"/>
                </a:cubicBezTo>
                <a:lnTo>
                  <a:pt x="0" y="116252"/>
                </a:lnTo>
                <a:cubicBezTo>
                  <a:pt x="0" y="82141"/>
                  <a:pt x="0" y="61669"/>
                  <a:pt x="5701" y="48025"/>
                </a:cubicBezTo>
                <a:cubicBezTo>
                  <a:pt x="12859" y="28352"/>
                  <a:pt x="28357" y="12854"/>
                  <a:pt x="48027" y="5695"/>
                </a:cubicBezTo>
                <a:cubicBezTo>
                  <a:pt x="61674" y="0"/>
                  <a:pt x="82142" y="0"/>
                  <a:pt x="116257" y="0"/>
                </a:cubicBezTo>
              </a:path>
            </a:pathLst>
          </a:custGeom>
          <a:solidFill xmlns:a="http://schemas.openxmlformats.org/drawingml/2006/main">
            <a:srgbClr val="FFAFAA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FCDDC8E3-5303-412D-9B26-EA2AD0ED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428" y="983346"/>
            <a:ext cx="1044035" cy="429277"/>
          </a:xfrm>
          <a:custGeom xmlns:a="http://schemas.openxmlformats.org/drawingml/2006/main">
            <a:pathLst>
              <a:path w="1044035" h="429277">
                <a:moveTo>
                  <a:pt x="116254" y="0"/>
                </a:moveTo>
                <a:lnTo>
                  <a:pt x="927781" y="0"/>
                </a:lnTo>
                <a:cubicBezTo>
                  <a:pt x="961896" y="0"/>
                  <a:pt x="982364" y="0"/>
                  <a:pt x="996010" y="5697"/>
                </a:cubicBezTo>
                <a:cubicBezTo>
                  <a:pt x="1015682" y="12857"/>
                  <a:pt x="1031178" y="28353"/>
                  <a:pt x="1038338" y="48025"/>
                </a:cubicBezTo>
                <a:cubicBezTo>
                  <a:pt x="1044035" y="61671"/>
                  <a:pt x="1044035" y="82140"/>
                  <a:pt x="1044035" y="116254"/>
                </a:cubicBezTo>
                <a:lnTo>
                  <a:pt x="1044035" y="313022"/>
                </a:lnTo>
                <a:cubicBezTo>
                  <a:pt x="1044035" y="347137"/>
                  <a:pt x="1044035" y="367606"/>
                  <a:pt x="1038338" y="381252"/>
                </a:cubicBezTo>
                <a:cubicBezTo>
                  <a:pt x="1031178" y="400924"/>
                  <a:pt x="1015682" y="416420"/>
                  <a:pt x="996010" y="423580"/>
                </a:cubicBezTo>
                <a:cubicBezTo>
                  <a:pt x="982364" y="429277"/>
                  <a:pt x="961896" y="429277"/>
                  <a:pt x="927781" y="429277"/>
                </a:cubicBezTo>
                <a:lnTo>
                  <a:pt x="116254" y="429277"/>
                </a:lnTo>
                <a:cubicBezTo>
                  <a:pt x="82140" y="429277"/>
                  <a:pt x="61671" y="429277"/>
                  <a:pt x="48025" y="423580"/>
                </a:cubicBezTo>
                <a:cubicBezTo>
                  <a:pt x="28354" y="416420"/>
                  <a:pt x="12857" y="400924"/>
                  <a:pt x="5697" y="381252"/>
                </a:cubicBezTo>
                <a:cubicBezTo>
                  <a:pt x="0" y="367606"/>
                  <a:pt x="0" y="347137"/>
                  <a:pt x="0" y="31302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4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B51700"/>
            </a:solidFill>
            <a:prstDash val="solid"/>
          </a:ln>
        </p:spPr>
      </p:sp>
      <p:sp>
        <p:nvSpPr>
          <p:cNvPr id="47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7148CF96-10DB-4627-BE05-09D3E00B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6572" y="1081796"/>
            <a:ext cx="500515" cy="25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987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39E6C1-BA3A-45A1-BE08-45B5FC83A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7de26255b4e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5733" y="1043609"/>
            <a:ext cx="300645" cy="300645"/>
          </a:xfrm>
          <a:prstGeom xmlns:a="http://schemas.openxmlformats.org/drawingml/2006/main" prst="rect">
            <a:avLst/>
          </a:prstGeom>
        </p:spPr>
      </p:pic>
      <p:sp>
        <p:nvSpPr>
          <p:cNvPr id="49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AABE940C-4ADE-4E98-8D51-D22F79C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733" y="1043609"/>
            <a:ext cx="300645" cy="30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1BB13057-AD72-4920-AEE1-555B411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0313" y="608054"/>
            <a:ext cx="991143" cy="95"/>
          </a:xfrm>
          <a:custGeom xmlns:a="http://schemas.openxmlformats.org/drawingml/2006/main">
            <a:pathLst>
              <a:path w="991143" h="95">
                <a:moveTo>
                  <a:pt x="0" y="0"/>
                </a:moveTo>
                <a:lnTo>
                  <a:pt x="979670" y="0"/>
                </a:lnTo>
                <a:lnTo>
                  <a:pt x="9911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51" name="pdf-path-50">
            <a:extLst xmlns:a="http://schemas.openxmlformats.org/drawingml/2006/main">
              <a:ext uri="{FF2B5EF4-FFF2-40B4-BE49-F238E27FC236}">
                <a16:creationId xmlns:a16="http://schemas.microsoft.com/office/drawing/2014/main" id="{B3FD406A-648D-45C8-961E-6BD94B3C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9983" y="561246"/>
            <a:ext cx="93619" cy="93618"/>
          </a:xfrm>
          <a:custGeom xmlns:a="http://schemas.openxmlformats.org/drawingml/2006/main">
            <a:pathLst>
              <a:path w="93619" h="93618">
                <a:moveTo>
                  <a:pt x="0" y="93618"/>
                </a:moveTo>
                <a:lnTo>
                  <a:pt x="93619" y="46808"/>
                </a:lnTo>
                <a:lnTo>
                  <a:pt x="0" y="0"/>
                </a:lnTo>
                <a:lnTo>
                  <a:pt x="0" y="93618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40D5B361-40FD-411E-B5DC-B2CE4351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5813" y="150541"/>
            <a:ext cx="673319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Sample </a:t>
            </a:r>
          </a:p>
        </p:txBody>
      </p:sp>
      <p:sp>
        <p:nvSpPr>
          <p:cNvPr id="53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89F580A1-0486-405D-A11E-A842A169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074" y="370820"/>
            <a:ext cx="815767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Initial Skill</a:t>
            </a:r>
          </a:p>
        </p:txBody>
      </p:sp>
      <p:sp>
        <p:nvSpPr>
          <p:cNvPr id="54" name="pdf-path-53">
            <a:extLst xmlns:a="http://schemas.openxmlformats.org/drawingml/2006/main">
              <a:ext uri="{FF2B5EF4-FFF2-40B4-BE49-F238E27FC236}">
                <a16:creationId xmlns:a16="http://schemas.microsoft.com/office/drawing/2014/main" id="{2FCBACEC-EE01-47F0-B6BF-849C3A2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758" y="598409"/>
            <a:ext cx="259576" cy="260207"/>
          </a:xfrm>
          <a:custGeom xmlns:a="http://schemas.openxmlformats.org/drawingml/2006/main">
            <a:pathLst>
              <a:path w="259576" h="260207">
                <a:moveTo>
                  <a:pt x="0" y="0"/>
                </a:moveTo>
                <a:cubicBezTo>
                  <a:pt x="66749" y="6810"/>
                  <a:pt x="129092" y="36487"/>
                  <a:pt x="176466" y="84001"/>
                </a:cubicBezTo>
                <a:cubicBezTo>
                  <a:pt x="221564" y="129234"/>
                  <a:pt x="250226" y="187148"/>
                  <a:pt x="259576" y="248724"/>
                </a:cubicBezTo>
                <a:lnTo>
                  <a:pt x="259482" y="260207"/>
                </a:lnTo>
              </a:path>
            </a:pathLst>
          </a:custGeom>
          <a:noFill xmlns:a="http://schemas.openxmlformats.org/drawingml/2006/main"/>
          <a:ln xmlns:a="http://schemas.openxmlformats.org/drawingml/2006/main" w="18060">
            <a:solidFill>
              <a:srgbClr val="929292"/>
            </a:solidFill>
            <a:prstDash val="solid"/>
          </a:ln>
        </p:spPr>
      </p:sp>
      <p:sp>
        <p:nvSpPr>
          <p:cNvPr id="55" name="pdf-path-54">
            <a:extLst xmlns:a="http://schemas.openxmlformats.org/drawingml/2006/main">
              <a:ext uri="{FF2B5EF4-FFF2-40B4-BE49-F238E27FC236}">
                <a16:creationId xmlns:a16="http://schemas.microsoft.com/office/drawing/2014/main" id="{214ABE81-C427-436D-9A33-4A13355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527" y="846764"/>
            <a:ext cx="93614" cy="93995"/>
          </a:xfrm>
          <a:custGeom xmlns:a="http://schemas.openxmlformats.org/drawingml/2006/main">
            <a:pathLst>
              <a:path w="93614" h="93995">
                <a:moveTo>
                  <a:pt x="0" y="0"/>
                </a:moveTo>
                <a:lnTo>
                  <a:pt x="46048" y="93995"/>
                </a:lnTo>
                <a:lnTo>
                  <a:pt x="93614" y="7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DA4F7BAE-89AC-429C-82E1-75ADBC2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1583" y="431236"/>
            <a:ext cx="975652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Guide Next </a:t>
            </a:r>
          </a:p>
        </p:txBody>
      </p:sp>
      <p:sp>
        <p:nvSpPr>
          <p:cNvPr id="57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47FF39F6-8013-4565-9092-E248705F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1583" y="651515"/>
            <a:ext cx="1148939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Skill Selection</a:t>
            </a:r>
          </a:p>
        </p:txBody>
      </p:sp>
      <p:sp>
        <p:nvSpPr>
          <p:cNvPr id="58" name="pdf-path-57">
            <a:extLst xmlns:a="http://schemas.openxmlformats.org/drawingml/2006/main">
              <a:ext uri="{FF2B5EF4-FFF2-40B4-BE49-F238E27FC236}">
                <a16:creationId xmlns:a16="http://schemas.microsoft.com/office/drawing/2014/main" id="{F1394A1D-7EB1-4510-9569-84EA4EE1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103" y="1069846"/>
            <a:ext cx="162080" cy="122094"/>
          </a:xfrm>
          <a:custGeom xmlns:a="http://schemas.openxmlformats.org/drawingml/2006/main">
            <a:pathLst>
              <a:path w="162080" h="122094">
                <a:moveTo>
                  <a:pt x="5815" y="103774"/>
                </a:moveTo>
                <a:cubicBezTo>
                  <a:pt x="10187" y="111347"/>
                  <a:pt x="17459" y="117212"/>
                  <a:pt x="26572" y="119653"/>
                </a:cubicBezTo>
                <a:cubicBezTo>
                  <a:pt x="35686" y="122094"/>
                  <a:pt x="44915" y="120648"/>
                  <a:pt x="52488" y="116280"/>
                </a:cubicBezTo>
                <a:lnTo>
                  <a:pt x="141255" y="65029"/>
                </a:lnTo>
                <a:cubicBezTo>
                  <a:pt x="148828" y="60655"/>
                  <a:pt x="154754" y="53349"/>
                  <a:pt x="157196" y="44235"/>
                </a:cubicBezTo>
                <a:cubicBezTo>
                  <a:pt x="162080" y="26011"/>
                  <a:pt x="151292" y="7325"/>
                  <a:pt x="133066" y="2441"/>
                </a:cubicBezTo>
                <a:cubicBezTo>
                  <a:pt x="123952" y="0"/>
                  <a:pt x="114661" y="1478"/>
                  <a:pt x="107088" y="5851"/>
                </a:cubicBezTo>
                <a:lnTo>
                  <a:pt x="18321" y="57099"/>
                </a:lnTo>
                <a:cubicBezTo>
                  <a:pt x="10749" y="61472"/>
                  <a:pt x="4883" y="68746"/>
                  <a:pt x="2442" y="77859"/>
                </a:cubicBezTo>
                <a:cubicBezTo>
                  <a:pt x="0" y="86969"/>
                  <a:pt x="1443" y="96203"/>
                  <a:pt x="5815" y="103774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8">
            <a:extLst xmlns:a="http://schemas.openxmlformats.org/drawingml/2006/main">
              <a:ext uri="{FF2B5EF4-FFF2-40B4-BE49-F238E27FC236}">
                <a16:creationId xmlns:a16="http://schemas.microsoft.com/office/drawing/2014/main" id="{3957B39A-38AF-495A-AEFD-30457598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103" y="1069845"/>
            <a:ext cx="162080" cy="122094"/>
          </a:xfrm>
          <a:custGeom xmlns:a="http://schemas.openxmlformats.org/drawingml/2006/main">
            <a:pathLst>
              <a:path w="162080" h="122094">
                <a:moveTo>
                  <a:pt x="5815" y="103773"/>
                </a:moveTo>
                <a:cubicBezTo>
                  <a:pt x="10187" y="111346"/>
                  <a:pt x="17459" y="117210"/>
                  <a:pt x="26572" y="119652"/>
                </a:cubicBezTo>
                <a:cubicBezTo>
                  <a:pt x="35685" y="122094"/>
                  <a:pt x="44915" y="120651"/>
                  <a:pt x="52488" y="116279"/>
                </a:cubicBezTo>
                <a:lnTo>
                  <a:pt x="141255" y="65029"/>
                </a:lnTo>
                <a:cubicBezTo>
                  <a:pt x="148828" y="60657"/>
                  <a:pt x="154754" y="53350"/>
                  <a:pt x="157196" y="44237"/>
                </a:cubicBezTo>
                <a:cubicBezTo>
                  <a:pt x="162080" y="26010"/>
                  <a:pt x="151292" y="7326"/>
                  <a:pt x="133066" y="2442"/>
                </a:cubicBezTo>
                <a:cubicBezTo>
                  <a:pt x="123952" y="0"/>
                  <a:pt x="114661" y="1479"/>
                  <a:pt x="107089" y="5851"/>
                </a:cubicBezTo>
                <a:lnTo>
                  <a:pt x="18321" y="57101"/>
                </a:lnTo>
                <a:cubicBezTo>
                  <a:pt x="10748" y="61473"/>
                  <a:pt x="4884" y="68744"/>
                  <a:pt x="2442" y="77858"/>
                </a:cubicBezTo>
                <a:cubicBezTo>
                  <a:pt x="0" y="86971"/>
                  <a:pt x="1443" y="96201"/>
                  <a:pt x="5815" y="1037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42">
            <a:solidFill>
              <a:srgbClr val="000000"/>
            </a:solidFill>
            <a:prstDash val="solid"/>
          </a:ln>
        </p:spPr>
      </p:sp>
      <p:sp>
        <p:nvSpPr>
          <p:cNvPr id="60" name="pdf-path-59">
            <a:extLst xmlns:a="http://schemas.openxmlformats.org/drawingml/2006/main">
              <a:ext uri="{FF2B5EF4-FFF2-40B4-BE49-F238E27FC236}">
                <a16:creationId xmlns:a16="http://schemas.microsoft.com/office/drawing/2014/main" id="{831B770A-48B8-4D64-8EDB-02DA915C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053" y="1119676"/>
            <a:ext cx="122095" cy="162079"/>
          </a:xfrm>
          <a:custGeom xmlns:a="http://schemas.openxmlformats.org/drawingml/2006/main">
            <a:pathLst>
              <a:path w="122095" h="162079">
                <a:moveTo>
                  <a:pt x="103774" y="156265"/>
                </a:moveTo>
                <a:cubicBezTo>
                  <a:pt x="111346" y="151891"/>
                  <a:pt x="117211" y="144623"/>
                  <a:pt x="119653" y="135508"/>
                </a:cubicBezTo>
                <a:cubicBezTo>
                  <a:pt x="122095" y="126394"/>
                  <a:pt x="120652" y="117166"/>
                  <a:pt x="116280" y="109593"/>
                </a:cubicBezTo>
                <a:lnTo>
                  <a:pt x="65030" y="20825"/>
                </a:lnTo>
                <a:cubicBezTo>
                  <a:pt x="60657" y="13253"/>
                  <a:pt x="53351" y="7324"/>
                  <a:pt x="44237" y="4883"/>
                </a:cubicBezTo>
                <a:cubicBezTo>
                  <a:pt x="26010" y="0"/>
                  <a:pt x="7326" y="10789"/>
                  <a:pt x="2443" y="29013"/>
                </a:cubicBezTo>
                <a:cubicBezTo>
                  <a:pt x="0" y="38126"/>
                  <a:pt x="1479" y="47420"/>
                  <a:pt x="5851" y="54992"/>
                </a:cubicBezTo>
                <a:lnTo>
                  <a:pt x="57101" y="143759"/>
                </a:lnTo>
                <a:cubicBezTo>
                  <a:pt x="61473" y="151331"/>
                  <a:pt x="68745" y="157197"/>
                  <a:pt x="77858" y="159638"/>
                </a:cubicBezTo>
                <a:cubicBezTo>
                  <a:pt x="86971" y="162079"/>
                  <a:pt x="96201" y="160638"/>
                  <a:pt x="103774" y="156265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0">
            <a:extLst xmlns:a="http://schemas.openxmlformats.org/drawingml/2006/main">
              <a:ext uri="{FF2B5EF4-FFF2-40B4-BE49-F238E27FC236}">
                <a16:creationId xmlns:a16="http://schemas.microsoft.com/office/drawing/2014/main" id="{4967A8C5-9C2B-4A89-B18E-31C2E28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054" y="1119673"/>
            <a:ext cx="122094" cy="162080"/>
          </a:xfrm>
          <a:custGeom xmlns:a="http://schemas.openxmlformats.org/drawingml/2006/main">
            <a:pathLst>
              <a:path w="122094" h="162080">
                <a:moveTo>
                  <a:pt x="103773" y="156265"/>
                </a:moveTo>
                <a:cubicBezTo>
                  <a:pt x="111346" y="151893"/>
                  <a:pt x="117210" y="144621"/>
                  <a:pt x="119652" y="135508"/>
                </a:cubicBezTo>
                <a:cubicBezTo>
                  <a:pt x="122094" y="126395"/>
                  <a:pt x="120651" y="117165"/>
                  <a:pt x="116279" y="109592"/>
                </a:cubicBezTo>
                <a:lnTo>
                  <a:pt x="65029" y="20825"/>
                </a:lnTo>
                <a:cubicBezTo>
                  <a:pt x="60657" y="13252"/>
                  <a:pt x="53350" y="7326"/>
                  <a:pt x="44236" y="4884"/>
                </a:cubicBezTo>
                <a:cubicBezTo>
                  <a:pt x="26010" y="0"/>
                  <a:pt x="7326" y="10788"/>
                  <a:pt x="2442" y="29014"/>
                </a:cubicBezTo>
                <a:cubicBezTo>
                  <a:pt x="0" y="38128"/>
                  <a:pt x="1479" y="47419"/>
                  <a:pt x="5851" y="54991"/>
                </a:cubicBezTo>
                <a:lnTo>
                  <a:pt x="57101" y="143759"/>
                </a:lnTo>
                <a:cubicBezTo>
                  <a:pt x="61473" y="151331"/>
                  <a:pt x="68744" y="157196"/>
                  <a:pt x="77857" y="159638"/>
                </a:cubicBezTo>
                <a:cubicBezTo>
                  <a:pt x="86971" y="162080"/>
                  <a:pt x="96201" y="160637"/>
                  <a:pt x="103773" y="156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61">
            <a:solidFill>
              <a:srgbClr val="000000"/>
            </a:solidFill>
            <a:prstDash val="solid"/>
          </a:ln>
        </p:spPr>
      </p:sp>
      <p:sp>
        <p:nvSpPr>
          <p:cNvPr id="62" name="pdf-path-61">
            <a:extLst xmlns:a="http://schemas.openxmlformats.org/drawingml/2006/main">
              <a:ext uri="{FF2B5EF4-FFF2-40B4-BE49-F238E27FC236}">
                <a16:creationId xmlns:a16="http://schemas.microsoft.com/office/drawing/2014/main" id="{CA852FF4-6A7D-4128-8756-1C2BFA6C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962" y="1041590"/>
            <a:ext cx="99119" cy="45002"/>
          </a:xfrm>
          <a:custGeom xmlns:a="http://schemas.openxmlformats.org/drawingml/2006/main">
            <a:pathLst>
              <a:path w="99119" h="45002">
                <a:moveTo>
                  <a:pt x="1833" y="28468"/>
                </a:moveTo>
                <a:cubicBezTo>
                  <a:pt x="0" y="35305"/>
                  <a:pt x="4013" y="42253"/>
                  <a:pt x="10853" y="44089"/>
                </a:cubicBezTo>
                <a:cubicBezTo>
                  <a:pt x="14274" y="45002"/>
                  <a:pt x="17693" y="44405"/>
                  <a:pt x="20535" y="42767"/>
                </a:cubicBezTo>
                <a:lnTo>
                  <a:pt x="50018" y="25824"/>
                </a:lnTo>
                <a:lnTo>
                  <a:pt x="79500" y="42767"/>
                </a:lnTo>
                <a:cubicBezTo>
                  <a:pt x="82342" y="44405"/>
                  <a:pt x="85761" y="45002"/>
                  <a:pt x="89182" y="44089"/>
                </a:cubicBezTo>
                <a:cubicBezTo>
                  <a:pt x="92602" y="43170"/>
                  <a:pt x="95461" y="40987"/>
                  <a:pt x="97103" y="38146"/>
                </a:cubicBezTo>
                <a:cubicBezTo>
                  <a:pt x="98743" y="35305"/>
                  <a:pt x="99119" y="31886"/>
                  <a:pt x="98203" y="28468"/>
                </a:cubicBezTo>
                <a:cubicBezTo>
                  <a:pt x="97286" y="25043"/>
                  <a:pt x="95104" y="22185"/>
                  <a:pt x="92262" y="20546"/>
                </a:cubicBezTo>
                <a:lnTo>
                  <a:pt x="59039" y="1400"/>
                </a:lnTo>
                <a:cubicBezTo>
                  <a:pt x="56776" y="97"/>
                  <a:pt x="54059" y="37"/>
                  <a:pt x="51337" y="304"/>
                </a:cubicBezTo>
                <a:cubicBezTo>
                  <a:pt x="51172" y="248"/>
                  <a:pt x="51068" y="129"/>
                  <a:pt x="50897" y="84"/>
                </a:cubicBezTo>
                <a:cubicBezTo>
                  <a:pt x="50669" y="19"/>
                  <a:pt x="50467" y="129"/>
                  <a:pt x="50238" y="84"/>
                </a:cubicBezTo>
                <a:cubicBezTo>
                  <a:pt x="49932" y="143"/>
                  <a:pt x="49663" y="0"/>
                  <a:pt x="49357" y="84"/>
                </a:cubicBezTo>
                <a:cubicBezTo>
                  <a:pt x="49190" y="129"/>
                  <a:pt x="49081" y="254"/>
                  <a:pt x="48918" y="304"/>
                </a:cubicBezTo>
                <a:cubicBezTo>
                  <a:pt x="46202" y="33"/>
                  <a:pt x="43479" y="97"/>
                  <a:pt x="41217" y="1400"/>
                </a:cubicBezTo>
                <a:lnTo>
                  <a:pt x="7773" y="20546"/>
                </a:lnTo>
                <a:cubicBezTo>
                  <a:pt x="4931" y="22185"/>
                  <a:pt x="2750" y="25043"/>
                  <a:pt x="1833" y="28468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2">
            <a:extLst xmlns:a="http://schemas.openxmlformats.org/drawingml/2006/main">
              <a:ext uri="{FF2B5EF4-FFF2-40B4-BE49-F238E27FC236}">
                <a16:creationId xmlns:a16="http://schemas.microsoft.com/office/drawing/2014/main" id="{43B4183D-52E8-4850-B2A8-C7E6CF7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962" y="1041589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28464"/>
                </a:moveTo>
                <a:cubicBezTo>
                  <a:pt x="0" y="35305"/>
                  <a:pt x="4013" y="42253"/>
                  <a:pt x="10854" y="44086"/>
                </a:cubicBezTo>
                <a:cubicBezTo>
                  <a:pt x="14274" y="45002"/>
                  <a:pt x="17693" y="44405"/>
                  <a:pt x="20535" y="42766"/>
                </a:cubicBezTo>
                <a:lnTo>
                  <a:pt x="50018" y="25824"/>
                </a:lnTo>
                <a:lnTo>
                  <a:pt x="79501" y="42766"/>
                </a:lnTo>
                <a:cubicBezTo>
                  <a:pt x="82342" y="44407"/>
                  <a:pt x="85761" y="45003"/>
                  <a:pt x="89182" y="44086"/>
                </a:cubicBezTo>
                <a:cubicBezTo>
                  <a:pt x="92602" y="43170"/>
                  <a:pt x="95462" y="40987"/>
                  <a:pt x="97103" y="38145"/>
                </a:cubicBezTo>
                <a:cubicBezTo>
                  <a:pt x="98743" y="35304"/>
                  <a:pt x="99119" y="31886"/>
                  <a:pt x="98203" y="28464"/>
                </a:cubicBezTo>
                <a:cubicBezTo>
                  <a:pt x="97286" y="25044"/>
                  <a:pt x="95104" y="22183"/>
                  <a:pt x="92262" y="20544"/>
                </a:cubicBezTo>
                <a:lnTo>
                  <a:pt x="59039" y="1402"/>
                </a:lnTo>
                <a:cubicBezTo>
                  <a:pt x="56776" y="95"/>
                  <a:pt x="54059" y="37"/>
                  <a:pt x="51338" y="302"/>
                </a:cubicBezTo>
                <a:cubicBezTo>
                  <a:pt x="51172" y="250"/>
                  <a:pt x="51068" y="127"/>
                  <a:pt x="50898" y="82"/>
                </a:cubicBezTo>
                <a:cubicBezTo>
                  <a:pt x="50669" y="20"/>
                  <a:pt x="50467" y="130"/>
                  <a:pt x="50238" y="82"/>
                </a:cubicBezTo>
                <a:cubicBezTo>
                  <a:pt x="49932" y="140"/>
                  <a:pt x="49663" y="0"/>
                  <a:pt x="49358" y="82"/>
                </a:cubicBezTo>
                <a:cubicBezTo>
                  <a:pt x="49190" y="127"/>
                  <a:pt x="49081" y="251"/>
                  <a:pt x="48918" y="302"/>
                </a:cubicBezTo>
                <a:cubicBezTo>
                  <a:pt x="46202" y="34"/>
                  <a:pt x="43479" y="96"/>
                  <a:pt x="41217" y="1402"/>
                </a:cubicBezTo>
                <a:lnTo>
                  <a:pt x="7774" y="20544"/>
                </a:lnTo>
                <a:cubicBezTo>
                  <a:pt x="4932" y="22184"/>
                  <a:pt x="2750" y="25044"/>
                  <a:pt x="1833" y="284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64" name="pdf-path-63">
            <a:extLst xmlns:a="http://schemas.openxmlformats.org/drawingml/2006/main">
              <a:ext uri="{FF2B5EF4-FFF2-40B4-BE49-F238E27FC236}">
                <a16:creationId xmlns:a16="http://schemas.microsoft.com/office/drawing/2014/main" id="{C3ECAA6A-6079-463D-A8BE-9B831519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005" y="1111961"/>
            <a:ext cx="99119" cy="45002"/>
          </a:xfrm>
          <a:custGeom xmlns:a="http://schemas.openxmlformats.org/drawingml/2006/main">
            <a:pathLst>
              <a:path w="99119" h="45002">
                <a:moveTo>
                  <a:pt x="1833" y="16535"/>
                </a:moveTo>
                <a:cubicBezTo>
                  <a:pt x="0" y="9697"/>
                  <a:pt x="4013" y="2750"/>
                  <a:pt x="10853" y="913"/>
                </a:cubicBezTo>
                <a:cubicBezTo>
                  <a:pt x="14274" y="0"/>
                  <a:pt x="17693" y="597"/>
                  <a:pt x="20535" y="2235"/>
                </a:cubicBezTo>
                <a:lnTo>
                  <a:pt x="50018" y="19179"/>
                </a:lnTo>
                <a:lnTo>
                  <a:pt x="79500" y="2235"/>
                </a:lnTo>
                <a:cubicBezTo>
                  <a:pt x="82342" y="597"/>
                  <a:pt x="85761" y="0"/>
                  <a:pt x="89181" y="913"/>
                </a:cubicBezTo>
                <a:cubicBezTo>
                  <a:pt x="92602" y="1832"/>
                  <a:pt x="95461" y="4016"/>
                  <a:pt x="97103" y="6857"/>
                </a:cubicBezTo>
                <a:cubicBezTo>
                  <a:pt x="98743" y="9697"/>
                  <a:pt x="99119" y="13116"/>
                  <a:pt x="98203" y="16535"/>
                </a:cubicBezTo>
                <a:cubicBezTo>
                  <a:pt x="97286" y="19959"/>
                  <a:pt x="95104" y="22818"/>
                  <a:pt x="92262" y="24456"/>
                </a:cubicBezTo>
                <a:lnTo>
                  <a:pt x="59039" y="43601"/>
                </a:lnTo>
                <a:cubicBezTo>
                  <a:pt x="56776" y="44906"/>
                  <a:pt x="54059" y="44965"/>
                  <a:pt x="51337" y="44698"/>
                </a:cubicBezTo>
                <a:cubicBezTo>
                  <a:pt x="51171" y="44755"/>
                  <a:pt x="51068" y="44873"/>
                  <a:pt x="50897" y="44919"/>
                </a:cubicBezTo>
                <a:cubicBezTo>
                  <a:pt x="50669" y="44983"/>
                  <a:pt x="50467" y="44873"/>
                  <a:pt x="50238" y="44919"/>
                </a:cubicBezTo>
                <a:cubicBezTo>
                  <a:pt x="49932" y="44859"/>
                  <a:pt x="49663" y="45002"/>
                  <a:pt x="49357" y="44919"/>
                </a:cubicBezTo>
                <a:cubicBezTo>
                  <a:pt x="49190" y="44873"/>
                  <a:pt x="49081" y="44749"/>
                  <a:pt x="48917" y="44698"/>
                </a:cubicBezTo>
                <a:cubicBezTo>
                  <a:pt x="46202" y="44969"/>
                  <a:pt x="43479" y="44906"/>
                  <a:pt x="41217" y="43601"/>
                </a:cubicBezTo>
                <a:lnTo>
                  <a:pt x="7773" y="24456"/>
                </a:lnTo>
                <a:cubicBezTo>
                  <a:pt x="4931" y="22818"/>
                  <a:pt x="2750" y="19959"/>
                  <a:pt x="1833" y="16535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4">
            <a:extLst xmlns:a="http://schemas.openxmlformats.org/drawingml/2006/main">
              <a:ext uri="{FF2B5EF4-FFF2-40B4-BE49-F238E27FC236}">
                <a16:creationId xmlns:a16="http://schemas.microsoft.com/office/drawing/2014/main" id="{FAFE3FF0-ACE0-4264-B33B-F305E95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005" y="1111962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16539"/>
                </a:moveTo>
                <a:cubicBezTo>
                  <a:pt x="0" y="9698"/>
                  <a:pt x="4013" y="2751"/>
                  <a:pt x="10854" y="917"/>
                </a:cubicBezTo>
                <a:cubicBezTo>
                  <a:pt x="14274" y="1"/>
                  <a:pt x="17693" y="598"/>
                  <a:pt x="20535" y="2237"/>
                </a:cubicBezTo>
                <a:lnTo>
                  <a:pt x="50018" y="19179"/>
                </a:lnTo>
                <a:lnTo>
                  <a:pt x="79501" y="2237"/>
                </a:lnTo>
                <a:cubicBezTo>
                  <a:pt x="82343" y="596"/>
                  <a:pt x="85761" y="0"/>
                  <a:pt x="89182" y="917"/>
                </a:cubicBezTo>
                <a:cubicBezTo>
                  <a:pt x="92602" y="1834"/>
                  <a:pt x="95462" y="4016"/>
                  <a:pt x="97103" y="6858"/>
                </a:cubicBezTo>
                <a:cubicBezTo>
                  <a:pt x="98743" y="9700"/>
                  <a:pt x="99119" y="13117"/>
                  <a:pt x="98203" y="16539"/>
                </a:cubicBezTo>
                <a:cubicBezTo>
                  <a:pt x="97286" y="19959"/>
                  <a:pt x="95104" y="22820"/>
                  <a:pt x="92262" y="24460"/>
                </a:cubicBezTo>
                <a:lnTo>
                  <a:pt x="59038" y="43601"/>
                </a:lnTo>
                <a:cubicBezTo>
                  <a:pt x="56776" y="44908"/>
                  <a:pt x="54059" y="44966"/>
                  <a:pt x="51338" y="44702"/>
                </a:cubicBezTo>
                <a:cubicBezTo>
                  <a:pt x="51172" y="44753"/>
                  <a:pt x="51068" y="44876"/>
                  <a:pt x="50898" y="44922"/>
                </a:cubicBezTo>
                <a:cubicBezTo>
                  <a:pt x="50669" y="44983"/>
                  <a:pt x="50467" y="44873"/>
                  <a:pt x="50238" y="44922"/>
                </a:cubicBezTo>
                <a:cubicBezTo>
                  <a:pt x="49932" y="44863"/>
                  <a:pt x="49663" y="45003"/>
                  <a:pt x="49358" y="44922"/>
                </a:cubicBezTo>
                <a:cubicBezTo>
                  <a:pt x="49190" y="44877"/>
                  <a:pt x="49081" y="44752"/>
                  <a:pt x="48918" y="44702"/>
                </a:cubicBezTo>
                <a:cubicBezTo>
                  <a:pt x="46202" y="44970"/>
                  <a:pt x="43479" y="44908"/>
                  <a:pt x="41217" y="43601"/>
                </a:cubicBezTo>
                <a:lnTo>
                  <a:pt x="7774" y="24460"/>
                </a:lnTo>
                <a:cubicBezTo>
                  <a:pt x="4932" y="22819"/>
                  <a:pt x="2750" y="19959"/>
                  <a:pt x="1833" y="165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66" name="pdf-path-65">
            <a:extLst xmlns:a="http://schemas.openxmlformats.org/drawingml/2006/main">
              <a:ext uri="{FF2B5EF4-FFF2-40B4-BE49-F238E27FC236}">
                <a16:creationId xmlns:a16="http://schemas.microsoft.com/office/drawing/2014/main" id="{787531D0-97A5-405A-9622-0B85BE7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8630" y="1067676"/>
            <a:ext cx="77281" cy="77282"/>
          </a:xfrm>
          <a:custGeom xmlns:a="http://schemas.openxmlformats.org/drawingml/2006/main">
            <a:pathLst>
              <a:path w="77281" h="77282">
                <a:moveTo>
                  <a:pt x="63533" y="13749"/>
                </a:moveTo>
                <a:cubicBezTo>
                  <a:pt x="77281" y="27498"/>
                  <a:pt x="77281" y="49787"/>
                  <a:pt x="63533" y="63532"/>
                </a:cubicBezTo>
                <a:cubicBezTo>
                  <a:pt x="49786" y="77282"/>
                  <a:pt x="27495" y="77282"/>
                  <a:pt x="13748" y="63532"/>
                </a:cubicBezTo>
                <a:cubicBezTo>
                  <a:pt x="0" y="49787"/>
                  <a:pt x="0" y="27498"/>
                  <a:pt x="13748" y="13749"/>
                </a:cubicBezTo>
                <a:cubicBezTo>
                  <a:pt x="27495" y="0"/>
                  <a:pt x="49786" y="0"/>
                  <a:pt x="63533" y="13749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6">
            <a:extLst xmlns:a="http://schemas.openxmlformats.org/drawingml/2006/main">
              <a:ext uri="{FF2B5EF4-FFF2-40B4-BE49-F238E27FC236}">
                <a16:creationId xmlns:a16="http://schemas.microsoft.com/office/drawing/2014/main" id="{39F6D9D3-77E2-4788-90E1-94B4D274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8630" y="1067676"/>
            <a:ext cx="77281" cy="77281"/>
          </a:xfrm>
          <a:custGeom xmlns:a="http://schemas.openxmlformats.org/drawingml/2006/main">
            <a:pathLst>
              <a:path w="77281" h="77281">
                <a:moveTo>
                  <a:pt x="63533" y="13748"/>
                </a:moveTo>
                <a:cubicBezTo>
                  <a:pt x="77281" y="27496"/>
                  <a:pt x="77281" y="49785"/>
                  <a:pt x="63533" y="63533"/>
                </a:cubicBezTo>
                <a:cubicBezTo>
                  <a:pt x="49785" y="77281"/>
                  <a:pt x="27496" y="77281"/>
                  <a:pt x="13748" y="63533"/>
                </a:cubicBezTo>
                <a:cubicBezTo>
                  <a:pt x="0" y="49785"/>
                  <a:pt x="0" y="27496"/>
                  <a:pt x="13748" y="13748"/>
                </a:cubicBezTo>
                <a:cubicBezTo>
                  <a:pt x="27496" y="0"/>
                  <a:pt x="49785" y="0"/>
                  <a:pt x="63533" y="13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6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E5E61B01-C241-447C-A88B-F818D7C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14" y="1090861"/>
            <a:ext cx="30913" cy="30912"/>
          </a:xfrm>
          <a:custGeom xmlns:a="http://schemas.openxmlformats.org/drawingml/2006/main">
            <a:pathLst>
              <a:path w="30913" h="30912">
                <a:moveTo>
                  <a:pt x="25413" y="5502"/>
                </a:moveTo>
                <a:cubicBezTo>
                  <a:pt x="30913" y="11000"/>
                  <a:pt x="30913" y="19917"/>
                  <a:pt x="25413" y="25415"/>
                </a:cubicBezTo>
                <a:cubicBezTo>
                  <a:pt x="19914" y="30912"/>
                  <a:pt x="10999" y="30912"/>
                  <a:pt x="5499" y="25415"/>
                </a:cubicBezTo>
                <a:cubicBezTo>
                  <a:pt x="0" y="19917"/>
                  <a:pt x="0" y="11000"/>
                  <a:pt x="5499" y="5502"/>
                </a:cubicBezTo>
                <a:cubicBezTo>
                  <a:pt x="10999" y="0"/>
                  <a:pt x="19914" y="0"/>
                  <a:pt x="25413" y="5502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9DC898A3-89BF-4B13-B200-EDF43A4A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14" y="1090863"/>
            <a:ext cx="30913" cy="30912"/>
          </a:xfrm>
          <a:custGeom xmlns:a="http://schemas.openxmlformats.org/drawingml/2006/main">
            <a:pathLst>
              <a:path w="30913" h="30912">
                <a:moveTo>
                  <a:pt x="25413" y="5499"/>
                </a:moveTo>
                <a:cubicBezTo>
                  <a:pt x="30913" y="10998"/>
                  <a:pt x="30913" y="19914"/>
                  <a:pt x="25413" y="25413"/>
                </a:cubicBezTo>
                <a:cubicBezTo>
                  <a:pt x="19914" y="30912"/>
                  <a:pt x="10998" y="30912"/>
                  <a:pt x="5499" y="25413"/>
                </a:cubicBezTo>
                <a:cubicBezTo>
                  <a:pt x="0" y="19914"/>
                  <a:pt x="0" y="10998"/>
                  <a:pt x="5499" y="5499"/>
                </a:cubicBezTo>
                <a:cubicBezTo>
                  <a:pt x="10998" y="0"/>
                  <a:pt x="19914" y="0"/>
                  <a:pt x="25413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70" name="pdf-path-69">
            <a:extLst xmlns:a="http://schemas.openxmlformats.org/drawingml/2006/main">
              <a:ext uri="{FF2B5EF4-FFF2-40B4-BE49-F238E27FC236}">
                <a16:creationId xmlns:a16="http://schemas.microsoft.com/office/drawing/2014/main" id="{79D22496-6388-4FE2-9F62-18575421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552" y="1205460"/>
            <a:ext cx="126732" cy="105610"/>
          </a:xfrm>
          <a:custGeom xmlns:a="http://schemas.openxmlformats.org/drawingml/2006/main">
            <a:pathLst>
              <a:path w="126732" h="105610">
                <a:moveTo>
                  <a:pt x="63366" y="0"/>
                </a:moveTo>
                <a:cubicBezTo>
                  <a:pt x="47149" y="0"/>
                  <a:pt x="30789" y="5200"/>
                  <a:pt x="18416" y="15512"/>
                </a:cubicBezTo>
                <a:cubicBezTo>
                  <a:pt x="6043" y="25823"/>
                  <a:pt x="0" y="39292"/>
                  <a:pt x="0" y="52808"/>
                </a:cubicBezTo>
                <a:lnTo>
                  <a:pt x="0" y="105610"/>
                </a:lnTo>
                <a:lnTo>
                  <a:pt x="63366" y="105610"/>
                </a:lnTo>
                <a:lnTo>
                  <a:pt x="126732" y="105610"/>
                </a:lnTo>
                <a:lnTo>
                  <a:pt x="126732" y="52808"/>
                </a:lnTo>
                <a:cubicBezTo>
                  <a:pt x="126732" y="39292"/>
                  <a:pt x="120491" y="25823"/>
                  <a:pt x="108119" y="15512"/>
                </a:cubicBezTo>
                <a:cubicBezTo>
                  <a:pt x="95746" y="5200"/>
                  <a:pt x="79583" y="0"/>
                  <a:pt x="63366" y="0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70">
            <a:extLst xmlns:a="http://schemas.openxmlformats.org/drawingml/2006/main">
              <a:ext uri="{FF2B5EF4-FFF2-40B4-BE49-F238E27FC236}">
                <a16:creationId xmlns:a16="http://schemas.microsoft.com/office/drawing/2014/main" id="{926838E4-F361-492F-BDFD-6467ABC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552" y="1205460"/>
            <a:ext cx="126732" cy="105611"/>
          </a:xfrm>
          <a:custGeom xmlns:a="http://schemas.openxmlformats.org/drawingml/2006/main">
            <a:pathLst>
              <a:path w="126732" h="105611">
                <a:moveTo>
                  <a:pt x="63366" y="0"/>
                </a:moveTo>
                <a:cubicBezTo>
                  <a:pt x="47149" y="0"/>
                  <a:pt x="30789" y="5201"/>
                  <a:pt x="18416" y="15512"/>
                </a:cubicBezTo>
                <a:cubicBezTo>
                  <a:pt x="6043" y="25823"/>
                  <a:pt x="0" y="39291"/>
                  <a:pt x="0" y="52805"/>
                </a:cubicBezTo>
                <a:lnTo>
                  <a:pt x="0" y="105611"/>
                </a:lnTo>
                <a:lnTo>
                  <a:pt x="63366" y="105611"/>
                </a:lnTo>
                <a:lnTo>
                  <a:pt x="126732" y="105611"/>
                </a:lnTo>
                <a:lnTo>
                  <a:pt x="126732" y="52805"/>
                </a:lnTo>
                <a:cubicBezTo>
                  <a:pt x="126732" y="39291"/>
                  <a:pt x="120491" y="25823"/>
                  <a:pt x="108119" y="15512"/>
                </a:cubicBezTo>
                <a:cubicBezTo>
                  <a:pt x="95746" y="5201"/>
                  <a:pt x="79583" y="0"/>
                  <a:pt x="6336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72" name="pdf-path-71">
            <a:extLst xmlns:a="http://schemas.openxmlformats.org/drawingml/2006/main">
              <a:ext uri="{FF2B5EF4-FFF2-40B4-BE49-F238E27FC236}">
                <a16:creationId xmlns:a16="http://schemas.microsoft.com/office/drawing/2014/main" id="{150E7C79-4774-43C2-804D-8D4807DE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267" y="1287538"/>
            <a:ext cx="225302" cy="56326"/>
          </a:xfrm>
          <a:custGeom xmlns:a="http://schemas.openxmlformats.org/drawingml/2006/main">
            <a:pathLst>
              <a:path w="225302" h="56326">
                <a:moveTo>
                  <a:pt x="0" y="56326"/>
                </a:moveTo>
                <a:lnTo>
                  <a:pt x="225302" y="56326"/>
                </a:lnTo>
                <a:lnTo>
                  <a:pt x="2253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2">
            <a:extLst xmlns:a="http://schemas.openxmlformats.org/drawingml/2006/main">
              <a:ext uri="{FF2B5EF4-FFF2-40B4-BE49-F238E27FC236}">
                <a16:creationId xmlns:a16="http://schemas.microsoft.com/office/drawing/2014/main" id="{E64DB7DB-BE05-4559-A997-101FAF44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267" y="1287537"/>
            <a:ext cx="225302" cy="56325"/>
          </a:xfrm>
          <a:custGeom xmlns:a="http://schemas.openxmlformats.org/drawingml/2006/main">
            <a:pathLst>
              <a:path w="225302" h="56325">
                <a:moveTo>
                  <a:pt x="0" y="0"/>
                </a:moveTo>
                <a:lnTo>
                  <a:pt x="225302" y="0"/>
                </a:lnTo>
                <a:lnTo>
                  <a:pt x="225302" y="56325"/>
                </a:lnTo>
                <a:lnTo>
                  <a:pt x="0" y="56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74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73D96DB-8200-446F-87B2-DE3641D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462" y="1228728"/>
            <a:ext cx="30913" cy="30913"/>
          </a:xfrm>
          <a:custGeom xmlns:a="http://schemas.openxmlformats.org/drawingml/2006/main">
            <a:pathLst>
              <a:path w="30913" h="30913">
                <a:moveTo>
                  <a:pt x="25413" y="5497"/>
                </a:moveTo>
                <a:cubicBezTo>
                  <a:pt x="30913" y="11000"/>
                  <a:pt x="30913" y="19917"/>
                  <a:pt x="25413" y="25415"/>
                </a:cubicBezTo>
                <a:cubicBezTo>
                  <a:pt x="19914" y="30913"/>
                  <a:pt x="10998" y="30913"/>
                  <a:pt x="5499" y="25415"/>
                </a:cubicBezTo>
                <a:cubicBezTo>
                  <a:pt x="0" y="19917"/>
                  <a:pt x="0" y="11000"/>
                  <a:pt x="5499" y="5497"/>
                </a:cubicBezTo>
                <a:cubicBezTo>
                  <a:pt x="10998" y="0"/>
                  <a:pt x="19914" y="0"/>
                  <a:pt x="25413" y="5497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4">
            <a:extLst xmlns:a="http://schemas.openxmlformats.org/drawingml/2006/main">
              <a:ext uri="{FF2B5EF4-FFF2-40B4-BE49-F238E27FC236}">
                <a16:creationId xmlns:a16="http://schemas.microsoft.com/office/drawing/2014/main" id="{61F02993-F85E-4080-9996-27D822F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462" y="1228730"/>
            <a:ext cx="30913" cy="30912"/>
          </a:xfrm>
          <a:custGeom xmlns:a="http://schemas.openxmlformats.org/drawingml/2006/main">
            <a:pathLst>
              <a:path w="30913" h="30912">
                <a:moveTo>
                  <a:pt x="25413" y="5499"/>
                </a:moveTo>
                <a:cubicBezTo>
                  <a:pt x="30913" y="10998"/>
                  <a:pt x="30913" y="19914"/>
                  <a:pt x="25413" y="25413"/>
                </a:cubicBezTo>
                <a:cubicBezTo>
                  <a:pt x="19914" y="30912"/>
                  <a:pt x="10998" y="30912"/>
                  <a:pt x="5499" y="25413"/>
                </a:cubicBezTo>
                <a:cubicBezTo>
                  <a:pt x="0" y="19914"/>
                  <a:pt x="0" y="10998"/>
                  <a:pt x="5499" y="5499"/>
                </a:cubicBezTo>
                <a:cubicBezTo>
                  <a:pt x="10998" y="0"/>
                  <a:pt x="19914" y="0"/>
                  <a:pt x="25413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76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F8045F5C-C21F-4D9A-AD45-89A3CA0D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1108" y="1080644"/>
            <a:ext cx="682245" cy="25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7" b="0" i="0">
                <a:solidFill>
                  <a:srgbClr val="C2C2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87" b="0" i="0">
                <a:solidFill>
                  <a:srgbClr val="C2C2C2"/>
                </a:solidFill>
                <a:latin typeface="Arial"/>
                <a:ea typeface="Arial"/>
                <a:cs typeface="Arial"/>
              </a:defRPr>
            </a:pPr>
            <a:r>
              <a:rPr sz="1987" b="0" i="0">
                <a:solidFill>
                  <a:srgbClr val="C2C2C2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77" name="pdf-path-76">
            <a:extLst xmlns:a="http://schemas.openxmlformats.org/drawingml/2006/main">
              <a:ext uri="{FF2B5EF4-FFF2-40B4-BE49-F238E27FC236}">
                <a16:creationId xmlns:a16="http://schemas.microsoft.com/office/drawing/2014/main" id="{A0118CA1-7BD8-428E-A1D7-014903C5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289" y="805516"/>
            <a:ext cx="95" cy="70032"/>
          </a:xfrm>
          <a:custGeom xmlns:a="http://schemas.openxmlformats.org/drawingml/2006/main">
            <a:pathLst>
              <a:path w="95" h="70032">
                <a:moveTo>
                  <a:pt x="0" y="0"/>
                </a:moveTo>
                <a:lnTo>
                  <a:pt x="0" y="58559"/>
                </a:lnTo>
                <a:lnTo>
                  <a:pt x="0" y="70032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78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125A844-1E99-46A5-903E-8A99CA99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479" y="864074"/>
            <a:ext cx="93619" cy="93619"/>
          </a:xfrm>
          <a:custGeom xmlns:a="http://schemas.openxmlformats.org/drawingml/2006/main">
            <a:pathLst>
              <a:path w="93619" h="93619">
                <a:moveTo>
                  <a:pt x="0" y="0"/>
                </a:moveTo>
                <a:lnTo>
                  <a:pt x="46809" y="93619"/>
                </a:lnTo>
                <a:lnTo>
                  <a:pt x="93619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8">
            <a:extLst xmlns:a="http://schemas.openxmlformats.org/drawingml/2006/main">
              <a:ext uri="{FF2B5EF4-FFF2-40B4-BE49-F238E27FC236}">
                <a16:creationId xmlns:a16="http://schemas.microsoft.com/office/drawing/2014/main" id="{C99497A5-9E40-4F1E-9171-03427D05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8482" y="1605643"/>
            <a:ext cx="1521240" cy="343616"/>
          </a:xfrm>
          <a:custGeom xmlns:a="http://schemas.openxmlformats.org/drawingml/2006/main">
            <a:pathLst>
              <a:path w="1521240" h="343616">
                <a:moveTo>
                  <a:pt x="116254" y="0"/>
                </a:moveTo>
                <a:lnTo>
                  <a:pt x="1404983" y="0"/>
                </a:lnTo>
                <a:cubicBezTo>
                  <a:pt x="1439099" y="0"/>
                  <a:pt x="1459566" y="0"/>
                  <a:pt x="1473214" y="5700"/>
                </a:cubicBezTo>
                <a:cubicBezTo>
                  <a:pt x="1492883" y="12859"/>
                  <a:pt x="1508381" y="28356"/>
                  <a:pt x="1515540" y="48025"/>
                </a:cubicBezTo>
                <a:cubicBezTo>
                  <a:pt x="1521240" y="61673"/>
                  <a:pt x="1521240" y="82141"/>
                  <a:pt x="1521240" y="116257"/>
                </a:cubicBezTo>
                <a:lnTo>
                  <a:pt x="1521240" y="227364"/>
                </a:lnTo>
                <a:cubicBezTo>
                  <a:pt x="1521240" y="261480"/>
                  <a:pt x="1521240" y="281948"/>
                  <a:pt x="1515540" y="295591"/>
                </a:cubicBezTo>
                <a:cubicBezTo>
                  <a:pt x="1508381" y="315265"/>
                  <a:pt x="1492883" y="330763"/>
                  <a:pt x="1473214" y="337922"/>
                </a:cubicBezTo>
                <a:cubicBezTo>
                  <a:pt x="1459566" y="343616"/>
                  <a:pt x="1439099" y="343616"/>
                  <a:pt x="1404983" y="343616"/>
                </a:cubicBezTo>
                <a:lnTo>
                  <a:pt x="116254" y="343616"/>
                </a:lnTo>
                <a:cubicBezTo>
                  <a:pt x="82140" y="343616"/>
                  <a:pt x="61671" y="343616"/>
                  <a:pt x="48025" y="337922"/>
                </a:cubicBezTo>
                <a:cubicBezTo>
                  <a:pt x="28353" y="330763"/>
                  <a:pt x="12857" y="315265"/>
                  <a:pt x="5697" y="295591"/>
                </a:cubicBezTo>
                <a:cubicBezTo>
                  <a:pt x="0" y="281948"/>
                  <a:pt x="0" y="261480"/>
                  <a:pt x="0" y="227364"/>
                </a:cubicBezTo>
                <a:lnTo>
                  <a:pt x="0" y="116257"/>
                </a:lnTo>
                <a:cubicBezTo>
                  <a:pt x="0" y="82141"/>
                  <a:pt x="0" y="61673"/>
                  <a:pt x="5697" y="48025"/>
                </a:cubicBezTo>
                <a:cubicBezTo>
                  <a:pt x="12857" y="28356"/>
                  <a:pt x="28353" y="12859"/>
                  <a:pt x="48025" y="5700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C9D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9">
            <a:extLst xmlns:a="http://schemas.openxmlformats.org/drawingml/2006/main">
              <a:ext uri="{FF2B5EF4-FFF2-40B4-BE49-F238E27FC236}">
                <a16:creationId xmlns:a16="http://schemas.microsoft.com/office/drawing/2014/main" id="{A01BD346-FB73-4C64-B161-6D8A62D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8482" y="1605643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5" y="0"/>
                </a:moveTo>
                <a:lnTo>
                  <a:pt x="1404984" y="0"/>
                </a:lnTo>
                <a:cubicBezTo>
                  <a:pt x="1439099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1" y="48025"/>
                </a:cubicBezTo>
                <a:cubicBezTo>
                  <a:pt x="1521238" y="61671"/>
                  <a:pt x="1521238" y="82140"/>
                  <a:pt x="1521238" y="116255"/>
                </a:cubicBezTo>
                <a:lnTo>
                  <a:pt x="1521238" y="227363"/>
                </a:lnTo>
                <a:cubicBezTo>
                  <a:pt x="1521238" y="261477"/>
                  <a:pt x="1521238" y="281946"/>
                  <a:pt x="1515541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9" y="343617"/>
                  <a:pt x="1404984" y="343617"/>
                </a:cubicBezTo>
                <a:lnTo>
                  <a:pt x="116255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4985E8"/>
            </a:solidFill>
            <a:prstDash val="solid"/>
          </a:ln>
        </p:spPr>
      </p:sp>
      <p:sp>
        <p:nvSpPr>
          <p:cNvPr id="81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7CFE5373-E7ED-4ACD-A829-E76F7328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162" y="1691696"/>
            <a:ext cx="329868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Put </a:t>
            </a:r>
          </a:p>
        </p:txBody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62656B-6EEA-4221-B026-0ECEA872A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53d280dac47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8581" y="1681080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83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C7593F59-B284-489C-A1F0-148C7458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581" y="1681080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B7E90B7C-53EC-4CDB-9113-F25A6C06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596" y="1691696"/>
            <a:ext cx="244877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 in </a:t>
            </a:r>
          </a:p>
        </p:txBody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85730C-F532-472F-B5EE-5BDE36273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a1752f13342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373" y="1681080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86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A71EE8F6-71D7-4B55-A972-4673FBB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5373" y="1681080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pdf-path-86">
            <a:extLst xmlns:a="http://schemas.openxmlformats.org/drawingml/2006/main">
              <a:ext uri="{FF2B5EF4-FFF2-40B4-BE49-F238E27FC236}">
                <a16:creationId xmlns:a16="http://schemas.microsoft.com/office/drawing/2014/main" id="{0BA4E91A-C3D8-4E94-9BDB-69777507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289" y="1433045"/>
            <a:ext cx="95" cy="70032"/>
          </a:xfrm>
          <a:custGeom xmlns:a="http://schemas.openxmlformats.org/drawingml/2006/main">
            <a:pathLst>
              <a:path w="95" h="70032">
                <a:moveTo>
                  <a:pt x="0" y="0"/>
                </a:moveTo>
                <a:lnTo>
                  <a:pt x="0" y="58559"/>
                </a:lnTo>
                <a:lnTo>
                  <a:pt x="0" y="70032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88" name="pdf-path-87">
            <a:extLst xmlns:a="http://schemas.openxmlformats.org/drawingml/2006/main">
              <a:ext uri="{FF2B5EF4-FFF2-40B4-BE49-F238E27FC236}">
                <a16:creationId xmlns:a16="http://schemas.microsoft.com/office/drawing/2014/main" id="{B1E260DC-DB3C-4C50-BCDF-C6F96CE5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479" y="1491603"/>
            <a:ext cx="93619" cy="93618"/>
          </a:xfrm>
          <a:custGeom xmlns:a="http://schemas.openxmlformats.org/drawingml/2006/main">
            <a:pathLst>
              <a:path w="93619" h="93618">
                <a:moveTo>
                  <a:pt x="0" y="0"/>
                </a:moveTo>
                <a:lnTo>
                  <a:pt x="46809" y="93618"/>
                </a:lnTo>
                <a:lnTo>
                  <a:pt x="93619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8">
            <a:extLst xmlns:a="http://schemas.openxmlformats.org/drawingml/2006/main">
              <a:ext uri="{FF2B5EF4-FFF2-40B4-BE49-F238E27FC236}">
                <a16:creationId xmlns:a16="http://schemas.microsoft.com/office/drawing/2014/main" id="{6CA8258A-F1B3-4B97-B58F-F76EC91A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6003" y="1468461"/>
            <a:ext cx="202825" cy="281609"/>
          </a:xfrm>
          <a:custGeom xmlns:a="http://schemas.openxmlformats.org/drawingml/2006/main">
            <a:pathLst>
              <a:path w="202825" h="281609">
                <a:moveTo>
                  <a:pt x="182029" y="0"/>
                </a:moveTo>
                <a:cubicBezTo>
                  <a:pt x="202825" y="85304"/>
                  <a:pt x="173973" y="175060"/>
                  <a:pt x="107365" y="232267"/>
                </a:cubicBezTo>
                <a:cubicBezTo>
                  <a:pt x="79404" y="256281"/>
                  <a:pt x="46455" y="272885"/>
                  <a:pt x="11473" y="281270"/>
                </a:cubicBezTo>
                <a:lnTo>
                  <a:pt x="0" y="281609"/>
                </a:lnTo>
              </a:path>
            </a:pathLst>
          </a:custGeom>
          <a:noFill xmlns:a="http://schemas.openxmlformats.org/drawingml/2006/main"/>
          <a:ln xmlns:a="http://schemas.openxmlformats.org/drawingml/2006/main" w="18060">
            <a:solidFill>
              <a:srgbClr val="929292"/>
            </a:solidFill>
            <a:prstDash val="solid"/>
          </a:ln>
        </p:spPr>
      </p:sp>
      <p:sp>
        <p:nvSpPr>
          <p:cNvPr id="90" name="pdf-path-89">
            <a:extLst xmlns:a="http://schemas.openxmlformats.org/drawingml/2006/main">
              <a:ext uri="{FF2B5EF4-FFF2-40B4-BE49-F238E27FC236}">
                <a16:creationId xmlns:a16="http://schemas.microsoft.com/office/drawing/2014/main" id="{0A6D4703-C295-4226-A71C-E2072573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3891" y="1702946"/>
            <a:ext cx="94959" cy="93578"/>
          </a:xfrm>
          <a:custGeom xmlns:a="http://schemas.openxmlformats.org/drawingml/2006/main">
            <a:pathLst>
              <a:path w="94959" h="93578">
                <a:moveTo>
                  <a:pt x="92196" y="0"/>
                </a:moveTo>
                <a:lnTo>
                  <a:pt x="0" y="49550"/>
                </a:lnTo>
                <a:lnTo>
                  <a:pt x="94959" y="93578"/>
                </a:lnTo>
                <a:lnTo>
                  <a:pt x="92196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90">
            <a:extLst xmlns:a="http://schemas.openxmlformats.org/drawingml/2006/main">
              <a:ext uri="{FF2B5EF4-FFF2-40B4-BE49-F238E27FC236}">
                <a16:creationId xmlns:a16="http://schemas.microsoft.com/office/drawing/2014/main" id="{16DB062F-6741-4A07-89B2-42B0BAE4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361" y="2200351"/>
            <a:ext cx="1044036" cy="429277"/>
          </a:xfrm>
          <a:custGeom xmlns:a="http://schemas.openxmlformats.org/drawingml/2006/main">
            <a:pathLst>
              <a:path w="1044036" h="429277">
                <a:moveTo>
                  <a:pt x="116257" y="0"/>
                </a:moveTo>
                <a:lnTo>
                  <a:pt x="927783" y="0"/>
                </a:lnTo>
                <a:cubicBezTo>
                  <a:pt x="961899" y="0"/>
                  <a:pt x="982367" y="0"/>
                  <a:pt x="996015" y="5694"/>
                </a:cubicBezTo>
                <a:cubicBezTo>
                  <a:pt x="1015683" y="12854"/>
                  <a:pt x="1031181" y="28352"/>
                  <a:pt x="1038340" y="48025"/>
                </a:cubicBezTo>
                <a:cubicBezTo>
                  <a:pt x="1044036" y="61669"/>
                  <a:pt x="1044036" y="82136"/>
                  <a:pt x="1044036" y="116252"/>
                </a:cubicBezTo>
                <a:lnTo>
                  <a:pt x="1044036" y="313020"/>
                </a:lnTo>
                <a:cubicBezTo>
                  <a:pt x="1044036" y="347136"/>
                  <a:pt x="1044036" y="367604"/>
                  <a:pt x="1038340" y="381251"/>
                </a:cubicBezTo>
                <a:cubicBezTo>
                  <a:pt x="1031181" y="400921"/>
                  <a:pt x="1015683" y="416419"/>
                  <a:pt x="996015" y="423578"/>
                </a:cubicBezTo>
                <a:cubicBezTo>
                  <a:pt x="982367" y="429277"/>
                  <a:pt x="961899" y="429277"/>
                  <a:pt x="927783" y="429277"/>
                </a:cubicBezTo>
                <a:lnTo>
                  <a:pt x="116257" y="429277"/>
                </a:lnTo>
                <a:cubicBezTo>
                  <a:pt x="82142" y="429277"/>
                  <a:pt x="61674" y="429277"/>
                  <a:pt x="48026" y="423578"/>
                </a:cubicBezTo>
                <a:cubicBezTo>
                  <a:pt x="28357" y="416419"/>
                  <a:pt x="12859" y="400921"/>
                  <a:pt x="5701" y="381251"/>
                </a:cubicBezTo>
                <a:cubicBezTo>
                  <a:pt x="0" y="367604"/>
                  <a:pt x="0" y="347136"/>
                  <a:pt x="0" y="313020"/>
                </a:cubicBezTo>
                <a:lnTo>
                  <a:pt x="0" y="116252"/>
                </a:lnTo>
                <a:cubicBezTo>
                  <a:pt x="0" y="82136"/>
                  <a:pt x="0" y="61669"/>
                  <a:pt x="5701" y="48025"/>
                </a:cubicBezTo>
                <a:cubicBezTo>
                  <a:pt x="12859" y="28352"/>
                  <a:pt x="28357" y="12854"/>
                  <a:pt x="48026" y="5694"/>
                </a:cubicBezTo>
                <a:cubicBezTo>
                  <a:pt x="61674" y="0"/>
                  <a:pt x="82142" y="0"/>
                  <a:pt x="116257" y="0"/>
                </a:cubicBezTo>
              </a:path>
            </a:pathLst>
          </a:custGeom>
          <a:solidFill xmlns:a="http://schemas.openxmlformats.org/drawingml/2006/main">
            <a:srgbClr val="FFAFAA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91">
            <a:extLst xmlns:a="http://schemas.openxmlformats.org/drawingml/2006/main">
              <a:ext uri="{FF2B5EF4-FFF2-40B4-BE49-F238E27FC236}">
                <a16:creationId xmlns:a16="http://schemas.microsoft.com/office/drawing/2014/main" id="{BFA44CE4-D4DE-45D9-BED7-231EC39A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361" y="2200351"/>
            <a:ext cx="1044035" cy="429277"/>
          </a:xfrm>
          <a:custGeom xmlns:a="http://schemas.openxmlformats.org/drawingml/2006/main">
            <a:pathLst>
              <a:path w="1044035" h="429277">
                <a:moveTo>
                  <a:pt x="116254" y="0"/>
                </a:moveTo>
                <a:lnTo>
                  <a:pt x="927781" y="0"/>
                </a:lnTo>
                <a:cubicBezTo>
                  <a:pt x="961896" y="0"/>
                  <a:pt x="982364" y="0"/>
                  <a:pt x="996010" y="5697"/>
                </a:cubicBezTo>
                <a:cubicBezTo>
                  <a:pt x="1015682" y="12857"/>
                  <a:pt x="1031178" y="28353"/>
                  <a:pt x="1038338" y="48025"/>
                </a:cubicBezTo>
                <a:cubicBezTo>
                  <a:pt x="1044035" y="61671"/>
                  <a:pt x="1044035" y="82140"/>
                  <a:pt x="1044035" y="116255"/>
                </a:cubicBezTo>
                <a:lnTo>
                  <a:pt x="1044035" y="313023"/>
                </a:lnTo>
                <a:cubicBezTo>
                  <a:pt x="1044035" y="347137"/>
                  <a:pt x="1044035" y="367606"/>
                  <a:pt x="1038338" y="381252"/>
                </a:cubicBezTo>
                <a:cubicBezTo>
                  <a:pt x="1031178" y="400924"/>
                  <a:pt x="1015682" y="416420"/>
                  <a:pt x="996010" y="423580"/>
                </a:cubicBezTo>
                <a:cubicBezTo>
                  <a:pt x="982364" y="429277"/>
                  <a:pt x="961896" y="429277"/>
                  <a:pt x="927781" y="429277"/>
                </a:cubicBezTo>
                <a:lnTo>
                  <a:pt x="116254" y="429277"/>
                </a:lnTo>
                <a:cubicBezTo>
                  <a:pt x="82140" y="429277"/>
                  <a:pt x="61671" y="429277"/>
                  <a:pt x="48025" y="423580"/>
                </a:cubicBezTo>
                <a:cubicBezTo>
                  <a:pt x="28354" y="416420"/>
                  <a:pt x="12857" y="400924"/>
                  <a:pt x="5697" y="381252"/>
                </a:cubicBezTo>
                <a:cubicBezTo>
                  <a:pt x="0" y="367606"/>
                  <a:pt x="0" y="347137"/>
                  <a:pt x="0" y="31302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4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B51700"/>
            </a:solidFill>
            <a:prstDash val="solid"/>
          </a:ln>
        </p:spPr>
      </p:sp>
      <p:sp>
        <p:nvSpPr>
          <p:cNvPr id="93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564A010A-43CD-44FB-B8A1-CEB1AF3D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511" y="2298801"/>
            <a:ext cx="500515" cy="25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987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F8AB3D-B128-45F2-BC52-8C307D8F9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1d882b47a40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9670" y="2260614"/>
            <a:ext cx="300645" cy="300645"/>
          </a:xfrm>
          <a:prstGeom xmlns:a="http://schemas.openxmlformats.org/drawingml/2006/main" prst="rect">
            <a:avLst/>
          </a:prstGeom>
        </p:spPr>
      </p:pic>
      <p:sp>
        <p:nvSpPr>
          <p:cNvPr id="95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8C5205E9-8E97-49FD-A1C3-A09F691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670" y="2260614"/>
            <a:ext cx="300645" cy="30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pdf-path-94">
            <a:extLst xmlns:a="http://schemas.openxmlformats.org/drawingml/2006/main">
              <a:ext uri="{FF2B5EF4-FFF2-40B4-BE49-F238E27FC236}">
                <a16:creationId xmlns:a16="http://schemas.microsoft.com/office/drawing/2014/main" id="{7C70787A-C9CE-4006-BB73-DB8973B9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3696" y="1815413"/>
            <a:ext cx="259576" cy="260207"/>
          </a:xfrm>
          <a:custGeom xmlns:a="http://schemas.openxmlformats.org/drawingml/2006/main">
            <a:pathLst>
              <a:path w="259576" h="260207">
                <a:moveTo>
                  <a:pt x="0" y="0"/>
                </a:moveTo>
                <a:cubicBezTo>
                  <a:pt x="66749" y="6811"/>
                  <a:pt x="129092" y="36487"/>
                  <a:pt x="176466" y="84001"/>
                </a:cubicBezTo>
                <a:cubicBezTo>
                  <a:pt x="221564" y="129234"/>
                  <a:pt x="250226" y="187148"/>
                  <a:pt x="259576" y="248724"/>
                </a:cubicBezTo>
                <a:lnTo>
                  <a:pt x="259482" y="260207"/>
                </a:lnTo>
              </a:path>
            </a:pathLst>
          </a:custGeom>
          <a:noFill xmlns:a="http://schemas.openxmlformats.org/drawingml/2006/main"/>
          <a:ln xmlns:a="http://schemas.openxmlformats.org/drawingml/2006/main" w="18060">
            <a:solidFill>
              <a:srgbClr val="929292"/>
            </a:solidFill>
            <a:prstDash val="solid"/>
          </a:ln>
        </p:spPr>
      </p:sp>
      <p:sp>
        <p:nvSpPr>
          <p:cNvPr id="97" name="pdf-path-95">
            <a:extLst xmlns:a="http://schemas.openxmlformats.org/drawingml/2006/main">
              <a:ext uri="{FF2B5EF4-FFF2-40B4-BE49-F238E27FC236}">
                <a16:creationId xmlns:a16="http://schemas.microsoft.com/office/drawing/2014/main" id="{FCD6B2AB-3E48-4ACD-B196-42553C2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6460" y="2063769"/>
            <a:ext cx="93619" cy="93995"/>
          </a:xfrm>
          <a:custGeom xmlns:a="http://schemas.openxmlformats.org/drawingml/2006/main">
            <a:pathLst>
              <a:path w="93619" h="93995">
                <a:moveTo>
                  <a:pt x="0" y="0"/>
                </a:moveTo>
                <a:lnTo>
                  <a:pt x="46052" y="93995"/>
                </a:lnTo>
                <a:lnTo>
                  <a:pt x="93619" y="7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96">
            <a:extLst xmlns:a="http://schemas.openxmlformats.org/drawingml/2006/main">
              <a:ext uri="{FF2B5EF4-FFF2-40B4-BE49-F238E27FC236}">
                <a16:creationId xmlns:a16="http://schemas.microsoft.com/office/drawing/2014/main" id="{261C9463-40FF-4ED4-B7F7-F8863CF6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984" y="2669507"/>
            <a:ext cx="205787" cy="267565"/>
          </a:xfrm>
          <a:custGeom xmlns:a="http://schemas.openxmlformats.org/drawingml/2006/main">
            <a:pathLst>
              <a:path w="205787" h="267565">
                <a:moveTo>
                  <a:pt x="192582" y="0"/>
                </a:moveTo>
                <a:cubicBezTo>
                  <a:pt x="205787" y="84781"/>
                  <a:pt x="172198" y="170088"/>
                  <a:pt x="104735" y="223107"/>
                </a:cubicBezTo>
                <a:cubicBezTo>
                  <a:pt x="77029" y="244882"/>
                  <a:pt x="45105" y="259838"/>
                  <a:pt x="11479" y="267359"/>
                </a:cubicBezTo>
                <a:lnTo>
                  <a:pt x="0" y="267565"/>
                </a:lnTo>
              </a:path>
            </a:pathLst>
          </a:custGeom>
          <a:noFill xmlns:a="http://schemas.openxmlformats.org/drawingml/2006/main"/>
          <a:ln xmlns:a="http://schemas.openxmlformats.org/drawingml/2006/main" w="18060">
            <a:solidFill>
              <a:srgbClr val="929292"/>
            </a:solidFill>
            <a:prstDash val="solid"/>
          </a:ln>
        </p:spPr>
      </p:sp>
      <p:sp>
        <p:nvSpPr>
          <p:cNvPr id="99" name="pdf-path-97">
            <a:extLst xmlns:a="http://schemas.openxmlformats.org/drawingml/2006/main">
              <a:ext uri="{FF2B5EF4-FFF2-40B4-BE49-F238E27FC236}">
                <a16:creationId xmlns:a16="http://schemas.microsoft.com/office/drawing/2014/main" id="{F1ACC943-DBD5-4F2F-A402-600ABEEA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852" y="2890063"/>
            <a:ext cx="94445" cy="93604"/>
          </a:xfrm>
          <a:custGeom xmlns:a="http://schemas.openxmlformats.org/drawingml/2006/main">
            <a:pathLst>
              <a:path w="94445" h="93604">
                <a:moveTo>
                  <a:pt x="92761" y="0"/>
                </a:moveTo>
                <a:lnTo>
                  <a:pt x="0" y="48488"/>
                </a:lnTo>
                <a:lnTo>
                  <a:pt x="94445" y="93604"/>
                </a:lnTo>
                <a:lnTo>
                  <a:pt x="92761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98">
            <a:extLst xmlns:a="http://schemas.openxmlformats.org/drawingml/2006/main">
              <a:ext uri="{FF2B5EF4-FFF2-40B4-BE49-F238E27FC236}">
                <a16:creationId xmlns:a16="http://schemas.microsoft.com/office/drawing/2014/main" id="{2010DDD3-FC5D-4611-BDE9-5A1E0C2E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838" y="2147511"/>
            <a:ext cx="1342902" cy="429277"/>
          </a:xfrm>
          <a:custGeom xmlns:a="http://schemas.openxmlformats.org/drawingml/2006/main">
            <a:pathLst>
              <a:path w="1342902" h="429277">
                <a:moveTo>
                  <a:pt x="116255" y="0"/>
                </a:moveTo>
                <a:lnTo>
                  <a:pt x="1226646" y="0"/>
                </a:lnTo>
                <a:cubicBezTo>
                  <a:pt x="1260762" y="0"/>
                  <a:pt x="1281228" y="0"/>
                  <a:pt x="1294878" y="5699"/>
                </a:cubicBezTo>
                <a:cubicBezTo>
                  <a:pt x="1314545" y="12858"/>
                  <a:pt x="1330043" y="28356"/>
                  <a:pt x="1337203" y="48025"/>
                </a:cubicBezTo>
                <a:cubicBezTo>
                  <a:pt x="1342902" y="61673"/>
                  <a:pt x="1342902" y="82140"/>
                  <a:pt x="1342902" y="116257"/>
                </a:cubicBezTo>
                <a:lnTo>
                  <a:pt x="1342902" y="313025"/>
                </a:lnTo>
                <a:cubicBezTo>
                  <a:pt x="1342902" y="347136"/>
                  <a:pt x="1342902" y="367608"/>
                  <a:pt x="1337203" y="381252"/>
                </a:cubicBezTo>
                <a:cubicBezTo>
                  <a:pt x="1330043" y="400926"/>
                  <a:pt x="1314545" y="416419"/>
                  <a:pt x="1294878" y="423583"/>
                </a:cubicBezTo>
                <a:cubicBezTo>
                  <a:pt x="1281228" y="429277"/>
                  <a:pt x="1260762" y="429277"/>
                  <a:pt x="1226646" y="429277"/>
                </a:cubicBezTo>
                <a:lnTo>
                  <a:pt x="116255" y="429277"/>
                </a:lnTo>
                <a:cubicBezTo>
                  <a:pt x="82140" y="429277"/>
                  <a:pt x="61671" y="429277"/>
                  <a:pt x="48025" y="423583"/>
                </a:cubicBezTo>
                <a:cubicBezTo>
                  <a:pt x="28354" y="416419"/>
                  <a:pt x="12857" y="400926"/>
                  <a:pt x="5697" y="381252"/>
                </a:cubicBezTo>
                <a:cubicBezTo>
                  <a:pt x="0" y="367608"/>
                  <a:pt x="0" y="347136"/>
                  <a:pt x="0" y="313025"/>
                </a:cubicBezTo>
                <a:lnTo>
                  <a:pt x="0" y="116257"/>
                </a:lnTo>
                <a:cubicBezTo>
                  <a:pt x="0" y="82140"/>
                  <a:pt x="0" y="61673"/>
                  <a:pt x="5697" y="48025"/>
                </a:cubicBezTo>
                <a:cubicBezTo>
                  <a:pt x="12857" y="28356"/>
                  <a:pt x="28354" y="12858"/>
                  <a:pt x="48025" y="5699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solidFill xmlns:a="http://schemas.openxmlformats.org/drawingml/2006/main">
            <a:srgbClr val="F7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99">
            <a:extLst xmlns:a="http://schemas.openxmlformats.org/drawingml/2006/main">
              <a:ext uri="{FF2B5EF4-FFF2-40B4-BE49-F238E27FC236}">
                <a16:creationId xmlns:a16="http://schemas.microsoft.com/office/drawing/2014/main" id="{4495C073-42D5-4DDB-977D-F9A3EE4F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838" y="2147511"/>
            <a:ext cx="1342901" cy="429277"/>
          </a:xfrm>
          <a:custGeom xmlns:a="http://schemas.openxmlformats.org/drawingml/2006/main">
            <a:pathLst>
              <a:path w="1342901" h="429277">
                <a:moveTo>
                  <a:pt x="116255" y="0"/>
                </a:moveTo>
                <a:lnTo>
                  <a:pt x="1226646" y="0"/>
                </a:lnTo>
                <a:cubicBezTo>
                  <a:pt x="1260761" y="0"/>
                  <a:pt x="1281230" y="0"/>
                  <a:pt x="1294876" y="5697"/>
                </a:cubicBezTo>
                <a:cubicBezTo>
                  <a:pt x="1314547" y="12857"/>
                  <a:pt x="1330043" y="28353"/>
                  <a:pt x="1337204" y="48025"/>
                </a:cubicBezTo>
                <a:cubicBezTo>
                  <a:pt x="1342901" y="61671"/>
                  <a:pt x="1342901" y="82140"/>
                  <a:pt x="1342901" y="116255"/>
                </a:cubicBezTo>
                <a:lnTo>
                  <a:pt x="1342901" y="313023"/>
                </a:lnTo>
                <a:cubicBezTo>
                  <a:pt x="1342901" y="347137"/>
                  <a:pt x="1342901" y="367606"/>
                  <a:pt x="1337204" y="381252"/>
                </a:cubicBezTo>
                <a:cubicBezTo>
                  <a:pt x="1330043" y="400924"/>
                  <a:pt x="1314547" y="416420"/>
                  <a:pt x="1294876" y="423580"/>
                </a:cubicBezTo>
                <a:cubicBezTo>
                  <a:pt x="1281230" y="429277"/>
                  <a:pt x="1260761" y="429277"/>
                  <a:pt x="1226646" y="429277"/>
                </a:cubicBezTo>
                <a:lnTo>
                  <a:pt x="116255" y="429277"/>
                </a:lnTo>
                <a:cubicBezTo>
                  <a:pt x="82140" y="429277"/>
                  <a:pt x="61671" y="429277"/>
                  <a:pt x="48025" y="423580"/>
                </a:cubicBezTo>
                <a:cubicBezTo>
                  <a:pt x="28353" y="416420"/>
                  <a:pt x="12857" y="400924"/>
                  <a:pt x="5697" y="381252"/>
                </a:cubicBezTo>
                <a:cubicBezTo>
                  <a:pt x="0" y="367606"/>
                  <a:pt x="0" y="347137"/>
                  <a:pt x="0" y="31302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D5D5D5"/>
            </a:solidFill>
            <a:prstDash val="solid"/>
          </a:ln>
        </p:spPr>
      </p:sp>
      <p:sp>
        <p:nvSpPr>
          <p:cNvPr id="102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A67D9923-DC11-4C75-A9BE-68294895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103" y="2234012"/>
            <a:ext cx="162080" cy="122094"/>
          </a:xfrm>
          <a:custGeom xmlns:a="http://schemas.openxmlformats.org/drawingml/2006/main">
            <a:pathLst>
              <a:path w="162080" h="122094">
                <a:moveTo>
                  <a:pt x="5815" y="103774"/>
                </a:moveTo>
                <a:cubicBezTo>
                  <a:pt x="10187" y="111346"/>
                  <a:pt x="17459" y="117212"/>
                  <a:pt x="26572" y="119653"/>
                </a:cubicBezTo>
                <a:cubicBezTo>
                  <a:pt x="35686" y="122094"/>
                  <a:pt x="44915" y="120654"/>
                  <a:pt x="52488" y="116280"/>
                </a:cubicBezTo>
                <a:lnTo>
                  <a:pt x="141255" y="65028"/>
                </a:lnTo>
                <a:cubicBezTo>
                  <a:pt x="148828" y="60660"/>
                  <a:pt x="154754" y="53353"/>
                  <a:pt x="157196" y="44239"/>
                </a:cubicBezTo>
                <a:cubicBezTo>
                  <a:pt x="162080" y="26011"/>
                  <a:pt x="151292" y="7329"/>
                  <a:pt x="133066" y="2442"/>
                </a:cubicBezTo>
                <a:cubicBezTo>
                  <a:pt x="123952" y="0"/>
                  <a:pt x="114661" y="1478"/>
                  <a:pt x="107088" y="5851"/>
                </a:cubicBezTo>
                <a:lnTo>
                  <a:pt x="18321" y="57103"/>
                </a:lnTo>
                <a:cubicBezTo>
                  <a:pt x="10749" y="61472"/>
                  <a:pt x="4883" y="68746"/>
                  <a:pt x="2442" y="77859"/>
                </a:cubicBezTo>
                <a:cubicBezTo>
                  <a:pt x="0" y="86974"/>
                  <a:pt x="1443" y="96203"/>
                  <a:pt x="5815" y="103774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BD43C3FF-1DBE-4679-A6F6-9D836BF7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103" y="2234015"/>
            <a:ext cx="162080" cy="122094"/>
          </a:xfrm>
          <a:custGeom xmlns:a="http://schemas.openxmlformats.org/drawingml/2006/main">
            <a:pathLst>
              <a:path w="162080" h="122094">
                <a:moveTo>
                  <a:pt x="5815" y="103773"/>
                </a:moveTo>
                <a:cubicBezTo>
                  <a:pt x="10187" y="111346"/>
                  <a:pt x="17459" y="117210"/>
                  <a:pt x="26572" y="119652"/>
                </a:cubicBezTo>
                <a:cubicBezTo>
                  <a:pt x="35685" y="122094"/>
                  <a:pt x="44915" y="120651"/>
                  <a:pt x="52488" y="116279"/>
                </a:cubicBezTo>
                <a:lnTo>
                  <a:pt x="141255" y="65029"/>
                </a:lnTo>
                <a:cubicBezTo>
                  <a:pt x="148828" y="60657"/>
                  <a:pt x="154754" y="53350"/>
                  <a:pt x="157196" y="44236"/>
                </a:cubicBezTo>
                <a:cubicBezTo>
                  <a:pt x="162080" y="26010"/>
                  <a:pt x="151292" y="7326"/>
                  <a:pt x="133066" y="2442"/>
                </a:cubicBezTo>
                <a:cubicBezTo>
                  <a:pt x="123952" y="0"/>
                  <a:pt x="114661" y="1479"/>
                  <a:pt x="107089" y="5851"/>
                </a:cubicBezTo>
                <a:lnTo>
                  <a:pt x="18321" y="57101"/>
                </a:lnTo>
                <a:cubicBezTo>
                  <a:pt x="10748" y="61473"/>
                  <a:pt x="4884" y="68744"/>
                  <a:pt x="2442" y="77857"/>
                </a:cubicBezTo>
                <a:cubicBezTo>
                  <a:pt x="0" y="86971"/>
                  <a:pt x="1443" y="96201"/>
                  <a:pt x="5815" y="1037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42">
            <a:solidFill>
              <a:srgbClr val="000000"/>
            </a:solidFill>
            <a:prstDash val="solid"/>
          </a:ln>
        </p:spPr>
      </p:sp>
      <p:sp>
        <p:nvSpPr>
          <p:cNvPr id="104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678BB712-7526-44D3-BB98-64FBEEC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053" y="2283841"/>
            <a:ext cx="122095" cy="162080"/>
          </a:xfrm>
          <a:custGeom xmlns:a="http://schemas.openxmlformats.org/drawingml/2006/main">
            <a:pathLst>
              <a:path w="122095" h="162080">
                <a:moveTo>
                  <a:pt x="103774" y="156264"/>
                </a:moveTo>
                <a:cubicBezTo>
                  <a:pt x="111346" y="151896"/>
                  <a:pt x="117211" y="144622"/>
                  <a:pt x="119653" y="135508"/>
                </a:cubicBezTo>
                <a:cubicBezTo>
                  <a:pt x="122095" y="126394"/>
                  <a:pt x="120652" y="117166"/>
                  <a:pt x="116280" y="109594"/>
                </a:cubicBezTo>
                <a:lnTo>
                  <a:pt x="65030" y="20825"/>
                </a:lnTo>
                <a:cubicBezTo>
                  <a:pt x="60657" y="13253"/>
                  <a:pt x="53351" y="7329"/>
                  <a:pt x="44237" y="4887"/>
                </a:cubicBezTo>
                <a:cubicBezTo>
                  <a:pt x="26010" y="0"/>
                  <a:pt x="7326" y="10789"/>
                  <a:pt x="2443" y="29017"/>
                </a:cubicBezTo>
                <a:cubicBezTo>
                  <a:pt x="0" y="38126"/>
                  <a:pt x="1479" y="47420"/>
                  <a:pt x="5851" y="54992"/>
                </a:cubicBezTo>
                <a:lnTo>
                  <a:pt x="57101" y="143759"/>
                </a:lnTo>
                <a:cubicBezTo>
                  <a:pt x="61473" y="151331"/>
                  <a:pt x="68745" y="157197"/>
                  <a:pt x="77858" y="159637"/>
                </a:cubicBezTo>
                <a:cubicBezTo>
                  <a:pt x="86971" y="162080"/>
                  <a:pt x="96201" y="160638"/>
                  <a:pt x="103774" y="156264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24398D2B-85BF-42A9-8716-1D36366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054" y="2283844"/>
            <a:ext cx="122094" cy="162080"/>
          </a:xfrm>
          <a:custGeom xmlns:a="http://schemas.openxmlformats.org/drawingml/2006/main">
            <a:pathLst>
              <a:path w="122094" h="162080">
                <a:moveTo>
                  <a:pt x="103773" y="156265"/>
                </a:moveTo>
                <a:cubicBezTo>
                  <a:pt x="111346" y="151893"/>
                  <a:pt x="117210" y="144621"/>
                  <a:pt x="119652" y="135508"/>
                </a:cubicBezTo>
                <a:cubicBezTo>
                  <a:pt x="122094" y="126395"/>
                  <a:pt x="120651" y="117165"/>
                  <a:pt x="116279" y="109592"/>
                </a:cubicBezTo>
                <a:lnTo>
                  <a:pt x="65029" y="20825"/>
                </a:lnTo>
                <a:cubicBezTo>
                  <a:pt x="60657" y="13252"/>
                  <a:pt x="53350" y="7326"/>
                  <a:pt x="44236" y="4884"/>
                </a:cubicBezTo>
                <a:cubicBezTo>
                  <a:pt x="26010" y="0"/>
                  <a:pt x="7326" y="10788"/>
                  <a:pt x="2442" y="29014"/>
                </a:cubicBezTo>
                <a:cubicBezTo>
                  <a:pt x="0" y="38128"/>
                  <a:pt x="1479" y="47419"/>
                  <a:pt x="5851" y="54991"/>
                </a:cubicBezTo>
                <a:lnTo>
                  <a:pt x="57101" y="143759"/>
                </a:lnTo>
                <a:cubicBezTo>
                  <a:pt x="61473" y="151332"/>
                  <a:pt x="68744" y="157196"/>
                  <a:pt x="77857" y="159638"/>
                </a:cubicBezTo>
                <a:cubicBezTo>
                  <a:pt x="86971" y="162080"/>
                  <a:pt x="96201" y="160637"/>
                  <a:pt x="103773" y="156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61">
            <a:solidFill>
              <a:srgbClr val="000000"/>
            </a:solidFill>
            <a:prstDash val="solid"/>
          </a:ln>
        </p:spPr>
      </p:sp>
      <p:sp>
        <p:nvSpPr>
          <p:cNvPr id="106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2C5EECE4-CFE3-429F-BF44-D7A5469D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962" y="2205757"/>
            <a:ext cx="99119" cy="45006"/>
          </a:xfrm>
          <a:custGeom xmlns:a="http://schemas.openxmlformats.org/drawingml/2006/main">
            <a:pathLst>
              <a:path w="99119" h="45006">
                <a:moveTo>
                  <a:pt x="1833" y="28466"/>
                </a:moveTo>
                <a:cubicBezTo>
                  <a:pt x="0" y="35309"/>
                  <a:pt x="4013" y="42252"/>
                  <a:pt x="10853" y="44088"/>
                </a:cubicBezTo>
                <a:cubicBezTo>
                  <a:pt x="14274" y="45006"/>
                  <a:pt x="17693" y="44404"/>
                  <a:pt x="20535" y="42766"/>
                </a:cubicBezTo>
                <a:lnTo>
                  <a:pt x="50018" y="25827"/>
                </a:lnTo>
                <a:lnTo>
                  <a:pt x="79500" y="42766"/>
                </a:lnTo>
                <a:cubicBezTo>
                  <a:pt x="82342" y="44409"/>
                  <a:pt x="85761" y="45006"/>
                  <a:pt x="89182" y="44088"/>
                </a:cubicBezTo>
                <a:cubicBezTo>
                  <a:pt x="92602" y="43170"/>
                  <a:pt x="95461" y="40990"/>
                  <a:pt x="97103" y="38145"/>
                </a:cubicBezTo>
                <a:cubicBezTo>
                  <a:pt x="98743" y="35305"/>
                  <a:pt x="99119" y="31885"/>
                  <a:pt x="98203" y="28466"/>
                </a:cubicBezTo>
                <a:cubicBezTo>
                  <a:pt x="97286" y="25048"/>
                  <a:pt x="95104" y="22184"/>
                  <a:pt x="92262" y="20545"/>
                </a:cubicBezTo>
                <a:lnTo>
                  <a:pt x="59039" y="1404"/>
                </a:lnTo>
                <a:cubicBezTo>
                  <a:pt x="56776" y="96"/>
                  <a:pt x="54059" y="37"/>
                  <a:pt x="51337" y="303"/>
                </a:cubicBezTo>
                <a:cubicBezTo>
                  <a:pt x="51172" y="252"/>
                  <a:pt x="51068" y="128"/>
                  <a:pt x="50897" y="82"/>
                </a:cubicBezTo>
                <a:cubicBezTo>
                  <a:pt x="50669" y="23"/>
                  <a:pt x="50467" y="133"/>
                  <a:pt x="50238" y="82"/>
                </a:cubicBezTo>
                <a:cubicBezTo>
                  <a:pt x="49932" y="142"/>
                  <a:pt x="49663" y="0"/>
                  <a:pt x="49357" y="82"/>
                </a:cubicBezTo>
                <a:cubicBezTo>
                  <a:pt x="49190" y="128"/>
                  <a:pt x="49081" y="252"/>
                  <a:pt x="48918" y="303"/>
                </a:cubicBezTo>
                <a:cubicBezTo>
                  <a:pt x="46202" y="37"/>
                  <a:pt x="43479" y="96"/>
                  <a:pt x="41217" y="1404"/>
                </a:cubicBezTo>
                <a:lnTo>
                  <a:pt x="7773" y="20545"/>
                </a:lnTo>
                <a:cubicBezTo>
                  <a:pt x="4931" y="22184"/>
                  <a:pt x="2750" y="25048"/>
                  <a:pt x="1833" y="28466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B8EE9219-62E1-497C-8029-CBEDD3A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962" y="2205758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28464"/>
                </a:moveTo>
                <a:cubicBezTo>
                  <a:pt x="0" y="35305"/>
                  <a:pt x="4013" y="42253"/>
                  <a:pt x="10854" y="44086"/>
                </a:cubicBezTo>
                <a:cubicBezTo>
                  <a:pt x="14274" y="45002"/>
                  <a:pt x="17693" y="44405"/>
                  <a:pt x="20535" y="42766"/>
                </a:cubicBezTo>
                <a:lnTo>
                  <a:pt x="50018" y="25824"/>
                </a:lnTo>
                <a:lnTo>
                  <a:pt x="79501" y="42766"/>
                </a:lnTo>
                <a:cubicBezTo>
                  <a:pt x="82342" y="44406"/>
                  <a:pt x="85761" y="45003"/>
                  <a:pt x="89182" y="44086"/>
                </a:cubicBezTo>
                <a:cubicBezTo>
                  <a:pt x="92602" y="43169"/>
                  <a:pt x="95462" y="40987"/>
                  <a:pt x="97103" y="38145"/>
                </a:cubicBezTo>
                <a:cubicBezTo>
                  <a:pt x="98743" y="35303"/>
                  <a:pt x="99119" y="31886"/>
                  <a:pt x="98203" y="28464"/>
                </a:cubicBezTo>
                <a:cubicBezTo>
                  <a:pt x="97286" y="25044"/>
                  <a:pt x="95104" y="22183"/>
                  <a:pt x="92262" y="20544"/>
                </a:cubicBezTo>
                <a:lnTo>
                  <a:pt x="59039" y="1402"/>
                </a:lnTo>
                <a:cubicBezTo>
                  <a:pt x="56776" y="95"/>
                  <a:pt x="54059" y="37"/>
                  <a:pt x="51338" y="302"/>
                </a:cubicBezTo>
                <a:cubicBezTo>
                  <a:pt x="51172" y="250"/>
                  <a:pt x="51068" y="127"/>
                  <a:pt x="50898" y="82"/>
                </a:cubicBezTo>
                <a:cubicBezTo>
                  <a:pt x="50669" y="20"/>
                  <a:pt x="50467" y="130"/>
                  <a:pt x="50238" y="82"/>
                </a:cubicBezTo>
                <a:cubicBezTo>
                  <a:pt x="49932" y="140"/>
                  <a:pt x="49663" y="0"/>
                  <a:pt x="49358" y="82"/>
                </a:cubicBezTo>
                <a:cubicBezTo>
                  <a:pt x="49190" y="126"/>
                  <a:pt x="49081" y="251"/>
                  <a:pt x="48918" y="302"/>
                </a:cubicBezTo>
                <a:cubicBezTo>
                  <a:pt x="46202" y="33"/>
                  <a:pt x="43479" y="95"/>
                  <a:pt x="41217" y="1402"/>
                </a:cubicBezTo>
                <a:lnTo>
                  <a:pt x="7774" y="20544"/>
                </a:lnTo>
                <a:cubicBezTo>
                  <a:pt x="4932" y="22184"/>
                  <a:pt x="2750" y="25044"/>
                  <a:pt x="1833" y="284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08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BBFF6697-32FC-4AA3-9CAB-3D719AA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005" y="2276127"/>
            <a:ext cx="99119" cy="45001"/>
          </a:xfrm>
          <a:custGeom xmlns:a="http://schemas.openxmlformats.org/drawingml/2006/main">
            <a:pathLst>
              <a:path w="99119" h="45001">
                <a:moveTo>
                  <a:pt x="1833" y="16539"/>
                </a:moveTo>
                <a:cubicBezTo>
                  <a:pt x="0" y="9697"/>
                  <a:pt x="4013" y="2749"/>
                  <a:pt x="10853" y="917"/>
                </a:cubicBezTo>
                <a:cubicBezTo>
                  <a:pt x="14274" y="0"/>
                  <a:pt x="17693" y="596"/>
                  <a:pt x="20535" y="2239"/>
                </a:cubicBezTo>
                <a:lnTo>
                  <a:pt x="50018" y="19178"/>
                </a:lnTo>
                <a:lnTo>
                  <a:pt x="79500" y="2239"/>
                </a:lnTo>
                <a:cubicBezTo>
                  <a:pt x="82342" y="596"/>
                  <a:pt x="85761" y="0"/>
                  <a:pt x="89181" y="917"/>
                </a:cubicBezTo>
                <a:cubicBezTo>
                  <a:pt x="92602" y="1836"/>
                  <a:pt x="95461" y="4015"/>
                  <a:pt x="97103" y="6856"/>
                </a:cubicBezTo>
                <a:cubicBezTo>
                  <a:pt x="98743" y="9701"/>
                  <a:pt x="99119" y="13115"/>
                  <a:pt x="98203" y="16539"/>
                </a:cubicBezTo>
                <a:cubicBezTo>
                  <a:pt x="97286" y="19958"/>
                  <a:pt x="95104" y="22821"/>
                  <a:pt x="92262" y="24460"/>
                </a:cubicBezTo>
                <a:lnTo>
                  <a:pt x="59039" y="43601"/>
                </a:lnTo>
                <a:cubicBezTo>
                  <a:pt x="56776" y="44909"/>
                  <a:pt x="54059" y="44964"/>
                  <a:pt x="51337" y="44703"/>
                </a:cubicBezTo>
                <a:cubicBezTo>
                  <a:pt x="51171" y="44753"/>
                  <a:pt x="51068" y="44877"/>
                  <a:pt x="50897" y="44922"/>
                </a:cubicBezTo>
                <a:cubicBezTo>
                  <a:pt x="50669" y="44982"/>
                  <a:pt x="50467" y="44873"/>
                  <a:pt x="50238" y="44922"/>
                </a:cubicBezTo>
                <a:cubicBezTo>
                  <a:pt x="49932" y="44863"/>
                  <a:pt x="49663" y="45001"/>
                  <a:pt x="49357" y="44922"/>
                </a:cubicBezTo>
                <a:cubicBezTo>
                  <a:pt x="49190" y="44877"/>
                  <a:pt x="49081" y="44753"/>
                  <a:pt x="48917" y="44703"/>
                </a:cubicBezTo>
                <a:cubicBezTo>
                  <a:pt x="46202" y="44968"/>
                  <a:pt x="43479" y="44909"/>
                  <a:pt x="41217" y="43601"/>
                </a:cubicBezTo>
                <a:lnTo>
                  <a:pt x="7773" y="24460"/>
                </a:lnTo>
                <a:cubicBezTo>
                  <a:pt x="4931" y="22817"/>
                  <a:pt x="2750" y="19958"/>
                  <a:pt x="1833" y="16539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5143C405-ACE7-47FC-87D6-3A4FC98C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005" y="2276126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16539"/>
                </a:moveTo>
                <a:cubicBezTo>
                  <a:pt x="0" y="9698"/>
                  <a:pt x="4013" y="2750"/>
                  <a:pt x="10854" y="917"/>
                </a:cubicBezTo>
                <a:cubicBezTo>
                  <a:pt x="14274" y="0"/>
                  <a:pt x="17693" y="598"/>
                  <a:pt x="20535" y="2237"/>
                </a:cubicBezTo>
                <a:lnTo>
                  <a:pt x="50018" y="19179"/>
                </a:lnTo>
                <a:lnTo>
                  <a:pt x="79501" y="2237"/>
                </a:lnTo>
                <a:cubicBezTo>
                  <a:pt x="82343" y="596"/>
                  <a:pt x="85761" y="0"/>
                  <a:pt x="89182" y="917"/>
                </a:cubicBezTo>
                <a:cubicBezTo>
                  <a:pt x="92602" y="1833"/>
                  <a:pt x="95462" y="4016"/>
                  <a:pt x="97103" y="6858"/>
                </a:cubicBezTo>
                <a:cubicBezTo>
                  <a:pt x="98743" y="9700"/>
                  <a:pt x="99119" y="13117"/>
                  <a:pt x="98203" y="16539"/>
                </a:cubicBezTo>
                <a:cubicBezTo>
                  <a:pt x="97286" y="19959"/>
                  <a:pt x="95104" y="22820"/>
                  <a:pt x="92262" y="24459"/>
                </a:cubicBezTo>
                <a:lnTo>
                  <a:pt x="59038" y="43601"/>
                </a:lnTo>
                <a:cubicBezTo>
                  <a:pt x="56776" y="44907"/>
                  <a:pt x="54059" y="44966"/>
                  <a:pt x="51338" y="44701"/>
                </a:cubicBezTo>
                <a:cubicBezTo>
                  <a:pt x="51172" y="44753"/>
                  <a:pt x="51068" y="44876"/>
                  <a:pt x="50898" y="44921"/>
                </a:cubicBezTo>
                <a:cubicBezTo>
                  <a:pt x="50669" y="44983"/>
                  <a:pt x="50467" y="44873"/>
                  <a:pt x="50238" y="44921"/>
                </a:cubicBezTo>
                <a:cubicBezTo>
                  <a:pt x="49932" y="44863"/>
                  <a:pt x="49663" y="45003"/>
                  <a:pt x="49358" y="44921"/>
                </a:cubicBezTo>
                <a:cubicBezTo>
                  <a:pt x="49190" y="44876"/>
                  <a:pt x="49081" y="44752"/>
                  <a:pt x="48918" y="44701"/>
                </a:cubicBezTo>
                <a:cubicBezTo>
                  <a:pt x="46202" y="44970"/>
                  <a:pt x="43479" y="44907"/>
                  <a:pt x="41217" y="43601"/>
                </a:cubicBezTo>
                <a:lnTo>
                  <a:pt x="7774" y="24459"/>
                </a:lnTo>
                <a:cubicBezTo>
                  <a:pt x="4932" y="22819"/>
                  <a:pt x="2750" y="19959"/>
                  <a:pt x="1833" y="165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10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25EADE50-C32B-4997-A0BC-9AE72E47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8630" y="2231845"/>
            <a:ext cx="77281" cy="77282"/>
          </a:xfrm>
          <a:custGeom xmlns:a="http://schemas.openxmlformats.org/drawingml/2006/main">
            <a:pathLst>
              <a:path w="77281" h="77282">
                <a:moveTo>
                  <a:pt x="63533" y="13744"/>
                </a:moveTo>
                <a:cubicBezTo>
                  <a:pt x="77281" y="27494"/>
                  <a:pt x="77281" y="49783"/>
                  <a:pt x="63533" y="63532"/>
                </a:cubicBezTo>
                <a:cubicBezTo>
                  <a:pt x="49786" y="77282"/>
                  <a:pt x="27495" y="77282"/>
                  <a:pt x="13748" y="63532"/>
                </a:cubicBezTo>
                <a:cubicBezTo>
                  <a:pt x="0" y="49783"/>
                  <a:pt x="0" y="27494"/>
                  <a:pt x="13748" y="13744"/>
                </a:cubicBezTo>
                <a:cubicBezTo>
                  <a:pt x="27495" y="0"/>
                  <a:pt x="49786" y="0"/>
                  <a:pt x="63533" y="13744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813BC033-67E4-44C8-B5EE-E4D31A46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8630" y="2231846"/>
            <a:ext cx="77281" cy="77281"/>
          </a:xfrm>
          <a:custGeom xmlns:a="http://schemas.openxmlformats.org/drawingml/2006/main">
            <a:pathLst>
              <a:path w="77281" h="77281">
                <a:moveTo>
                  <a:pt x="63533" y="13748"/>
                </a:moveTo>
                <a:cubicBezTo>
                  <a:pt x="77281" y="27496"/>
                  <a:pt x="77281" y="49785"/>
                  <a:pt x="63533" y="63533"/>
                </a:cubicBezTo>
                <a:cubicBezTo>
                  <a:pt x="49785" y="77281"/>
                  <a:pt x="27496" y="77281"/>
                  <a:pt x="13748" y="63533"/>
                </a:cubicBezTo>
                <a:cubicBezTo>
                  <a:pt x="0" y="49785"/>
                  <a:pt x="0" y="27496"/>
                  <a:pt x="13748" y="13748"/>
                </a:cubicBezTo>
                <a:cubicBezTo>
                  <a:pt x="27496" y="0"/>
                  <a:pt x="49785" y="0"/>
                  <a:pt x="63533" y="13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12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2CF21581-3628-4E0D-BD6A-A8630B2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14" y="2255030"/>
            <a:ext cx="30913" cy="30913"/>
          </a:xfrm>
          <a:custGeom xmlns:a="http://schemas.openxmlformats.org/drawingml/2006/main">
            <a:pathLst>
              <a:path w="30913" h="30913">
                <a:moveTo>
                  <a:pt x="25413" y="5498"/>
                </a:moveTo>
                <a:cubicBezTo>
                  <a:pt x="30913" y="10996"/>
                  <a:pt x="30913" y="19913"/>
                  <a:pt x="25413" y="25410"/>
                </a:cubicBezTo>
                <a:cubicBezTo>
                  <a:pt x="19914" y="30913"/>
                  <a:pt x="10999" y="30913"/>
                  <a:pt x="5499" y="25410"/>
                </a:cubicBezTo>
                <a:cubicBezTo>
                  <a:pt x="0" y="19913"/>
                  <a:pt x="0" y="10996"/>
                  <a:pt x="5499" y="5498"/>
                </a:cubicBezTo>
                <a:cubicBezTo>
                  <a:pt x="10999" y="0"/>
                  <a:pt x="19914" y="0"/>
                  <a:pt x="25413" y="5498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F15F8687-A0F9-471D-BF9B-74EBBB4A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14" y="2255027"/>
            <a:ext cx="30913" cy="30913"/>
          </a:xfrm>
          <a:custGeom xmlns:a="http://schemas.openxmlformats.org/drawingml/2006/main">
            <a:pathLst>
              <a:path w="30913" h="30913">
                <a:moveTo>
                  <a:pt x="25413" y="5499"/>
                </a:moveTo>
                <a:cubicBezTo>
                  <a:pt x="30913" y="10998"/>
                  <a:pt x="30913" y="19914"/>
                  <a:pt x="25413" y="25413"/>
                </a:cubicBezTo>
                <a:cubicBezTo>
                  <a:pt x="19914" y="30913"/>
                  <a:pt x="10998" y="30913"/>
                  <a:pt x="5499" y="25413"/>
                </a:cubicBezTo>
                <a:cubicBezTo>
                  <a:pt x="0" y="19914"/>
                  <a:pt x="0" y="10998"/>
                  <a:pt x="5499" y="5499"/>
                </a:cubicBezTo>
                <a:cubicBezTo>
                  <a:pt x="10998" y="0"/>
                  <a:pt x="19914" y="0"/>
                  <a:pt x="25413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14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CC4C1DE0-304F-48C5-B51D-F3EBE91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552" y="2369626"/>
            <a:ext cx="126732" cy="105609"/>
          </a:xfrm>
          <a:custGeom xmlns:a="http://schemas.openxmlformats.org/drawingml/2006/main">
            <a:pathLst>
              <a:path w="126732" h="105609">
                <a:moveTo>
                  <a:pt x="63366" y="0"/>
                </a:moveTo>
                <a:cubicBezTo>
                  <a:pt x="47149" y="0"/>
                  <a:pt x="30789" y="5203"/>
                  <a:pt x="18416" y="15511"/>
                </a:cubicBezTo>
                <a:cubicBezTo>
                  <a:pt x="6043" y="25823"/>
                  <a:pt x="0" y="39292"/>
                  <a:pt x="0" y="52807"/>
                </a:cubicBezTo>
                <a:lnTo>
                  <a:pt x="0" y="105609"/>
                </a:lnTo>
                <a:lnTo>
                  <a:pt x="63366" y="105609"/>
                </a:lnTo>
                <a:lnTo>
                  <a:pt x="126732" y="105609"/>
                </a:lnTo>
                <a:lnTo>
                  <a:pt x="126732" y="52807"/>
                </a:lnTo>
                <a:cubicBezTo>
                  <a:pt x="126732" y="39292"/>
                  <a:pt x="120491" y="25823"/>
                  <a:pt x="108119" y="15511"/>
                </a:cubicBezTo>
                <a:cubicBezTo>
                  <a:pt x="95746" y="5203"/>
                  <a:pt x="79583" y="0"/>
                  <a:pt x="63366" y="0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F67463BC-2912-469F-A8AB-0D38376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552" y="2369626"/>
            <a:ext cx="126732" cy="105611"/>
          </a:xfrm>
          <a:custGeom xmlns:a="http://schemas.openxmlformats.org/drawingml/2006/main">
            <a:pathLst>
              <a:path w="126732" h="105611">
                <a:moveTo>
                  <a:pt x="63366" y="0"/>
                </a:moveTo>
                <a:cubicBezTo>
                  <a:pt x="47149" y="0"/>
                  <a:pt x="30789" y="5201"/>
                  <a:pt x="18416" y="15511"/>
                </a:cubicBezTo>
                <a:cubicBezTo>
                  <a:pt x="6043" y="25822"/>
                  <a:pt x="0" y="39291"/>
                  <a:pt x="0" y="52805"/>
                </a:cubicBezTo>
                <a:lnTo>
                  <a:pt x="0" y="105611"/>
                </a:lnTo>
                <a:lnTo>
                  <a:pt x="63366" y="105611"/>
                </a:lnTo>
                <a:lnTo>
                  <a:pt x="126732" y="105611"/>
                </a:lnTo>
                <a:lnTo>
                  <a:pt x="126732" y="52805"/>
                </a:lnTo>
                <a:cubicBezTo>
                  <a:pt x="126732" y="39291"/>
                  <a:pt x="120491" y="25822"/>
                  <a:pt x="108119" y="15511"/>
                </a:cubicBezTo>
                <a:cubicBezTo>
                  <a:pt x="95746" y="5201"/>
                  <a:pt x="79583" y="0"/>
                  <a:pt x="6336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16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ED36B09B-2DEF-43DC-95B5-ED547F3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267" y="2451704"/>
            <a:ext cx="225302" cy="56325"/>
          </a:xfrm>
          <a:custGeom xmlns:a="http://schemas.openxmlformats.org/drawingml/2006/main">
            <a:pathLst>
              <a:path w="225302" h="56325">
                <a:moveTo>
                  <a:pt x="0" y="56325"/>
                </a:moveTo>
                <a:lnTo>
                  <a:pt x="225302" y="56325"/>
                </a:lnTo>
                <a:lnTo>
                  <a:pt x="2253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27C89B0C-CF18-4A92-9F85-2E9A1A1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267" y="2451702"/>
            <a:ext cx="225302" cy="56325"/>
          </a:xfrm>
          <a:custGeom xmlns:a="http://schemas.openxmlformats.org/drawingml/2006/main">
            <a:pathLst>
              <a:path w="225302" h="56325">
                <a:moveTo>
                  <a:pt x="0" y="0"/>
                </a:moveTo>
                <a:lnTo>
                  <a:pt x="225302" y="0"/>
                </a:lnTo>
                <a:lnTo>
                  <a:pt x="225302" y="56325"/>
                </a:lnTo>
                <a:lnTo>
                  <a:pt x="0" y="56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18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D18EBE49-CDBC-40C0-9E9C-32CD489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462" y="2392897"/>
            <a:ext cx="30913" cy="30913"/>
          </a:xfrm>
          <a:custGeom xmlns:a="http://schemas.openxmlformats.org/drawingml/2006/main">
            <a:pathLst>
              <a:path w="30913" h="30913">
                <a:moveTo>
                  <a:pt x="25413" y="5497"/>
                </a:moveTo>
                <a:cubicBezTo>
                  <a:pt x="30913" y="10996"/>
                  <a:pt x="30913" y="19912"/>
                  <a:pt x="25413" y="25409"/>
                </a:cubicBezTo>
                <a:cubicBezTo>
                  <a:pt x="19914" y="30913"/>
                  <a:pt x="10998" y="30913"/>
                  <a:pt x="5499" y="25409"/>
                </a:cubicBezTo>
                <a:cubicBezTo>
                  <a:pt x="0" y="19912"/>
                  <a:pt x="0" y="10996"/>
                  <a:pt x="5499" y="5497"/>
                </a:cubicBezTo>
                <a:cubicBezTo>
                  <a:pt x="10998" y="0"/>
                  <a:pt x="19914" y="0"/>
                  <a:pt x="25413" y="5497"/>
                </a:cubicBezTo>
              </a:path>
            </a:pathLst>
          </a:cu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5284A631-8E80-40C9-869F-2F32EA2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462" y="2392895"/>
            <a:ext cx="30913" cy="30913"/>
          </a:xfrm>
          <a:custGeom xmlns:a="http://schemas.openxmlformats.org/drawingml/2006/main">
            <a:pathLst>
              <a:path w="30913" h="30913">
                <a:moveTo>
                  <a:pt x="25413" y="5499"/>
                </a:moveTo>
                <a:cubicBezTo>
                  <a:pt x="30913" y="10998"/>
                  <a:pt x="30913" y="19914"/>
                  <a:pt x="25413" y="25413"/>
                </a:cubicBezTo>
                <a:cubicBezTo>
                  <a:pt x="19914" y="30913"/>
                  <a:pt x="10998" y="30913"/>
                  <a:pt x="5499" y="25413"/>
                </a:cubicBezTo>
                <a:cubicBezTo>
                  <a:pt x="0" y="19914"/>
                  <a:pt x="0" y="10998"/>
                  <a:pt x="5499" y="5499"/>
                </a:cubicBezTo>
                <a:cubicBezTo>
                  <a:pt x="10998" y="0"/>
                  <a:pt x="19914" y="0"/>
                  <a:pt x="25413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20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78D4C005-4CF9-4366-A538-452FC744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1108" y="2244814"/>
            <a:ext cx="682245" cy="25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7" b="0" i="0">
                <a:solidFill>
                  <a:srgbClr val="C2C2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87" b="0" i="0">
                <a:solidFill>
                  <a:srgbClr val="C2C2C2"/>
                </a:solidFill>
                <a:latin typeface="Arial"/>
                <a:ea typeface="Arial"/>
                <a:cs typeface="Arial"/>
              </a:defRPr>
            </a:pPr>
            <a:r>
              <a:rPr sz="1987" b="0" i="0">
                <a:solidFill>
                  <a:srgbClr val="C2C2C2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21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7696510D-7EE7-43B3-9C10-68E1DC93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288" y="1969682"/>
            <a:ext cx="95" cy="70032"/>
          </a:xfrm>
          <a:custGeom xmlns:a="http://schemas.openxmlformats.org/drawingml/2006/main">
            <a:pathLst>
              <a:path w="95" h="70032">
                <a:moveTo>
                  <a:pt x="0" y="0"/>
                </a:moveTo>
                <a:lnTo>
                  <a:pt x="0" y="58559"/>
                </a:lnTo>
                <a:lnTo>
                  <a:pt x="0" y="70032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22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72396B99-7433-453A-954B-1C1C9AB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479" y="2028243"/>
            <a:ext cx="93620" cy="93619"/>
          </a:xfrm>
          <a:custGeom xmlns:a="http://schemas.openxmlformats.org/drawingml/2006/main">
            <a:pathLst>
              <a:path w="93620" h="93619">
                <a:moveTo>
                  <a:pt x="0" y="0"/>
                </a:moveTo>
                <a:lnTo>
                  <a:pt x="46809" y="93619"/>
                </a:lnTo>
                <a:lnTo>
                  <a:pt x="93620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DD4DB0D4-6739-4312-BCF1-52FF9AB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288" y="2597210"/>
            <a:ext cx="95" cy="70032"/>
          </a:xfrm>
          <a:custGeom xmlns:a="http://schemas.openxmlformats.org/drawingml/2006/main">
            <a:pathLst>
              <a:path w="95" h="70032">
                <a:moveTo>
                  <a:pt x="0" y="0"/>
                </a:moveTo>
                <a:lnTo>
                  <a:pt x="0" y="58559"/>
                </a:lnTo>
                <a:lnTo>
                  <a:pt x="0" y="70032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24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6D281285-D1C9-4A34-B422-9BC10FC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479" y="2655768"/>
            <a:ext cx="93620" cy="93619"/>
          </a:xfrm>
          <a:custGeom xmlns:a="http://schemas.openxmlformats.org/drawingml/2006/main">
            <a:pathLst>
              <a:path w="93620" h="93619">
                <a:moveTo>
                  <a:pt x="0" y="0"/>
                </a:moveTo>
                <a:lnTo>
                  <a:pt x="46809" y="93619"/>
                </a:lnTo>
                <a:lnTo>
                  <a:pt x="93620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C756EF2B-5DF0-4FC6-B66C-73258B40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8482" y="2775040"/>
            <a:ext cx="1521240" cy="343617"/>
          </a:xfrm>
          <a:custGeom xmlns:a="http://schemas.openxmlformats.org/drawingml/2006/main">
            <a:pathLst>
              <a:path w="1521240" h="343617">
                <a:moveTo>
                  <a:pt x="116254" y="0"/>
                </a:moveTo>
                <a:lnTo>
                  <a:pt x="1404983" y="0"/>
                </a:lnTo>
                <a:cubicBezTo>
                  <a:pt x="1439099" y="0"/>
                  <a:pt x="1459566" y="0"/>
                  <a:pt x="1473214" y="5695"/>
                </a:cubicBezTo>
                <a:cubicBezTo>
                  <a:pt x="1492883" y="12858"/>
                  <a:pt x="1508381" y="28352"/>
                  <a:pt x="1515540" y="48026"/>
                </a:cubicBezTo>
                <a:cubicBezTo>
                  <a:pt x="1521240" y="61669"/>
                  <a:pt x="1521240" y="82141"/>
                  <a:pt x="1521240" y="116252"/>
                </a:cubicBezTo>
                <a:lnTo>
                  <a:pt x="1521240" y="227360"/>
                </a:lnTo>
                <a:cubicBezTo>
                  <a:pt x="1521240" y="261476"/>
                  <a:pt x="1521240" y="281948"/>
                  <a:pt x="1515540" y="295591"/>
                </a:cubicBezTo>
                <a:cubicBezTo>
                  <a:pt x="1508381" y="315265"/>
                  <a:pt x="1492883" y="330759"/>
                  <a:pt x="1473214" y="337922"/>
                </a:cubicBezTo>
                <a:cubicBezTo>
                  <a:pt x="1459566" y="343617"/>
                  <a:pt x="1439099" y="343617"/>
                  <a:pt x="1404983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2"/>
                </a:cubicBezTo>
                <a:cubicBezTo>
                  <a:pt x="28353" y="330759"/>
                  <a:pt x="12857" y="315265"/>
                  <a:pt x="5697" y="295591"/>
                </a:cubicBezTo>
                <a:cubicBezTo>
                  <a:pt x="0" y="281948"/>
                  <a:pt x="0" y="261476"/>
                  <a:pt x="0" y="227360"/>
                </a:cubicBezTo>
                <a:lnTo>
                  <a:pt x="0" y="116252"/>
                </a:lnTo>
                <a:cubicBezTo>
                  <a:pt x="0" y="82141"/>
                  <a:pt x="0" y="61669"/>
                  <a:pt x="5697" y="48026"/>
                </a:cubicBezTo>
                <a:cubicBezTo>
                  <a:pt x="12857" y="28352"/>
                  <a:pt x="28353" y="12858"/>
                  <a:pt x="48025" y="5695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solidFill xmlns:a="http://schemas.openxmlformats.org/drawingml/2006/main">
            <a:srgbClr val="DAD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5F893201-FA07-4A12-8E22-DF91A991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8482" y="2775040"/>
            <a:ext cx="1521238" cy="343617"/>
          </a:xfrm>
          <a:custGeom xmlns:a="http://schemas.openxmlformats.org/drawingml/2006/main">
            <a:pathLst>
              <a:path w="1521238" h="343617">
                <a:moveTo>
                  <a:pt x="116255" y="0"/>
                </a:moveTo>
                <a:lnTo>
                  <a:pt x="1404984" y="0"/>
                </a:lnTo>
                <a:cubicBezTo>
                  <a:pt x="1439099" y="0"/>
                  <a:pt x="1459567" y="0"/>
                  <a:pt x="1473213" y="5697"/>
                </a:cubicBezTo>
                <a:cubicBezTo>
                  <a:pt x="1492885" y="12857"/>
                  <a:pt x="1508382" y="28353"/>
                  <a:pt x="1515541" y="48025"/>
                </a:cubicBezTo>
                <a:cubicBezTo>
                  <a:pt x="1521238" y="61671"/>
                  <a:pt x="1521238" y="82140"/>
                  <a:pt x="1521238" y="116255"/>
                </a:cubicBezTo>
                <a:lnTo>
                  <a:pt x="1521238" y="227363"/>
                </a:lnTo>
                <a:cubicBezTo>
                  <a:pt x="1521238" y="261477"/>
                  <a:pt x="1521238" y="281946"/>
                  <a:pt x="1515541" y="295592"/>
                </a:cubicBezTo>
                <a:cubicBezTo>
                  <a:pt x="1508382" y="315264"/>
                  <a:pt x="1492885" y="330760"/>
                  <a:pt x="1473213" y="337920"/>
                </a:cubicBezTo>
                <a:cubicBezTo>
                  <a:pt x="1459567" y="343617"/>
                  <a:pt x="1439099" y="343617"/>
                  <a:pt x="1404984" y="343617"/>
                </a:cubicBezTo>
                <a:lnTo>
                  <a:pt x="116255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3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3" y="12857"/>
                  <a:pt x="48025" y="5697"/>
                </a:cubicBezTo>
                <a:cubicBezTo>
                  <a:pt x="61671" y="0"/>
                  <a:pt x="82140" y="0"/>
                  <a:pt x="11625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674EA7"/>
            </a:solidFill>
            <a:prstDash val="solid"/>
          </a:ln>
        </p:spPr>
      </p:sp>
      <p:sp>
        <p:nvSpPr>
          <p:cNvPr id="127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32F33950-679E-45DD-9F93-E2A78BF7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296" y="2861092"/>
            <a:ext cx="520041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Serve </a:t>
            </a:r>
          </a:p>
        </p:txBody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4F254AE-B240-44E9-915E-2E9012F0D4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8e260ae664ddc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5872" y="2850476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129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EC01C413-0123-40BB-A9D2-A4A3E0DC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5872" y="2850476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31E941ED-2DEB-49C8-B749-72CF0BF2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3284" y="190722"/>
            <a:ext cx="1933119" cy="1258061"/>
          </a:xfrm>
          <a:custGeom xmlns:a="http://schemas.openxmlformats.org/drawingml/2006/main">
            <a:pathLst>
              <a:path w="1933119" h="1258061">
                <a:moveTo>
                  <a:pt x="88316" y="0"/>
                </a:moveTo>
                <a:lnTo>
                  <a:pt x="1844803" y="0"/>
                </a:lnTo>
                <a:cubicBezTo>
                  <a:pt x="1870719" y="0"/>
                  <a:pt x="1886269" y="0"/>
                  <a:pt x="1896635" y="4328"/>
                </a:cubicBezTo>
                <a:cubicBezTo>
                  <a:pt x="1911579" y="9767"/>
                  <a:pt x="1923352" y="21539"/>
                  <a:pt x="1928792" y="36484"/>
                </a:cubicBezTo>
                <a:cubicBezTo>
                  <a:pt x="1933119" y="46850"/>
                  <a:pt x="1933119" y="62400"/>
                  <a:pt x="1933119" y="88316"/>
                </a:cubicBezTo>
                <a:lnTo>
                  <a:pt x="1933119" y="1169745"/>
                </a:lnTo>
                <a:cubicBezTo>
                  <a:pt x="1933119" y="1195661"/>
                  <a:pt x="1933119" y="1211211"/>
                  <a:pt x="1928792" y="1221578"/>
                </a:cubicBezTo>
                <a:cubicBezTo>
                  <a:pt x="1923352" y="1236522"/>
                  <a:pt x="1911579" y="1248294"/>
                  <a:pt x="1896635" y="1253733"/>
                </a:cubicBezTo>
                <a:cubicBezTo>
                  <a:pt x="1886269" y="1258061"/>
                  <a:pt x="1870719" y="1258061"/>
                  <a:pt x="1844803" y="1258061"/>
                </a:cubicBezTo>
                <a:lnTo>
                  <a:pt x="88316" y="1258061"/>
                </a:lnTo>
                <a:cubicBezTo>
                  <a:pt x="62400" y="1258061"/>
                  <a:pt x="46850" y="1258061"/>
                  <a:pt x="36484" y="1253733"/>
                </a:cubicBezTo>
                <a:cubicBezTo>
                  <a:pt x="21539" y="1248294"/>
                  <a:pt x="9767" y="1236522"/>
                  <a:pt x="4328" y="1221578"/>
                </a:cubicBezTo>
                <a:cubicBezTo>
                  <a:pt x="0" y="1211211"/>
                  <a:pt x="0" y="1195661"/>
                  <a:pt x="0" y="1169745"/>
                </a:cubicBezTo>
                <a:lnTo>
                  <a:pt x="0" y="88316"/>
                </a:lnTo>
                <a:cubicBezTo>
                  <a:pt x="0" y="62400"/>
                  <a:pt x="0" y="46850"/>
                  <a:pt x="4328" y="36484"/>
                </a:cubicBezTo>
                <a:cubicBezTo>
                  <a:pt x="9767" y="21539"/>
                  <a:pt x="21539" y="9767"/>
                  <a:pt x="36484" y="4328"/>
                </a:cubicBezTo>
                <a:cubicBezTo>
                  <a:pt x="46850" y="0"/>
                  <a:pt x="62400" y="0"/>
                  <a:pt x="8831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D5D5D5"/>
            </a:solidFill>
            <a:prstDash val="solid"/>
          </a:ln>
        </p:spPr>
      </p:sp>
      <p:sp>
        <p:nvSpPr>
          <p:cNvPr id="131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69B7A582-3D53-4253-A9C1-2F73E5B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6074" y="18459"/>
            <a:ext cx="1622320" cy="330749"/>
          </a:xfrm>
          <a:custGeom xmlns:a="http://schemas.openxmlformats.org/drawingml/2006/main">
            <a:pathLst>
              <a:path w="1622320" h="330749">
                <a:moveTo>
                  <a:pt x="0" y="330749"/>
                </a:moveTo>
                <a:lnTo>
                  <a:pt x="1622320" y="330749"/>
                </a:lnTo>
                <a:lnTo>
                  <a:pt x="16223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5555A016-BED7-47BD-8303-0D2520D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1107" y="79424"/>
            <a:ext cx="1452258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Update Agent</a:t>
            </a:r>
          </a:p>
        </p:txBody>
      </p:sp>
      <p:sp>
        <p:nvSpPr>
          <p:cNvPr id="133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74CEC63D-F1A5-4EB5-B6E9-39B7DDB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782" y="447279"/>
            <a:ext cx="1342903" cy="429277"/>
          </a:xfrm>
          <a:custGeom xmlns:a="http://schemas.openxmlformats.org/drawingml/2006/main">
            <a:pathLst>
              <a:path w="1342903" h="429277">
                <a:moveTo>
                  <a:pt x="116257" y="0"/>
                </a:moveTo>
                <a:lnTo>
                  <a:pt x="1226646" y="0"/>
                </a:lnTo>
                <a:cubicBezTo>
                  <a:pt x="1260762" y="0"/>
                  <a:pt x="1281229" y="0"/>
                  <a:pt x="1294878" y="5695"/>
                </a:cubicBezTo>
                <a:cubicBezTo>
                  <a:pt x="1314551" y="12859"/>
                  <a:pt x="1330044" y="28352"/>
                  <a:pt x="1337203" y="48026"/>
                </a:cubicBezTo>
                <a:cubicBezTo>
                  <a:pt x="1342903" y="61669"/>
                  <a:pt x="1342903" y="82141"/>
                  <a:pt x="1342903" y="116252"/>
                </a:cubicBezTo>
                <a:lnTo>
                  <a:pt x="1342903" y="313020"/>
                </a:lnTo>
                <a:cubicBezTo>
                  <a:pt x="1342903" y="347137"/>
                  <a:pt x="1342903" y="367604"/>
                  <a:pt x="1337203" y="381251"/>
                </a:cubicBezTo>
                <a:cubicBezTo>
                  <a:pt x="1330044" y="400921"/>
                  <a:pt x="1314551" y="416419"/>
                  <a:pt x="1294878" y="423579"/>
                </a:cubicBezTo>
                <a:cubicBezTo>
                  <a:pt x="1281229" y="429277"/>
                  <a:pt x="1260762" y="429277"/>
                  <a:pt x="1226646" y="429277"/>
                </a:cubicBezTo>
                <a:lnTo>
                  <a:pt x="116257" y="429277"/>
                </a:lnTo>
                <a:cubicBezTo>
                  <a:pt x="82141" y="429277"/>
                  <a:pt x="61674" y="429277"/>
                  <a:pt x="48025" y="423579"/>
                </a:cubicBezTo>
                <a:cubicBezTo>
                  <a:pt x="28357" y="416419"/>
                  <a:pt x="12859" y="400921"/>
                  <a:pt x="5700" y="381251"/>
                </a:cubicBezTo>
                <a:cubicBezTo>
                  <a:pt x="0" y="367604"/>
                  <a:pt x="0" y="347137"/>
                  <a:pt x="0" y="313020"/>
                </a:cubicBezTo>
                <a:lnTo>
                  <a:pt x="0" y="116252"/>
                </a:lnTo>
                <a:cubicBezTo>
                  <a:pt x="0" y="82141"/>
                  <a:pt x="0" y="61669"/>
                  <a:pt x="5700" y="48026"/>
                </a:cubicBezTo>
                <a:cubicBezTo>
                  <a:pt x="12859" y="28352"/>
                  <a:pt x="28357" y="12859"/>
                  <a:pt x="48025" y="5695"/>
                </a:cubicBezTo>
                <a:cubicBezTo>
                  <a:pt x="61674" y="0"/>
                  <a:pt x="82141" y="0"/>
                  <a:pt x="116257" y="0"/>
                </a:cubicBezTo>
              </a:path>
            </a:pathLst>
          </a:custGeom>
          <a:solidFill xmlns:a="http://schemas.openxmlformats.org/drawingml/2006/main">
            <a:srgbClr val="F7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83ABF68D-FD8B-415E-AA62-F3D6AE5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782" y="447279"/>
            <a:ext cx="1342900" cy="429277"/>
          </a:xfrm>
          <a:custGeom xmlns:a="http://schemas.openxmlformats.org/drawingml/2006/main">
            <a:pathLst>
              <a:path w="1342900" h="429277">
                <a:moveTo>
                  <a:pt x="116254" y="0"/>
                </a:moveTo>
                <a:lnTo>
                  <a:pt x="1226646" y="0"/>
                </a:lnTo>
                <a:cubicBezTo>
                  <a:pt x="1260761" y="0"/>
                  <a:pt x="1281230" y="0"/>
                  <a:pt x="1294875" y="5697"/>
                </a:cubicBezTo>
                <a:cubicBezTo>
                  <a:pt x="1314548" y="12857"/>
                  <a:pt x="1330044" y="28353"/>
                  <a:pt x="1337203" y="48025"/>
                </a:cubicBezTo>
                <a:cubicBezTo>
                  <a:pt x="1342900" y="61671"/>
                  <a:pt x="1342900" y="82140"/>
                  <a:pt x="1342900" y="116254"/>
                </a:cubicBezTo>
                <a:lnTo>
                  <a:pt x="1342900" y="313022"/>
                </a:lnTo>
                <a:cubicBezTo>
                  <a:pt x="1342900" y="347137"/>
                  <a:pt x="1342900" y="367606"/>
                  <a:pt x="1337203" y="381252"/>
                </a:cubicBezTo>
                <a:cubicBezTo>
                  <a:pt x="1330044" y="400924"/>
                  <a:pt x="1314548" y="416420"/>
                  <a:pt x="1294875" y="423580"/>
                </a:cubicBezTo>
                <a:cubicBezTo>
                  <a:pt x="1281230" y="429277"/>
                  <a:pt x="1260761" y="429277"/>
                  <a:pt x="1226646" y="429277"/>
                </a:cubicBezTo>
                <a:lnTo>
                  <a:pt x="116254" y="429277"/>
                </a:lnTo>
                <a:cubicBezTo>
                  <a:pt x="82140" y="429277"/>
                  <a:pt x="61671" y="429277"/>
                  <a:pt x="48025" y="423580"/>
                </a:cubicBezTo>
                <a:cubicBezTo>
                  <a:pt x="28354" y="416420"/>
                  <a:pt x="12857" y="400924"/>
                  <a:pt x="5697" y="381252"/>
                </a:cubicBezTo>
                <a:cubicBezTo>
                  <a:pt x="0" y="367606"/>
                  <a:pt x="0" y="347137"/>
                  <a:pt x="0" y="31302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4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D5D5D5"/>
            </a:solidFill>
            <a:prstDash val="solid"/>
          </a:ln>
        </p:spPr>
      </p:sp>
      <p:sp>
        <p:nvSpPr>
          <p:cNvPr id="135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D28FEE33-964A-47DB-B415-58B960C3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6049" y="533779"/>
            <a:ext cx="162079" cy="122094"/>
          </a:xfrm>
          <a:custGeom xmlns:a="http://schemas.openxmlformats.org/drawingml/2006/main">
            <a:pathLst>
              <a:path w="162079" h="122094">
                <a:moveTo>
                  <a:pt x="5815" y="103774"/>
                </a:moveTo>
                <a:cubicBezTo>
                  <a:pt x="10187" y="111347"/>
                  <a:pt x="17456" y="117212"/>
                  <a:pt x="26571" y="119653"/>
                </a:cubicBezTo>
                <a:cubicBezTo>
                  <a:pt x="35686" y="122094"/>
                  <a:pt x="44914" y="120653"/>
                  <a:pt x="52486" y="116280"/>
                </a:cubicBezTo>
                <a:lnTo>
                  <a:pt x="141253" y="65029"/>
                </a:lnTo>
                <a:cubicBezTo>
                  <a:pt x="148826" y="60659"/>
                  <a:pt x="154754" y="53349"/>
                  <a:pt x="157196" y="44235"/>
                </a:cubicBezTo>
                <a:cubicBezTo>
                  <a:pt x="162079" y="26012"/>
                  <a:pt x="151290" y="7325"/>
                  <a:pt x="133066" y="2441"/>
                </a:cubicBezTo>
                <a:cubicBezTo>
                  <a:pt x="123952" y="0"/>
                  <a:pt x="114659" y="1478"/>
                  <a:pt x="107086" y="5851"/>
                </a:cubicBezTo>
                <a:lnTo>
                  <a:pt x="18320" y="57103"/>
                </a:lnTo>
                <a:cubicBezTo>
                  <a:pt x="10747" y="61472"/>
                  <a:pt x="4882" y="68746"/>
                  <a:pt x="2442" y="77859"/>
                </a:cubicBezTo>
                <a:cubicBezTo>
                  <a:pt x="0" y="86969"/>
                  <a:pt x="1441" y="96203"/>
                  <a:pt x="5815" y="103774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8E403D82-07F8-46A4-898E-B321EF5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6050" y="533778"/>
            <a:ext cx="162080" cy="122094"/>
          </a:xfrm>
          <a:custGeom xmlns:a="http://schemas.openxmlformats.org/drawingml/2006/main">
            <a:pathLst>
              <a:path w="162080" h="122094">
                <a:moveTo>
                  <a:pt x="5816" y="103773"/>
                </a:moveTo>
                <a:cubicBezTo>
                  <a:pt x="10187" y="111346"/>
                  <a:pt x="17459" y="117210"/>
                  <a:pt x="26573" y="119652"/>
                </a:cubicBezTo>
                <a:cubicBezTo>
                  <a:pt x="35686" y="122094"/>
                  <a:pt x="44915" y="120651"/>
                  <a:pt x="52488" y="116279"/>
                </a:cubicBezTo>
                <a:lnTo>
                  <a:pt x="141256" y="65029"/>
                </a:lnTo>
                <a:cubicBezTo>
                  <a:pt x="148828" y="60657"/>
                  <a:pt x="154755" y="53350"/>
                  <a:pt x="157197" y="44237"/>
                </a:cubicBezTo>
                <a:cubicBezTo>
                  <a:pt x="162080" y="26010"/>
                  <a:pt x="151293" y="7326"/>
                  <a:pt x="133066" y="2442"/>
                </a:cubicBezTo>
                <a:cubicBezTo>
                  <a:pt x="123953" y="0"/>
                  <a:pt x="114662" y="1479"/>
                  <a:pt x="107089" y="5851"/>
                </a:cubicBezTo>
                <a:lnTo>
                  <a:pt x="18322" y="57101"/>
                </a:lnTo>
                <a:cubicBezTo>
                  <a:pt x="10749" y="61473"/>
                  <a:pt x="4884" y="68744"/>
                  <a:pt x="2443" y="77858"/>
                </a:cubicBezTo>
                <a:cubicBezTo>
                  <a:pt x="0" y="86971"/>
                  <a:pt x="1443" y="96201"/>
                  <a:pt x="5816" y="1037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42">
            <a:solidFill>
              <a:srgbClr val="000000"/>
            </a:solidFill>
            <a:prstDash val="solid"/>
          </a:ln>
        </p:spPr>
      </p:sp>
      <p:sp>
        <p:nvSpPr>
          <p:cNvPr id="137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D2B91E58-E4E6-4B12-BED4-B7CA42F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8999" y="583608"/>
            <a:ext cx="122094" cy="162079"/>
          </a:xfrm>
          <a:custGeom xmlns:a="http://schemas.openxmlformats.org/drawingml/2006/main">
            <a:pathLst>
              <a:path w="122094" h="162079">
                <a:moveTo>
                  <a:pt x="103774" y="156265"/>
                </a:moveTo>
                <a:cubicBezTo>
                  <a:pt x="111346" y="151891"/>
                  <a:pt x="117211" y="144623"/>
                  <a:pt x="119653" y="135508"/>
                </a:cubicBezTo>
                <a:cubicBezTo>
                  <a:pt x="122094" y="126394"/>
                  <a:pt x="120648" y="117166"/>
                  <a:pt x="116280" y="109593"/>
                </a:cubicBezTo>
                <a:lnTo>
                  <a:pt x="65028" y="20825"/>
                </a:lnTo>
                <a:cubicBezTo>
                  <a:pt x="60656" y="13253"/>
                  <a:pt x="53350" y="7324"/>
                  <a:pt x="44235" y="4883"/>
                </a:cubicBezTo>
                <a:cubicBezTo>
                  <a:pt x="26011" y="0"/>
                  <a:pt x="7325" y="10789"/>
                  <a:pt x="2442" y="29013"/>
                </a:cubicBezTo>
                <a:cubicBezTo>
                  <a:pt x="0" y="38126"/>
                  <a:pt x="1477" y="47420"/>
                  <a:pt x="5851" y="54992"/>
                </a:cubicBezTo>
                <a:lnTo>
                  <a:pt x="57098" y="143759"/>
                </a:lnTo>
                <a:cubicBezTo>
                  <a:pt x="61472" y="151331"/>
                  <a:pt x="68746" y="157197"/>
                  <a:pt x="77859" y="159638"/>
                </a:cubicBezTo>
                <a:cubicBezTo>
                  <a:pt x="86969" y="162079"/>
                  <a:pt x="96202" y="160638"/>
                  <a:pt x="103774" y="156265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50BC501A-558C-409A-BF4F-D6D83297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8998" y="583606"/>
            <a:ext cx="122095" cy="162080"/>
          </a:xfrm>
          <a:custGeom xmlns:a="http://schemas.openxmlformats.org/drawingml/2006/main">
            <a:pathLst>
              <a:path w="122095" h="162080">
                <a:moveTo>
                  <a:pt x="103774" y="156265"/>
                </a:moveTo>
                <a:cubicBezTo>
                  <a:pt x="111346" y="151893"/>
                  <a:pt x="117211" y="144621"/>
                  <a:pt x="119653" y="135508"/>
                </a:cubicBezTo>
                <a:cubicBezTo>
                  <a:pt x="122095" y="126395"/>
                  <a:pt x="120651" y="117165"/>
                  <a:pt x="116280" y="109592"/>
                </a:cubicBezTo>
                <a:lnTo>
                  <a:pt x="65030" y="20825"/>
                </a:lnTo>
                <a:cubicBezTo>
                  <a:pt x="60657" y="13252"/>
                  <a:pt x="53351" y="7326"/>
                  <a:pt x="44237" y="4884"/>
                </a:cubicBezTo>
                <a:cubicBezTo>
                  <a:pt x="26010" y="0"/>
                  <a:pt x="7326" y="10788"/>
                  <a:pt x="2443" y="29014"/>
                </a:cubicBezTo>
                <a:cubicBezTo>
                  <a:pt x="0" y="38128"/>
                  <a:pt x="1479" y="47419"/>
                  <a:pt x="5851" y="54991"/>
                </a:cubicBezTo>
                <a:lnTo>
                  <a:pt x="57101" y="143759"/>
                </a:lnTo>
                <a:cubicBezTo>
                  <a:pt x="61473" y="151331"/>
                  <a:pt x="68745" y="157196"/>
                  <a:pt x="77858" y="159638"/>
                </a:cubicBezTo>
                <a:cubicBezTo>
                  <a:pt x="86971" y="162080"/>
                  <a:pt x="96201" y="160637"/>
                  <a:pt x="103774" y="156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61">
            <a:solidFill>
              <a:srgbClr val="000000"/>
            </a:solidFill>
            <a:prstDash val="solid"/>
          </a:ln>
        </p:spPr>
      </p:sp>
      <p:sp>
        <p:nvSpPr>
          <p:cNvPr id="139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182DA4BE-2E15-4FB6-AEF4-38D031E1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906" y="505523"/>
            <a:ext cx="99121" cy="45007"/>
          </a:xfrm>
          <a:custGeom xmlns:a="http://schemas.openxmlformats.org/drawingml/2006/main">
            <a:pathLst>
              <a:path w="99121" h="45007">
                <a:moveTo>
                  <a:pt x="1837" y="28468"/>
                </a:moveTo>
                <a:cubicBezTo>
                  <a:pt x="0" y="35305"/>
                  <a:pt x="4015" y="42253"/>
                  <a:pt x="10857" y="44089"/>
                </a:cubicBezTo>
                <a:cubicBezTo>
                  <a:pt x="14277" y="45002"/>
                  <a:pt x="17695" y="44405"/>
                  <a:pt x="20537" y="42767"/>
                </a:cubicBezTo>
                <a:lnTo>
                  <a:pt x="50022" y="25825"/>
                </a:lnTo>
                <a:lnTo>
                  <a:pt x="79502" y="42767"/>
                </a:lnTo>
                <a:cubicBezTo>
                  <a:pt x="82343" y="44409"/>
                  <a:pt x="85762" y="45007"/>
                  <a:pt x="89185" y="44089"/>
                </a:cubicBezTo>
                <a:cubicBezTo>
                  <a:pt x="92604" y="43170"/>
                  <a:pt x="95464" y="40987"/>
                  <a:pt x="97105" y="38146"/>
                </a:cubicBezTo>
                <a:cubicBezTo>
                  <a:pt x="98745" y="35305"/>
                  <a:pt x="99121" y="31886"/>
                  <a:pt x="98202" y="28468"/>
                </a:cubicBezTo>
                <a:cubicBezTo>
                  <a:pt x="97290" y="25043"/>
                  <a:pt x="95105" y="22185"/>
                  <a:pt x="92265" y="20546"/>
                </a:cubicBezTo>
                <a:lnTo>
                  <a:pt x="59039" y="1406"/>
                </a:lnTo>
                <a:cubicBezTo>
                  <a:pt x="56777" y="97"/>
                  <a:pt x="54059" y="37"/>
                  <a:pt x="51339" y="304"/>
                </a:cubicBezTo>
                <a:cubicBezTo>
                  <a:pt x="51173" y="254"/>
                  <a:pt x="51068" y="129"/>
                  <a:pt x="50897" y="84"/>
                </a:cubicBezTo>
                <a:cubicBezTo>
                  <a:pt x="50669" y="24"/>
                  <a:pt x="50467" y="129"/>
                  <a:pt x="50242" y="84"/>
                </a:cubicBezTo>
                <a:cubicBezTo>
                  <a:pt x="49935" y="143"/>
                  <a:pt x="49664" y="0"/>
                  <a:pt x="49361" y="84"/>
                </a:cubicBezTo>
                <a:cubicBezTo>
                  <a:pt x="49192" y="129"/>
                  <a:pt x="49085" y="254"/>
                  <a:pt x="48920" y="304"/>
                </a:cubicBezTo>
                <a:cubicBezTo>
                  <a:pt x="46204" y="33"/>
                  <a:pt x="43482" y="97"/>
                  <a:pt x="41220" y="1406"/>
                </a:cubicBezTo>
                <a:lnTo>
                  <a:pt x="7773" y="20546"/>
                </a:lnTo>
                <a:cubicBezTo>
                  <a:pt x="4932" y="22185"/>
                  <a:pt x="2754" y="25043"/>
                  <a:pt x="1837" y="28468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D02D0935-0465-41DA-B688-36C4CB30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907" y="505526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28464"/>
                </a:moveTo>
                <a:cubicBezTo>
                  <a:pt x="0" y="35305"/>
                  <a:pt x="4012" y="42253"/>
                  <a:pt x="10853" y="44086"/>
                </a:cubicBezTo>
                <a:cubicBezTo>
                  <a:pt x="14274" y="45002"/>
                  <a:pt x="17693" y="44405"/>
                  <a:pt x="20535" y="42766"/>
                </a:cubicBezTo>
                <a:lnTo>
                  <a:pt x="50018" y="25824"/>
                </a:lnTo>
                <a:lnTo>
                  <a:pt x="79500" y="42766"/>
                </a:lnTo>
                <a:cubicBezTo>
                  <a:pt x="82342" y="44407"/>
                  <a:pt x="85761" y="45003"/>
                  <a:pt x="89181" y="44086"/>
                </a:cubicBezTo>
                <a:cubicBezTo>
                  <a:pt x="92601" y="43170"/>
                  <a:pt x="95461" y="40987"/>
                  <a:pt x="97102" y="38145"/>
                </a:cubicBezTo>
                <a:cubicBezTo>
                  <a:pt x="98743" y="35304"/>
                  <a:pt x="99119" y="31886"/>
                  <a:pt x="98202" y="28464"/>
                </a:cubicBezTo>
                <a:cubicBezTo>
                  <a:pt x="97286" y="25044"/>
                  <a:pt x="95104" y="22183"/>
                  <a:pt x="92262" y="20544"/>
                </a:cubicBezTo>
                <a:lnTo>
                  <a:pt x="59038" y="1402"/>
                </a:lnTo>
                <a:cubicBezTo>
                  <a:pt x="56776" y="95"/>
                  <a:pt x="54059" y="37"/>
                  <a:pt x="51338" y="302"/>
                </a:cubicBezTo>
                <a:cubicBezTo>
                  <a:pt x="51171" y="250"/>
                  <a:pt x="51068" y="127"/>
                  <a:pt x="50897" y="82"/>
                </a:cubicBezTo>
                <a:cubicBezTo>
                  <a:pt x="50668" y="20"/>
                  <a:pt x="50467" y="130"/>
                  <a:pt x="50237" y="82"/>
                </a:cubicBezTo>
                <a:cubicBezTo>
                  <a:pt x="49931" y="140"/>
                  <a:pt x="49663" y="0"/>
                  <a:pt x="49357" y="82"/>
                </a:cubicBezTo>
                <a:cubicBezTo>
                  <a:pt x="49190" y="127"/>
                  <a:pt x="49081" y="251"/>
                  <a:pt x="48917" y="302"/>
                </a:cubicBezTo>
                <a:cubicBezTo>
                  <a:pt x="46202" y="34"/>
                  <a:pt x="43479" y="96"/>
                  <a:pt x="41216" y="1402"/>
                </a:cubicBezTo>
                <a:lnTo>
                  <a:pt x="7773" y="20544"/>
                </a:lnTo>
                <a:cubicBezTo>
                  <a:pt x="4931" y="22184"/>
                  <a:pt x="2750" y="25044"/>
                  <a:pt x="1833" y="284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41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19B7E48D-8148-4C23-AAAC-904DA11C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951" y="575893"/>
            <a:ext cx="99116" cy="45002"/>
          </a:xfrm>
          <a:custGeom xmlns:a="http://schemas.openxmlformats.org/drawingml/2006/main">
            <a:pathLst>
              <a:path w="99116" h="45002">
                <a:moveTo>
                  <a:pt x="1831" y="16539"/>
                </a:moveTo>
                <a:cubicBezTo>
                  <a:pt x="0" y="9697"/>
                  <a:pt x="4011" y="2750"/>
                  <a:pt x="10853" y="919"/>
                </a:cubicBezTo>
                <a:cubicBezTo>
                  <a:pt x="14272" y="0"/>
                  <a:pt x="17692" y="597"/>
                  <a:pt x="20537" y="2235"/>
                </a:cubicBezTo>
                <a:lnTo>
                  <a:pt x="50017" y="19179"/>
                </a:lnTo>
                <a:lnTo>
                  <a:pt x="79499" y="2235"/>
                </a:lnTo>
                <a:cubicBezTo>
                  <a:pt x="82343" y="597"/>
                  <a:pt x="85762" y="0"/>
                  <a:pt x="89182" y="919"/>
                </a:cubicBezTo>
                <a:cubicBezTo>
                  <a:pt x="92600" y="1832"/>
                  <a:pt x="95459" y="4016"/>
                  <a:pt x="97102" y="6857"/>
                </a:cubicBezTo>
                <a:cubicBezTo>
                  <a:pt x="98745" y="9697"/>
                  <a:pt x="99116" y="13116"/>
                  <a:pt x="98204" y="16539"/>
                </a:cubicBezTo>
                <a:cubicBezTo>
                  <a:pt x="97287" y="19959"/>
                  <a:pt x="95106" y="22818"/>
                  <a:pt x="92260" y="24461"/>
                </a:cubicBezTo>
                <a:lnTo>
                  <a:pt x="59041" y="43601"/>
                </a:lnTo>
                <a:cubicBezTo>
                  <a:pt x="56777" y="44906"/>
                  <a:pt x="54059" y="44965"/>
                  <a:pt x="51339" y="44698"/>
                </a:cubicBezTo>
                <a:cubicBezTo>
                  <a:pt x="51170" y="44755"/>
                  <a:pt x="51068" y="44873"/>
                  <a:pt x="50899" y="44919"/>
                </a:cubicBezTo>
                <a:cubicBezTo>
                  <a:pt x="50669" y="44983"/>
                  <a:pt x="50467" y="44873"/>
                  <a:pt x="50238" y="44919"/>
                </a:cubicBezTo>
                <a:cubicBezTo>
                  <a:pt x="49931" y="44864"/>
                  <a:pt x="49664" y="45002"/>
                  <a:pt x="49357" y="44919"/>
                </a:cubicBezTo>
                <a:cubicBezTo>
                  <a:pt x="49192" y="44878"/>
                  <a:pt x="49082" y="44755"/>
                  <a:pt x="48916" y="44698"/>
                </a:cubicBezTo>
                <a:cubicBezTo>
                  <a:pt x="46204" y="44969"/>
                  <a:pt x="43478" y="44906"/>
                  <a:pt x="41216" y="43601"/>
                </a:cubicBezTo>
                <a:lnTo>
                  <a:pt x="7775" y="24461"/>
                </a:lnTo>
                <a:cubicBezTo>
                  <a:pt x="4929" y="22818"/>
                  <a:pt x="2749" y="19959"/>
                  <a:pt x="1831" y="16539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9DADCA48-BE30-4A1B-9EB2-C17E6132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952" y="575894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16539"/>
                </a:moveTo>
                <a:cubicBezTo>
                  <a:pt x="0" y="9698"/>
                  <a:pt x="4012" y="2751"/>
                  <a:pt x="10853" y="917"/>
                </a:cubicBezTo>
                <a:cubicBezTo>
                  <a:pt x="14274" y="1"/>
                  <a:pt x="17693" y="598"/>
                  <a:pt x="20535" y="2237"/>
                </a:cubicBezTo>
                <a:lnTo>
                  <a:pt x="50018" y="19179"/>
                </a:lnTo>
                <a:lnTo>
                  <a:pt x="79500" y="2237"/>
                </a:lnTo>
                <a:cubicBezTo>
                  <a:pt x="82342" y="596"/>
                  <a:pt x="85761" y="0"/>
                  <a:pt x="89181" y="917"/>
                </a:cubicBezTo>
                <a:cubicBezTo>
                  <a:pt x="92601" y="1834"/>
                  <a:pt x="95461" y="4016"/>
                  <a:pt x="97102" y="6858"/>
                </a:cubicBezTo>
                <a:cubicBezTo>
                  <a:pt x="98743" y="9700"/>
                  <a:pt x="99119" y="13117"/>
                  <a:pt x="98202" y="16539"/>
                </a:cubicBezTo>
                <a:cubicBezTo>
                  <a:pt x="97286" y="19959"/>
                  <a:pt x="95104" y="22820"/>
                  <a:pt x="92262" y="24460"/>
                </a:cubicBezTo>
                <a:lnTo>
                  <a:pt x="59038" y="43601"/>
                </a:lnTo>
                <a:cubicBezTo>
                  <a:pt x="56776" y="44908"/>
                  <a:pt x="54059" y="44966"/>
                  <a:pt x="51338" y="44702"/>
                </a:cubicBezTo>
                <a:cubicBezTo>
                  <a:pt x="51171" y="44753"/>
                  <a:pt x="51068" y="44876"/>
                  <a:pt x="50897" y="44922"/>
                </a:cubicBezTo>
                <a:cubicBezTo>
                  <a:pt x="50668" y="44983"/>
                  <a:pt x="50467" y="44873"/>
                  <a:pt x="50237" y="44922"/>
                </a:cubicBezTo>
                <a:cubicBezTo>
                  <a:pt x="49931" y="44863"/>
                  <a:pt x="49663" y="45003"/>
                  <a:pt x="49357" y="44922"/>
                </a:cubicBezTo>
                <a:cubicBezTo>
                  <a:pt x="49190" y="44877"/>
                  <a:pt x="49081" y="44752"/>
                  <a:pt x="48917" y="44702"/>
                </a:cubicBezTo>
                <a:cubicBezTo>
                  <a:pt x="46202" y="44970"/>
                  <a:pt x="43479" y="44908"/>
                  <a:pt x="41216" y="43601"/>
                </a:cubicBezTo>
                <a:lnTo>
                  <a:pt x="7773" y="24460"/>
                </a:lnTo>
                <a:cubicBezTo>
                  <a:pt x="4931" y="22819"/>
                  <a:pt x="2750" y="19959"/>
                  <a:pt x="1833" y="165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43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462FDC47-A5D9-4DED-94FF-27C8EB82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576" y="531609"/>
            <a:ext cx="77282" cy="77282"/>
          </a:xfrm>
          <a:custGeom xmlns:a="http://schemas.openxmlformats.org/drawingml/2006/main">
            <a:pathLst>
              <a:path w="77282" h="77282">
                <a:moveTo>
                  <a:pt x="63532" y="13749"/>
                </a:moveTo>
                <a:cubicBezTo>
                  <a:pt x="77282" y="27498"/>
                  <a:pt x="77282" y="49787"/>
                  <a:pt x="63532" y="63537"/>
                </a:cubicBezTo>
                <a:cubicBezTo>
                  <a:pt x="49783" y="77282"/>
                  <a:pt x="27494" y="77282"/>
                  <a:pt x="13749" y="63537"/>
                </a:cubicBezTo>
                <a:cubicBezTo>
                  <a:pt x="0" y="49787"/>
                  <a:pt x="0" y="27498"/>
                  <a:pt x="13749" y="13749"/>
                </a:cubicBezTo>
                <a:cubicBezTo>
                  <a:pt x="27494" y="0"/>
                  <a:pt x="49783" y="0"/>
                  <a:pt x="63532" y="13749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D060BA36-B482-419F-9B42-9B3E610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577" y="531609"/>
            <a:ext cx="77280" cy="77281"/>
          </a:xfrm>
          <a:custGeom xmlns:a="http://schemas.openxmlformats.org/drawingml/2006/main">
            <a:pathLst>
              <a:path w="77280" h="77281">
                <a:moveTo>
                  <a:pt x="63532" y="13748"/>
                </a:moveTo>
                <a:cubicBezTo>
                  <a:pt x="77280" y="27496"/>
                  <a:pt x="77280" y="49785"/>
                  <a:pt x="63532" y="63533"/>
                </a:cubicBezTo>
                <a:cubicBezTo>
                  <a:pt x="49785" y="77281"/>
                  <a:pt x="27495" y="77281"/>
                  <a:pt x="13748" y="63533"/>
                </a:cubicBezTo>
                <a:cubicBezTo>
                  <a:pt x="0" y="49785"/>
                  <a:pt x="0" y="27496"/>
                  <a:pt x="13748" y="13748"/>
                </a:cubicBezTo>
                <a:cubicBezTo>
                  <a:pt x="27495" y="0"/>
                  <a:pt x="49785" y="0"/>
                  <a:pt x="63532" y="13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45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EA7A01F3-D581-46AB-B0EE-44E27040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3760" y="554793"/>
            <a:ext cx="30912" cy="30912"/>
          </a:xfrm>
          <a:custGeom xmlns:a="http://schemas.openxmlformats.org/drawingml/2006/main">
            <a:pathLst>
              <a:path w="30912" h="30912">
                <a:moveTo>
                  <a:pt x="25415" y="5502"/>
                </a:moveTo>
                <a:cubicBezTo>
                  <a:pt x="30912" y="11000"/>
                  <a:pt x="30912" y="19917"/>
                  <a:pt x="25415" y="25415"/>
                </a:cubicBezTo>
                <a:cubicBezTo>
                  <a:pt x="19912" y="30912"/>
                  <a:pt x="10996" y="30912"/>
                  <a:pt x="5497" y="25415"/>
                </a:cubicBezTo>
                <a:cubicBezTo>
                  <a:pt x="0" y="19917"/>
                  <a:pt x="0" y="11000"/>
                  <a:pt x="5497" y="5502"/>
                </a:cubicBezTo>
                <a:cubicBezTo>
                  <a:pt x="10996" y="0"/>
                  <a:pt x="19912" y="0"/>
                  <a:pt x="25415" y="5502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57F0FEAF-C100-456B-A9E0-25075A8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3757" y="554796"/>
            <a:ext cx="30913" cy="30912"/>
          </a:xfrm>
          <a:custGeom xmlns:a="http://schemas.openxmlformats.org/drawingml/2006/main">
            <a:pathLst>
              <a:path w="30913" h="30912">
                <a:moveTo>
                  <a:pt x="25414" y="5499"/>
                </a:moveTo>
                <a:cubicBezTo>
                  <a:pt x="30913" y="10998"/>
                  <a:pt x="30913" y="19914"/>
                  <a:pt x="25414" y="25413"/>
                </a:cubicBezTo>
                <a:cubicBezTo>
                  <a:pt x="19915" y="30912"/>
                  <a:pt x="10999" y="30912"/>
                  <a:pt x="5500" y="25413"/>
                </a:cubicBezTo>
                <a:cubicBezTo>
                  <a:pt x="0" y="19914"/>
                  <a:pt x="0" y="10998"/>
                  <a:pt x="5500" y="5499"/>
                </a:cubicBezTo>
                <a:cubicBezTo>
                  <a:pt x="10999" y="0"/>
                  <a:pt x="19915" y="0"/>
                  <a:pt x="25414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47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101E1819-7038-4F86-B075-3B428CAE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2496" y="669393"/>
            <a:ext cx="126734" cy="105611"/>
          </a:xfrm>
          <a:custGeom xmlns:a="http://schemas.openxmlformats.org/drawingml/2006/main">
            <a:pathLst>
              <a:path w="126734" h="105611">
                <a:moveTo>
                  <a:pt x="63368" y="0"/>
                </a:moveTo>
                <a:cubicBezTo>
                  <a:pt x="47149" y="0"/>
                  <a:pt x="30788" y="5200"/>
                  <a:pt x="18416" y="15512"/>
                </a:cubicBezTo>
                <a:cubicBezTo>
                  <a:pt x="6045" y="25823"/>
                  <a:pt x="0" y="39292"/>
                  <a:pt x="0" y="52808"/>
                </a:cubicBezTo>
                <a:lnTo>
                  <a:pt x="0" y="105611"/>
                </a:lnTo>
                <a:lnTo>
                  <a:pt x="63368" y="105611"/>
                </a:lnTo>
                <a:lnTo>
                  <a:pt x="126734" y="105611"/>
                </a:lnTo>
                <a:lnTo>
                  <a:pt x="126734" y="52808"/>
                </a:lnTo>
                <a:cubicBezTo>
                  <a:pt x="126734" y="39292"/>
                  <a:pt x="120493" y="25823"/>
                  <a:pt x="108121" y="15512"/>
                </a:cubicBezTo>
                <a:cubicBezTo>
                  <a:pt x="95748" y="5204"/>
                  <a:pt x="79586" y="0"/>
                  <a:pt x="63368" y="0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BFB02C00-6A59-408E-B1A8-8208356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2496" y="669392"/>
            <a:ext cx="126733" cy="105611"/>
          </a:xfrm>
          <a:custGeom xmlns:a="http://schemas.openxmlformats.org/drawingml/2006/main">
            <a:pathLst>
              <a:path w="126733" h="105611">
                <a:moveTo>
                  <a:pt x="63366" y="0"/>
                </a:moveTo>
                <a:cubicBezTo>
                  <a:pt x="47149" y="0"/>
                  <a:pt x="30789" y="5201"/>
                  <a:pt x="18416" y="15512"/>
                </a:cubicBezTo>
                <a:cubicBezTo>
                  <a:pt x="6043" y="25823"/>
                  <a:pt x="0" y="39291"/>
                  <a:pt x="0" y="52805"/>
                </a:cubicBezTo>
                <a:lnTo>
                  <a:pt x="0" y="105611"/>
                </a:lnTo>
                <a:lnTo>
                  <a:pt x="63366" y="105611"/>
                </a:lnTo>
                <a:lnTo>
                  <a:pt x="126733" y="105611"/>
                </a:lnTo>
                <a:lnTo>
                  <a:pt x="126733" y="52805"/>
                </a:lnTo>
                <a:cubicBezTo>
                  <a:pt x="126732" y="39291"/>
                  <a:pt x="120491" y="25823"/>
                  <a:pt x="108119" y="15512"/>
                </a:cubicBezTo>
                <a:cubicBezTo>
                  <a:pt x="95746" y="5201"/>
                  <a:pt x="79583" y="0"/>
                  <a:pt x="6336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49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54FCD180-D0B2-491B-B356-CF2B241D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3213" y="751472"/>
            <a:ext cx="225302" cy="56325"/>
          </a:xfrm>
          <a:custGeom xmlns:a="http://schemas.openxmlformats.org/drawingml/2006/main">
            <a:pathLst>
              <a:path w="225302" h="56325">
                <a:moveTo>
                  <a:pt x="0" y="56325"/>
                </a:moveTo>
                <a:lnTo>
                  <a:pt x="225302" y="56325"/>
                </a:lnTo>
                <a:lnTo>
                  <a:pt x="2253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AAD0CB2E-1BC1-4CBA-95FB-092C00BD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3213" y="751470"/>
            <a:ext cx="225302" cy="56325"/>
          </a:xfrm>
          <a:custGeom xmlns:a="http://schemas.openxmlformats.org/drawingml/2006/main">
            <a:pathLst>
              <a:path w="225302" h="56325">
                <a:moveTo>
                  <a:pt x="0" y="0"/>
                </a:moveTo>
                <a:lnTo>
                  <a:pt x="225302" y="0"/>
                </a:lnTo>
                <a:lnTo>
                  <a:pt x="225302" y="56325"/>
                </a:lnTo>
                <a:lnTo>
                  <a:pt x="0" y="56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51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2CB5226E-AEEA-4874-9639-E6D1AC1C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0407" y="692660"/>
            <a:ext cx="30912" cy="30913"/>
          </a:xfrm>
          <a:custGeom xmlns:a="http://schemas.openxmlformats.org/drawingml/2006/main">
            <a:pathLst>
              <a:path w="30912" h="30913">
                <a:moveTo>
                  <a:pt x="25415" y="5502"/>
                </a:moveTo>
                <a:cubicBezTo>
                  <a:pt x="30912" y="11000"/>
                  <a:pt x="30912" y="19917"/>
                  <a:pt x="25415" y="25415"/>
                </a:cubicBezTo>
                <a:cubicBezTo>
                  <a:pt x="19916" y="30913"/>
                  <a:pt x="11000" y="30913"/>
                  <a:pt x="5497" y="25415"/>
                </a:cubicBezTo>
                <a:cubicBezTo>
                  <a:pt x="0" y="19917"/>
                  <a:pt x="0" y="11000"/>
                  <a:pt x="5497" y="5502"/>
                </a:cubicBezTo>
                <a:cubicBezTo>
                  <a:pt x="11000" y="0"/>
                  <a:pt x="19916" y="0"/>
                  <a:pt x="25415" y="5502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16B7AE1B-B2BB-4BF1-8399-9CF41E72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0408" y="692663"/>
            <a:ext cx="30913" cy="30912"/>
          </a:xfrm>
          <a:custGeom xmlns:a="http://schemas.openxmlformats.org/drawingml/2006/main">
            <a:pathLst>
              <a:path w="30913" h="30912">
                <a:moveTo>
                  <a:pt x="25414" y="5499"/>
                </a:moveTo>
                <a:cubicBezTo>
                  <a:pt x="30913" y="10998"/>
                  <a:pt x="30913" y="19914"/>
                  <a:pt x="25414" y="25413"/>
                </a:cubicBezTo>
                <a:cubicBezTo>
                  <a:pt x="19915" y="30912"/>
                  <a:pt x="10999" y="30912"/>
                  <a:pt x="5500" y="25413"/>
                </a:cubicBezTo>
                <a:cubicBezTo>
                  <a:pt x="0" y="19914"/>
                  <a:pt x="0" y="10998"/>
                  <a:pt x="5500" y="5499"/>
                </a:cubicBezTo>
                <a:cubicBezTo>
                  <a:pt x="10999" y="0"/>
                  <a:pt x="19915" y="0"/>
                  <a:pt x="25414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153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FC465C68-0D69-4FC3-8E37-93DB7E0C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052" y="544581"/>
            <a:ext cx="682246" cy="25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987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54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87B533EA-1312-40C6-AF61-11DE5EC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2239" y="612805"/>
            <a:ext cx="93308" cy="95"/>
          </a:xfrm>
          <a:custGeom xmlns:a="http://schemas.openxmlformats.org/drawingml/2006/main">
            <a:pathLst>
              <a:path w="93308" h="95">
                <a:moveTo>
                  <a:pt x="0" y="0"/>
                </a:moveTo>
                <a:lnTo>
                  <a:pt x="81836" y="0"/>
                </a:lnTo>
                <a:lnTo>
                  <a:pt x="93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55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72915113-57C8-4A1F-87EE-C2E1BA1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4071" y="565995"/>
            <a:ext cx="93619" cy="93620"/>
          </a:xfrm>
          <a:custGeom xmlns:a="http://schemas.openxmlformats.org/drawingml/2006/main">
            <a:pathLst>
              <a:path w="93619" h="93620">
                <a:moveTo>
                  <a:pt x="0" y="93620"/>
                </a:moveTo>
                <a:lnTo>
                  <a:pt x="93619" y="46810"/>
                </a:lnTo>
                <a:lnTo>
                  <a:pt x="0" y="0"/>
                </a:lnTo>
                <a:lnTo>
                  <a:pt x="0" y="9362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63819233-AB77-4F3B-A221-4C19FDD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7421" y="336950"/>
            <a:ext cx="154404" cy="73544"/>
          </a:xfrm>
          <a:custGeom xmlns:a="http://schemas.openxmlformats.org/drawingml/2006/main">
            <a:pathLst>
              <a:path w="154404" h="73544">
                <a:moveTo>
                  <a:pt x="0" y="73544"/>
                </a:moveTo>
                <a:cubicBezTo>
                  <a:pt x="10697" y="29802"/>
                  <a:pt x="50965" y="0"/>
                  <a:pt x="95686" y="2726"/>
                </a:cubicBezTo>
                <a:cubicBezTo>
                  <a:pt x="116533" y="3996"/>
                  <a:pt x="135483" y="12054"/>
                  <a:pt x="150423" y="24708"/>
                </a:cubicBezTo>
                <a:lnTo>
                  <a:pt x="154404" y="33001"/>
                </a:ln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00A912"/>
            </a:solidFill>
            <a:prstDash val="solid"/>
          </a:ln>
        </p:spPr>
      </p:sp>
      <p:sp>
        <p:nvSpPr>
          <p:cNvPr id="157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01FF5C15-F665-4F33-90BC-D56847A9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098" y="344996"/>
            <a:ext cx="69509" cy="86185"/>
          </a:xfrm>
          <a:custGeom xmlns:a="http://schemas.openxmlformats.org/drawingml/2006/main">
            <a:pathLst>
              <a:path w="69509" h="86185">
                <a:moveTo>
                  <a:pt x="0" y="33359"/>
                </a:moveTo>
                <a:lnTo>
                  <a:pt x="68117" y="86185"/>
                </a:lnTo>
                <a:lnTo>
                  <a:pt x="69509" y="0"/>
                </a:lnTo>
                <a:lnTo>
                  <a:pt x="0" y="33359"/>
                </a:lnTo>
              </a:path>
            </a:pathLst>
          </a:custGeom>
          <a:solidFill xmlns:a="http://schemas.openxmlformats.org/drawingml/2006/main">
            <a:srgbClr val="00A9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75C91D3E-55DB-4E99-825D-A7CE6D11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807" y="457476"/>
            <a:ext cx="155463" cy="81334"/>
          </a:xfrm>
          <a:custGeom xmlns:a="http://schemas.openxmlformats.org/drawingml/2006/main">
            <a:pathLst>
              <a:path w="155463" h="81334">
                <a:moveTo>
                  <a:pt x="0" y="50855"/>
                </a:moveTo>
                <a:lnTo>
                  <a:pt x="4126" y="59053"/>
                </a:lnTo>
                <a:cubicBezTo>
                  <a:pt x="19662" y="71724"/>
                  <a:pt x="39282" y="79484"/>
                  <a:pt x="60673" y="80061"/>
                </a:cubicBezTo>
                <a:cubicBezTo>
                  <a:pt x="107869" y="81334"/>
                  <a:pt x="148569" y="46957"/>
                  <a:pt x="15546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00A912"/>
            </a:solidFill>
            <a:prstDash val="solid"/>
          </a:ln>
        </p:spPr>
      </p:sp>
      <p:sp>
        <p:nvSpPr>
          <p:cNvPr id="159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9433F2A4-0469-48F8-ABDB-991D24C8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5268" y="447664"/>
            <a:ext cx="69099" cy="86193"/>
          </a:xfrm>
          <a:custGeom xmlns:a="http://schemas.openxmlformats.org/drawingml/2006/main">
            <a:pathLst>
              <a:path w="69099" h="86193">
                <a:moveTo>
                  <a:pt x="69099" y="51527"/>
                </a:moveTo>
                <a:lnTo>
                  <a:pt x="0" y="0"/>
                </a:lnTo>
                <a:lnTo>
                  <a:pt x="234" y="86193"/>
                </a:lnTo>
                <a:lnTo>
                  <a:pt x="69099" y="51527"/>
                </a:lnTo>
              </a:path>
            </a:pathLst>
          </a:custGeom>
          <a:solidFill xmlns:a="http://schemas.openxmlformats.org/drawingml/2006/main">
            <a:srgbClr val="00A9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89E583CE-8EA2-4F7E-9616-0B0E4E10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3284" y="1665246"/>
            <a:ext cx="1933119" cy="2016104"/>
          </a:xfrm>
          <a:custGeom xmlns:a="http://schemas.openxmlformats.org/drawingml/2006/main">
            <a:pathLst>
              <a:path w="1933119" h="2016104">
                <a:moveTo>
                  <a:pt x="88316" y="0"/>
                </a:moveTo>
                <a:lnTo>
                  <a:pt x="1844803" y="0"/>
                </a:lnTo>
                <a:cubicBezTo>
                  <a:pt x="1870719" y="0"/>
                  <a:pt x="1886269" y="0"/>
                  <a:pt x="1896635" y="4328"/>
                </a:cubicBezTo>
                <a:cubicBezTo>
                  <a:pt x="1911579" y="9767"/>
                  <a:pt x="1923352" y="21539"/>
                  <a:pt x="1928792" y="36484"/>
                </a:cubicBezTo>
                <a:cubicBezTo>
                  <a:pt x="1933119" y="46850"/>
                  <a:pt x="1933119" y="62400"/>
                  <a:pt x="1933119" y="88316"/>
                </a:cubicBezTo>
                <a:lnTo>
                  <a:pt x="1933119" y="1927788"/>
                </a:lnTo>
                <a:cubicBezTo>
                  <a:pt x="1933119" y="1953704"/>
                  <a:pt x="1933119" y="1969254"/>
                  <a:pt x="1928792" y="1979621"/>
                </a:cubicBezTo>
                <a:cubicBezTo>
                  <a:pt x="1923352" y="1994565"/>
                  <a:pt x="1911579" y="2006337"/>
                  <a:pt x="1896635" y="2011776"/>
                </a:cubicBezTo>
                <a:cubicBezTo>
                  <a:pt x="1886269" y="2016104"/>
                  <a:pt x="1870719" y="2016104"/>
                  <a:pt x="1844803" y="2016104"/>
                </a:cubicBezTo>
                <a:lnTo>
                  <a:pt x="88316" y="2016104"/>
                </a:lnTo>
                <a:cubicBezTo>
                  <a:pt x="62400" y="2016104"/>
                  <a:pt x="46850" y="2016104"/>
                  <a:pt x="36484" y="2011776"/>
                </a:cubicBezTo>
                <a:cubicBezTo>
                  <a:pt x="21539" y="2006337"/>
                  <a:pt x="9767" y="1994565"/>
                  <a:pt x="4328" y="1979621"/>
                </a:cubicBezTo>
                <a:cubicBezTo>
                  <a:pt x="0" y="1969254"/>
                  <a:pt x="0" y="1953704"/>
                  <a:pt x="0" y="1927788"/>
                </a:cubicBezTo>
                <a:lnTo>
                  <a:pt x="0" y="88316"/>
                </a:lnTo>
                <a:cubicBezTo>
                  <a:pt x="0" y="62400"/>
                  <a:pt x="0" y="46850"/>
                  <a:pt x="4328" y="36484"/>
                </a:cubicBezTo>
                <a:cubicBezTo>
                  <a:pt x="9767" y="21539"/>
                  <a:pt x="21539" y="9767"/>
                  <a:pt x="36484" y="4328"/>
                </a:cubicBezTo>
                <a:cubicBezTo>
                  <a:pt x="46850" y="0"/>
                  <a:pt x="62400" y="0"/>
                  <a:pt x="8831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D5D5D5"/>
            </a:solidFill>
            <a:prstDash val="solid"/>
          </a:ln>
        </p:spPr>
      </p:sp>
      <p:sp>
        <p:nvSpPr>
          <p:cNvPr id="161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E0BFC019-0515-49F8-ACC9-DA5B8F8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994" y="1467992"/>
            <a:ext cx="1787460" cy="326289"/>
          </a:xfrm>
          <a:custGeom xmlns:a="http://schemas.openxmlformats.org/drawingml/2006/main">
            <a:pathLst>
              <a:path w="1787460" h="326289">
                <a:moveTo>
                  <a:pt x="0" y="326289"/>
                </a:moveTo>
                <a:lnTo>
                  <a:pt x="1787460" y="326289"/>
                </a:lnTo>
                <a:lnTo>
                  <a:pt x="17874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87395F27-CCA3-4542-AFE1-3866411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315" y="1529218"/>
            <a:ext cx="1618821" cy="229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07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Name New Skill</a:t>
            </a:r>
          </a:p>
        </p:txBody>
      </p:sp>
      <p:sp>
        <p:nvSpPr>
          <p:cNvPr id="163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91693C76-908F-47D0-9884-E02F1C60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2239" y="1631136"/>
            <a:ext cx="93308" cy="95"/>
          </a:xfrm>
          <a:custGeom xmlns:a="http://schemas.openxmlformats.org/drawingml/2006/main">
            <a:pathLst>
              <a:path w="93308" h="95">
                <a:moveTo>
                  <a:pt x="0" y="0"/>
                </a:moveTo>
                <a:lnTo>
                  <a:pt x="81836" y="0"/>
                </a:lnTo>
                <a:lnTo>
                  <a:pt x="93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64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5CA4CE84-8D0D-4EC3-9A17-323F018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4071" y="1584327"/>
            <a:ext cx="93619" cy="93618"/>
          </a:xfrm>
          <a:custGeom xmlns:a="http://schemas.openxmlformats.org/drawingml/2006/main">
            <a:pathLst>
              <a:path w="93619" h="93618">
                <a:moveTo>
                  <a:pt x="0" y="93618"/>
                </a:moveTo>
                <a:lnTo>
                  <a:pt x="93619" y="46808"/>
                </a:lnTo>
                <a:lnTo>
                  <a:pt x="0" y="0"/>
                </a:lnTo>
                <a:lnTo>
                  <a:pt x="0" y="93618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634DECEA-AA9A-443B-81E2-8FFA01FF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6177" y="1835756"/>
            <a:ext cx="1324798" cy="299249"/>
          </a:xfrm>
          <a:custGeom xmlns:a="http://schemas.openxmlformats.org/drawingml/2006/main">
            <a:pathLst>
              <a:path w="1324798" h="299249">
                <a:moveTo>
                  <a:pt x="101240" y="0"/>
                </a:moveTo>
                <a:lnTo>
                  <a:pt x="1223557" y="0"/>
                </a:lnTo>
                <a:cubicBezTo>
                  <a:pt x="1253268" y="0"/>
                  <a:pt x="1271092" y="0"/>
                  <a:pt x="1282978" y="4965"/>
                </a:cubicBezTo>
                <a:cubicBezTo>
                  <a:pt x="1300108" y="11198"/>
                  <a:pt x="1313601" y="24694"/>
                  <a:pt x="1319837" y="41826"/>
                </a:cubicBezTo>
                <a:cubicBezTo>
                  <a:pt x="1324798" y="53712"/>
                  <a:pt x="1324798" y="71536"/>
                  <a:pt x="1324798" y="101246"/>
                </a:cubicBezTo>
                <a:lnTo>
                  <a:pt x="1324798" y="198004"/>
                </a:lnTo>
                <a:cubicBezTo>
                  <a:pt x="1324798" y="227714"/>
                  <a:pt x="1324798" y="245543"/>
                  <a:pt x="1319837" y="257424"/>
                </a:cubicBezTo>
                <a:cubicBezTo>
                  <a:pt x="1313601" y="274555"/>
                  <a:pt x="1300108" y="288051"/>
                  <a:pt x="1282978" y="294288"/>
                </a:cubicBezTo>
                <a:cubicBezTo>
                  <a:pt x="1271092" y="299249"/>
                  <a:pt x="1253268" y="299249"/>
                  <a:pt x="1223557" y="299249"/>
                </a:cubicBezTo>
                <a:lnTo>
                  <a:pt x="101240" y="299249"/>
                </a:lnTo>
                <a:cubicBezTo>
                  <a:pt x="71530" y="299249"/>
                  <a:pt x="53705" y="299249"/>
                  <a:pt x="41820" y="294288"/>
                </a:cubicBezTo>
                <a:cubicBezTo>
                  <a:pt x="24689" y="288051"/>
                  <a:pt x="11197" y="274555"/>
                  <a:pt x="4960" y="257424"/>
                </a:cubicBezTo>
                <a:cubicBezTo>
                  <a:pt x="0" y="245543"/>
                  <a:pt x="0" y="227714"/>
                  <a:pt x="0" y="198004"/>
                </a:cubicBezTo>
                <a:lnTo>
                  <a:pt x="0" y="101246"/>
                </a:lnTo>
                <a:cubicBezTo>
                  <a:pt x="0" y="71536"/>
                  <a:pt x="0" y="53712"/>
                  <a:pt x="4960" y="41826"/>
                </a:cubicBezTo>
                <a:cubicBezTo>
                  <a:pt x="11197" y="24694"/>
                  <a:pt x="24689" y="11198"/>
                  <a:pt x="41820" y="4965"/>
                </a:cubicBezTo>
                <a:cubicBezTo>
                  <a:pt x="53705" y="0"/>
                  <a:pt x="71530" y="0"/>
                  <a:pt x="101240" y="0"/>
                </a:cubicBezTo>
              </a:path>
            </a:pathLst>
          </a:custGeom>
          <a:solidFill xmlns:a="http://schemas.openxmlformats.org/drawingml/2006/main">
            <a:srgbClr val="FAEC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083CEAF1-899D-463C-91D9-1F2553A4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6177" y="1835756"/>
            <a:ext cx="1324799" cy="299245"/>
          </a:xfrm>
          <a:custGeom xmlns:a="http://schemas.openxmlformats.org/drawingml/2006/main">
            <a:pathLst>
              <a:path w="1324799" h="299245">
                <a:moveTo>
                  <a:pt x="101242" y="0"/>
                </a:moveTo>
                <a:lnTo>
                  <a:pt x="1223557" y="0"/>
                </a:lnTo>
                <a:cubicBezTo>
                  <a:pt x="1253267" y="0"/>
                  <a:pt x="1271092" y="0"/>
                  <a:pt x="1282976" y="4961"/>
                </a:cubicBezTo>
                <a:cubicBezTo>
                  <a:pt x="1300108" y="11197"/>
                  <a:pt x="1313603" y="24692"/>
                  <a:pt x="1319838" y="41823"/>
                </a:cubicBezTo>
                <a:cubicBezTo>
                  <a:pt x="1324799" y="53707"/>
                  <a:pt x="1324799" y="71533"/>
                  <a:pt x="1324799" y="101243"/>
                </a:cubicBezTo>
                <a:lnTo>
                  <a:pt x="1324799" y="198003"/>
                </a:lnTo>
                <a:cubicBezTo>
                  <a:pt x="1324799" y="227712"/>
                  <a:pt x="1324799" y="245538"/>
                  <a:pt x="1319838" y="257422"/>
                </a:cubicBezTo>
                <a:cubicBezTo>
                  <a:pt x="1313603" y="274553"/>
                  <a:pt x="1300108" y="288049"/>
                  <a:pt x="1282976" y="294284"/>
                </a:cubicBezTo>
                <a:cubicBezTo>
                  <a:pt x="1271092" y="299245"/>
                  <a:pt x="1253267" y="299245"/>
                  <a:pt x="1223557" y="299245"/>
                </a:cubicBezTo>
                <a:lnTo>
                  <a:pt x="101242" y="299245"/>
                </a:lnTo>
                <a:cubicBezTo>
                  <a:pt x="71533" y="299245"/>
                  <a:pt x="53707" y="299245"/>
                  <a:pt x="41823" y="294284"/>
                </a:cubicBezTo>
                <a:cubicBezTo>
                  <a:pt x="24692" y="288049"/>
                  <a:pt x="11197" y="274553"/>
                  <a:pt x="4961" y="257422"/>
                </a:cubicBezTo>
                <a:cubicBezTo>
                  <a:pt x="0" y="245538"/>
                  <a:pt x="0" y="227712"/>
                  <a:pt x="0" y="198003"/>
                </a:cubicBezTo>
                <a:lnTo>
                  <a:pt x="0" y="101243"/>
                </a:lnTo>
                <a:cubicBezTo>
                  <a:pt x="0" y="71533"/>
                  <a:pt x="0" y="53707"/>
                  <a:pt x="4961" y="41823"/>
                </a:cubicBezTo>
                <a:cubicBezTo>
                  <a:pt x="11197" y="24692"/>
                  <a:pt x="24692" y="11197"/>
                  <a:pt x="41823" y="4961"/>
                </a:cubicBezTo>
                <a:cubicBezTo>
                  <a:pt x="53707" y="0"/>
                  <a:pt x="71533" y="0"/>
                  <a:pt x="10124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FD990E"/>
            </a:solidFill>
            <a:prstDash val="solid"/>
          </a:ln>
        </p:spPr>
      </p:sp>
      <p:sp>
        <p:nvSpPr>
          <p:cNvPr id="167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350D6F68-6AB3-4099-9055-66D7B1B0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6660" y="1912828"/>
            <a:ext cx="583212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Pick up </a:t>
            </a:r>
          </a:p>
        </p:txBody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01B8521-0921-48D5-B2B8-6F9BCA8220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7b07c851849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9481" y="1901818"/>
            <a:ext cx="160620" cy="160620"/>
          </a:xfrm>
          <a:prstGeom xmlns:a="http://schemas.openxmlformats.org/drawingml/2006/main" prst="rect">
            <a:avLst/>
          </a:prstGeom>
        </p:spPr>
      </p:pic>
      <p:sp>
        <p:nvSpPr>
          <p:cNvPr id="169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9FBF04EC-547E-4C82-8B67-FDFC6EEC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9481" y="1901818"/>
            <a:ext cx="160620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7916CFA4-A503-44A5-84F0-00EE47BB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556" y="2212530"/>
            <a:ext cx="1324799" cy="299245"/>
          </a:xfrm>
          <a:custGeom xmlns:a="http://schemas.openxmlformats.org/drawingml/2006/main">
            <a:pathLst>
              <a:path w="1324799" h="299245">
                <a:moveTo>
                  <a:pt x="101240" y="0"/>
                </a:moveTo>
                <a:lnTo>
                  <a:pt x="1223557" y="0"/>
                </a:lnTo>
                <a:cubicBezTo>
                  <a:pt x="1253268" y="0"/>
                  <a:pt x="1271092" y="0"/>
                  <a:pt x="1282973" y="4961"/>
                </a:cubicBezTo>
                <a:cubicBezTo>
                  <a:pt x="1300108" y="11193"/>
                  <a:pt x="1313601" y="24690"/>
                  <a:pt x="1319837" y="41821"/>
                </a:cubicBezTo>
                <a:cubicBezTo>
                  <a:pt x="1324799" y="53707"/>
                  <a:pt x="1324799" y="71532"/>
                  <a:pt x="1324799" y="101241"/>
                </a:cubicBezTo>
                <a:lnTo>
                  <a:pt x="1324799" y="197999"/>
                </a:lnTo>
                <a:cubicBezTo>
                  <a:pt x="1324799" y="227709"/>
                  <a:pt x="1324799" y="245538"/>
                  <a:pt x="1319837" y="257419"/>
                </a:cubicBezTo>
                <a:cubicBezTo>
                  <a:pt x="1313601" y="274550"/>
                  <a:pt x="1300108" y="288047"/>
                  <a:pt x="1282973" y="294284"/>
                </a:cubicBezTo>
                <a:cubicBezTo>
                  <a:pt x="1271092" y="299245"/>
                  <a:pt x="1253268" y="299245"/>
                  <a:pt x="1223557" y="299245"/>
                </a:cubicBezTo>
                <a:lnTo>
                  <a:pt x="101240" y="299245"/>
                </a:lnTo>
                <a:cubicBezTo>
                  <a:pt x="71530" y="299245"/>
                  <a:pt x="53707" y="299245"/>
                  <a:pt x="41821" y="294284"/>
                </a:cubicBezTo>
                <a:cubicBezTo>
                  <a:pt x="24689" y="288047"/>
                  <a:pt x="11197" y="274550"/>
                  <a:pt x="4960" y="257419"/>
                </a:cubicBezTo>
                <a:cubicBezTo>
                  <a:pt x="0" y="245538"/>
                  <a:pt x="0" y="227709"/>
                  <a:pt x="0" y="197999"/>
                </a:cubicBezTo>
                <a:lnTo>
                  <a:pt x="0" y="101241"/>
                </a:lnTo>
                <a:cubicBezTo>
                  <a:pt x="0" y="71532"/>
                  <a:pt x="0" y="53707"/>
                  <a:pt x="4960" y="41821"/>
                </a:cubicBezTo>
                <a:cubicBezTo>
                  <a:pt x="11197" y="24690"/>
                  <a:pt x="24689" y="11193"/>
                  <a:pt x="41821" y="4961"/>
                </a:cubicBezTo>
                <a:cubicBezTo>
                  <a:pt x="53707" y="0"/>
                  <a:pt x="71530" y="0"/>
                  <a:pt x="101240" y="0"/>
                </a:cubicBezTo>
              </a:path>
            </a:pathLst>
          </a:custGeom>
          <a:solidFill xmlns:a="http://schemas.openxmlformats.org/drawingml/2006/main">
            <a:srgbClr val="C9D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EAB59E9B-1207-4AD8-A7DA-A749AC6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556" y="2212530"/>
            <a:ext cx="1324799" cy="299245"/>
          </a:xfrm>
          <a:custGeom xmlns:a="http://schemas.openxmlformats.org/drawingml/2006/main">
            <a:pathLst>
              <a:path w="1324799" h="299245">
                <a:moveTo>
                  <a:pt x="101242" y="0"/>
                </a:moveTo>
                <a:lnTo>
                  <a:pt x="1223557" y="0"/>
                </a:lnTo>
                <a:cubicBezTo>
                  <a:pt x="1253267" y="0"/>
                  <a:pt x="1271092" y="0"/>
                  <a:pt x="1282976" y="4961"/>
                </a:cubicBezTo>
                <a:cubicBezTo>
                  <a:pt x="1300108" y="11197"/>
                  <a:pt x="1313603" y="24692"/>
                  <a:pt x="1319838" y="41823"/>
                </a:cubicBezTo>
                <a:cubicBezTo>
                  <a:pt x="1324799" y="53707"/>
                  <a:pt x="1324799" y="71533"/>
                  <a:pt x="1324799" y="101243"/>
                </a:cubicBezTo>
                <a:lnTo>
                  <a:pt x="1324799" y="198003"/>
                </a:lnTo>
                <a:cubicBezTo>
                  <a:pt x="1324799" y="227712"/>
                  <a:pt x="1324799" y="245538"/>
                  <a:pt x="1319838" y="257422"/>
                </a:cubicBezTo>
                <a:cubicBezTo>
                  <a:pt x="1313603" y="274553"/>
                  <a:pt x="1300108" y="288049"/>
                  <a:pt x="1282976" y="294284"/>
                </a:cubicBezTo>
                <a:cubicBezTo>
                  <a:pt x="1271092" y="299245"/>
                  <a:pt x="1253267" y="299245"/>
                  <a:pt x="1223557" y="299245"/>
                </a:cubicBezTo>
                <a:lnTo>
                  <a:pt x="101242" y="299245"/>
                </a:lnTo>
                <a:cubicBezTo>
                  <a:pt x="71533" y="299245"/>
                  <a:pt x="53707" y="299245"/>
                  <a:pt x="41823" y="294284"/>
                </a:cubicBezTo>
                <a:cubicBezTo>
                  <a:pt x="24692" y="288049"/>
                  <a:pt x="11197" y="274553"/>
                  <a:pt x="4961" y="257422"/>
                </a:cubicBezTo>
                <a:cubicBezTo>
                  <a:pt x="0" y="245538"/>
                  <a:pt x="0" y="227712"/>
                  <a:pt x="0" y="198003"/>
                </a:cubicBezTo>
                <a:lnTo>
                  <a:pt x="0" y="101243"/>
                </a:lnTo>
                <a:cubicBezTo>
                  <a:pt x="0" y="71533"/>
                  <a:pt x="0" y="53707"/>
                  <a:pt x="4961" y="41823"/>
                </a:cubicBezTo>
                <a:cubicBezTo>
                  <a:pt x="11197" y="24692"/>
                  <a:pt x="24692" y="11197"/>
                  <a:pt x="41823" y="4961"/>
                </a:cubicBezTo>
                <a:cubicBezTo>
                  <a:pt x="53707" y="0"/>
                  <a:pt x="71533" y="0"/>
                  <a:pt x="10124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4985E8"/>
            </a:solidFill>
            <a:prstDash val="solid"/>
          </a:ln>
        </p:spPr>
      </p:sp>
      <p:sp>
        <p:nvSpPr>
          <p:cNvPr id="172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76B41D2E-B1A5-424E-A810-5798B672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4884" y="2289601"/>
            <a:ext cx="288635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Put </a:t>
            </a:r>
          </a:p>
        </p:txBody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70E2C2A-3A65-4A03-8891-FFA7A4090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033395d0d46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4000" y="2278590"/>
            <a:ext cx="160620" cy="160620"/>
          </a:xfrm>
          <a:prstGeom xmlns:a="http://schemas.openxmlformats.org/drawingml/2006/main" prst="rect">
            <a:avLst/>
          </a:prstGeom>
        </p:spPr>
      </p:pic>
      <p:sp>
        <p:nvSpPr>
          <p:cNvPr id="174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B1447BAC-AD3D-4478-B41C-70CD9E5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4000" y="2278590"/>
            <a:ext cx="160620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80D7050A-F623-4B64-8E77-D33B8D01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4138" y="2289601"/>
            <a:ext cx="214268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 in </a:t>
            </a: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F72145C-4E67-47D5-9730-48080D870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f7705fbcc4ada"/>
          <a:srcRect xmlns:a="http://schemas.openxmlformats.org/drawingml/2006/main" l="0" t="2778" r="0" b="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0312" y="2278590"/>
            <a:ext cx="160620" cy="160620"/>
          </a:xfrm>
          <a:prstGeom xmlns:a="http://schemas.openxmlformats.org/drawingml/2006/main" prst="rect">
            <a:avLst/>
          </a:prstGeom>
        </p:spPr>
      </p:pic>
      <p:sp>
        <p:nvSpPr>
          <p:cNvPr id="177" name="pdf-raster-14">
            <a:extLst xmlns:a="http://schemas.openxmlformats.org/drawingml/2006/main">
              <a:ext uri="{FF2B5EF4-FFF2-40B4-BE49-F238E27FC236}">
                <a16:creationId xmlns:a16="http://schemas.microsoft.com/office/drawing/2014/main" id="{B0C7AE8F-37FC-4B81-96DD-F04A8F82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0312" y="2278590"/>
            <a:ext cx="160620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5DEC8614-638D-4748-BBCE-21732210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6177" y="2587230"/>
            <a:ext cx="1324798" cy="299244"/>
          </a:xfrm>
          <a:custGeom xmlns:a="http://schemas.openxmlformats.org/drawingml/2006/main">
            <a:pathLst>
              <a:path w="1324798" h="299244">
                <a:moveTo>
                  <a:pt x="101240" y="0"/>
                </a:moveTo>
                <a:lnTo>
                  <a:pt x="1223557" y="0"/>
                </a:lnTo>
                <a:cubicBezTo>
                  <a:pt x="1253268" y="0"/>
                  <a:pt x="1271092" y="0"/>
                  <a:pt x="1282978" y="4960"/>
                </a:cubicBezTo>
                <a:cubicBezTo>
                  <a:pt x="1300108" y="11197"/>
                  <a:pt x="1313601" y="24694"/>
                  <a:pt x="1319837" y="41825"/>
                </a:cubicBezTo>
                <a:cubicBezTo>
                  <a:pt x="1324798" y="53706"/>
                  <a:pt x="1324798" y="71535"/>
                  <a:pt x="1324798" y="101240"/>
                </a:cubicBezTo>
                <a:lnTo>
                  <a:pt x="1324798" y="198003"/>
                </a:lnTo>
                <a:cubicBezTo>
                  <a:pt x="1324798" y="227713"/>
                  <a:pt x="1324798" y="245537"/>
                  <a:pt x="1319837" y="257424"/>
                </a:cubicBezTo>
                <a:cubicBezTo>
                  <a:pt x="1313601" y="274554"/>
                  <a:pt x="1300108" y="288051"/>
                  <a:pt x="1282978" y="294283"/>
                </a:cubicBezTo>
                <a:cubicBezTo>
                  <a:pt x="1271092" y="299244"/>
                  <a:pt x="1253268" y="299244"/>
                  <a:pt x="1223557" y="299244"/>
                </a:cubicBezTo>
                <a:lnTo>
                  <a:pt x="101240" y="299244"/>
                </a:lnTo>
                <a:cubicBezTo>
                  <a:pt x="71530" y="299244"/>
                  <a:pt x="53705" y="299244"/>
                  <a:pt x="41820" y="294283"/>
                </a:cubicBezTo>
                <a:cubicBezTo>
                  <a:pt x="24689" y="288051"/>
                  <a:pt x="11197" y="274554"/>
                  <a:pt x="4960" y="257424"/>
                </a:cubicBezTo>
                <a:cubicBezTo>
                  <a:pt x="0" y="245537"/>
                  <a:pt x="0" y="227713"/>
                  <a:pt x="0" y="198003"/>
                </a:cubicBezTo>
                <a:lnTo>
                  <a:pt x="0" y="101240"/>
                </a:lnTo>
                <a:cubicBezTo>
                  <a:pt x="0" y="71535"/>
                  <a:pt x="0" y="53706"/>
                  <a:pt x="4960" y="41825"/>
                </a:cubicBezTo>
                <a:cubicBezTo>
                  <a:pt x="11197" y="24694"/>
                  <a:pt x="24689" y="11197"/>
                  <a:pt x="41820" y="4960"/>
                </a:cubicBezTo>
                <a:cubicBezTo>
                  <a:pt x="53705" y="0"/>
                  <a:pt x="71530" y="0"/>
                  <a:pt x="101240" y="0"/>
                </a:cubicBezTo>
              </a:path>
            </a:pathLst>
          </a:custGeom>
          <a:solidFill xmlns:a="http://schemas.openxmlformats.org/drawingml/2006/main">
            <a:srgbClr val="DAD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2FE311FA-E3CA-414E-A505-E8E133D5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6177" y="2587230"/>
            <a:ext cx="1324799" cy="299245"/>
          </a:xfrm>
          <a:custGeom xmlns:a="http://schemas.openxmlformats.org/drawingml/2006/main">
            <a:pathLst>
              <a:path w="1324799" h="299245">
                <a:moveTo>
                  <a:pt x="101242" y="0"/>
                </a:moveTo>
                <a:lnTo>
                  <a:pt x="1223557" y="0"/>
                </a:lnTo>
                <a:cubicBezTo>
                  <a:pt x="1253267" y="0"/>
                  <a:pt x="1271092" y="0"/>
                  <a:pt x="1282976" y="4961"/>
                </a:cubicBezTo>
                <a:cubicBezTo>
                  <a:pt x="1300108" y="11197"/>
                  <a:pt x="1313603" y="24692"/>
                  <a:pt x="1319838" y="41823"/>
                </a:cubicBezTo>
                <a:cubicBezTo>
                  <a:pt x="1324799" y="53707"/>
                  <a:pt x="1324799" y="71533"/>
                  <a:pt x="1324799" y="101243"/>
                </a:cubicBezTo>
                <a:lnTo>
                  <a:pt x="1324799" y="198003"/>
                </a:lnTo>
                <a:cubicBezTo>
                  <a:pt x="1324799" y="227712"/>
                  <a:pt x="1324799" y="245538"/>
                  <a:pt x="1319838" y="257422"/>
                </a:cubicBezTo>
                <a:cubicBezTo>
                  <a:pt x="1313603" y="274553"/>
                  <a:pt x="1300108" y="288049"/>
                  <a:pt x="1282976" y="294284"/>
                </a:cubicBezTo>
                <a:cubicBezTo>
                  <a:pt x="1271092" y="299245"/>
                  <a:pt x="1253267" y="299245"/>
                  <a:pt x="1223557" y="299245"/>
                </a:cubicBezTo>
                <a:lnTo>
                  <a:pt x="101242" y="299245"/>
                </a:lnTo>
                <a:cubicBezTo>
                  <a:pt x="71533" y="299245"/>
                  <a:pt x="53707" y="299245"/>
                  <a:pt x="41823" y="294284"/>
                </a:cubicBezTo>
                <a:cubicBezTo>
                  <a:pt x="24692" y="288049"/>
                  <a:pt x="11197" y="274553"/>
                  <a:pt x="4961" y="257422"/>
                </a:cubicBezTo>
                <a:cubicBezTo>
                  <a:pt x="0" y="245538"/>
                  <a:pt x="0" y="227712"/>
                  <a:pt x="0" y="198003"/>
                </a:cubicBezTo>
                <a:lnTo>
                  <a:pt x="0" y="101243"/>
                </a:lnTo>
                <a:cubicBezTo>
                  <a:pt x="0" y="71533"/>
                  <a:pt x="0" y="53707"/>
                  <a:pt x="4961" y="41823"/>
                </a:cubicBezTo>
                <a:cubicBezTo>
                  <a:pt x="11197" y="24692"/>
                  <a:pt x="24692" y="11197"/>
                  <a:pt x="41823" y="4961"/>
                </a:cubicBezTo>
                <a:cubicBezTo>
                  <a:pt x="53707" y="0"/>
                  <a:pt x="71533" y="0"/>
                  <a:pt x="10124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674EA7"/>
            </a:solidFill>
            <a:prstDash val="solid"/>
          </a:ln>
        </p:spPr>
      </p:sp>
      <p:sp>
        <p:nvSpPr>
          <p:cNvPr id="180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88891B3C-7900-4BEB-8EF9-1C3F4F8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748" y="2664300"/>
            <a:ext cx="455037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Serve 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AA255E3-661B-4A99-A1A6-577CDEFFD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54ac7961d45c1"/>
          <a:srcRect xmlns:a="http://schemas.openxmlformats.org/drawingml/2006/main" l="0" t="2778" r="0" b="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5072" y="2653290"/>
            <a:ext cx="160620" cy="160620"/>
          </a:xfrm>
          <a:prstGeom xmlns:a="http://schemas.openxmlformats.org/drawingml/2006/main" prst="rect">
            <a:avLst/>
          </a:prstGeom>
        </p:spPr>
      </p:pic>
      <p:sp>
        <p:nvSpPr>
          <p:cNvPr id="182" name="pdf-raster-15">
            <a:extLst xmlns:a="http://schemas.openxmlformats.org/drawingml/2006/main">
              <a:ext uri="{FF2B5EF4-FFF2-40B4-BE49-F238E27FC236}">
                <a16:creationId xmlns:a16="http://schemas.microsoft.com/office/drawing/2014/main" id="{8B66C483-C656-4D3B-A1F0-B297288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5072" y="2653290"/>
            <a:ext cx="160620" cy="160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3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08394A76-974C-4C1C-A515-578DA0D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3313" y="1772247"/>
            <a:ext cx="1434123" cy="1179809"/>
          </a:xfrm>
          <a:custGeom xmlns:a="http://schemas.openxmlformats.org/drawingml/2006/main">
            <a:pathLst>
              <a:path w="1434123" h="1179809">
                <a:moveTo>
                  <a:pt x="65519" y="0"/>
                </a:moveTo>
                <a:lnTo>
                  <a:pt x="1368604" y="0"/>
                </a:lnTo>
                <a:cubicBezTo>
                  <a:pt x="1387830" y="0"/>
                  <a:pt x="1399366" y="0"/>
                  <a:pt x="1407057" y="3211"/>
                </a:cubicBezTo>
                <a:cubicBezTo>
                  <a:pt x="1418143" y="7246"/>
                  <a:pt x="1426877" y="15979"/>
                  <a:pt x="1430912" y="27066"/>
                </a:cubicBezTo>
                <a:cubicBezTo>
                  <a:pt x="1434123" y="34756"/>
                  <a:pt x="1434123" y="46293"/>
                  <a:pt x="1434123" y="65519"/>
                </a:cubicBezTo>
                <a:lnTo>
                  <a:pt x="1434123" y="1114290"/>
                </a:lnTo>
                <a:cubicBezTo>
                  <a:pt x="1434123" y="1133517"/>
                  <a:pt x="1434123" y="1145053"/>
                  <a:pt x="1430912" y="1152743"/>
                </a:cubicBezTo>
                <a:cubicBezTo>
                  <a:pt x="1426877" y="1163830"/>
                  <a:pt x="1418143" y="1172563"/>
                  <a:pt x="1407057" y="1176598"/>
                </a:cubicBezTo>
                <a:cubicBezTo>
                  <a:pt x="1399366" y="1179809"/>
                  <a:pt x="1387830" y="1179809"/>
                  <a:pt x="1368604" y="1179809"/>
                </a:cubicBezTo>
                <a:lnTo>
                  <a:pt x="65519" y="1179809"/>
                </a:lnTo>
                <a:cubicBezTo>
                  <a:pt x="46292" y="1179809"/>
                  <a:pt x="34757" y="1179809"/>
                  <a:pt x="27066" y="1176598"/>
                </a:cubicBezTo>
                <a:cubicBezTo>
                  <a:pt x="15979" y="1172563"/>
                  <a:pt x="7246" y="1163830"/>
                  <a:pt x="3211" y="1152743"/>
                </a:cubicBezTo>
                <a:cubicBezTo>
                  <a:pt x="0" y="1145053"/>
                  <a:pt x="0" y="1133517"/>
                  <a:pt x="0" y="1114290"/>
                </a:cubicBezTo>
                <a:lnTo>
                  <a:pt x="0" y="65519"/>
                </a:lnTo>
                <a:cubicBezTo>
                  <a:pt x="0" y="46293"/>
                  <a:pt x="0" y="34756"/>
                  <a:pt x="3211" y="27066"/>
                </a:cubicBezTo>
                <a:cubicBezTo>
                  <a:pt x="7246" y="15979"/>
                  <a:pt x="15979" y="7246"/>
                  <a:pt x="27066" y="3211"/>
                </a:cubicBezTo>
                <a:cubicBezTo>
                  <a:pt x="34757" y="0"/>
                  <a:pt x="46292" y="0"/>
                  <a:pt x="655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D5D5D5"/>
            </a:solidFill>
            <a:prstDash val="solid"/>
          </a:ln>
        </p:spPr>
      </p:sp>
      <p:sp>
        <p:nvSpPr>
          <p:cNvPr id="184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368B3C76-73A1-4725-ADE5-7394F233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5448" y="3173805"/>
            <a:ext cx="1044036" cy="429273"/>
          </a:xfrm>
          <a:custGeom xmlns:a="http://schemas.openxmlformats.org/drawingml/2006/main">
            <a:pathLst>
              <a:path w="1044036" h="429273">
                <a:moveTo>
                  <a:pt x="116252" y="0"/>
                </a:moveTo>
                <a:lnTo>
                  <a:pt x="927779" y="0"/>
                </a:lnTo>
                <a:cubicBezTo>
                  <a:pt x="961893" y="0"/>
                  <a:pt x="982362" y="0"/>
                  <a:pt x="996009" y="5695"/>
                </a:cubicBezTo>
                <a:cubicBezTo>
                  <a:pt x="1015679" y="12855"/>
                  <a:pt x="1031177" y="28352"/>
                  <a:pt x="1038336" y="48021"/>
                </a:cubicBezTo>
                <a:cubicBezTo>
                  <a:pt x="1044036" y="61669"/>
                  <a:pt x="1044036" y="82137"/>
                  <a:pt x="1044036" y="116252"/>
                </a:cubicBezTo>
                <a:lnTo>
                  <a:pt x="1044036" y="313021"/>
                </a:lnTo>
                <a:cubicBezTo>
                  <a:pt x="1044036" y="347136"/>
                  <a:pt x="1044036" y="367605"/>
                  <a:pt x="1038336" y="381248"/>
                </a:cubicBezTo>
                <a:cubicBezTo>
                  <a:pt x="1031177" y="400921"/>
                  <a:pt x="1015679" y="416419"/>
                  <a:pt x="996009" y="423578"/>
                </a:cubicBezTo>
                <a:cubicBezTo>
                  <a:pt x="982362" y="429273"/>
                  <a:pt x="961893" y="429273"/>
                  <a:pt x="927779" y="429273"/>
                </a:cubicBezTo>
                <a:lnTo>
                  <a:pt x="116252" y="429273"/>
                </a:lnTo>
                <a:cubicBezTo>
                  <a:pt x="82136" y="429273"/>
                  <a:pt x="61669" y="429273"/>
                  <a:pt x="48025" y="423578"/>
                </a:cubicBezTo>
                <a:cubicBezTo>
                  <a:pt x="28352" y="416419"/>
                  <a:pt x="12854" y="400921"/>
                  <a:pt x="5694" y="381248"/>
                </a:cubicBezTo>
                <a:cubicBezTo>
                  <a:pt x="0" y="367605"/>
                  <a:pt x="0" y="347136"/>
                  <a:pt x="0" y="313021"/>
                </a:cubicBezTo>
                <a:lnTo>
                  <a:pt x="0" y="116252"/>
                </a:lnTo>
                <a:cubicBezTo>
                  <a:pt x="0" y="82137"/>
                  <a:pt x="0" y="61669"/>
                  <a:pt x="5694" y="48021"/>
                </a:cubicBezTo>
                <a:cubicBezTo>
                  <a:pt x="12854" y="28352"/>
                  <a:pt x="28352" y="12855"/>
                  <a:pt x="48025" y="5695"/>
                </a:cubicBezTo>
                <a:cubicBezTo>
                  <a:pt x="61669" y="0"/>
                  <a:pt x="82136" y="0"/>
                  <a:pt x="116252" y="0"/>
                </a:cubicBezTo>
              </a:path>
            </a:pathLst>
          </a:custGeom>
          <a:solidFill xmlns:a="http://schemas.openxmlformats.org/drawingml/2006/main">
            <a:srgbClr val="FFAFAA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9F8A0C62-F7D9-4CEF-A289-76D69021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5448" y="3173805"/>
            <a:ext cx="1044035" cy="429277"/>
          </a:xfrm>
          <a:custGeom xmlns:a="http://schemas.openxmlformats.org/drawingml/2006/main">
            <a:pathLst>
              <a:path w="1044035" h="429277">
                <a:moveTo>
                  <a:pt x="116254" y="0"/>
                </a:moveTo>
                <a:lnTo>
                  <a:pt x="927781" y="0"/>
                </a:lnTo>
                <a:cubicBezTo>
                  <a:pt x="961896" y="0"/>
                  <a:pt x="982364" y="0"/>
                  <a:pt x="996010" y="5697"/>
                </a:cubicBezTo>
                <a:cubicBezTo>
                  <a:pt x="1015682" y="12857"/>
                  <a:pt x="1031178" y="28353"/>
                  <a:pt x="1038338" y="48025"/>
                </a:cubicBezTo>
                <a:cubicBezTo>
                  <a:pt x="1044035" y="61671"/>
                  <a:pt x="1044035" y="82140"/>
                  <a:pt x="1044035" y="116255"/>
                </a:cubicBezTo>
                <a:lnTo>
                  <a:pt x="1044035" y="313023"/>
                </a:lnTo>
                <a:cubicBezTo>
                  <a:pt x="1044035" y="347137"/>
                  <a:pt x="1044035" y="367606"/>
                  <a:pt x="1038338" y="381252"/>
                </a:cubicBezTo>
                <a:cubicBezTo>
                  <a:pt x="1031178" y="400924"/>
                  <a:pt x="1015682" y="416420"/>
                  <a:pt x="996010" y="423580"/>
                </a:cubicBezTo>
                <a:cubicBezTo>
                  <a:pt x="982364" y="429277"/>
                  <a:pt x="961896" y="429277"/>
                  <a:pt x="927781" y="429277"/>
                </a:cubicBezTo>
                <a:lnTo>
                  <a:pt x="116254" y="429277"/>
                </a:lnTo>
                <a:cubicBezTo>
                  <a:pt x="82140" y="429277"/>
                  <a:pt x="61671" y="429277"/>
                  <a:pt x="48025" y="423580"/>
                </a:cubicBezTo>
                <a:cubicBezTo>
                  <a:pt x="28354" y="416420"/>
                  <a:pt x="12857" y="400924"/>
                  <a:pt x="5697" y="381252"/>
                </a:cubicBezTo>
                <a:cubicBezTo>
                  <a:pt x="0" y="367606"/>
                  <a:pt x="0" y="347137"/>
                  <a:pt x="0" y="313023"/>
                </a:cubicBezTo>
                <a:lnTo>
                  <a:pt x="0" y="116255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4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B51700"/>
            </a:solidFill>
            <a:prstDash val="solid"/>
          </a:ln>
        </p:spPr>
      </p:sp>
      <p:sp>
        <p:nvSpPr>
          <p:cNvPr id="186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66451803-2C6B-42D3-B525-6E162105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592" y="3272250"/>
            <a:ext cx="500515" cy="25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87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987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F0E9717-6809-4576-A63B-45371EFFB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45db66a0c43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2752" y="3234064"/>
            <a:ext cx="300645" cy="300645"/>
          </a:xfrm>
          <a:prstGeom xmlns:a="http://schemas.openxmlformats.org/drawingml/2006/main" prst="rect">
            <a:avLst/>
          </a:prstGeom>
        </p:spPr>
      </p:pic>
      <p:sp>
        <p:nvSpPr>
          <p:cNvPr id="188" name="pdf-raster-16">
            <a:extLst xmlns:a="http://schemas.openxmlformats.org/drawingml/2006/main">
              <a:ext uri="{FF2B5EF4-FFF2-40B4-BE49-F238E27FC236}">
                <a16:creationId xmlns:a16="http://schemas.microsoft.com/office/drawing/2014/main" id="{952F7A49-048B-4B62-BE7C-3FA9F220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752" y="3234064"/>
            <a:ext cx="300645" cy="30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31680A27-7715-446D-8ECC-2C4DAA3A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233" y="2971308"/>
            <a:ext cx="95" cy="80040"/>
          </a:xfrm>
          <a:custGeom xmlns:a="http://schemas.openxmlformats.org/drawingml/2006/main">
            <a:pathLst>
              <a:path w="95" h="80040">
                <a:moveTo>
                  <a:pt x="0" y="0"/>
                </a:moveTo>
                <a:lnTo>
                  <a:pt x="0" y="68567"/>
                </a:lnTo>
                <a:lnTo>
                  <a:pt x="0" y="80040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90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1D8243D1-5EFA-403E-BF70-6500FF2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0424" y="3039875"/>
            <a:ext cx="93619" cy="93619"/>
          </a:xfrm>
          <a:custGeom xmlns:a="http://schemas.openxmlformats.org/drawingml/2006/main">
            <a:pathLst>
              <a:path w="93619" h="93619">
                <a:moveTo>
                  <a:pt x="0" y="0"/>
                </a:moveTo>
                <a:lnTo>
                  <a:pt x="46809" y="93619"/>
                </a:lnTo>
                <a:lnTo>
                  <a:pt x="93619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D815B7A1-CDAD-4953-B144-DF1BEC2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046" y="3633082"/>
            <a:ext cx="95" cy="122847"/>
          </a:xfrm>
          <a:custGeom xmlns:a="http://schemas.openxmlformats.org/drawingml/2006/main">
            <a:pathLst>
              <a:path w="95" h="122847">
                <a:moveTo>
                  <a:pt x="0" y="0"/>
                </a:moveTo>
                <a:lnTo>
                  <a:pt x="0" y="122847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92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871C6C40-AB65-4ABE-AF76-CA26DB5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82" y="3744946"/>
            <a:ext cx="6816891" cy="95"/>
          </a:xfrm>
          <a:custGeom xmlns:a="http://schemas.openxmlformats.org/drawingml/2006/main">
            <a:pathLst>
              <a:path w="6816891" h="95">
                <a:moveTo>
                  <a:pt x="681689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93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0DEC33A0-DCFB-44BD-9D39-D44BF618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266" y="2880728"/>
            <a:ext cx="95" cy="875204"/>
          </a:xfrm>
          <a:custGeom xmlns:a="http://schemas.openxmlformats.org/drawingml/2006/main">
            <a:pathLst>
              <a:path w="95" h="875204">
                <a:moveTo>
                  <a:pt x="0" y="0"/>
                </a:moveTo>
                <a:lnTo>
                  <a:pt x="0" y="11473"/>
                </a:lnTo>
                <a:lnTo>
                  <a:pt x="0" y="875204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194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FF5E05C6-E2CD-4EF5-A1F1-37A61BF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456" y="2798582"/>
            <a:ext cx="93618" cy="93619"/>
          </a:xfrm>
          <a:custGeom xmlns:a="http://schemas.openxmlformats.org/drawingml/2006/main">
            <a:pathLst>
              <a:path w="93618" h="93619">
                <a:moveTo>
                  <a:pt x="93618" y="93619"/>
                </a:moveTo>
                <a:lnTo>
                  <a:pt x="46809" y="0"/>
                </a:lnTo>
                <a:lnTo>
                  <a:pt x="0" y="93619"/>
                </a:lnTo>
                <a:lnTo>
                  <a:pt x="93618" y="93619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0D584AAD-0843-44EE-9B1E-A723F608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866" y="3510580"/>
            <a:ext cx="1974985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Add New Skill to Library</a:t>
            </a:r>
          </a:p>
        </p:txBody>
      </p:sp>
      <p:sp>
        <p:nvSpPr>
          <p:cNvPr id="196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05BC7AC8-5DDE-4953-B9F4-2CC6D8C6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0026" y="28609"/>
            <a:ext cx="95" cy="4099885"/>
          </a:xfrm>
          <a:custGeom xmlns:a="http://schemas.openxmlformats.org/drawingml/2006/main">
            <a:pathLst>
              <a:path w="95" h="4099885">
                <a:moveTo>
                  <a:pt x="0" y="40998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67">
            <a:solidFill>
              <a:srgbClr val="D5D5D5"/>
            </a:solidFill>
            <a:prstDash val="solid"/>
          </a:ln>
        </p:spPr>
      </p:sp>
      <p:sp>
        <p:nvSpPr>
          <p:cNvPr id="197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01EDB741-5FCB-4E3E-BE63-1B001503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9985" y="3833457"/>
            <a:ext cx="3352089" cy="330749"/>
          </a:xfrm>
          <a:custGeom xmlns:a="http://schemas.openxmlformats.org/drawingml/2006/main">
            <a:pathLst>
              <a:path w="3352089" h="330749">
                <a:moveTo>
                  <a:pt x="0" y="330749"/>
                </a:moveTo>
                <a:lnTo>
                  <a:pt x="3352089" y="330749"/>
                </a:lnTo>
                <a:lnTo>
                  <a:pt x="335208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0C6A6DA6-5BCF-4EA3-AC1F-85384F40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446" y="3894417"/>
            <a:ext cx="2297166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(a) Skill Bootstrapping</a:t>
            </a:r>
          </a:p>
        </p:txBody>
      </p:sp>
      <p:sp>
        <p:nvSpPr>
          <p:cNvPr id="199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6DA9A18C-317A-44E6-8B62-81F4CFF8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088" y="3648219"/>
            <a:ext cx="1501876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(b) Target Task</a:t>
            </a:r>
          </a:p>
        </p:txBody>
      </p:sp>
      <p:sp>
        <p:nvSpPr>
          <p:cNvPr id="200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DB54FE65-491A-4C71-ABDC-F09831A3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8083" y="3928157"/>
            <a:ext cx="1035890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01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BE3B91C6-1DC9-4697-A78B-ACAA75DE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8790" y="175133"/>
            <a:ext cx="2050474" cy="3358696"/>
          </a:xfrm>
          <a:custGeom xmlns:a="http://schemas.openxmlformats.org/drawingml/2006/main">
            <a:pathLst>
              <a:path w="2050474" h="3358696">
                <a:moveTo>
                  <a:pt x="88316" y="0"/>
                </a:moveTo>
                <a:lnTo>
                  <a:pt x="1962158" y="0"/>
                </a:lnTo>
                <a:cubicBezTo>
                  <a:pt x="1988075" y="0"/>
                  <a:pt x="2003624" y="0"/>
                  <a:pt x="2013990" y="4328"/>
                </a:cubicBezTo>
                <a:cubicBezTo>
                  <a:pt x="2028935" y="9767"/>
                  <a:pt x="2040707" y="21539"/>
                  <a:pt x="2046146" y="36484"/>
                </a:cubicBezTo>
                <a:cubicBezTo>
                  <a:pt x="2050474" y="46850"/>
                  <a:pt x="2050474" y="62400"/>
                  <a:pt x="2050474" y="88316"/>
                </a:cubicBezTo>
                <a:lnTo>
                  <a:pt x="2050474" y="3270379"/>
                </a:lnTo>
                <a:cubicBezTo>
                  <a:pt x="2050474" y="3296296"/>
                  <a:pt x="2050474" y="3311846"/>
                  <a:pt x="2046146" y="3322212"/>
                </a:cubicBezTo>
                <a:cubicBezTo>
                  <a:pt x="2040707" y="3337157"/>
                  <a:pt x="2028935" y="3348928"/>
                  <a:pt x="2013990" y="3354367"/>
                </a:cubicBezTo>
                <a:cubicBezTo>
                  <a:pt x="2003624" y="3358696"/>
                  <a:pt x="1988075" y="3358696"/>
                  <a:pt x="1962158" y="3358696"/>
                </a:cubicBezTo>
                <a:lnTo>
                  <a:pt x="88316" y="3358696"/>
                </a:lnTo>
                <a:cubicBezTo>
                  <a:pt x="62400" y="3358696"/>
                  <a:pt x="46850" y="3358696"/>
                  <a:pt x="36484" y="3354367"/>
                </a:cubicBezTo>
                <a:cubicBezTo>
                  <a:pt x="21539" y="3348928"/>
                  <a:pt x="9767" y="3337157"/>
                  <a:pt x="4328" y="3322212"/>
                </a:cubicBezTo>
                <a:cubicBezTo>
                  <a:pt x="0" y="3311846"/>
                  <a:pt x="0" y="3296296"/>
                  <a:pt x="0" y="3270379"/>
                </a:cubicBezTo>
                <a:lnTo>
                  <a:pt x="0" y="88316"/>
                </a:lnTo>
                <a:cubicBezTo>
                  <a:pt x="0" y="62400"/>
                  <a:pt x="0" y="46850"/>
                  <a:pt x="4328" y="36484"/>
                </a:cubicBezTo>
                <a:cubicBezTo>
                  <a:pt x="9767" y="21539"/>
                  <a:pt x="21539" y="9767"/>
                  <a:pt x="36484" y="4328"/>
                </a:cubicBezTo>
                <a:cubicBezTo>
                  <a:pt x="46850" y="0"/>
                  <a:pt x="62400" y="0"/>
                  <a:pt x="8831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D5D5D5"/>
            </a:solidFill>
            <a:prstDash val="solid"/>
          </a:ln>
        </p:spPr>
      </p:sp>
      <p:sp>
        <p:nvSpPr>
          <p:cNvPr id="202" name="execute-title-white-knockout">
            <a:extLst xmlns:a="http://schemas.openxmlformats.org/drawingml/2006/main">
              <a:ext uri="{FF2B5EF4-FFF2-40B4-BE49-F238E27FC236}">
                <a16:creationId xmlns:a16="http://schemas.microsoft.com/office/drawing/2014/main" id="{E127230C-7F7B-4014-AEC9-FB29DEA0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3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ED70A65B-2F96-4DCC-A5E7-91130334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1455" y="32991"/>
            <a:ext cx="910206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Execute </a:t>
            </a:r>
          </a:p>
        </p:txBody>
      </p:sp>
      <p:sp>
        <p:nvSpPr>
          <p:cNvPr id="204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83845FBF-E83D-4E50-BD6A-101C7D95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189" y="312929"/>
            <a:ext cx="1009676" cy="234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3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New Task</a:t>
            </a:r>
          </a:p>
        </p:txBody>
      </p:sp>
      <p:sp>
        <p:nvSpPr>
          <p:cNvPr id="205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FD70AF9E-C483-4C38-8D2E-E61B6BC2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3404" y="615540"/>
            <a:ext cx="1521242" cy="343617"/>
          </a:xfrm>
          <a:custGeom xmlns:a="http://schemas.openxmlformats.org/drawingml/2006/main">
            <a:pathLst>
              <a:path w="1521242" h="343617">
                <a:moveTo>
                  <a:pt x="116257" y="0"/>
                </a:moveTo>
                <a:lnTo>
                  <a:pt x="1404985" y="0"/>
                </a:lnTo>
                <a:cubicBezTo>
                  <a:pt x="1439101" y="0"/>
                  <a:pt x="1459570" y="0"/>
                  <a:pt x="1473217" y="5700"/>
                </a:cubicBezTo>
                <a:cubicBezTo>
                  <a:pt x="1492887" y="12859"/>
                  <a:pt x="1508383" y="28356"/>
                  <a:pt x="1515542" y="48025"/>
                </a:cubicBezTo>
                <a:cubicBezTo>
                  <a:pt x="1521242" y="61673"/>
                  <a:pt x="1521242" y="82141"/>
                  <a:pt x="1521242" y="116257"/>
                </a:cubicBezTo>
                <a:lnTo>
                  <a:pt x="1521242" y="227364"/>
                </a:lnTo>
                <a:cubicBezTo>
                  <a:pt x="1521242" y="261480"/>
                  <a:pt x="1521242" y="281948"/>
                  <a:pt x="1515542" y="295591"/>
                </a:cubicBezTo>
                <a:cubicBezTo>
                  <a:pt x="1508383" y="315265"/>
                  <a:pt x="1492887" y="330763"/>
                  <a:pt x="1473217" y="337922"/>
                </a:cubicBezTo>
                <a:cubicBezTo>
                  <a:pt x="1459570" y="343617"/>
                  <a:pt x="1439101" y="343617"/>
                  <a:pt x="1404985" y="343617"/>
                </a:cubicBezTo>
                <a:lnTo>
                  <a:pt x="116257" y="343617"/>
                </a:lnTo>
                <a:cubicBezTo>
                  <a:pt x="82141" y="343617"/>
                  <a:pt x="61674" y="343617"/>
                  <a:pt x="48027" y="337922"/>
                </a:cubicBezTo>
                <a:cubicBezTo>
                  <a:pt x="28357" y="330763"/>
                  <a:pt x="12859" y="315265"/>
                  <a:pt x="5700" y="295591"/>
                </a:cubicBezTo>
                <a:cubicBezTo>
                  <a:pt x="0" y="281948"/>
                  <a:pt x="0" y="261480"/>
                  <a:pt x="0" y="227364"/>
                </a:cubicBezTo>
                <a:lnTo>
                  <a:pt x="0" y="116257"/>
                </a:lnTo>
                <a:cubicBezTo>
                  <a:pt x="0" y="82141"/>
                  <a:pt x="0" y="61673"/>
                  <a:pt x="5700" y="48025"/>
                </a:cubicBezTo>
                <a:cubicBezTo>
                  <a:pt x="12859" y="28356"/>
                  <a:pt x="28357" y="12859"/>
                  <a:pt x="48027" y="5700"/>
                </a:cubicBezTo>
                <a:cubicBezTo>
                  <a:pt x="61674" y="0"/>
                  <a:pt x="82141" y="0"/>
                  <a:pt x="116257" y="0"/>
                </a:cubicBezTo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63BF25D8-74C4-44E6-B242-C08072E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3404" y="615540"/>
            <a:ext cx="1521239" cy="343617"/>
          </a:xfrm>
          <a:custGeom xmlns:a="http://schemas.openxmlformats.org/drawingml/2006/main">
            <a:pathLst>
              <a:path w="1521239" h="343617">
                <a:moveTo>
                  <a:pt x="116254" y="0"/>
                </a:moveTo>
                <a:lnTo>
                  <a:pt x="1404983" y="0"/>
                </a:lnTo>
                <a:cubicBezTo>
                  <a:pt x="1439098" y="0"/>
                  <a:pt x="1459568" y="0"/>
                  <a:pt x="1473214" y="5697"/>
                </a:cubicBezTo>
                <a:cubicBezTo>
                  <a:pt x="1492885" y="12857"/>
                  <a:pt x="1508381" y="28353"/>
                  <a:pt x="1515542" y="48025"/>
                </a:cubicBezTo>
                <a:cubicBezTo>
                  <a:pt x="1521239" y="61671"/>
                  <a:pt x="1521239" y="82140"/>
                  <a:pt x="1521239" y="116254"/>
                </a:cubicBezTo>
                <a:lnTo>
                  <a:pt x="1521239" y="227362"/>
                </a:lnTo>
                <a:cubicBezTo>
                  <a:pt x="1521239" y="261477"/>
                  <a:pt x="1521239" y="281946"/>
                  <a:pt x="1515542" y="295592"/>
                </a:cubicBezTo>
                <a:cubicBezTo>
                  <a:pt x="1508381" y="315264"/>
                  <a:pt x="1492885" y="330760"/>
                  <a:pt x="1473214" y="337920"/>
                </a:cubicBezTo>
                <a:cubicBezTo>
                  <a:pt x="1459568" y="343617"/>
                  <a:pt x="1439098" y="343617"/>
                  <a:pt x="1404983" y="343617"/>
                </a:cubicBezTo>
                <a:lnTo>
                  <a:pt x="116254" y="343617"/>
                </a:lnTo>
                <a:cubicBezTo>
                  <a:pt x="82140" y="343617"/>
                  <a:pt x="61671" y="343617"/>
                  <a:pt x="48025" y="337920"/>
                </a:cubicBezTo>
                <a:cubicBezTo>
                  <a:pt x="28354" y="330760"/>
                  <a:pt x="12857" y="315264"/>
                  <a:pt x="5697" y="295592"/>
                </a:cubicBezTo>
                <a:cubicBezTo>
                  <a:pt x="0" y="281946"/>
                  <a:pt x="0" y="261477"/>
                  <a:pt x="0" y="227362"/>
                </a:cubicBezTo>
                <a:lnTo>
                  <a:pt x="0" y="116254"/>
                </a:lnTo>
                <a:cubicBezTo>
                  <a:pt x="0" y="82140"/>
                  <a:pt x="0" y="61671"/>
                  <a:pt x="5697" y="48025"/>
                </a:cubicBezTo>
                <a:cubicBezTo>
                  <a:pt x="12857" y="28353"/>
                  <a:pt x="28354" y="12857"/>
                  <a:pt x="48025" y="5697"/>
                </a:cubicBezTo>
                <a:cubicBezTo>
                  <a:pt x="61671" y="0"/>
                  <a:pt x="82140" y="0"/>
                  <a:pt x="11625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929292"/>
            </a:solidFill>
            <a:prstDash val="dash"/>
          </a:ln>
        </p:spPr>
      </p:sp>
      <p:sp>
        <p:nvSpPr>
          <p:cNvPr id="207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78577301-7886-493E-A73C-4BBF121D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0575" y="701593"/>
            <a:ext cx="503337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Make </a:t>
            </a:r>
          </a:p>
        </p:txBody>
      </p:sp>
      <p:pic>
        <p:nvPic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E437593-AE43-4E85-B4BE-2B44D45D1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e834c8eb644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5382" y="690976"/>
            <a:ext cx="183566" cy="183566"/>
          </a:xfrm>
          <a:prstGeom xmlns:a="http://schemas.openxmlformats.org/drawingml/2006/main" prst="rect">
            <a:avLst/>
          </a:prstGeom>
        </p:spPr>
      </p:pic>
      <p:sp>
        <p:nvSpPr>
          <p:cNvPr id="209" name="pdf-raster-17">
            <a:extLst xmlns:a="http://schemas.openxmlformats.org/drawingml/2006/main">
              <a:ext uri="{FF2B5EF4-FFF2-40B4-BE49-F238E27FC236}">
                <a16:creationId xmlns:a16="http://schemas.microsoft.com/office/drawing/2014/main" id="{A7331A9B-8CFA-48A2-AF90-F739652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382" y="690976"/>
            <a:ext cx="183566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9A6480A2-AF5F-41CC-BA08-BBAD092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3027" y="1154502"/>
            <a:ext cx="1821996" cy="685284"/>
          </a:xfrm>
          <a:custGeom xmlns:a="http://schemas.openxmlformats.org/drawingml/2006/main">
            <a:pathLst>
              <a:path w="1821996" h="685284">
                <a:moveTo>
                  <a:pt x="115885" y="0"/>
                </a:moveTo>
                <a:lnTo>
                  <a:pt x="1706111" y="0"/>
                </a:lnTo>
                <a:cubicBezTo>
                  <a:pt x="1740121" y="0"/>
                  <a:pt x="1760525" y="0"/>
                  <a:pt x="1774127" y="5681"/>
                </a:cubicBezTo>
                <a:cubicBezTo>
                  <a:pt x="1793735" y="12817"/>
                  <a:pt x="1809177" y="28265"/>
                  <a:pt x="1816319" y="47875"/>
                </a:cubicBezTo>
                <a:cubicBezTo>
                  <a:pt x="1821996" y="61476"/>
                  <a:pt x="1821996" y="81880"/>
                  <a:pt x="1821996" y="115885"/>
                </a:cubicBezTo>
                <a:lnTo>
                  <a:pt x="1821996" y="569398"/>
                </a:lnTo>
                <a:cubicBezTo>
                  <a:pt x="1821996" y="603404"/>
                  <a:pt x="1821996" y="623808"/>
                  <a:pt x="1816319" y="637410"/>
                </a:cubicBezTo>
                <a:cubicBezTo>
                  <a:pt x="1809177" y="657018"/>
                  <a:pt x="1793735" y="672467"/>
                  <a:pt x="1774127" y="679607"/>
                </a:cubicBezTo>
                <a:cubicBezTo>
                  <a:pt x="1760525" y="685284"/>
                  <a:pt x="1740121" y="685284"/>
                  <a:pt x="1706111" y="685284"/>
                </a:cubicBezTo>
                <a:lnTo>
                  <a:pt x="115885" y="685284"/>
                </a:lnTo>
                <a:cubicBezTo>
                  <a:pt x="81879" y="685284"/>
                  <a:pt x="61470" y="685284"/>
                  <a:pt x="47870" y="679607"/>
                </a:cubicBezTo>
                <a:cubicBezTo>
                  <a:pt x="28265" y="672467"/>
                  <a:pt x="12817" y="657018"/>
                  <a:pt x="5677" y="637410"/>
                </a:cubicBezTo>
                <a:cubicBezTo>
                  <a:pt x="0" y="623808"/>
                  <a:pt x="0" y="603404"/>
                  <a:pt x="0" y="569398"/>
                </a:cubicBezTo>
                <a:lnTo>
                  <a:pt x="0" y="115885"/>
                </a:lnTo>
                <a:cubicBezTo>
                  <a:pt x="0" y="81880"/>
                  <a:pt x="0" y="61476"/>
                  <a:pt x="5677" y="47875"/>
                </a:cubicBezTo>
                <a:cubicBezTo>
                  <a:pt x="12817" y="28265"/>
                  <a:pt x="28265" y="12817"/>
                  <a:pt x="47870" y="5681"/>
                </a:cubicBezTo>
                <a:cubicBezTo>
                  <a:pt x="61470" y="0"/>
                  <a:pt x="81879" y="0"/>
                  <a:pt x="115885" y="0"/>
                </a:cubicBezTo>
              </a:path>
            </a:pathLst>
          </a:custGeom>
          <a:solidFill xmlns:a="http://schemas.openxmlformats.org/drawingml/2006/main">
            <a:srgbClr val="F7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FAA91FC7-62D8-4689-B77A-2A9E6B4B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3027" y="1154502"/>
            <a:ext cx="1821997" cy="685282"/>
          </a:xfrm>
          <a:custGeom xmlns:a="http://schemas.openxmlformats.org/drawingml/2006/main">
            <a:pathLst>
              <a:path w="1821997" h="685282">
                <a:moveTo>
                  <a:pt x="115884" y="0"/>
                </a:moveTo>
                <a:lnTo>
                  <a:pt x="1706114" y="0"/>
                </a:lnTo>
                <a:cubicBezTo>
                  <a:pt x="1740120" y="0"/>
                  <a:pt x="1760523" y="0"/>
                  <a:pt x="1774126" y="5679"/>
                </a:cubicBezTo>
                <a:cubicBezTo>
                  <a:pt x="1793734" y="12816"/>
                  <a:pt x="1809182" y="28263"/>
                  <a:pt x="1816318" y="47872"/>
                </a:cubicBezTo>
                <a:cubicBezTo>
                  <a:pt x="1821997" y="61474"/>
                  <a:pt x="1821997" y="81878"/>
                  <a:pt x="1821997" y="115884"/>
                </a:cubicBezTo>
                <a:lnTo>
                  <a:pt x="1821997" y="569398"/>
                </a:lnTo>
                <a:cubicBezTo>
                  <a:pt x="1821997" y="603404"/>
                  <a:pt x="1821997" y="623808"/>
                  <a:pt x="1816318" y="637410"/>
                </a:cubicBezTo>
                <a:cubicBezTo>
                  <a:pt x="1809182" y="657019"/>
                  <a:pt x="1793734" y="672466"/>
                  <a:pt x="1774126" y="679603"/>
                </a:cubicBezTo>
                <a:cubicBezTo>
                  <a:pt x="1760523" y="685282"/>
                  <a:pt x="1740120" y="685282"/>
                  <a:pt x="1706114" y="685282"/>
                </a:cubicBezTo>
                <a:lnTo>
                  <a:pt x="115884" y="685282"/>
                </a:lnTo>
                <a:cubicBezTo>
                  <a:pt x="81878" y="685282"/>
                  <a:pt x="61474" y="685282"/>
                  <a:pt x="47871" y="679603"/>
                </a:cubicBezTo>
                <a:cubicBezTo>
                  <a:pt x="28263" y="672466"/>
                  <a:pt x="12815" y="657019"/>
                  <a:pt x="5679" y="637410"/>
                </a:cubicBezTo>
                <a:cubicBezTo>
                  <a:pt x="0" y="623808"/>
                  <a:pt x="0" y="603404"/>
                  <a:pt x="0" y="569398"/>
                </a:cubicBezTo>
                <a:lnTo>
                  <a:pt x="0" y="115884"/>
                </a:lnTo>
                <a:cubicBezTo>
                  <a:pt x="0" y="81878"/>
                  <a:pt x="0" y="61474"/>
                  <a:pt x="5679" y="47872"/>
                </a:cubicBezTo>
                <a:cubicBezTo>
                  <a:pt x="12815" y="28263"/>
                  <a:pt x="28263" y="12816"/>
                  <a:pt x="47871" y="5679"/>
                </a:cubicBezTo>
                <a:cubicBezTo>
                  <a:pt x="61474" y="0"/>
                  <a:pt x="81878" y="0"/>
                  <a:pt x="1158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D5D5D5"/>
            </a:solidFill>
            <a:prstDash val="solid"/>
          </a:ln>
        </p:spPr>
      </p:sp>
      <p:sp>
        <p:nvSpPr>
          <p:cNvPr id="212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E397EF3F-7664-4994-A8CC-687DC60B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281" y="1255313"/>
            <a:ext cx="162081" cy="122093"/>
          </a:xfrm>
          <a:custGeom xmlns:a="http://schemas.openxmlformats.org/drawingml/2006/main">
            <a:pathLst>
              <a:path w="162081" h="122093">
                <a:moveTo>
                  <a:pt x="5815" y="103774"/>
                </a:moveTo>
                <a:cubicBezTo>
                  <a:pt x="10189" y="111346"/>
                  <a:pt x="17458" y="117211"/>
                  <a:pt x="26573" y="119653"/>
                </a:cubicBezTo>
                <a:cubicBezTo>
                  <a:pt x="35686" y="122093"/>
                  <a:pt x="44915" y="120648"/>
                  <a:pt x="52486" y="116280"/>
                </a:cubicBezTo>
                <a:lnTo>
                  <a:pt x="141255" y="65027"/>
                </a:lnTo>
                <a:cubicBezTo>
                  <a:pt x="148826" y="60655"/>
                  <a:pt x="154756" y="53349"/>
                  <a:pt x="157197" y="44234"/>
                </a:cubicBezTo>
                <a:cubicBezTo>
                  <a:pt x="162081" y="26006"/>
                  <a:pt x="151292" y="7323"/>
                  <a:pt x="133068" y="2441"/>
                </a:cubicBezTo>
                <a:cubicBezTo>
                  <a:pt x="123953" y="0"/>
                  <a:pt x="114661" y="1477"/>
                  <a:pt x="107088" y="5851"/>
                </a:cubicBezTo>
                <a:lnTo>
                  <a:pt x="18320" y="57099"/>
                </a:lnTo>
                <a:cubicBezTo>
                  <a:pt x="10749" y="61471"/>
                  <a:pt x="4883" y="68745"/>
                  <a:pt x="2442" y="77855"/>
                </a:cubicBezTo>
                <a:cubicBezTo>
                  <a:pt x="0" y="86969"/>
                  <a:pt x="1446" y="96196"/>
                  <a:pt x="5815" y="103774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B151F57F-42ED-4B3E-9031-A3B6065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282" y="1255310"/>
            <a:ext cx="162080" cy="122094"/>
          </a:xfrm>
          <a:custGeom xmlns:a="http://schemas.openxmlformats.org/drawingml/2006/main">
            <a:pathLst>
              <a:path w="162080" h="122094">
                <a:moveTo>
                  <a:pt x="5816" y="103773"/>
                </a:moveTo>
                <a:cubicBezTo>
                  <a:pt x="10187" y="111346"/>
                  <a:pt x="17459" y="117210"/>
                  <a:pt x="26573" y="119652"/>
                </a:cubicBezTo>
                <a:cubicBezTo>
                  <a:pt x="35686" y="122094"/>
                  <a:pt x="44915" y="120651"/>
                  <a:pt x="52488" y="116279"/>
                </a:cubicBezTo>
                <a:lnTo>
                  <a:pt x="141256" y="65029"/>
                </a:lnTo>
                <a:cubicBezTo>
                  <a:pt x="148828" y="60657"/>
                  <a:pt x="154755" y="53350"/>
                  <a:pt x="157197" y="44237"/>
                </a:cubicBezTo>
                <a:cubicBezTo>
                  <a:pt x="162080" y="26010"/>
                  <a:pt x="151293" y="7326"/>
                  <a:pt x="133066" y="2442"/>
                </a:cubicBezTo>
                <a:cubicBezTo>
                  <a:pt x="123953" y="0"/>
                  <a:pt x="114662" y="1479"/>
                  <a:pt x="107089" y="5851"/>
                </a:cubicBezTo>
                <a:lnTo>
                  <a:pt x="18322" y="57101"/>
                </a:lnTo>
                <a:cubicBezTo>
                  <a:pt x="10749" y="61473"/>
                  <a:pt x="4884" y="68744"/>
                  <a:pt x="2443" y="77858"/>
                </a:cubicBezTo>
                <a:cubicBezTo>
                  <a:pt x="0" y="86971"/>
                  <a:pt x="1443" y="96201"/>
                  <a:pt x="5816" y="1037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42">
            <a:solidFill>
              <a:srgbClr val="000000"/>
            </a:solidFill>
            <a:prstDash val="solid"/>
          </a:ln>
        </p:spPr>
      </p:sp>
      <p:sp>
        <p:nvSpPr>
          <p:cNvPr id="214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FE840251-5F61-4F30-9908-95B3079B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234" y="1305141"/>
            <a:ext cx="122094" cy="162080"/>
          </a:xfrm>
          <a:custGeom xmlns:a="http://schemas.openxmlformats.org/drawingml/2006/main">
            <a:pathLst>
              <a:path w="122094" h="162080">
                <a:moveTo>
                  <a:pt x="103774" y="156265"/>
                </a:moveTo>
                <a:cubicBezTo>
                  <a:pt x="111346" y="151892"/>
                  <a:pt x="117211" y="144623"/>
                  <a:pt x="119653" y="135508"/>
                </a:cubicBezTo>
                <a:cubicBezTo>
                  <a:pt x="122094" y="126394"/>
                  <a:pt x="120648" y="117166"/>
                  <a:pt x="116280" y="109594"/>
                </a:cubicBezTo>
                <a:lnTo>
                  <a:pt x="65028" y="20826"/>
                </a:lnTo>
                <a:cubicBezTo>
                  <a:pt x="60656" y="13254"/>
                  <a:pt x="53350" y="7325"/>
                  <a:pt x="44235" y="4883"/>
                </a:cubicBezTo>
                <a:cubicBezTo>
                  <a:pt x="26011" y="0"/>
                  <a:pt x="7323" y="10785"/>
                  <a:pt x="2442" y="29013"/>
                </a:cubicBezTo>
                <a:cubicBezTo>
                  <a:pt x="0" y="38126"/>
                  <a:pt x="1477" y="47420"/>
                  <a:pt x="5851" y="54993"/>
                </a:cubicBezTo>
                <a:lnTo>
                  <a:pt x="57103" y="143760"/>
                </a:lnTo>
                <a:cubicBezTo>
                  <a:pt x="61472" y="151332"/>
                  <a:pt x="68745" y="157197"/>
                  <a:pt x="77859" y="159638"/>
                </a:cubicBezTo>
                <a:cubicBezTo>
                  <a:pt x="86969" y="162080"/>
                  <a:pt x="96202" y="160634"/>
                  <a:pt x="103774" y="156265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9F5ECAD1-1BD8-431E-B691-9D0007F1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230" y="1305140"/>
            <a:ext cx="122095" cy="162080"/>
          </a:xfrm>
          <a:custGeom xmlns:a="http://schemas.openxmlformats.org/drawingml/2006/main">
            <a:pathLst>
              <a:path w="122095" h="162080">
                <a:moveTo>
                  <a:pt x="103774" y="156265"/>
                </a:moveTo>
                <a:cubicBezTo>
                  <a:pt x="111346" y="151893"/>
                  <a:pt x="117211" y="144621"/>
                  <a:pt x="119653" y="135508"/>
                </a:cubicBezTo>
                <a:cubicBezTo>
                  <a:pt x="122095" y="126395"/>
                  <a:pt x="120651" y="117165"/>
                  <a:pt x="116280" y="109592"/>
                </a:cubicBezTo>
                <a:lnTo>
                  <a:pt x="65030" y="20825"/>
                </a:lnTo>
                <a:cubicBezTo>
                  <a:pt x="60657" y="13252"/>
                  <a:pt x="53351" y="7326"/>
                  <a:pt x="44237" y="4884"/>
                </a:cubicBezTo>
                <a:cubicBezTo>
                  <a:pt x="26010" y="0"/>
                  <a:pt x="7326" y="10788"/>
                  <a:pt x="2443" y="29014"/>
                </a:cubicBezTo>
                <a:cubicBezTo>
                  <a:pt x="0" y="38128"/>
                  <a:pt x="1479" y="47419"/>
                  <a:pt x="5851" y="54991"/>
                </a:cubicBezTo>
                <a:lnTo>
                  <a:pt x="57101" y="143759"/>
                </a:lnTo>
                <a:cubicBezTo>
                  <a:pt x="61473" y="151331"/>
                  <a:pt x="68745" y="157196"/>
                  <a:pt x="77858" y="159638"/>
                </a:cubicBezTo>
                <a:cubicBezTo>
                  <a:pt x="86971" y="162080"/>
                  <a:pt x="96201" y="160637"/>
                  <a:pt x="103774" y="156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61">
            <a:solidFill>
              <a:srgbClr val="000000"/>
            </a:solidFill>
            <a:prstDash val="solid"/>
          </a:ln>
        </p:spPr>
      </p:sp>
      <p:sp>
        <p:nvSpPr>
          <p:cNvPr id="216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2282F7A7-2364-4085-8230-19990CCF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8143" y="1227057"/>
            <a:ext cx="99118" cy="45001"/>
          </a:xfrm>
          <a:custGeom xmlns:a="http://schemas.openxmlformats.org/drawingml/2006/main">
            <a:pathLst>
              <a:path w="99118" h="45001">
                <a:moveTo>
                  <a:pt x="1831" y="28462"/>
                </a:moveTo>
                <a:cubicBezTo>
                  <a:pt x="0" y="35305"/>
                  <a:pt x="4011" y="42253"/>
                  <a:pt x="10853" y="44083"/>
                </a:cubicBezTo>
                <a:cubicBezTo>
                  <a:pt x="14274" y="45001"/>
                  <a:pt x="17692" y="44405"/>
                  <a:pt x="20533" y="42767"/>
                </a:cubicBezTo>
                <a:lnTo>
                  <a:pt x="50018" y="25823"/>
                </a:lnTo>
                <a:lnTo>
                  <a:pt x="79499" y="42767"/>
                </a:lnTo>
                <a:cubicBezTo>
                  <a:pt x="82340" y="44405"/>
                  <a:pt x="85758" y="45001"/>
                  <a:pt x="89182" y="44083"/>
                </a:cubicBezTo>
                <a:cubicBezTo>
                  <a:pt x="92600" y="43170"/>
                  <a:pt x="95459" y="40985"/>
                  <a:pt x="97102" y="38145"/>
                </a:cubicBezTo>
                <a:cubicBezTo>
                  <a:pt x="98741" y="35305"/>
                  <a:pt x="99118" y="31885"/>
                  <a:pt x="98199" y="28462"/>
                </a:cubicBezTo>
                <a:cubicBezTo>
                  <a:pt x="97285" y="25043"/>
                  <a:pt x="95101" y="22184"/>
                  <a:pt x="92260" y="20542"/>
                </a:cubicBezTo>
                <a:lnTo>
                  <a:pt x="59035" y="1400"/>
                </a:lnTo>
                <a:cubicBezTo>
                  <a:pt x="56773" y="97"/>
                  <a:pt x="54056" y="37"/>
                  <a:pt x="51335" y="303"/>
                </a:cubicBezTo>
                <a:cubicBezTo>
                  <a:pt x="51170" y="248"/>
                  <a:pt x="51063" y="129"/>
                  <a:pt x="50894" y="83"/>
                </a:cubicBezTo>
                <a:cubicBezTo>
                  <a:pt x="50669" y="18"/>
                  <a:pt x="50467" y="129"/>
                  <a:pt x="50238" y="83"/>
                </a:cubicBezTo>
                <a:cubicBezTo>
                  <a:pt x="49931" y="138"/>
                  <a:pt x="49659" y="0"/>
                  <a:pt x="49357" y="83"/>
                </a:cubicBezTo>
                <a:cubicBezTo>
                  <a:pt x="49187" y="125"/>
                  <a:pt x="49082" y="252"/>
                  <a:pt x="48916" y="303"/>
                </a:cubicBezTo>
                <a:cubicBezTo>
                  <a:pt x="46199" y="32"/>
                  <a:pt x="43478" y="97"/>
                  <a:pt x="41214" y="1400"/>
                </a:cubicBezTo>
                <a:lnTo>
                  <a:pt x="7770" y="20542"/>
                </a:lnTo>
                <a:cubicBezTo>
                  <a:pt x="4929" y="22184"/>
                  <a:pt x="2750" y="25043"/>
                  <a:pt x="1831" y="28462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C3B9C22B-6BB2-4CD6-8911-7C04A624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8141" y="1227055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28464"/>
                </a:moveTo>
                <a:cubicBezTo>
                  <a:pt x="0" y="35305"/>
                  <a:pt x="4012" y="42253"/>
                  <a:pt x="10853" y="44086"/>
                </a:cubicBezTo>
                <a:cubicBezTo>
                  <a:pt x="14274" y="45002"/>
                  <a:pt x="17693" y="44405"/>
                  <a:pt x="20535" y="42766"/>
                </a:cubicBezTo>
                <a:lnTo>
                  <a:pt x="50018" y="25824"/>
                </a:lnTo>
                <a:lnTo>
                  <a:pt x="79500" y="42766"/>
                </a:lnTo>
                <a:cubicBezTo>
                  <a:pt x="82342" y="44407"/>
                  <a:pt x="85761" y="45003"/>
                  <a:pt x="89181" y="44086"/>
                </a:cubicBezTo>
                <a:cubicBezTo>
                  <a:pt x="92601" y="43170"/>
                  <a:pt x="95461" y="40987"/>
                  <a:pt x="97102" y="38145"/>
                </a:cubicBezTo>
                <a:cubicBezTo>
                  <a:pt x="98743" y="35304"/>
                  <a:pt x="99119" y="31886"/>
                  <a:pt x="98202" y="28464"/>
                </a:cubicBezTo>
                <a:cubicBezTo>
                  <a:pt x="97286" y="25044"/>
                  <a:pt x="95104" y="22183"/>
                  <a:pt x="92262" y="20544"/>
                </a:cubicBezTo>
                <a:lnTo>
                  <a:pt x="59038" y="1402"/>
                </a:lnTo>
                <a:cubicBezTo>
                  <a:pt x="56776" y="95"/>
                  <a:pt x="54059" y="37"/>
                  <a:pt x="51338" y="302"/>
                </a:cubicBezTo>
                <a:cubicBezTo>
                  <a:pt x="51171" y="250"/>
                  <a:pt x="51068" y="127"/>
                  <a:pt x="50897" y="82"/>
                </a:cubicBezTo>
                <a:cubicBezTo>
                  <a:pt x="50668" y="20"/>
                  <a:pt x="50467" y="130"/>
                  <a:pt x="50237" y="82"/>
                </a:cubicBezTo>
                <a:cubicBezTo>
                  <a:pt x="49931" y="140"/>
                  <a:pt x="49663" y="0"/>
                  <a:pt x="49357" y="82"/>
                </a:cubicBezTo>
                <a:cubicBezTo>
                  <a:pt x="49190" y="127"/>
                  <a:pt x="49081" y="251"/>
                  <a:pt x="48917" y="302"/>
                </a:cubicBezTo>
                <a:cubicBezTo>
                  <a:pt x="46202" y="34"/>
                  <a:pt x="43479" y="96"/>
                  <a:pt x="41216" y="1402"/>
                </a:cubicBezTo>
                <a:lnTo>
                  <a:pt x="7773" y="20544"/>
                </a:lnTo>
                <a:cubicBezTo>
                  <a:pt x="4931" y="22184"/>
                  <a:pt x="2750" y="25044"/>
                  <a:pt x="1833" y="284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18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C1E58129-BEBD-417D-ADDE-81058403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8185" y="1297423"/>
            <a:ext cx="99121" cy="45005"/>
          </a:xfrm>
          <a:custGeom xmlns:a="http://schemas.openxmlformats.org/drawingml/2006/main">
            <a:pathLst>
              <a:path w="99121" h="45005">
                <a:moveTo>
                  <a:pt x="1831" y="16539"/>
                </a:moveTo>
                <a:cubicBezTo>
                  <a:pt x="0" y="9701"/>
                  <a:pt x="4011" y="2754"/>
                  <a:pt x="10853" y="917"/>
                </a:cubicBezTo>
                <a:cubicBezTo>
                  <a:pt x="14272" y="4"/>
                  <a:pt x="17690" y="602"/>
                  <a:pt x="20537" y="2239"/>
                </a:cubicBezTo>
                <a:lnTo>
                  <a:pt x="50017" y="19182"/>
                </a:lnTo>
                <a:lnTo>
                  <a:pt x="79502" y="2239"/>
                </a:lnTo>
                <a:cubicBezTo>
                  <a:pt x="82343" y="596"/>
                  <a:pt x="85762" y="0"/>
                  <a:pt x="89182" y="917"/>
                </a:cubicBezTo>
                <a:cubicBezTo>
                  <a:pt x="92600" y="1835"/>
                  <a:pt x="95464" y="4020"/>
                  <a:pt x="97102" y="6860"/>
                </a:cubicBezTo>
                <a:cubicBezTo>
                  <a:pt x="98745" y="9701"/>
                  <a:pt x="99121" y="13120"/>
                  <a:pt x="98202" y="16539"/>
                </a:cubicBezTo>
                <a:cubicBezTo>
                  <a:pt x="97285" y="19963"/>
                  <a:pt x="95106" y="22821"/>
                  <a:pt x="92260" y="24460"/>
                </a:cubicBezTo>
                <a:lnTo>
                  <a:pt x="59039" y="43601"/>
                </a:lnTo>
                <a:cubicBezTo>
                  <a:pt x="56777" y="44908"/>
                  <a:pt x="54059" y="44969"/>
                  <a:pt x="51339" y="44703"/>
                </a:cubicBezTo>
                <a:cubicBezTo>
                  <a:pt x="51168" y="44753"/>
                  <a:pt x="51067" y="44877"/>
                  <a:pt x="50897" y="44923"/>
                </a:cubicBezTo>
                <a:cubicBezTo>
                  <a:pt x="50669" y="44982"/>
                  <a:pt x="50467" y="44877"/>
                  <a:pt x="50236" y="44923"/>
                </a:cubicBezTo>
                <a:cubicBezTo>
                  <a:pt x="49930" y="44863"/>
                  <a:pt x="49664" y="45005"/>
                  <a:pt x="49357" y="44923"/>
                </a:cubicBezTo>
                <a:cubicBezTo>
                  <a:pt x="49190" y="44877"/>
                  <a:pt x="49082" y="44753"/>
                  <a:pt x="48914" y="44703"/>
                </a:cubicBezTo>
                <a:cubicBezTo>
                  <a:pt x="46204" y="44974"/>
                  <a:pt x="43478" y="44908"/>
                  <a:pt x="41214" y="43601"/>
                </a:cubicBezTo>
                <a:lnTo>
                  <a:pt x="7773" y="24460"/>
                </a:lnTo>
                <a:cubicBezTo>
                  <a:pt x="4932" y="22821"/>
                  <a:pt x="2749" y="19963"/>
                  <a:pt x="1831" y="16539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9F0BA094-307C-4C40-8192-1D5862B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8186" y="1297422"/>
            <a:ext cx="99119" cy="45003"/>
          </a:xfrm>
          <a:custGeom xmlns:a="http://schemas.openxmlformats.org/drawingml/2006/main">
            <a:pathLst>
              <a:path w="99119" h="45003">
                <a:moveTo>
                  <a:pt x="1833" y="16539"/>
                </a:moveTo>
                <a:cubicBezTo>
                  <a:pt x="0" y="9698"/>
                  <a:pt x="4012" y="2751"/>
                  <a:pt x="10853" y="917"/>
                </a:cubicBezTo>
                <a:cubicBezTo>
                  <a:pt x="14274" y="1"/>
                  <a:pt x="17693" y="598"/>
                  <a:pt x="20535" y="2237"/>
                </a:cubicBezTo>
                <a:lnTo>
                  <a:pt x="50018" y="19179"/>
                </a:lnTo>
                <a:lnTo>
                  <a:pt x="79500" y="2237"/>
                </a:lnTo>
                <a:cubicBezTo>
                  <a:pt x="82342" y="596"/>
                  <a:pt x="85761" y="0"/>
                  <a:pt x="89181" y="917"/>
                </a:cubicBezTo>
                <a:cubicBezTo>
                  <a:pt x="92601" y="1834"/>
                  <a:pt x="95461" y="4016"/>
                  <a:pt x="97102" y="6858"/>
                </a:cubicBezTo>
                <a:cubicBezTo>
                  <a:pt x="98743" y="9700"/>
                  <a:pt x="99119" y="13117"/>
                  <a:pt x="98202" y="16539"/>
                </a:cubicBezTo>
                <a:cubicBezTo>
                  <a:pt x="97286" y="19959"/>
                  <a:pt x="95104" y="22820"/>
                  <a:pt x="92262" y="24460"/>
                </a:cubicBezTo>
                <a:lnTo>
                  <a:pt x="59038" y="43601"/>
                </a:lnTo>
                <a:cubicBezTo>
                  <a:pt x="56776" y="44908"/>
                  <a:pt x="54059" y="44966"/>
                  <a:pt x="51338" y="44702"/>
                </a:cubicBezTo>
                <a:cubicBezTo>
                  <a:pt x="51171" y="44753"/>
                  <a:pt x="51068" y="44876"/>
                  <a:pt x="50897" y="44922"/>
                </a:cubicBezTo>
                <a:cubicBezTo>
                  <a:pt x="50668" y="44983"/>
                  <a:pt x="50467" y="44873"/>
                  <a:pt x="50237" y="44922"/>
                </a:cubicBezTo>
                <a:cubicBezTo>
                  <a:pt x="49931" y="44863"/>
                  <a:pt x="49663" y="45003"/>
                  <a:pt x="49357" y="44922"/>
                </a:cubicBezTo>
                <a:cubicBezTo>
                  <a:pt x="49190" y="44877"/>
                  <a:pt x="49081" y="44752"/>
                  <a:pt x="48917" y="44702"/>
                </a:cubicBezTo>
                <a:cubicBezTo>
                  <a:pt x="46202" y="44970"/>
                  <a:pt x="43479" y="44908"/>
                  <a:pt x="41216" y="43601"/>
                </a:cubicBezTo>
                <a:lnTo>
                  <a:pt x="7773" y="24460"/>
                </a:lnTo>
                <a:cubicBezTo>
                  <a:pt x="4931" y="22819"/>
                  <a:pt x="2750" y="19959"/>
                  <a:pt x="1833" y="165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20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AC05F137-6F2C-4BC3-A16A-6CB18C44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6810" y="1253142"/>
            <a:ext cx="77280" cy="77280"/>
          </a:xfrm>
          <a:custGeom xmlns:a="http://schemas.openxmlformats.org/drawingml/2006/main">
            <a:pathLst>
              <a:path w="77280" h="77280">
                <a:moveTo>
                  <a:pt x="63532" y="13749"/>
                </a:moveTo>
                <a:cubicBezTo>
                  <a:pt x="77280" y="27498"/>
                  <a:pt x="77280" y="49787"/>
                  <a:pt x="63532" y="63532"/>
                </a:cubicBezTo>
                <a:cubicBezTo>
                  <a:pt x="49783" y="77280"/>
                  <a:pt x="27492" y="77280"/>
                  <a:pt x="13749" y="63532"/>
                </a:cubicBezTo>
                <a:cubicBezTo>
                  <a:pt x="0" y="49787"/>
                  <a:pt x="0" y="27498"/>
                  <a:pt x="13749" y="13749"/>
                </a:cubicBezTo>
                <a:cubicBezTo>
                  <a:pt x="27492" y="0"/>
                  <a:pt x="49783" y="0"/>
                  <a:pt x="63532" y="13749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6BD74A78-2878-468C-BCFB-2C9AEBEA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6811" y="1253143"/>
            <a:ext cx="77280" cy="77281"/>
          </a:xfrm>
          <a:custGeom xmlns:a="http://schemas.openxmlformats.org/drawingml/2006/main">
            <a:pathLst>
              <a:path w="77280" h="77281">
                <a:moveTo>
                  <a:pt x="63532" y="13748"/>
                </a:moveTo>
                <a:cubicBezTo>
                  <a:pt x="77280" y="27496"/>
                  <a:pt x="77280" y="49785"/>
                  <a:pt x="63532" y="63533"/>
                </a:cubicBezTo>
                <a:cubicBezTo>
                  <a:pt x="49785" y="77281"/>
                  <a:pt x="27495" y="77281"/>
                  <a:pt x="13748" y="63533"/>
                </a:cubicBezTo>
                <a:cubicBezTo>
                  <a:pt x="0" y="49785"/>
                  <a:pt x="0" y="27496"/>
                  <a:pt x="13748" y="13748"/>
                </a:cubicBezTo>
                <a:cubicBezTo>
                  <a:pt x="27495" y="0"/>
                  <a:pt x="49785" y="0"/>
                  <a:pt x="63532" y="137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22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2FA016C3-26EA-40A8-AB5D-2D2969B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994" y="1276326"/>
            <a:ext cx="30912" cy="30912"/>
          </a:xfrm>
          <a:custGeom xmlns:a="http://schemas.openxmlformats.org/drawingml/2006/main">
            <a:pathLst>
              <a:path w="30912" h="30912">
                <a:moveTo>
                  <a:pt x="25415" y="5498"/>
                </a:moveTo>
                <a:cubicBezTo>
                  <a:pt x="30912" y="11000"/>
                  <a:pt x="30912" y="19917"/>
                  <a:pt x="25415" y="25414"/>
                </a:cubicBezTo>
                <a:cubicBezTo>
                  <a:pt x="19912" y="30912"/>
                  <a:pt x="10995" y="30912"/>
                  <a:pt x="5497" y="25414"/>
                </a:cubicBezTo>
                <a:cubicBezTo>
                  <a:pt x="0" y="19917"/>
                  <a:pt x="0" y="11000"/>
                  <a:pt x="5497" y="5498"/>
                </a:cubicBezTo>
                <a:cubicBezTo>
                  <a:pt x="10995" y="0"/>
                  <a:pt x="19912" y="0"/>
                  <a:pt x="25415" y="5498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275F2976-094A-431E-820A-DF2E18F3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991" y="1276327"/>
            <a:ext cx="30913" cy="30912"/>
          </a:xfrm>
          <a:custGeom xmlns:a="http://schemas.openxmlformats.org/drawingml/2006/main">
            <a:pathLst>
              <a:path w="30913" h="30912">
                <a:moveTo>
                  <a:pt x="25414" y="5499"/>
                </a:moveTo>
                <a:cubicBezTo>
                  <a:pt x="30913" y="10998"/>
                  <a:pt x="30913" y="19914"/>
                  <a:pt x="25414" y="25413"/>
                </a:cubicBezTo>
                <a:cubicBezTo>
                  <a:pt x="19915" y="30912"/>
                  <a:pt x="10999" y="30912"/>
                  <a:pt x="5500" y="25413"/>
                </a:cubicBezTo>
                <a:cubicBezTo>
                  <a:pt x="0" y="19914"/>
                  <a:pt x="0" y="10998"/>
                  <a:pt x="5500" y="5499"/>
                </a:cubicBezTo>
                <a:cubicBezTo>
                  <a:pt x="10999" y="0"/>
                  <a:pt x="19915" y="0"/>
                  <a:pt x="25414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24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EFE6F444-ADF1-4119-86F6-D8617E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8730" y="1390926"/>
            <a:ext cx="126734" cy="105610"/>
          </a:xfrm>
          <a:custGeom xmlns:a="http://schemas.openxmlformats.org/drawingml/2006/main">
            <a:pathLst>
              <a:path w="126734" h="105610">
                <a:moveTo>
                  <a:pt x="63368" y="0"/>
                </a:moveTo>
                <a:cubicBezTo>
                  <a:pt x="47155" y="0"/>
                  <a:pt x="30788" y="5200"/>
                  <a:pt x="18416" y="15511"/>
                </a:cubicBezTo>
                <a:cubicBezTo>
                  <a:pt x="6045" y="25823"/>
                  <a:pt x="0" y="39292"/>
                  <a:pt x="0" y="52803"/>
                </a:cubicBezTo>
                <a:lnTo>
                  <a:pt x="0" y="105610"/>
                </a:lnTo>
                <a:lnTo>
                  <a:pt x="63368" y="105610"/>
                </a:lnTo>
                <a:lnTo>
                  <a:pt x="126734" y="105610"/>
                </a:lnTo>
                <a:lnTo>
                  <a:pt x="126734" y="52803"/>
                </a:lnTo>
                <a:cubicBezTo>
                  <a:pt x="126734" y="39292"/>
                  <a:pt x="120493" y="25823"/>
                  <a:pt x="108121" y="15511"/>
                </a:cubicBezTo>
                <a:cubicBezTo>
                  <a:pt x="95748" y="5200"/>
                  <a:pt x="79584" y="0"/>
                  <a:pt x="63368" y="0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D743D433-9357-47B8-A285-D72C83F0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8730" y="1390926"/>
            <a:ext cx="126733" cy="105611"/>
          </a:xfrm>
          <a:custGeom xmlns:a="http://schemas.openxmlformats.org/drawingml/2006/main">
            <a:pathLst>
              <a:path w="126733" h="105611">
                <a:moveTo>
                  <a:pt x="63366" y="0"/>
                </a:moveTo>
                <a:cubicBezTo>
                  <a:pt x="47149" y="0"/>
                  <a:pt x="30789" y="5201"/>
                  <a:pt x="18416" y="15512"/>
                </a:cubicBezTo>
                <a:cubicBezTo>
                  <a:pt x="6043" y="25823"/>
                  <a:pt x="0" y="39291"/>
                  <a:pt x="0" y="52805"/>
                </a:cubicBezTo>
                <a:lnTo>
                  <a:pt x="0" y="105611"/>
                </a:lnTo>
                <a:lnTo>
                  <a:pt x="63366" y="105611"/>
                </a:lnTo>
                <a:lnTo>
                  <a:pt x="126733" y="105611"/>
                </a:lnTo>
                <a:lnTo>
                  <a:pt x="126733" y="52805"/>
                </a:lnTo>
                <a:cubicBezTo>
                  <a:pt x="126732" y="39291"/>
                  <a:pt x="120491" y="25823"/>
                  <a:pt x="108119" y="15512"/>
                </a:cubicBezTo>
                <a:cubicBezTo>
                  <a:pt x="95746" y="5201"/>
                  <a:pt x="79583" y="0"/>
                  <a:pt x="6336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26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5AB20A45-837D-49BD-8B4E-BC4FFB8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9447" y="1473000"/>
            <a:ext cx="225300" cy="56326"/>
          </a:xfrm>
          <a:custGeom xmlns:a="http://schemas.openxmlformats.org/drawingml/2006/main">
            <a:pathLst>
              <a:path w="225300" h="56326">
                <a:moveTo>
                  <a:pt x="0" y="56326"/>
                </a:moveTo>
                <a:lnTo>
                  <a:pt x="225300" y="56326"/>
                </a:lnTo>
                <a:lnTo>
                  <a:pt x="225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27749BF5-9486-4FB1-9777-E758A7E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9447" y="1473003"/>
            <a:ext cx="225302" cy="56325"/>
          </a:xfrm>
          <a:custGeom xmlns:a="http://schemas.openxmlformats.org/drawingml/2006/main">
            <a:pathLst>
              <a:path w="225302" h="56325">
                <a:moveTo>
                  <a:pt x="0" y="0"/>
                </a:moveTo>
                <a:lnTo>
                  <a:pt x="225302" y="0"/>
                </a:lnTo>
                <a:lnTo>
                  <a:pt x="225302" y="56325"/>
                </a:lnTo>
                <a:lnTo>
                  <a:pt x="0" y="56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28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366D9054-3392-4F2C-B021-127EAA8D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6640" y="1414193"/>
            <a:ext cx="30914" cy="30912"/>
          </a:xfrm>
          <a:custGeom xmlns:a="http://schemas.openxmlformats.org/drawingml/2006/main">
            <a:pathLst>
              <a:path w="30914" h="30912">
                <a:moveTo>
                  <a:pt x="25415" y="5498"/>
                </a:moveTo>
                <a:cubicBezTo>
                  <a:pt x="30914" y="11001"/>
                  <a:pt x="30914" y="19912"/>
                  <a:pt x="25415" y="25415"/>
                </a:cubicBezTo>
                <a:cubicBezTo>
                  <a:pt x="19917" y="30912"/>
                  <a:pt x="11002" y="30912"/>
                  <a:pt x="5504" y="25415"/>
                </a:cubicBezTo>
                <a:cubicBezTo>
                  <a:pt x="0" y="19912"/>
                  <a:pt x="0" y="11001"/>
                  <a:pt x="5504" y="5498"/>
                </a:cubicBezTo>
                <a:cubicBezTo>
                  <a:pt x="11002" y="0"/>
                  <a:pt x="19917" y="0"/>
                  <a:pt x="25415" y="5498"/>
                </a:cubicBezTo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2E6C7AF5-BF1A-4EB7-859A-E1EDC90B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6642" y="1414194"/>
            <a:ext cx="30913" cy="30912"/>
          </a:xfrm>
          <a:custGeom xmlns:a="http://schemas.openxmlformats.org/drawingml/2006/main">
            <a:pathLst>
              <a:path w="30913" h="30912">
                <a:moveTo>
                  <a:pt x="25414" y="5499"/>
                </a:moveTo>
                <a:cubicBezTo>
                  <a:pt x="30913" y="10998"/>
                  <a:pt x="30913" y="19914"/>
                  <a:pt x="25414" y="25413"/>
                </a:cubicBezTo>
                <a:cubicBezTo>
                  <a:pt x="19915" y="30912"/>
                  <a:pt x="10999" y="30912"/>
                  <a:pt x="5500" y="25413"/>
                </a:cubicBezTo>
                <a:cubicBezTo>
                  <a:pt x="0" y="19914"/>
                  <a:pt x="0" y="10998"/>
                  <a:pt x="5500" y="5499"/>
                </a:cubicBezTo>
                <a:cubicBezTo>
                  <a:pt x="10999" y="0"/>
                  <a:pt x="19915" y="0"/>
                  <a:pt x="25414" y="54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84">
            <a:solidFill>
              <a:srgbClr val="000000"/>
            </a:solidFill>
            <a:prstDash val="solid"/>
          </a:ln>
        </p:spPr>
      </p:sp>
      <p:sp>
        <p:nvSpPr>
          <p:cNvPr id="230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63DA2CF3-D8EC-4040-BEFC-902B8E7A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4532" y="1323187"/>
            <a:ext cx="886990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Policy with</a:t>
            </a:r>
          </a:p>
        </p:txBody>
      </p:sp>
      <p:sp>
        <p:nvSpPr>
          <p:cNvPr id="231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93F3C7D1-2C94-4061-9594-CC7649F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8742" y="1560570"/>
            <a:ext cx="1608037" cy="183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Bootstrapped Skills</a:t>
            </a:r>
          </a:p>
        </p:txBody>
      </p:sp>
      <p:sp>
        <p:nvSpPr>
          <p:cNvPr id="232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DA8D83D1-203E-4448-8B27-97062A10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1752" y="1183947"/>
            <a:ext cx="91784" cy="153714"/>
          </a:xfrm>
          <a:custGeom xmlns:a="http://schemas.openxmlformats.org/drawingml/2006/main">
            <a:pathLst>
              <a:path w="91784" h="153714">
                <a:moveTo>
                  <a:pt x="45892" y="0"/>
                </a:moveTo>
                <a:cubicBezTo>
                  <a:pt x="45892" y="19670"/>
                  <a:pt x="41425" y="39320"/>
                  <a:pt x="32468" y="54326"/>
                </a:cubicBezTo>
                <a:cubicBezTo>
                  <a:pt x="23505" y="69338"/>
                  <a:pt x="11743" y="76855"/>
                  <a:pt x="0" y="76855"/>
                </a:cubicBezTo>
                <a:cubicBezTo>
                  <a:pt x="11743" y="76855"/>
                  <a:pt x="23505" y="84376"/>
                  <a:pt x="32468" y="99386"/>
                </a:cubicBezTo>
                <a:cubicBezTo>
                  <a:pt x="41425" y="114393"/>
                  <a:pt x="45892" y="134044"/>
                  <a:pt x="45892" y="153714"/>
                </a:cubicBezTo>
                <a:cubicBezTo>
                  <a:pt x="45892" y="134044"/>
                  <a:pt x="50352" y="114393"/>
                  <a:pt x="59314" y="99386"/>
                </a:cubicBezTo>
                <a:cubicBezTo>
                  <a:pt x="68274" y="84376"/>
                  <a:pt x="80034" y="76855"/>
                  <a:pt x="91784" y="76855"/>
                </a:cubicBezTo>
                <a:cubicBezTo>
                  <a:pt x="80034" y="76855"/>
                  <a:pt x="68274" y="69338"/>
                  <a:pt x="59314" y="54326"/>
                </a:cubicBezTo>
                <a:cubicBezTo>
                  <a:pt x="50352" y="39320"/>
                  <a:pt x="45892" y="19670"/>
                  <a:pt x="45892" y="0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FA5618A1-E1A6-4E50-96C8-E4AA49DB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4028" y="979596"/>
            <a:ext cx="95" cy="70032"/>
          </a:xfrm>
          <a:custGeom xmlns:a="http://schemas.openxmlformats.org/drawingml/2006/main">
            <a:pathLst>
              <a:path w="95" h="70032">
                <a:moveTo>
                  <a:pt x="0" y="0"/>
                </a:moveTo>
                <a:lnTo>
                  <a:pt x="0" y="58559"/>
                </a:lnTo>
                <a:lnTo>
                  <a:pt x="0" y="70032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234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33004377-9838-47F5-A2A1-7E1AA7E1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7217" y="1038154"/>
            <a:ext cx="93620" cy="93619"/>
          </a:xfrm>
          <a:custGeom xmlns:a="http://schemas.openxmlformats.org/drawingml/2006/main">
            <a:pathLst>
              <a:path w="93620" h="93619">
                <a:moveTo>
                  <a:pt x="0" y="0"/>
                </a:moveTo>
                <a:lnTo>
                  <a:pt x="46811" y="93619"/>
                </a:lnTo>
                <a:lnTo>
                  <a:pt x="93620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8157D34-7965-4FF0-8B6C-3BC07F879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d29259ae64193"/>
          <a:srcRect xmlns:a="http://schemas.openxmlformats.org/drawingml/2006/main" l="245" t="0" r="2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6015" y="2014019"/>
            <a:ext cx="1213491" cy="1436883"/>
          </a:xfrm>
          <a:prstGeom xmlns:a="http://schemas.openxmlformats.org/drawingml/2006/main" prst="rect">
            <a:avLst/>
          </a:prstGeom>
        </p:spPr>
      </p:pic>
      <p:sp>
        <p:nvSpPr>
          <p:cNvPr id="236" name="pdf-raster-18">
            <a:extLst xmlns:a="http://schemas.openxmlformats.org/drawingml/2006/main">
              <a:ext uri="{FF2B5EF4-FFF2-40B4-BE49-F238E27FC236}">
                <a16:creationId xmlns:a16="http://schemas.microsoft.com/office/drawing/2014/main" id="{C6FA7386-7AF2-463A-87AE-D18EE13A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015" y="2014019"/>
            <a:ext cx="1213491" cy="143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7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ED7EBD84-7EA7-4514-BBEA-5DD6BBC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4028" y="1860652"/>
            <a:ext cx="95" cy="70032"/>
          </a:xfrm>
          <a:custGeom xmlns:a="http://schemas.openxmlformats.org/drawingml/2006/main">
            <a:pathLst>
              <a:path w="95" h="70032">
                <a:moveTo>
                  <a:pt x="0" y="0"/>
                </a:moveTo>
                <a:lnTo>
                  <a:pt x="0" y="58559"/>
                </a:lnTo>
                <a:lnTo>
                  <a:pt x="0" y="70032"/>
                </a:ln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929292"/>
            </a:solidFill>
            <a:prstDash val="solid"/>
          </a:ln>
        </p:spPr>
      </p:sp>
      <p:sp>
        <p:nvSpPr>
          <p:cNvPr id="238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3195FC7D-C9ED-4076-A88B-2E9FC1ED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7217" y="1919210"/>
            <a:ext cx="93620" cy="93618"/>
          </a:xfrm>
          <a:custGeom xmlns:a="http://schemas.openxmlformats.org/drawingml/2006/main">
            <a:pathLst>
              <a:path w="93620" h="93618">
                <a:moveTo>
                  <a:pt x="0" y="0"/>
                </a:moveTo>
                <a:lnTo>
                  <a:pt x="46811" y="93618"/>
                </a:lnTo>
                <a:lnTo>
                  <a:pt x="93620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7887913D-CB2D-47FE-B286-0159D1C2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0936" y="722870"/>
            <a:ext cx="1057191" cy="317468"/>
          </a:xfrm>
          <a:custGeom xmlns:a="http://schemas.openxmlformats.org/drawingml/2006/main">
            <a:pathLst>
              <a:path w="1057191" h="317468">
                <a:moveTo>
                  <a:pt x="85975" y="0"/>
                </a:moveTo>
                <a:lnTo>
                  <a:pt x="971217" y="0"/>
                </a:lnTo>
                <a:cubicBezTo>
                  <a:pt x="996445" y="0"/>
                  <a:pt x="1011583" y="0"/>
                  <a:pt x="1021675" y="4213"/>
                </a:cubicBezTo>
                <a:cubicBezTo>
                  <a:pt x="1036223" y="9509"/>
                  <a:pt x="1047683" y="20973"/>
                  <a:pt x="1052978" y="35520"/>
                </a:cubicBezTo>
                <a:cubicBezTo>
                  <a:pt x="1057191" y="45611"/>
                  <a:pt x="1057191" y="60747"/>
                  <a:pt x="1057191" y="85978"/>
                </a:cubicBezTo>
                <a:lnTo>
                  <a:pt x="1057191" y="231495"/>
                </a:lnTo>
                <a:cubicBezTo>
                  <a:pt x="1057191" y="256722"/>
                  <a:pt x="1057191" y="271861"/>
                  <a:pt x="1052978" y="281952"/>
                </a:cubicBezTo>
                <a:cubicBezTo>
                  <a:pt x="1047683" y="296500"/>
                  <a:pt x="1036223" y="307959"/>
                  <a:pt x="1021675" y="313255"/>
                </a:cubicBezTo>
                <a:cubicBezTo>
                  <a:pt x="1011583" y="317468"/>
                  <a:pt x="996445" y="317468"/>
                  <a:pt x="971217" y="317468"/>
                </a:cubicBezTo>
                <a:lnTo>
                  <a:pt x="85975" y="317468"/>
                </a:lnTo>
                <a:cubicBezTo>
                  <a:pt x="60745" y="317468"/>
                  <a:pt x="45608" y="317468"/>
                  <a:pt x="35516" y="313255"/>
                </a:cubicBezTo>
                <a:cubicBezTo>
                  <a:pt x="20968" y="307959"/>
                  <a:pt x="9508" y="296500"/>
                  <a:pt x="4213" y="281952"/>
                </a:cubicBezTo>
                <a:cubicBezTo>
                  <a:pt x="0" y="271861"/>
                  <a:pt x="0" y="256722"/>
                  <a:pt x="0" y="231495"/>
                </a:cubicBezTo>
                <a:lnTo>
                  <a:pt x="0" y="85978"/>
                </a:lnTo>
                <a:cubicBezTo>
                  <a:pt x="0" y="60747"/>
                  <a:pt x="0" y="45611"/>
                  <a:pt x="4213" y="35520"/>
                </a:cubicBezTo>
                <a:cubicBezTo>
                  <a:pt x="9508" y="20973"/>
                  <a:pt x="20968" y="9509"/>
                  <a:pt x="35516" y="4213"/>
                </a:cubicBezTo>
                <a:cubicBezTo>
                  <a:pt x="45608" y="0"/>
                  <a:pt x="60745" y="0"/>
                  <a:pt x="85975" y="0"/>
                </a:cubicBezTo>
              </a:path>
            </a:pathLst>
          </a:custGeom>
          <a:solidFill xmlns:a="http://schemas.openxmlformats.org/drawingml/2006/main">
            <a:srgbClr val="F7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7B78F0C5-91AF-447D-8EC0-763D4E96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0936" y="722870"/>
            <a:ext cx="1057191" cy="317466"/>
          </a:xfrm>
          <a:custGeom xmlns:a="http://schemas.openxmlformats.org/drawingml/2006/main">
            <a:pathLst>
              <a:path w="1057191" h="317466">
                <a:moveTo>
                  <a:pt x="85974" y="0"/>
                </a:moveTo>
                <a:lnTo>
                  <a:pt x="971217" y="0"/>
                </a:lnTo>
                <a:cubicBezTo>
                  <a:pt x="996445" y="0"/>
                  <a:pt x="1011583" y="0"/>
                  <a:pt x="1021675" y="4213"/>
                </a:cubicBezTo>
                <a:cubicBezTo>
                  <a:pt x="1036223" y="9508"/>
                  <a:pt x="1047683" y="20968"/>
                  <a:pt x="1052978" y="35516"/>
                </a:cubicBezTo>
                <a:cubicBezTo>
                  <a:pt x="1057191" y="45608"/>
                  <a:pt x="1057191" y="60745"/>
                  <a:pt x="1057191" y="85974"/>
                </a:cubicBezTo>
                <a:lnTo>
                  <a:pt x="1057191" y="231491"/>
                </a:lnTo>
                <a:cubicBezTo>
                  <a:pt x="1057191" y="256720"/>
                  <a:pt x="1057191" y="271858"/>
                  <a:pt x="1052978" y="281949"/>
                </a:cubicBezTo>
                <a:cubicBezTo>
                  <a:pt x="1047683" y="296497"/>
                  <a:pt x="1036223" y="307957"/>
                  <a:pt x="1021675" y="313252"/>
                </a:cubicBezTo>
                <a:cubicBezTo>
                  <a:pt x="1011583" y="317466"/>
                  <a:pt x="996445" y="317466"/>
                  <a:pt x="971217" y="317466"/>
                </a:cubicBezTo>
                <a:lnTo>
                  <a:pt x="85974" y="317466"/>
                </a:lnTo>
                <a:cubicBezTo>
                  <a:pt x="60745" y="317466"/>
                  <a:pt x="45608" y="317466"/>
                  <a:pt x="35516" y="313252"/>
                </a:cubicBezTo>
                <a:cubicBezTo>
                  <a:pt x="20968" y="307957"/>
                  <a:pt x="9508" y="296497"/>
                  <a:pt x="4213" y="281949"/>
                </a:cubicBezTo>
                <a:cubicBezTo>
                  <a:pt x="0" y="271858"/>
                  <a:pt x="0" y="256720"/>
                  <a:pt x="0" y="231491"/>
                </a:cubicBezTo>
                <a:lnTo>
                  <a:pt x="0" y="85974"/>
                </a:lnTo>
                <a:cubicBezTo>
                  <a:pt x="0" y="60745"/>
                  <a:pt x="0" y="45608"/>
                  <a:pt x="4213" y="35516"/>
                </a:cubicBezTo>
                <a:cubicBezTo>
                  <a:pt x="9508" y="20968"/>
                  <a:pt x="20968" y="9508"/>
                  <a:pt x="35516" y="4213"/>
                </a:cubicBezTo>
                <a:cubicBezTo>
                  <a:pt x="45608" y="0"/>
                  <a:pt x="60745" y="0"/>
                  <a:pt x="8597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D5D5D5"/>
            </a:solidFill>
            <a:prstDash val="solid"/>
          </a:ln>
        </p:spPr>
      </p:sp>
      <p:sp>
        <p:nvSpPr>
          <p:cNvPr id="241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D6485E44-0A37-433A-98B3-0124827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5129" y="817735"/>
            <a:ext cx="410205" cy="156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9" b="0" i="0">
                <a:solidFill>
                  <a:srgbClr val="9292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29" b="0" i="0">
                <a:solidFill>
                  <a:srgbClr val="929292"/>
                </a:solidFill>
                <a:latin typeface="Arial"/>
                <a:ea typeface="Arial"/>
                <a:cs typeface="Arial"/>
              </a:defRPr>
            </a:pPr>
            <a:r>
              <a:rPr sz="1229" b="0" i="0">
                <a:solidFill>
                  <a:srgbClr val="929292"/>
                </a:solidFill>
                <a:latin typeface="Arial"/>
                <a:ea typeface="Arial"/>
                <a:cs typeface="Arial"/>
              </a:rPr>
              <a:t> Critic</a:t>
            </a:r>
          </a:p>
        </p:txBody>
      </p:sp>
      <p:sp>
        <p:nvSpPr>
          <p:cNvPr id="242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4EB9E5EF-3D42-4264-959E-9E6C2977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1964" y="948078"/>
            <a:ext cx="1377525" cy="413656"/>
          </a:xfrm>
          <a:custGeom xmlns:a="http://schemas.openxmlformats.org/drawingml/2006/main">
            <a:pathLst>
              <a:path w="1377525" h="413656">
                <a:moveTo>
                  <a:pt x="112026" y="0"/>
                </a:moveTo>
                <a:lnTo>
                  <a:pt x="1265499" y="0"/>
                </a:lnTo>
                <a:cubicBezTo>
                  <a:pt x="1298375" y="0"/>
                  <a:pt x="1318099" y="0"/>
                  <a:pt x="1331247" y="5489"/>
                </a:cubicBezTo>
                <a:cubicBezTo>
                  <a:pt x="1350200" y="12391"/>
                  <a:pt x="1365133" y="27320"/>
                  <a:pt x="1372034" y="46277"/>
                </a:cubicBezTo>
                <a:cubicBezTo>
                  <a:pt x="1377525" y="59424"/>
                  <a:pt x="1377525" y="79149"/>
                  <a:pt x="1377525" y="112027"/>
                </a:cubicBezTo>
                <a:lnTo>
                  <a:pt x="1377525" y="301635"/>
                </a:lnTo>
                <a:cubicBezTo>
                  <a:pt x="1377525" y="334507"/>
                  <a:pt x="1377525" y="354231"/>
                  <a:pt x="1372034" y="367379"/>
                </a:cubicBezTo>
                <a:cubicBezTo>
                  <a:pt x="1365133" y="386337"/>
                  <a:pt x="1350200" y="401270"/>
                  <a:pt x="1331247" y="408169"/>
                </a:cubicBezTo>
                <a:cubicBezTo>
                  <a:pt x="1318099" y="413656"/>
                  <a:pt x="1298375" y="413656"/>
                  <a:pt x="1265499" y="413656"/>
                </a:cubicBezTo>
                <a:lnTo>
                  <a:pt x="112026" y="413656"/>
                </a:lnTo>
                <a:cubicBezTo>
                  <a:pt x="79153" y="413656"/>
                  <a:pt x="59430" y="413656"/>
                  <a:pt x="46277" y="408169"/>
                </a:cubicBezTo>
                <a:cubicBezTo>
                  <a:pt x="27324" y="401270"/>
                  <a:pt x="12392" y="386337"/>
                  <a:pt x="5489" y="367379"/>
                </a:cubicBezTo>
                <a:cubicBezTo>
                  <a:pt x="0" y="354231"/>
                  <a:pt x="0" y="334507"/>
                  <a:pt x="0" y="301635"/>
                </a:cubicBezTo>
                <a:lnTo>
                  <a:pt x="0" y="112027"/>
                </a:lnTo>
                <a:cubicBezTo>
                  <a:pt x="0" y="79149"/>
                  <a:pt x="0" y="59424"/>
                  <a:pt x="5489" y="46277"/>
                </a:cubicBezTo>
                <a:cubicBezTo>
                  <a:pt x="12392" y="27320"/>
                  <a:pt x="27324" y="12391"/>
                  <a:pt x="46277" y="5489"/>
                </a:cubicBezTo>
                <a:cubicBezTo>
                  <a:pt x="59430" y="0"/>
                  <a:pt x="79153" y="0"/>
                  <a:pt x="112026" y="0"/>
                </a:cubicBezTo>
              </a:path>
            </a:pathLst>
          </a:custGeom>
          <a:solidFill xmlns:a="http://schemas.openxmlformats.org/drawingml/2006/main">
            <a:srgbClr val="F7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1639AB22-7CAC-41B7-A688-844D498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1964" y="948078"/>
            <a:ext cx="1377523" cy="413659"/>
          </a:xfrm>
          <a:custGeom xmlns:a="http://schemas.openxmlformats.org/drawingml/2006/main">
            <a:pathLst>
              <a:path w="1377523" h="413659">
                <a:moveTo>
                  <a:pt x="112025" y="0"/>
                </a:moveTo>
                <a:lnTo>
                  <a:pt x="1265498" y="0"/>
                </a:lnTo>
                <a:cubicBezTo>
                  <a:pt x="1298371" y="0"/>
                  <a:pt x="1318096" y="0"/>
                  <a:pt x="1331245" y="5490"/>
                </a:cubicBezTo>
                <a:cubicBezTo>
                  <a:pt x="1350201" y="12389"/>
                  <a:pt x="1365134" y="27322"/>
                  <a:pt x="1372033" y="46278"/>
                </a:cubicBezTo>
                <a:cubicBezTo>
                  <a:pt x="1377523" y="59427"/>
                  <a:pt x="1377523" y="79151"/>
                  <a:pt x="1377523" y="112025"/>
                </a:cubicBezTo>
                <a:lnTo>
                  <a:pt x="1377523" y="301634"/>
                </a:lnTo>
                <a:cubicBezTo>
                  <a:pt x="1377523" y="334507"/>
                  <a:pt x="1377523" y="354232"/>
                  <a:pt x="1372033" y="367381"/>
                </a:cubicBezTo>
                <a:cubicBezTo>
                  <a:pt x="1365134" y="386337"/>
                  <a:pt x="1350201" y="401270"/>
                  <a:pt x="1331245" y="408169"/>
                </a:cubicBezTo>
                <a:cubicBezTo>
                  <a:pt x="1318096" y="413659"/>
                  <a:pt x="1298371" y="413659"/>
                  <a:pt x="1265498" y="413659"/>
                </a:cubicBezTo>
                <a:lnTo>
                  <a:pt x="112025" y="413659"/>
                </a:lnTo>
                <a:cubicBezTo>
                  <a:pt x="79152" y="413659"/>
                  <a:pt x="59427" y="413659"/>
                  <a:pt x="46277" y="408169"/>
                </a:cubicBezTo>
                <a:cubicBezTo>
                  <a:pt x="27322" y="401270"/>
                  <a:pt x="12389" y="386337"/>
                  <a:pt x="5489" y="367381"/>
                </a:cubicBezTo>
                <a:cubicBezTo>
                  <a:pt x="0" y="354232"/>
                  <a:pt x="0" y="334507"/>
                  <a:pt x="0" y="301634"/>
                </a:cubicBezTo>
                <a:lnTo>
                  <a:pt x="0" y="112025"/>
                </a:lnTo>
                <a:cubicBezTo>
                  <a:pt x="0" y="79151"/>
                  <a:pt x="0" y="59427"/>
                  <a:pt x="5489" y="46278"/>
                </a:cubicBezTo>
                <a:cubicBezTo>
                  <a:pt x="12389" y="27322"/>
                  <a:pt x="27322" y="12389"/>
                  <a:pt x="46277" y="5490"/>
                </a:cubicBezTo>
                <a:cubicBezTo>
                  <a:pt x="59427" y="0"/>
                  <a:pt x="79152" y="0"/>
                  <a:pt x="1120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6">
            <a:solidFill>
              <a:srgbClr val="D5D5D5"/>
            </a:solidFill>
            <a:prstDash val="solid"/>
          </a:ln>
        </p:spPr>
      </p:sp>
      <p:sp>
        <p:nvSpPr>
          <p:cNvPr id="244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4BA02F68-941F-4133-ACE5-C2CF8CF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11" y="1080898"/>
            <a:ext cx="442353" cy="188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2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82" b="0" i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482" b="0" i="0">
                <a:solidFill>
                  <a:srgbClr val="5E5E5E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245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3E3D4C8F-27E5-4DEB-8396-0C3E1B0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7421" y="890598"/>
            <a:ext cx="154404" cy="73544"/>
          </a:xfrm>
          <a:custGeom xmlns:a="http://schemas.openxmlformats.org/drawingml/2006/main">
            <a:pathLst>
              <a:path w="154404" h="73544">
                <a:moveTo>
                  <a:pt x="0" y="73544"/>
                </a:moveTo>
                <a:cubicBezTo>
                  <a:pt x="10697" y="29802"/>
                  <a:pt x="50965" y="0"/>
                  <a:pt x="95686" y="2726"/>
                </a:cubicBezTo>
                <a:cubicBezTo>
                  <a:pt x="116533" y="3996"/>
                  <a:pt x="135483" y="12054"/>
                  <a:pt x="150423" y="24708"/>
                </a:cubicBezTo>
                <a:lnTo>
                  <a:pt x="154404" y="33001"/>
                </a:ln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00A912"/>
            </a:solidFill>
            <a:prstDash val="solid"/>
          </a:ln>
        </p:spPr>
      </p:sp>
      <p:sp>
        <p:nvSpPr>
          <p:cNvPr id="246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1F781AB6-5B3E-4C00-B08F-900D2764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098" y="898644"/>
            <a:ext cx="69509" cy="86185"/>
          </a:xfrm>
          <a:custGeom xmlns:a="http://schemas.openxmlformats.org/drawingml/2006/main">
            <a:pathLst>
              <a:path w="69509" h="86185">
                <a:moveTo>
                  <a:pt x="0" y="33359"/>
                </a:moveTo>
                <a:lnTo>
                  <a:pt x="68117" y="86185"/>
                </a:lnTo>
                <a:lnTo>
                  <a:pt x="69509" y="0"/>
                </a:lnTo>
                <a:lnTo>
                  <a:pt x="0" y="33359"/>
                </a:lnTo>
              </a:path>
            </a:pathLst>
          </a:custGeom>
          <a:solidFill xmlns:a="http://schemas.openxmlformats.org/drawingml/2006/main">
            <a:srgbClr val="00A9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5387CF52-45C1-4BAC-8F87-9F9D5113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807" y="1011124"/>
            <a:ext cx="155463" cy="81334"/>
          </a:xfrm>
          <a:custGeom xmlns:a="http://schemas.openxmlformats.org/drawingml/2006/main">
            <a:pathLst>
              <a:path w="155463" h="81334">
                <a:moveTo>
                  <a:pt x="0" y="50855"/>
                </a:moveTo>
                <a:lnTo>
                  <a:pt x="4126" y="59053"/>
                </a:lnTo>
                <a:cubicBezTo>
                  <a:pt x="19662" y="71724"/>
                  <a:pt x="39282" y="79484"/>
                  <a:pt x="60673" y="80061"/>
                </a:cubicBezTo>
                <a:cubicBezTo>
                  <a:pt x="107869" y="81334"/>
                  <a:pt x="148569" y="46957"/>
                  <a:pt x="15546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357">
            <a:solidFill>
              <a:srgbClr val="00A912"/>
            </a:solidFill>
            <a:prstDash val="solid"/>
          </a:ln>
        </p:spPr>
      </p:sp>
      <p:sp>
        <p:nvSpPr>
          <p:cNvPr id="248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6B3722C7-78B0-40D2-A465-0590C977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5268" y="1001313"/>
            <a:ext cx="69099" cy="86198"/>
          </a:xfrm>
          <a:custGeom xmlns:a="http://schemas.openxmlformats.org/drawingml/2006/main">
            <a:pathLst>
              <a:path w="69099" h="86198">
                <a:moveTo>
                  <a:pt x="69099" y="51527"/>
                </a:moveTo>
                <a:lnTo>
                  <a:pt x="0" y="0"/>
                </a:lnTo>
                <a:lnTo>
                  <a:pt x="234" y="86198"/>
                </a:lnTo>
                <a:lnTo>
                  <a:pt x="69099" y="51527"/>
                </a:lnTo>
              </a:path>
            </a:pathLst>
          </a:custGeom>
          <a:solidFill xmlns:a="http://schemas.openxmlformats.org/drawingml/2006/main">
            <a:srgbClr val="00A9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89261493-AA06-414E-BDCA-2570D137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821919"/>
            <a:ext cx="115348" cy="126633"/>
          </a:xfrm>
          <a:custGeom xmlns:a="http://schemas.openxmlformats.org/drawingml/2006/main">
            <a:pathLst>
              <a:path w="115348" h="126633">
                <a:moveTo>
                  <a:pt x="115348" y="0"/>
                </a:moveTo>
                <a:lnTo>
                  <a:pt x="80480" y="0"/>
                </a:lnTo>
                <a:lnTo>
                  <a:pt x="80480" y="3017"/>
                </a:lnTo>
                <a:cubicBezTo>
                  <a:pt x="88961" y="3960"/>
                  <a:pt x="92165" y="5847"/>
                  <a:pt x="92165" y="9433"/>
                </a:cubicBezTo>
                <a:cubicBezTo>
                  <a:pt x="92165" y="13019"/>
                  <a:pt x="88774" y="21135"/>
                  <a:pt x="82930" y="31138"/>
                </a:cubicBezTo>
                <a:lnTo>
                  <a:pt x="43352" y="99084"/>
                </a:lnTo>
                <a:lnTo>
                  <a:pt x="31100" y="15473"/>
                </a:lnTo>
                <a:cubicBezTo>
                  <a:pt x="30911" y="14529"/>
                  <a:pt x="30911" y="13586"/>
                  <a:pt x="30911" y="12643"/>
                </a:cubicBezTo>
                <a:cubicBezTo>
                  <a:pt x="30911" y="6224"/>
                  <a:pt x="33361" y="4337"/>
                  <a:pt x="45236" y="3017"/>
                </a:cubicBezTo>
                <a:lnTo>
                  <a:pt x="45236" y="0"/>
                </a:lnTo>
                <a:lnTo>
                  <a:pt x="0" y="0"/>
                </a:lnTo>
                <a:lnTo>
                  <a:pt x="0" y="3017"/>
                </a:lnTo>
                <a:cubicBezTo>
                  <a:pt x="10555" y="4337"/>
                  <a:pt x="11122" y="5280"/>
                  <a:pt x="15456" y="31704"/>
                </a:cubicBezTo>
                <a:lnTo>
                  <a:pt x="30911" y="126633"/>
                </a:lnTo>
                <a:lnTo>
                  <a:pt x="34491" y="126633"/>
                </a:lnTo>
                <a:lnTo>
                  <a:pt x="104793" y="10566"/>
                </a:lnTo>
                <a:cubicBezTo>
                  <a:pt x="107997" y="5470"/>
                  <a:pt x="111014" y="3207"/>
                  <a:pt x="115348" y="3017"/>
                </a:cubicBezTo>
                <a:lnTo>
                  <a:pt x="115348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BA6E8720-A3F2-4B19-A619-8CA4A6B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482" y="817870"/>
            <a:ext cx="48250" cy="160773"/>
          </a:xfrm>
          <a:custGeom xmlns:a="http://schemas.openxmlformats.org/drawingml/2006/main">
            <a:pathLst>
              <a:path w="48250" h="160773">
                <a:moveTo>
                  <a:pt x="48250" y="157756"/>
                </a:moveTo>
                <a:cubicBezTo>
                  <a:pt x="21863" y="135706"/>
                  <a:pt x="16209" y="114407"/>
                  <a:pt x="16209" y="79350"/>
                </a:cubicBezTo>
                <a:cubicBezTo>
                  <a:pt x="16209" y="42975"/>
                  <a:pt x="22053" y="25446"/>
                  <a:pt x="48250" y="3017"/>
                </a:cubicBezTo>
                <a:lnTo>
                  <a:pt x="46556" y="0"/>
                </a:lnTo>
                <a:cubicBezTo>
                  <a:pt x="16399" y="17906"/>
                  <a:pt x="0" y="45048"/>
                  <a:pt x="0" y="79916"/>
                </a:cubicBezTo>
                <a:cubicBezTo>
                  <a:pt x="0" y="111957"/>
                  <a:pt x="16209" y="143811"/>
                  <a:pt x="45989" y="160773"/>
                </a:cubicBezTo>
                <a:lnTo>
                  <a:pt x="48250" y="157756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AF5D226B-8623-4686-A9AB-819B35B8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0213" y="861860"/>
            <a:ext cx="65968" cy="85772"/>
          </a:xfrm>
          <a:custGeom xmlns:a="http://schemas.openxmlformats.org/drawingml/2006/main">
            <a:pathLst>
              <a:path w="65968" h="85772">
                <a:moveTo>
                  <a:pt x="65968" y="0"/>
                </a:moveTo>
                <a:lnTo>
                  <a:pt x="63328" y="0"/>
                </a:lnTo>
                <a:cubicBezTo>
                  <a:pt x="61821" y="2640"/>
                  <a:pt x="60501" y="3394"/>
                  <a:pt x="57674" y="3394"/>
                </a:cubicBezTo>
                <a:cubicBezTo>
                  <a:pt x="56167" y="3394"/>
                  <a:pt x="54470" y="3207"/>
                  <a:pt x="50890" y="2073"/>
                </a:cubicBezTo>
                <a:cubicBezTo>
                  <a:pt x="46176" y="751"/>
                  <a:pt x="43539" y="184"/>
                  <a:pt x="40335" y="184"/>
                </a:cubicBezTo>
                <a:cubicBezTo>
                  <a:pt x="26387" y="184"/>
                  <a:pt x="17529" y="8104"/>
                  <a:pt x="17529" y="20545"/>
                </a:cubicBezTo>
                <a:cubicBezTo>
                  <a:pt x="17529" y="26579"/>
                  <a:pt x="21299" y="35066"/>
                  <a:pt x="29403" y="45247"/>
                </a:cubicBezTo>
                <a:cubicBezTo>
                  <a:pt x="36755" y="54484"/>
                  <a:pt x="39958" y="60895"/>
                  <a:pt x="39958" y="66928"/>
                </a:cubicBezTo>
                <a:cubicBezTo>
                  <a:pt x="39958" y="76169"/>
                  <a:pt x="34491" y="81446"/>
                  <a:pt x="25633" y="81446"/>
                </a:cubicBezTo>
                <a:cubicBezTo>
                  <a:pt x="15832" y="81446"/>
                  <a:pt x="9425" y="73716"/>
                  <a:pt x="6784" y="55804"/>
                </a:cubicBezTo>
                <a:lnTo>
                  <a:pt x="3771" y="55804"/>
                </a:lnTo>
                <a:lnTo>
                  <a:pt x="0" y="85772"/>
                </a:lnTo>
                <a:lnTo>
                  <a:pt x="3017" y="85772"/>
                </a:lnTo>
                <a:cubicBezTo>
                  <a:pt x="4334" y="82758"/>
                  <a:pt x="6408" y="81814"/>
                  <a:pt x="8481" y="81814"/>
                </a:cubicBezTo>
                <a:cubicBezTo>
                  <a:pt x="10555" y="81814"/>
                  <a:pt x="13195" y="82004"/>
                  <a:pt x="16775" y="83511"/>
                </a:cubicBezTo>
                <a:cubicBezTo>
                  <a:pt x="21109" y="85217"/>
                  <a:pt x="23937" y="85403"/>
                  <a:pt x="27140" y="85403"/>
                </a:cubicBezTo>
                <a:cubicBezTo>
                  <a:pt x="42785" y="85403"/>
                  <a:pt x="54281" y="75789"/>
                  <a:pt x="54281" y="60141"/>
                </a:cubicBezTo>
                <a:cubicBezTo>
                  <a:pt x="54281" y="52788"/>
                  <a:pt x="50890" y="45434"/>
                  <a:pt x="41465" y="34500"/>
                </a:cubicBezTo>
                <a:cubicBezTo>
                  <a:pt x="34115" y="25826"/>
                  <a:pt x="31287" y="20359"/>
                  <a:pt x="31287" y="15268"/>
                </a:cubicBezTo>
                <a:cubicBezTo>
                  <a:pt x="31287" y="8291"/>
                  <a:pt x="35811" y="4521"/>
                  <a:pt x="42409" y="4521"/>
                </a:cubicBezTo>
                <a:cubicBezTo>
                  <a:pt x="51643" y="4521"/>
                  <a:pt x="57297" y="10742"/>
                  <a:pt x="59181" y="26392"/>
                </a:cubicBezTo>
                <a:lnTo>
                  <a:pt x="62198" y="26392"/>
                </a:lnTo>
                <a:lnTo>
                  <a:pt x="65968" y="0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A562F898-DA50-4EF3-9AD4-B9916B6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0882" y="925990"/>
            <a:ext cx="26387" cy="45799"/>
          </a:xfrm>
          <a:custGeom xmlns:a="http://schemas.openxmlformats.org/drawingml/2006/main">
            <a:pathLst>
              <a:path w="26387" h="45799">
                <a:moveTo>
                  <a:pt x="5278" y="45799"/>
                </a:moveTo>
                <a:cubicBezTo>
                  <a:pt x="18282" y="39578"/>
                  <a:pt x="26387" y="27704"/>
                  <a:pt x="26387" y="16396"/>
                </a:cubicBezTo>
                <a:cubicBezTo>
                  <a:pt x="26387" y="6594"/>
                  <a:pt x="19790" y="0"/>
                  <a:pt x="11308" y="0"/>
                </a:cubicBezTo>
                <a:cubicBezTo>
                  <a:pt x="4524" y="0"/>
                  <a:pt x="0" y="4334"/>
                  <a:pt x="0" y="10742"/>
                </a:cubicBezTo>
                <a:cubicBezTo>
                  <a:pt x="0" y="17149"/>
                  <a:pt x="3957" y="20353"/>
                  <a:pt x="10931" y="20353"/>
                </a:cubicBezTo>
                <a:cubicBezTo>
                  <a:pt x="13005" y="20373"/>
                  <a:pt x="14889" y="19617"/>
                  <a:pt x="16399" y="19617"/>
                </a:cubicBezTo>
                <a:cubicBezTo>
                  <a:pt x="17906" y="19617"/>
                  <a:pt x="19036" y="20750"/>
                  <a:pt x="19036" y="22067"/>
                </a:cubicBezTo>
                <a:cubicBezTo>
                  <a:pt x="19036" y="28288"/>
                  <a:pt x="13759" y="35262"/>
                  <a:pt x="3394" y="42236"/>
                </a:cubicBezTo>
                <a:lnTo>
                  <a:pt x="5278" y="45799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B8E42B8F-A6A5-427E-B73A-431345B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669" y="864540"/>
            <a:ext cx="71999" cy="95975"/>
          </a:xfrm>
          <a:custGeom xmlns:a="http://schemas.openxmlformats.org/drawingml/2006/main">
            <a:pathLst>
              <a:path w="71999" h="95975">
                <a:moveTo>
                  <a:pt x="71999" y="2074"/>
                </a:moveTo>
                <a:lnTo>
                  <a:pt x="71999" y="0"/>
                </a:lnTo>
                <a:lnTo>
                  <a:pt x="18662" y="0"/>
                </a:lnTo>
                <a:lnTo>
                  <a:pt x="12628" y="21869"/>
                </a:lnTo>
                <a:lnTo>
                  <a:pt x="15645" y="22625"/>
                </a:lnTo>
                <a:cubicBezTo>
                  <a:pt x="19416" y="13008"/>
                  <a:pt x="22996" y="11308"/>
                  <a:pt x="32797" y="11308"/>
                </a:cubicBezTo>
                <a:lnTo>
                  <a:pt x="58430" y="11308"/>
                </a:lnTo>
                <a:lnTo>
                  <a:pt x="0" y="81458"/>
                </a:lnTo>
                <a:lnTo>
                  <a:pt x="1697" y="83155"/>
                </a:lnTo>
                <a:cubicBezTo>
                  <a:pt x="4714" y="80704"/>
                  <a:pt x="7164" y="79761"/>
                  <a:pt x="10178" y="79761"/>
                </a:cubicBezTo>
                <a:cubicBezTo>
                  <a:pt x="15078" y="79761"/>
                  <a:pt x="21109" y="82214"/>
                  <a:pt x="29970" y="87681"/>
                </a:cubicBezTo>
                <a:cubicBezTo>
                  <a:pt x="39392" y="93528"/>
                  <a:pt x="45802" y="95975"/>
                  <a:pt x="51266" y="95975"/>
                </a:cubicBezTo>
                <a:cubicBezTo>
                  <a:pt x="61821" y="95975"/>
                  <a:pt x="68795" y="89191"/>
                  <a:pt x="68795" y="81648"/>
                </a:cubicBezTo>
                <a:cubicBezTo>
                  <a:pt x="68795" y="77498"/>
                  <a:pt x="66158" y="74671"/>
                  <a:pt x="62198" y="74671"/>
                </a:cubicBezTo>
                <a:cubicBezTo>
                  <a:pt x="59184" y="74671"/>
                  <a:pt x="56167" y="77877"/>
                  <a:pt x="55980" y="81081"/>
                </a:cubicBezTo>
                <a:cubicBezTo>
                  <a:pt x="55980" y="82591"/>
                  <a:pt x="56357" y="84098"/>
                  <a:pt x="57487" y="86361"/>
                </a:cubicBezTo>
                <a:cubicBezTo>
                  <a:pt x="58053" y="87494"/>
                  <a:pt x="58430" y="88435"/>
                  <a:pt x="58430" y="89191"/>
                </a:cubicBezTo>
                <a:cubicBezTo>
                  <a:pt x="58430" y="90888"/>
                  <a:pt x="56357" y="92018"/>
                  <a:pt x="53340" y="92018"/>
                </a:cubicBezTo>
                <a:cubicBezTo>
                  <a:pt x="48629" y="92018"/>
                  <a:pt x="45049" y="89755"/>
                  <a:pt x="40148" y="82591"/>
                </a:cubicBezTo>
                <a:cubicBezTo>
                  <a:pt x="32607" y="71464"/>
                  <a:pt x="28460" y="69390"/>
                  <a:pt x="17529" y="66940"/>
                </a:cubicBezTo>
                <a:lnTo>
                  <a:pt x="71999" y="2074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9FE06B65-B5BE-437E-AFCD-15B875E2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7831" y="817870"/>
            <a:ext cx="48250" cy="160773"/>
          </a:xfrm>
          <a:custGeom xmlns:a="http://schemas.openxmlformats.org/drawingml/2006/main">
            <a:pathLst>
              <a:path w="48250" h="160773">
                <a:moveTo>
                  <a:pt x="0" y="3017"/>
                </a:moveTo>
                <a:cubicBezTo>
                  <a:pt x="27330" y="24503"/>
                  <a:pt x="32041" y="46179"/>
                  <a:pt x="32041" y="81423"/>
                </a:cubicBezTo>
                <a:cubicBezTo>
                  <a:pt x="32041" y="117988"/>
                  <a:pt x="26763" y="135706"/>
                  <a:pt x="0" y="157756"/>
                </a:cubicBezTo>
                <a:lnTo>
                  <a:pt x="1697" y="160773"/>
                </a:lnTo>
                <a:cubicBezTo>
                  <a:pt x="31664" y="142491"/>
                  <a:pt x="48250" y="115727"/>
                  <a:pt x="48250" y="80860"/>
                </a:cubicBezTo>
                <a:cubicBezTo>
                  <a:pt x="48250" y="48816"/>
                  <a:pt x="31100" y="17342"/>
                  <a:pt x="2260" y="0"/>
                </a:cubicBezTo>
                <a:lnTo>
                  <a:pt x="0" y="3017"/>
                </a:ln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0EFE5414-2C12-487E-A8EB-929030FB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9913" y="1085942"/>
            <a:ext cx="139096" cy="152704"/>
          </a:xfrm>
          <a:custGeom xmlns:a="http://schemas.openxmlformats.org/drawingml/2006/main">
            <a:pathLst>
              <a:path w="139096" h="152704">
                <a:moveTo>
                  <a:pt x="139096" y="0"/>
                </a:moveTo>
                <a:lnTo>
                  <a:pt x="97049" y="0"/>
                </a:lnTo>
                <a:lnTo>
                  <a:pt x="97049" y="3638"/>
                </a:lnTo>
                <a:cubicBezTo>
                  <a:pt x="107277" y="4776"/>
                  <a:pt x="111140" y="7050"/>
                  <a:pt x="111140" y="11375"/>
                </a:cubicBezTo>
                <a:cubicBezTo>
                  <a:pt x="111140" y="15700"/>
                  <a:pt x="107051" y="25486"/>
                  <a:pt x="100004" y="37548"/>
                </a:cubicBezTo>
                <a:lnTo>
                  <a:pt x="52277" y="119484"/>
                </a:lnTo>
                <a:lnTo>
                  <a:pt x="37503" y="18658"/>
                </a:lnTo>
                <a:cubicBezTo>
                  <a:pt x="37274" y="17520"/>
                  <a:pt x="37274" y="16383"/>
                  <a:pt x="37274" y="15245"/>
                </a:cubicBezTo>
                <a:cubicBezTo>
                  <a:pt x="37274" y="7505"/>
                  <a:pt x="40229" y="5230"/>
                  <a:pt x="54549" y="3638"/>
                </a:cubicBezTo>
                <a:lnTo>
                  <a:pt x="54549" y="0"/>
                </a:lnTo>
                <a:lnTo>
                  <a:pt x="0" y="0"/>
                </a:lnTo>
                <a:lnTo>
                  <a:pt x="0" y="3638"/>
                </a:lnTo>
                <a:cubicBezTo>
                  <a:pt x="12727" y="5230"/>
                  <a:pt x="13411" y="6367"/>
                  <a:pt x="18637" y="38232"/>
                </a:cubicBezTo>
                <a:lnTo>
                  <a:pt x="37274" y="152704"/>
                </a:lnTo>
                <a:lnTo>
                  <a:pt x="41592" y="152704"/>
                </a:lnTo>
                <a:lnTo>
                  <a:pt x="126368" y="12741"/>
                </a:lnTo>
                <a:cubicBezTo>
                  <a:pt x="130231" y="6596"/>
                  <a:pt x="133869" y="3867"/>
                  <a:pt x="139096" y="3638"/>
                </a:cubicBezTo>
                <a:lnTo>
                  <a:pt x="139096" y="0"/>
                </a:lnTo>
              </a:path>
            </a:pathLst>
          </a:custGeom>
          <a:solidFill xmlns:a="http://schemas.openxmlformats.org/drawingml/2006/main">
            <a:srgbClr val="5E5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FB1F4C00-517E-4A49-B9ED-4DA4E7D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19" y="1081059"/>
            <a:ext cx="58183" cy="193873"/>
          </a:xfrm>
          <a:custGeom xmlns:a="http://schemas.openxmlformats.org/drawingml/2006/main">
            <a:pathLst>
              <a:path w="58183" h="193873">
                <a:moveTo>
                  <a:pt x="58183" y="190235"/>
                </a:moveTo>
                <a:cubicBezTo>
                  <a:pt x="26364" y="163646"/>
                  <a:pt x="19546" y="137961"/>
                  <a:pt x="19546" y="95686"/>
                </a:cubicBezTo>
                <a:cubicBezTo>
                  <a:pt x="19546" y="51823"/>
                  <a:pt x="26593" y="30685"/>
                  <a:pt x="58183" y="3638"/>
                </a:cubicBezTo>
                <a:lnTo>
                  <a:pt x="56141" y="0"/>
                </a:lnTo>
                <a:cubicBezTo>
                  <a:pt x="19775" y="21592"/>
                  <a:pt x="0" y="54323"/>
                  <a:pt x="0" y="96370"/>
                </a:cubicBezTo>
                <a:cubicBezTo>
                  <a:pt x="0" y="135007"/>
                  <a:pt x="19546" y="173419"/>
                  <a:pt x="55457" y="193873"/>
                </a:cubicBezTo>
                <a:lnTo>
                  <a:pt x="58183" y="190235"/>
                </a:lnTo>
              </a:path>
            </a:pathLst>
          </a:custGeom>
          <a:solidFill xmlns:a="http://schemas.openxmlformats.org/drawingml/2006/main">
            <a:srgbClr val="5E5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2653994B-75F7-48DD-B85A-E091095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831" y="1134105"/>
            <a:ext cx="79549" cy="103430"/>
          </a:xfrm>
          <a:custGeom xmlns:a="http://schemas.openxmlformats.org/drawingml/2006/main">
            <a:pathLst>
              <a:path w="79549" h="103430">
                <a:moveTo>
                  <a:pt x="79549" y="0"/>
                </a:moveTo>
                <a:lnTo>
                  <a:pt x="76365" y="0"/>
                </a:lnTo>
                <a:cubicBezTo>
                  <a:pt x="74549" y="3184"/>
                  <a:pt x="72957" y="4092"/>
                  <a:pt x="69548" y="4092"/>
                </a:cubicBezTo>
                <a:cubicBezTo>
                  <a:pt x="67730" y="4092"/>
                  <a:pt x="65685" y="3867"/>
                  <a:pt x="61366" y="2501"/>
                </a:cubicBezTo>
                <a:cubicBezTo>
                  <a:pt x="55682" y="905"/>
                  <a:pt x="52502" y="222"/>
                  <a:pt x="48639" y="222"/>
                </a:cubicBezTo>
                <a:cubicBezTo>
                  <a:pt x="31819" y="222"/>
                  <a:pt x="21137" y="9773"/>
                  <a:pt x="21137" y="24776"/>
                </a:cubicBezTo>
                <a:cubicBezTo>
                  <a:pt x="21137" y="32052"/>
                  <a:pt x="25684" y="42286"/>
                  <a:pt x="35457" y="54562"/>
                </a:cubicBezTo>
                <a:cubicBezTo>
                  <a:pt x="44321" y="65702"/>
                  <a:pt x="48185" y="73432"/>
                  <a:pt x="48185" y="80708"/>
                </a:cubicBezTo>
                <a:cubicBezTo>
                  <a:pt x="48185" y="91851"/>
                  <a:pt x="41592" y="98215"/>
                  <a:pt x="30910" y="98215"/>
                </a:cubicBezTo>
                <a:cubicBezTo>
                  <a:pt x="19092" y="98215"/>
                  <a:pt x="11364" y="88892"/>
                  <a:pt x="8181" y="67294"/>
                </a:cubicBezTo>
                <a:lnTo>
                  <a:pt x="4547" y="67294"/>
                </a:lnTo>
                <a:lnTo>
                  <a:pt x="0" y="103430"/>
                </a:lnTo>
                <a:lnTo>
                  <a:pt x="3638" y="103430"/>
                </a:lnTo>
                <a:cubicBezTo>
                  <a:pt x="5226" y="99796"/>
                  <a:pt x="7726" y="98658"/>
                  <a:pt x="10227" y="98658"/>
                </a:cubicBezTo>
                <a:cubicBezTo>
                  <a:pt x="12727" y="98658"/>
                  <a:pt x="15911" y="98887"/>
                  <a:pt x="20229" y="100705"/>
                </a:cubicBezTo>
                <a:cubicBezTo>
                  <a:pt x="25455" y="102761"/>
                  <a:pt x="28865" y="102987"/>
                  <a:pt x="32728" y="102987"/>
                </a:cubicBezTo>
                <a:cubicBezTo>
                  <a:pt x="51593" y="102987"/>
                  <a:pt x="65455" y="91393"/>
                  <a:pt x="65455" y="72523"/>
                </a:cubicBezTo>
                <a:cubicBezTo>
                  <a:pt x="65455" y="63656"/>
                  <a:pt x="61366" y="54788"/>
                  <a:pt x="50002" y="41603"/>
                </a:cubicBezTo>
                <a:cubicBezTo>
                  <a:pt x="41138" y="31143"/>
                  <a:pt x="37729" y="24550"/>
                  <a:pt x="37729" y="18412"/>
                </a:cubicBezTo>
                <a:cubicBezTo>
                  <a:pt x="37729" y="9998"/>
                  <a:pt x="43183" y="5452"/>
                  <a:pt x="51139" y="5452"/>
                </a:cubicBezTo>
                <a:cubicBezTo>
                  <a:pt x="62275" y="5452"/>
                  <a:pt x="69093" y="12953"/>
                  <a:pt x="71365" y="31826"/>
                </a:cubicBezTo>
                <a:lnTo>
                  <a:pt x="75003" y="31826"/>
                </a:lnTo>
                <a:lnTo>
                  <a:pt x="79549" y="0"/>
                </a:lnTo>
              </a:path>
            </a:pathLst>
          </a:custGeom>
          <a:solidFill xmlns:a="http://schemas.openxmlformats.org/drawingml/2006/main">
            <a:srgbClr val="5E5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FB5418F9-3082-47B1-AEE6-F14A362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8107" y="1211439"/>
            <a:ext cx="31819" cy="55228"/>
          </a:xfrm>
          <a:custGeom xmlns:a="http://schemas.openxmlformats.org/drawingml/2006/main">
            <a:pathLst>
              <a:path w="31819" h="55228">
                <a:moveTo>
                  <a:pt x="6363" y="55228"/>
                </a:moveTo>
                <a:cubicBezTo>
                  <a:pt x="22046" y="47727"/>
                  <a:pt x="31819" y="33408"/>
                  <a:pt x="31819" y="19771"/>
                </a:cubicBezTo>
                <a:cubicBezTo>
                  <a:pt x="31819" y="7952"/>
                  <a:pt x="23863" y="0"/>
                  <a:pt x="13636" y="0"/>
                </a:cubicBezTo>
                <a:cubicBezTo>
                  <a:pt x="5455" y="0"/>
                  <a:pt x="0" y="5226"/>
                  <a:pt x="0" y="12953"/>
                </a:cubicBezTo>
                <a:cubicBezTo>
                  <a:pt x="0" y="20680"/>
                  <a:pt x="4772" y="24543"/>
                  <a:pt x="13182" y="24543"/>
                </a:cubicBezTo>
                <a:cubicBezTo>
                  <a:pt x="15682" y="24568"/>
                  <a:pt x="17954" y="23655"/>
                  <a:pt x="19774" y="23655"/>
                </a:cubicBezTo>
                <a:cubicBezTo>
                  <a:pt x="21592" y="23655"/>
                  <a:pt x="22955" y="25022"/>
                  <a:pt x="22955" y="26610"/>
                </a:cubicBezTo>
                <a:cubicBezTo>
                  <a:pt x="22955" y="34112"/>
                  <a:pt x="16591" y="42522"/>
                  <a:pt x="4092" y="50931"/>
                </a:cubicBezTo>
                <a:lnTo>
                  <a:pt x="6363" y="55228"/>
                </a:lnTo>
              </a:path>
            </a:pathLst>
          </a:custGeom>
          <a:solidFill xmlns:a="http://schemas.openxmlformats.org/drawingml/2006/main">
            <a:srgbClr val="5E5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7638299B-7B04-49C3-8BC8-1641DDAC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9851" y="1137338"/>
            <a:ext cx="86822" cy="115735"/>
          </a:xfrm>
          <a:custGeom xmlns:a="http://schemas.openxmlformats.org/drawingml/2006/main">
            <a:pathLst>
              <a:path w="86822" h="115735">
                <a:moveTo>
                  <a:pt x="86822" y="2501"/>
                </a:moveTo>
                <a:lnTo>
                  <a:pt x="86822" y="0"/>
                </a:lnTo>
                <a:lnTo>
                  <a:pt x="22504" y="0"/>
                </a:lnTo>
                <a:lnTo>
                  <a:pt x="15228" y="26371"/>
                </a:lnTo>
                <a:lnTo>
                  <a:pt x="18866" y="27283"/>
                </a:lnTo>
                <a:cubicBezTo>
                  <a:pt x="23413" y="15686"/>
                  <a:pt x="27730" y="13636"/>
                  <a:pt x="39550" y="13636"/>
                </a:cubicBezTo>
                <a:lnTo>
                  <a:pt x="70460" y="13636"/>
                </a:lnTo>
                <a:lnTo>
                  <a:pt x="0" y="98229"/>
                </a:lnTo>
                <a:lnTo>
                  <a:pt x="2046" y="100275"/>
                </a:lnTo>
                <a:cubicBezTo>
                  <a:pt x="5684" y="97320"/>
                  <a:pt x="8639" y="96182"/>
                  <a:pt x="12273" y="96182"/>
                </a:cubicBezTo>
                <a:cubicBezTo>
                  <a:pt x="18183" y="96182"/>
                  <a:pt x="25456" y="99140"/>
                  <a:pt x="36140" y="105733"/>
                </a:cubicBezTo>
                <a:cubicBezTo>
                  <a:pt x="47502" y="112784"/>
                  <a:pt x="55232" y="115735"/>
                  <a:pt x="61822" y="115735"/>
                </a:cubicBezTo>
                <a:cubicBezTo>
                  <a:pt x="74549" y="115735"/>
                  <a:pt x="82959" y="107554"/>
                  <a:pt x="82959" y="98457"/>
                </a:cubicBezTo>
                <a:cubicBezTo>
                  <a:pt x="82959" y="93453"/>
                  <a:pt x="79779" y="90044"/>
                  <a:pt x="75003" y="90044"/>
                </a:cubicBezTo>
                <a:cubicBezTo>
                  <a:pt x="71369" y="90044"/>
                  <a:pt x="67730" y="93911"/>
                  <a:pt x="67505" y="97774"/>
                </a:cubicBezTo>
                <a:cubicBezTo>
                  <a:pt x="67505" y="99595"/>
                  <a:pt x="67960" y="101412"/>
                  <a:pt x="69323" y="104141"/>
                </a:cubicBezTo>
                <a:cubicBezTo>
                  <a:pt x="70006" y="105508"/>
                  <a:pt x="70460" y="106642"/>
                  <a:pt x="70460" y="107554"/>
                </a:cubicBezTo>
                <a:cubicBezTo>
                  <a:pt x="70460" y="109600"/>
                  <a:pt x="67960" y="110963"/>
                  <a:pt x="64322" y="110963"/>
                </a:cubicBezTo>
                <a:cubicBezTo>
                  <a:pt x="58641" y="110963"/>
                  <a:pt x="54323" y="108234"/>
                  <a:pt x="48414" y="99595"/>
                </a:cubicBezTo>
                <a:cubicBezTo>
                  <a:pt x="39320" y="86177"/>
                  <a:pt x="34320" y="83677"/>
                  <a:pt x="21137" y="80722"/>
                </a:cubicBezTo>
                <a:lnTo>
                  <a:pt x="86822" y="2501"/>
                </a:lnTo>
              </a:path>
            </a:pathLst>
          </a:custGeom>
          <a:solidFill xmlns:a="http://schemas.openxmlformats.org/drawingml/2006/main">
            <a:srgbClr val="5E5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F9715EED-0D69-4E3A-8B55-ACA68CD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5309" y="1081059"/>
            <a:ext cx="58183" cy="193873"/>
          </a:xfrm>
          <a:custGeom xmlns:a="http://schemas.openxmlformats.org/drawingml/2006/main">
            <a:pathLst>
              <a:path w="58183" h="193873">
                <a:moveTo>
                  <a:pt x="0" y="3638"/>
                </a:moveTo>
                <a:cubicBezTo>
                  <a:pt x="32957" y="29548"/>
                  <a:pt x="38637" y="55686"/>
                  <a:pt x="38637" y="98187"/>
                </a:cubicBezTo>
                <a:cubicBezTo>
                  <a:pt x="38637" y="142279"/>
                  <a:pt x="32273" y="163646"/>
                  <a:pt x="0" y="190235"/>
                </a:cubicBezTo>
                <a:lnTo>
                  <a:pt x="2047" y="193873"/>
                </a:lnTo>
                <a:cubicBezTo>
                  <a:pt x="38183" y="171827"/>
                  <a:pt x="58183" y="139553"/>
                  <a:pt x="58183" y="97507"/>
                </a:cubicBezTo>
                <a:cubicBezTo>
                  <a:pt x="58183" y="58866"/>
                  <a:pt x="37503" y="20912"/>
                  <a:pt x="2726" y="0"/>
                </a:cubicBezTo>
                <a:lnTo>
                  <a:pt x="0" y="3638"/>
                </a:lnTo>
              </a:path>
            </a:pathLst>
          </a:custGeom>
          <a:solidFill xmlns:a="http://schemas.openxmlformats.org/drawingml/2006/main">
            <a:srgbClr val="5E5E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1041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2026-10-09T21:02:01.7240000Z</dcterms:created>
  <dcterms:modified xsi:type="dcterms:W3CDTF">2026-10-09T21:02:01.7240000Z</dcterms:modified>
</coreProperties>
</file>