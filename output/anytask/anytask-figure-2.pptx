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88c0b3f15d4b15" /><Relationship Type="http://schemas.openxmlformats.org/officeDocument/2006/relationships/extended-properties" Target="/docProps/app.xml" Id="Rf046ac10bdf64f07" /><Relationship Type="http://schemas.openxmlformats.org/officeDocument/2006/relationships/officeDocument" Target="/ppt/presentation.xml" Id="R140c8e99b5bb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5284547b04e05"/>
  </p:sldMasterIdLst>
  <p:notesMasterIdLst>
    <p:notesMasterId xmlns:r="http://schemas.openxmlformats.org/officeDocument/2006/relationships" r:id="Rc1cb2901a62647d9"/>
  </p:notesMasterIdLst>
  <p:sldIdLst>
    <p:sldId xmlns:r="http://schemas.openxmlformats.org/officeDocument/2006/relationships" id="256" r:id="R7f0bacea13d64910"/>
  </p:sldIdLst>
  <p:sldSz cx="13744575" cy="3829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66f626cf494e93" /><Relationship Type="http://schemas.openxmlformats.org/officeDocument/2006/relationships/slideMaster" Target="/ppt/slideMasters/slideMaster1.xml" Id="Rcba5284547b04e05" /><Relationship Type="http://schemas.openxmlformats.org/officeDocument/2006/relationships/notesMaster" Target="/ppt/notesMasters/notesMaster1.xml" Id="Rc1cb2901a62647d9" /><Relationship Type="http://schemas.openxmlformats.org/officeDocument/2006/relationships/presProps" Target="/ppt/presProps.xml" Id="Rd5ae2708e9c54603" /><Relationship Type="http://schemas.openxmlformats.org/officeDocument/2006/relationships/tableStyles" Target="/ppt/tableStyles.xml" Id="R8afed9ad071c46ad" /><Relationship Type="http://schemas.openxmlformats.org/officeDocument/2006/relationships/slide" Target="/ppt/slides/slide1.xml" Id="R7f0bacea13d6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f5094de656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790520a1d4cde" /><Relationship Type="http://schemas.openxmlformats.org/officeDocument/2006/relationships/notesMaster" Target="/ppt/notesMasters/notesMaster1.xml" Id="R1fbd68e56db7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"AnyTask: An Automated Task and Data Generation Framework for Advancing Sim-to-Real Policy Learning",</a:t>
            </a:r>
          </a:p>
          <a:p xmlns:a="http://schemas.openxmlformats.org/drawingml/2006/main">
            <a:r>
              <a:t>  "paper_url": "https://arxiv.org/abs/2512.17853v2",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"511df38af5995725333fbcce983419388c9a747955be1b20bfc52af5ae029741",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62,</a:t>
            </a:r>
          </a:p>
          <a:p xmlns:a="http://schemas.openxmlformats.org/drawingml/2006/main">
            <a:r>
              <a:t>    551,</a:t>
            </a:r>
          </a:p>
          <a:p xmlns:a="http://schemas.openxmlformats.org/drawingml/2006/main">
            <a:r>
              <a:t>    196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Manually reconstructed stacked stage panels, stage routes, labels and monospaced code names. Only ten bounded photographic/icon assets remain raster; code and ordinary labels typeable."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0a8ad1e354d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6d7fd7f8649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3c89698bd4d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d3f439f094b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e992c3f3941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191e504b7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B18BD-2362-43B0-BB31-D9479BDD3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4458" y="1446530"/>
            <a:ext cx="10995660" cy="55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46A45D-E342-4FAF-9D0F-3ED5CD6F27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61686" y="2105978"/>
            <a:ext cx="9621203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6E59EB-31C9-4B93-95E8-968AA6338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4458" y="1595438"/>
            <a:ext cx="1099566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8C92CB-41B4-49BF-9B35-8777D2CBB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297815"/>
            <a:ext cx="12198310" cy="46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23C157-404C-4E10-A449-7AED6F1225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1063625"/>
            <a:ext cx="12198310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2AB47E-383C-4E2B-9B5F-1474C63A7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297815"/>
            <a:ext cx="12198310" cy="46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4E4169-CDCA-43A6-ABC8-2956D2D5D7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1063625"/>
            <a:ext cx="5669637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FC919F-6E79-48A1-BEDC-511162F1C2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01805" y="1063625"/>
            <a:ext cx="5669637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FF2118-7D84-47CC-B1A4-FE86CA829F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297815"/>
            <a:ext cx="12198310" cy="46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AD6369-8F4F-4F3F-8208-0EC6B4BE28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1063625"/>
            <a:ext cx="5669637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7afcf25d0484a" /><Relationship Type="http://schemas.openxmlformats.org/officeDocument/2006/relationships/slideLayout" Target="/ppt/slideLayouts/slideLayout1.xml" Id="R0b54499683f940bc" /><Relationship Type="http://schemas.openxmlformats.org/officeDocument/2006/relationships/slideLayout" Target="/ppt/slideLayouts/slideLayout2.xml" Id="Rd4ec6c8ec6dc4498" /><Relationship Type="http://schemas.openxmlformats.org/officeDocument/2006/relationships/slideLayout" Target="/ppt/slideLayouts/slideLayout3.xml" Id="R1f3666a8d05d41b1" /><Relationship Type="http://schemas.openxmlformats.org/officeDocument/2006/relationships/slideLayout" Target="/ppt/slideLayouts/slideLayout4.xml" Id="Rada6e55634bf4139" /><Relationship Type="http://schemas.openxmlformats.org/officeDocument/2006/relationships/slideLayout" Target="/ppt/slideLayouts/slideLayout5.xml" Id="R88f9edfd7e1a4138" /><Relationship Type="http://schemas.openxmlformats.org/officeDocument/2006/relationships/slideLayout" Target="/ppt/slideLayouts/slideLayout6.xml" Id="R5401c71c7bb242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54499683f940bc"/>
    <p:sldLayoutId xmlns:r="http://schemas.openxmlformats.org/officeDocument/2006/relationships" id="2147483650" r:id="Rd4ec6c8ec6dc4498"/>
    <p:sldLayoutId xmlns:r="http://schemas.openxmlformats.org/officeDocument/2006/relationships" id="2147483651" r:id="R1f3666a8d05d41b1"/>
    <p:sldLayoutId xmlns:r="http://schemas.openxmlformats.org/officeDocument/2006/relationships" id="2147483652" r:id="Rada6e55634bf4139"/>
    <p:sldLayoutId xmlns:r="http://schemas.openxmlformats.org/officeDocument/2006/relationships" id="2147483653" r:id="R88f9edfd7e1a4138"/>
    <p:sldLayoutId xmlns:r="http://schemas.openxmlformats.org/officeDocument/2006/relationships" id="2147483654" r:id="R5401c71c7bb242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aa5caf6404689" /><Relationship Type="http://schemas.openxmlformats.org/officeDocument/2006/relationships/image" Target="/ppt/media/image.png" Id="R3cf89d35e509436c" /><Relationship Type="http://schemas.openxmlformats.org/officeDocument/2006/relationships/image" Target="/ppt/media/image2.png" Id="R2637c990a0c34033" /><Relationship Type="http://schemas.openxmlformats.org/officeDocument/2006/relationships/image" Target="/ppt/media/image3.png" Id="R8da63f7d2ed9466b" /><Relationship Type="http://schemas.openxmlformats.org/officeDocument/2006/relationships/image" Target="/ppt/media/image4.png" Id="Rc949a6586b104db8" /><Relationship Type="http://schemas.openxmlformats.org/officeDocument/2006/relationships/image" Target="/ppt/media/image5.png" Id="R0f795f4f4a7d4016" /><Relationship Type="http://schemas.openxmlformats.org/officeDocument/2006/relationships/image" Target="/ppt/media/image6.png" Id="R32958a2d48d24323" /><Relationship Type="http://schemas.openxmlformats.org/officeDocument/2006/relationships/image" Target="/ppt/media/image7.png" Id="R713aae3e3ad54dc6" /><Relationship Type="http://schemas.openxmlformats.org/officeDocument/2006/relationships/image" Target="/ppt/media/image8.png" Id="Rd2c54f52dbc84464" /><Relationship Type="http://schemas.openxmlformats.org/officeDocument/2006/relationships/image" Target="/ppt/media/image9.png" Id="Rc26e9ad3e45e46ca" /><Relationship Type="http://schemas.openxmlformats.org/officeDocument/2006/relationships/image" Target="/ppt/media/image10.png" Id="R4b8cd27887c849d3" /><Relationship Type="http://schemas.openxmlformats.org/officeDocument/2006/relationships/image" Target="/ppt/media/image11.png" Id="Ra3af1723a37141fc" /><Relationship Type="http://schemas.openxmlformats.org/officeDocument/2006/relationships/notesSlide" Target="/ppt/notesSlides/notesSlide1.xml" Id="Rde74899487b2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card-0-2">
            <a:extLst xmlns:a="http://schemas.openxmlformats.org/drawingml/2006/main">
              <a:ext uri="{FF2B5EF4-FFF2-40B4-BE49-F238E27FC236}">
                <a16:creationId xmlns:a16="http://schemas.microsoft.com/office/drawing/2014/main" id="{272F3D76-D671-4E85-985E-2F76F78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66675"/>
            <a:ext cx="1905000" cy="350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CDEF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card-0-1">
            <a:extLst xmlns:a="http://schemas.openxmlformats.org/drawingml/2006/main">
              <a:ext uri="{FF2B5EF4-FFF2-40B4-BE49-F238E27FC236}">
                <a16:creationId xmlns:a16="http://schemas.microsoft.com/office/drawing/2014/main" id="{653DFDB6-6B8F-413F-AA78-29D52E23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152400"/>
            <a:ext cx="1905000" cy="350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CDEF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card-0-0">
            <a:extLst xmlns:a="http://schemas.openxmlformats.org/drawingml/2006/main">
              <a:ext uri="{FF2B5EF4-FFF2-40B4-BE49-F238E27FC236}">
                <a16:creationId xmlns:a16="http://schemas.microsoft.com/office/drawing/2014/main" id="{042E349D-EDBE-45E5-9C29-76C215F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238125"/>
            <a:ext cx="1905000" cy="350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CDEF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card-badge-0">
            <a:extLst xmlns:a="http://schemas.openxmlformats.org/drawingml/2006/main">
              <a:ext uri="{FF2B5EF4-FFF2-40B4-BE49-F238E27FC236}">
                <a16:creationId xmlns:a16="http://schemas.microsoft.com/office/drawing/2014/main" id="{04854AAD-E16B-4DC1-AA69-E72A332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276225"/>
            <a:ext cx="149542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DDA2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ard-1-2">
            <a:extLst xmlns:a="http://schemas.openxmlformats.org/drawingml/2006/main">
              <a:ext uri="{FF2B5EF4-FFF2-40B4-BE49-F238E27FC236}">
                <a16:creationId xmlns:a16="http://schemas.microsoft.com/office/drawing/2014/main" id="{27B3BFCC-E270-41ED-BC74-CBA4EC96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325" y="66675"/>
            <a:ext cx="1905000" cy="350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9EEF9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card-1-1">
            <a:extLst xmlns:a="http://schemas.openxmlformats.org/drawingml/2006/main">
              <a:ext uri="{FF2B5EF4-FFF2-40B4-BE49-F238E27FC236}">
                <a16:creationId xmlns:a16="http://schemas.microsoft.com/office/drawing/2014/main" id="{8C0CF8A2-021E-41FC-9426-6C3B878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152400"/>
            <a:ext cx="1905000" cy="350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9EEF9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card-1-0">
            <a:extLst xmlns:a="http://schemas.openxmlformats.org/drawingml/2006/main">
              <a:ext uri="{FF2B5EF4-FFF2-40B4-BE49-F238E27FC236}">
                <a16:creationId xmlns:a16="http://schemas.microsoft.com/office/drawing/2014/main" id="{231ACA43-3BC9-40AE-AAD5-CFB38E6D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6975" y="238125"/>
            <a:ext cx="1905000" cy="3505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9EEF9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card-badge-1">
            <a:extLst xmlns:a="http://schemas.openxmlformats.org/drawingml/2006/main">
              <a:ext uri="{FF2B5EF4-FFF2-40B4-BE49-F238E27FC236}">
                <a16:creationId xmlns:a16="http://schemas.microsoft.com/office/drawing/2014/main" id="{38DAB680-D2EC-42AC-B2E8-5E95BBD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2725" y="276225"/>
            <a:ext cx="149542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88D4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card-2-2">
            <a:extLst xmlns:a="http://schemas.openxmlformats.org/drawingml/2006/main">
              <a:ext uri="{FF2B5EF4-FFF2-40B4-BE49-F238E27FC236}">
                <a16:creationId xmlns:a16="http://schemas.microsoft.com/office/drawing/2014/main" id="{16B0C881-D8E2-411B-8B2B-E4314DFF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66675"/>
            <a:ext cx="1914525" cy="350520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7F0C7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card-2-1">
            <a:extLst xmlns:a="http://schemas.openxmlformats.org/drawingml/2006/main">
              <a:ext uri="{FF2B5EF4-FFF2-40B4-BE49-F238E27FC236}">
                <a16:creationId xmlns:a16="http://schemas.microsoft.com/office/drawing/2014/main" id="{CD0ABD44-EE65-4D8C-A9A0-731C49F3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8675" y="152400"/>
            <a:ext cx="1914525" cy="350520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7F0C7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card-2-0">
            <a:extLst xmlns:a="http://schemas.openxmlformats.org/drawingml/2006/main">
              <a:ext uri="{FF2B5EF4-FFF2-40B4-BE49-F238E27FC236}">
                <a16:creationId xmlns:a16="http://schemas.microsoft.com/office/drawing/2014/main" id="{1167B4C6-7DA4-4112-ADD7-2FA783E6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38125"/>
            <a:ext cx="1914525" cy="350520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7F0C7"/>
          </a:solidFill>
          <a:ln xmlns:a="http://schemas.openxmlformats.org/drawingml/2006/main" w="15240">
            <a:solidFill>
              <a:srgbClr val="33333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card-badge-2">
            <a:extLst xmlns:a="http://schemas.openxmlformats.org/drawingml/2006/main">
              <a:ext uri="{FF2B5EF4-FFF2-40B4-BE49-F238E27FC236}">
                <a16:creationId xmlns:a16="http://schemas.microsoft.com/office/drawing/2014/main" id="{697A27CE-1F09-408F-8BB1-3E297596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76225"/>
            <a:ext cx="15049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5CF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FAEA4-E86B-4B32-96DD-0771A44E90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9d35e50943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3425" y="228600"/>
            <a:ext cx="514350" cy="523875"/>
          </a:xfrm>
          <a:prstGeom xmlns:a="http://schemas.openxmlformats.org/drawingml/2006/main" prst="rect">
            <a:avLst/>
          </a:prstGeom>
        </p:spPr>
      </p:pic>
      <p:sp>
        <p:nvSpPr>
          <p:cNvPr id="14" name="python-icon">
            <a:extLst xmlns:a="http://schemas.openxmlformats.org/drawingml/2006/main">
              <a:ext uri="{FF2B5EF4-FFF2-40B4-BE49-F238E27FC236}">
                <a16:creationId xmlns:a16="http://schemas.microsoft.com/office/drawing/2014/main" id="{28C5EEC7-266F-403E-8AD0-893182F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425" y="228600"/>
            <a:ext cx="514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1191-170C-41C2-B9BA-BF2C2C192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7c990a0c340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6525" y="314325"/>
            <a:ext cx="447675" cy="409575"/>
          </a:xfrm>
          <a:prstGeom xmlns:a="http://schemas.openxmlformats.org/drawingml/2006/main" prst="rect">
            <a:avLst/>
          </a:prstGeom>
        </p:spPr>
      </p:pic>
      <p:sp>
        <p:nvSpPr>
          <p:cNvPr id="16" name="simulation-icon">
            <a:extLst xmlns:a="http://schemas.openxmlformats.org/drawingml/2006/main">
              <a:ext uri="{FF2B5EF4-FFF2-40B4-BE49-F238E27FC236}">
                <a16:creationId xmlns:a16="http://schemas.microsoft.com/office/drawing/2014/main" id="{DF3B2AE3-8565-4BDC-B1DE-C3C0F703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314325"/>
            <a:ext cx="44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6E2BC-0D9C-4B66-A6B0-F3490678B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63f7d2ed946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3450" y="352425"/>
            <a:ext cx="457200" cy="295275"/>
          </a:xfrm>
          <a:prstGeom xmlns:a="http://schemas.openxmlformats.org/drawingml/2006/main" prst="rect">
            <a:avLst/>
          </a:prstGeom>
        </p:spPr>
      </p:pic>
      <p:sp>
        <p:nvSpPr>
          <p:cNvPr id="18" name="data-icon">
            <a:extLst xmlns:a="http://schemas.openxmlformats.org/drawingml/2006/main">
              <a:ext uri="{FF2B5EF4-FFF2-40B4-BE49-F238E27FC236}">
                <a16:creationId xmlns:a16="http://schemas.microsoft.com/office/drawing/2014/main" id="{96FD2DF5-EDC0-4284-942E-CF23F81B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3524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472FA-ECA3-42DA-BC04-E34F6BB4C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9a6586b104d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90500"/>
            <a:ext cx="600075" cy="581025"/>
          </a:xfrm>
          <a:prstGeom xmlns:a="http://schemas.openxmlformats.org/drawingml/2006/main" prst="rect">
            <a:avLst/>
          </a:prstGeom>
        </p:spPr>
      </p:pic>
      <p:sp>
        <p:nvSpPr>
          <p:cNvPr id="20" name="raw-assets-icon">
            <a:extLst xmlns:a="http://schemas.openxmlformats.org/drawingml/2006/main">
              <a:ext uri="{FF2B5EF4-FFF2-40B4-BE49-F238E27FC236}">
                <a16:creationId xmlns:a16="http://schemas.microsoft.com/office/drawing/2014/main" id="{97C85416-2F4F-46FE-8265-035A1FFD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190500"/>
            <a:ext cx="6000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51F0F-2F44-4FC1-89BF-22EE0A95D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95f4f4a7d40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6550" y="371475"/>
            <a:ext cx="295275" cy="438150"/>
          </a:xfrm>
          <a:prstGeom xmlns:a="http://schemas.openxmlformats.org/drawingml/2006/main" prst="rect">
            <a:avLst/>
          </a:prstGeom>
        </p:spPr>
      </p:pic>
      <p:sp>
        <p:nvSpPr>
          <p:cNvPr id="22" name="database-icon">
            <a:extLst xmlns:a="http://schemas.openxmlformats.org/drawingml/2006/main">
              <a:ext uri="{FF2B5EF4-FFF2-40B4-BE49-F238E27FC236}">
                <a16:creationId xmlns:a16="http://schemas.microsoft.com/office/drawing/2014/main" id="{8E4B88FE-AC3B-41F2-8AB5-01289D5A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71475"/>
            <a:ext cx="295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B7284-BC5A-4B07-9BA7-019A760A6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58a2d48d243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2571750"/>
            <a:ext cx="933450" cy="381000"/>
          </a:xfrm>
          <a:prstGeom xmlns:a="http://schemas.openxmlformats.org/drawingml/2006/main" prst="rect">
            <a:avLst/>
          </a:prstGeom>
        </p:spPr>
      </p:pic>
      <p:sp>
        <p:nvSpPr>
          <p:cNvPr id="24" name="objects-photo">
            <a:extLst xmlns:a="http://schemas.openxmlformats.org/drawingml/2006/main">
              <a:ext uri="{FF2B5EF4-FFF2-40B4-BE49-F238E27FC236}">
                <a16:creationId xmlns:a16="http://schemas.microsoft.com/office/drawing/2014/main" id="{3BABD3A4-1161-4E2F-BBC6-0B186168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25717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16BF1-3FF8-423F-AB43-ECAACE3A5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ae3e3ad54d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914400"/>
            <a:ext cx="1685925" cy="1171575"/>
          </a:xfrm>
          <a:prstGeom xmlns:a="http://schemas.openxmlformats.org/drawingml/2006/main" prst="rect">
            <a:avLst/>
          </a:prstGeom>
        </p:spPr>
      </p:pic>
      <p:sp>
        <p:nvSpPr>
          <p:cNvPr id="26" name="simulation-photos">
            <a:extLst xmlns:a="http://schemas.openxmlformats.org/drawingml/2006/main">
              <a:ext uri="{FF2B5EF4-FFF2-40B4-BE49-F238E27FC236}">
                <a16:creationId xmlns:a16="http://schemas.microsoft.com/office/drawing/2014/main" id="{691239FA-0684-4A75-B175-FC23A7B1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914400"/>
            <a:ext cx="1685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DB814-1CB8-4A44-AE0A-82F72B913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54f52dbc844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3450" y="885825"/>
            <a:ext cx="1600200" cy="590550"/>
          </a:xfrm>
          <a:prstGeom xmlns:a="http://schemas.openxmlformats.org/drawingml/2006/main" prst="rect">
            <a:avLst/>
          </a:prstGeom>
        </p:spPr>
      </p:pic>
      <p:sp>
        <p:nvSpPr>
          <p:cNvPr id="28" name="collection-photos">
            <a:extLst xmlns:a="http://schemas.openxmlformats.org/drawingml/2006/main">
              <a:ext uri="{FF2B5EF4-FFF2-40B4-BE49-F238E27FC236}">
                <a16:creationId xmlns:a16="http://schemas.microsoft.com/office/drawing/2014/main" id="{65D302D9-CC0C-4E63-854D-92661EE7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885825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B4A43-8C28-4CDB-9C9D-24E05F0C4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e9ad3e45e46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952500"/>
            <a:ext cx="3114675" cy="2095500"/>
          </a:xfrm>
          <a:prstGeom xmlns:a="http://schemas.openxmlformats.org/drawingml/2006/main" prst="rect">
            <a:avLst/>
          </a:prstGeom>
        </p:spPr>
      </p:pic>
      <p:sp>
        <p:nvSpPr>
          <p:cNvPr id="30" name="real-policy-photos">
            <a:extLst xmlns:a="http://schemas.openxmlformats.org/drawingml/2006/main">
              <a:ext uri="{FF2B5EF4-FFF2-40B4-BE49-F238E27FC236}">
                <a16:creationId xmlns:a16="http://schemas.microsoft.com/office/drawing/2014/main" id="{EC03DE6B-F9A4-4AB4-90D7-F45D7104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952500"/>
            <a:ext cx="31146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2DFB57-172E-4EF9-AB2B-89FDBFF8B5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cd27887c849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34725" y="361950"/>
            <a:ext cx="485775" cy="457200"/>
          </a:xfrm>
          <a:prstGeom xmlns:a="http://schemas.openxmlformats.org/drawingml/2006/main" prst="rect">
            <a:avLst/>
          </a:prstGeom>
        </p:spPr>
      </p:pic>
      <p:sp>
        <p:nvSpPr>
          <p:cNvPr id="32" name="robot-arm-icon">
            <a:extLst xmlns:a="http://schemas.openxmlformats.org/drawingml/2006/main">
              <a:ext uri="{FF2B5EF4-FFF2-40B4-BE49-F238E27FC236}">
                <a16:creationId xmlns:a16="http://schemas.microsoft.com/office/drawing/2014/main" id="{A40F7B4F-C782-46E5-9F4C-A46D65DF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361950"/>
            <a:ext cx="48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vlm-panel">
            <a:extLst xmlns:a="http://schemas.openxmlformats.org/drawingml/2006/main">
              <a:ext uri="{FF2B5EF4-FFF2-40B4-BE49-F238E27FC236}">
                <a16:creationId xmlns:a16="http://schemas.microsoft.com/office/drawing/2014/main" id="{B1A52B2A-3888-4CE1-B0BB-17CF33CC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61950"/>
            <a:ext cx="10096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CE4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task-generator">
            <a:extLst xmlns:a="http://schemas.openxmlformats.org/drawingml/2006/main">
              <a:ext uri="{FF2B5EF4-FFF2-40B4-BE49-F238E27FC236}">
                <a16:creationId xmlns:a16="http://schemas.microsoft.com/office/drawing/2014/main" id="{FB30FDD0-52D3-41A5-A244-BAFECCA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1457325"/>
            <a:ext cx="1638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F2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simulation-generator">
            <a:extLst xmlns:a="http://schemas.openxmlformats.org/drawingml/2006/main">
              <a:ext uri="{FF2B5EF4-FFF2-40B4-BE49-F238E27FC236}">
                <a16:creationId xmlns:a16="http://schemas.microsoft.com/office/drawing/2014/main" id="{4C03A816-E32F-4BA5-8B1D-DD49527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3152775"/>
            <a:ext cx="1628775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0CD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policy-panel">
            <a:extLst xmlns:a="http://schemas.openxmlformats.org/drawingml/2006/main">
              <a:ext uri="{FF2B5EF4-FFF2-40B4-BE49-F238E27FC236}">
                <a16:creationId xmlns:a16="http://schemas.microsoft.com/office/drawing/2014/main" id="{3F089F4D-FBD9-45F7-B4C0-C319E250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257175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A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49B282-DA9C-4BD9-8AF6-1D43E105D1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f1723a37141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34725" y="361950"/>
            <a:ext cx="390525" cy="409575"/>
          </a:xfrm>
          <a:prstGeom xmlns:a="http://schemas.openxmlformats.org/drawingml/2006/main" prst="rect">
            <a:avLst/>
          </a:prstGeom>
        </p:spPr>
      </p:pic>
      <p:sp>
        <p:nvSpPr>
          <p:cNvPr id="38" name="policy-arm-icon-visible">
            <a:extLst xmlns:a="http://schemas.openxmlformats.org/drawingml/2006/main">
              <a:ext uri="{FF2B5EF4-FFF2-40B4-BE49-F238E27FC236}">
                <a16:creationId xmlns:a16="http://schemas.microsoft.com/office/drawing/2014/main" id="{9DE058C6-86EF-4A6A-A9B6-E8C7379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361950"/>
            <a:ext cx="390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code-title">
            <a:extLst xmlns:a="http://schemas.openxmlformats.org/drawingml/2006/main">
              <a:ext uri="{FF2B5EF4-FFF2-40B4-BE49-F238E27FC236}">
                <a16:creationId xmlns:a16="http://schemas.microsoft.com/office/drawing/2014/main" id="{3F6DF89A-31BD-431D-AC62-E1E9ED6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37147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Code</a:t>
            </a:r>
          </a:p>
        </p:txBody>
      </p:sp>
      <p:sp>
        <p:nvSpPr>
          <p:cNvPr id="40" name="simulation-title">
            <a:extLst xmlns:a="http://schemas.openxmlformats.org/drawingml/2006/main">
              <a:ext uri="{FF2B5EF4-FFF2-40B4-BE49-F238E27FC236}">
                <a16:creationId xmlns:a16="http://schemas.microsoft.com/office/drawing/2014/main" id="{6943D34D-DB13-41F8-878A-BEC86F02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4000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Simulation</a:t>
            </a:r>
          </a:p>
        </p:txBody>
      </p:sp>
      <p:sp>
        <p:nvSpPr>
          <p:cNvPr id="41" name="data-title">
            <a:extLst xmlns:a="http://schemas.openxmlformats.org/drawingml/2006/main">
              <a:ext uri="{FF2B5EF4-FFF2-40B4-BE49-F238E27FC236}">
                <a16:creationId xmlns:a16="http://schemas.microsoft.com/office/drawing/2014/main" id="{87CF4895-7985-4DDC-9FB0-81A33859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285750"/>
            <a:ext cx="1162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Data</a:t>
            </a:r>
          </a:p>
          <a:p xmlns:a="http://schemas.openxmlformats.org/drawingml/2006/main">
            <a:pPr algn="ctr">
              <a:def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Collection</a:t>
            </a:r>
          </a:p>
        </p:txBody>
      </p:sp>
      <p:sp>
        <p:nvSpPr>
          <p:cNvPr id="42" name="raw-title">
            <a:extLst xmlns:a="http://schemas.openxmlformats.org/drawingml/2006/main">
              <a:ext uri="{FF2B5EF4-FFF2-40B4-BE49-F238E27FC236}">
                <a16:creationId xmlns:a16="http://schemas.microsoft.com/office/drawing/2014/main" id="{03718EFC-B392-47EC-B207-E065CFA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7429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Raw Assets</a:t>
            </a:r>
          </a:p>
        </p:txBody>
      </p:sp>
      <p:sp>
        <p:nvSpPr>
          <p:cNvPr id="43" name="vlm">
            <a:extLst xmlns:a="http://schemas.openxmlformats.org/drawingml/2006/main">
              <a:ext uri="{FF2B5EF4-FFF2-40B4-BE49-F238E27FC236}">
                <a16:creationId xmlns:a16="http://schemas.microsoft.com/office/drawing/2014/main" id="{D317D042-2495-442A-A372-5938F7A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" y="4667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VLM+LLM</a:t>
            </a:r>
          </a:p>
        </p:txBody>
      </p:sp>
      <p:sp>
        <p:nvSpPr>
          <p:cNvPr id="44" name="database">
            <a:extLst xmlns:a="http://schemas.openxmlformats.org/drawingml/2006/main">
              <a:ext uri="{FF2B5EF4-FFF2-40B4-BE49-F238E27FC236}">
                <a16:creationId xmlns:a16="http://schemas.microsoft.com/office/drawing/2014/main" id="{8765C554-49FA-4290-A20D-8D643196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838200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Object Database</a:t>
            </a:r>
          </a:p>
        </p:txBody>
      </p:sp>
      <p:sp>
        <p:nvSpPr>
          <p:cNvPr id="45" name="taskgen">
            <a:extLst xmlns:a="http://schemas.openxmlformats.org/drawingml/2006/main">
              <a:ext uri="{FF2B5EF4-FFF2-40B4-BE49-F238E27FC236}">
                <a16:creationId xmlns:a16="http://schemas.microsoft.com/office/drawing/2014/main" id="{F41F8CFB-111A-4756-9295-E0EB0A8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Task Generator</a:t>
            </a:r>
          </a:p>
        </p:txBody>
      </p:sp>
      <p:sp>
        <p:nvSpPr>
          <p:cNvPr id="46" name="objectlist">
            <a:extLst xmlns:a="http://schemas.openxmlformats.org/drawingml/2006/main">
              <a:ext uri="{FF2B5EF4-FFF2-40B4-BE49-F238E27FC236}">
                <a16:creationId xmlns:a16="http://schemas.microsoft.com/office/drawing/2014/main" id="{8EB068A0-CA6D-47DC-8FBE-DF3B32C0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2295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Object List</a:t>
            </a:r>
          </a:p>
        </p:txBody>
      </p:sp>
      <p:sp>
        <p:nvSpPr>
          <p:cNvPr id="47" name="taskdescription">
            <a:extLst xmlns:a="http://schemas.openxmlformats.org/drawingml/2006/main">
              <a:ext uri="{FF2B5EF4-FFF2-40B4-BE49-F238E27FC236}">
                <a16:creationId xmlns:a16="http://schemas.microsoft.com/office/drawing/2014/main" id="{FA184D49-F805-4B44-97A7-51F79D12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22955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Task Description</a:t>
            </a:r>
          </a:p>
        </p:txBody>
      </p:sp>
      <p:sp>
        <p:nvSpPr>
          <p:cNvPr id="48" name="simgen">
            <a:extLst xmlns:a="http://schemas.openxmlformats.org/drawingml/2006/main">
              <a:ext uri="{FF2B5EF4-FFF2-40B4-BE49-F238E27FC236}">
                <a16:creationId xmlns:a16="http://schemas.microsoft.com/office/drawing/2014/main" id="{344D43E6-A5AF-4052-89ED-099F27DD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322897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Simulation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Generator</a:t>
            </a:r>
          </a:p>
        </p:txBody>
      </p:sp>
      <p:sp>
        <p:nvSpPr>
          <p:cNvPr id="49" name="policy">
            <a:extLst xmlns:a="http://schemas.openxmlformats.org/drawingml/2006/main">
              <a:ext uri="{FF2B5EF4-FFF2-40B4-BE49-F238E27FC236}">
                <a16:creationId xmlns:a16="http://schemas.microsoft.com/office/drawing/2014/main" id="{8817B8B5-29B1-4A8E-A6FC-DCCE785E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304800"/>
            <a:ext cx="1114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(Sim2Real)</a:t>
            </a:r>
          </a:p>
          <a:p xmlns:a="http://schemas.openxmlformats.org/drawingml/2006/main">
            <a:pPr algn="ctr">
              <a:defRPr sz="14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Policy</a:t>
            </a:r>
          </a:p>
        </p:txBody>
      </p:sp>
      <p:sp>
        <p:nvSpPr>
          <p:cNvPr id="50" name="code1">
            <a:extLst xmlns:a="http://schemas.openxmlformats.org/drawingml/2006/main">
              <a:ext uri="{FF2B5EF4-FFF2-40B4-BE49-F238E27FC236}">
                <a16:creationId xmlns:a16="http://schemas.microsoft.com/office/drawing/2014/main" id="{3DCFA7DF-D254-4D23-A06C-AF0DE2AF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047750"/>
            <a:ext cx="1743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Scene Generation/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reset()</a:t>
            </a:r>
          </a:p>
        </p:txBody>
      </p:sp>
      <p:sp>
        <p:nvSpPr>
          <p:cNvPr id="51" name="code2">
            <a:extLst xmlns:a="http://schemas.openxmlformats.org/drawingml/2006/main">
              <a:ext uri="{FF2B5EF4-FFF2-40B4-BE49-F238E27FC236}">
                <a16:creationId xmlns:a16="http://schemas.microsoft.com/office/drawing/2014/main" id="{A3E83689-AA2C-4243-A6AD-F0CD44C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17907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check_success()</a:t>
            </a:r>
          </a:p>
        </p:txBody>
      </p:sp>
      <p:sp>
        <p:nvSpPr>
          <p:cNvPr id="52" name="code3">
            <a:extLst xmlns:a="http://schemas.openxmlformats.org/drawingml/2006/main">
              <a:ext uri="{FF2B5EF4-FFF2-40B4-BE49-F238E27FC236}">
                <a16:creationId xmlns:a16="http://schemas.microsoft.com/office/drawing/2014/main" id="{854FE433-E8BC-4A39-A8EC-C3C90CED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229552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scripted_policy()</a:t>
            </a:r>
          </a:p>
        </p:txBody>
      </p:sp>
      <p:sp>
        <p:nvSpPr>
          <p:cNvPr id="53" name="code4">
            <a:extLst xmlns:a="http://schemas.openxmlformats.org/drawingml/2006/main">
              <a:ext uri="{FF2B5EF4-FFF2-40B4-BE49-F238E27FC236}">
                <a16:creationId xmlns:a16="http://schemas.microsoft.com/office/drawing/2014/main" id="{0BEA853C-09BC-4740-AFB6-C2640419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2809875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reward_function()</a:t>
            </a:r>
          </a:p>
        </p:txBody>
      </p:sp>
      <p:sp>
        <p:nvSpPr>
          <p:cNvPr id="54" name="code5">
            <a:extLst xmlns:a="http://schemas.openxmlformats.org/drawingml/2006/main">
              <a:ext uri="{FF2B5EF4-FFF2-40B4-BE49-F238E27FC236}">
                <a16:creationId xmlns:a16="http://schemas.microsoft.com/office/drawing/2014/main" id="{09EDCE1B-76B2-4F35-B712-3AF075E4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332422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compose_state()</a:t>
            </a:r>
          </a:p>
        </p:txBody>
      </p:sp>
      <p:sp>
        <p:nvSpPr>
          <p:cNvPr id="55" name="simlist">
            <a:extLst xmlns:a="http://schemas.openxmlformats.org/drawingml/2006/main">
              <a:ext uri="{FF2B5EF4-FFF2-40B4-BE49-F238E27FC236}">
                <a16:creationId xmlns:a16="http://schemas.microsoft.com/office/drawing/2014/main" id="{A22D6201-94CE-4522-BD8F-AD8A3164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075" y="2228850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• Parallelized Sim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• Domain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Randomization</a:t>
            </a:r>
          </a:p>
        </p:txBody>
      </p:sp>
      <p:sp>
        <p:nvSpPr>
          <p:cNvPr id="56" name="simdetails">
            <a:extLst xmlns:a="http://schemas.openxmlformats.org/drawingml/2006/main">
              <a:ext uri="{FF2B5EF4-FFF2-40B4-BE49-F238E27FC236}">
                <a16:creationId xmlns:a16="http://schemas.microsoft.com/office/drawing/2014/main" id="{D65591F0-F428-44E5-BE7A-9FE91E6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2867025"/>
            <a:ext cx="1152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Lighting</a:t>
            </a:r>
          </a:p>
          <a:p xmlns:a="http://schemas.openxmlformats.org/drawingml/2006/main">
            <a:pPr algn="l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Texture</a:t>
            </a:r>
          </a:p>
          <a:p xmlns:a="http://schemas.openxmlformats.org/drawingml/2006/main">
            <a:pPr algn="l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Material</a:t>
            </a:r>
          </a:p>
          <a:p xmlns:a="http://schemas.openxmlformats.org/drawingml/2006/main">
            <a:pPr algn="l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Object pose</a:t>
            </a:r>
          </a:p>
          <a:p xmlns:a="http://schemas.openxmlformats.org/drawingml/2006/main">
            <a:pPr algn="l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Joint state</a:t>
            </a:r>
          </a:p>
        </p:txBody>
      </p:sp>
      <p:sp>
        <p:nvSpPr>
          <p:cNvPr id="57" name="datalist">
            <a:extLst xmlns:a="http://schemas.openxmlformats.org/drawingml/2006/main">
              <a:ext uri="{FF2B5EF4-FFF2-40B4-BE49-F238E27FC236}">
                <a16:creationId xmlns:a16="http://schemas.microsoft.com/office/drawing/2014/main" id="{15DA7EE4-226E-473F-A396-6BCCDEB9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771650"/>
            <a:ext cx="168592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• Agents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ViPR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ViPR Eureka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ViPR 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• Data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RGB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Point Cloud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Dense language</a:t>
            </a:r>
          </a:p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annotation</a:t>
            </a:r>
          </a:p>
        </p:txBody>
      </p:sp>
      <p:sp>
        <p:nvSpPr>
          <p:cNvPr id="58" name="high-task">
            <a:extLst xmlns:a="http://schemas.openxmlformats.org/drawingml/2006/main">
              <a:ext uri="{FF2B5EF4-FFF2-40B4-BE49-F238E27FC236}">
                <a16:creationId xmlns:a16="http://schemas.microsoft.com/office/drawing/2014/main" id="{CE507134-00E8-401B-AFFF-BC735FB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11811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rPr>
              <a:t>High-level Task</a:t>
            </a:r>
          </a:p>
        </p:txBody>
      </p:sp>
      <p:sp>
        <p:nvSpPr>
          <p:cNvPr id="59" name="scenario">
            <a:extLst xmlns:a="http://schemas.openxmlformats.org/drawingml/2006/main">
              <a:ext uri="{FF2B5EF4-FFF2-40B4-BE49-F238E27FC236}">
                <a16:creationId xmlns:a16="http://schemas.microsoft.com/office/drawing/2014/main" id="{98AEC3A6-85BB-450E-85FD-73F211F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590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rPr>
              <a:t>Scenario</a:t>
            </a:r>
          </a:p>
        </p:txBody>
      </p:sp>
      <p:sp>
        <p:nvSpPr>
          <p:cNvPr id="60" name="apis">
            <a:extLst xmlns:a="http://schemas.openxmlformats.org/drawingml/2006/main">
              <a:ext uri="{FF2B5EF4-FFF2-40B4-BE49-F238E27FC236}">
                <a16:creationId xmlns:a16="http://schemas.microsoft.com/office/drawing/2014/main" id="{8C85A2D7-4ADE-46E4-86AB-6BDB9B1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3228975"/>
            <a:ext cx="1590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EE0909"/>
                </a:solidFill>
                <a:latin typeface="Courier New"/>
                <a:ea typeface="Courier New"/>
                <a:cs typeface="Courier New"/>
              </a:rPr>
              <a:t>Simulation APIs</a:t>
            </a:r>
          </a:p>
        </p:txBody>
      </p:sp>
      <p:sp>
        <p:nvSpPr>
          <p:cNvPr id="61" name="api-detail">
            <a:extLst xmlns:a="http://schemas.openxmlformats.org/drawingml/2006/main">
              <a:ext uri="{FF2B5EF4-FFF2-40B4-BE49-F238E27FC236}">
                <a16:creationId xmlns:a16="http://schemas.microsoft.com/office/drawing/2014/main" id="{0C29922D-91E6-41D2-90CB-541561C0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4385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B6481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B648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B6481F"/>
                </a:solidFill>
                <a:latin typeface="Courier New"/>
                <a:ea typeface="Courier New"/>
                <a:cs typeface="Courier New"/>
              </a:rPr>
              <a:t>Environment APIs</a:t>
            </a:r>
          </a:p>
          <a:p xmlns:a="http://schemas.openxmlformats.org/drawingml/2006/main">
            <a:pPr algn="ctr">
              <a:defRPr sz="975" b="0" i="0">
                <a:solidFill>
                  <a:srgbClr val="B6481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B6481F"/>
                </a:solidFill>
                <a:latin typeface="Courier New"/>
                <a:ea typeface="Courier New"/>
                <a:cs typeface="Courier New"/>
              </a:rPr>
              <a:t>Robot Skill APIs</a:t>
            </a:r>
          </a:p>
        </p:txBody>
      </p:sp>
      <p:sp>
        <p:nvSpPr>
          <p:cNvPr id="62" name="high-example">
            <a:extLst xmlns:a="http://schemas.openxmlformats.org/drawingml/2006/main">
              <a:ext uri="{FF2B5EF4-FFF2-40B4-BE49-F238E27FC236}">
                <a16:creationId xmlns:a16="http://schemas.microsoft.com/office/drawing/2014/main" id="{5A85D612-2AFC-4462-969A-78725EB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" y="1390650"/>
            <a:ext cx="184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909090"/>
                </a:solidFill>
                <a:latin typeface="Arial"/>
                <a:ea typeface="Arial"/>
                <a:cs typeface="Arial"/>
              </a:rPr>
              <a:t>“put the item into the drawer”</a:t>
            </a:r>
          </a:p>
        </p:txBody>
      </p:sp>
      <p:sp>
        <p:nvSpPr>
          <p:cNvPr id="63" name="scene-example">
            <a:extLst xmlns:a="http://schemas.openxmlformats.org/drawingml/2006/main">
              <a:ext uri="{FF2B5EF4-FFF2-40B4-BE49-F238E27FC236}">
                <a16:creationId xmlns:a16="http://schemas.microsoft.com/office/drawing/2014/main" id="{7D1BD933-EAC0-48E3-9A9F-DA826DAE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1781175"/>
            <a:ext cx="2085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909090"/>
                </a:solidFill>
                <a:latin typeface="Arial"/>
                <a:ea typeface="Arial"/>
                <a:cs typeface="Arial"/>
              </a:rPr>
              <a:t>Table-top, Franka robot, workspace</a:t>
            </a:r>
          </a:p>
        </p:txBody>
      </p:sp>
      <p:sp>
        <p:nvSpPr>
          <p:cNvPr id="64" name="task-example">
            <a:extLst xmlns:a="http://schemas.openxmlformats.org/drawingml/2006/main">
              <a:ext uri="{FF2B5EF4-FFF2-40B4-BE49-F238E27FC236}">
                <a16:creationId xmlns:a16="http://schemas.microsoft.com/office/drawing/2014/main" id="{0CB46DD0-7CC8-4964-9EE7-0E4F9D8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505075"/>
            <a:ext cx="2276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909090"/>
                </a:solidFill>
                <a:latin typeface="Arial"/>
                <a:ea typeface="Arial"/>
                <a:cs typeface="Arial"/>
              </a:rPr>
              <a:t>“open the drawer, pick up the strawberry,</a:t>
            </a:r>
          </a:p>
          <a:p xmlns:a="http://schemas.openxmlformats.org/drawingml/2006/main">
            <a:pPr algn="ctr">
              <a:defRPr sz="900" b="0" i="1">
                <a:solidFill>
                  <a:srgbClr val="90909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909090"/>
                </a:solidFill>
                <a:latin typeface="Arial"/>
                <a:ea typeface="Arial"/>
                <a:cs typeface="Arial"/>
              </a:rPr>
              <a:t>and put it into the drawer”</a:t>
            </a:r>
          </a:p>
        </p:txBody>
      </p:sp>
      <p:sp>
        <p:nvSpPr>
          <p:cNvPr id="65" name="route-0">
            <a:extLst xmlns:a="http://schemas.openxmlformats.org/drawingml/2006/main">
              <a:ext uri="{FF2B5EF4-FFF2-40B4-BE49-F238E27FC236}">
                <a16:creationId xmlns:a16="http://schemas.microsoft.com/office/drawing/2014/main" id="{11025D66-45B5-4996-AC8E-339EE60A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552450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6" name="route-0-head">
            <a:extLst xmlns:a="http://schemas.openxmlformats.org/drawingml/2006/main">
              <a:ext uri="{FF2B5EF4-FFF2-40B4-BE49-F238E27FC236}">
                <a16:creationId xmlns:a16="http://schemas.microsoft.com/office/drawing/2014/main" id="{710CA03C-2492-4C45-9A3E-A7164C56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51816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oute-1">
            <a:extLst xmlns:a="http://schemas.openxmlformats.org/drawingml/2006/main">
              <a:ext uri="{FF2B5EF4-FFF2-40B4-BE49-F238E27FC236}">
                <a16:creationId xmlns:a16="http://schemas.microsoft.com/office/drawing/2014/main" id="{DE1DA792-5AB3-4ADD-A728-24575130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552450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8" name="route-1-head">
            <a:extLst xmlns:a="http://schemas.openxmlformats.org/drawingml/2006/main">
              <a:ext uri="{FF2B5EF4-FFF2-40B4-BE49-F238E27FC236}">
                <a16:creationId xmlns:a16="http://schemas.microsoft.com/office/drawing/2014/main" id="{FA15D2F0-AABF-401C-AFD5-D05BBC3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51816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route-2">
            <a:extLst xmlns:a="http://schemas.openxmlformats.org/drawingml/2006/main">
              <a:ext uri="{FF2B5EF4-FFF2-40B4-BE49-F238E27FC236}">
                <a16:creationId xmlns:a16="http://schemas.microsoft.com/office/drawing/2014/main" id="{8ED03047-BBB0-4AF5-84A5-CC6AFE5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1143000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0" name="route-2-head">
            <a:extLst xmlns:a="http://schemas.openxmlformats.org/drawingml/2006/main">
              <a:ext uri="{FF2B5EF4-FFF2-40B4-BE49-F238E27FC236}">
                <a16:creationId xmlns:a16="http://schemas.microsoft.com/office/drawing/2014/main" id="{D8110EBF-318F-455F-B656-F67BB13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4660" y="127635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76200"/>
                </a:moveTo>
                <a:lnTo>
                  <a:pt x="0" y="0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route-3">
            <a:extLst xmlns:a="http://schemas.openxmlformats.org/drawingml/2006/main">
              <a:ext uri="{FF2B5EF4-FFF2-40B4-BE49-F238E27FC236}">
                <a16:creationId xmlns:a16="http://schemas.microsoft.com/office/drawing/2014/main" id="{BA536999-D92A-4ACF-969F-03D1F12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16383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2" name="route-3-head">
            <a:extLst xmlns:a="http://schemas.openxmlformats.org/drawingml/2006/main">
              <a:ext uri="{FF2B5EF4-FFF2-40B4-BE49-F238E27FC236}">
                <a16:creationId xmlns:a16="http://schemas.microsoft.com/office/drawing/2014/main" id="{482B0E10-1520-4CC1-8F2E-987EF004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160401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route-4">
            <a:extLst xmlns:a="http://schemas.openxmlformats.org/drawingml/2006/main">
              <a:ext uri="{FF2B5EF4-FFF2-40B4-BE49-F238E27FC236}">
                <a16:creationId xmlns:a16="http://schemas.microsoft.com/office/drawing/2014/main" id="{7E8699E6-0605-4D9E-A6CB-A72C884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076450"/>
            <a:ext cx="257175" cy="123825"/>
          </a:xfrm>
          <a:custGeom xmlns:a="http://schemas.openxmlformats.org/drawingml/2006/main">
            <a:pathLst>
              <a:path w="257175" h="123825">
                <a:moveTo>
                  <a:pt x="257175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4" name="route-4-head">
            <a:extLst xmlns:a="http://schemas.openxmlformats.org/drawingml/2006/main">
              <a:ext uri="{FF2B5EF4-FFF2-40B4-BE49-F238E27FC236}">
                <a16:creationId xmlns:a16="http://schemas.microsoft.com/office/drawing/2014/main" id="{74C86C68-A102-47F9-9183-15A06EDC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136323"/>
            <a:ext cx="83532" cy="63952"/>
          </a:xfrm>
          <a:custGeom xmlns:a="http://schemas.openxmlformats.org/drawingml/2006/main">
            <a:pathLst>
              <a:path w="83532" h="63952">
                <a:moveTo>
                  <a:pt x="0" y="63952"/>
                </a:moveTo>
                <a:lnTo>
                  <a:pt x="53781" y="0"/>
                </a:lnTo>
                <a:lnTo>
                  <a:pt x="83532" y="617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route-5">
            <a:extLst xmlns:a="http://schemas.openxmlformats.org/drawingml/2006/main">
              <a:ext uri="{FF2B5EF4-FFF2-40B4-BE49-F238E27FC236}">
                <a16:creationId xmlns:a16="http://schemas.microsoft.com/office/drawing/2014/main" id="{8637BDDE-F70E-4C5D-A04F-57B7FA0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076450"/>
            <a:ext cx="95" cy="161925"/>
          </a:xfrm>
          <a:custGeom xmlns:a="http://schemas.openxmlformats.org/drawingml/2006/main"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6" name="route-5-head">
            <a:extLst xmlns:a="http://schemas.openxmlformats.org/drawingml/2006/main">
              <a:ext uri="{FF2B5EF4-FFF2-40B4-BE49-F238E27FC236}">
                <a16:creationId xmlns:a16="http://schemas.microsoft.com/office/drawing/2014/main" id="{9459D056-5D98-4D8D-9430-EFA0A5E9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5135" y="21621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76200"/>
                </a:moveTo>
                <a:lnTo>
                  <a:pt x="0" y="0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route-6">
            <a:extLst xmlns:a="http://schemas.openxmlformats.org/drawingml/2006/main">
              <a:ext uri="{FF2B5EF4-FFF2-40B4-BE49-F238E27FC236}">
                <a16:creationId xmlns:a16="http://schemas.microsoft.com/office/drawing/2014/main" id="{955AD4E3-5AD2-4D62-9986-2BA01320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2952750"/>
            <a:ext cx="438150" cy="133350"/>
          </a:xfrm>
          <a:custGeom xmlns:a="http://schemas.openxmlformats.org/drawingml/2006/main">
            <a:pathLst>
              <a:path w="438150" h="133350">
                <a:moveTo>
                  <a:pt x="0" y="0"/>
                </a:moveTo>
                <a:lnTo>
                  <a:pt x="4381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8" name="route-6-head">
            <a:extLst xmlns:a="http://schemas.openxmlformats.org/drawingml/2006/main">
              <a:ext uri="{FF2B5EF4-FFF2-40B4-BE49-F238E27FC236}">
                <a16:creationId xmlns:a16="http://schemas.microsoft.com/office/drawing/2014/main" id="{24E6B05B-4C60-4B6B-B4A9-86813C3C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993" y="3031109"/>
            <a:ext cx="82882" cy="65609"/>
          </a:xfrm>
          <a:custGeom xmlns:a="http://schemas.openxmlformats.org/drawingml/2006/main">
            <a:pathLst>
              <a:path w="82882" h="65609">
                <a:moveTo>
                  <a:pt x="82882" y="54991"/>
                </a:moveTo>
                <a:lnTo>
                  <a:pt x="0" y="65609"/>
                </a:lnTo>
                <a:lnTo>
                  <a:pt x="199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route-7">
            <a:extLst xmlns:a="http://schemas.openxmlformats.org/drawingml/2006/main">
              <a:ext uri="{FF2B5EF4-FFF2-40B4-BE49-F238E27FC236}">
                <a16:creationId xmlns:a16="http://schemas.microsoft.com/office/drawing/2014/main" id="{9C217A2A-3B0E-49F4-A976-A4295C6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287655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80" name="route-7-head">
            <a:extLst xmlns:a="http://schemas.openxmlformats.org/drawingml/2006/main">
              <a:ext uri="{FF2B5EF4-FFF2-40B4-BE49-F238E27FC236}">
                <a16:creationId xmlns:a16="http://schemas.microsoft.com/office/drawing/2014/main" id="{BF7148EC-78D0-4CAF-BFA7-4680F743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5610" y="299085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76200"/>
                </a:moveTo>
                <a:lnTo>
                  <a:pt x="0" y="0"/>
                </a:lnTo>
                <a:lnTo>
                  <a:pt x="685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oute-8">
            <a:extLst xmlns:a="http://schemas.openxmlformats.org/drawingml/2006/main">
              <a:ext uri="{FF2B5EF4-FFF2-40B4-BE49-F238E27FC236}">
                <a16:creationId xmlns:a16="http://schemas.microsoft.com/office/drawing/2014/main" id="{F84419B5-323D-40A7-84A0-82738B52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3352800"/>
            <a:ext cx="171450" cy="95250"/>
          </a:xfrm>
          <a:custGeom xmlns:a="http://schemas.openxmlformats.org/drawingml/2006/main">
            <a:pathLst>
              <a:path w="171450" h="95250">
                <a:moveTo>
                  <a:pt x="0" y="9525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82" name="route-8-head">
            <a:extLst xmlns:a="http://schemas.openxmlformats.org/drawingml/2006/main">
              <a:ext uri="{FF2B5EF4-FFF2-40B4-BE49-F238E27FC236}">
                <a16:creationId xmlns:a16="http://schemas.microsoft.com/office/drawing/2014/main" id="{7A67458E-C110-40C5-821D-5C94C598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2712" y="3352800"/>
            <a:ext cx="83263" cy="66981"/>
          </a:xfrm>
          <a:custGeom xmlns:a="http://schemas.openxmlformats.org/drawingml/2006/main">
            <a:pathLst>
              <a:path w="83263" h="66981">
                <a:moveTo>
                  <a:pt x="83263" y="0"/>
                </a:moveTo>
                <a:lnTo>
                  <a:pt x="33305" y="66981"/>
                </a:lnTo>
                <a:lnTo>
                  <a:pt x="0" y="7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route-9">
            <a:extLst xmlns:a="http://schemas.openxmlformats.org/drawingml/2006/main">
              <a:ext uri="{FF2B5EF4-FFF2-40B4-BE49-F238E27FC236}">
                <a16:creationId xmlns:a16="http://schemas.microsoft.com/office/drawing/2014/main" id="{9404842B-3F02-44C8-A0C7-6F315A9A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34290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84" name="route-9-head">
            <a:extLst xmlns:a="http://schemas.openxmlformats.org/drawingml/2006/main">
              <a:ext uri="{FF2B5EF4-FFF2-40B4-BE49-F238E27FC236}">
                <a16:creationId xmlns:a16="http://schemas.microsoft.com/office/drawing/2014/main" id="{65EDF09F-A855-47C5-91F4-147EB3F0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339471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route-10">
            <a:extLst xmlns:a="http://schemas.openxmlformats.org/drawingml/2006/main">
              <a:ext uri="{FF2B5EF4-FFF2-40B4-BE49-F238E27FC236}">
                <a16:creationId xmlns:a16="http://schemas.microsoft.com/office/drawing/2014/main" id="{3CD412AC-95C3-47B5-AD15-78237B98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0574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86" name="route-10-head">
            <a:extLst xmlns:a="http://schemas.openxmlformats.org/drawingml/2006/main">
              <a:ext uri="{FF2B5EF4-FFF2-40B4-BE49-F238E27FC236}">
                <a16:creationId xmlns:a16="http://schemas.microsoft.com/office/drawing/2014/main" id="{B17E7BD2-F882-4EE1-9393-CD63A273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02311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route-11">
            <a:extLst xmlns:a="http://schemas.openxmlformats.org/drawingml/2006/main">
              <a:ext uri="{FF2B5EF4-FFF2-40B4-BE49-F238E27FC236}">
                <a16:creationId xmlns:a16="http://schemas.microsoft.com/office/drawing/2014/main" id="{9D242F3B-B9FF-40F8-8F00-4035CF7F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057400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88" name="route-11-head">
            <a:extLst xmlns:a="http://schemas.openxmlformats.org/drawingml/2006/main">
              <a:ext uri="{FF2B5EF4-FFF2-40B4-BE49-F238E27FC236}">
                <a16:creationId xmlns:a16="http://schemas.microsoft.com/office/drawing/2014/main" id="{02751742-9E89-4E87-9D56-F99EA144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02311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route-12">
            <a:extLst xmlns:a="http://schemas.openxmlformats.org/drawingml/2006/main">
              <a:ext uri="{FF2B5EF4-FFF2-40B4-BE49-F238E27FC236}">
                <a16:creationId xmlns:a16="http://schemas.microsoft.com/office/drawing/2014/main" id="{A276B5D0-4C34-40A3-A7EB-54B2E3F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057400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90" name="route-12-head">
            <a:extLst xmlns:a="http://schemas.openxmlformats.org/drawingml/2006/main">
              <a:ext uri="{FF2B5EF4-FFF2-40B4-BE49-F238E27FC236}">
                <a16:creationId xmlns:a16="http://schemas.microsoft.com/office/drawing/2014/main" id="{D7F8335B-58A2-411F-A81F-974E221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2023110"/>
            <a:ext cx="76200" cy="68580"/>
          </a:xfrm>
          <a:custGeom xmlns:a="http://schemas.openxmlformats.org/drawingml/2006/main">
            <a:pathLst>
              <a:path w="76200" h="68580">
                <a:moveTo>
                  <a:pt x="76200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113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2026-10-09T21:05:56.4770000Z</dcterms:created>
  <dcterms:modified xsi:type="dcterms:W3CDTF">2026-10-09T21:05:56.4770000Z</dcterms:modified>
</coreProperties>
</file>