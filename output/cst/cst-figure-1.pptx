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e933bcd474484" /><Relationship Type="http://schemas.openxmlformats.org/officeDocument/2006/relationships/extended-properties" Target="/docProps/app.xml" Id="R9ec055653006420b" /><Relationship Type="http://schemas.openxmlformats.org/officeDocument/2006/relationships/officeDocument" Target="/ppt/presentation.xml" Id="R5ea092bbfeab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a23e457484293"/>
  </p:sldMasterIdLst>
  <p:notesMasterIdLst>
    <p:notesMasterId xmlns:r="http://schemas.openxmlformats.org/officeDocument/2006/relationships" r:id="R2c0342c961ca46cb"/>
  </p:notesMasterIdLst>
  <p:sldIdLst>
    <p:sldId xmlns:r="http://schemas.openxmlformats.org/officeDocument/2006/relationships" id="256" r:id="Rb9f3edd09b3a44ae"/>
  </p:sldIdLst>
  <p:sldSz cx="14744700" cy="213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e50e642df4917" /><Relationship Type="http://schemas.openxmlformats.org/officeDocument/2006/relationships/slideMaster" Target="/ppt/slideMasters/slideMaster1.xml" Id="R67aa23e457484293" /><Relationship Type="http://schemas.openxmlformats.org/officeDocument/2006/relationships/notesMaster" Target="/ppt/notesMasters/notesMaster1.xml" Id="R2c0342c961ca46cb" /><Relationship Type="http://schemas.openxmlformats.org/officeDocument/2006/relationships/presProps" Target="/ppt/presProps.xml" Id="R83c43bb715d24b9c" /><Relationship Type="http://schemas.openxmlformats.org/officeDocument/2006/relationships/tableStyles" Target="/ppt/tableStyles.xml" Id="R620a000320fb4b90" /><Relationship Type="http://schemas.openxmlformats.org/officeDocument/2006/relationships/slide" Target="/ppt/slides/slide1.xml" Id="Rb9f3edd09b3a44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167d8f5d7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0b77eb79114418" /><Relationship Type="http://schemas.openxmlformats.org/officeDocument/2006/relationships/notesMaster" Target="/ppt/notesMasters/notesMaster1.xml" Id="R9d59911bb9f6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"Constructing Skill Trees for Reinforcement Learning Agents from Demonstration Trajectories",</a:t>
            </a:r>
          </a:p>
          <a:p xmlns:a="http://schemas.openxmlformats.org/drawingml/2006/main">
            <a:r>
              <a:t>  "paper_url": "https://proceedings.neurips.cc/paper/2010/file/27ed0fb950b856b06e1273989422e7d3-Paper.pdf",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"License not verified; private authorized reference use",</a:t>
            </a:r>
          </a:p>
          <a:p xmlns:a="http://schemas.openxmlformats.org/drawingml/2006/main">
            <a:r>
              <a:t>  "notes": "Original four-stage skill-chain/skill-tree conceptual method illustration, rather than a neural network architecture. Native robot icons, regions, chains and labels retained.",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"ae37423ec4ed2226fa89a4b2c43f233afa4e5d970ef437ade88a71e7d51ce905",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111,</a:t>
            </a:r>
          </a:p>
          <a:p xmlns:a="http://schemas.openxmlformats.org/drawingml/2006/main">
            <a:r>
              <a:t>    610,</a:t>
            </a:r>
          </a:p>
          <a:p xmlns:a="http://schemas.openxmlformats.org/drawingml/2006/main">
            <a:r>
              <a:t>    498,</a:t>
            </a:r>
          </a:p>
          <a:p xmlns:a="http://schemas.openxmlformats.org/drawingml/2006/main">
            <a:r>
              <a:t>    666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83eb6f55b4c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645417dda44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d755767ff45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db429c4ec48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5f14b10734b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d7c764598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A4ACDD-E461-4DD8-92FD-C3FF0EAC0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4470" y="806027"/>
            <a:ext cx="11795760" cy="308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6495F8-ABE3-4232-96E4-C7C0D88F20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1705" y="1173480"/>
            <a:ext cx="10321290" cy="237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83EC4A-0FA4-47C9-8FE7-1E9AB7124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4470" y="889000"/>
            <a:ext cx="1179576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D743E7-CC38-444F-8235-797BC725F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165947"/>
            <a:ext cx="13085921" cy="260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A00EDE-F71C-456E-A3CD-04C052DD2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592667"/>
            <a:ext cx="13085921" cy="132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12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1pPr>
            <a:lvl2pPr marL="16594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2pPr>
            <a:lvl3pPr marL="26077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3pPr>
            <a:lvl4pPr marL="35560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4pPr>
            <a:lvl5pPr marL="45042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5pPr>
            <a:lvl6pPr marL="54525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6pPr>
            <a:lvl7pPr marL="64008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7pPr>
            <a:lvl8pPr marL="73490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8pPr>
            <a:lvl9pPr marL="82973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632749-72E4-42BD-9E00-401826692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165947"/>
            <a:ext cx="13085921" cy="260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F52F20-03E5-485E-9577-51BEE5C4B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592667"/>
            <a:ext cx="6082189" cy="132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12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1pPr>
            <a:lvl2pPr marL="16594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2pPr>
            <a:lvl3pPr marL="26077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3pPr>
            <a:lvl4pPr marL="35560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4pPr>
            <a:lvl5pPr marL="45042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5pPr>
            <a:lvl6pPr marL="54525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6pPr>
            <a:lvl7pPr marL="64008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7pPr>
            <a:lvl8pPr marL="73490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8pPr>
            <a:lvl9pPr marL="82973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63B252-42AF-43D9-A605-B99CBA5858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833122" y="592667"/>
            <a:ext cx="6082189" cy="132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12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1pPr>
            <a:lvl2pPr marL="16594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2pPr>
            <a:lvl3pPr marL="26077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3pPr>
            <a:lvl4pPr marL="35560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4pPr>
            <a:lvl5pPr marL="45042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5pPr>
            <a:lvl6pPr marL="54525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6pPr>
            <a:lvl7pPr marL="64008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7pPr>
            <a:lvl8pPr marL="73490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8pPr>
            <a:lvl9pPr marL="82973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804DA-E0A5-47A6-8CD3-9C2D02808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389" y="165947"/>
            <a:ext cx="13085921" cy="260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A4BB08-791A-434A-B567-9487F6450E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9389" y="592667"/>
            <a:ext cx="6082189" cy="132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112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1pPr>
            <a:lvl2pPr marL="16594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2pPr>
            <a:lvl3pPr marL="26077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3pPr>
            <a:lvl4pPr marL="35560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4pPr>
            <a:lvl5pPr marL="45042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5pPr>
            <a:lvl6pPr marL="54525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6pPr>
            <a:lvl7pPr marL="640080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7pPr>
            <a:lvl8pPr marL="734907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8pPr>
            <a:lvl9pPr marL="829733" indent="-71120">
              <a:lnSpc>
                <a:spcPct val="110000"/>
              </a:lnSpc>
              <a:spcBef>
                <a:spcPts val="0"/>
              </a:spcBef>
              <a:spcAft>
                <a:spcPts val="3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55d6690cb430b" /><Relationship Type="http://schemas.openxmlformats.org/officeDocument/2006/relationships/slideLayout" Target="/ppt/slideLayouts/slideLayout1.xml" Id="Rfc6f43253e9c49c7" /><Relationship Type="http://schemas.openxmlformats.org/officeDocument/2006/relationships/slideLayout" Target="/ppt/slideLayouts/slideLayout2.xml" Id="R0c92be96cd1d4ec1" /><Relationship Type="http://schemas.openxmlformats.org/officeDocument/2006/relationships/slideLayout" Target="/ppt/slideLayouts/slideLayout3.xml" Id="Rddc89fdf86794879" /><Relationship Type="http://schemas.openxmlformats.org/officeDocument/2006/relationships/slideLayout" Target="/ppt/slideLayouts/slideLayout4.xml" Id="R0060a67e25564362" /><Relationship Type="http://schemas.openxmlformats.org/officeDocument/2006/relationships/slideLayout" Target="/ppt/slideLayouts/slideLayout5.xml" Id="R83b2f0d7822741fc" /><Relationship Type="http://schemas.openxmlformats.org/officeDocument/2006/relationships/slideLayout" Target="/ppt/slideLayouts/slideLayout6.xml" Id="Rc728ad17da81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f43253e9c49c7"/>
    <p:sldLayoutId xmlns:r="http://schemas.openxmlformats.org/officeDocument/2006/relationships" id="2147483650" r:id="R0c92be96cd1d4ec1"/>
    <p:sldLayoutId xmlns:r="http://schemas.openxmlformats.org/officeDocument/2006/relationships" id="2147483651" r:id="Rddc89fdf86794879"/>
    <p:sldLayoutId xmlns:r="http://schemas.openxmlformats.org/officeDocument/2006/relationships" id="2147483652" r:id="R0060a67e25564362"/>
    <p:sldLayoutId xmlns:r="http://schemas.openxmlformats.org/officeDocument/2006/relationships" id="2147483653" r:id="R83b2f0d7822741fc"/>
    <p:sldLayoutId xmlns:r="http://schemas.openxmlformats.org/officeDocument/2006/relationships" id="2147483654" r:id="Rc728ad17da81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0c80bf4944beb" /><Relationship Type="http://schemas.openxmlformats.org/officeDocument/2006/relationships/notesSlide" Target="/ppt/notesSlides/notesSlide1.xml" Id="R229701662d47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pdf-path-1">
            <a:extLst xmlns:a="http://schemas.openxmlformats.org/drawingml/2006/main">
              <a:ext uri="{FF2B5EF4-FFF2-40B4-BE49-F238E27FC236}">
                <a16:creationId xmlns:a16="http://schemas.microsoft.com/office/drawing/2014/main" id="{01E5BDB7-1FF1-4B63-9A22-09B746D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423" y="684270"/>
            <a:ext cx="2849838" cy="855734"/>
          </a:xfrm>
          <a:custGeom xmlns:a="http://schemas.openxmlformats.org/drawingml/2006/main">
            <a:pathLst>
              <a:path w="2849838" h="855734">
                <a:moveTo>
                  <a:pt x="0" y="735457"/>
                </a:moveTo>
                <a:cubicBezTo>
                  <a:pt x="216985" y="770692"/>
                  <a:pt x="429781" y="841174"/>
                  <a:pt x="651022" y="841170"/>
                </a:cubicBezTo>
                <a:cubicBezTo>
                  <a:pt x="872264" y="841167"/>
                  <a:pt x="1212482" y="855734"/>
                  <a:pt x="1327581" y="735437"/>
                </a:cubicBezTo>
                <a:cubicBezTo>
                  <a:pt x="1442681" y="615139"/>
                  <a:pt x="1087999" y="238648"/>
                  <a:pt x="1341684" y="119325"/>
                </a:cubicBezTo>
                <a:cubicBezTo>
                  <a:pt x="1595367" y="0"/>
                  <a:pt x="2347170" y="52722"/>
                  <a:pt x="2849838" y="194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1478059A-7E93-40FC-AC7C-7552358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53" y="1419706"/>
            <a:ext cx="84570" cy="105733"/>
          </a:xfrm>
          <a:custGeom xmlns:a="http://schemas.openxmlformats.org/drawingml/2006/main">
            <a:pathLst>
              <a:path w="84570" h="105733">
                <a:moveTo>
                  <a:pt x="0" y="0"/>
                </a:moveTo>
                <a:lnTo>
                  <a:pt x="84570" y="105733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2DEA40F8-BF9E-483A-99C4-A2A55808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53" y="1419727"/>
            <a:ext cx="84570" cy="105712"/>
          </a:xfrm>
          <a:custGeom xmlns:a="http://schemas.openxmlformats.org/drawingml/2006/main">
            <a:pathLst>
              <a:path w="84570" h="105712">
                <a:moveTo>
                  <a:pt x="84570" y="0"/>
                </a:moveTo>
                <a:lnTo>
                  <a:pt x="0" y="105712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6572CA87-12C4-4FAF-9A51-E15FFB27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449" y="537544"/>
            <a:ext cx="1071325" cy="359273"/>
          </a:xfrm>
          <a:custGeom xmlns:a="http://schemas.openxmlformats.org/drawingml/2006/main">
            <a:pathLst>
              <a:path w="1071325" h="359273">
                <a:moveTo>
                  <a:pt x="880743" y="63912"/>
                </a:moveTo>
                <a:cubicBezTo>
                  <a:pt x="1071325" y="127825"/>
                  <a:pt x="1071325" y="231446"/>
                  <a:pt x="880743" y="295361"/>
                </a:cubicBezTo>
                <a:cubicBezTo>
                  <a:pt x="690159" y="359273"/>
                  <a:pt x="381166" y="359273"/>
                  <a:pt x="190584" y="295361"/>
                </a:cubicBezTo>
                <a:cubicBezTo>
                  <a:pt x="0" y="231446"/>
                  <a:pt x="0" y="127825"/>
                  <a:pt x="190584" y="63912"/>
                </a:cubicBezTo>
                <a:cubicBezTo>
                  <a:pt x="381166" y="0"/>
                  <a:pt x="690159" y="0"/>
                  <a:pt x="880743" y="6391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22006BD1-1E72-4C42-BA77-57E8F60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449" y="537544"/>
            <a:ext cx="1071326" cy="359273"/>
          </a:xfrm>
          <a:custGeom xmlns:a="http://schemas.openxmlformats.org/drawingml/2006/main">
            <a:pathLst>
              <a:path w="1071326" h="359273">
                <a:moveTo>
                  <a:pt x="880743" y="63912"/>
                </a:moveTo>
                <a:cubicBezTo>
                  <a:pt x="1071326" y="127825"/>
                  <a:pt x="1071326" y="231449"/>
                  <a:pt x="880743" y="295359"/>
                </a:cubicBezTo>
                <a:cubicBezTo>
                  <a:pt x="690160" y="359273"/>
                  <a:pt x="381166" y="359273"/>
                  <a:pt x="190584" y="295359"/>
                </a:cubicBezTo>
                <a:cubicBezTo>
                  <a:pt x="0" y="231449"/>
                  <a:pt x="0" y="127825"/>
                  <a:pt x="190584" y="63912"/>
                </a:cubicBezTo>
                <a:cubicBezTo>
                  <a:pt x="381166" y="0"/>
                  <a:pt x="690160" y="0"/>
                  <a:pt x="880743" y="639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ot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8F19F3E2-0ABC-46A2-A224-8EA87D4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73219" y="83739"/>
                </a:lnTo>
                <a:lnTo>
                  <a:pt x="732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C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64837A81-6578-4CCB-B42E-E03214B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0"/>
                </a:moveTo>
                <a:lnTo>
                  <a:pt x="73219" y="0"/>
                </a:lnTo>
                <a:lnTo>
                  <a:pt x="73219" y="83739"/>
                </a:lnTo>
                <a:lnTo>
                  <a:pt x="0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0A0482A1-6963-48D9-899A-EBA81169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0" y="0"/>
                </a:lnTo>
                <a:lnTo>
                  <a:pt x="73219" y="0"/>
                </a:lnTo>
                <a:lnTo>
                  <a:pt x="73219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4D886878-2CC6-48C0-A76D-4E8D2D96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2378" y="393176"/>
            <a:ext cx="258132" cy="236725"/>
          </a:xfrm>
          <a:custGeom xmlns:a="http://schemas.openxmlformats.org/drawingml/2006/main">
            <a:pathLst>
              <a:path w="258132" h="236725">
                <a:moveTo>
                  <a:pt x="165677" y="236725"/>
                </a:moveTo>
                <a:lnTo>
                  <a:pt x="165677" y="236725"/>
                </a:lnTo>
                <a:cubicBezTo>
                  <a:pt x="225791" y="216605"/>
                  <a:pt x="258132" y="151805"/>
                  <a:pt x="237912" y="91992"/>
                </a:cubicBezTo>
                <a:cubicBezTo>
                  <a:pt x="217691" y="32177"/>
                  <a:pt x="152569" y="0"/>
                  <a:pt x="92456" y="20117"/>
                </a:cubicBezTo>
                <a:cubicBezTo>
                  <a:pt x="32342" y="40237"/>
                  <a:pt x="0" y="105035"/>
                  <a:pt x="20221" y="164850"/>
                </a:cubicBezTo>
                <a:cubicBezTo>
                  <a:pt x="31674" y="198732"/>
                  <a:pt x="58404" y="225328"/>
                  <a:pt x="92456" y="236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E6E5643D-1979-4F2A-8A1F-AD5EF79F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F61C6D9E-EBB7-4F22-866A-4BC5240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8040" y="629908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56260FA7-528D-4982-A880-6BEFC951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9517" y="510560"/>
            <a:ext cx="52666" cy="34844"/>
          </a:xfrm>
          <a:custGeom xmlns:a="http://schemas.openxmlformats.org/drawingml/2006/main">
            <a:pathLst>
              <a:path w="52666" h="34844">
                <a:moveTo>
                  <a:pt x="0" y="635"/>
                </a:moveTo>
                <a:lnTo>
                  <a:pt x="16957" y="34844"/>
                </a:lnTo>
                <a:lnTo>
                  <a:pt x="26195" y="0"/>
                </a:lnTo>
                <a:lnTo>
                  <a:pt x="39431" y="26322"/>
                </a:lnTo>
                <a:lnTo>
                  <a:pt x="52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82E2EF7E-886A-46CD-93CA-8176F413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170" y="511278"/>
            <a:ext cx="52686" cy="32200"/>
          </a:xfrm>
          <a:custGeom xmlns:a="http://schemas.openxmlformats.org/drawingml/2006/main">
            <a:pathLst>
              <a:path w="52686" h="32200">
                <a:moveTo>
                  <a:pt x="0" y="593"/>
                </a:moveTo>
                <a:lnTo>
                  <a:pt x="13024" y="26322"/>
                </a:lnTo>
                <a:lnTo>
                  <a:pt x="26258" y="0"/>
                </a:lnTo>
                <a:lnTo>
                  <a:pt x="35730" y="32200"/>
                </a:lnTo>
                <a:lnTo>
                  <a:pt x="526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A27D6245-4CD5-479D-9D43-9E8DFD7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7234" y="694097"/>
            <a:ext cx="89919" cy="31124"/>
          </a:xfrm>
          <a:custGeom xmlns:a="http://schemas.openxmlformats.org/drawingml/2006/main">
            <a:pathLst>
              <a:path w="89919" h="31124">
                <a:moveTo>
                  <a:pt x="0" y="0"/>
                </a:moveTo>
                <a:lnTo>
                  <a:pt x="0" y="0"/>
                </a:lnTo>
                <a:cubicBezTo>
                  <a:pt x="16876" y="24708"/>
                  <a:pt x="50685" y="31124"/>
                  <a:pt x="75517" y="14332"/>
                </a:cubicBezTo>
                <a:cubicBezTo>
                  <a:pt x="81183" y="10499"/>
                  <a:pt x="86069" y="5639"/>
                  <a:pt x="89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30EEBEB1-9743-4099-A779-B32E2F76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1927" y="517768"/>
            <a:ext cx="29092" cy="55266"/>
          </a:xfrm>
          <a:custGeom xmlns:a="http://schemas.openxmlformats.org/drawingml/2006/main">
            <a:pathLst>
              <a:path w="29092" h="55266">
                <a:moveTo>
                  <a:pt x="0" y="0"/>
                </a:moveTo>
                <a:lnTo>
                  <a:pt x="29092" y="55266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3F942461-3585-4926-ACCF-36AC35B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3325" y="516522"/>
            <a:ext cx="33131" cy="53892"/>
          </a:xfrm>
          <a:custGeom xmlns:a="http://schemas.openxmlformats.org/drawingml/2006/main">
            <a:pathLst>
              <a:path w="33131" h="53892">
                <a:moveTo>
                  <a:pt x="33131" y="0"/>
                </a:moveTo>
                <a:lnTo>
                  <a:pt x="0" y="53892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255A1E6E-D5F9-48F0-BFB9-95E594C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2458" y="569207"/>
            <a:ext cx="15582" cy="60680"/>
          </a:xfrm>
          <a:custGeom xmlns:a="http://schemas.openxmlformats.org/drawingml/2006/main">
            <a:pathLst>
              <a:path w="15582" h="60680">
                <a:moveTo>
                  <a:pt x="0" y="0"/>
                </a:moveTo>
                <a:lnTo>
                  <a:pt x="15582" y="6068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63BC3D77-E0F3-42CC-8919-93F5348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570858"/>
            <a:ext cx="16893" cy="59050"/>
          </a:xfrm>
          <a:custGeom xmlns:a="http://schemas.openxmlformats.org/drawingml/2006/main">
            <a:pathLst>
              <a:path w="16893" h="59050">
                <a:moveTo>
                  <a:pt x="16893" y="0"/>
                </a:moveTo>
                <a:lnTo>
                  <a:pt x="0" y="5905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705E9753-FAFC-4231-A67C-FCCFE42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73223" cy="23666"/>
          </a:xfrm>
          <a:custGeom xmlns:a="http://schemas.openxmlformats.org/drawingml/2006/main">
            <a:pathLst>
              <a:path w="73223" h="23666">
                <a:moveTo>
                  <a:pt x="0" y="0"/>
                </a:moveTo>
                <a:lnTo>
                  <a:pt x="0" y="0"/>
                </a:lnTo>
                <a:cubicBezTo>
                  <a:pt x="15823" y="20120"/>
                  <a:pt x="45042" y="23666"/>
                  <a:pt x="65263" y="7920"/>
                </a:cubicBezTo>
                <a:cubicBezTo>
                  <a:pt x="68229" y="5611"/>
                  <a:pt x="70901" y="2951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96F7EB62-8A8B-46B4-94E7-8598BA4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055" y="516396"/>
            <a:ext cx="82287" cy="95"/>
          </a:xfrm>
          <a:custGeom xmlns:a="http://schemas.openxmlformats.org/drawingml/2006/main">
            <a:pathLst>
              <a:path w="82287" h="95">
                <a:moveTo>
                  <a:pt x="0" y="0"/>
                </a:moveTo>
                <a:lnTo>
                  <a:pt x="822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37F20924-AC9D-4B74-859E-FBADDAB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609" y="515276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216B35CB-CBE8-4DC8-AA62-F82A79F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106" y="294949"/>
            <a:ext cx="1501" cy="82604"/>
          </a:xfrm>
          <a:custGeom xmlns:a="http://schemas.openxmlformats.org/drawingml/2006/main">
            <a:pathLst>
              <a:path w="1501" h="82604">
                <a:moveTo>
                  <a:pt x="1501" y="82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808F2058-0115-42F9-A1DC-2163A826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7080" y="360090"/>
            <a:ext cx="70700" cy="62136"/>
          </a:xfrm>
          <a:custGeom xmlns:a="http://schemas.openxmlformats.org/drawingml/2006/main">
            <a:pathLst>
              <a:path w="70700" h="62136">
                <a:moveTo>
                  <a:pt x="0" y="0"/>
                </a:moveTo>
                <a:lnTo>
                  <a:pt x="70700" y="6213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4" name="pdf-path-24">
            <a:extLst xmlns:a="http://schemas.openxmlformats.org/drawingml/2006/main">
              <a:ext uri="{FF2B5EF4-FFF2-40B4-BE49-F238E27FC236}">
                <a16:creationId xmlns:a16="http://schemas.microsoft.com/office/drawing/2014/main" id="{D3179D8F-E25B-47F3-BAEE-3E133035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857" y="356369"/>
            <a:ext cx="62307" cy="63426"/>
          </a:xfrm>
          <a:custGeom xmlns:a="http://schemas.openxmlformats.org/drawingml/2006/main">
            <a:pathLst>
              <a:path w="62307" h="63426">
                <a:moveTo>
                  <a:pt x="62307" y="0"/>
                </a:moveTo>
                <a:lnTo>
                  <a:pt x="0" y="6342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9FC4F600-B13F-4CD1-A2E5-237F854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29908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4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6" name="pdf-path-26">
            <a:extLst xmlns:a="http://schemas.openxmlformats.org/drawingml/2006/main">
              <a:ext uri="{FF2B5EF4-FFF2-40B4-BE49-F238E27FC236}">
                <a16:creationId xmlns:a16="http://schemas.microsoft.com/office/drawing/2014/main" id="{04E314C9-5CE8-4AEC-920F-0F3B6D7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71771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4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7" name="pdf-path-27">
            <a:extLst xmlns:a="http://schemas.openxmlformats.org/drawingml/2006/main">
              <a:ext uri="{FF2B5EF4-FFF2-40B4-BE49-F238E27FC236}">
                <a16:creationId xmlns:a16="http://schemas.microsoft.com/office/drawing/2014/main" id="{A76FD0D6-75E7-4150-BE32-AA5D695D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824" y="671771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4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8" name="pdf-path-28">
            <a:extLst xmlns:a="http://schemas.openxmlformats.org/drawingml/2006/main">
              <a:ext uri="{FF2B5EF4-FFF2-40B4-BE49-F238E27FC236}">
                <a16:creationId xmlns:a16="http://schemas.microsoft.com/office/drawing/2014/main" id="{46E1BD60-C77F-4A35-A22C-3ABCC96D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7943" y="303026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111747"/>
                </a:moveTo>
                <a:lnTo>
                  <a:pt x="130033" y="111747"/>
                </a:lnTo>
                <a:lnTo>
                  <a:pt x="1300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29">
            <a:extLst xmlns:a="http://schemas.openxmlformats.org/drawingml/2006/main">
              <a:ext uri="{FF2B5EF4-FFF2-40B4-BE49-F238E27FC236}">
                <a16:creationId xmlns:a16="http://schemas.microsoft.com/office/drawing/2014/main" id="{9CF40F91-1549-4EF9-AF91-274DE51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7943" y="303026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0"/>
                </a:moveTo>
                <a:lnTo>
                  <a:pt x="130033" y="0"/>
                </a:lnTo>
                <a:lnTo>
                  <a:pt x="130033" y="111747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30" name="pdf-path-30">
            <a:extLst xmlns:a="http://schemas.openxmlformats.org/drawingml/2006/main">
              <a:ext uri="{FF2B5EF4-FFF2-40B4-BE49-F238E27FC236}">
                <a16:creationId xmlns:a16="http://schemas.microsoft.com/office/drawing/2014/main" id="{969CFA68-36FF-4543-A53E-D4DEF4D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7943" y="303026"/>
            <a:ext cx="130032" cy="111747"/>
          </a:xfrm>
          <a:custGeom xmlns:a="http://schemas.openxmlformats.org/drawingml/2006/main">
            <a:pathLst>
              <a:path w="130032" h="111747">
                <a:moveTo>
                  <a:pt x="130032" y="111747"/>
                </a:moveTo>
                <a:lnTo>
                  <a:pt x="130032" y="0"/>
                </a:lnTo>
                <a:lnTo>
                  <a:pt x="0" y="0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31" name="pdf-path-31">
            <a:extLst xmlns:a="http://schemas.openxmlformats.org/drawingml/2006/main">
              <a:ext uri="{FF2B5EF4-FFF2-40B4-BE49-F238E27FC236}">
                <a16:creationId xmlns:a16="http://schemas.microsoft.com/office/drawing/2014/main" id="{48A25C28-951E-47EA-8D0F-EB22D8F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4236" y="344970"/>
            <a:ext cx="37270" cy="40902"/>
          </a:xfrm>
          <a:custGeom xmlns:a="http://schemas.openxmlformats.org/drawingml/2006/main">
            <a:pathLst>
              <a:path w="37270" h="40902">
                <a:moveTo>
                  <a:pt x="6630" y="7276"/>
                </a:moveTo>
                <a:cubicBezTo>
                  <a:pt x="0" y="14553"/>
                  <a:pt x="0" y="26350"/>
                  <a:pt x="6630" y="33626"/>
                </a:cubicBezTo>
                <a:cubicBezTo>
                  <a:pt x="13261" y="40902"/>
                  <a:pt x="24010" y="40902"/>
                  <a:pt x="30639" y="33626"/>
                </a:cubicBezTo>
                <a:cubicBezTo>
                  <a:pt x="37270" y="26350"/>
                  <a:pt x="37270" y="14553"/>
                  <a:pt x="30639" y="7276"/>
                </a:cubicBezTo>
                <a:cubicBezTo>
                  <a:pt x="24010" y="0"/>
                  <a:pt x="13261" y="0"/>
                  <a:pt x="6630" y="72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F1883448-2F04-44F0-B54E-885BFA77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4236" y="344972"/>
            <a:ext cx="37270" cy="40900"/>
          </a:xfrm>
          <a:custGeom xmlns:a="http://schemas.openxmlformats.org/drawingml/2006/main">
            <a:pathLst>
              <a:path w="37270" h="40900">
                <a:moveTo>
                  <a:pt x="6630" y="7276"/>
                </a:moveTo>
                <a:cubicBezTo>
                  <a:pt x="0" y="14550"/>
                  <a:pt x="0" y="26347"/>
                  <a:pt x="6630" y="33624"/>
                </a:cubicBezTo>
                <a:cubicBezTo>
                  <a:pt x="13260" y="40900"/>
                  <a:pt x="24010" y="40900"/>
                  <a:pt x="30639" y="33624"/>
                </a:cubicBezTo>
                <a:cubicBezTo>
                  <a:pt x="37270" y="26347"/>
                  <a:pt x="37270" y="14550"/>
                  <a:pt x="30639" y="7276"/>
                </a:cubicBezTo>
                <a:cubicBezTo>
                  <a:pt x="24010" y="0"/>
                  <a:pt x="13260" y="0"/>
                  <a:pt x="6630" y="7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3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46ED1DD4-D740-4147-86DE-2D7C9C5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4236" y="344972"/>
            <a:ext cx="37270" cy="40900"/>
          </a:xfrm>
          <a:custGeom xmlns:a="http://schemas.openxmlformats.org/drawingml/2006/main">
            <a:pathLst>
              <a:path w="37270" h="40900">
                <a:moveTo>
                  <a:pt x="6630" y="33624"/>
                </a:moveTo>
                <a:cubicBezTo>
                  <a:pt x="0" y="26347"/>
                  <a:pt x="0" y="14550"/>
                  <a:pt x="6630" y="7276"/>
                </a:cubicBezTo>
                <a:cubicBezTo>
                  <a:pt x="13260" y="0"/>
                  <a:pt x="24010" y="0"/>
                  <a:pt x="30639" y="7276"/>
                </a:cubicBezTo>
                <a:cubicBezTo>
                  <a:pt x="37270" y="14550"/>
                  <a:pt x="37270" y="26347"/>
                  <a:pt x="30639" y="33624"/>
                </a:cubicBezTo>
                <a:cubicBezTo>
                  <a:pt x="24010" y="40900"/>
                  <a:pt x="13260" y="40900"/>
                  <a:pt x="6630" y="336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34" name="pdf-path-34">
            <a:extLst xmlns:a="http://schemas.openxmlformats.org/drawingml/2006/main">
              <a:ext uri="{FF2B5EF4-FFF2-40B4-BE49-F238E27FC236}">
                <a16:creationId xmlns:a16="http://schemas.microsoft.com/office/drawing/2014/main" id="{C9233206-0ABB-4AC5-BFEA-361B55B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413" y="420853"/>
            <a:ext cx="330501" cy="212317"/>
          </a:xfrm>
          <a:custGeom xmlns:a="http://schemas.openxmlformats.org/drawingml/2006/main">
            <a:pathLst>
              <a:path w="330501" h="212317">
                <a:moveTo>
                  <a:pt x="0" y="212317"/>
                </a:moveTo>
                <a:lnTo>
                  <a:pt x="330501" y="212317"/>
                </a:lnTo>
                <a:lnTo>
                  <a:pt x="3305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D9EF60F9-CA30-40BD-8EA1-540D03C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413" y="420853"/>
            <a:ext cx="330501" cy="212317"/>
          </a:xfrm>
          <a:custGeom xmlns:a="http://schemas.openxmlformats.org/drawingml/2006/main">
            <a:pathLst>
              <a:path w="330501" h="212317">
                <a:moveTo>
                  <a:pt x="0" y="0"/>
                </a:moveTo>
                <a:lnTo>
                  <a:pt x="330501" y="0"/>
                </a:lnTo>
                <a:lnTo>
                  <a:pt x="330501" y="212317"/>
                </a:lnTo>
                <a:lnTo>
                  <a:pt x="0" y="212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3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45659B68-92BF-4C4D-9E4C-F9ED709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413" y="420853"/>
            <a:ext cx="330501" cy="212317"/>
          </a:xfrm>
          <a:custGeom xmlns:a="http://schemas.openxmlformats.org/drawingml/2006/main">
            <a:pathLst>
              <a:path w="330501" h="212317">
                <a:moveTo>
                  <a:pt x="330501" y="212317"/>
                </a:moveTo>
                <a:lnTo>
                  <a:pt x="330501" y="0"/>
                </a:lnTo>
                <a:lnTo>
                  <a:pt x="0" y="0"/>
                </a:lnTo>
                <a:lnTo>
                  <a:pt x="0" y="212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655E79FC-118D-49ED-87F7-5273394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187" y="599780"/>
            <a:ext cx="130834" cy="122655"/>
          </a:xfrm>
          <a:custGeom xmlns:a="http://schemas.openxmlformats.org/drawingml/2006/main">
            <a:pathLst>
              <a:path w="130834" h="122655">
                <a:moveTo>
                  <a:pt x="23274" y="21820"/>
                </a:moveTo>
                <a:cubicBezTo>
                  <a:pt x="0" y="43639"/>
                  <a:pt x="0" y="79016"/>
                  <a:pt x="23274" y="100836"/>
                </a:cubicBezTo>
                <a:cubicBezTo>
                  <a:pt x="46549" y="122655"/>
                  <a:pt x="84284" y="122655"/>
                  <a:pt x="107560" y="100836"/>
                </a:cubicBezTo>
                <a:cubicBezTo>
                  <a:pt x="130834" y="79016"/>
                  <a:pt x="130834" y="43639"/>
                  <a:pt x="107560" y="21820"/>
                </a:cubicBezTo>
                <a:cubicBezTo>
                  <a:pt x="84284" y="0"/>
                  <a:pt x="46549" y="0"/>
                  <a:pt x="23274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8">
            <a:extLst xmlns:a="http://schemas.openxmlformats.org/drawingml/2006/main">
              <a:ext uri="{FF2B5EF4-FFF2-40B4-BE49-F238E27FC236}">
                <a16:creationId xmlns:a16="http://schemas.microsoft.com/office/drawing/2014/main" id="{B324B3F0-094A-4A9D-9D85-C9D4627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187" y="599782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4" y="21817"/>
                </a:moveTo>
                <a:cubicBezTo>
                  <a:pt x="0" y="43639"/>
                  <a:pt x="0" y="79014"/>
                  <a:pt x="23274" y="100833"/>
                </a:cubicBezTo>
                <a:cubicBezTo>
                  <a:pt x="46549" y="122653"/>
                  <a:pt x="84284" y="122653"/>
                  <a:pt x="107560" y="100833"/>
                </a:cubicBezTo>
                <a:cubicBezTo>
                  <a:pt x="130834" y="79014"/>
                  <a:pt x="130834" y="43639"/>
                  <a:pt x="107560" y="21817"/>
                </a:cubicBezTo>
                <a:cubicBezTo>
                  <a:pt x="84284" y="0"/>
                  <a:pt x="46549" y="0"/>
                  <a:pt x="23274" y="218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3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FDBC2327-DB5F-419D-9CD7-B5381B7D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187" y="599782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4" y="100833"/>
                </a:moveTo>
                <a:cubicBezTo>
                  <a:pt x="0" y="79014"/>
                  <a:pt x="0" y="43639"/>
                  <a:pt x="23274" y="21817"/>
                </a:cubicBezTo>
                <a:cubicBezTo>
                  <a:pt x="46549" y="0"/>
                  <a:pt x="84284" y="0"/>
                  <a:pt x="107560" y="21817"/>
                </a:cubicBezTo>
                <a:cubicBezTo>
                  <a:pt x="130834" y="43639"/>
                  <a:pt x="130834" y="79014"/>
                  <a:pt x="107560" y="100833"/>
                </a:cubicBezTo>
                <a:cubicBezTo>
                  <a:pt x="84284" y="122653"/>
                  <a:pt x="46549" y="122653"/>
                  <a:pt x="23274" y="1008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4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AF98A157-77E5-48FE-8FF5-917B8DA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4276" y="600584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5" y="21820"/>
                </a:moveTo>
                <a:cubicBezTo>
                  <a:pt x="0" y="43639"/>
                  <a:pt x="0" y="79014"/>
                  <a:pt x="23275" y="100836"/>
                </a:cubicBezTo>
                <a:cubicBezTo>
                  <a:pt x="46549" y="122653"/>
                  <a:pt x="84285" y="122653"/>
                  <a:pt x="107560" y="100836"/>
                </a:cubicBezTo>
                <a:cubicBezTo>
                  <a:pt x="130834" y="79014"/>
                  <a:pt x="130834" y="43639"/>
                  <a:pt x="107560" y="21820"/>
                </a:cubicBezTo>
                <a:cubicBezTo>
                  <a:pt x="84285" y="0"/>
                  <a:pt x="46549" y="0"/>
                  <a:pt x="23275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90C3E936-6ABC-4D7E-995B-6BF0D73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4277" y="600584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3" y="21820"/>
                </a:moveTo>
                <a:cubicBezTo>
                  <a:pt x="0" y="43642"/>
                  <a:pt x="0" y="79016"/>
                  <a:pt x="23273" y="100836"/>
                </a:cubicBezTo>
                <a:cubicBezTo>
                  <a:pt x="46549" y="122653"/>
                  <a:pt x="84284" y="122653"/>
                  <a:pt x="107560" y="100836"/>
                </a:cubicBezTo>
                <a:cubicBezTo>
                  <a:pt x="130834" y="79016"/>
                  <a:pt x="130834" y="43642"/>
                  <a:pt x="107560" y="21820"/>
                </a:cubicBezTo>
                <a:cubicBezTo>
                  <a:pt x="84284" y="0"/>
                  <a:pt x="46549" y="0"/>
                  <a:pt x="23273" y="21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42" name="pdf-path-42">
            <a:extLst xmlns:a="http://schemas.openxmlformats.org/drawingml/2006/main">
              <a:ext uri="{FF2B5EF4-FFF2-40B4-BE49-F238E27FC236}">
                <a16:creationId xmlns:a16="http://schemas.microsoft.com/office/drawing/2014/main" id="{B0904D83-ECA2-4076-908D-30235C0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4277" y="600584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3" y="100836"/>
                </a:moveTo>
                <a:cubicBezTo>
                  <a:pt x="0" y="79016"/>
                  <a:pt x="0" y="43642"/>
                  <a:pt x="23273" y="21820"/>
                </a:cubicBezTo>
                <a:cubicBezTo>
                  <a:pt x="46549" y="0"/>
                  <a:pt x="84284" y="0"/>
                  <a:pt x="107560" y="21820"/>
                </a:cubicBezTo>
                <a:cubicBezTo>
                  <a:pt x="130834" y="43642"/>
                  <a:pt x="130834" y="79016"/>
                  <a:pt x="107560" y="100836"/>
                </a:cubicBezTo>
                <a:cubicBezTo>
                  <a:pt x="84284" y="122653"/>
                  <a:pt x="46549" y="122653"/>
                  <a:pt x="23273" y="1008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4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E47FD207-C7C6-40D4-93A5-FA917729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9614" y="365438"/>
            <a:ext cx="43236" cy="181170"/>
          </a:xfrm>
          <a:custGeom xmlns:a="http://schemas.openxmlformats.org/drawingml/2006/main">
            <a:pathLst>
              <a:path w="43236" h="181170">
                <a:moveTo>
                  <a:pt x="43236" y="0"/>
                </a:moveTo>
                <a:lnTo>
                  <a:pt x="0" y="181170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4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03B09CC8-07E9-47C7-B170-53CCAA9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5787" y="520815"/>
            <a:ext cx="139455" cy="21057"/>
          </a:xfrm>
          <a:custGeom xmlns:a="http://schemas.openxmlformats.org/drawingml/2006/main">
            <a:pathLst>
              <a:path w="139455" h="21057">
                <a:moveTo>
                  <a:pt x="0" y="21057"/>
                </a:moveTo>
                <a:lnTo>
                  <a:pt x="139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4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DE17A37E-96AE-47FA-B14D-A46A498B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2283" y="483836"/>
            <a:ext cx="14440" cy="70572"/>
          </a:xfrm>
          <a:custGeom xmlns:a="http://schemas.openxmlformats.org/drawingml/2006/main">
            <a:pathLst>
              <a:path w="14440" h="70572">
                <a:moveTo>
                  <a:pt x="0" y="0"/>
                </a:moveTo>
                <a:lnTo>
                  <a:pt x="14440" y="70572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4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982F3BF4-951F-49A8-BEF5-DC51C1DE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188" y="538595"/>
            <a:ext cx="26365" cy="10339"/>
          </a:xfrm>
          <a:custGeom xmlns:a="http://schemas.openxmlformats.org/drawingml/2006/main">
            <a:pathLst>
              <a:path w="26365" h="10339">
                <a:moveTo>
                  <a:pt x="0" y="10339"/>
                </a:moveTo>
                <a:lnTo>
                  <a:pt x="26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4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3F8056F-C512-4AA2-B974-4D44830B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5983" y="477366"/>
            <a:ext cx="22221" cy="7272"/>
          </a:xfrm>
          <a:custGeom xmlns:a="http://schemas.openxmlformats.org/drawingml/2006/main">
            <a:pathLst>
              <a:path w="22221" h="7272">
                <a:moveTo>
                  <a:pt x="0" y="7272"/>
                </a:moveTo>
                <a:lnTo>
                  <a:pt x="22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4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CBC98345-A301-4BB9-BDFA-DD6FBDF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911" y="209131"/>
            <a:ext cx="111103" cy="35558"/>
          </a:xfrm>
          <a:custGeom xmlns:a="http://schemas.openxmlformats.org/drawingml/2006/main">
            <a:pathLst>
              <a:path w="111103" h="35558">
                <a:moveTo>
                  <a:pt x="0" y="35558"/>
                </a:moveTo>
                <a:lnTo>
                  <a:pt x="111103" y="35558"/>
                </a:lnTo>
                <a:lnTo>
                  <a:pt x="1111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E198BEDB-BD6F-48EF-91CB-A635750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911" y="209131"/>
            <a:ext cx="111103" cy="35558"/>
          </a:xfrm>
          <a:custGeom xmlns:a="http://schemas.openxmlformats.org/drawingml/2006/main">
            <a:pathLst>
              <a:path w="111103" h="35558">
                <a:moveTo>
                  <a:pt x="0" y="0"/>
                </a:moveTo>
                <a:lnTo>
                  <a:pt x="111103" y="0"/>
                </a:lnTo>
                <a:lnTo>
                  <a:pt x="111103" y="35558"/>
                </a:lnTo>
                <a:lnTo>
                  <a:pt x="0" y="35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50" name="pdf-path-50">
            <a:extLst xmlns:a="http://schemas.openxmlformats.org/drawingml/2006/main">
              <a:ext uri="{FF2B5EF4-FFF2-40B4-BE49-F238E27FC236}">
                <a16:creationId xmlns:a16="http://schemas.microsoft.com/office/drawing/2014/main" id="{07F85A8F-73C7-4E84-844B-24E7A7F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911" y="209129"/>
            <a:ext cx="111104" cy="35561"/>
          </a:xfrm>
          <a:custGeom xmlns:a="http://schemas.openxmlformats.org/drawingml/2006/main">
            <a:pathLst>
              <a:path w="111104" h="35561">
                <a:moveTo>
                  <a:pt x="111104" y="35561"/>
                </a:moveTo>
                <a:lnTo>
                  <a:pt x="111104" y="0"/>
                </a:lnTo>
                <a:lnTo>
                  <a:pt x="0" y="0"/>
                </a:lnTo>
                <a:lnTo>
                  <a:pt x="0" y="355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5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F86143BC-B098-47A4-98C2-9ECFCDF7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142" y="266702"/>
            <a:ext cx="7662" cy="25429"/>
          </a:xfrm>
          <a:custGeom xmlns:a="http://schemas.openxmlformats.org/drawingml/2006/main">
            <a:pathLst>
              <a:path w="7662" h="25429">
                <a:moveTo>
                  <a:pt x="0" y="25429"/>
                </a:moveTo>
                <a:lnTo>
                  <a:pt x="7662" y="25429"/>
                </a:lnTo>
                <a:lnTo>
                  <a:pt x="766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52">
            <a:extLst xmlns:a="http://schemas.openxmlformats.org/drawingml/2006/main">
              <a:ext uri="{FF2B5EF4-FFF2-40B4-BE49-F238E27FC236}">
                <a16:creationId xmlns:a16="http://schemas.microsoft.com/office/drawing/2014/main" id="{B5287012-7A86-463F-9FF8-CFED05F5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142" y="266702"/>
            <a:ext cx="7662" cy="25429"/>
          </a:xfrm>
          <a:custGeom xmlns:a="http://schemas.openxmlformats.org/drawingml/2006/main">
            <a:pathLst>
              <a:path w="7662" h="25429">
                <a:moveTo>
                  <a:pt x="0" y="0"/>
                </a:moveTo>
                <a:lnTo>
                  <a:pt x="7662" y="0"/>
                </a:lnTo>
                <a:lnTo>
                  <a:pt x="7662" y="25429"/>
                </a:lnTo>
                <a:lnTo>
                  <a:pt x="0" y="25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53" name="pdf-path-53">
            <a:extLst xmlns:a="http://schemas.openxmlformats.org/drawingml/2006/main">
              <a:ext uri="{FF2B5EF4-FFF2-40B4-BE49-F238E27FC236}">
                <a16:creationId xmlns:a16="http://schemas.microsoft.com/office/drawing/2014/main" id="{33386439-AF6D-4C68-98FC-11EEFDCB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7142" y="266702"/>
            <a:ext cx="7662" cy="25431"/>
          </a:xfrm>
          <a:custGeom xmlns:a="http://schemas.openxmlformats.org/drawingml/2006/main">
            <a:pathLst>
              <a:path w="7662" h="25431">
                <a:moveTo>
                  <a:pt x="7662" y="25431"/>
                </a:moveTo>
                <a:lnTo>
                  <a:pt x="7662" y="0"/>
                </a:lnTo>
                <a:lnTo>
                  <a:pt x="0" y="0"/>
                </a:lnTo>
                <a:lnTo>
                  <a:pt x="0" y="254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54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BBE906E-575F-4679-9F25-B1766DE4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461" y="211141"/>
            <a:ext cx="18925" cy="30803"/>
          </a:xfrm>
          <a:custGeom xmlns:a="http://schemas.openxmlformats.org/drawingml/2006/main">
            <a:pathLst>
              <a:path w="18925" h="30803">
                <a:moveTo>
                  <a:pt x="0" y="30803"/>
                </a:moveTo>
                <a:lnTo>
                  <a:pt x="18925" y="30803"/>
                </a:lnTo>
                <a:lnTo>
                  <a:pt x="189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55">
            <a:extLst xmlns:a="http://schemas.openxmlformats.org/drawingml/2006/main">
              <a:ext uri="{FF2B5EF4-FFF2-40B4-BE49-F238E27FC236}">
                <a16:creationId xmlns:a16="http://schemas.microsoft.com/office/drawing/2014/main" id="{D253B829-397A-4358-9552-3535A3B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461" y="211141"/>
            <a:ext cx="18925" cy="30803"/>
          </a:xfrm>
          <a:custGeom xmlns:a="http://schemas.openxmlformats.org/drawingml/2006/main">
            <a:pathLst>
              <a:path w="18925" h="30803">
                <a:moveTo>
                  <a:pt x="0" y="0"/>
                </a:moveTo>
                <a:lnTo>
                  <a:pt x="18925" y="0"/>
                </a:lnTo>
                <a:lnTo>
                  <a:pt x="18925" y="30803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56" name="pdf-path-56">
            <a:extLst xmlns:a="http://schemas.openxmlformats.org/drawingml/2006/main">
              <a:ext uri="{FF2B5EF4-FFF2-40B4-BE49-F238E27FC236}">
                <a16:creationId xmlns:a16="http://schemas.microsoft.com/office/drawing/2014/main" id="{B6F2BD40-CB18-4479-874F-57E3528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461" y="211141"/>
            <a:ext cx="18924" cy="30803"/>
          </a:xfrm>
          <a:custGeom xmlns:a="http://schemas.openxmlformats.org/drawingml/2006/main">
            <a:pathLst>
              <a:path w="18924" h="30803">
                <a:moveTo>
                  <a:pt x="18924" y="30803"/>
                </a:moveTo>
                <a:lnTo>
                  <a:pt x="18924" y="0"/>
                </a:lnTo>
                <a:lnTo>
                  <a:pt x="0" y="0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57" name="pdf-path-57">
            <a:extLst xmlns:a="http://schemas.openxmlformats.org/drawingml/2006/main">
              <a:ext uri="{FF2B5EF4-FFF2-40B4-BE49-F238E27FC236}">
                <a16:creationId xmlns:a16="http://schemas.microsoft.com/office/drawing/2014/main" id="{E82336AA-BE62-44E9-AC3F-CAAD60B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1181" y="684270"/>
            <a:ext cx="2849838" cy="855734"/>
          </a:xfrm>
          <a:custGeom xmlns:a="http://schemas.openxmlformats.org/drawingml/2006/main">
            <a:pathLst>
              <a:path w="2849838" h="855734">
                <a:moveTo>
                  <a:pt x="0" y="735457"/>
                </a:moveTo>
                <a:cubicBezTo>
                  <a:pt x="216985" y="770692"/>
                  <a:pt x="429782" y="841174"/>
                  <a:pt x="651023" y="841170"/>
                </a:cubicBezTo>
                <a:cubicBezTo>
                  <a:pt x="872264" y="841167"/>
                  <a:pt x="1212482" y="855734"/>
                  <a:pt x="1327581" y="735437"/>
                </a:cubicBezTo>
                <a:cubicBezTo>
                  <a:pt x="1442681" y="615139"/>
                  <a:pt x="1087999" y="238648"/>
                  <a:pt x="1341683" y="119325"/>
                </a:cubicBezTo>
                <a:cubicBezTo>
                  <a:pt x="1595368" y="0"/>
                  <a:pt x="2347170" y="52722"/>
                  <a:pt x="2849838" y="194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5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AC46E84D-CECB-4D35-8ACC-CE80A1D4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6611" y="1419706"/>
            <a:ext cx="84570" cy="105733"/>
          </a:xfrm>
          <a:custGeom xmlns:a="http://schemas.openxmlformats.org/drawingml/2006/main">
            <a:pathLst>
              <a:path w="84570" h="105733">
                <a:moveTo>
                  <a:pt x="0" y="0"/>
                </a:moveTo>
                <a:lnTo>
                  <a:pt x="84570" y="105733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5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B6CE68F5-A396-414F-A171-42FBCB7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6611" y="1419727"/>
            <a:ext cx="84570" cy="105712"/>
          </a:xfrm>
          <a:custGeom xmlns:a="http://schemas.openxmlformats.org/drawingml/2006/main">
            <a:pathLst>
              <a:path w="84570" h="105712">
                <a:moveTo>
                  <a:pt x="84570" y="0"/>
                </a:moveTo>
                <a:lnTo>
                  <a:pt x="0" y="105712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60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1D0A31B-7059-4ED4-948D-A4C55B9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4629" y="566233"/>
            <a:ext cx="970812" cy="359273"/>
          </a:xfrm>
          <a:custGeom xmlns:a="http://schemas.openxmlformats.org/drawingml/2006/main">
            <a:pathLst>
              <a:path w="970812" h="359273">
                <a:moveTo>
                  <a:pt x="798109" y="63912"/>
                </a:moveTo>
                <a:cubicBezTo>
                  <a:pt x="970812" y="127825"/>
                  <a:pt x="970812" y="231449"/>
                  <a:pt x="798109" y="295361"/>
                </a:cubicBezTo>
                <a:cubicBezTo>
                  <a:pt x="625408" y="359273"/>
                  <a:pt x="345403" y="359273"/>
                  <a:pt x="172702" y="295361"/>
                </a:cubicBezTo>
                <a:cubicBezTo>
                  <a:pt x="0" y="231449"/>
                  <a:pt x="0" y="127825"/>
                  <a:pt x="172702" y="63912"/>
                </a:cubicBezTo>
                <a:cubicBezTo>
                  <a:pt x="345403" y="0"/>
                  <a:pt x="625408" y="0"/>
                  <a:pt x="798109" y="6391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1">
            <a:extLst xmlns:a="http://schemas.openxmlformats.org/drawingml/2006/main">
              <a:ext uri="{FF2B5EF4-FFF2-40B4-BE49-F238E27FC236}">
                <a16:creationId xmlns:a16="http://schemas.microsoft.com/office/drawing/2014/main" id="{F53E807C-C8CE-4299-BF97-6437B2E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4628" y="566235"/>
            <a:ext cx="970813" cy="359271"/>
          </a:xfrm>
          <a:custGeom xmlns:a="http://schemas.openxmlformats.org/drawingml/2006/main">
            <a:pathLst>
              <a:path w="970813" h="359271">
                <a:moveTo>
                  <a:pt x="798111" y="63910"/>
                </a:moveTo>
                <a:cubicBezTo>
                  <a:pt x="970813" y="127825"/>
                  <a:pt x="970813" y="231446"/>
                  <a:pt x="798111" y="295359"/>
                </a:cubicBezTo>
                <a:cubicBezTo>
                  <a:pt x="625411" y="359271"/>
                  <a:pt x="345404" y="359271"/>
                  <a:pt x="172704" y="295359"/>
                </a:cubicBezTo>
                <a:cubicBezTo>
                  <a:pt x="0" y="231446"/>
                  <a:pt x="0" y="127825"/>
                  <a:pt x="172704" y="63910"/>
                </a:cubicBezTo>
                <a:cubicBezTo>
                  <a:pt x="345404" y="0"/>
                  <a:pt x="625411" y="0"/>
                  <a:pt x="798111" y="639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ot"/>
          </a:ln>
        </p:spPr>
      </p:sp>
      <p:sp>
        <p:nvSpPr>
          <p:cNvPr id="6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5C214FEB-C58E-4D6E-8D9F-60144B0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426" y="228837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111747"/>
                </a:moveTo>
                <a:lnTo>
                  <a:pt x="130033" y="111747"/>
                </a:lnTo>
                <a:lnTo>
                  <a:pt x="1300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3">
            <a:extLst xmlns:a="http://schemas.openxmlformats.org/drawingml/2006/main">
              <a:ext uri="{FF2B5EF4-FFF2-40B4-BE49-F238E27FC236}">
                <a16:creationId xmlns:a16="http://schemas.microsoft.com/office/drawing/2014/main" id="{F28ECB2C-84A4-43A2-9621-DE3D529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426" y="228837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0"/>
                </a:moveTo>
                <a:lnTo>
                  <a:pt x="130033" y="0"/>
                </a:lnTo>
                <a:lnTo>
                  <a:pt x="130033" y="111747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64" name="pdf-path-64">
            <a:extLst xmlns:a="http://schemas.openxmlformats.org/drawingml/2006/main">
              <a:ext uri="{FF2B5EF4-FFF2-40B4-BE49-F238E27FC236}">
                <a16:creationId xmlns:a16="http://schemas.microsoft.com/office/drawing/2014/main" id="{48EAF895-ABD3-4AF5-8B65-B582284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426" y="228837"/>
            <a:ext cx="130032" cy="111747"/>
          </a:xfrm>
          <a:custGeom xmlns:a="http://schemas.openxmlformats.org/drawingml/2006/main">
            <a:pathLst>
              <a:path w="130032" h="111747">
                <a:moveTo>
                  <a:pt x="130032" y="111747"/>
                </a:moveTo>
                <a:lnTo>
                  <a:pt x="130032" y="0"/>
                </a:lnTo>
                <a:lnTo>
                  <a:pt x="0" y="0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65" name="pdf-path-65">
            <a:extLst xmlns:a="http://schemas.openxmlformats.org/drawingml/2006/main">
              <a:ext uri="{FF2B5EF4-FFF2-40B4-BE49-F238E27FC236}">
                <a16:creationId xmlns:a16="http://schemas.microsoft.com/office/drawing/2014/main" id="{7BC26F0A-7DA6-4E85-AC06-CCD5ECB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4720" y="270781"/>
            <a:ext cx="37270" cy="40902"/>
          </a:xfrm>
          <a:custGeom xmlns:a="http://schemas.openxmlformats.org/drawingml/2006/main">
            <a:pathLst>
              <a:path w="37270" h="40902">
                <a:moveTo>
                  <a:pt x="6630" y="7276"/>
                </a:moveTo>
                <a:cubicBezTo>
                  <a:pt x="0" y="14553"/>
                  <a:pt x="0" y="26350"/>
                  <a:pt x="6630" y="33626"/>
                </a:cubicBezTo>
                <a:cubicBezTo>
                  <a:pt x="13260" y="40902"/>
                  <a:pt x="24010" y="40902"/>
                  <a:pt x="30641" y="33626"/>
                </a:cubicBezTo>
                <a:cubicBezTo>
                  <a:pt x="37270" y="26350"/>
                  <a:pt x="37270" y="14553"/>
                  <a:pt x="30641" y="7276"/>
                </a:cubicBezTo>
                <a:cubicBezTo>
                  <a:pt x="24010" y="0"/>
                  <a:pt x="13260" y="0"/>
                  <a:pt x="6630" y="72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6310B411-2A64-4A24-ABBF-C4D94ECB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4720" y="270781"/>
            <a:ext cx="37270" cy="40902"/>
          </a:xfrm>
          <a:custGeom xmlns:a="http://schemas.openxmlformats.org/drawingml/2006/main">
            <a:pathLst>
              <a:path w="37270" h="40902">
                <a:moveTo>
                  <a:pt x="6630" y="7276"/>
                </a:moveTo>
                <a:cubicBezTo>
                  <a:pt x="0" y="14553"/>
                  <a:pt x="0" y="26350"/>
                  <a:pt x="6630" y="33624"/>
                </a:cubicBezTo>
                <a:cubicBezTo>
                  <a:pt x="13260" y="40902"/>
                  <a:pt x="24010" y="40902"/>
                  <a:pt x="30639" y="33624"/>
                </a:cubicBezTo>
                <a:cubicBezTo>
                  <a:pt x="37270" y="26350"/>
                  <a:pt x="37270" y="14553"/>
                  <a:pt x="30639" y="7276"/>
                </a:cubicBezTo>
                <a:cubicBezTo>
                  <a:pt x="24010" y="0"/>
                  <a:pt x="13260" y="0"/>
                  <a:pt x="6630" y="7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67" name="pdf-path-67">
            <a:extLst xmlns:a="http://schemas.openxmlformats.org/drawingml/2006/main">
              <a:ext uri="{FF2B5EF4-FFF2-40B4-BE49-F238E27FC236}">
                <a16:creationId xmlns:a16="http://schemas.microsoft.com/office/drawing/2014/main" id="{67167229-63B4-4D27-816E-CB9DFE6E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4720" y="270781"/>
            <a:ext cx="37270" cy="40902"/>
          </a:xfrm>
          <a:custGeom xmlns:a="http://schemas.openxmlformats.org/drawingml/2006/main">
            <a:pathLst>
              <a:path w="37270" h="40902">
                <a:moveTo>
                  <a:pt x="6630" y="33624"/>
                </a:moveTo>
                <a:cubicBezTo>
                  <a:pt x="0" y="26350"/>
                  <a:pt x="0" y="14553"/>
                  <a:pt x="6630" y="7276"/>
                </a:cubicBezTo>
                <a:cubicBezTo>
                  <a:pt x="13260" y="0"/>
                  <a:pt x="24010" y="0"/>
                  <a:pt x="30639" y="7276"/>
                </a:cubicBezTo>
                <a:cubicBezTo>
                  <a:pt x="37270" y="14553"/>
                  <a:pt x="37270" y="26350"/>
                  <a:pt x="30639" y="33624"/>
                </a:cubicBezTo>
                <a:cubicBezTo>
                  <a:pt x="24010" y="40902"/>
                  <a:pt x="13260" y="40902"/>
                  <a:pt x="6630" y="336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68" name="pdf-path-68">
            <a:extLst xmlns:a="http://schemas.openxmlformats.org/drawingml/2006/main">
              <a:ext uri="{FF2B5EF4-FFF2-40B4-BE49-F238E27FC236}">
                <a16:creationId xmlns:a16="http://schemas.microsoft.com/office/drawing/2014/main" id="{E94EAB0F-1A07-4AB0-B965-06767DF6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897" y="346663"/>
            <a:ext cx="330501" cy="212320"/>
          </a:xfrm>
          <a:custGeom xmlns:a="http://schemas.openxmlformats.org/drawingml/2006/main">
            <a:pathLst>
              <a:path w="330501" h="212320">
                <a:moveTo>
                  <a:pt x="0" y="212320"/>
                </a:moveTo>
                <a:lnTo>
                  <a:pt x="330501" y="212320"/>
                </a:lnTo>
                <a:lnTo>
                  <a:pt x="3305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9">
            <a:extLst xmlns:a="http://schemas.openxmlformats.org/drawingml/2006/main">
              <a:ext uri="{FF2B5EF4-FFF2-40B4-BE49-F238E27FC236}">
                <a16:creationId xmlns:a16="http://schemas.microsoft.com/office/drawing/2014/main" id="{6074AB4C-96A4-4388-BB20-E6A0866E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897" y="346663"/>
            <a:ext cx="330501" cy="212320"/>
          </a:xfrm>
          <a:custGeom xmlns:a="http://schemas.openxmlformats.org/drawingml/2006/main">
            <a:pathLst>
              <a:path w="330501" h="212320">
                <a:moveTo>
                  <a:pt x="0" y="0"/>
                </a:moveTo>
                <a:lnTo>
                  <a:pt x="330501" y="0"/>
                </a:lnTo>
                <a:lnTo>
                  <a:pt x="330501" y="21232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70" name="pdf-path-70">
            <a:extLst xmlns:a="http://schemas.openxmlformats.org/drawingml/2006/main">
              <a:ext uri="{FF2B5EF4-FFF2-40B4-BE49-F238E27FC236}">
                <a16:creationId xmlns:a16="http://schemas.microsoft.com/office/drawing/2014/main" id="{094CC893-7DDB-4639-978E-8C345D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0897" y="346663"/>
            <a:ext cx="330501" cy="212320"/>
          </a:xfrm>
          <a:custGeom xmlns:a="http://schemas.openxmlformats.org/drawingml/2006/main">
            <a:pathLst>
              <a:path w="330501" h="212320">
                <a:moveTo>
                  <a:pt x="330501" y="212320"/>
                </a:moveTo>
                <a:lnTo>
                  <a:pt x="330501" y="0"/>
                </a:lnTo>
                <a:lnTo>
                  <a:pt x="0" y="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7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92C21ED8-822A-4401-B6B6-0D9B5B8D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6671" y="525591"/>
            <a:ext cx="130835" cy="122655"/>
          </a:xfrm>
          <a:custGeom xmlns:a="http://schemas.openxmlformats.org/drawingml/2006/main">
            <a:pathLst>
              <a:path w="130835" h="122655">
                <a:moveTo>
                  <a:pt x="23274" y="21820"/>
                </a:moveTo>
                <a:cubicBezTo>
                  <a:pt x="0" y="43639"/>
                  <a:pt x="0" y="79016"/>
                  <a:pt x="23274" y="100836"/>
                </a:cubicBezTo>
                <a:cubicBezTo>
                  <a:pt x="46549" y="122655"/>
                  <a:pt x="84284" y="122655"/>
                  <a:pt x="107560" y="100836"/>
                </a:cubicBezTo>
                <a:cubicBezTo>
                  <a:pt x="130835" y="79016"/>
                  <a:pt x="130835" y="43639"/>
                  <a:pt x="107560" y="21820"/>
                </a:cubicBezTo>
                <a:cubicBezTo>
                  <a:pt x="84284" y="0"/>
                  <a:pt x="46549" y="0"/>
                  <a:pt x="23274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9B4901BA-4DB2-4A4D-A287-822A9939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6671" y="525591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4" y="21820"/>
                </a:moveTo>
                <a:cubicBezTo>
                  <a:pt x="0" y="43642"/>
                  <a:pt x="0" y="79016"/>
                  <a:pt x="23274" y="100836"/>
                </a:cubicBezTo>
                <a:cubicBezTo>
                  <a:pt x="46549" y="122653"/>
                  <a:pt x="84284" y="122653"/>
                  <a:pt x="107560" y="100836"/>
                </a:cubicBezTo>
                <a:cubicBezTo>
                  <a:pt x="130834" y="79016"/>
                  <a:pt x="130834" y="43642"/>
                  <a:pt x="107560" y="21820"/>
                </a:cubicBezTo>
                <a:cubicBezTo>
                  <a:pt x="84284" y="0"/>
                  <a:pt x="46549" y="0"/>
                  <a:pt x="23274" y="21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7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B9B22DD-753B-43C9-8848-B92A43E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6671" y="525591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4" y="100836"/>
                </a:moveTo>
                <a:cubicBezTo>
                  <a:pt x="0" y="79016"/>
                  <a:pt x="0" y="43642"/>
                  <a:pt x="23274" y="21820"/>
                </a:cubicBezTo>
                <a:cubicBezTo>
                  <a:pt x="46549" y="0"/>
                  <a:pt x="84284" y="0"/>
                  <a:pt x="107560" y="21820"/>
                </a:cubicBezTo>
                <a:cubicBezTo>
                  <a:pt x="130834" y="43642"/>
                  <a:pt x="130834" y="79016"/>
                  <a:pt x="107560" y="100836"/>
                </a:cubicBezTo>
                <a:cubicBezTo>
                  <a:pt x="84284" y="122653"/>
                  <a:pt x="46549" y="122653"/>
                  <a:pt x="23274" y="1008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7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08ED67AB-63BE-497F-A355-18AF0F6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760" y="526396"/>
            <a:ext cx="130835" cy="122653"/>
          </a:xfrm>
          <a:custGeom xmlns:a="http://schemas.openxmlformats.org/drawingml/2006/main">
            <a:pathLst>
              <a:path w="130835" h="122653">
                <a:moveTo>
                  <a:pt x="23275" y="21817"/>
                </a:moveTo>
                <a:cubicBezTo>
                  <a:pt x="0" y="43639"/>
                  <a:pt x="0" y="79014"/>
                  <a:pt x="23275" y="100833"/>
                </a:cubicBezTo>
                <a:cubicBezTo>
                  <a:pt x="46550" y="122653"/>
                  <a:pt x="84285" y="122653"/>
                  <a:pt x="107560" y="100833"/>
                </a:cubicBezTo>
                <a:cubicBezTo>
                  <a:pt x="130835" y="79014"/>
                  <a:pt x="130835" y="43639"/>
                  <a:pt x="107560" y="21817"/>
                </a:cubicBezTo>
                <a:cubicBezTo>
                  <a:pt x="84285" y="0"/>
                  <a:pt x="46550" y="0"/>
                  <a:pt x="23275" y="218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5A1C1CB8-F5DC-4122-B961-CB2D395D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761" y="526396"/>
            <a:ext cx="130833" cy="122653"/>
          </a:xfrm>
          <a:custGeom xmlns:a="http://schemas.openxmlformats.org/drawingml/2006/main">
            <a:pathLst>
              <a:path w="130833" h="122653">
                <a:moveTo>
                  <a:pt x="23273" y="21817"/>
                </a:moveTo>
                <a:cubicBezTo>
                  <a:pt x="0" y="43637"/>
                  <a:pt x="0" y="79014"/>
                  <a:pt x="23273" y="100836"/>
                </a:cubicBezTo>
                <a:cubicBezTo>
                  <a:pt x="46549" y="122653"/>
                  <a:pt x="84284" y="122653"/>
                  <a:pt x="107560" y="100836"/>
                </a:cubicBezTo>
                <a:cubicBezTo>
                  <a:pt x="130833" y="79014"/>
                  <a:pt x="130833" y="43637"/>
                  <a:pt x="107560" y="21817"/>
                </a:cubicBezTo>
                <a:cubicBezTo>
                  <a:pt x="84284" y="0"/>
                  <a:pt x="46549" y="0"/>
                  <a:pt x="23273" y="218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76" name="pdf-path-76">
            <a:extLst xmlns:a="http://schemas.openxmlformats.org/drawingml/2006/main">
              <a:ext uri="{FF2B5EF4-FFF2-40B4-BE49-F238E27FC236}">
                <a16:creationId xmlns:a16="http://schemas.microsoft.com/office/drawing/2014/main" id="{2A71693D-0D73-4492-94F7-38DA7C9A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761" y="526396"/>
            <a:ext cx="130833" cy="122653"/>
          </a:xfrm>
          <a:custGeom xmlns:a="http://schemas.openxmlformats.org/drawingml/2006/main">
            <a:pathLst>
              <a:path w="130833" h="122653">
                <a:moveTo>
                  <a:pt x="23273" y="100836"/>
                </a:moveTo>
                <a:cubicBezTo>
                  <a:pt x="0" y="79014"/>
                  <a:pt x="0" y="43637"/>
                  <a:pt x="23273" y="21817"/>
                </a:cubicBezTo>
                <a:cubicBezTo>
                  <a:pt x="46549" y="0"/>
                  <a:pt x="84284" y="0"/>
                  <a:pt x="107560" y="21817"/>
                </a:cubicBezTo>
                <a:cubicBezTo>
                  <a:pt x="130833" y="43637"/>
                  <a:pt x="130833" y="79014"/>
                  <a:pt x="107560" y="100836"/>
                </a:cubicBezTo>
                <a:cubicBezTo>
                  <a:pt x="84284" y="122653"/>
                  <a:pt x="46549" y="122653"/>
                  <a:pt x="23273" y="1008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77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6EBCEBF-1A3A-49BF-BD1D-9FB2942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098" y="291250"/>
            <a:ext cx="43236" cy="181168"/>
          </a:xfrm>
          <a:custGeom xmlns:a="http://schemas.openxmlformats.org/drawingml/2006/main">
            <a:pathLst>
              <a:path w="43236" h="181168">
                <a:moveTo>
                  <a:pt x="43236" y="0"/>
                </a:moveTo>
                <a:lnTo>
                  <a:pt x="0" y="181168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78" name="pdf-path-78">
            <a:extLst xmlns:a="http://schemas.openxmlformats.org/drawingml/2006/main">
              <a:ext uri="{FF2B5EF4-FFF2-40B4-BE49-F238E27FC236}">
                <a16:creationId xmlns:a16="http://schemas.microsoft.com/office/drawing/2014/main" id="{56CD8062-06BC-4DA7-9529-EE2AAEF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271" y="446624"/>
            <a:ext cx="139456" cy="21059"/>
          </a:xfrm>
          <a:custGeom xmlns:a="http://schemas.openxmlformats.org/drawingml/2006/main">
            <a:pathLst>
              <a:path w="139456" h="21059">
                <a:moveTo>
                  <a:pt x="0" y="21059"/>
                </a:moveTo>
                <a:lnTo>
                  <a:pt x="1394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79" name="pdf-path-79">
            <a:extLst xmlns:a="http://schemas.openxmlformats.org/drawingml/2006/main">
              <a:ext uri="{FF2B5EF4-FFF2-40B4-BE49-F238E27FC236}">
                <a16:creationId xmlns:a16="http://schemas.microsoft.com/office/drawing/2014/main" id="{BFC68E3D-C324-4754-8750-1C55384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767" y="409647"/>
            <a:ext cx="14441" cy="70572"/>
          </a:xfrm>
          <a:custGeom xmlns:a="http://schemas.openxmlformats.org/drawingml/2006/main">
            <a:pathLst>
              <a:path w="14441" h="70572">
                <a:moveTo>
                  <a:pt x="0" y="0"/>
                </a:moveTo>
                <a:lnTo>
                  <a:pt x="14441" y="70572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80" name="pdf-path-80">
            <a:extLst xmlns:a="http://schemas.openxmlformats.org/drawingml/2006/main">
              <a:ext uri="{FF2B5EF4-FFF2-40B4-BE49-F238E27FC236}">
                <a16:creationId xmlns:a16="http://schemas.microsoft.com/office/drawing/2014/main" id="{D81A47BC-DE5B-4594-B30F-69581907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672" y="464407"/>
            <a:ext cx="26365" cy="10337"/>
          </a:xfrm>
          <a:custGeom xmlns:a="http://schemas.openxmlformats.org/drawingml/2006/main">
            <a:pathLst>
              <a:path w="26365" h="10337">
                <a:moveTo>
                  <a:pt x="0" y="10337"/>
                </a:moveTo>
                <a:lnTo>
                  <a:pt x="26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81" name="pdf-path-81">
            <a:extLst xmlns:a="http://schemas.openxmlformats.org/drawingml/2006/main">
              <a:ext uri="{FF2B5EF4-FFF2-40B4-BE49-F238E27FC236}">
                <a16:creationId xmlns:a16="http://schemas.microsoft.com/office/drawing/2014/main" id="{9506DB5F-2883-4D87-8D1B-5DD17F3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466" y="403178"/>
            <a:ext cx="22221" cy="7272"/>
          </a:xfrm>
          <a:custGeom xmlns:a="http://schemas.openxmlformats.org/drawingml/2006/main">
            <a:pathLst>
              <a:path w="22221" h="7272">
                <a:moveTo>
                  <a:pt x="0" y="7272"/>
                </a:moveTo>
                <a:lnTo>
                  <a:pt x="22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82" name="pdf-path-82">
            <a:extLst xmlns:a="http://schemas.openxmlformats.org/drawingml/2006/main">
              <a:ext uri="{FF2B5EF4-FFF2-40B4-BE49-F238E27FC236}">
                <a16:creationId xmlns:a16="http://schemas.microsoft.com/office/drawing/2014/main" id="{6FCCF74A-8A4C-4BC9-872C-8C5AC32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395" y="134943"/>
            <a:ext cx="111103" cy="35558"/>
          </a:xfrm>
          <a:custGeom xmlns:a="http://schemas.openxmlformats.org/drawingml/2006/main">
            <a:pathLst>
              <a:path w="111103" h="35558">
                <a:moveTo>
                  <a:pt x="0" y="35558"/>
                </a:moveTo>
                <a:lnTo>
                  <a:pt x="111103" y="35558"/>
                </a:lnTo>
                <a:lnTo>
                  <a:pt x="1111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83">
            <a:extLst xmlns:a="http://schemas.openxmlformats.org/drawingml/2006/main">
              <a:ext uri="{FF2B5EF4-FFF2-40B4-BE49-F238E27FC236}">
                <a16:creationId xmlns:a16="http://schemas.microsoft.com/office/drawing/2014/main" id="{9874DDAA-F062-45A6-8514-74E0F4F6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395" y="134943"/>
            <a:ext cx="111103" cy="35558"/>
          </a:xfrm>
          <a:custGeom xmlns:a="http://schemas.openxmlformats.org/drawingml/2006/main">
            <a:pathLst>
              <a:path w="111103" h="35558">
                <a:moveTo>
                  <a:pt x="0" y="0"/>
                </a:moveTo>
                <a:lnTo>
                  <a:pt x="111103" y="0"/>
                </a:lnTo>
                <a:lnTo>
                  <a:pt x="111103" y="35558"/>
                </a:lnTo>
                <a:lnTo>
                  <a:pt x="0" y="35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84" name="pdf-path-84">
            <a:extLst xmlns:a="http://schemas.openxmlformats.org/drawingml/2006/main">
              <a:ext uri="{FF2B5EF4-FFF2-40B4-BE49-F238E27FC236}">
                <a16:creationId xmlns:a16="http://schemas.microsoft.com/office/drawing/2014/main" id="{1F6C8C35-D2D3-4FE8-A068-5A4668A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395" y="134943"/>
            <a:ext cx="111104" cy="35558"/>
          </a:xfrm>
          <a:custGeom xmlns:a="http://schemas.openxmlformats.org/drawingml/2006/main">
            <a:pathLst>
              <a:path w="111104" h="35558">
                <a:moveTo>
                  <a:pt x="111104" y="35558"/>
                </a:moveTo>
                <a:lnTo>
                  <a:pt x="111104" y="0"/>
                </a:lnTo>
                <a:lnTo>
                  <a:pt x="0" y="0"/>
                </a:lnTo>
                <a:lnTo>
                  <a:pt x="0" y="35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85" name="pdf-path-85">
            <a:extLst xmlns:a="http://schemas.openxmlformats.org/drawingml/2006/main">
              <a:ext uri="{FF2B5EF4-FFF2-40B4-BE49-F238E27FC236}">
                <a16:creationId xmlns:a16="http://schemas.microsoft.com/office/drawing/2014/main" id="{E87FDE84-6933-4B47-BA3B-A01CC5C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625" y="192514"/>
            <a:ext cx="7662" cy="25429"/>
          </a:xfrm>
          <a:custGeom xmlns:a="http://schemas.openxmlformats.org/drawingml/2006/main">
            <a:pathLst>
              <a:path w="7662" h="25429">
                <a:moveTo>
                  <a:pt x="0" y="25429"/>
                </a:moveTo>
                <a:lnTo>
                  <a:pt x="7662" y="25429"/>
                </a:lnTo>
                <a:lnTo>
                  <a:pt x="766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54DA3AB1-B012-4B9F-9A99-B75E3C8C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625" y="192514"/>
            <a:ext cx="7662" cy="25429"/>
          </a:xfrm>
          <a:custGeom xmlns:a="http://schemas.openxmlformats.org/drawingml/2006/main">
            <a:pathLst>
              <a:path w="7662" h="25429">
                <a:moveTo>
                  <a:pt x="0" y="0"/>
                </a:moveTo>
                <a:lnTo>
                  <a:pt x="7662" y="0"/>
                </a:lnTo>
                <a:lnTo>
                  <a:pt x="7662" y="25429"/>
                </a:lnTo>
                <a:lnTo>
                  <a:pt x="0" y="25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87" name="pdf-path-87">
            <a:extLst xmlns:a="http://schemas.openxmlformats.org/drawingml/2006/main">
              <a:ext uri="{FF2B5EF4-FFF2-40B4-BE49-F238E27FC236}">
                <a16:creationId xmlns:a16="http://schemas.microsoft.com/office/drawing/2014/main" id="{A4FBC9C1-8823-4323-86C0-EB20AB3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625" y="192514"/>
            <a:ext cx="7662" cy="25431"/>
          </a:xfrm>
          <a:custGeom xmlns:a="http://schemas.openxmlformats.org/drawingml/2006/main">
            <a:pathLst>
              <a:path w="7662" h="25431">
                <a:moveTo>
                  <a:pt x="7662" y="25431"/>
                </a:moveTo>
                <a:lnTo>
                  <a:pt x="7662" y="0"/>
                </a:lnTo>
                <a:lnTo>
                  <a:pt x="0" y="0"/>
                </a:lnTo>
                <a:lnTo>
                  <a:pt x="0" y="254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88" name="pdf-path-88">
            <a:extLst xmlns:a="http://schemas.openxmlformats.org/drawingml/2006/main">
              <a:ext uri="{FF2B5EF4-FFF2-40B4-BE49-F238E27FC236}">
                <a16:creationId xmlns:a16="http://schemas.microsoft.com/office/drawing/2014/main" id="{8BF6E0D5-FCB3-45D8-B693-E6CF1504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945" y="136952"/>
            <a:ext cx="18926" cy="30803"/>
          </a:xfrm>
          <a:custGeom xmlns:a="http://schemas.openxmlformats.org/drawingml/2006/main">
            <a:pathLst>
              <a:path w="18926" h="30803">
                <a:moveTo>
                  <a:pt x="0" y="30803"/>
                </a:moveTo>
                <a:lnTo>
                  <a:pt x="18926" y="30803"/>
                </a:lnTo>
                <a:lnTo>
                  <a:pt x="1892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9">
            <a:extLst xmlns:a="http://schemas.openxmlformats.org/drawingml/2006/main">
              <a:ext uri="{FF2B5EF4-FFF2-40B4-BE49-F238E27FC236}">
                <a16:creationId xmlns:a16="http://schemas.microsoft.com/office/drawing/2014/main" id="{4BCC9224-FA2E-46BC-AF2B-E90D580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944" y="136950"/>
            <a:ext cx="18927" cy="30805"/>
          </a:xfrm>
          <a:custGeom xmlns:a="http://schemas.openxmlformats.org/drawingml/2006/main">
            <a:pathLst>
              <a:path w="18927" h="30805">
                <a:moveTo>
                  <a:pt x="0" y="0"/>
                </a:moveTo>
                <a:lnTo>
                  <a:pt x="18927" y="0"/>
                </a:lnTo>
                <a:lnTo>
                  <a:pt x="18927" y="30805"/>
                </a:lnTo>
                <a:lnTo>
                  <a:pt x="0" y="308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90" name="pdf-path-90">
            <a:extLst xmlns:a="http://schemas.openxmlformats.org/drawingml/2006/main">
              <a:ext uri="{FF2B5EF4-FFF2-40B4-BE49-F238E27FC236}">
                <a16:creationId xmlns:a16="http://schemas.microsoft.com/office/drawing/2014/main" id="{7E0CC2F6-E0A7-4098-86DF-C513E007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944" y="136950"/>
            <a:ext cx="18926" cy="30807"/>
          </a:xfrm>
          <a:custGeom xmlns:a="http://schemas.openxmlformats.org/drawingml/2006/main">
            <a:pathLst>
              <a:path w="18926" h="30807">
                <a:moveTo>
                  <a:pt x="18926" y="30807"/>
                </a:moveTo>
                <a:lnTo>
                  <a:pt x="18926" y="0"/>
                </a:lnTo>
                <a:lnTo>
                  <a:pt x="0" y="0"/>
                </a:lnTo>
                <a:lnTo>
                  <a:pt x="0" y="30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91" name="pdf-path-91">
            <a:extLst xmlns:a="http://schemas.openxmlformats.org/drawingml/2006/main">
              <a:ext uri="{FF2B5EF4-FFF2-40B4-BE49-F238E27FC236}">
                <a16:creationId xmlns:a16="http://schemas.microsoft.com/office/drawing/2014/main" id="{06B8B965-C773-4FD5-803A-CA50DA3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590" y="537544"/>
            <a:ext cx="1071325" cy="359273"/>
          </a:xfrm>
          <a:custGeom xmlns:a="http://schemas.openxmlformats.org/drawingml/2006/main">
            <a:pathLst>
              <a:path w="1071325" h="359273">
                <a:moveTo>
                  <a:pt x="880740" y="63912"/>
                </a:moveTo>
                <a:cubicBezTo>
                  <a:pt x="1071325" y="127825"/>
                  <a:pt x="1071325" y="231446"/>
                  <a:pt x="880740" y="295361"/>
                </a:cubicBezTo>
                <a:cubicBezTo>
                  <a:pt x="690158" y="359273"/>
                  <a:pt x="381165" y="359273"/>
                  <a:pt x="190584" y="295361"/>
                </a:cubicBezTo>
                <a:cubicBezTo>
                  <a:pt x="0" y="231446"/>
                  <a:pt x="0" y="127825"/>
                  <a:pt x="190584" y="63912"/>
                </a:cubicBezTo>
                <a:cubicBezTo>
                  <a:pt x="381165" y="0"/>
                  <a:pt x="690158" y="0"/>
                  <a:pt x="880740" y="6391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92">
            <a:extLst xmlns:a="http://schemas.openxmlformats.org/drawingml/2006/main">
              <a:ext uri="{FF2B5EF4-FFF2-40B4-BE49-F238E27FC236}">
                <a16:creationId xmlns:a16="http://schemas.microsoft.com/office/drawing/2014/main" id="{3348372A-F65B-49CE-95D2-7AB84886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589" y="537544"/>
            <a:ext cx="1071325" cy="359273"/>
          </a:xfrm>
          <a:custGeom xmlns:a="http://schemas.openxmlformats.org/drawingml/2006/main">
            <a:pathLst>
              <a:path w="1071325" h="359273">
                <a:moveTo>
                  <a:pt x="880742" y="63912"/>
                </a:moveTo>
                <a:cubicBezTo>
                  <a:pt x="1071325" y="127825"/>
                  <a:pt x="1071325" y="231449"/>
                  <a:pt x="880742" y="295359"/>
                </a:cubicBezTo>
                <a:cubicBezTo>
                  <a:pt x="690159" y="359273"/>
                  <a:pt x="381167" y="359273"/>
                  <a:pt x="190584" y="295359"/>
                </a:cubicBezTo>
                <a:cubicBezTo>
                  <a:pt x="0" y="231449"/>
                  <a:pt x="0" y="127825"/>
                  <a:pt x="190584" y="63912"/>
                </a:cubicBezTo>
                <a:cubicBezTo>
                  <a:pt x="381167" y="0"/>
                  <a:pt x="690159" y="0"/>
                  <a:pt x="880742" y="639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93" name="pdf-path-93">
            <a:extLst xmlns:a="http://schemas.openxmlformats.org/drawingml/2006/main">
              <a:ext uri="{FF2B5EF4-FFF2-40B4-BE49-F238E27FC236}">
                <a16:creationId xmlns:a16="http://schemas.microsoft.com/office/drawing/2014/main" id="{28D29B62-4079-45FD-92D5-F9C82BC8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73219" y="83739"/>
                </a:lnTo>
                <a:lnTo>
                  <a:pt x="732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C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94">
            <a:extLst xmlns:a="http://schemas.openxmlformats.org/drawingml/2006/main">
              <a:ext uri="{FF2B5EF4-FFF2-40B4-BE49-F238E27FC236}">
                <a16:creationId xmlns:a16="http://schemas.microsoft.com/office/drawing/2014/main" id="{10952C43-CCB0-4F30-A529-FDD5D927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0"/>
                </a:moveTo>
                <a:lnTo>
                  <a:pt x="73219" y="0"/>
                </a:lnTo>
                <a:lnTo>
                  <a:pt x="73219" y="83739"/>
                </a:lnTo>
                <a:lnTo>
                  <a:pt x="0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95" name="pdf-path-95">
            <a:extLst xmlns:a="http://schemas.openxmlformats.org/drawingml/2006/main">
              <a:ext uri="{FF2B5EF4-FFF2-40B4-BE49-F238E27FC236}">
                <a16:creationId xmlns:a16="http://schemas.microsoft.com/office/drawing/2014/main" id="{BBBFBEAB-3491-48FF-9C96-76B72C4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0" y="0"/>
                </a:lnTo>
                <a:lnTo>
                  <a:pt x="73219" y="0"/>
                </a:lnTo>
                <a:lnTo>
                  <a:pt x="73219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96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BA67888-060B-48CD-B941-FF30A80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7136" y="393176"/>
            <a:ext cx="258132" cy="236725"/>
          </a:xfrm>
          <a:custGeom xmlns:a="http://schemas.openxmlformats.org/drawingml/2006/main">
            <a:pathLst>
              <a:path w="258132" h="236725">
                <a:moveTo>
                  <a:pt x="165676" y="236725"/>
                </a:moveTo>
                <a:lnTo>
                  <a:pt x="165676" y="236725"/>
                </a:lnTo>
                <a:cubicBezTo>
                  <a:pt x="225790" y="216605"/>
                  <a:pt x="258132" y="151805"/>
                  <a:pt x="237911" y="91992"/>
                </a:cubicBezTo>
                <a:cubicBezTo>
                  <a:pt x="217690" y="32177"/>
                  <a:pt x="152569" y="0"/>
                  <a:pt x="92456" y="20117"/>
                </a:cubicBezTo>
                <a:cubicBezTo>
                  <a:pt x="32341" y="40237"/>
                  <a:pt x="0" y="105035"/>
                  <a:pt x="20221" y="164850"/>
                </a:cubicBezTo>
                <a:cubicBezTo>
                  <a:pt x="31674" y="198732"/>
                  <a:pt x="58403" y="225328"/>
                  <a:pt x="92456" y="236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97" name="pdf-path-97">
            <a:extLst xmlns:a="http://schemas.openxmlformats.org/drawingml/2006/main">
              <a:ext uri="{FF2B5EF4-FFF2-40B4-BE49-F238E27FC236}">
                <a16:creationId xmlns:a16="http://schemas.microsoft.com/office/drawing/2014/main" id="{930F16DF-6500-42BA-A4A5-B8C8017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98" name="pdf-path-98">
            <a:extLst xmlns:a="http://schemas.openxmlformats.org/drawingml/2006/main">
              <a:ext uri="{FF2B5EF4-FFF2-40B4-BE49-F238E27FC236}">
                <a16:creationId xmlns:a16="http://schemas.microsoft.com/office/drawing/2014/main" id="{1312E7F2-EEA1-400B-A8CB-1B35BC33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2797" y="629908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99" name="pdf-path-99">
            <a:extLst xmlns:a="http://schemas.openxmlformats.org/drawingml/2006/main">
              <a:ext uri="{FF2B5EF4-FFF2-40B4-BE49-F238E27FC236}">
                <a16:creationId xmlns:a16="http://schemas.microsoft.com/office/drawing/2014/main" id="{1A08AB11-4A55-4F65-8040-6713083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4275" y="510560"/>
            <a:ext cx="52665" cy="34844"/>
          </a:xfrm>
          <a:custGeom xmlns:a="http://schemas.openxmlformats.org/drawingml/2006/main">
            <a:pathLst>
              <a:path w="52665" h="34844">
                <a:moveTo>
                  <a:pt x="0" y="635"/>
                </a:moveTo>
                <a:lnTo>
                  <a:pt x="16956" y="34844"/>
                </a:lnTo>
                <a:lnTo>
                  <a:pt x="26195" y="0"/>
                </a:lnTo>
                <a:lnTo>
                  <a:pt x="39430" y="26322"/>
                </a:lnTo>
                <a:lnTo>
                  <a:pt x="5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00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D731DB4E-1509-4F80-9CFD-5E8EC5E5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927" y="511278"/>
            <a:ext cx="52687" cy="32200"/>
          </a:xfrm>
          <a:custGeom xmlns:a="http://schemas.openxmlformats.org/drawingml/2006/main">
            <a:pathLst>
              <a:path w="52687" h="32200">
                <a:moveTo>
                  <a:pt x="0" y="593"/>
                </a:moveTo>
                <a:lnTo>
                  <a:pt x="13025" y="26322"/>
                </a:lnTo>
                <a:lnTo>
                  <a:pt x="26259" y="0"/>
                </a:lnTo>
                <a:lnTo>
                  <a:pt x="35730" y="32200"/>
                </a:lnTo>
                <a:lnTo>
                  <a:pt x="52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01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CB0A68B3-B811-4824-B927-1BA5C91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1990" y="694097"/>
            <a:ext cx="89920" cy="31124"/>
          </a:xfrm>
          <a:custGeom xmlns:a="http://schemas.openxmlformats.org/drawingml/2006/main">
            <a:pathLst>
              <a:path w="89920" h="31124">
                <a:moveTo>
                  <a:pt x="0" y="0"/>
                </a:moveTo>
                <a:lnTo>
                  <a:pt x="0" y="0"/>
                </a:lnTo>
                <a:cubicBezTo>
                  <a:pt x="16876" y="24708"/>
                  <a:pt x="50685" y="31124"/>
                  <a:pt x="75517" y="14332"/>
                </a:cubicBezTo>
                <a:cubicBezTo>
                  <a:pt x="81183" y="10499"/>
                  <a:pt x="86069" y="5639"/>
                  <a:pt x="8992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02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F9238A25-50F5-43C1-BAD7-62540280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684" y="517768"/>
            <a:ext cx="29094" cy="55266"/>
          </a:xfrm>
          <a:custGeom xmlns:a="http://schemas.openxmlformats.org/drawingml/2006/main">
            <a:pathLst>
              <a:path w="29094" h="55266">
                <a:moveTo>
                  <a:pt x="0" y="0"/>
                </a:moveTo>
                <a:lnTo>
                  <a:pt x="29094" y="55266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03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2189277D-DEB0-44F6-918C-F8D5D51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8082" y="516522"/>
            <a:ext cx="33131" cy="53892"/>
          </a:xfrm>
          <a:custGeom xmlns:a="http://schemas.openxmlformats.org/drawingml/2006/main">
            <a:pathLst>
              <a:path w="33131" h="53892">
                <a:moveTo>
                  <a:pt x="33131" y="0"/>
                </a:moveTo>
                <a:lnTo>
                  <a:pt x="0" y="53892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04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0D07B19E-B595-4DDF-A20B-0F5346C3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215" y="569207"/>
            <a:ext cx="15582" cy="60680"/>
          </a:xfrm>
          <a:custGeom xmlns:a="http://schemas.openxmlformats.org/drawingml/2006/main">
            <a:pathLst>
              <a:path w="15582" h="60680">
                <a:moveTo>
                  <a:pt x="0" y="0"/>
                </a:moveTo>
                <a:lnTo>
                  <a:pt x="15582" y="6068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05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03D61F9B-FF4E-4D47-8BC0-06CA5801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570858"/>
            <a:ext cx="16893" cy="59050"/>
          </a:xfrm>
          <a:custGeom xmlns:a="http://schemas.openxmlformats.org/drawingml/2006/main">
            <a:pathLst>
              <a:path w="16893" h="59050">
                <a:moveTo>
                  <a:pt x="16893" y="0"/>
                </a:moveTo>
                <a:lnTo>
                  <a:pt x="0" y="5905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0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EF2D6E8E-385B-4299-B11A-0BAB88C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73223" cy="23666"/>
          </a:xfrm>
          <a:custGeom xmlns:a="http://schemas.openxmlformats.org/drawingml/2006/main">
            <a:pathLst>
              <a:path w="73223" h="23666">
                <a:moveTo>
                  <a:pt x="0" y="0"/>
                </a:moveTo>
                <a:lnTo>
                  <a:pt x="0" y="0"/>
                </a:lnTo>
                <a:cubicBezTo>
                  <a:pt x="15823" y="20120"/>
                  <a:pt x="45043" y="23666"/>
                  <a:pt x="65263" y="7920"/>
                </a:cubicBezTo>
                <a:cubicBezTo>
                  <a:pt x="68230" y="5611"/>
                  <a:pt x="70903" y="2951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07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30B6EF82-07C2-452F-9DF3-4A94E5B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8813" y="516396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08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F6C16C22-3AA8-4B20-986A-C9FA8DC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367" y="515276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09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877A0D83-6D04-44AA-93E1-F86E8FF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864" y="294949"/>
            <a:ext cx="1500" cy="82604"/>
          </a:xfrm>
          <a:custGeom xmlns:a="http://schemas.openxmlformats.org/drawingml/2006/main">
            <a:pathLst>
              <a:path w="1500" h="82604">
                <a:moveTo>
                  <a:pt x="1500" y="82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10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D090FC40-B7E7-4E61-883E-4479920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1838" y="360090"/>
            <a:ext cx="70700" cy="62136"/>
          </a:xfrm>
          <a:custGeom xmlns:a="http://schemas.openxmlformats.org/drawingml/2006/main">
            <a:pathLst>
              <a:path w="70700" h="62136">
                <a:moveTo>
                  <a:pt x="0" y="0"/>
                </a:moveTo>
                <a:lnTo>
                  <a:pt x="70700" y="6213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11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26F6A36C-790A-463E-8A6A-7ACE26A4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613" y="356369"/>
            <a:ext cx="62308" cy="63426"/>
          </a:xfrm>
          <a:custGeom xmlns:a="http://schemas.openxmlformats.org/drawingml/2006/main">
            <a:pathLst>
              <a:path w="62308" h="63426">
                <a:moveTo>
                  <a:pt x="62308" y="0"/>
                </a:moveTo>
                <a:lnTo>
                  <a:pt x="0" y="6342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12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6C8B50E0-EDB2-4FB8-9C2E-BDA033B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29908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5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13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AE236B26-C8CF-4EE3-9E7D-2F8DED2D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71771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5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14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5B80B1CD-CB65-49D5-9714-ED8FFB0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81" y="671771"/>
            <a:ext cx="73223" cy="17376"/>
          </a:xfrm>
          <a:custGeom xmlns:a="http://schemas.openxmlformats.org/drawingml/2006/main">
            <a:pathLst>
              <a:path w="73223" h="17376">
                <a:moveTo>
                  <a:pt x="0" y="0"/>
                </a:moveTo>
                <a:lnTo>
                  <a:pt x="0" y="0"/>
                </a:lnTo>
                <a:cubicBezTo>
                  <a:pt x="21285" y="17376"/>
                  <a:pt x="51939" y="17376"/>
                  <a:pt x="73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15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26164FE6-5352-42BE-9EB3-8BD0CB42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5977" y="493998"/>
            <a:ext cx="2849837" cy="855722"/>
          </a:xfrm>
          <a:custGeom xmlns:a="http://schemas.openxmlformats.org/drawingml/2006/main">
            <a:pathLst>
              <a:path w="2849837" h="855722">
                <a:moveTo>
                  <a:pt x="0" y="735448"/>
                </a:moveTo>
                <a:cubicBezTo>
                  <a:pt x="216984" y="770683"/>
                  <a:pt x="429781" y="841165"/>
                  <a:pt x="651022" y="841160"/>
                </a:cubicBezTo>
                <a:cubicBezTo>
                  <a:pt x="872263" y="841158"/>
                  <a:pt x="1212483" y="855722"/>
                  <a:pt x="1327581" y="735427"/>
                </a:cubicBezTo>
                <a:cubicBezTo>
                  <a:pt x="1442678" y="615132"/>
                  <a:pt x="1087992" y="238646"/>
                  <a:pt x="1341676" y="119321"/>
                </a:cubicBezTo>
                <a:cubicBezTo>
                  <a:pt x="1595361" y="0"/>
                  <a:pt x="2347167" y="52720"/>
                  <a:pt x="2849837" y="194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116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C61F51D-6862-46C3-9102-7F5AF600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9432" y="375954"/>
            <a:ext cx="970812" cy="359273"/>
          </a:xfrm>
          <a:custGeom xmlns:a="http://schemas.openxmlformats.org/drawingml/2006/main">
            <a:pathLst>
              <a:path w="970812" h="359273">
                <a:moveTo>
                  <a:pt x="798109" y="63912"/>
                </a:moveTo>
                <a:cubicBezTo>
                  <a:pt x="970812" y="127825"/>
                  <a:pt x="970812" y="231449"/>
                  <a:pt x="798109" y="295361"/>
                </a:cubicBezTo>
                <a:cubicBezTo>
                  <a:pt x="625408" y="359273"/>
                  <a:pt x="345404" y="359273"/>
                  <a:pt x="172703" y="295361"/>
                </a:cubicBezTo>
                <a:cubicBezTo>
                  <a:pt x="0" y="231449"/>
                  <a:pt x="0" y="127825"/>
                  <a:pt x="172703" y="63912"/>
                </a:cubicBezTo>
                <a:cubicBezTo>
                  <a:pt x="345404" y="0"/>
                  <a:pt x="625408" y="0"/>
                  <a:pt x="798109" y="6391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391AE172-86FE-4A86-8142-97841CD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9432" y="375954"/>
            <a:ext cx="970812" cy="359276"/>
          </a:xfrm>
          <a:custGeom xmlns:a="http://schemas.openxmlformats.org/drawingml/2006/main">
            <a:pathLst>
              <a:path w="970812" h="359276">
                <a:moveTo>
                  <a:pt x="798109" y="63915"/>
                </a:moveTo>
                <a:cubicBezTo>
                  <a:pt x="970812" y="127825"/>
                  <a:pt x="970812" y="231451"/>
                  <a:pt x="798109" y="295363"/>
                </a:cubicBezTo>
                <a:cubicBezTo>
                  <a:pt x="625410" y="359276"/>
                  <a:pt x="345404" y="359276"/>
                  <a:pt x="172703" y="295363"/>
                </a:cubicBezTo>
                <a:cubicBezTo>
                  <a:pt x="0" y="231451"/>
                  <a:pt x="0" y="127825"/>
                  <a:pt x="172703" y="63915"/>
                </a:cubicBezTo>
                <a:cubicBezTo>
                  <a:pt x="345404" y="0"/>
                  <a:pt x="625410" y="0"/>
                  <a:pt x="798109" y="639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18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C1BA1836-8572-490A-A78F-71FA4183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8376" y="347253"/>
            <a:ext cx="1071324" cy="359273"/>
          </a:xfrm>
          <a:custGeom xmlns:a="http://schemas.openxmlformats.org/drawingml/2006/main">
            <a:pathLst>
              <a:path w="1071324" h="359273">
                <a:moveTo>
                  <a:pt x="880743" y="63912"/>
                </a:moveTo>
                <a:cubicBezTo>
                  <a:pt x="1071324" y="127825"/>
                  <a:pt x="1071324" y="231449"/>
                  <a:pt x="880743" y="295361"/>
                </a:cubicBezTo>
                <a:cubicBezTo>
                  <a:pt x="690160" y="359273"/>
                  <a:pt x="381165" y="359273"/>
                  <a:pt x="190583" y="295361"/>
                </a:cubicBezTo>
                <a:cubicBezTo>
                  <a:pt x="0" y="231449"/>
                  <a:pt x="0" y="127825"/>
                  <a:pt x="190583" y="63912"/>
                </a:cubicBezTo>
                <a:cubicBezTo>
                  <a:pt x="381165" y="0"/>
                  <a:pt x="690160" y="0"/>
                  <a:pt x="880743" y="6391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3F36FAE8-6CA6-40B0-A3DB-DFF793B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8376" y="347253"/>
            <a:ext cx="1071324" cy="359273"/>
          </a:xfrm>
          <a:custGeom xmlns:a="http://schemas.openxmlformats.org/drawingml/2006/main">
            <a:pathLst>
              <a:path w="1071324" h="359273">
                <a:moveTo>
                  <a:pt x="880743" y="63915"/>
                </a:moveTo>
                <a:cubicBezTo>
                  <a:pt x="1071324" y="127825"/>
                  <a:pt x="1071324" y="231449"/>
                  <a:pt x="880743" y="295363"/>
                </a:cubicBezTo>
                <a:cubicBezTo>
                  <a:pt x="690159" y="359273"/>
                  <a:pt x="381165" y="359273"/>
                  <a:pt x="190583" y="295363"/>
                </a:cubicBezTo>
                <a:cubicBezTo>
                  <a:pt x="0" y="231449"/>
                  <a:pt x="0" y="127825"/>
                  <a:pt x="190583" y="63915"/>
                </a:cubicBezTo>
                <a:cubicBezTo>
                  <a:pt x="381165" y="0"/>
                  <a:pt x="690159" y="0"/>
                  <a:pt x="880743" y="639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20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E287B65B-E978-45ED-B70F-C1C3517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73219" y="83739"/>
                </a:lnTo>
                <a:lnTo>
                  <a:pt x="732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C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B649298D-ADBB-4712-A136-1C64C9F0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0"/>
                </a:moveTo>
                <a:lnTo>
                  <a:pt x="73219" y="0"/>
                </a:lnTo>
                <a:lnTo>
                  <a:pt x="73219" y="83739"/>
                </a:lnTo>
                <a:lnTo>
                  <a:pt x="0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22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8B7A611E-DFBE-4FD8-BA1F-EB607372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0" y="0"/>
                </a:lnTo>
                <a:lnTo>
                  <a:pt x="73219" y="0"/>
                </a:lnTo>
                <a:lnTo>
                  <a:pt x="73219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23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FCC4977A-40FB-49F0-B3F3-6806DD5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934" y="202895"/>
            <a:ext cx="258130" cy="236727"/>
          </a:xfrm>
          <a:custGeom xmlns:a="http://schemas.openxmlformats.org/drawingml/2006/main">
            <a:pathLst>
              <a:path w="258130" h="236727">
                <a:moveTo>
                  <a:pt x="165677" y="236727"/>
                </a:moveTo>
                <a:lnTo>
                  <a:pt x="165677" y="236727"/>
                </a:lnTo>
                <a:cubicBezTo>
                  <a:pt x="225791" y="216608"/>
                  <a:pt x="258130" y="151807"/>
                  <a:pt x="237912" y="91994"/>
                </a:cubicBezTo>
                <a:cubicBezTo>
                  <a:pt x="217690" y="32179"/>
                  <a:pt x="152569" y="0"/>
                  <a:pt x="92454" y="20117"/>
                </a:cubicBezTo>
                <a:cubicBezTo>
                  <a:pt x="32341" y="40237"/>
                  <a:pt x="0" y="105035"/>
                  <a:pt x="20221" y="164850"/>
                </a:cubicBezTo>
                <a:cubicBezTo>
                  <a:pt x="31674" y="198732"/>
                  <a:pt x="58402" y="225328"/>
                  <a:pt x="92454" y="2367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24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4343E6E7-B597-41D7-A743-F9A62800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25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6649CCA1-AED9-48BE-A280-C38A3E37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7596" y="439627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26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E1DA40A1-F5E1-453D-BFF7-68AACC2F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9070" y="320278"/>
            <a:ext cx="52667" cy="34844"/>
          </a:xfrm>
          <a:custGeom xmlns:a="http://schemas.openxmlformats.org/drawingml/2006/main">
            <a:pathLst>
              <a:path w="52667" h="34844">
                <a:moveTo>
                  <a:pt x="0" y="635"/>
                </a:moveTo>
                <a:lnTo>
                  <a:pt x="16957" y="34844"/>
                </a:lnTo>
                <a:lnTo>
                  <a:pt x="26198" y="0"/>
                </a:lnTo>
                <a:lnTo>
                  <a:pt x="39432" y="26322"/>
                </a:lnTo>
                <a:lnTo>
                  <a:pt x="52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27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23D56CD8-997B-4FD1-8DF5-2013177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725" y="320997"/>
            <a:ext cx="52687" cy="32200"/>
          </a:xfrm>
          <a:custGeom xmlns:a="http://schemas.openxmlformats.org/drawingml/2006/main">
            <a:pathLst>
              <a:path w="52687" h="32200">
                <a:moveTo>
                  <a:pt x="0" y="593"/>
                </a:moveTo>
                <a:lnTo>
                  <a:pt x="13025" y="26322"/>
                </a:lnTo>
                <a:lnTo>
                  <a:pt x="26259" y="0"/>
                </a:lnTo>
                <a:lnTo>
                  <a:pt x="35732" y="32200"/>
                </a:lnTo>
                <a:lnTo>
                  <a:pt x="52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28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A9692EA6-B2CF-4C74-B601-D8E130C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6789" y="503816"/>
            <a:ext cx="89919" cy="31124"/>
          </a:xfrm>
          <a:custGeom xmlns:a="http://schemas.openxmlformats.org/drawingml/2006/main">
            <a:pathLst>
              <a:path w="89919" h="31124">
                <a:moveTo>
                  <a:pt x="0" y="0"/>
                </a:moveTo>
                <a:lnTo>
                  <a:pt x="0" y="0"/>
                </a:lnTo>
                <a:cubicBezTo>
                  <a:pt x="16876" y="24708"/>
                  <a:pt x="50684" y="31124"/>
                  <a:pt x="75515" y="14332"/>
                </a:cubicBezTo>
                <a:cubicBezTo>
                  <a:pt x="81180" y="10502"/>
                  <a:pt x="86068" y="5639"/>
                  <a:pt x="89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29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FC0127D4-9FFE-471C-97D4-D474A9FA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1482" y="327487"/>
            <a:ext cx="29092" cy="55266"/>
          </a:xfrm>
          <a:custGeom xmlns:a="http://schemas.openxmlformats.org/drawingml/2006/main">
            <a:pathLst>
              <a:path w="29092" h="55266">
                <a:moveTo>
                  <a:pt x="0" y="0"/>
                </a:moveTo>
                <a:lnTo>
                  <a:pt x="29092" y="55266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30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F75B08E7-EB31-4479-BC38-9357FAFA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878" y="326241"/>
            <a:ext cx="33131" cy="53892"/>
          </a:xfrm>
          <a:custGeom xmlns:a="http://schemas.openxmlformats.org/drawingml/2006/main">
            <a:pathLst>
              <a:path w="33131" h="53892">
                <a:moveTo>
                  <a:pt x="33131" y="0"/>
                </a:moveTo>
                <a:lnTo>
                  <a:pt x="0" y="53892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31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AC7A87CD-206A-4DBD-AE91-BD01A14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014" y="378926"/>
            <a:ext cx="15582" cy="60680"/>
          </a:xfrm>
          <a:custGeom xmlns:a="http://schemas.openxmlformats.org/drawingml/2006/main">
            <a:pathLst>
              <a:path w="15582" h="60680">
                <a:moveTo>
                  <a:pt x="0" y="0"/>
                </a:moveTo>
                <a:lnTo>
                  <a:pt x="15582" y="6068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32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C43A18F9-60A0-4763-B143-DAFCFE9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380577"/>
            <a:ext cx="16895" cy="59050"/>
          </a:xfrm>
          <a:custGeom xmlns:a="http://schemas.openxmlformats.org/drawingml/2006/main">
            <a:pathLst>
              <a:path w="16895" h="59050">
                <a:moveTo>
                  <a:pt x="16895" y="0"/>
                </a:moveTo>
                <a:lnTo>
                  <a:pt x="0" y="5905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33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3AA4696B-6F04-4FF6-93FB-E957013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73222" cy="23666"/>
          </a:xfrm>
          <a:custGeom xmlns:a="http://schemas.openxmlformats.org/drawingml/2006/main">
            <a:pathLst>
              <a:path w="73222" h="23666">
                <a:moveTo>
                  <a:pt x="0" y="0"/>
                </a:moveTo>
                <a:lnTo>
                  <a:pt x="0" y="0"/>
                </a:lnTo>
                <a:cubicBezTo>
                  <a:pt x="15826" y="20120"/>
                  <a:pt x="45045" y="23666"/>
                  <a:pt x="65262" y="7923"/>
                </a:cubicBezTo>
                <a:cubicBezTo>
                  <a:pt x="68230" y="5611"/>
                  <a:pt x="70901" y="2951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34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4C1F464C-52D5-411F-A185-56477B5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3611" y="326115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3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03D3A2B0-F44E-46DF-9CDF-16B226F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9164" y="324994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3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085F3E42-9618-486E-ADC2-DD1DF23E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659" y="104668"/>
            <a:ext cx="1501" cy="82604"/>
          </a:xfrm>
          <a:custGeom xmlns:a="http://schemas.openxmlformats.org/drawingml/2006/main">
            <a:pathLst>
              <a:path w="1501" h="82604">
                <a:moveTo>
                  <a:pt x="1501" y="82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3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CC276098-B3F1-4075-9285-6216168A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6636" y="169808"/>
            <a:ext cx="70700" cy="62136"/>
          </a:xfrm>
          <a:custGeom xmlns:a="http://schemas.openxmlformats.org/drawingml/2006/main">
            <a:pathLst>
              <a:path w="70700" h="62136">
                <a:moveTo>
                  <a:pt x="0" y="0"/>
                </a:moveTo>
                <a:lnTo>
                  <a:pt x="70700" y="6213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38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3480878D-9ED1-4204-B8D1-C01DDED9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3412" y="166088"/>
            <a:ext cx="62304" cy="63426"/>
          </a:xfrm>
          <a:custGeom xmlns:a="http://schemas.openxmlformats.org/drawingml/2006/main">
            <a:pathLst>
              <a:path w="62304" h="63426">
                <a:moveTo>
                  <a:pt x="62304" y="0"/>
                </a:moveTo>
                <a:lnTo>
                  <a:pt x="0" y="6342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139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E57C5B06-4B0C-4565-9992-508CF19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39627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40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8F782536-380E-4C5F-AD81-00F47DB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81489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41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B9B3D7D2-C97C-41DD-8D43-7BD3D8FC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377" y="481489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42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3E3FF62B-8946-4E83-8B8D-270994EC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852" y="526603"/>
            <a:ext cx="404796" cy="732053"/>
          </a:xfrm>
          <a:custGeom xmlns:a="http://schemas.openxmlformats.org/drawingml/2006/main">
            <a:pathLst>
              <a:path w="404796" h="732053">
                <a:moveTo>
                  <a:pt x="23864" y="172952"/>
                </a:moveTo>
                <a:cubicBezTo>
                  <a:pt x="47727" y="29694"/>
                  <a:pt x="147004" y="0"/>
                  <a:pt x="245606" y="106633"/>
                </a:cubicBezTo>
                <a:cubicBezTo>
                  <a:pt x="344208" y="213264"/>
                  <a:pt x="404796" y="415842"/>
                  <a:pt x="380933" y="559101"/>
                </a:cubicBezTo>
                <a:cubicBezTo>
                  <a:pt x="357069" y="702362"/>
                  <a:pt x="257791" y="732053"/>
                  <a:pt x="159190" y="625420"/>
                </a:cubicBezTo>
                <a:cubicBezTo>
                  <a:pt x="60587" y="518789"/>
                  <a:pt x="0" y="316213"/>
                  <a:pt x="23864" y="17295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580FBE33-08CF-46E0-83DC-92037B8D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852" y="526603"/>
            <a:ext cx="404795" cy="732053"/>
          </a:xfrm>
          <a:custGeom xmlns:a="http://schemas.openxmlformats.org/drawingml/2006/main">
            <a:pathLst>
              <a:path w="404795" h="732053">
                <a:moveTo>
                  <a:pt x="23864" y="172955"/>
                </a:moveTo>
                <a:cubicBezTo>
                  <a:pt x="47727" y="29694"/>
                  <a:pt x="147003" y="0"/>
                  <a:pt x="245606" y="106633"/>
                </a:cubicBezTo>
                <a:cubicBezTo>
                  <a:pt x="344208" y="213266"/>
                  <a:pt x="404795" y="415842"/>
                  <a:pt x="380933" y="559103"/>
                </a:cubicBezTo>
                <a:cubicBezTo>
                  <a:pt x="357069" y="702359"/>
                  <a:pt x="257792" y="732053"/>
                  <a:pt x="159190" y="625420"/>
                </a:cubicBezTo>
                <a:cubicBezTo>
                  <a:pt x="60588" y="518789"/>
                  <a:pt x="0" y="316213"/>
                  <a:pt x="23864" y="1729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4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ABB697E-432C-455B-98A7-DE4FBD8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0095" y="1072544"/>
            <a:ext cx="964560" cy="419495"/>
          </a:xfrm>
          <a:custGeom xmlns:a="http://schemas.openxmlformats.org/drawingml/2006/main">
            <a:pathLst>
              <a:path w="964560" h="419495">
                <a:moveTo>
                  <a:pt x="754385" y="17045"/>
                </a:moveTo>
                <a:cubicBezTo>
                  <a:pt x="937745" y="34091"/>
                  <a:pt x="964560" y="134185"/>
                  <a:pt x="814278" y="240611"/>
                </a:cubicBezTo>
                <a:cubicBezTo>
                  <a:pt x="663998" y="347037"/>
                  <a:pt x="393532" y="419495"/>
                  <a:pt x="210173" y="402450"/>
                </a:cubicBezTo>
                <a:cubicBezTo>
                  <a:pt x="26815" y="385404"/>
                  <a:pt x="0" y="285310"/>
                  <a:pt x="150282" y="178884"/>
                </a:cubicBezTo>
                <a:cubicBezTo>
                  <a:pt x="300562" y="72458"/>
                  <a:pt x="571028" y="0"/>
                  <a:pt x="754385" y="17045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DAEE10A8-EFEC-4F69-998D-528181E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0094" y="1072546"/>
            <a:ext cx="964561" cy="419493"/>
          </a:xfrm>
          <a:custGeom xmlns:a="http://schemas.openxmlformats.org/drawingml/2006/main">
            <a:pathLst>
              <a:path w="964561" h="419493">
                <a:moveTo>
                  <a:pt x="754387" y="17045"/>
                </a:moveTo>
                <a:cubicBezTo>
                  <a:pt x="937746" y="34089"/>
                  <a:pt x="964561" y="134183"/>
                  <a:pt x="814278" y="240609"/>
                </a:cubicBezTo>
                <a:cubicBezTo>
                  <a:pt x="664000" y="347037"/>
                  <a:pt x="393533" y="419493"/>
                  <a:pt x="210176" y="402448"/>
                </a:cubicBezTo>
                <a:cubicBezTo>
                  <a:pt x="26816" y="385402"/>
                  <a:pt x="0" y="285308"/>
                  <a:pt x="150283" y="178884"/>
                </a:cubicBezTo>
                <a:cubicBezTo>
                  <a:pt x="300562" y="72456"/>
                  <a:pt x="571029" y="0"/>
                  <a:pt x="754387" y="170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4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8426EA59-C7CB-4475-842E-446A6FE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6442" y="1087817"/>
            <a:ext cx="759676" cy="401422"/>
          </a:xfrm>
          <a:custGeom xmlns:a="http://schemas.openxmlformats.org/drawingml/2006/main">
            <a:pathLst>
              <a:path w="759676" h="401422">
                <a:moveTo>
                  <a:pt x="644451" y="147407"/>
                </a:moveTo>
                <a:cubicBezTo>
                  <a:pt x="759676" y="241999"/>
                  <a:pt x="734612" y="342544"/>
                  <a:pt x="588470" y="371984"/>
                </a:cubicBezTo>
                <a:cubicBezTo>
                  <a:pt x="442328" y="401422"/>
                  <a:pt x="230449" y="348607"/>
                  <a:pt x="115224" y="254015"/>
                </a:cubicBezTo>
                <a:cubicBezTo>
                  <a:pt x="0" y="159423"/>
                  <a:pt x="25064" y="58878"/>
                  <a:pt x="171206" y="29440"/>
                </a:cubicBezTo>
                <a:cubicBezTo>
                  <a:pt x="317348" y="0"/>
                  <a:pt x="529227" y="52818"/>
                  <a:pt x="644451" y="147407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C518BDB9-99E0-46A6-8904-153E25E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6442" y="1087820"/>
            <a:ext cx="759677" cy="401420"/>
          </a:xfrm>
          <a:custGeom xmlns:a="http://schemas.openxmlformats.org/drawingml/2006/main">
            <a:pathLst>
              <a:path w="759677" h="401420">
                <a:moveTo>
                  <a:pt x="644450" y="147407"/>
                </a:moveTo>
                <a:cubicBezTo>
                  <a:pt x="759677" y="241997"/>
                  <a:pt x="734612" y="342544"/>
                  <a:pt x="588469" y="371982"/>
                </a:cubicBezTo>
                <a:cubicBezTo>
                  <a:pt x="442329" y="401420"/>
                  <a:pt x="230449" y="348604"/>
                  <a:pt x="115224" y="254012"/>
                </a:cubicBezTo>
                <a:cubicBezTo>
                  <a:pt x="0" y="159421"/>
                  <a:pt x="25064" y="58875"/>
                  <a:pt x="171206" y="29438"/>
                </a:cubicBezTo>
                <a:cubicBezTo>
                  <a:pt x="317349" y="0"/>
                  <a:pt x="529226" y="52815"/>
                  <a:pt x="644450" y="1474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4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41F6CE52-63F8-4709-9DE4-8878851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1407" y="1229425"/>
            <a:ext cx="84570" cy="105733"/>
          </a:xfrm>
          <a:custGeom xmlns:a="http://schemas.openxmlformats.org/drawingml/2006/main">
            <a:pathLst>
              <a:path w="84570" h="105733">
                <a:moveTo>
                  <a:pt x="0" y="0"/>
                </a:moveTo>
                <a:lnTo>
                  <a:pt x="84570" y="105733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14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1E6FFE43-9CC5-4720-996B-E22660E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1407" y="1229446"/>
            <a:ext cx="84570" cy="105712"/>
          </a:xfrm>
          <a:custGeom xmlns:a="http://schemas.openxmlformats.org/drawingml/2006/main">
            <a:pathLst>
              <a:path w="84570" h="105712">
                <a:moveTo>
                  <a:pt x="84570" y="0"/>
                </a:moveTo>
                <a:lnTo>
                  <a:pt x="0" y="105712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150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D36395E2-B6B9-4E8C-A46F-DA8338C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710" y="844709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111747"/>
                </a:moveTo>
                <a:lnTo>
                  <a:pt x="130033" y="111747"/>
                </a:lnTo>
                <a:lnTo>
                  <a:pt x="1300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60496948-4796-4C16-8A97-1A321DB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711" y="844711"/>
            <a:ext cx="130032" cy="111747"/>
          </a:xfrm>
          <a:custGeom xmlns:a="http://schemas.openxmlformats.org/drawingml/2006/main">
            <a:pathLst>
              <a:path w="130032" h="111747">
                <a:moveTo>
                  <a:pt x="0" y="0"/>
                </a:moveTo>
                <a:lnTo>
                  <a:pt x="130032" y="0"/>
                </a:lnTo>
                <a:lnTo>
                  <a:pt x="130032" y="111747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52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81BF0106-8031-469F-9850-5A18131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709" y="844709"/>
            <a:ext cx="130034" cy="111744"/>
          </a:xfrm>
          <a:custGeom xmlns:a="http://schemas.openxmlformats.org/drawingml/2006/main">
            <a:pathLst>
              <a:path w="130034" h="111744">
                <a:moveTo>
                  <a:pt x="130034" y="111744"/>
                </a:moveTo>
                <a:lnTo>
                  <a:pt x="130034" y="0"/>
                </a:lnTo>
                <a:lnTo>
                  <a:pt x="0" y="0"/>
                </a:lnTo>
                <a:lnTo>
                  <a:pt x="0" y="1117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153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E1ED833F-A4F8-4229-86E6-5837BBC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004" y="886655"/>
            <a:ext cx="37270" cy="40900"/>
          </a:xfrm>
          <a:custGeom xmlns:a="http://schemas.openxmlformats.org/drawingml/2006/main">
            <a:pathLst>
              <a:path w="37270" h="40900">
                <a:moveTo>
                  <a:pt x="6630" y="7276"/>
                </a:moveTo>
                <a:cubicBezTo>
                  <a:pt x="0" y="14550"/>
                  <a:pt x="0" y="26350"/>
                  <a:pt x="6630" y="33624"/>
                </a:cubicBezTo>
                <a:cubicBezTo>
                  <a:pt x="13260" y="40900"/>
                  <a:pt x="24010" y="40900"/>
                  <a:pt x="30640" y="33624"/>
                </a:cubicBezTo>
                <a:cubicBezTo>
                  <a:pt x="37270" y="26350"/>
                  <a:pt x="37270" y="14550"/>
                  <a:pt x="30640" y="7276"/>
                </a:cubicBezTo>
                <a:cubicBezTo>
                  <a:pt x="24010" y="0"/>
                  <a:pt x="13260" y="0"/>
                  <a:pt x="6630" y="72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1039EF45-F311-44A8-BBB6-56A7561A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004" y="886655"/>
            <a:ext cx="37270" cy="40900"/>
          </a:xfrm>
          <a:custGeom xmlns:a="http://schemas.openxmlformats.org/drawingml/2006/main">
            <a:pathLst>
              <a:path w="37270" h="40900">
                <a:moveTo>
                  <a:pt x="6631" y="7276"/>
                </a:moveTo>
                <a:cubicBezTo>
                  <a:pt x="0" y="14553"/>
                  <a:pt x="0" y="26350"/>
                  <a:pt x="6631" y="33624"/>
                </a:cubicBezTo>
                <a:cubicBezTo>
                  <a:pt x="13261" y="40900"/>
                  <a:pt x="24010" y="40900"/>
                  <a:pt x="30640" y="33624"/>
                </a:cubicBezTo>
                <a:cubicBezTo>
                  <a:pt x="37270" y="26350"/>
                  <a:pt x="37270" y="14553"/>
                  <a:pt x="30640" y="7276"/>
                </a:cubicBezTo>
                <a:cubicBezTo>
                  <a:pt x="24010" y="0"/>
                  <a:pt x="13261" y="0"/>
                  <a:pt x="6631" y="7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55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C098507-837E-410D-A3C6-AA9B1D2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004" y="886655"/>
            <a:ext cx="37270" cy="40900"/>
          </a:xfrm>
          <a:custGeom xmlns:a="http://schemas.openxmlformats.org/drawingml/2006/main">
            <a:pathLst>
              <a:path w="37270" h="40900">
                <a:moveTo>
                  <a:pt x="6631" y="33624"/>
                </a:moveTo>
                <a:cubicBezTo>
                  <a:pt x="0" y="26350"/>
                  <a:pt x="0" y="14553"/>
                  <a:pt x="6631" y="7276"/>
                </a:cubicBezTo>
                <a:cubicBezTo>
                  <a:pt x="13261" y="0"/>
                  <a:pt x="24010" y="0"/>
                  <a:pt x="30640" y="7276"/>
                </a:cubicBezTo>
                <a:cubicBezTo>
                  <a:pt x="37270" y="14553"/>
                  <a:pt x="37270" y="26350"/>
                  <a:pt x="30640" y="33624"/>
                </a:cubicBezTo>
                <a:cubicBezTo>
                  <a:pt x="24010" y="40900"/>
                  <a:pt x="13261" y="40900"/>
                  <a:pt x="6631" y="336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56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29A2ABE-A04A-4DFC-A26F-2E03B84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180" y="962537"/>
            <a:ext cx="330501" cy="212317"/>
          </a:xfrm>
          <a:custGeom xmlns:a="http://schemas.openxmlformats.org/drawingml/2006/main">
            <a:pathLst>
              <a:path w="330501" h="212317">
                <a:moveTo>
                  <a:pt x="0" y="212317"/>
                </a:moveTo>
                <a:lnTo>
                  <a:pt x="330501" y="212317"/>
                </a:lnTo>
                <a:lnTo>
                  <a:pt x="3305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B3FFB9AB-A5E4-4BBD-82B1-26BA114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180" y="962537"/>
            <a:ext cx="330502" cy="212320"/>
          </a:xfrm>
          <a:custGeom xmlns:a="http://schemas.openxmlformats.org/drawingml/2006/main">
            <a:pathLst>
              <a:path w="330502" h="212320">
                <a:moveTo>
                  <a:pt x="0" y="0"/>
                </a:moveTo>
                <a:lnTo>
                  <a:pt x="330502" y="0"/>
                </a:lnTo>
                <a:lnTo>
                  <a:pt x="330502" y="21232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58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E67C1FF8-9F94-48ED-806C-B58CFD7B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180" y="962537"/>
            <a:ext cx="330500" cy="212320"/>
          </a:xfrm>
          <a:custGeom xmlns:a="http://schemas.openxmlformats.org/drawingml/2006/main">
            <a:pathLst>
              <a:path w="330500" h="212320">
                <a:moveTo>
                  <a:pt x="330500" y="212320"/>
                </a:moveTo>
                <a:lnTo>
                  <a:pt x="330500" y="0"/>
                </a:lnTo>
                <a:lnTo>
                  <a:pt x="0" y="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59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5D0910B2-0D7D-4E9A-803E-262A29B0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955" y="1141463"/>
            <a:ext cx="130835" cy="122655"/>
          </a:xfrm>
          <a:custGeom xmlns:a="http://schemas.openxmlformats.org/drawingml/2006/main">
            <a:pathLst>
              <a:path w="130835" h="122655">
                <a:moveTo>
                  <a:pt x="23275" y="21820"/>
                </a:moveTo>
                <a:cubicBezTo>
                  <a:pt x="0" y="43639"/>
                  <a:pt x="0" y="79016"/>
                  <a:pt x="23275" y="100836"/>
                </a:cubicBezTo>
                <a:cubicBezTo>
                  <a:pt x="46549" y="122655"/>
                  <a:pt x="84286" y="122655"/>
                  <a:pt x="107560" y="100836"/>
                </a:cubicBezTo>
                <a:cubicBezTo>
                  <a:pt x="130835" y="79016"/>
                  <a:pt x="130835" y="43639"/>
                  <a:pt x="107560" y="21820"/>
                </a:cubicBezTo>
                <a:cubicBezTo>
                  <a:pt x="84286" y="0"/>
                  <a:pt x="46549" y="0"/>
                  <a:pt x="23275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EC84DDC0-B8C1-4521-80C5-D87B4E5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956" y="1141465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3" y="21817"/>
                </a:moveTo>
                <a:cubicBezTo>
                  <a:pt x="0" y="43639"/>
                  <a:pt x="0" y="79014"/>
                  <a:pt x="23273" y="100833"/>
                </a:cubicBezTo>
                <a:cubicBezTo>
                  <a:pt x="46549" y="122653"/>
                  <a:pt x="84284" y="122653"/>
                  <a:pt x="107559" y="100833"/>
                </a:cubicBezTo>
                <a:cubicBezTo>
                  <a:pt x="130834" y="79014"/>
                  <a:pt x="130834" y="43639"/>
                  <a:pt x="107559" y="21817"/>
                </a:cubicBezTo>
                <a:cubicBezTo>
                  <a:pt x="84284" y="0"/>
                  <a:pt x="46549" y="0"/>
                  <a:pt x="23273" y="218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61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FD40347-CEFD-4194-93D4-D0C70D9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956" y="1141465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3" y="100833"/>
                </a:moveTo>
                <a:cubicBezTo>
                  <a:pt x="0" y="79014"/>
                  <a:pt x="0" y="43639"/>
                  <a:pt x="23273" y="21817"/>
                </a:cubicBezTo>
                <a:cubicBezTo>
                  <a:pt x="46549" y="0"/>
                  <a:pt x="84284" y="0"/>
                  <a:pt x="107559" y="21817"/>
                </a:cubicBezTo>
                <a:cubicBezTo>
                  <a:pt x="130834" y="43639"/>
                  <a:pt x="130834" y="79014"/>
                  <a:pt x="107559" y="100833"/>
                </a:cubicBezTo>
                <a:cubicBezTo>
                  <a:pt x="84284" y="122653"/>
                  <a:pt x="46549" y="122653"/>
                  <a:pt x="23273" y="1008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162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2380492D-493A-40A9-897C-DEFC392E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3044" y="1142267"/>
            <a:ext cx="130835" cy="122653"/>
          </a:xfrm>
          <a:custGeom xmlns:a="http://schemas.openxmlformats.org/drawingml/2006/main">
            <a:pathLst>
              <a:path w="130835" h="122653">
                <a:moveTo>
                  <a:pt x="23274" y="21820"/>
                </a:moveTo>
                <a:cubicBezTo>
                  <a:pt x="0" y="43639"/>
                  <a:pt x="0" y="79014"/>
                  <a:pt x="23274" y="100836"/>
                </a:cubicBezTo>
                <a:cubicBezTo>
                  <a:pt x="46549" y="122653"/>
                  <a:pt x="84286" y="122653"/>
                  <a:pt x="107560" y="100836"/>
                </a:cubicBezTo>
                <a:cubicBezTo>
                  <a:pt x="130835" y="79014"/>
                  <a:pt x="130835" y="43639"/>
                  <a:pt x="107560" y="21820"/>
                </a:cubicBezTo>
                <a:cubicBezTo>
                  <a:pt x="84286" y="0"/>
                  <a:pt x="46549" y="0"/>
                  <a:pt x="23274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340E5C4A-FEDB-4C6B-BB66-06BB9BA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3046" y="1142267"/>
            <a:ext cx="130833" cy="122655"/>
          </a:xfrm>
          <a:custGeom xmlns:a="http://schemas.openxmlformats.org/drawingml/2006/main">
            <a:pathLst>
              <a:path w="130833" h="122655">
                <a:moveTo>
                  <a:pt x="23273" y="21820"/>
                </a:moveTo>
                <a:cubicBezTo>
                  <a:pt x="0" y="43639"/>
                  <a:pt x="0" y="79016"/>
                  <a:pt x="23273" y="100833"/>
                </a:cubicBezTo>
                <a:cubicBezTo>
                  <a:pt x="46548" y="122655"/>
                  <a:pt x="84283" y="122655"/>
                  <a:pt x="107560" y="100833"/>
                </a:cubicBezTo>
                <a:cubicBezTo>
                  <a:pt x="130833" y="79016"/>
                  <a:pt x="130833" y="43639"/>
                  <a:pt x="107560" y="21820"/>
                </a:cubicBezTo>
                <a:cubicBezTo>
                  <a:pt x="84283" y="0"/>
                  <a:pt x="46548" y="0"/>
                  <a:pt x="23273" y="21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64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69C5713E-830E-4D43-98EF-2CCF1A23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3046" y="1142267"/>
            <a:ext cx="130833" cy="122655"/>
          </a:xfrm>
          <a:custGeom xmlns:a="http://schemas.openxmlformats.org/drawingml/2006/main">
            <a:pathLst>
              <a:path w="130833" h="122655">
                <a:moveTo>
                  <a:pt x="23273" y="100833"/>
                </a:moveTo>
                <a:cubicBezTo>
                  <a:pt x="0" y="79016"/>
                  <a:pt x="0" y="43639"/>
                  <a:pt x="23273" y="21820"/>
                </a:cubicBezTo>
                <a:cubicBezTo>
                  <a:pt x="46548" y="0"/>
                  <a:pt x="84283" y="0"/>
                  <a:pt x="107560" y="21820"/>
                </a:cubicBezTo>
                <a:cubicBezTo>
                  <a:pt x="130833" y="43639"/>
                  <a:pt x="130833" y="79016"/>
                  <a:pt x="107560" y="100833"/>
                </a:cubicBezTo>
                <a:cubicBezTo>
                  <a:pt x="84283" y="122655"/>
                  <a:pt x="46548" y="122655"/>
                  <a:pt x="23273" y="1008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165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20BE337D-432F-4E3D-A2B1-8294840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8382" y="907124"/>
            <a:ext cx="43236" cy="181168"/>
          </a:xfrm>
          <a:custGeom xmlns:a="http://schemas.openxmlformats.org/drawingml/2006/main">
            <a:pathLst>
              <a:path w="43236" h="181168">
                <a:moveTo>
                  <a:pt x="43236" y="0"/>
                </a:moveTo>
                <a:lnTo>
                  <a:pt x="0" y="181168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166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AB3C3593-537B-40E4-98EC-1D562D79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555" y="1062498"/>
            <a:ext cx="139455" cy="21059"/>
          </a:xfrm>
          <a:custGeom xmlns:a="http://schemas.openxmlformats.org/drawingml/2006/main">
            <a:pathLst>
              <a:path w="139455" h="21059">
                <a:moveTo>
                  <a:pt x="0" y="21059"/>
                </a:moveTo>
                <a:lnTo>
                  <a:pt x="139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167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4C0AA9A1-848E-450A-AF0A-E7CE051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1051" y="1025521"/>
            <a:ext cx="14440" cy="70572"/>
          </a:xfrm>
          <a:custGeom xmlns:a="http://schemas.openxmlformats.org/drawingml/2006/main">
            <a:pathLst>
              <a:path w="14440" h="70572">
                <a:moveTo>
                  <a:pt x="0" y="0"/>
                </a:moveTo>
                <a:lnTo>
                  <a:pt x="14440" y="70572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168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94C3E8C3-E7D2-46C1-9EB8-BE6F4C94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5956" y="1080281"/>
            <a:ext cx="26365" cy="10337"/>
          </a:xfrm>
          <a:custGeom xmlns:a="http://schemas.openxmlformats.org/drawingml/2006/main">
            <a:pathLst>
              <a:path w="26365" h="10337">
                <a:moveTo>
                  <a:pt x="0" y="10337"/>
                </a:moveTo>
                <a:lnTo>
                  <a:pt x="26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169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4D65D3C4-5F21-4B7C-94DA-A9113AE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4751" y="1019049"/>
            <a:ext cx="22221" cy="7274"/>
          </a:xfrm>
          <a:custGeom xmlns:a="http://schemas.openxmlformats.org/drawingml/2006/main">
            <a:pathLst>
              <a:path w="22221" h="7274">
                <a:moveTo>
                  <a:pt x="0" y="7274"/>
                </a:moveTo>
                <a:lnTo>
                  <a:pt x="22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170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0D774270-2BAD-485E-AD9C-8E5CCDE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1678" y="750815"/>
            <a:ext cx="111104" cy="35558"/>
          </a:xfrm>
          <a:custGeom xmlns:a="http://schemas.openxmlformats.org/drawingml/2006/main">
            <a:pathLst>
              <a:path w="111104" h="35558">
                <a:moveTo>
                  <a:pt x="0" y="35558"/>
                </a:moveTo>
                <a:lnTo>
                  <a:pt x="111104" y="35558"/>
                </a:lnTo>
                <a:lnTo>
                  <a:pt x="1111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4D1EF4DF-5CF0-47BD-A4F9-ED050C8E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1680" y="750817"/>
            <a:ext cx="111103" cy="35558"/>
          </a:xfrm>
          <a:custGeom xmlns:a="http://schemas.openxmlformats.org/drawingml/2006/main">
            <a:pathLst>
              <a:path w="111103" h="35558">
                <a:moveTo>
                  <a:pt x="0" y="0"/>
                </a:moveTo>
                <a:lnTo>
                  <a:pt x="111103" y="0"/>
                </a:lnTo>
                <a:lnTo>
                  <a:pt x="111103" y="35558"/>
                </a:lnTo>
                <a:lnTo>
                  <a:pt x="0" y="35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72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9795A7A5-5664-4320-9B59-5C85FBB3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1680" y="750815"/>
            <a:ext cx="111104" cy="35561"/>
          </a:xfrm>
          <a:custGeom xmlns:a="http://schemas.openxmlformats.org/drawingml/2006/main">
            <a:pathLst>
              <a:path w="111104" h="35561">
                <a:moveTo>
                  <a:pt x="111104" y="35561"/>
                </a:moveTo>
                <a:lnTo>
                  <a:pt x="111104" y="0"/>
                </a:lnTo>
                <a:lnTo>
                  <a:pt x="0" y="0"/>
                </a:lnTo>
                <a:lnTo>
                  <a:pt x="0" y="355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173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AEFFE9E4-C40A-4E89-802F-E068F63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5909" y="808388"/>
            <a:ext cx="7662" cy="25429"/>
          </a:xfrm>
          <a:custGeom xmlns:a="http://schemas.openxmlformats.org/drawingml/2006/main">
            <a:pathLst>
              <a:path w="7662" h="25429">
                <a:moveTo>
                  <a:pt x="0" y="25429"/>
                </a:moveTo>
                <a:lnTo>
                  <a:pt x="7662" y="25429"/>
                </a:lnTo>
                <a:lnTo>
                  <a:pt x="766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5DB07FED-AC3A-4F4C-9185-40CD2B56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5910" y="808388"/>
            <a:ext cx="7662" cy="25429"/>
          </a:xfrm>
          <a:custGeom xmlns:a="http://schemas.openxmlformats.org/drawingml/2006/main">
            <a:pathLst>
              <a:path w="7662" h="25429">
                <a:moveTo>
                  <a:pt x="0" y="0"/>
                </a:moveTo>
                <a:lnTo>
                  <a:pt x="7662" y="0"/>
                </a:lnTo>
                <a:lnTo>
                  <a:pt x="7662" y="25429"/>
                </a:lnTo>
                <a:lnTo>
                  <a:pt x="0" y="25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75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31FF514D-8DAD-49DB-A271-0A779F85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5910" y="808388"/>
            <a:ext cx="7661" cy="25426"/>
          </a:xfrm>
          <a:custGeom xmlns:a="http://schemas.openxmlformats.org/drawingml/2006/main">
            <a:pathLst>
              <a:path w="7661" h="25426">
                <a:moveTo>
                  <a:pt x="7661" y="25426"/>
                </a:moveTo>
                <a:lnTo>
                  <a:pt x="7661" y="0"/>
                </a:lnTo>
                <a:lnTo>
                  <a:pt x="0" y="0"/>
                </a:lnTo>
                <a:lnTo>
                  <a:pt x="0" y="254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76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38E9A6F3-E4DB-47F8-AB28-4A03E37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6228" y="752826"/>
            <a:ext cx="18926" cy="30803"/>
          </a:xfrm>
          <a:custGeom xmlns:a="http://schemas.openxmlformats.org/drawingml/2006/main">
            <a:pathLst>
              <a:path w="18926" h="30803">
                <a:moveTo>
                  <a:pt x="0" y="30803"/>
                </a:moveTo>
                <a:lnTo>
                  <a:pt x="18926" y="30803"/>
                </a:lnTo>
                <a:lnTo>
                  <a:pt x="1892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A910631D-587C-439C-BB72-CE717423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6230" y="752826"/>
            <a:ext cx="18924" cy="30803"/>
          </a:xfrm>
          <a:custGeom xmlns:a="http://schemas.openxmlformats.org/drawingml/2006/main">
            <a:pathLst>
              <a:path w="18924" h="30803">
                <a:moveTo>
                  <a:pt x="0" y="0"/>
                </a:moveTo>
                <a:lnTo>
                  <a:pt x="18924" y="0"/>
                </a:lnTo>
                <a:lnTo>
                  <a:pt x="18924" y="30803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78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F2DFB476-11E2-4F58-A634-6ABBD9D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6230" y="752828"/>
            <a:ext cx="18924" cy="30803"/>
          </a:xfrm>
          <a:custGeom xmlns:a="http://schemas.openxmlformats.org/drawingml/2006/main">
            <a:pathLst>
              <a:path w="18924" h="30803">
                <a:moveTo>
                  <a:pt x="18924" y="30803"/>
                </a:moveTo>
                <a:lnTo>
                  <a:pt x="18924" y="0"/>
                </a:lnTo>
                <a:lnTo>
                  <a:pt x="0" y="0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179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A4E4DC88-9BAB-46B1-8BB5-8D6B043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0772" y="471136"/>
            <a:ext cx="1178300" cy="143740"/>
          </a:xfrm>
          <a:custGeom xmlns:a="http://schemas.openxmlformats.org/drawingml/2006/main">
            <a:pathLst>
              <a:path w="1178300" h="143740">
                <a:moveTo>
                  <a:pt x="0" y="0"/>
                </a:moveTo>
                <a:cubicBezTo>
                  <a:pt x="165611" y="42281"/>
                  <a:pt x="300517" y="109968"/>
                  <a:pt x="496881" y="126855"/>
                </a:cubicBezTo>
                <a:cubicBezTo>
                  <a:pt x="693244" y="143740"/>
                  <a:pt x="951184" y="109840"/>
                  <a:pt x="1178300" y="1013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180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53AC859D-7AE9-469B-A281-1228EA82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553" y="413682"/>
            <a:ext cx="970813" cy="359273"/>
          </a:xfrm>
          <a:custGeom xmlns:a="http://schemas.openxmlformats.org/drawingml/2006/main">
            <a:pathLst>
              <a:path w="970813" h="359273">
                <a:moveTo>
                  <a:pt x="798109" y="63912"/>
                </a:moveTo>
                <a:cubicBezTo>
                  <a:pt x="970813" y="127827"/>
                  <a:pt x="970813" y="231449"/>
                  <a:pt x="798109" y="295361"/>
                </a:cubicBezTo>
                <a:cubicBezTo>
                  <a:pt x="625408" y="359273"/>
                  <a:pt x="345403" y="359273"/>
                  <a:pt x="172702" y="295361"/>
                </a:cubicBezTo>
                <a:cubicBezTo>
                  <a:pt x="0" y="231449"/>
                  <a:pt x="0" y="127827"/>
                  <a:pt x="172702" y="63912"/>
                </a:cubicBezTo>
                <a:cubicBezTo>
                  <a:pt x="345403" y="0"/>
                  <a:pt x="625408" y="0"/>
                  <a:pt x="798109" y="6391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A70E25B5-97DC-4AB6-AA1E-6D632099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553" y="413684"/>
            <a:ext cx="970812" cy="359273"/>
          </a:xfrm>
          <a:custGeom xmlns:a="http://schemas.openxmlformats.org/drawingml/2006/main">
            <a:pathLst>
              <a:path w="970812" h="359273">
                <a:moveTo>
                  <a:pt x="798111" y="63912"/>
                </a:moveTo>
                <a:cubicBezTo>
                  <a:pt x="970812" y="127825"/>
                  <a:pt x="970812" y="231449"/>
                  <a:pt x="798111" y="295361"/>
                </a:cubicBezTo>
                <a:cubicBezTo>
                  <a:pt x="625408" y="359273"/>
                  <a:pt x="345404" y="359273"/>
                  <a:pt x="172701" y="295361"/>
                </a:cubicBezTo>
                <a:cubicBezTo>
                  <a:pt x="0" y="231449"/>
                  <a:pt x="0" y="127825"/>
                  <a:pt x="172701" y="63912"/>
                </a:cubicBezTo>
                <a:cubicBezTo>
                  <a:pt x="345404" y="0"/>
                  <a:pt x="625408" y="0"/>
                  <a:pt x="798111" y="639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182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F6755B3E-5998-45C5-9E0C-34D6A0A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0772" y="493998"/>
            <a:ext cx="2849837" cy="855722"/>
          </a:xfrm>
          <a:custGeom xmlns:a="http://schemas.openxmlformats.org/drawingml/2006/main">
            <a:pathLst>
              <a:path w="2849837" h="855722">
                <a:moveTo>
                  <a:pt x="0" y="735448"/>
                </a:moveTo>
                <a:cubicBezTo>
                  <a:pt x="216984" y="770683"/>
                  <a:pt x="429781" y="841165"/>
                  <a:pt x="651022" y="841160"/>
                </a:cubicBezTo>
                <a:cubicBezTo>
                  <a:pt x="872263" y="841158"/>
                  <a:pt x="1212483" y="855722"/>
                  <a:pt x="1327581" y="735427"/>
                </a:cubicBezTo>
                <a:cubicBezTo>
                  <a:pt x="1442678" y="615132"/>
                  <a:pt x="1087992" y="238646"/>
                  <a:pt x="1341676" y="119321"/>
                </a:cubicBezTo>
                <a:cubicBezTo>
                  <a:pt x="1595361" y="0"/>
                  <a:pt x="2347167" y="52720"/>
                  <a:pt x="2849837" y="194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dash"/>
          </a:ln>
        </p:spPr>
      </p:sp>
      <p:sp>
        <p:nvSpPr>
          <p:cNvPr id="183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322EED62-7641-40A5-B7EB-62CD9EC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227" y="375954"/>
            <a:ext cx="970812" cy="359273"/>
          </a:xfrm>
          <a:custGeom xmlns:a="http://schemas.openxmlformats.org/drawingml/2006/main">
            <a:pathLst>
              <a:path w="970812" h="359273">
                <a:moveTo>
                  <a:pt x="798109" y="63912"/>
                </a:moveTo>
                <a:cubicBezTo>
                  <a:pt x="970812" y="127825"/>
                  <a:pt x="970812" y="231449"/>
                  <a:pt x="798109" y="295361"/>
                </a:cubicBezTo>
                <a:cubicBezTo>
                  <a:pt x="625408" y="359273"/>
                  <a:pt x="345404" y="359273"/>
                  <a:pt x="172703" y="295361"/>
                </a:cubicBezTo>
                <a:cubicBezTo>
                  <a:pt x="0" y="231449"/>
                  <a:pt x="0" y="127825"/>
                  <a:pt x="172703" y="63912"/>
                </a:cubicBezTo>
                <a:cubicBezTo>
                  <a:pt x="345404" y="0"/>
                  <a:pt x="625408" y="0"/>
                  <a:pt x="798109" y="6391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3D1F857D-AC2D-4BFE-933F-C82BA7F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227" y="375954"/>
            <a:ext cx="970812" cy="359276"/>
          </a:xfrm>
          <a:custGeom xmlns:a="http://schemas.openxmlformats.org/drawingml/2006/main">
            <a:pathLst>
              <a:path w="970812" h="359276">
                <a:moveTo>
                  <a:pt x="798109" y="63915"/>
                </a:moveTo>
                <a:cubicBezTo>
                  <a:pt x="970812" y="127825"/>
                  <a:pt x="970812" y="231451"/>
                  <a:pt x="798109" y="295363"/>
                </a:cubicBezTo>
                <a:cubicBezTo>
                  <a:pt x="625410" y="359276"/>
                  <a:pt x="345404" y="359276"/>
                  <a:pt x="172703" y="295363"/>
                </a:cubicBezTo>
                <a:cubicBezTo>
                  <a:pt x="0" y="231451"/>
                  <a:pt x="0" y="127825"/>
                  <a:pt x="172703" y="63915"/>
                </a:cubicBezTo>
                <a:cubicBezTo>
                  <a:pt x="345404" y="0"/>
                  <a:pt x="625410" y="0"/>
                  <a:pt x="798109" y="639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85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4B125C2A-E029-4544-B166-DB94AE7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3171" y="347253"/>
            <a:ext cx="1071324" cy="359273"/>
          </a:xfrm>
          <a:custGeom xmlns:a="http://schemas.openxmlformats.org/drawingml/2006/main">
            <a:pathLst>
              <a:path w="1071324" h="359273">
                <a:moveTo>
                  <a:pt x="880743" y="63912"/>
                </a:moveTo>
                <a:cubicBezTo>
                  <a:pt x="1071324" y="127825"/>
                  <a:pt x="1071324" y="231449"/>
                  <a:pt x="880743" y="295361"/>
                </a:cubicBezTo>
                <a:cubicBezTo>
                  <a:pt x="690160" y="359273"/>
                  <a:pt x="381165" y="359273"/>
                  <a:pt x="190583" y="295361"/>
                </a:cubicBezTo>
                <a:cubicBezTo>
                  <a:pt x="0" y="231449"/>
                  <a:pt x="0" y="127825"/>
                  <a:pt x="190583" y="63912"/>
                </a:cubicBezTo>
                <a:cubicBezTo>
                  <a:pt x="381165" y="0"/>
                  <a:pt x="690160" y="0"/>
                  <a:pt x="880743" y="6391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6F145C46-E4CA-4070-BACE-8892F4A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3171" y="347253"/>
            <a:ext cx="1071324" cy="359273"/>
          </a:xfrm>
          <a:custGeom xmlns:a="http://schemas.openxmlformats.org/drawingml/2006/main">
            <a:pathLst>
              <a:path w="1071324" h="359273">
                <a:moveTo>
                  <a:pt x="880743" y="63915"/>
                </a:moveTo>
                <a:cubicBezTo>
                  <a:pt x="1071324" y="127825"/>
                  <a:pt x="1071324" y="231449"/>
                  <a:pt x="880743" y="295363"/>
                </a:cubicBezTo>
                <a:cubicBezTo>
                  <a:pt x="690159" y="359273"/>
                  <a:pt x="381165" y="359273"/>
                  <a:pt x="190583" y="295363"/>
                </a:cubicBezTo>
                <a:cubicBezTo>
                  <a:pt x="0" y="231449"/>
                  <a:pt x="0" y="127825"/>
                  <a:pt x="190583" y="63915"/>
                </a:cubicBezTo>
                <a:cubicBezTo>
                  <a:pt x="381165" y="0"/>
                  <a:pt x="690159" y="0"/>
                  <a:pt x="880743" y="639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187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323C24A1-51FC-4F19-87DF-4A1F1C90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73219" y="83739"/>
                </a:lnTo>
                <a:lnTo>
                  <a:pt x="732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C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474C7D53-38CC-48CE-B480-F27492B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0"/>
                </a:moveTo>
                <a:lnTo>
                  <a:pt x="73219" y="0"/>
                </a:lnTo>
                <a:lnTo>
                  <a:pt x="73219" y="83739"/>
                </a:lnTo>
                <a:lnTo>
                  <a:pt x="0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189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207DC5EF-EF78-4620-A77B-4447C35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73219" cy="83739"/>
          </a:xfrm>
          <a:custGeom xmlns:a="http://schemas.openxmlformats.org/drawingml/2006/main">
            <a:pathLst>
              <a:path w="73219" h="83739">
                <a:moveTo>
                  <a:pt x="0" y="83739"/>
                </a:moveTo>
                <a:lnTo>
                  <a:pt x="0" y="0"/>
                </a:lnTo>
                <a:lnTo>
                  <a:pt x="73219" y="0"/>
                </a:lnTo>
                <a:lnTo>
                  <a:pt x="73219" y="83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90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7348D2BB-2B29-4833-AC34-8698AFB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6729" y="202895"/>
            <a:ext cx="258130" cy="236727"/>
          </a:xfrm>
          <a:custGeom xmlns:a="http://schemas.openxmlformats.org/drawingml/2006/main">
            <a:pathLst>
              <a:path w="258130" h="236727">
                <a:moveTo>
                  <a:pt x="165677" y="236727"/>
                </a:moveTo>
                <a:lnTo>
                  <a:pt x="165677" y="236727"/>
                </a:lnTo>
                <a:cubicBezTo>
                  <a:pt x="225791" y="216608"/>
                  <a:pt x="258130" y="151807"/>
                  <a:pt x="237912" y="91994"/>
                </a:cubicBezTo>
                <a:cubicBezTo>
                  <a:pt x="217690" y="32179"/>
                  <a:pt x="152569" y="0"/>
                  <a:pt x="92454" y="20117"/>
                </a:cubicBezTo>
                <a:cubicBezTo>
                  <a:pt x="32341" y="40237"/>
                  <a:pt x="0" y="105035"/>
                  <a:pt x="20221" y="164850"/>
                </a:cubicBezTo>
                <a:cubicBezTo>
                  <a:pt x="31674" y="198732"/>
                  <a:pt x="58402" y="225328"/>
                  <a:pt x="92454" y="2367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91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7DC14F22-CB4E-440F-9C0E-0F3C05A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92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A82A7CA8-249E-48CB-9C5F-01C24C8D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2391" y="439627"/>
            <a:ext cx="95" cy="83725"/>
          </a:xfrm>
          <a:custGeom xmlns:a="http://schemas.openxmlformats.org/drawingml/2006/main">
            <a:pathLst>
              <a:path w="95" h="83725">
                <a:moveTo>
                  <a:pt x="0" y="0"/>
                </a:moveTo>
                <a:lnTo>
                  <a:pt x="0" y="83725"/>
                </a:ln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93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31BE2EF5-5787-47B5-A614-D2729780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3865" y="320278"/>
            <a:ext cx="52667" cy="34844"/>
          </a:xfrm>
          <a:custGeom xmlns:a="http://schemas.openxmlformats.org/drawingml/2006/main">
            <a:pathLst>
              <a:path w="52667" h="34844">
                <a:moveTo>
                  <a:pt x="0" y="635"/>
                </a:moveTo>
                <a:lnTo>
                  <a:pt x="16957" y="34844"/>
                </a:lnTo>
                <a:lnTo>
                  <a:pt x="26198" y="0"/>
                </a:lnTo>
                <a:lnTo>
                  <a:pt x="39432" y="26322"/>
                </a:lnTo>
                <a:lnTo>
                  <a:pt x="52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94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960C0E66-A7DF-4E9B-9911-3C0E4A5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8520" y="320997"/>
            <a:ext cx="52687" cy="32200"/>
          </a:xfrm>
          <a:custGeom xmlns:a="http://schemas.openxmlformats.org/drawingml/2006/main">
            <a:pathLst>
              <a:path w="52687" h="32200">
                <a:moveTo>
                  <a:pt x="0" y="593"/>
                </a:moveTo>
                <a:lnTo>
                  <a:pt x="13025" y="26322"/>
                </a:lnTo>
                <a:lnTo>
                  <a:pt x="26259" y="0"/>
                </a:lnTo>
                <a:lnTo>
                  <a:pt x="35732" y="32200"/>
                </a:lnTo>
                <a:lnTo>
                  <a:pt x="52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3">
            <a:solidFill>
              <a:srgbClr val="000000"/>
            </a:solidFill>
            <a:prstDash val="solid"/>
          </a:ln>
        </p:spPr>
      </p:sp>
      <p:sp>
        <p:nvSpPr>
          <p:cNvPr id="195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E28EC11B-C800-4885-B77D-2FB7D558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1584" y="503816"/>
            <a:ext cx="89919" cy="31124"/>
          </a:xfrm>
          <a:custGeom xmlns:a="http://schemas.openxmlformats.org/drawingml/2006/main">
            <a:pathLst>
              <a:path w="89919" h="31124">
                <a:moveTo>
                  <a:pt x="0" y="0"/>
                </a:moveTo>
                <a:lnTo>
                  <a:pt x="0" y="0"/>
                </a:lnTo>
                <a:cubicBezTo>
                  <a:pt x="16876" y="24708"/>
                  <a:pt x="50684" y="31124"/>
                  <a:pt x="75515" y="14332"/>
                </a:cubicBezTo>
                <a:cubicBezTo>
                  <a:pt x="81180" y="10502"/>
                  <a:pt x="86068" y="5639"/>
                  <a:pt x="89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196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7BAB53D2-6366-482E-8138-91D4AF5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6278" y="327487"/>
            <a:ext cx="29092" cy="55266"/>
          </a:xfrm>
          <a:custGeom xmlns:a="http://schemas.openxmlformats.org/drawingml/2006/main">
            <a:pathLst>
              <a:path w="29092" h="55266">
                <a:moveTo>
                  <a:pt x="0" y="0"/>
                </a:moveTo>
                <a:lnTo>
                  <a:pt x="29092" y="55266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97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090A9C6C-C129-4A6B-88A6-8190D84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7673" y="326241"/>
            <a:ext cx="33131" cy="53892"/>
          </a:xfrm>
          <a:custGeom xmlns:a="http://schemas.openxmlformats.org/drawingml/2006/main">
            <a:pathLst>
              <a:path w="33131" h="53892">
                <a:moveTo>
                  <a:pt x="33131" y="0"/>
                </a:moveTo>
                <a:lnTo>
                  <a:pt x="0" y="53892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98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5A182248-9BA2-42F1-945F-02E78407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6809" y="378926"/>
            <a:ext cx="15582" cy="60680"/>
          </a:xfrm>
          <a:custGeom xmlns:a="http://schemas.openxmlformats.org/drawingml/2006/main">
            <a:pathLst>
              <a:path w="15582" h="60680">
                <a:moveTo>
                  <a:pt x="0" y="0"/>
                </a:moveTo>
                <a:lnTo>
                  <a:pt x="15582" y="6068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199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A1F5683D-1CC8-4867-B28D-7AA1C4C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380577"/>
            <a:ext cx="16895" cy="59050"/>
          </a:xfrm>
          <a:custGeom xmlns:a="http://schemas.openxmlformats.org/drawingml/2006/main">
            <a:pathLst>
              <a:path w="16895" h="59050">
                <a:moveTo>
                  <a:pt x="16895" y="0"/>
                </a:moveTo>
                <a:lnTo>
                  <a:pt x="0" y="59050"/>
                </a:ln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200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449D8F61-96D7-4205-8064-4B6C91A5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73222" cy="23666"/>
          </a:xfrm>
          <a:custGeom xmlns:a="http://schemas.openxmlformats.org/drawingml/2006/main">
            <a:pathLst>
              <a:path w="73222" h="23666">
                <a:moveTo>
                  <a:pt x="0" y="0"/>
                </a:moveTo>
                <a:lnTo>
                  <a:pt x="0" y="0"/>
                </a:lnTo>
                <a:cubicBezTo>
                  <a:pt x="15826" y="20120"/>
                  <a:pt x="45045" y="23666"/>
                  <a:pt x="65262" y="7923"/>
                </a:cubicBezTo>
                <a:cubicBezTo>
                  <a:pt x="68230" y="5611"/>
                  <a:pt x="70901" y="2951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01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29F79114-8A7A-4688-BFBD-CCAEAA59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8406" y="326115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02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480E6778-C574-455A-A49D-56CC7F91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3960" y="324994"/>
            <a:ext cx="82286" cy="95"/>
          </a:xfrm>
          <a:custGeom xmlns:a="http://schemas.openxmlformats.org/drawingml/2006/main">
            <a:pathLst>
              <a:path w="82286" h="95">
                <a:moveTo>
                  <a:pt x="0" y="0"/>
                </a:moveTo>
                <a:lnTo>
                  <a:pt x="82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03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CA215558-7528-4AAB-8AF8-BE29E4E2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8455" y="104668"/>
            <a:ext cx="1501" cy="82604"/>
          </a:xfrm>
          <a:custGeom xmlns:a="http://schemas.openxmlformats.org/drawingml/2006/main">
            <a:pathLst>
              <a:path w="1501" h="82604">
                <a:moveTo>
                  <a:pt x="1501" y="82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04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21221623-543F-417C-ADCC-9C76EA0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1431" y="169808"/>
            <a:ext cx="70700" cy="62136"/>
          </a:xfrm>
          <a:custGeom xmlns:a="http://schemas.openxmlformats.org/drawingml/2006/main">
            <a:pathLst>
              <a:path w="70700" h="62136">
                <a:moveTo>
                  <a:pt x="0" y="0"/>
                </a:moveTo>
                <a:lnTo>
                  <a:pt x="70700" y="6213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05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95736FCB-2531-4F49-B54B-2D26461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8207" y="166088"/>
            <a:ext cx="62304" cy="63426"/>
          </a:xfrm>
          <a:custGeom xmlns:a="http://schemas.openxmlformats.org/drawingml/2006/main">
            <a:pathLst>
              <a:path w="62304" h="63426">
                <a:moveTo>
                  <a:pt x="62304" y="0"/>
                </a:moveTo>
                <a:lnTo>
                  <a:pt x="0" y="63426"/>
                </a:ln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CBCBCB"/>
            </a:solidFill>
            <a:prstDash val="solid"/>
          </a:ln>
        </p:spPr>
      </p:sp>
      <p:sp>
        <p:nvSpPr>
          <p:cNvPr id="206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A2759964-45B1-4CF4-8FED-9F907988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39627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07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122E91C7-8806-4F83-818A-B68329A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81489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08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5822FDF3-CEB0-4C52-A6AC-11A6F945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172" y="481489"/>
            <a:ext cx="73222" cy="17376"/>
          </a:xfrm>
          <a:custGeom xmlns:a="http://schemas.openxmlformats.org/drawingml/2006/main">
            <a:pathLst>
              <a:path w="73222" h="17376">
                <a:moveTo>
                  <a:pt x="0" y="0"/>
                </a:moveTo>
                <a:lnTo>
                  <a:pt x="0" y="0"/>
                </a:lnTo>
                <a:cubicBezTo>
                  <a:pt x="21286" y="17376"/>
                  <a:pt x="51939" y="17376"/>
                  <a:pt x="732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09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F3F7F716-9E82-4FFF-971A-D9C30F9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1647" y="526603"/>
            <a:ext cx="404796" cy="732053"/>
          </a:xfrm>
          <a:custGeom xmlns:a="http://schemas.openxmlformats.org/drawingml/2006/main">
            <a:pathLst>
              <a:path w="404796" h="732053">
                <a:moveTo>
                  <a:pt x="23864" y="172952"/>
                </a:moveTo>
                <a:cubicBezTo>
                  <a:pt x="47727" y="29694"/>
                  <a:pt x="147004" y="0"/>
                  <a:pt x="245606" y="106633"/>
                </a:cubicBezTo>
                <a:cubicBezTo>
                  <a:pt x="344208" y="213264"/>
                  <a:pt x="404796" y="415842"/>
                  <a:pt x="380933" y="559101"/>
                </a:cubicBezTo>
                <a:cubicBezTo>
                  <a:pt x="357069" y="702362"/>
                  <a:pt x="257791" y="732053"/>
                  <a:pt x="159190" y="625420"/>
                </a:cubicBezTo>
                <a:cubicBezTo>
                  <a:pt x="60587" y="518789"/>
                  <a:pt x="0" y="316213"/>
                  <a:pt x="23864" y="172952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BE5662B5-5F5B-49BA-A9A2-EF69D4E0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1647" y="526603"/>
            <a:ext cx="404795" cy="732053"/>
          </a:xfrm>
          <a:custGeom xmlns:a="http://schemas.openxmlformats.org/drawingml/2006/main">
            <a:pathLst>
              <a:path w="404795" h="732053">
                <a:moveTo>
                  <a:pt x="23864" y="172955"/>
                </a:moveTo>
                <a:cubicBezTo>
                  <a:pt x="47727" y="29694"/>
                  <a:pt x="147003" y="0"/>
                  <a:pt x="245606" y="106633"/>
                </a:cubicBezTo>
                <a:cubicBezTo>
                  <a:pt x="344208" y="213266"/>
                  <a:pt x="404795" y="415842"/>
                  <a:pt x="380933" y="559103"/>
                </a:cubicBezTo>
                <a:cubicBezTo>
                  <a:pt x="357069" y="702359"/>
                  <a:pt x="257792" y="732053"/>
                  <a:pt x="159190" y="625420"/>
                </a:cubicBezTo>
                <a:cubicBezTo>
                  <a:pt x="60588" y="518789"/>
                  <a:pt x="0" y="316213"/>
                  <a:pt x="23864" y="1729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211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616BB030-55C2-4151-A1AE-B449895E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4890" y="1072544"/>
            <a:ext cx="964560" cy="419495"/>
          </a:xfrm>
          <a:custGeom xmlns:a="http://schemas.openxmlformats.org/drawingml/2006/main">
            <a:pathLst>
              <a:path w="964560" h="419495">
                <a:moveTo>
                  <a:pt x="754385" y="17045"/>
                </a:moveTo>
                <a:cubicBezTo>
                  <a:pt x="937745" y="34091"/>
                  <a:pt x="964560" y="134185"/>
                  <a:pt x="814278" y="240611"/>
                </a:cubicBezTo>
                <a:cubicBezTo>
                  <a:pt x="663998" y="347037"/>
                  <a:pt x="393532" y="419495"/>
                  <a:pt x="210173" y="402450"/>
                </a:cubicBezTo>
                <a:cubicBezTo>
                  <a:pt x="26815" y="385404"/>
                  <a:pt x="0" y="285310"/>
                  <a:pt x="150282" y="178884"/>
                </a:cubicBezTo>
                <a:cubicBezTo>
                  <a:pt x="300562" y="72458"/>
                  <a:pt x="571028" y="0"/>
                  <a:pt x="754385" y="17045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36B4106D-A24C-4F85-96BB-8D3D738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4889" y="1072546"/>
            <a:ext cx="964561" cy="419493"/>
          </a:xfrm>
          <a:custGeom xmlns:a="http://schemas.openxmlformats.org/drawingml/2006/main">
            <a:pathLst>
              <a:path w="964561" h="419493">
                <a:moveTo>
                  <a:pt x="754387" y="17045"/>
                </a:moveTo>
                <a:cubicBezTo>
                  <a:pt x="937746" y="34089"/>
                  <a:pt x="964561" y="134183"/>
                  <a:pt x="814278" y="240609"/>
                </a:cubicBezTo>
                <a:cubicBezTo>
                  <a:pt x="664000" y="347037"/>
                  <a:pt x="393533" y="419493"/>
                  <a:pt x="210176" y="402448"/>
                </a:cubicBezTo>
                <a:cubicBezTo>
                  <a:pt x="26816" y="385402"/>
                  <a:pt x="0" y="285308"/>
                  <a:pt x="150283" y="178884"/>
                </a:cubicBezTo>
                <a:cubicBezTo>
                  <a:pt x="300562" y="72456"/>
                  <a:pt x="571029" y="0"/>
                  <a:pt x="754387" y="170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213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D6AD53AE-72E3-4A76-B06A-9EBC0684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1237" y="1087817"/>
            <a:ext cx="759676" cy="401422"/>
          </a:xfrm>
          <a:custGeom xmlns:a="http://schemas.openxmlformats.org/drawingml/2006/main">
            <a:pathLst>
              <a:path w="759676" h="401422">
                <a:moveTo>
                  <a:pt x="644451" y="147407"/>
                </a:moveTo>
                <a:cubicBezTo>
                  <a:pt x="759676" y="241999"/>
                  <a:pt x="734612" y="342544"/>
                  <a:pt x="588470" y="371984"/>
                </a:cubicBezTo>
                <a:cubicBezTo>
                  <a:pt x="442328" y="401422"/>
                  <a:pt x="230449" y="348607"/>
                  <a:pt x="115224" y="254015"/>
                </a:cubicBezTo>
                <a:cubicBezTo>
                  <a:pt x="0" y="159423"/>
                  <a:pt x="25064" y="58878"/>
                  <a:pt x="171206" y="29440"/>
                </a:cubicBezTo>
                <a:cubicBezTo>
                  <a:pt x="317348" y="0"/>
                  <a:pt x="529227" y="52818"/>
                  <a:pt x="644451" y="147407"/>
                </a:cubicBezTo>
              </a:path>
            </a:pathLst>
          </a:cu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04FC41FB-C419-4E57-8DBC-FF15565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1237" y="1087820"/>
            <a:ext cx="759677" cy="401420"/>
          </a:xfrm>
          <a:custGeom xmlns:a="http://schemas.openxmlformats.org/drawingml/2006/main">
            <a:pathLst>
              <a:path w="759677" h="401420">
                <a:moveTo>
                  <a:pt x="644450" y="147407"/>
                </a:moveTo>
                <a:cubicBezTo>
                  <a:pt x="759677" y="241997"/>
                  <a:pt x="734612" y="342544"/>
                  <a:pt x="588469" y="371982"/>
                </a:cubicBezTo>
                <a:cubicBezTo>
                  <a:pt x="442329" y="401420"/>
                  <a:pt x="230449" y="348604"/>
                  <a:pt x="115224" y="254012"/>
                </a:cubicBezTo>
                <a:cubicBezTo>
                  <a:pt x="0" y="159421"/>
                  <a:pt x="25064" y="58875"/>
                  <a:pt x="171206" y="29438"/>
                </a:cubicBezTo>
                <a:cubicBezTo>
                  <a:pt x="317349" y="0"/>
                  <a:pt x="529226" y="52815"/>
                  <a:pt x="644450" y="1474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142">
            <a:solidFill>
              <a:srgbClr val="000000"/>
            </a:solidFill>
            <a:prstDash val="solid"/>
          </a:ln>
        </p:spPr>
      </p:sp>
      <p:sp>
        <p:nvSpPr>
          <p:cNvPr id="215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F36D3E72-CC6D-4BC1-A773-28455398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6202" y="1229425"/>
            <a:ext cx="84570" cy="105733"/>
          </a:xfrm>
          <a:custGeom xmlns:a="http://schemas.openxmlformats.org/drawingml/2006/main">
            <a:pathLst>
              <a:path w="84570" h="105733">
                <a:moveTo>
                  <a:pt x="0" y="0"/>
                </a:moveTo>
                <a:lnTo>
                  <a:pt x="84570" y="105733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216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30F327D3-17D3-4184-830A-45F057E3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6202" y="1229446"/>
            <a:ext cx="84570" cy="105712"/>
          </a:xfrm>
          <a:custGeom xmlns:a="http://schemas.openxmlformats.org/drawingml/2006/main">
            <a:pathLst>
              <a:path w="84570" h="105712">
                <a:moveTo>
                  <a:pt x="84570" y="0"/>
                </a:moveTo>
                <a:lnTo>
                  <a:pt x="0" y="105712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217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08D8A5B2-5ADD-41F0-BFD0-E637B29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500" y="198560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111747"/>
                </a:moveTo>
                <a:lnTo>
                  <a:pt x="130033" y="111747"/>
                </a:lnTo>
                <a:lnTo>
                  <a:pt x="13003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D2529385-ED00-4FFE-AED6-3B8F94D3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499" y="198560"/>
            <a:ext cx="130033" cy="111747"/>
          </a:xfrm>
          <a:custGeom xmlns:a="http://schemas.openxmlformats.org/drawingml/2006/main">
            <a:pathLst>
              <a:path w="130033" h="111747">
                <a:moveTo>
                  <a:pt x="0" y="0"/>
                </a:moveTo>
                <a:lnTo>
                  <a:pt x="130033" y="0"/>
                </a:lnTo>
                <a:lnTo>
                  <a:pt x="130033" y="111747"/>
                </a:lnTo>
                <a:lnTo>
                  <a:pt x="0" y="1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19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6432BF2C-2645-42AB-BD01-F3B58B65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499" y="198560"/>
            <a:ext cx="130032" cy="111744"/>
          </a:xfrm>
          <a:custGeom xmlns:a="http://schemas.openxmlformats.org/drawingml/2006/main">
            <a:pathLst>
              <a:path w="130032" h="111744">
                <a:moveTo>
                  <a:pt x="130032" y="111744"/>
                </a:moveTo>
                <a:lnTo>
                  <a:pt x="130032" y="0"/>
                </a:lnTo>
                <a:lnTo>
                  <a:pt x="0" y="0"/>
                </a:lnTo>
                <a:lnTo>
                  <a:pt x="0" y="1117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220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D19F0263-E5F3-4F87-9409-CA9C477A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792" y="240506"/>
            <a:ext cx="37271" cy="40900"/>
          </a:xfrm>
          <a:custGeom xmlns:a="http://schemas.openxmlformats.org/drawingml/2006/main">
            <a:pathLst>
              <a:path w="37271" h="40900">
                <a:moveTo>
                  <a:pt x="6631" y="7276"/>
                </a:moveTo>
                <a:cubicBezTo>
                  <a:pt x="0" y="14553"/>
                  <a:pt x="0" y="26347"/>
                  <a:pt x="6631" y="33624"/>
                </a:cubicBezTo>
                <a:cubicBezTo>
                  <a:pt x="13261" y="40900"/>
                  <a:pt x="24010" y="40900"/>
                  <a:pt x="30641" y="33624"/>
                </a:cubicBezTo>
                <a:cubicBezTo>
                  <a:pt x="37271" y="26347"/>
                  <a:pt x="37271" y="14553"/>
                  <a:pt x="30641" y="7276"/>
                </a:cubicBezTo>
                <a:cubicBezTo>
                  <a:pt x="24010" y="0"/>
                  <a:pt x="13261" y="0"/>
                  <a:pt x="6631" y="72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D6B91098-E8D5-4BF6-BA29-B200667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792" y="240506"/>
            <a:ext cx="37272" cy="40900"/>
          </a:xfrm>
          <a:custGeom xmlns:a="http://schemas.openxmlformats.org/drawingml/2006/main">
            <a:pathLst>
              <a:path w="37272" h="40900">
                <a:moveTo>
                  <a:pt x="6630" y="7276"/>
                </a:moveTo>
                <a:cubicBezTo>
                  <a:pt x="0" y="14553"/>
                  <a:pt x="0" y="26350"/>
                  <a:pt x="6630" y="33624"/>
                </a:cubicBezTo>
                <a:cubicBezTo>
                  <a:pt x="13260" y="40900"/>
                  <a:pt x="24011" y="40900"/>
                  <a:pt x="30641" y="33624"/>
                </a:cubicBezTo>
                <a:cubicBezTo>
                  <a:pt x="37272" y="26350"/>
                  <a:pt x="37272" y="14553"/>
                  <a:pt x="30641" y="7276"/>
                </a:cubicBezTo>
                <a:cubicBezTo>
                  <a:pt x="24011" y="0"/>
                  <a:pt x="13260" y="0"/>
                  <a:pt x="6630" y="7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22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0F258001-EAE9-4290-BCD6-FED4AFB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792" y="240506"/>
            <a:ext cx="37272" cy="40900"/>
          </a:xfrm>
          <a:custGeom xmlns:a="http://schemas.openxmlformats.org/drawingml/2006/main">
            <a:pathLst>
              <a:path w="37272" h="40900">
                <a:moveTo>
                  <a:pt x="6630" y="33624"/>
                </a:moveTo>
                <a:cubicBezTo>
                  <a:pt x="0" y="26350"/>
                  <a:pt x="0" y="14553"/>
                  <a:pt x="6630" y="7276"/>
                </a:cubicBezTo>
                <a:cubicBezTo>
                  <a:pt x="13260" y="0"/>
                  <a:pt x="24011" y="0"/>
                  <a:pt x="30641" y="7276"/>
                </a:cubicBezTo>
                <a:cubicBezTo>
                  <a:pt x="37272" y="14553"/>
                  <a:pt x="37272" y="26350"/>
                  <a:pt x="30641" y="33624"/>
                </a:cubicBezTo>
                <a:cubicBezTo>
                  <a:pt x="24011" y="40900"/>
                  <a:pt x="13260" y="40900"/>
                  <a:pt x="6630" y="336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986">
            <a:solidFill>
              <a:srgbClr val="000000"/>
            </a:solidFill>
            <a:prstDash val="solid"/>
          </a:ln>
        </p:spPr>
      </p:sp>
      <p:sp>
        <p:nvSpPr>
          <p:cNvPr id="223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AF79044E-AD78-404D-8AF3-A4A90EF8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970" y="316388"/>
            <a:ext cx="330501" cy="212320"/>
          </a:xfrm>
          <a:custGeom xmlns:a="http://schemas.openxmlformats.org/drawingml/2006/main">
            <a:pathLst>
              <a:path w="330501" h="212320">
                <a:moveTo>
                  <a:pt x="0" y="212320"/>
                </a:moveTo>
                <a:lnTo>
                  <a:pt x="330501" y="212320"/>
                </a:lnTo>
                <a:lnTo>
                  <a:pt x="3305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F64AAB17-142E-43BA-B83D-B28BD884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971" y="316388"/>
            <a:ext cx="330501" cy="212320"/>
          </a:xfrm>
          <a:custGeom xmlns:a="http://schemas.openxmlformats.org/drawingml/2006/main">
            <a:pathLst>
              <a:path w="330501" h="212320">
                <a:moveTo>
                  <a:pt x="0" y="0"/>
                </a:moveTo>
                <a:lnTo>
                  <a:pt x="330501" y="0"/>
                </a:lnTo>
                <a:lnTo>
                  <a:pt x="330501" y="21232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25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CA7B1EBD-63B0-4555-936F-9F2CCCCC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969" y="316388"/>
            <a:ext cx="330501" cy="212320"/>
          </a:xfrm>
          <a:custGeom xmlns:a="http://schemas.openxmlformats.org/drawingml/2006/main">
            <a:pathLst>
              <a:path w="330501" h="212320">
                <a:moveTo>
                  <a:pt x="330501" y="212320"/>
                </a:moveTo>
                <a:lnTo>
                  <a:pt x="330501" y="0"/>
                </a:lnTo>
                <a:lnTo>
                  <a:pt x="0" y="0"/>
                </a:lnTo>
                <a:lnTo>
                  <a:pt x="0" y="212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226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111EB2DB-6BCA-402B-B134-95E16AB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744" y="495314"/>
            <a:ext cx="130835" cy="122655"/>
          </a:xfrm>
          <a:custGeom xmlns:a="http://schemas.openxmlformats.org/drawingml/2006/main">
            <a:pathLst>
              <a:path w="130835" h="122655">
                <a:moveTo>
                  <a:pt x="23274" y="21820"/>
                </a:moveTo>
                <a:cubicBezTo>
                  <a:pt x="0" y="43639"/>
                  <a:pt x="0" y="79016"/>
                  <a:pt x="23274" y="100836"/>
                </a:cubicBezTo>
                <a:cubicBezTo>
                  <a:pt x="46549" y="122655"/>
                  <a:pt x="84284" y="122655"/>
                  <a:pt x="107560" y="100836"/>
                </a:cubicBezTo>
                <a:cubicBezTo>
                  <a:pt x="130835" y="79016"/>
                  <a:pt x="130835" y="43639"/>
                  <a:pt x="107560" y="21820"/>
                </a:cubicBezTo>
                <a:cubicBezTo>
                  <a:pt x="84284" y="0"/>
                  <a:pt x="46549" y="0"/>
                  <a:pt x="23274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B2BAA0FE-E4CA-455E-BADC-335E813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743" y="495314"/>
            <a:ext cx="130836" cy="122655"/>
          </a:xfrm>
          <a:custGeom xmlns:a="http://schemas.openxmlformats.org/drawingml/2006/main">
            <a:pathLst>
              <a:path w="130836" h="122655">
                <a:moveTo>
                  <a:pt x="23276" y="21820"/>
                </a:moveTo>
                <a:cubicBezTo>
                  <a:pt x="0" y="43639"/>
                  <a:pt x="0" y="79016"/>
                  <a:pt x="23276" y="100836"/>
                </a:cubicBezTo>
                <a:cubicBezTo>
                  <a:pt x="46549" y="122655"/>
                  <a:pt x="84287" y="122655"/>
                  <a:pt x="107560" y="100836"/>
                </a:cubicBezTo>
                <a:cubicBezTo>
                  <a:pt x="130836" y="79016"/>
                  <a:pt x="130836" y="43639"/>
                  <a:pt x="107560" y="21820"/>
                </a:cubicBezTo>
                <a:cubicBezTo>
                  <a:pt x="84287" y="0"/>
                  <a:pt x="46549" y="0"/>
                  <a:pt x="23276" y="21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28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DB5EB1E4-F4A8-4D3D-9FEF-E3BB283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743" y="495314"/>
            <a:ext cx="130836" cy="122655"/>
          </a:xfrm>
          <a:custGeom xmlns:a="http://schemas.openxmlformats.org/drawingml/2006/main">
            <a:pathLst>
              <a:path w="130836" h="122655">
                <a:moveTo>
                  <a:pt x="23276" y="100836"/>
                </a:moveTo>
                <a:cubicBezTo>
                  <a:pt x="0" y="79016"/>
                  <a:pt x="0" y="43639"/>
                  <a:pt x="23276" y="21820"/>
                </a:cubicBezTo>
                <a:cubicBezTo>
                  <a:pt x="46549" y="0"/>
                  <a:pt x="84287" y="0"/>
                  <a:pt x="107560" y="21820"/>
                </a:cubicBezTo>
                <a:cubicBezTo>
                  <a:pt x="130836" y="43639"/>
                  <a:pt x="130836" y="79016"/>
                  <a:pt x="107560" y="100836"/>
                </a:cubicBezTo>
                <a:cubicBezTo>
                  <a:pt x="84287" y="122655"/>
                  <a:pt x="46549" y="122655"/>
                  <a:pt x="23276" y="1008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229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5295BA77-4B67-4E40-8046-D6B96E9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1834" y="496119"/>
            <a:ext cx="130834" cy="122653"/>
          </a:xfrm>
          <a:custGeom xmlns:a="http://schemas.openxmlformats.org/drawingml/2006/main">
            <a:pathLst>
              <a:path w="130834" h="122653">
                <a:moveTo>
                  <a:pt x="23274" y="21820"/>
                </a:moveTo>
                <a:cubicBezTo>
                  <a:pt x="0" y="43639"/>
                  <a:pt x="0" y="79014"/>
                  <a:pt x="23274" y="100836"/>
                </a:cubicBezTo>
                <a:cubicBezTo>
                  <a:pt x="46548" y="122653"/>
                  <a:pt x="84284" y="122653"/>
                  <a:pt x="107560" y="100836"/>
                </a:cubicBezTo>
                <a:cubicBezTo>
                  <a:pt x="130834" y="79014"/>
                  <a:pt x="130834" y="43639"/>
                  <a:pt x="107560" y="21820"/>
                </a:cubicBezTo>
                <a:cubicBezTo>
                  <a:pt x="84284" y="0"/>
                  <a:pt x="46548" y="0"/>
                  <a:pt x="23274" y="2182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E77E0361-7C94-4EDE-8915-B7950AA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1833" y="496121"/>
            <a:ext cx="130835" cy="122653"/>
          </a:xfrm>
          <a:custGeom xmlns:a="http://schemas.openxmlformats.org/drawingml/2006/main">
            <a:pathLst>
              <a:path w="130835" h="122653">
                <a:moveTo>
                  <a:pt x="23275" y="21817"/>
                </a:moveTo>
                <a:cubicBezTo>
                  <a:pt x="0" y="43637"/>
                  <a:pt x="0" y="79011"/>
                  <a:pt x="23275" y="100833"/>
                </a:cubicBezTo>
                <a:cubicBezTo>
                  <a:pt x="46549" y="122653"/>
                  <a:pt x="84287" y="122653"/>
                  <a:pt x="107560" y="100833"/>
                </a:cubicBezTo>
                <a:cubicBezTo>
                  <a:pt x="130835" y="79011"/>
                  <a:pt x="130835" y="43637"/>
                  <a:pt x="107560" y="21817"/>
                </a:cubicBezTo>
                <a:cubicBezTo>
                  <a:pt x="84287" y="0"/>
                  <a:pt x="46549" y="0"/>
                  <a:pt x="23275" y="218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31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DBE93DDF-FD30-4189-9C64-DB0EED46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1833" y="496121"/>
            <a:ext cx="130835" cy="122653"/>
          </a:xfrm>
          <a:custGeom xmlns:a="http://schemas.openxmlformats.org/drawingml/2006/main">
            <a:pathLst>
              <a:path w="130835" h="122653">
                <a:moveTo>
                  <a:pt x="23275" y="100833"/>
                </a:moveTo>
                <a:cubicBezTo>
                  <a:pt x="0" y="79011"/>
                  <a:pt x="0" y="43637"/>
                  <a:pt x="23275" y="21817"/>
                </a:cubicBezTo>
                <a:cubicBezTo>
                  <a:pt x="46549" y="0"/>
                  <a:pt x="84287" y="0"/>
                  <a:pt x="107560" y="21817"/>
                </a:cubicBezTo>
                <a:cubicBezTo>
                  <a:pt x="130835" y="43637"/>
                  <a:pt x="130835" y="79011"/>
                  <a:pt x="107560" y="100833"/>
                </a:cubicBezTo>
                <a:cubicBezTo>
                  <a:pt x="84287" y="122653"/>
                  <a:pt x="46549" y="122653"/>
                  <a:pt x="23275" y="1008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931">
            <a:solidFill>
              <a:srgbClr val="000000"/>
            </a:solidFill>
            <a:prstDash val="solid"/>
          </a:ln>
        </p:spPr>
      </p:sp>
      <p:sp>
        <p:nvSpPr>
          <p:cNvPr id="232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C5853852-406B-477F-9CB5-87FE2A9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7172" y="260975"/>
            <a:ext cx="43233" cy="181168"/>
          </a:xfrm>
          <a:custGeom xmlns:a="http://schemas.openxmlformats.org/drawingml/2006/main">
            <a:pathLst>
              <a:path w="43233" h="181168">
                <a:moveTo>
                  <a:pt x="43233" y="0"/>
                </a:moveTo>
                <a:lnTo>
                  <a:pt x="0" y="181168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233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C09C94B9-F3E7-43D1-95B8-6854ACC5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3345" y="416349"/>
            <a:ext cx="139457" cy="21059"/>
          </a:xfrm>
          <a:custGeom xmlns:a="http://schemas.openxmlformats.org/drawingml/2006/main">
            <a:pathLst>
              <a:path w="139457" h="21059">
                <a:moveTo>
                  <a:pt x="0" y="21059"/>
                </a:moveTo>
                <a:lnTo>
                  <a:pt x="139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234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02F5F3FE-88E2-455B-9615-48C70A0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841" y="379372"/>
            <a:ext cx="14440" cy="70572"/>
          </a:xfrm>
          <a:custGeom xmlns:a="http://schemas.openxmlformats.org/drawingml/2006/main">
            <a:pathLst>
              <a:path w="14440" h="70572">
                <a:moveTo>
                  <a:pt x="0" y="0"/>
                </a:moveTo>
                <a:lnTo>
                  <a:pt x="14440" y="70572"/>
                </a:lnTo>
              </a:path>
            </a:pathLst>
          </a:custGeom>
          <a:noFill xmlns:a="http://schemas.openxmlformats.org/drawingml/2006/main"/>
          <a:ln xmlns:a="http://schemas.openxmlformats.org/drawingml/2006/main" w="14984">
            <a:solidFill>
              <a:srgbClr val="000000"/>
            </a:solidFill>
            <a:prstDash val="solid"/>
          </a:ln>
        </p:spPr>
      </p:sp>
      <p:sp>
        <p:nvSpPr>
          <p:cNvPr id="235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C2881C5A-EFB2-4952-9821-6F30B726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4746" y="434132"/>
            <a:ext cx="26365" cy="10337"/>
          </a:xfrm>
          <a:custGeom xmlns:a="http://schemas.openxmlformats.org/drawingml/2006/main">
            <a:pathLst>
              <a:path w="26365" h="10337">
                <a:moveTo>
                  <a:pt x="0" y="10337"/>
                </a:moveTo>
                <a:lnTo>
                  <a:pt x="26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236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57BEE9F0-8B0B-4C89-A82C-F2835078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541" y="372903"/>
            <a:ext cx="22218" cy="7272"/>
          </a:xfrm>
          <a:custGeom xmlns:a="http://schemas.openxmlformats.org/drawingml/2006/main">
            <a:pathLst>
              <a:path w="22218" h="7272">
                <a:moveTo>
                  <a:pt x="0" y="7272"/>
                </a:moveTo>
                <a:lnTo>
                  <a:pt x="222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237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38CC201D-6D5E-41FE-A920-35A87A9D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0468" y="104666"/>
            <a:ext cx="111104" cy="35558"/>
          </a:xfrm>
          <a:custGeom xmlns:a="http://schemas.openxmlformats.org/drawingml/2006/main">
            <a:pathLst>
              <a:path w="111104" h="35558">
                <a:moveTo>
                  <a:pt x="0" y="35558"/>
                </a:moveTo>
                <a:lnTo>
                  <a:pt x="111104" y="35558"/>
                </a:lnTo>
                <a:lnTo>
                  <a:pt x="1111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2E38BB84-B22A-4215-A459-CC4B0491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0469" y="104668"/>
            <a:ext cx="111103" cy="35556"/>
          </a:xfrm>
          <a:custGeom xmlns:a="http://schemas.openxmlformats.org/drawingml/2006/main">
            <a:pathLst>
              <a:path w="111103" h="35556">
                <a:moveTo>
                  <a:pt x="0" y="0"/>
                </a:moveTo>
                <a:lnTo>
                  <a:pt x="111103" y="0"/>
                </a:lnTo>
                <a:lnTo>
                  <a:pt x="111103" y="35556"/>
                </a:lnTo>
                <a:lnTo>
                  <a:pt x="0" y="35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39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D3A29ACE-501B-4696-B0EE-D740088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0469" y="104668"/>
            <a:ext cx="111101" cy="35556"/>
          </a:xfrm>
          <a:custGeom xmlns:a="http://schemas.openxmlformats.org/drawingml/2006/main">
            <a:pathLst>
              <a:path w="111101" h="35556">
                <a:moveTo>
                  <a:pt x="111101" y="35556"/>
                </a:moveTo>
                <a:lnTo>
                  <a:pt x="111101" y="0"/>
                </a:lnTo>
                <a:lnTo>
                  <a:pt x="0" y="0"/>
                </a:lnTo>
                <a:lnTo>
                  <a:pt x="0" y="35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79">
            <a:solidFill>
              <a:srgbClr val="000000"/>
            </a:solidFill>
            <a:prstDash val="solid"/>
          </a:ln>
        </p:spPr>
      </p:sp>
      <p:sp>
        <p:nvSpPr>
          <p:cNvPr id="240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5EE8BE0D-FE0F-4713-BD0C-E4453849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4698" y="162239"/>
            <a:ext cx="7662" cy="25429"/>
          </a:xfrm>
          <a:custGeom xmlns:a="http://schemas.openxmlformats.org/drawingml/2006/main">
            <a:pathLst>
              <a:path w="7662" h="25429">
                <a:moveTo>
                  <a:pt x="0" y="25429"/>
                </a:moveTo>
                <a:lnTo>
                  <a:pt x="7662" y="25429"/>
                </a:lnTo>
                <a:lnTo>
                  <a:pt x="766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562CE57E-28C0-43A9-9E74-BEEBFBE0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4697" y="162239"/>
            <a:ext cx="7662" cy="25429"/>
          </a:xfrm>
          <a:custGeom xmlns:a="http://schemas.openxmlformats.org/drawingml/2006/main">
            <a:pathLst>
              <a:path w="7662" h="25429">
                <a:moveTo>
                  <a:pt x="0" y="0"/>
                </a:moveTo>
                <a:lnTo>
                  <a:pt x="7662" y="0"/>
                </a:lnTo>
                <a:lnTo>
                  <a:pt x="7662" y="25429"/>
                </a:lnTo>
                <a:lnTo>
                  <a:pt x="0" y="25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42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E67A7168-FE94-4849-ADD9-9D980C6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4697" y="162239"/>
            <a:ext cx="7663" cy="25429"/>
          </a:xfrm>
          <a:custGeom xmlns:a="http://schemas.openxmlformats.org/drawingml/2006/main">
            <a:pathLst>
              <a:path w="7663" h="25429">
                <a:moveTo>
                  <a:pt x="7663" y="25429"/>
                </a:moveTo>
                <a:lnTo>
                  <a:pt x="7663" y="0"/>
                </a:lnTo>
                <a:lnTo>
                  <a:pt x="0" y="0"/>
                </a:lnTo>
                <a:lnTo>
                  <a:pt x="0" y="25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966">
            <a:solidFill>
              <a:srgbClr val="000000"/>
            </a:solidFill>
            <a:prstDash val="solid"/>
          </a:ln>
        </p:spPr>
      </p:sp>
      <p:sp>
        <p:nvSpPr>
          <p:cNvPr id="243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EE0B4339-E9E0-435F-BD82-F93F8D8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5018" y="106675"/>
            <a:ext cx="18926" cy="30805"/>
          </a:xfrm>
          <a:custGeom xmlns:a="http://schemas.openxmlformats.org/drawingml/2006/main">
            <a:pathLst>
              <a:path w="18926" h="30805">
                <a:moveTo>
                  <a:pt x="0" y="30805"/>
                </a:moveTo>
                <a:lnTo>
                  <a:pt x="18926" y="30805"/>
                </a:lnTo>
                <a:lnTo>
                  <a:pt x="1892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D82AF605-3280-4210-91D6-488DEBA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5018" y="106677"/>
            <a:ext cx="18927" cy="30803"/>
          </a:xfrm>
          <a:custGeom xmlns:a="http://schemas.openxmlformats.org/drawingml/2006/main">
            <a:pathLst>
              <a:path w="18927" h="30803">
                <a:moveTo>
                  <a:pt x="0" y="0"/>
                </a:moveTo>
                <a:lnTo>
                  <a:pt x="18927" y="0"/>
                </a:lnTo>
                <a:lnTo>
                  <a:pt x="18927" y="30803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3">
            <a:solidFill>
              <a:srgbClr val="000000"/>
            </a:solidFill>
            <a:prstDash val="solid"/>
          </a:ln>
        </p:spPr>
      </p:sp>
      <p:sp>
        <p:nvSpPr>
          <p:cNvPr id="245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09055F77-B206-4559-ACF2-CFB9A243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5018" y="106677"/>
            <a:ext cx="18926" cy="30803"/>
          </a:xfrm>
          <a:custGeom xmlns:a="http://schemas.openxmlformats.org/drawingml/2006/main">
            <a:pathLst>
              <a:path w="18926" h="30803">
                <a:moveTo>
                  <a:pt x="18926" y="30803"/>
                </a:moveTo>
                <a:lnTo>
                  <a:pt x="18926" y="0"/>
                </a:lnTo>
                <a:lnTo>
                  <a:pt x="0" y="0"/>
                </a:lnTo>
                <a:lnTo>
                  <a:pt x="0" y="308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90">
            <a:solidFill>
              <a:srgbClr val="000000"/>
            </a:solidFill>
            <a:prstDash val="solid"/>
          </a:ln>
        </p:spPr>
      </p:sp>
      <p:sp>
        <p:nvSpPr>
          <p:cNvPr id="246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AE6A0A53-1B11-4E64-AD0C-A3DE8C2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6855" y="429662"/>
            <a:ext cx="84569" cy="105733"/>
          </a:xfrm>
          <a:custGeom xmlns:a="http://schemas.openxmlformats.org/drawingml/2006/main">
            <a:pathLst>
              <a:path w="84569" h="105733">
                <a:moveTo>
                  <a:pt x="0" y="0"/>
                </a:moveTo>
                <a:lnTo>
                  <a:pt x="84569" y="105733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247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35B2D27E-5B21-44CF-BAA5-6139AFFC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6855" y="429681"/>
            <a:ext cx="84569" cy="105714"/>
          </a:xfrm>
          <a:custGeom xmlns:a="http://schemas.openxmlformats.org/drawingml/2006/main">
            <a:pathLst>
              <a:path w="84569" h="105714">
                <a:moveTo>
                  <a:pt x="84569" y="0"/>
                </a:moveTo>
                <a:lnTo>
                  <a:pt x="0" y="105714"/>
                </a:lnTo>
              </a:path>
            </a:pathLst>
          </a:custGeom>
          <a:noFill xmlns:a="http://schemas.openxmlformats.org/drawingml/2006/main"/>
          <a:ln xmlns:a="http://schemas.openxmlformats.org/drawingml/2006/main" w="42285">
            <a:solidFill>
              <a:srgbClr val="000000"/>
            </a:solidFill>
            <a:prstDash val="solid"/>
          </a:ln>
        </p:spPr>
      </p:sp>
      <p:sp>
        <p:nvSpPr>
          <p:cNvPr id="248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01FCF49E-E8EE-4E3E-8FE1-16F91A3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443" y="1724881"/>
            <a:ext cx="421329" cy="37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249" name="pdf-text-66-1">
            <a:extLst xmlns:a="http://schemas.openxmlformats.org/drawingml/2006/main">
              <a:ext uri="{FF2B5EF4-FFF2-40B4-BE49-F238E27FC236}">
                <a16:creationId xmlns:a16="http://schemas.microsoft.com/office/drawing/2014/main" id="{6077F592-5F45-4336-A67B-3194618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6690" y="1724881"/>
            <a:ext cx="442585" cy="37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250" name="pdf-text-66-2">
            <a:extLst xmlns:a="http://schemas.openxmlformats.org/drawingml/2006/main">
              <a:ext uri="{FF2B5EF4-FFF2-40B4-BE49-F238E27FC236}">
                <a16:creationId xmlns:a16="http://schemas.microsoft.com/office/drawing/2014/main" id="{B9E0F969-1075-45F4-83AB-AEE461F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1812" y="1724881"/>
            <a:ext cx="421328" cy="37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251" name="pdf-text-66-3">
            <a:extLst xmlns:a="http://schemas.openxmlformats.org/drawingml/2006/main">
              <a:ext uri="{FF2B5EF4-FFF2-40B4-BE49-F238E27FC236}">
                <a16:creationId xmlns:a16="http://schemas.microsoft.com/office/drawing/2014/main" id="{9F21E9A2-3B65-4B82-8795-B589517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6058" y="1724881"/>
            <a:ext cx="442583" cy="37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174038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2026-10-09T20:41:12.1780000Z</dcterms:created>
  <dcterms:modified xsi:type="dcterms:W3CDTF">2026-10-09T20:41:12.1780000Z</dcterms:modified>
</coreProperties>
</file>